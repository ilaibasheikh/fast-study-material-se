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8" r:id="rId3"/>
    <p:sldId id="314" r:id="rId4"/>
    <p:sldId id="315" r:id="rId5"/>
    <p:sldId id="316" r:id="rId6"/>
    <p:sldId id="317" r:id="rId7"/>
    <p:sldId id="318" r:id="rId8"/>
    <p:sldId id="326" r:id="rId9"/>
    <p:sldId id="319" r:id="rId10"/>
    <p:sldId id="320" r:id="rId11"/>
    <p:sldId id="321" r:id="rId12"/>
    <p:sldId id="322" r:id="rId13"/>
    <p:sldId id="323" r:id="rId14"/>
    <p:sldId id="324" r:id="rId15"/>
    <p:sldId id="325" r:id="rId16"/>
    <p:sldId id="327" r:id="rId17"/>
    <p:sldId id="328" r:id="rId18"/>
    <p:sldId id="329" r:id="rId19"/>
    <p:sldId id="330" r:id="rId20"/>
    <p:sldId id="331" r:id="rId21"/>
    <p:sldId id="358" r:id="rId22"/>
    <p:sldId id="359" r:id="rId23"/>
    <p:sldId id="33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48342B-8973-4086-9C5B-C4EC2D55CF23}" v="1" dt="2024-11-12T08:35:53.2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96283" autoAdjust="0"/>
  </p:normalViewPr>
  <p:slideViewPr>
    <p:cSldViewPr snapToGrid="0">
      <p:cViewPr varScale="1">
        <p:scale>
          <a:sx n="112" d="100"/>
          <a:sy n="112" d="100"/>
        </p:scale>
        <p:origin x="52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F914C121-27D5-40DE-A44B-03621975D748}"/>
    <pc:docChg chg="custSel addSld delSld modSld sldOrd">
      <pc:chgData name="Ms Alina Arshad" userId="cccdfd85-d35d-4453-9c6f-a463aae40722" providerId="ADAL" clId="{F914C121-27D5-40DE-A44B-03621975D748}" dt="2024-10-07T13:44:03.238" v="291" actId="47"/>
      <pc:docMkLst>
        <pc:docMk/>
      </pc:docMkLst>
      <pc:sldChg chg="modSp mod">
        <pc:chgData name="Ms Alina Arshad" userId="cccdfd85-d35d-4453-9c6f-a463aae40722" providerId="ADAL" clId="{F914C121-27D5-40DE-A44B-03621975D748}" dt="2024-10-06T15:37:21.877" v="13" actId="20577"/>
        <pc:sldMkLst>
          <pc:docMk/>
          <pc:sldMk cId="3322361034" sldId="256"/>
        </pc:sldMkLst>
        <pc:spChg chg="mod">
          <ac:chgData name="Ms Alina Arshad" userId="cccdfd85-d35d-4453-9c6f-a463aae40722" providerId="ADAL" clId="{F914C121-27D5-40DE-A44B-03621975D748}" dt="2024-10-06T15:37:21.877" v="13" actId="20577"/>
          <ac:spMkLst>
            <pc:docMk/>
            <pc:sldMk cId="3322361034" sldId="256"/>
            <ac:spMk id="3" creationId="{44E9F82C-BBA7-3495-1097-BEDB54FFFDF4}"/>
          </ac:spMkLst>
        </pc:spChg>
      </pc:sldChg>
      <pc:sldChg chg="del">
        <pc:chgData name="Ms Alina Arshad" userId="cccdfd85-d35d-4453-9c6f-a463aae40722" providerId="ADAL" clId="{F914C121-27D5-40DE-A44B-03621975D748}" dt="2024-10-06T05:53:35.979" v="1" actId="47"/>
        <pc:sldMkLst>
          <pc:docMk/>
          <pc:sldMk cId="3595481221" sldId="492"/>
        </pc:sldMkLst>
      </pc:sldChg>
      <pc:sldChg chg="del">
        <pc:chgData name="Ms Alina Arshad" userId="cccdfd85-d35d-4453-9c6f-a463aae40722" providerId="ADAL" clId="{F914C121-27D5-40DE-A44B-03621975D748}" dt="2024-10-06T05:53:37.855" v="5" actId="47"/>
        <pc:sldMkLst>
          <pc:docMk/>
          <pc:sldMk cId="3384488715" sldId="493"/>
        </pc:sldMkLst>
      </pc:sldChg>
      <pc:sldChg chg="del">
        <pc:chgData name="Ms Alina Arshad" userId="cccdfd85-d35d-4453-9c6f-a463aae40722" providerId="ADAL" clId="{F914C121-27D5-40DE-A44B-03621975D748}" dt="2024-10-06T05:53:40.273" v="10" actId="47"/>
        <pc:sldMkLst>
          <pc:docMk/>
          <pc:sldMk cId="4273395344" sldId="495"/>
        </pc:sldMkLst>
      </pc:sldChg>
      <pc:sldChg chg="del">
        <pc:chgData name="Ms Alina Arshad" userId="cccdfd85-d35d-4453-9c6f-a463aae40722" providerId="ADAL" clId="{F914C121-27D5-40DE-A44B-03621975D748}" dt="2024-10-06T05:53:57.563" v="11" actId="2696"/>
        <pc:sldMkLst>
          <pc:docMk/>
          <pc:sldMk cId="1058188132" sldId="496"/>
        </pc:sldMkLst>
      </pc:sldChg>
      <pc:sldChg chg="del">
        <pc:chgData name="Ms Alina Arshad" userId="cccdfd85-d35d-4453-9c6f-a463aae40722" providerId="ADAL" clId="{F914C121-27D5-40DE-A44B-03621975D748}" dt="2024-10-07T13:43:59.905" v="286" actId="47"/>
        <pc:sldMkLst>
          <pc:docMk/>
          <pc:sldMk cId="1132663045" sldId="497"/>
        </pc:sldMkLst>
      </pc:sldChg>
      <pc:sldChg chg="del">
        <pc:chgData name="Ms Alina Arshad" userId="cccdfd85-d35d-4453-9c6f-a463aae40722" providerId="ADAL" clId="{F914C121-27D5-40DE-A44B-03621975D748}" dt="2024-10-06T05:53:57.563" v="11" actId="2696"/>
        <pc:sldMkLst>
          <pc:docMk/>
          <pc:sldMk cId="1570724855" sldId="505"/>
        </pc:sldMkLst>
      </pc:sldChg>
      <pc:sldChg chg="del">
        <pc:chgData name="Ms Alina Arshad" userId="cccdfd85-d35d-4453-9c6f-a463aae40722" providerId="ADAL" clId="{F914C121-27D5-40DE-A44B-03621975D748}" dt="2024-10-06T05:53:57.563" v="11" actId="2696"/>
        <pc:sldMkLst>
          <pc:docMk/>
          <pc:sldMk cId="2421881517" sldId="506"/>
        </pc:sldMkLst>
      </pc:sldChg>
      <pc:sldChg chg="modSp mod">
        <pc:chgData name="Ms Alina Arshad" userId="cccdfd85-d35d-4453-9c6f-a463aae40722" providerId="ADAL" clId="{F914C121-27D5-40DE-A44B-03621975D748}" dt="2024-10-07T13:08:17.810" v="125" actId="403"/>
        <pc:sldMkLst>
          <pc:docMk/>
          <pc:sldMk cId="163811022" sldId="511"/>
        </pc:sldMkLst>
        <pc:spChg chg="mod">
          <ac:chgData name="Ms Alina Arshad" userId="cccdfd85-d35d-4453-9c6f-a463aae40722" providerId="ADAL" clId="{F914C121-27D5-40DE-A44B-03621975D748}" dt="2024-10-07T13:08:12.572" v="124" actId="1076"/>
          <ac:spMkLst>
            <pc:docMk/>
            <pc:sldMk cId="163811022" sldId="511"/>
            <ac:spMk id="2" creationId="{00000000-0000-0000-0000-000000000000}"/>
          </ac:spMkLst>
        </pc:spChg>
        <pc:spChg chg="mod">
          <ac:chgData name="Ms Alina Arshad" userId="cccdfd85-d35d-4453-9c6f-a463aae40722" providerId="ADAL" clId="{F914C121-27D5-40DE-A44B-03621975D748}" dt="2024-10-07T13:08:17.810" v="125" actId="403"/>
          <ac:spMkLst>
            <pc:docMk/>
            <pc:sldMk cId="163811022" sldId="511"/>
            <ac:spMk id="3" creationId="{00000000-0000-0000-0000-000000000000}"/>
          </ac:spMkLst>
        </pc:spChg>
      </pc:sldChg>
      <pc:sldChg chg="modSp mod">
        <pc:chgData name="Ms Alina Arshad" userId="cccdfd85-d35d-4453-9c6f-a463aae40722" providerId="ADAL" clId="{F914C121-27D5-40DE-A44B-03621975D748}" dt="2024-10-07T13:08:52.370" v="129" actId="20577"/>
        <pc:sldMkLst>
          <pc:docMk/>
          <pc:sldMk cId="1045239677" sldId="512"/>
        </pc:sldMkLst>
        <pc:spChg chg="mod">
          <ac:chgData name="Ms Alina Arshad" userId="cccdfd85-d35d-4453-9c6f-a463aae40722" providerId="ADAL" clId="{F914C121-27D5-40DE-A44B-03621975D748}" dt="2024-10-07T13:08:23.659" v="127" actId="1076"/>
          <ac:spMkLst>
            <pc:docMk/>
            <pc:sldMk cId="1045239677" sldId="512"/>
            <ac:spMk id="2" creationId="{00000000-0000-0000-0000-000000000000}"/>
          </ac:spMkLst>
        </pc:spChg>
        <pc:spChg chg="mod">
          <ac:chgData name="Ms Alina Arshad" userId="cccdfd85-d35d-4453-9c6f-a463aae40722" providerId="ADAL" clId="{F914C121-27D5-40DE-A44B-03621975D748}" dt="2024-10-07T13:08:52.370" v="129" actId="20577"/>
          <ac:spMkLst>
            <pc:docMk/>
            <pc:sldMk cId="1045239677" sldId="512"/>
            <ac:spMk id="3" creationId="{00000000-0000-0000-0000-000000000000}"/>
          </ac:spMkLst>
        </pc:spChg>
      </pc:sldChg>
      <pc:sldChg chg="modSp mod">
        <pc:chgData name="Ms Alina Arshad" userId="cccdfd85-d35d-4453-9c6f-a463aae40722" providerId="ADAL" clId="{F914C121-27D5-40DE-A44B-03621975D748}" dt="2024-10-07T12:55:16.637" v="27" actId="207"/>
        <pc:sldMkLst>
          <pc:docMk/>
          <pc:sldMk cId="711124051" sldId="516"/>
        </pc:sldMkLst>
        <pc:spChg chg="mod">
          <ac:chgData name="Ms Alina Arshad" userId="cccdfd85-d35d-4453-9c6f-a463aae40722" providerId="ADAL" clId="{F914C121-27D5-40DE-A44B-03621975D748}" dt="2024-10-07T12:55:16.637" v="27" actId="207"/>
          <ac:spMkLst>
            <pc:docMk/>
            <pc:sldMk cId="711124051" sldId="516"/>
            <ac:spMk id="2" creationId="{00000000-0000-0000-0000-000000000000}"/>
          </ac:spMkLst>
        </pc:spChg>
      </pc:sldChg>
      <pc:sldChg chg="del">
        <pc:chgData name="Ms Alina Arshad" userId="cccdfd85-d35d-4453-9c6f-a463aae40722" providerId="ADAL" clId="{F914C121-27D5-40DE-A44B-03621975D748}" dt="2024-10-07T13:44:00.511" v="287" actId="47"/>
        <pc:sldMkLst>
          <pc:docMk/>
          <pc:sldMk cId="1747393571" sldId="518"/>
        </pc:sldMkLst>
      </pc:sldChg>
      <pc:sldChg chg="del">
        <pc:chgData name="Ms Alina Arshad" userId="cccdfd85-d35d-4453-9c6f-a463aae40722" providerId="ADAL" clId="{F914C121-27D5-40DE-A44B-03621975D748}" dt="2024-10-07T13:44:00.952" v="288" actId="47"/>
        <pc:sldMkLst>
          <pc:docMk/>
          <pc:sldMk cId="275598820" sldId="519"/>
        </pc:sldMkLst>
      </pc:sldChg>
      <pc:sldChg chg="del">
        <pc:chgData name="Ms Alina Arshad" userId="cccdfd85-d35d-4453-9c6f-a463aae40722" providerId="ADAL" clId="{F914C121-27D5-40DE-A44B-03621975D748}" dt="2024-10-07T13:44:01.471" v="289" actId="47"/>
        <pc:sldMkLst>
          <pc:docMk/>
          <pc:sldMk cId="3035140792" sldId="522"/>
        </pc:sldMkLst>
      </pc:sldChg>
      <pc:sldChg chg="del">
        <pc:chgData name="Ms Alina Arshad" userId="cccdfd85-d35d-4453-9c6f-a463aae40722" providerId="ADAL" clId="{F914C121-27D5-40DE-A44B-03621975D748}" dt="2024-10-07T13:44:02.453" v="290" actId="47"/>
        <pc:sldMkLst>
          <pc:docMk/>
          <pc:sldMk cId="2350581562" sldId="523"/>
        </pc:sldMkLst>
      </pc:sldChg>
      <pc:sldChg chg="del">
        <pc:chgData name="Ms Alina Arshad" userId="cccdfd85-d35d-4453-9c6f-a463aae40722" providerId="ADAL" clId="{F914C121-27D5-40DE-A44B-03621975D748}" dt="2024-10-07T13:44:03.238" v="291" actId="47"/>
        <pc:sldMkLst>
          <pc:docMk/>
          <pc:sldMk cId="627369714" sldId="524"/>
        </pc:sldMkLst>
      </pc:sldChg>
      <pc:sldChg chg="modSp new mod ord">
        <pc:chgData name="Ms Alina Arshad" userId="cccdfd85-d35d-4453-9c6f-a463aae40722" providerId="ADAL" clId="{F914C121-27D5-40DE-A44B-03621975D748}" dt="2024-10-07T13:11:39.635" v="183" actId="20577"/>
        <pc:sldMkLst>
          <pc:docMk/>
          <pc:sldMk cId="2427267918" sldId="525"/>
        </pc:sldMkLst>
        <pc:spChg chg="mod">
          <ac:chgData name="Ms Alina Arshad" userId="cccdfd85-d35d-4453-9c6f-a463aae40722" providerId="ADAL" clId="{F914C121-27D5-40DE-A44B-03621975D748}" dt="2024-10-07T13:09:07.808" v="130"/>
          <ac:spMkLst>
            <pc:docMk/>
            <pc:sldMk cId="2427267918" sldId="525"/>
            <ac:spMk id="2" creationId="{E37F6D6B-52E2-13D9-241A-623409ECED82}"/>
          </ac:spMkLst>
        </pc:spChg>
        <pc:spChg chg="mod">
          <ac:chgData name="Ms Alina Arshad" userId="cccdfd85-d35d-4453-9c6f-a463aae40722" providerId="ADAL" clId="{F914C121-27D5-40DE-A44B-03621975D748}" dt="2024-10-07T13:11:39.635" v="183" actId="20577"/>
          <ac:spMkLst>
            <pc:docMk/>
            <pc:sldMk cId="2427267918" sldId="525"/>
            <ac:spMk id="3" creationId="{D24F7636-2D0D-03B4-A70E-BF1BCCC7DD42}"/>
          </ac:spMkLst>
        </pc:spChg>
      </pc:sldChg>
      <pc:sldChg chg="del">
        <pc:chgData name="Ms Alina Arshad" userId="cccdfd85-d35d-4453-9c6f-a463aae40722" providerId="ADAL" clId="{F914C121-27D5-40DE-A44B-03621975D748}" dt="2024-10-06T05:53:35.623" v="0" actId="47"/>
        <pc:sldMkLst>
          <pc:docMk/>
          <pc:sldMk cId="3654789932" sldId="525"/>
        </pc:sldMkLst>
      </pc:sldChg>
      <pc:sldChg chg="modSp new mod">
        <pc:chgData name="Ms Alina Arshad" userId="cccdfd85-d35d-4453-9c6f-a463aae40722" providerId="ADAL" clId="{F914C121-27D5-40DE-A44B-03621975D748}" dt="2024-10-07T13:13:01.438" v="195" actId="5793"/>
        <pc:sldMkLst>
          <pc:docMk/>
          <pc:sldMk cId="1270081800" sldId="526"/>
        </pc:sldMkLst>
        <pc:spChg chg="mod">
          <ac:chgData name="Ms Alina Arshad" userId="cccdfd85-d35d-4453-9c6f-a463aae40722" providerId="ADAL" clId="{F914C121-27D5-40DE-A44B-03621975D748}" dt="2024-10-07T13:12:23.914" v="184"/>
          <ac:spMkLst>
            <pc:docMk/>
            <pc:sldMk cId="1270081800" sldId="526"/>
            <ac:spMk id="2" creationId="{6E5B1C21-D1B5-5FD5-09AA-19D5F7B39D16}"/>
          </ac:spMkLst>
        </pc:spChg>
        <pc:spChg chg="mod">
          <ac:chgData name="Ms Alina Arshad" userId="cccdfd85-d35d-4453-9c6f-a463aae40722" providerId="ADAL" clId="{F914C121-27D5-40DE-A44B-03621975D748}" dt="2024-10-07T13:13:01.438" v="195" actId="5793"/>
          <ac:spMkLst>
            <pc:docMk/>
            <pc:sldMk cId="1270081800" sldId="526"/>
            <ac:spMk id="3" creationId="{0B4D9234-DC1E-63D1-6478-EB07B63884A3}"/>
          </ac:spMkLst>
        </pc:spChg>
      </pc:sldChg>
      <pc:sldChg chg="addSp delSp modSp new mod">
        <pc:chgData name="Ms Alina Arshad" userId="cccdfd85-d35d-4453-9c6f-a463aae40722" providerId="ADAL" clId="{F914C121-27D5-40DE-A44B-03621975D748}" dt="2024-10-07T13:14:45.447" v="248" actId="20577"/>
        <pc:sldMkLst>
          <pc:docMk/>
          <pc:sldMk cId="870909777" sldId="527"/>
        </pc:sldMkLst>
        <pc:spChg chg="del">
          <ac:chgData name="Ms Alina Arshad" userId="cccdfd85-d35d-4453-9c6f-a463aae40722" providerId="ADAL" clId="{F914C121-27D5-40DE-A44B-03621975D748}" dt="2024-10-07T13:03:36.458" v="47" actId="478"/>
          <ac:spMkLst>
            <pc:docMk/>
            <pc:sldMk cId="870909777" sldId="527"/>
            <ac:spMk id="2" creationId="{3E9E35B2-C05A-E334-D7E0-5743F9C9EABF}"/>
          </ac:spMkLst>
        </pc:spChg>
        <pc:spChg chg="mod">
          <ac:chgData name="Ms Alina Arshad" userId="cccdfd85-d35d-4453-9c6f-a463aae40722" providerId="ADAL" clId="{F914C121-27D5-40DE-A44B-03621975D748}" dt="2024-10-07T13:14:45.447" v="248" actId="20577"/>
          <ac:spMkLst>
            <pc:docMk/>
            <pc:sldMk cId="870909777" sldId="527"/>
            <ac:spMk id="3" creationId="{C80DA4E9-1DE3-00D3-6721-52348858C824}"/>
          </ac:spMkLst>
        </pc:spChg>
        <pc:spChg chg="add mod">
          <ac:chgData name="Ms Alina Arshad" userId="cccdfd85-d35d-4453-9c6f-a463aae40722" providerId="ADAL" clId="{F914C121-27D5-40DE-A44B-03621975D748}" dt="2024-10-07T13:14:05.503" v="230" actId="20577"/>
          <ac:spMkLst>
            <pc:docMk/>
            <pc:sldMk cId="870909777" sldId="527"/>
            <ac:spMk id="4" creationId="{0FC78A23-41CA-037C-BFCC-9A29C7B5EE39}"/>
          </ac:spMkLst>
        </pc:spChg>
      </pc:sldChg>
      <pc:sldChg chg="del">
        <pc:chgData name="Ms Alina Arshad" userId="cccdfd85-d35d-4453-9c6f-a463aae40722" providerId="ADAL" clId="{F914C121-27D5-40DE-A44B-03621975D748}" dt="2024-10-06T05:53:36.364" v="2" actId="47"/>
        <pc:sldMkLst>
          <pc:docMk/>
          <pc:sldMk cId="1051870460" sldId="527"/>
        </pc:sldMkLst>
      </pc:sldChg>
      <pc:sldChg chg="modSp new mod">
        <pc:chgData name="Ms Alina Arshad" userId="cccdfd85-d35d-4453-9c6f-a463aae40722" providerId="ADAL" clId="{F914C121-27D5-40DE-A44B-03621975D748}" dt="2024-10-07T13:16:52.103" v="283" actId="20577"/>
        <pc:sldMkLst>
          <pc:docMk/>
          <pc:sldMk cId="503587932" sldId="528"/>
        </pc:sldMkLst>
        <pc:spChg chg="mod">
          <ac:chgData name="Ms Alina Arshad" userId="cccdfd85-d35d-4453-9c6f-a463aae40722" providerId="ADAL" clId="{F914C121-27D5-40DE-A44B-03621975D748}" dt="2024-10-07T13:15:12.718" v="258" actId="113"/>
          <ac:spMkLst>
            <pc:docMk/>
            <pc:sldMk cId="503587932" sldId="528"/>
            <ac:spMk id="2" creationId="{4FD1C097-DB08-E7FD-F0E6-3182220123C7}"/>
          </ac:spMkLst>
        </pc:spChg>
        <pc:spChg chg="mod">
          <ac:chgData name="Ms Alina Arshad" userId="cccdfd85-d35d-4453-9c6f-a463aae40722" providerId="ADAL" clId="{F914C121-27D5-40DE-A44B-03621975D748}" dt="2024-10-07T13:16:52.103" v="283" actId="20577"/>
          <ac:spMkLst>
            <pc:docMk/>
            <pc:sldMk cId="503587932" sldId="528"/>
            <ac:spMk id="3" creationId="{1A1CDF7E-3834-5C8D-DFBE-531D101A666D}"/>
          </ac:spMkLst>
        </pc:spChg>
      </pc:sldChg>
      <pc:sldChg chg="del">
        <pc:chgData name="Ms Alina Arshad" userId="cccdfd85-d35d-4453-9c6f-a463aae40722" providerId="ADAL" clId="{F914C121-27D5-40DE-A44B-03621975D748}" dt="2024-10-06T05:53:36.865" v="3" actId="47"/>
        <pc:sldMkLst>
          <pc:docMk/>
          <pc:sldMk cId="1758917919" sldId="528"/>
        </pc:sldMkLst>
      </pc:sldChg>
      <pc:sldChg chg="addSp delSp modSp new mod">
        <pc:chgData name="Ms Alina Arshad" userId="cccdfd85-d35d-4453-9c6f-a463aae40722" providerId="ADAL" clId="{F914C121-27D5-40DE-A44B-03621975D748}" dt="2024-10-07T13:18:10.111" v="285" actId="1076"/>
        <pc:sldMkLst>
          <pc:docMk/>
          <pc:sldMk cId="1646226232" sldId="529"/>
        </pc:sldMkLst>
        <pc:spChg chg="add del mod">
          <ac:chgData name="Ms Alina Arshad" userId="cccdfd85-d35d-4453-9c6f-a463aae40722" providerId="ADAL" clId="{F914C121-27D5-40DE-A44B-03621975D748}" dt="2024-10-07T13:04:50.809" v="89" actId="478"/>
          <ac:spMkLst>
            <pc:docMk/>
            <pc:sldMk cId="1646226232" sldId="529"/>
            <ac:spMk id="3" creationId="{48A03DF7-526A-149F-40DC-6BC0D54F51D3}"/>
          </ac:spMkLst>
        </pc:spChg>
        <pc:graphicFrameChg chg="add mod modGraphic">
          <ac:chgData name="Ms Alina Arshad" userId="cccdfd85-d35d-4453-9c6f-a463aae40722" providerId="ADAL" clId="{F914C121-27D5-40DE-A44B-03621975D748}" dt="2024-10-07T13:18:10.111" v="285" actId="1076"/>
          <ac:graphicFrameMkLst>
            <pc:docMk/>
            <pc:sldMk cId="1646226232" sldId="529"/>
            <ac:graphicFrameMk id="2" creationId="{D85D5C57-72E3-7FB1-3FA8-F393EFF5D1D8}"/>
          </ac:graphicFrameMkLst>
        </pc:graphicFrameChg>
      </pc:sldChg>
      <pc:sldChg chg="del">
        <pc:chgData name="Ms Alina Arshad" userId="cccdfd85-d35d-4453-9c6f-a463aae40722" providerId="ADAL" clId="{F914C121-27D5-40DE-A44B-03621975D748}" dt="2024-10-06T05:53:37.420" v="4" actId="47"/>
        <pc:sldMkLst>
          <pc:docMk/>
          <pc:sldMk cId="2613136086" sldId="529"/>
        </pc:sldMkLst>
      </pc:sldChg>
      <pc:sldChg chg="del">
        <pc:chgData name="Ms Alina Arshad" userId="cccdfd85-d35d-4453-9c6f-a463aae40722" providerId="ADAL" clId="{F914C121-27D5-40DE-A44B-03621975D748}" dt="2024-10-06T05:53:38.334" v="6" actId="47"/>
        <pc:sldMkLst>
          <pc:docMk/>
          <pc:sldMk cId="1875193234" sldId="530"/>
        </pc:sldMkLst>
      </pc:sldChg>
      <pc:sldChg chg="del">
        <pc:chgData name="Ms Alina Arshad" userId="cccdfd85-d35d-4453-9c6f-a463aae40722" providerId="ADAL" clId="{F914C121-27D5-40DE-A44B-03621975D748}" dt="2024-10-06T05:53:38.936" v="7" actId="47"/>
        <pc:sldMkLst>
          <pc:docMk/>
          <pc:sldMk cId="3545550237" sldId="532"/>
        </pc:sldMkLst>
      </pc:sldChg>
      <pc:sldChg chg="del">
        <pc:chgData name="Ms Alina Arshad" userId="cccdfd85-d35d-4453-9c6f-a463aae40722" providerId="ADAL" clId="{F914C121-27D5-40DE-A44B-03621975D748}" dt="2024-10-06T05:53:39.389" v="8" actId="47"/>
        <pc:sldMkLst>
          <pc:docMk/>
          <pc:sldMk cId="3162381277" sldId="534"/>
        </pc:sldMkLst>
      </pc:sldChg>
      <pc:sldChg chg="del">
        <pc:chgData name="Ms Alina Arshad" userId="cccdfd85-d35d-4453-9c6f-a463aae40722" providerId="ADAL" clId="{F914C121-27D5-40DE-A44B-03621975D748}" dt="2024-10-06T05:53:39.823" v="9" actId="47"/>
        <pc:sldMkLst>
          <pc:docMk/>
          <pc:sldMk cId="1199260640" sldId="535"/>
        </pc:sldMkLst>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3214571066" sldId="359"/>
        </pc:sldMkLst>
        <pc:spChg chg="mod">
          <ac:chgData name="Ms Alina Arshad" userId="cccdfd85-d35d-4453-9c6f-a463aae40722" providerId="ADAL" clId="{EADAEE91-4A7C-4065-A245-779568A60DD0}" dt="2024-08-25T15:05:45.451" v="243" actId="14100"/>
          <ac:spMkLst>
            <pc:docMk/>
            <pc:sldMk cId="3214571066"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3214571066"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29T11:40:01.801" v="677" actId="2057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docChg>
  </pc:docChgLst>
  <pc:docChgLst>
    <pc:chgData name="Ms Alina Arshad" userId="cccdfd85-d35d-4453-9c6f-a463aae40722" providerId="ADAL" clId="{2B0BDB09-5917-47B2-9AD9-E52B3C1731B6}"/>
    <pc:docChg chg="custSel addSld delSld modSld">
      <pc:chgData name="Ms Alina Arshad" userId="cccdfd85-d35d-4453-9c6f-a463aae40722" providerId="ADAL" clId="{2B0BDB09-5917-47B2-9AD9-E52B3C1731B6}" dt="2024-09-29T12:03:26.108" v="155" actId="47"/>
      <pc:docMkLst>
        <pc:docMk/>
      </pc:docMkLst>
      <pc:sldChg chg="modSp mod">
        <pc:chgData name="Ms Alina Arshad" userId="cccdfd85-d35d-4453-9c6f-a463aae40722" providerId="ADAL" clId="{2B0BDB09-5917-47B2-9AD9-E52B3C1731B6}" dt="2024-09-29T11:56:12.791" v="21" actId="20577"/>
        <pc:sldMkLst>
          <pc:docMk/>
          <pc:sldMk cId="3322361034" sldId="256"/>
        </pc:sldMkLst>
        <pc:spChg chg="mod">
          <ac:chgData name="Ms Alina Arshad" userId="cccdfd85-d35d-4453-9c6f-a463aae40722" providerId="ADAL" clId="{2B0BDB09-5917-47B2-9AD9-E52B3C1731B6}" dt="2024-09-29T11:56:12.791" v="21" actId="20577"/>
          <ac:spMkLst>
            <pc:docMk/>
            <pc:sldMk cId="3322361034" sldId="256"/>
            <ac:spMk id="3" creationId="{44E9F82C-BBA7-3495-1097-BEDB54FFFDF4}"/>
          </ac:spMkLst>
        </pc:spChg>
      </pc:sldChg>
      <pc:sldChg chg="delSp add del mod">
        <pc:chgData name="Ms Alina Arshad" userId="cccdfd85-d35d-4453-9c6f-a463aae40722" providerId="ADAL" clId="{2B0BDB09-5917-47B2-9AD9-E52B3C1731B6}" dt="2024-09-29T11:56:28.698" v="24" actId="47"/>
        <pc:sldMkLst>
          <pc:docMk/>
          <pc:sldMk cId="987785057" sldId="258"/>
        </pc:sldMkLst>
        <pc:spChg chg="del">
          <ac:chgData name="Ms Alina Arshad" userId="cccdfd85-d35d-4453-9c6f-a463aae40722" providerId="ADAL" clId="{2B0BDB09-5917-47B2-9AD9-E52B3C1731B6}" dt="2024-09-29T11:56:18.480" v="22" actId="478"/>
          <ac:spMkLst>
            <pc:docMk/>
            <pc:sldMk cId="987785057" sldId="258"/>
            <ac:spMk id="2" creationId="{00000000-0000-0000-0000-000000000000}"/>
          </ac:spMkLst>
        </pc:spChg>
        <pc:spChg chg="del">
          <ac:chgData name="Ms Alina Arshad" userId="cccdfd85-d35d-4453-9c6f-a463aae40722" providerId="ADAL" clId="{2B0BDB09-5917-47B2-9AD9-E52B3C1731B6}" dt="2024-09-29T11:56:20.475" v="23" actId="478"/>
          <ac:spMkLst>
            <pc:docMk/>
            <pc:sldMk cId="987785057" sldId="258"/>
            <ac:spMk id="5" creationId="{00000000-0000-0000-0000-000000000000}"/>
          </ac:spMkLst>
        </pc:spChg>
      </pc:sldChg>
      <pc:sldChg chg="modSp add del mod">
        <pc:chgData name="Ms Alina Arshad" userId="cccdfd85-d35d-4453-9c6f-a463aae40722" providerId="ADAL" clId="{2B0BDB09-5917-47B2-9AD9-E52B3C1731B6}" dt="2024-09-29T11:56:09.183" v="19" actId="47"/>
        <pc:sldMkLst>
          <pc:docMk/>
          <pc:sldMk cId="2348086917" sldId="280"/>
        </pc:sldMkLst>
        <pc:spChg chg="mod">
          <ac:chgData name="Ms Alina Arshad" userId="cccdfd85-d35d-4453-9c6f-a463aae40722" providerId="ADAL" clId="{2B0BDB09-5917-47B2-9AD9-E52B3C1731B6}" dt="2024-09-29T11:55:58.441" v="18" actId="207"/>
          <ac:spMkLst>
            <pc:docMk/>
            <pc:sldMk cId="2348086917" sldId="280"/>
            <ac:spMk id="2"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3"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5" creationId="{00000000-0000-0000-0000-000000000000}"/>
          </ac:spMkLst>
        </pc:spChg>
      </pc:sldChg>
      <pc:sldChg chg="add del">
        <pc:chgData name="Ms Alina Arshad" userId="cccdfd85-d35d-4453-9c6f-a463aae40722" providerId="ADAL" clId="{2B0BDB09-5917-47B2-9AD9-E52B3C1731B6}" dt="2024-09-29T12:03:26.108" v="155" actId="47"/>
        <pc:sldMkLst>
          <pc:docMk/>
          <pc:sldMk cId="1032267902" sldId="313"/>
        </pc:sldMkLst>
      </pc:sldChg>
      <pc:sldChg chg="del">
        <pc:chgData name="Ms Alina Arshad" userId="cccdfd85-d35d-4453-9c6f-a463aae40722" providerId="ADAL" clId="{2B0BDB09-5917-47B2-9AD9-E52B3C1731B6}" dt="2024-09-29T11:55:39.253" v="0" actId="47"/>
        <pc:sldMkLst>
          <pc:docMk/>
          <pc:sldMk cId="1317028974" sldId="475"/>
        </pc:sldMkLst>
      </pc:sldChg>
      <pc:sldChg chg="del">
        <pc:chgData name="Ms Alina Arshad" userId="cccdfd85-d35d-4453-9c6f-a463aae40722" providerId="ADAL" clId="{2B0BDB09-5917-47B2-9AD9-E52B3C1731B6}" dt="2024-09-29T11:55:41.199" v="2" actId="47"/>
        <pc:sldMkLst>
          <pc:docMk/>
          <pc:sldMk cId="1999589581" sldId="476"/>
        </pc:sldMkLst>
      </pc:sldChg>
      <pc:sldChg chg="del">
        <pc:chgData name="Ms Alina Arshad" userId="cccdfd85-d35d-4453-9c6f-a463aae40722" providerId="ADAL" clId="{2B0BDB09-5917-47B2-9AD9-E52B3C1731B6}" dt="2024-09-29T11:55:41.501" v="3" actId="47"/>
        <pc:sldMkLst>
          <pc:docMk/>
          <pc:sldMk cId="4056107159" sldId="477"/>
        </pc:sldMkLst>
      </pc:sldChg>
      <pc:sldChg chg="del">
        <pc:chgData name="Ms Alina Arshad" userId="cccdfd85-d35d-4453-9c6f-a463aae40722" providerId="ADAL" clId="{2B0BDB09-5917-47B2-9AD9-E52B3C1731B6}" dt="2024-09-29T11:55:42.027" v="5" actId="47"/>
        <pc:sldMkLst>
          <pc:docMk/>
          <pc:sldMk cId="3142530740" sldId="478"/>
        </pc:sldMkLst>
      </pc:sldChg>
      <pc:sldChg chg="del">
        <pc:chgData name="Ms Alina Arshad" userId="cccdfd85-d35d-4453-9c6f-a463aae40722" providerId="ADAL" clId="{2B0BDB09-5917-47B2-9AD9-E52B3C1731B6}" dt="2024-09-29T11:55:42.629" v="7" actId="47"/>
        <pc:sldMkLst>
          <pc:docMk/>
          <pc:sldMk cId="3718238795" sldId="479"/>
        </pc:sldMkLst>
      </pc:sldChg>
      <pc:sldChg chg="del">
        <pc:chgData name="Ms Alina Arshad" userId="cccdfd85-d35d-4453-9c6f-a463aae40722" providerId="ADAL" clId="{2B0BDB09-5917-47B2-9AD9-E52B3C1731B6}" dt="2024-09-29T11:55:43.590" v="11" actId="47"/>
        <pc:sldMkLst>
          <pc:docMk/>
          <pc:sldMk cId="3737652639" sldId="482"/>
        </pc:sldMkLst>
      </pc:sldChg>
      <pc:sldChg chg="del">
        <pc:chgData name="Ms Alina Arshad" userId="cccdfd85-d35d-4453-9c6f-a463aae40722" providerId="ADAL" clId="{2B0BDB09-5917-47B2-9AD9-E52B3C1731B6}" dt="2024-09-29T11:55:43.872" v="12" actId="47"/>
        <pc:sldMkLst>
          <pc:docMk/>
          <pc:sldMk cId="2818035381" sldId="483"/>
        </pc:sldMkLst>
      </pc:sldChg>
      <pc:sldChg chg="del">
        <pc:chgData name="Ms Alina Arshad" userId="cccdfd85-d35d-4453-9c6f-a463aae40722" providerId="ADAL" clId="{2B0BDB09-5917-47B2-9AD9-E52B3C1731B6}" dt="2024-09-29T11:55:42.898" v="8" actId="47"/>
        <pc:sldMkLst>
          <pc:docMk/>
          <pc:sldMk cId="267361801" sldId="484"/>
        </pc:sldMkLst>
      </pc:sldChg>
      <pc:sldChg chg="del">
        <pc:chgData name="Ms Alina Arshad" userId="cccdfd85-d35d-4453-9c6f-a463aae40722" providerId="ADAL" clId="{2B0BDB09-5917-47B2-9AD9-E52B3C1731B6}" dt="2024-09-29T11:55:42.294" v="6" actId="47"/>
        <pc:sldMkLst>
          <pc:docMk/>
          <pc:sldMk cId="2146923405" sldId="485"/>
        </pc:sldMkLst>
      </pc:sldChg>
      <pc:sldChg chg="del">
        <pc:chgData name="Ms Alina Arshad" userId="cccdfd85-d35d-4453-9c6f-a463aae40722" providerId="ADAL" clId="{2B0BDB09-5917-47B2-9AD9-E52B3C1731B6}" dt="2024-09-29T11:55:43.133" v="9" actId="47"/>
        <pc:sldMkLst>
          <pc:docMk/>
          <pc:sldMk cId="3895319384" sldId="486"/>
        </pc:sldMkLst>
      </pc:sldChg>
      <pc:sldChg chg="del">
        <pc:chgData name="Ms Alina Arshad" userId="cccdfd85-d35d-4453-9c6f-a463aae40722" providerId="ADAL" clId="{2B0BDB09-5917-47B2-9AD9-E52B3C1731B6}" dt="2024-09-29T11:55:44.367" v="13" actId="47"/>
        <pc:sldMkLst>
          <pc:docMk/>
          <pc:sldMk cId="2382187672" sldId="488"/>
        </pc:sldMkLst>
      </pc:sldChg>
      <pc:sldChg chg="del">
        <pc:chgData name="Ms Alina Arshad" userId="cccdfd85-d35d-4453-9c6f-a463aae40722" providerId="ADAL" clId="{2B0BDB09-5917-47B2-9AD9-E52B3C1731B6}" dt="2024-09-29T11:55:43.374" v="10" actId="47"/>
        <pc:sldMkLst>
          <pc:docMk/>
          <pc:sldMk cId="2466836527" sldId="490"/>
        </pc:sldMkLst>
      </pc:sldChg>
      <pc:sldChg chg="del">
        <pc:chgData name="Ms Alina Arshad" userId="cccdfd85-d35d-4453-9c6f-a463aae40722" providerId="ADAL" clId="{2B0BDB09-5917-47B2-9AD9-E52B3C1731B6}" dt="2024-09-29T11:55:41.782" v="4" actId="47"/>
        <pc:sldMkLst>
          <pc:docMk/>
          <pc:sldMk cId="1501064082" sldId="491"/>
        </pc:sldMkLst>
      </pc:sldChg>
      <pc:sldChg chg="del">
        <pc:chgData name="Ms Alina Arshad" userId="cccdfd85-d35d-4453-9c6f-a463aae40722" providerId="ADAL" clId="{2B0BDB09-5917-47B2-9AD9-E52B3C1731B6}" dt="2024-09-29T11:55:40.800" v="1" actId="47"/>
        <pc:sldMkLst>
          <pc:docMk/>
          <pc:sldMk cId="746752752" sldId="492"/>
        </pc:sldMkLst>
      </pc:sldChg>
      <pc:sldChg chg="delSp modSp add mod">
        <pc:chgData name="Ms Alina Arshad" userId="cccdfd85-d35d-4453-9c6f-a463aae40722" providerId="ADAL" clId="{2B0BDB09-5917-47B2-9AD9-E52B3C1731B6}" dt="2024-09-29T11:56:53.572" v="29" actId="207"/>
        <pc:sldMkLst>
          <pc:docMk/>
          <pc:sldMk cId="3595481221" sldId="492"/>
        </pc:sldMkLst>
        <pc:spChg chg="mod">
          <ac:chgData name="Ms Alina Arshad" userId="cccdfd85-d35d-4453-9c6f-a463aae40722" providerId="ADAL" clId="{2B0BDB09-5917-47B2-9AD9-E52B3C1731B6}" dt="2024-09-29T11:56:47.976" v="28" actId="113"/>
          <ac:spMkLst>
            <pc:docMk/>
            <pc:sldMk cId="3595481221" sldId="492"/>
            <ac:spMk id="2" creationId="{00000000-0000-0000-0000-000000000000}"/>
          </ac:spMkLst>
        </pc:spChg>
        <pc:spChg chg="mod">
          <ac:chgData name="Ms Alina Arshad" userId="cccdfd85-d35d-4453-9c6f-a463aae40722" providerId="ADAL" clId="{2B0BDB09-5917-47B2-9AD9-E52B3C1731B6}" dt="2024-09-29T11:56:53.572" v="29" actId="207"/>
          <ac:spMkLst>
            <pc:docMk/>
            <pc:sldMk cId="3595481221" sldId="492"/>
            <ac:spMk id="3" creationId="{00000000-0000-0000-0000-000000000000}"/>
          </ac:spMkLst>
        </pc:spChg>
        <pc:spChg chg="del">
          <ac:chgData name="Ms Alina Arshad" userId="cccdfd85-d35d-4453-9c6f-a463aae40722" providerId="ADAL" clId="{2B0BDB09-5917-47B2-9AD9-E52B3C1731B6}" dt="2024-09-29T11:56:33.333" v="25" actId="478"/>
          <ac:spMkLst>
            <pc:docMk/>
            <pc:sldMk cId="3595481221" sldId="492"/>
            <ac:spMk id="4" creationId="{00000000-0000-0000-0000-000000000000}"/>
          </ac:spMkLst>
        </pc:spChg>
        <pc:spChg chg="del">
          <ac:chgData name="Ms Alina Arshad" userId="cccdfd85-d35d-4453-9c6f-a463aae40722" providerId="ADAL" clId="{2B0BDB09-5917-47B2-9AD9-E52B3C1731B6}" dt="2024-09-29T11:56:36.486" v="26" actId="478"/>
          <ac:spMkLst>
            <pc:docMk/>
            <pc:sldMk cId="3595481221" sldId="492"/>
            <ac:spMk id="5" creationId="{00000000-0000-0000-0000-000000000000}"/>
          </ac:spMkLst>
        </pc:spChg>
      </pc:sldChg>
      <pc:sldChg chg="delSp modSp add mod">
        <pc:chgData name="Ms Alina Arshad" userId="cccdfd85-d35d-4453-9c6f-a463aae40722" providerId="ADAL" clId="{2B0BDB09-5917-47B2-9AD9-E52B3C1731B6}" dt="2024-09-29T11:57:34.158" v="42" actId="12"/>
        <pc:sldMkLst>
          <pc:docMk/>
          <pc:sldMk cId="3384488715" sldId="493"/>
        </pc:sldMkLst>
        <pc:spChg chg="mod">
          <ac:chgData name="Ms Alina Arshad" userId="cccdfd85-d35d-4453-9c6f-a463aae40722" providerId="ADAL" clId="{2B0BDB09-5917-47B2-9AD9-E52B3C1731B6}" dt="2024-09-29T11:57:11.536" v="34" actId="113"/>
          <ac:spMkLst>
            <pc:docMk/>
            <pc:sldMk cId="3384488715" sldId="493"/>
            <ac:spMk id="2" creationId="{00000000-0000-0000-0000-000000000000}"/>
          </ac:spMkLst>
        </pc:spChg>
        <pc:spChg chg="mod">
          <ac:chgData name="Ms Alina Arshad" userId="cccdfd85-d35d-4453-9c6f-a463aae40722" providerId="ADAL" clId="{2B0BDB09-5917-47B2-9AD9-E52B3C1731B6}" dt="2024-09-29T11:57:34.158" v="42" actId="12"/>
          <ac:spMkLst>
            <pc:docMk/>
            <pc:sldMk cId="3384488715" sldId="493"/>
            <ac:spMk id="3" creationId="{00000000-0000-0000-0000-000000000000}"/>
          </ac:spMkLst>
        </pc:spChg>
        <pc:spChg chg="del">
          <ac:chgData name="Ms Alina Arshad" userId="cccdfd85-d35d-4453-9c6f-a463aae40722" providerId="ADAL" clId="{2B0BDB09-5917-47B2-9AD9-E52B3C1731B6}" dt="2024-09-29T11:56:58.578" v="30" actId="478"/>
          <ac:spMkLst>
            <pc:docMk/>
            <pc:sldMk cId="3384488715" sldId="493"/>
            <ac:spMk id="4" creationId="{00000000-0000-0000-0000-000000000000}"/>
          </ac:spMkLst>
        </pc:spChg>
        <pc:spChg chg="del">
          <ac:chgData name="Ms Alina Arshad" userId="cccdfd85-d35d-4453-9c6f-a463aae40722" providerId="ADAL" clId="{2B0BDB09-5917-47B2-9AD9-E52B3C1731B6}" dt="2024-09-29T11:57:00.519" v="31" actId="478"/>
          <ac:spMkLst>
            <pc:docMk/>
            <pc:sldMk cId="3384488715" sldId="493"/>
            <ac:spMk id="5" creationId="{00000000-0000-0000-0000-000000000000}"/>
          </ac:spMkLst>
        </pc:spChg>
        <pc:picChg chg="mod">
          <ac:chgData name="Ms Alina Arshad" userId="cccdfd85-d35d-4453-9c6f-a463aae40722" providerId="ADAL" clId="{2B0BDB09-5917-47B2-9AD9-E52B3C1731B6}" dt="2024-09-29T11:57:28.124" v="41" actId="1076"/>
          <ac:picMkLst>
            <pc:docMk/>
            <pc:sldMk cId="3384488715" sldId="493"/>
            <ac:picMk id="6" creationId="{00000000-0000-0000-0000-000000000000}"/>
          </ac:picMkLst>
        </pc:picChg>
      </pc:sldChg>
      <pc:sldChg chg="delSp modSp add mod">
        <pc:chgData name="Ms Alina Arshad" userId="cccdfd85-d35d-4453-9c6f-a463aae40722" providerId="ADAL" clId="{2B0BDB09-5917-47B2-9AD9-E52B3C1731B6}" dt="2024-09-29T11:58:08.886" v="52" actId="1076"/>
        <pc:sldMkLst>
          <pc:docMk/>
          <pc:sldMk cId="3386321733" sldId="494"/>
        </pc:sldMkLst>
        <pc:spChg chg="mod">
          <ac:chgData name="Ms Alina Arshad" userId="cccdfd85-d35d-4453-9c6f-a463aae40722" providerId="ADAL" clId="{2B0BDB09-5917-47B2-9AD9-E52B3C1731B6}" dt="2024-09-29T11:58:08.886" v="52" actId="1076"/>
          <ac:spMkLst>
            <pc:docMk/>
            <pc:sldMk cId="3386321733" sldId="494"/>
            <ac:spMk id="2" creationId="{00000000-0000-0000-0000-000000000000}"/>
          </ac:spMkLst>
        </pc:spChg>
        <pc:spChg chg="mod">
          <ac:chgData name="Ms Alina Arshad" userId="cccdfd85-d35d-4453-9c6f-a463aae40722" providerId="ADAL" clId="{2B0BDB09-5917-47B2-9AD9-E52B3C1731B6}" dt="2024-09-29T11:58:03.553" v="51" actId="1076"/>
          <ac:spMkLst>
            <pc:docMk/>
            <pc:sldMk cId="3386321733" sldId="494"/>
            <ac:spMk id="3" creationId="{00000000-0000-0000-0000-000000000000}"/>
          </ac:spMkLst>
        </pc:spChg>
        <pc:spChg chg="del">
          <ac:chgData name="Ms Alina Arshad" userId="cccdfd85-d35d-4453-9c6f-a463aae40722" providerId="ADAL" clId="{2B0BDB09-5917-47B2-9AD9-E52B3C1731B6}" dt="2024-09-29T11:57:39.081" v="43" actId="478"/>
          <ac:spMkLst>
            <pc:docMk/>
            <pc:sldMk cId="3386321733" sldId="494"/>
            <ac:spMk id="4" creationId="{00000000-0000-0000-0000-000000000000}"/>
          </ac:spMkLst>
        </pc:spChg>
        <pc:spChg chg="del">
          <ac:chgData name="Ms Alina Arshad" userId="cccdfd85-d35d-4453-9c6f-a463aae40722" providerId="ADAL" clId="{2B0BDB09-5917-47B2-9AD9-E52B3C1731B6}" dt="2024-09-29T11:57:40.847" v="44" actId="478"/>
          <ac:spMkLst>
            <pc:docMk/>
            <pc:sldMk cId="3386321733" sldId="494"/>
            <ac:spMk id="5" creationId="{00000000-0000-0000-0000-000000000000}"/>
          </ac:spMkLst>
        </pc:spChg>
      </pc:sldChg>
      <pc:sldChg chg="delSp modSp add mod">
        <pc:chgData name="Ms Alina Arshad" userId="cccdfd85-d35d-4453-9c6f-a463aae40722" providerId="ADAL" clId="{2B0BDB09-5917-47B2-9AD9-E52B3C1731B6}" dt="2024-09-29T11:59:00.649" v="70" actId="12"/>
        <pc:sldMkLst>
          <pc:docMk/>
          <pc:sldMk cId="4273395344" sldId="495"/>
        </pc:sldMkLst>
        <pc:spChg chg="mod">
          <ac:chgData name="Ms Alina Arshad" userId="cccdfd85-d35d-4453-9c6f-a463aae40722" providerId="ADAL" clId="{2B0BDB09-5917-47B2-9AD9-E52B3C1731B6}" dt="2024-09-29T11:58:41.524" v="63" actId="113"/>
          <ac:spMkLst>
            <pc:docMk/>
            <pc:sldMk cId="4273395344" sldId="495"/>
            <ac:spMk id="2" creationId="{00000000-0000-0000-0000-000000000000}"/>
          </ac:spMkLst>
        </pc:spChg>
        <pc:spChg chg="mod">
          <ac:chgData name="Ms Alina Arshad" userId="cccdfd85-d35d-4453-9c6f-a463aae40722" providerId="ADAL" clId="{2B0BDB09-5917-47B2-9AD9-E52B3C1731B6}" dt="2024-09-29T11:59:00.649" v="70" actId="12"/>
          <ac:spMkLst>
            <pc:docMk/>
            <pc:sldMk cId="4273395344" sldId="495"/>
            <ac:spMk id="3" creationId="{00000000-0000-0000-0000-000000000000}"/>
          </ac:spMkLst>
        </pc:spChg>
        <pc:spChg chg="del">
          <ac:chgData name="Ms Alina Arshad" userId="cccdfd85-d35d-4453-9c6f-a463aae40722" providerId="ADAL" clId="{2B0BDB09-5917-47B2-9AD9-E52B3C1731B6}" dt="2024-09-29T11:58:44.982" v="64" actId="478"/>
          <ac:spMkLst>
            <pc:docMk/>
            <pc:sldMk cId="4273395344" sldId="495"/>
            <ac:spMk id="4" creationId="{00000000-0000-0000-0000-000000000000}"/>
          </ac:spMkLst>
        </pc:spChg>
        <pc:spChg chg="del">
          <ac:chgData name="Ms Alina Arshad" userId="cccdfd85-d35d-4453-9c6f-a463aae40722" providerId="ADAL" clId="{2B0BDB09-5917-47B2-9AD9-E52B3C1731B6}" dt="2024-09-29T11:58:46.496" v="65" actId="478"/>
          <ac:spMkLst>
            <pc:docMk/>
            <pc:sldMk cId="4273395344" sldId="495"/>
            <ac:spMk id="5" creationId="{00000000-0000-0000-0000-000000000000}"/>
          </ac:spMkLst>
        </pc:spChg>
      </pc:sldChg>
      <pc:sldChg chg="delSp modSp add mod">
        <pc:chgData name="Ms Alina Arshad" userId="cccdfd85-d35d-4453-9c6f-a463aae40722" providerId="ADAL" clId="{2B0BDB09-5917-47B2-9AD9-E52B3C1731B6}" dt="2024-09-29T12:00:23.716" v="98" actId="403"/>
        <pc:sldMkLst>
          <pc:docMk/>
          <pc:sldMk cId="1058188132" sldId="496"/>
        </pc:sldMkLst>
        <pc:spChg chg="mod">
          <ac:chgData name="Ms Alina Arshad" userId="cccdfd85-d35d-4453-9c6f-a463aae40722" providerId="ADAL" clId="{2B0BDB09-5917-47B2-9AD9-E52B3C1731B6}" dt="2024-09-29T12:00:12.718" v="95" actId="113"/>
          <ac:spMkLst>
            <pc:docMk/>
            <pc:sldMk cId="1058188132" sldId="496"/>
            <ac:spMk id="2" creationId="{00000000-0000-0000-0000-000000000000}"/>
          </ac:spMkLst>
        </pc:spChg>
        <pc:spChg chg="mod">
          <ac:chgData name="Ms Alina Arshad" userId="cccdfd85-d35d-4453-9c6f-a463aae40722" providerId="ADAL" clId="{2B0BDB09-5917-47B2-9AD9-E52B3C1731B6}" dt="2024-09-29T12:00:23.716" v="98" actId="403"/>
          <ac:spMkLst>
            <pc:docMk/>
            <pc:sldMk cId="1058188132" sldId="496"/>
            <ac:spMk id="3" creationId="{00000000-0000-0000-0000-000000000000}"/>
          </ac:spMkLst>
        </pc:spChg>
        <pc:spChg chg="del">
          <ac:chgData name="Ms Alina Arshad" userId="cccdfd85-d35d-4453-9c6f-a463aae40722" providerId="ADAL" clId="{2B0BDB09-5917-47B2-9AD9-E52B3C1731B6}" dt="2024-09-29T12:00:06.071" v="92" actId="478"/>
          <ac:spMkLst>
            <pc:docMk/>
            <pc:sldMk cId="1058188132" sldId="496"/>
            <ac:spMk id="4" creationId="{00000000-0000-0000-0000-000000000000}"/>
          </ac:spMkLst>
        </pc:spChg>
        <pc:spChg chg="del">
          <ac:chgData name="Ms Alina Arshad" userId="cccdfd85-d35d-4453-9c6f-a463aae40722" providerId="ADAL" clId="{2B0BDB09-5917-47B2-9AD9-E52B3C1731B6}" dt="2024-09-29T12:00:08.060" v="93" actId="478"/>
          <ac:spMkLst>
            <pc:docMk/>
            <pc:sldMk cId="1058188132" sldId="496"/>
            <ac:spMk id="5" creationId="{00000000-0000-0000-0000-000000000000}"/>
          </ac:spMkLst>
        </pc:spChg>
      </pc:sldChg>
      <pc:sldChg chg="delSp modSp add mod">
        <pc:chgData name="Ms Alina Arshad" userId="cccdfd85-d35d-4453-9c6f-a463aae40722" providerId="ADAL" clId="{2B0BDB09-5917-47B2-9AD9-E52B3C1731B6}" dt="2024-09-29T12:01:50.418" v="124" actId="478"/>
        <pc:sldMkLst>
          <pc:docMk/>
          <pc:sldMk cId="1132663045" sldId="497"/>
        </pc:sldMkLst>
        <pc:spChg chg="mod">
          <ac:chgData name="Ms Alina Arshad" userId="cccdfd85-d35d-4453-9c6f-a463aae40722" providerId="ADAL" clId="{2B0BDB09-5917-47B2-9AD9-E52B3C1731B6}" dt="2024-09-29T12:01:40.109" v="120" actId="113"/>
          <ac:spMkLst>
            <pc:docMk/>
            <pc:sldMk cId="1132663045" sldId="497"/>
            <ac:spMk id="2" creationId="{00000000-0000-0000-0000-000000000000}"/>
          </ac:spMkLst>
        </pc:spChg>
        <pc:spChg chg="mod">
          <ac:chgData name="Ms Alina Arshad" userId="cccdfd85-d35d-4453-9c6f-a463aae40722" providerId="ADAL" clId="{2B0BDB09-5917-47B2-9AD9-E52B3C1731B6}" dt="2024-09-29T12:01:47.026" v="122" actId="12"/>
          <ac:spMkLst>
            <pc:docMk/>
            <pc:sldMk cId="1132663045" sldId="497"/>
            <ac:spMk id="3" creationId="{00000000-0000-0000-0000-000000000000}"/>
          </ac:spMkLst>
        </pc:spChg>
        <pc:spChg chg="del">
          <ac:chgData name="Ms Alina Arshad" userId="cccdfd85-d35d-4453-9c6f-a463aae40722" providerId="ADAL" clId="{2B0BDB09-5917-47B2-9AD9-E52B3C1731B6}" dt="2024-09-29T12:01:48.726" v="123" actId="478"/>
          <ac:spMkLst>
            <pc:docMk/>
            <pc:sldMk cId="1132663045" sldId="497"/>
            <ac:spMk id="4" creationId="{00000000-0000-0000-0000-000000000000}"/>
          </ac:spMkLst>
        </pc:spChg>
        <pc:spChg chg="del">
          <ac:chgData name="Ms Alina Arshad" userId="cccdfd85-d35d-4453-9c6f-a463aae40722" providerId="ADAL" clId="{2B0BDB09-5917-47B2-9AD9-E52B3C1731B6}" dt="2024-09-29T12:01:50.418" v="124" actId="478"/>
          <ac:spMkLst>
            <pc:docMk/>
            <pc:sldMk cId="1132663045" sldId="497"/>
            <ac:spMk id="5" creationId="{00000000-0000-0000-0000-000000000000}"/>
          </ac:spMkLst>
        </pc:spChg>
      </pc:sldChg>
      <pc:sldChg chg="delSp modSp add mod">
        <pc:chgData name="Ms Alina Arshad" userId="cccdfd85-d35d-4453-9c6f-a463aae40722" providerId="ADAL" clId="{2B0BDB09-5917-47B2-9AD9-E52B3C1731B6}" dt="2024-09-29T11:59:26.248" v="79" actId="478"/>
        <pc:sldMkLst>
          <pc:docMk/>
          <pc:sldMk cId="1570724855" sldId="505"/>
        </pc:sldMkLst>
        <pc:spChg chg="mod">
          <ac:chgData name="Ms Alina Arshad" userId="cccdfd85-d35d-4453-9c6f-a463aae40722" providerId="ADAL" clId="{2B0BDB09-5917-47B2-9AD9-E52B3C1731B6}" dt="2024-09-29T11:59:11.914" v="73" actId="14100"/>
          <ac:spMkLst>
            <pc:docMk/>
            <pc:sldMk cId="1570724855" sldId="505"/>
            <ac:spMk id="2" creationId="{00000000-0000-0000-0000-000000000000}"/>
          </ac:spMkLst>
        </pc:spChg>
        <pc:spChg chg="del">
          <ac:chgData name="Ms Alina Arshad" userId="cccdfd85-d35d-4453-9c6f-a463aae40722" providerId="ADAL" clId="{2B0BDB09-5917-47B2-9AD9-E52B3C1731B6}" dt="2024-09-29T11:59:24.430" v="78" actId="478"/>
          <ac:spMkLst>
            <pc:docMk/>
            <pc:sldMk cId="1570724855" sldId="505"/>
            <ac:spMk id="4" creationId="{00000000-0000-0000-0000-000000000000}"/>
          </ac:spMkLst>
        </pc:spChg>
        <pc:spChg chg="del">
          <ac:chgData name="Ms Alina Arshad" userId="cccdfd85-d35d-4453-9c6f-a463aae40722" providerId="ADAL" clId="{2B0BDB09-5917-47B2-9AD9-E52B3C1731B6}" dt="2024-09-29T11:59:26.248" v="79" actId="478"/>
          <ac:spMkLst>
            <pc:docMk/>
            <pc:sldMk cId="1570724855" sldId="505"/>
            <ac:spMk id="5" creationId="{00000000-0000-0000-0000-000000000000}"/>
          </ac:spMkLst>
        </pc:spChg>
        <pc:picChg chg="mod">
          <ac:chgData name="Ms Alina Arshad" userId="cccdfd85-d35d-4453-9c6f-a463aae40722" providerId="ADAL" clId="{2B0BDB09-5917-47B2-9AD9-E52B3C1731B6}" dt="2024-09-29T11:59:22.229" v="77" actId="1076"/>
          <ac:picMkLst>
            <pc:docMk/>
            <pc:sldMk cId="1570724855" sldId="505"/>
            <ac:picMk id="6" creationId="{00000000-0000-0000-0000-000000000000}"/>
          </ac:picMkLst>
        </pc:picChg>
        <pc:picChg chg="mod">
          <ac:chgData name="Ms Alina Arshad" userId="cccdfd85-d35d-4453-9c6f-a463aae40722" providerId="ADAL" clId="{2B0BDB09-5917-47B2-9AD9-E52B3C1731B6}" dt="2024-09-29T11:59:20.384" v="76" actId="1076"/>
          <ac:picMkLst>
            <pc:docMk/>
            <pc:sldMk cId="1570724855" sldId="505"/>
            <ac:picMk id="7" creationId="{00000000-0000-0000-0000-000000000000}"/>
          </ac:picMkLst>
        </pc:picChg>
      </pc:sldChg>
      <pc:sldChg chg="delSp modSp add mod">
        <pc:chgData name="Ms Alina Arshad" userId="cccdfd85-d35d-4453-9c6f-a463aae40722" providerId="ADAL" clId="{2B0BDB09-5917-47B2-9AD9-E52B3C1731B6}" dt="2024-09-29T11:59:57.001" v="91" actId="1076"/>
        <pc:sldMkLst>
          <pc:docMk/>
          <pc:sldMk cId="2421881517" sldId="506"/>
        </pc:sldMkLst>
        <pc:spChg chg="del">
          <ac:chgData name="Ms Alina Arshad" userId="cccdfd85-d35d-4453-9c6f-a463aae40722" providerId="ADAL" clId="{2B0BDB09-5917-47B2-9AD9-E52B3C1731B6}" dt="2024-09-29T11:59:36.340" v="83" actId="478"/>
          <ac:spMkLst>
            <pc:docMk/>
            <pc:sldMk cId="2421881517" sldId="506"/>
            <ac:spMk id="2" creationId="{00000000-0000-0000-0000-000000000000}"/>
          </ac:spMkLst>
        </pc:spChg>
        <pc:spChg chg="del">
          <ac:chgData name="Ms Alina Arshad" userId="cccdfd85-d35d-4453-9c6f-a463aae40722" providerId="ADAL" clId="{2B0BDB09-5917-47B2-9AD9-E52B3C1731B6}" dt="2024-09-29T11:59:32.382" v="81" actId="478"/>
          <ac:spMkLst>
            <pc:docMk/>
            <pc:sldMk cId="2421881517" sldId="506"/>
            <ac:spMk id="4" creationId="{00000000-0000-0000-0000-000000000000}"/>
          </ac:spMkLst>
        </pc:spChg>
        <pc:spChg chg="del">
          <ac:chgData name="Ms Alina Arshad" userId="cccdfd85-d35d-4453-9c6f-a463aae40722" providerId="ADAL" clId="{2B0BDB09-5917-47B2-9AD9-E52B3C1731B6}" dt="2024-09-29T11:59:34.023" v="82" actId="478"/>
          <ac:spMkLst>
            <pc:docMk/>
            <pc:sldMk cId="2421881517" sldId="506"/>
            <ac:spMk id="5" creationId="{00000000-0000-0000-0000-000000000000}"/>
          </ac:spMkLst>
        </pc:spChg>
        <pc:picChg chg="mod">
          <ac:chgData name="Ms Alina Arshad" userId="cccdfd85-d35d-4453-9c6f-a463aae40722" providerId="ADAL" clId="{2B0BDB09-5917-47B2-9AD9-E52B3C1731B6}" dt="2024-09-29T11:59:57.001" v="91" actId="1076"/>
          <ac:picMkLst>
            <pc:docMk/>
            <pc:sldMk cId="2421881517" sldId="506"/>
            <ac:picMk id="6" creationId="{00000000-0000-0000-0000-000000000000}"/>
          </ac:picMkLst>
        </pc:picChg>
      </pc:sldChg>
      <pc:sldChg chg="delSp modSp add mod">
        <pc:chgData name="Ms Alina Arshad" userId="cccdfd85-d35d-4453-9c6f-a463aae40722" providerId="ADAL" clId="{2B0BDB09-5917-47B2-9AD9-E52B3C1731B6}" dt="2024-09-29T11:58:33.476" v="61" actId="1076"/>
        <pc:sldMkLst>
          <pc:docMk/>
          <pc:sldMk cId="1799033065" sldId="507"/>
        </pc:sldMkLst>
        <pc:spChg chg="mod">
          <ac:chgData name="Ms Alina Arshad" userId="cccdfd85-d35d-4453-9c6f-a463aae40722" providerId="ADAL" clId="{2B0BDB09-5917-47B2-9AD9-E52B3C1731B6}" dt="2024-09-29T11:58:16.306" v="54" actId="113"/>
          <ac:spMkLst>
            <pc:docMk/>
            <pc:sldMk cId="1799033065" sldId="507"/>
            <ac:spMk id="2" creationId="{00000000-0000-0000-0000-000000000000}"/>
          </ac:spMkLst>
        </pc:spChg>
        <pc:spChg chg="del">
          <ac:chgData name="Ms Alina Arshad" userId="cccdfd85-d35d-4453-9c6f-a463aae40722" providerId="ADAL" clId="{2B0BDB09-5917-47B2-9AD9-E52B3C1731B6}" dt="2024-09-29T11:58:29.802" v="59" actId="478"/>
          <ac:spMkLst>
            <pc:docMk/>
            <pc:sldMk cId="1799033065" sldId="507"/>
            <ac:spMk id="4" creationId="{00000000-0000-0000-0000-000000000000}"/>
          </ac:spMkLst>
        </pc:spChg>
        <pc:spChg chg="del">
          <ac:chgData name="Ms Alina Arshad" userId="cccdfd85-d35d-4453-9c6f-a463aae40722" providerId="ADAL" clId="{2B0BDB09-5917-47B2-9AD9-E52B3C1731B6}" dt="2024-09-29T11:58:31.558" v="60" actId="478"/>
          <ac:spMkLst>
            <pc:docMk/>
            <pc:sldMk cId="1799033065" sldId="507"/>
            <ac:spMk id="5" creationId="{00000000-0000-0000-0000-000000000000}"/>
          </ac:spMkLst>
        </pc:spChg>
        <pc:spChg chg="mod">
          <ac:chgData name="Ms Alina Arshad" userId="cccdfd85-d35d-4453-9c6f-a463aae40722" providerId="ADAL" clId="{2B0BDB09-5917-47B2-9AD9-E52B3C1731B6}" dt="2024-09-29T11:58:20.780" v="56" actId="113"/>
          <ac:spMkLst>
            <pc:docMk/>
            <pc:sldMk cId="1799033065" sldId="507"/>
            <ac:spMk id="7" creationId="{00000000-0000-0000-0000-000000000000}"/>
          </ac:spMkLst>
        </pc:spChg>
        <pc:picChg chg="mod">
          <ac:chgData name="Ms Alina Arshad" userId="cccdfd85-d35d-4453-9c6f-a463aae40722" providerId="ADAL" clId="{2B0BDB09-5917-47B2-9AD9-E52B3C1731B6}" dt="2024-09-29T11:58:33.476" v="61" actId="1076"/>
          <ac:picMkLst>
            <pc:docMk/>
            <pc:sldMk cId="1799033065" sldId="507"/>
            <ac:picMk id="8" creationId="{00000000-0000-0000-0000-000000000000}"/>
          </ac:picMkLst>
        </pc:picChg>
      </pc:sldChg>
      <pc:sldChg chg="delSp modSp add mod">
        <pc:chgData name="Ms Alina Arshad" userId="cccdfd85-d35d-4453-9c6f-a463aae40722" providerId="ADAL" clId="{2B0BDB09-5917-47B2-9AD9-E52B3C1731B6}" dt="2024-09-29T12:00:42.638" v="104" actId="12"/>
        <pc:sldMkLst>
          <pc:docMk/>
          <pc:sldMk cId="163811022" sldId="511"/>
        </pc:sldMkLst>
        <pc:spChg chg="mod">
          <ac:chgData name="Ms Alina Arshad" userId="cccdfd85-d35d-4453-9c6f-a463aae40722" providerId="ADAL" clId="{2B0BDB09-5917-47B2-9AD9-E52B3C1731B6}" dt="2024-09-29T12:00:30.945" v="100" actId="113"/>
          <ac:spMkLst>
            <pc:docMk/>
            <pc:sldMk cId="163811022" sldId="511"/>
            <ac:spMk id="2" creationId="{00000000-0000-0000-0000-000000000000}"/>
          </ac:spMkLst>
        </pc:spChg>
        <pc:spChg chg="mod">
          <ac:chgData name="Ms Alina Arshad" userId="cccdfd85-d35d-4453-9c6f-a463aae40722" providerId="ADAL" clId="{2B0BDB09-5917-47B2-9AD9-E52B3C1731B6}" dt="2024-09-29T12:00:42.638" v="104" actId="12"/>
          <ac:spMkLst>
            <pc:docMk/>
            <pc:sldMk cId="163811022" sldId="511"/>
            <ac:spMk id="3" creationId="{00000000-0000-0000-0000-000000000000}"/>
          </ac:spMkLst>
        </pc:spChg>
        <pc:spChg chg="del">
          <ac:chgData name="Ms Alina Arshad" userId="cccdfd85-d35d-4453-9c6f-a463aae40722" providerId="ADAL" clId="{2B0BDB09-5917-47B2-9AD9-E52B3C1731B6}" dt="2024-09-29T12:00:33.391" v="101" actId="478"/>
          <ac:spMkLst>
            <pc:docMk/>
            <pc:sldMk cId="163811022" sldId="511"/>
            <ac:spMk id="4" creationId="{00000000-0000-0000-0000-000000000000}"/>
          </ac:spMkLst>
        </pc:spChg>
        <pc:spChg chg="del">
          <ac:chgData name="Ms Alina Arshad" userId="cccdfd85-d35d-4453-9c6f-a463aae40722" providerId="ADAL" clId="{2B0BDB09-5917-47B2-9AD9-E52B3C1731B6}" dt="2024-09-29T12:00:34.984" v="102" actId="478"/>
          <ac:spMkLst>
            <pc:docMk/>
            <pc:sldMk cId="163811022" sldId="511"/>
            <ac:spMk id="5" creationId="{00000000-0000-0000-0000-000000000000}"/>
          </ac:spMkLst>
        </pc:spChg>
      </pc:sldChg>
      <pc:sldChg chg="delSp modSp add mod">
        <pc:chgData name="Ms Alina Arshad" userId="cccdfd85-d35d-4453-9c6f-a463aae40722" providerId="ADAL" clId="{2B0BDB09-5917-47B2-9AD9-E52B3C1731B6}" dt="2024-09-29T12:01:01.172" v="109" actId="207"/>
        <pc:sldMkLst>
          <pc:docMk/>
          <pc:sldMk cId="1045239677" sldId="512"/>
        </pc:sldMkLst>
        <pc:spChg chg="mod">
          <ac:chgData name="Ms Alina Arshad" userId="cccdfd85-d35d-4453-9c6f-a463aae40722" providerId="ADAL" clId="{2B0BDB09-5917-47B2-9AD9-E52B3C1731B6}" dt="2024-09-29T12:00:49.099" v="105" actId="207"/>
          <ac:spMkLst>
            <pc:docMk/>
            <pc:sldMk cId="1045239677" sldId="512"/>
            <ac:spMk id="2" creationId="{00000000-0000-0000-0000-000000000000}"/>
          </ac:spMkLst>
        </pc:spChg>
        <pc:spChg chg="mod">
          <ac:chgData name="Ms Alina Arshad" userId="cccdfd85-d35d-4453-9c6f-a463aae40722" providerId="ADAL" clId="{2B0BDB09-5917-47B2-9AD9-E52B3C1731B6}" dt="2024-09-29T12:01:01.172" v="109" actId="207"/>
          <ac:spMkLst>
            <pc:docMk/>
            <pc:sldMk cId="1045239677" sldId="512"/>
            <ac:spMk id="3" creationId="{00000000-0000-0000-0000-000000000000}"/>
          </ac:spMkLst>
        </pc:spChg>
        <pc:spChg chg="del mod">
          <ac:chgData name="Ms Alina Arshad" userId="cccdfd85-d35d-4453-9c6f-a463aae40722" providerId="ADAL" clId="{2B0BDB09-5917-47B2-9AD9-E52B3C1731B6}" dt="2024-09-29T12:00:53.437" v="107" actId="478"/>
          <ac:spMkLst>
            <pc:docMk/>
            <pc:sldMk cId="1045239677" sldId="512"/>
            <ac:spMk id="4" creationId="{00000000-0000-0000-0000-000000000000}"/>
          </ac:spMkLst>
        </pc:spChg>
        <pc:spChg chg="del">
          <ac:chgData name="Ms Alina Arshad" userId="cccdfd85-d35d-4453-9c6f-a463aae40722" providerId="ADAL" clId="{2B0BDB09-5917-47B2-9AD9-E52B3C1731B6}" dt="2024-09-29T12:00:56.800" v="108" actId="478"/>
          <ac:spMkLst>
            <pc:docMk/>
            <pc:sldMk cId="1045239677" sldId="512"/>
            <ac:spMk id="5" creationId="{00000000-0000-0000-0000-000000000000}"/>
          </ac:spMkLst>
        </pc:spChg>
      </pc:sldChg>
      <pc:sldChg chg="delSp modSp add mod">
        <pc:chgData name="Ms Alina Arshad" userId="cccdfd85-d35d-4453-9c6f-a463aae40722" providerId="ADAL" clId="{2B0BDB09-5917-47B2-9AD9-E52B3C1731B6}" dt="2024-09-29T12:01:32.686" v="118" actId="207"/>
        <pc:sldMkLst>
          <pc:docMk/>
          <pc:sldMk cId="711124051" sldId="516"/>
        </pc:sldMkLst>
        <pc:spChg chg="mod">
          <ac:chgData name="Ms Alina Arshad" userId="cccdfd85-d35d-4453-9c6f-a463aae40722" providerId="ADAL" clId="{2B0BDB09-5917-47B2-9AD9-E52B3C1731B6}" dt="2024-09-29T12:01:15.530" v="113" actId="27636"/>
          <ac:spMkLst>
            <pc:docMk/>
            <pc:sldMk cId="711124051" sldId="516"/>
            <ac:spMk id="2" creationId="{00000000-0000-0000-0000-000000000000}"/>
          </ac:spMkLst>
        </pc:spChg>
        <pc:spChg chg="mod">
          <ac:chgData name="Ms Alina Arshad" userId="cccdfd85-d35d-4453-9c6f-a463aae40722" providerId="ADAL" clId="{2B0BDB09-5917-47B2-9AD9-E52B3C1731B6}" dt="2024-09-29T12:01:32.686" v="118" actId="207"/>
          <ac:spMkLst>
            <pc:docMk/>
            <pc:sldMk cId="711124051" sldId="516"/>
            <ac:spMk id="3" creationId="{00000000-0000-0000-0000-000000000000}"/>
          </ac:spMkLst>
        </pc:spChg>
        <pc:spChg chg="del">
          <ac:chgData name="Ms Alina Arshad" userId="cccdfd85-d35d-4453-9c6f-a463aae40722" providerId="ADAL" clId="{2B0BDB09-5917-47B2-9AD9-E52B3C1731B6}" dt="2024-09-29T12:01:26.565" v="116" actId="478"/>
          <ac:spMkLst>
            <pc:docMk/>
            <pc:sldMk cId="711124051" sldId="516"/>
            <ac:spMk id="4" creationId="{00000000-0000-0000-0000-000000000000}"/>
          </ac:spMkLst>
        </pc:spChg>
        <pc:spChg chg="del">
          <ac:chgData name="Ms Alina Arshad" userId="cccdfd85-d35d-4453-9c6f-a463aae40722" providerId="ADAL" clId="{2B0BDB09-5917-47B2-9AD9-E52B3C1731B6}" dt="2024-09-29T12:01:28.676" v="117" actId="478"/>
          <ac:spMkLst>
            <pc:docMk/>
            <pc:sldMk cId="711124051" sldId="516"/>
            <ac:spMk id="5" creationId="{00000000-0000-0000-0000-000000000000}"/>
          </ac:spMkLst>
        </pc:spChg>
      </pc:sldChg>
      <pc:sldChg chg="delSp modSp add mod">
        <pc:chgData name="Ms Alina Arshad" userId="cccdfd85-d35d-4453-9c6f-a463aae40722" providerId="ADAL" clId="{2B0BDB09-5917-47B2-9AD9-E52B3C1731B6}" dt="2024-09-29T12:02:10.794" v="129" actId="478"/>
        <pc:sldMkLst>
          <pc:docMk/>
          <pc:sldMk cId="1747393571" sldId="518"/>
        </pc:sldMkLst>
        <pc:spChg chg="mod">
          <ac:chgData name="Ms Alina Arshad" userId="cccdfd85-d35d-4453-9c6f-a463aae40722" providerId="ADAL" clId="{2B0BDB09-5917-47B2-9AD9-E52B3C1731B6}" dt="2024-09-29T12:01:58.662" v="126" actId="113"/>
          <ac:spMkLst>
            <pc:docMk/>
            <pc:sldMk cId="1747393571" sldId="518"/>
            <ac:spMk id="2" creationId="{00000000-0000-0000-0000-000000000000}"/>
          </ac:spMkLst>
        </pc:spChg>
        <pc:spChg chg="mod">
          <ac:chgData name="Ms Alina Arshad" userId="cccdfd85-d35d-4453-9c6f-a463aae40722" providerId="ADAL" clId="{2B0BDB09-5917-47B2-9AD9-E52B3C1731B6}" dt="2024-09-29T12:02:03.066" v="127" actId="207"/>
          <ac:spMkLst>
            <pc:docMk/>
            <pc:sldMk cId="1747393571" sldId="518"/>
            <ac:spMk id="3" creationId="{00000000-0000-0000-0000-000000000000}"/>
          </ac:spMkLst>
        </pc:spChg>
        <pc:spChg chg="del">
          <ac:chgData name="Ms Alina Arshad" userId="cccdfd85-d35d-4453-9c6f-a463aae40722" providerId="ADAL" clId="{2B0BDB09-5917-47B2-9AD9-E52B3C1731B6}" dt="2024-09-29T12:02:09.041" v="128" actId="478"/>
          <ac:spMkLst>
            <pc:docMk/>
            <pc:sldMk cId="1747393571" sldId="518"/>
            <ac:spMk id="4" creationId="{00000000-0000-0000-0000-000000000000}"/>
          </ac:spMkLst>
        </pc:spChg>
        <pc:spChg chg="del">
          <ac:chgData name="Ms Alina Arshad" userId="cccdfd85-d35d-4453-9c6f-a463aae40722" providerId="ADAL" clId="{2B0BDB09-5917-47B2-9AD9-E52B3C1731B6}" dt="2024-09-29T12:02:10.794" v="129" actId="478"/>
          <ac:spMkLst>
            <pc:docMk/>
            <pc:sldMk cId="1747393571" sldId="518"/>
            <ac:spMk id="5" creationId="{00000000-0000-0000-0000-000000000000}"/>
          </ac:spMkLst>
        </pc:spChg>
      </pc:sldChg>
      <pc:sldChg chg="delSp modSp add mod">
        <pc:chgData name="Ms Alina Arshad" userId="cccdfd85-d35d-4453-9c6f-a463aae40722" providerId="ADAL" clId="{2B0BDB09-5917-47B2-9AD9-E52B3C1731B6}" dt="2024-09-29T12:02:32.238" v="134" actId="478"/>
        <pc:sldMkLst>
          <pc:docMk/>
          <pc:sldMk cId="275598820" sldId="519"/>
        </pc:sldMkLst>
        <pc:spChg chg="mod">
          <ac:chgData name="Ms Alina Arshad" userId="cccdfd85-d35d-4453-9c6f-a463aae40722" providerId="ADAL" clId="{2B0BDB09-5917-47B2-9AD9-E52B3C1731B6}" dt="2024-09-29T12:02:19.653" v="131" actId="14100"/>
          <ac:spMkLst>
            <pc:docMk/>
            <pc:sldMk cId="275598820" sldId="519"/>
            <ac:spMk id="2" creationId="{00000000-0000-0000-0000-000000000000}"/>
          </ac:spMkLst>
        </pc:spChg>
        <pc:spChg chg="mod">
          <ac:chgData name="Ms Alina Arshad" userId="cccdfd85-d35d-4453-9c6f-a463aae40722" providerId="ADAL" clId="{2B0BDB09-5917-47B2-9AD9-E52B3C1731B6}" dt="2024-09-29T12:02:24.162" v="132" actId="207"/>
          <ac:spMkLst>
            <pc:docMk/>
            <pc:sldMk cId="275598820" sldId="519"/>
            <ac:spMk id="3" creationId="{00000000-0000-0000-0000-000000000000}"/>
          </ac:spMkLst>
        </pc:spChg>
        <pc:spChg chg="del">
          <ac:chgData name="Ms Alina Arshad" userId="cccdfd85-d35d-4453-9c6f-a463aae40722" providerId="ADAL" clId="{2B0BDB09-5917-47B2-9AD9-E52B3C1731B6}" dt="2024-09-29T12:02:30.769" v="133" actId="478"/>
          <ac:spMkLst>
            <pc:docMk/>
            <pc:sldMk cId="275598820" sldId="519"/>
            <ac:spMk id="4" creationId="{00000000-0000-0000-0000-000000000000}"/>
          </ac:spMkLst>
        </pc:spChg>
        <pc:spChg chg="del">
          <ac:chgData name="Ms Alina Arshad" userId="cccdfd85-d35d-4453-9c6f-a463aae40722" providerId="ADAL" clId="{2B0BDB09-5917-47B2-9AD9-E52B3C1731B6}" dt="2024-09-29T12:02:32.238" v="134" actId="478"/>
          <ac:spMkLst>
            <pc:docMk/>
            <pc:sldMk cId="275598820" sldId="519"/>
            <ac:spMk id="5" creationId="{00000000-0000-0000-0000-000000000000}"/>
          </ac:spMkLst>
        </pc:spChg>
      </pc:sldChg>
      <pc:sldChg chg="delSp modSp add mod">
        <pc:chgData name="Ms Alina Arshad" userId="cccdfd85-d35d-4453-9c6f-a463aae40722" providerId="ADAL" clId="{2B0BDB09-5917-47B2-9AD9-E52B3C1731B6}" dt="2024-09-29T12:02:50.938" v="144" actId="478"/>
        <pc:sldMkLst>
          <pc:docMk/>
          <pc:sldMk cId="3035140792" sldId="522"/>
        </pc:sldMkLst>
        <pc:spChg chg="mod">
          <ac:chgData name="Ms Alina Arshad" userId="cccdfd85-d35d-4453-9c6f-a463aae40722" providerId="ADAL" clId="{2B0BDB09-5917-47B2-9AD9-E52B3C1731B6}" dt="2024-09-29T12:02:36.992" v="136" actId="5793"/>
          <ac:spMkLst>
            <pc:docMk/>
            <pc:sldMk cId="3035140792" sldId="522"/>
            <ac:spMk id="2" creationId="{00000000-0000-0000-0000-000000000000}"/>
          </ac:spMkLst>
        </pc:spChg>
        <pc:spChg chg="del mod">
          <ac:chgData name="Ms Alina Arshad" userId="cccdfd85-d35d-4453-9c6f-a463aae40722" providerId="ADAL" clId="{2B0BDB09-5917-47B2-9AD9-E52B3C1731B6}" dt="2024-09-29T12:02:48.318" v="143" actId="478"/>
          <ac:spMkLst>
            <pc:docMk/>
            <pc:sldMk cId="3035140792" sldId="522"/>
            <ac:spMk id="4" creationId="{00000000-0000-0000-0000-000000000000}"/>
          </ac:spMkLst>
        </pc:spChg>
        <pc:spChg chg="del">
          <ac:chgData name="Ms Alina Arshad" userId="cccdfd85-d35d-4453-9c6f-a463aae40722" providerId="ADAL" clId="{2B0BDB09-5917-47B2-9AD9-E52B3C1731B6}" dt="2024-09-29T12:02:50.938" v="144" actId="478"/>
          <ac:spMkLst>
            <pc:docMk/>
            <pc:sldMk cId="3035140792" sldId="522"/>
            <ac:spMk id="5" creationId="{00000000-0000-0000-0000-000000000000}"/>
          </ac:spMkLst>
        </pc:spChg>
        <pc:picChg chg="mod">
          <ac:chgData name="Ms Alina Arshad" userId="cccdfd85-d35d-4453-9c6f-a463aae40722" providerId="ADAL" clId="{2B0BDB09-5917-47B2-9AD9-E52B3C1731B6}" dt="2024-09-29T12:02:40.114" v="137" actId="1076"/>
          <ac:picMkLst>
            <pc:docMk/>
            <pc:sldMk cId="3035140792" sldId="522"/>
            <ac:picMk id="6" creationId="{00000000-0000-0000-0000-000000000000}"/>
          </ac:picMkLst>
        </pc:picChg>
      </pc:sldChg>
      <pc:sldChg chg="delSp modSp add mod">
        <pc:chgData name="Ms Alina Arshad" userId="cccdfd85-d35d-4453-9c6f-a463aae40722" providerId="ADAL" clId="{2B0BDB09-5917-47B2-9AD9-E52B3C1731B6}" dt="2024-09-29T12:03:06.343" v="148" actId="478"/>
        <pc:sldMkLst>
          <pc:docMk/>
          <pc:sldMk cId="2350581562" sldId="523"/>
        </pc:sldMkLst>
        <pc:spChg chg="mod">
          <ac:chgData name="Ms Alina Arshad" userId="cccdfd85-d35d-4453-9c6f-a463aae40722" providerId="ADAL" clId="{2B0BDB09-5917-47B2-9AD9-E52B3C1731B6}" dt="2024-09-29T12:02:59.595" v="146" actId="5793"/>
          <ac:spMkLst>
            <pc:docMk/>
            <pc:sldMk cId="2350581562" sldId="523"/>
            <ac:spMk id="2" creationId="{00000000-0000-0000-0000-000000000000}"/>
          </ac:spMkLst>
        </pc:spChg>
        <pc:spChg chg="del">
          <ac:chgData name="Ms Alina Arshad" userId="cccdfd85-d35d-4453-9c6f-a463aae40722" providerId="ADAL" clId="{2B0BDB09-5917-47B2-9AD9-E52B3C1731B6}" dt="2024-09-29T12:03:04.385" v="147" actId="478"/>
          <ac:spMkLst>
            <pc:docMk/>
            <pc:sldMk cId="2350581562" sldId="523"/>
            <ac:spMk id="4" creationId="{00000000-0000-0000-0000-000000000000}"/>
          </ac:spMkLst>
        </pc:spChg>
        <pc:spChg chg="del">
          <ac:chgData name="Ms Alina Arshad" userId="cccdfd85-d35d-4453-9c6f-a463aae40722" providerId="ADAL" clId="{2B0BDB09-5917-47B2-9AD9-E52B3C1731B6}" dt="2024-09-29T12:03:06.343" v="148" actId="478"/>
          <ac:spMkLst>
            <pc:docMk/>
            <pc:sldMk cId="2350581562" sldId="523"/>
            <ac:spMk id="5" creationId="{00000000-0000-0000-0000-000000000000}"/>
          </ac:spMkLst>
        </pc:spChg>
      </pc:sldChg>
      <pc:sldChg chg="delSp modSp add mod">
        <pc:chgData name="Ms Alina Arshad" userId="cccdfd85-d35d-4453-9c6f-a463aae40722" providerId="ADAL" clId="{2B0BDB09-5917-47B2-9AD9-E52B3C1731B6}" dt="2024-09-29T12:03:22.543" v="154" actId="478"/>
        <pc:sldMkLst>
          <pc:docMk/>
          <pc:sldMk cId="627369714" sldId="524"/>
        </pc:sldMkLst>
        <pc:spChg chg="mod">
          <ac:chgData name="Ms Alina Arshad" userId="cccdfd85-d35d-4453-9c6f-a463aae40722" providerId="ADAL" clId="{2B0BDB09-5917-47B2-9AD9-E52B3C1731B6}" dt="2024-09-29T12:03:11.628" v="150" actId="5793"/>
          <ac:spMkLst>
            <pc:docMk/>
            <pc:sldMk cId="627369714" sldId="524"/>
            <ac:spMk id="2" creationId="{00000000-0000-0000-0000-000000000000}"/>
          </ac:spMkLst>
        </pc:spChg>
        <pc:spChg chg="del">
          <ac:chgData name="Ms Alina Arshad" userId="cccdfd85-d35d-4453-9c6f-a463aae40722" providerId="ADAL" clId="{2B0BDB09-5917-47B2-9AD9-E52B3C1731B6}" dt="2024-09-29T12:03:19.840" v="153" actId="478"/>
          <ac:spMkLst>
            <pc:docMk/>
            <pc:sldMk cId="627369714" sldId="524"/>
            <ac:spMk id="4" creationId="{00000000-0000-0000-0000-000000000000}"/>
          </ac:spMkLst>
        </pc:spChg>
        <pc:spChg chg="del">
          <ac:chgData name="Ms Alina Arshad" userId="cccdfd85-d35d-4453-9c6f-a463aae40722" providerId="ADAL" clId="{2B0BDB09-5917-47B2-9AD9-E52B3C1731B6}" dt="2024-09-29T12:03:22.543" v="154" actId="478"/>
          <ac:spMkLst>
            <pc:docMk/>
            <pc:sldMk cId="627369714" sldId="524"/>
            <ac:spMk id="5" creationId="{00000000-0000-0000-0000-000000000000}"/>
          </ac:spMkLst>
        </pc:spChg>
        <pc:picChg chg="mod">
          <ac:chgData name="Ms Alina Arshad" userId="cccdfd85-d35d-4453-9c6f-a463aae40722" providerId="ADAL" clId="{2B0BDB09-5917-47B2-9AD9-E52B3C1731B6}" dt="2024-09-29T12:03:14.850" v="151" actId="1076"/>
          <ac:picMkLst>
            <pc:docMk/>
            <pc:sldMk cId="627369714" sldId="524"/>
            <ac:picMk id="6" creationId="{00000000-0000-0000-0000-000000000000}"/>
          </ac:picMkLst>
        </pc:picChg>
        <pc:picChg chg="mod">
          <ac:chgData name="Ms Alina Arshad" userId="cccdfd85-d35d-4453-9c6f-a463aae40722" providerId="ADAL" clId="{2B0BDB09-5917-47B2-9AD9-E52B3C1731B6}" dt="2024-09-29T12:03:18.261" v="152" actId="1076"/>
          <ac:picMkLst>
            <pc:docMk/>
            <pc:sldMk cId="627369714" sldId="524"/>
            <ac:picMk id="8" creationId="{00000000-0000-0000-0000-000000000000}"/>
          </ac:picMkLst>
        </pc:pic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3214571066"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8148342B-8973-4086-9C5B-C4EC2D55CF23}"/>
    <pc:docChg chg="undo custSel addSld modSld">
      <pc:chgData name="Ms Alina Arshad" userId="cccdfd85-d35d-4453-9c6f-a463aae40722" providerId="ADAL" clId="{8148342B-8973-4086-9C5B-C4EC2D55CF23}" dt="2024-11-12T08:37:00.721" v="25" actId="207"/>
      <pc:docMkLst>
        <pc:docMk/>
      </pc:docMkLst>
      <pc:sldChg chg="modSp mod">
        <pc:chgData name="Ms Alina Arshad" userId="cccdfd85-d35d-4453-9c6f-a463aae40722" providerId="ADAL" clId="{8148342B-8973-4086-9C5B-C4EC2D55CF23}" dt="2024-11-12T04:57:18.533" v="2" actId="1076"/>
        <pc:sldMkLst>
          <pc:docMk/>
          <pc:sldMk cId="2016548554" sldId="326"/>
        </pc:sldMkLst>
        <pc:spChg chg="mod">
          <ac:chgData name="Ms Alina Arshad" userId="cccdfd85-d35d-4453-9c6f-a463aae40722" providerId="ADAL" clId="{8148342B-8973-4086-9C5B-C4EC2D55CF23}" dt="2024-11-12T04:57:18.533" v="2" actId="1076"/>
          <ac:spMkLst>
            <pc:docMk/>
            <pc:sldMk cId="2016548554" sldId="326"/>
            <ac:spMk id="3" creationId="{00000000-0000-0000-0000-000000000000}"/>
          </ac:spMkLst>
        </pc:spChg>
      </pc:sldChg>
      <pc:sldChg chg="addSp delSp modSp add mod">
        <pc:chgData name="Ms Alina Arshad" userId="cccdfd85-d35d-4453-9c6f-a463aae40722" providerId="ADAL" clId="{8148342B-8973-4086-9C5B-C4EC2D55CF23}" dt="2024-11-12T08:36:36.901" v="20" actId="14100"/>
        <pc:sldMkLst>
          <pc:docMk/>
          <pc:sldMk cId="910220413" sldId="336"/>
        </pc:sldMkLst>
        <pc:spChg chg="mod">
          <ac:chgData name="Ms Alina Arshad" userId="cccdfd85-d35d-4453-9c6f-a463aae40722" providerId="ADAL" clId="{8148342B-8973-4086-9C5B-C4EC2D55CF23}" dt="2024-11-12T08:36:10.814" v="10" actId="113"/>
          <ac:spMkLst>
            <pc:docMk/>
            <pc:sldMk cId="910220413" sldId="336"/>
            <ac:spMk id="2" creationId="{00000000-0000-0000-0000-000000000000}"/>
          </ac:spMkLst>
        </pc:spChg>
        <pc:spChg chg="mod">
          <ac:chgData name="Ms Alina Arshad" userId="cccdfd85-d35d-4453-9c6f-a463aae40722" providerId="ADAL" clId="{8148342B-8973-4086-9C5B-C4EC2D55CF23}" dt="2024-11-12T08:36:36.901" v="20" actId="14100"/>
          <ac:spMkLst>
            <pc:docMk/>
            <pc:sldMk cId="910220413" sldId="336"/>
            <ac:spMk id="3" creationId="{00000000-0000-0000-0000-000000000000}"/>
          </ac:spMkLst>
        </pc:spChg>
        <pc:spChg chg="del">
          <ac:chgData name="Ms Alina Arshad" userId="cccdfd85-d35d-4453-9c6f-a463aae40722" providerId="ADAL" clId="{8148342B-8973-4086-9C5B-C4EC2D55CF23}" dt="2024-11-12T08:36:13.587" v="11" actId="478"/>
          <ac:spMkLst>
            <pc:docMk/>
            <pc:sldMk cId="910220413" sldId="336"/>
            <ac:spMk id="4" creationId="{00000000-0000-0000-0000-000000000000}"/>
          </ac:spMkLst>
        </pc:spChg>
        <pc:spChg chg="del">
          <ac:chgData name="Ms Alina Arshad" userId="cccdfd85-d35d-4453-9c6f-a463aae40722" providerId="ADAL" clId="{8148342B-8973-4086-9C5B-C4EC2D55CF23}" dt="2024-11-12T08:36:17.657" v="12" actId="478"/>
          <ac:spMkLst>
            <pc:docMk/>
            <pc:sldMk cId="910220413" sldId="336"/>
            <ac:spMk id="5" creationId="{00000000-0000-0000-0000-000000000000}"/>
          </ac:spMkLst>
        </pc:spChg>
        <pc:spChg chg="add del">
          <ac:chgData name="Ms Alina Arshad" userId="cccdfd85-d35d-4453-9c6f-a463aae40722" providerId="ADAL" clId="{8148342B-8973-4086-9C5B-C4EC2D55CF23}" dt="2024-11-12T08:36:30.805" v="18" actId="22"/>
          <ac:spMkLst>
            <pc:docMk/>
            <pc:sldMk cId="910220413" sldId="336"/>
            <ac:spMk id="7" creationId="{DE06E515-5211-455E-3374-BD6E90DF9B8C}"/>
          </ac:spMkLst>
        </pc:spChg>
      </pc:sldChg>
      <pc:sldChg chg="delSp modSp add mod">
        <pc:chgData name="Ms Alina Arshad" userId="cccdfd85-d35d-4453-9c6f-a463aae40722" providerId="ADAL" clId="{8148342B-8973-4086-9C5B-C4EC2D55CF23}" dt="2024-11-12T08:37:00.721" v="25" actId="207"/>
        <pc:sldMkLst>
          <pc:docMk/>
          <pc:sldMk cId="3854206376" sldId="337"/>
        </pc:sldMkLst>
        <pc:spChg chg="mod">
          <ac:chgData name="Ms Alina Arshad" userId="cccdfd85-d35d-4453-9c6f-a463aae40722" providerId="ADAL" clId="{8148342B-8973-4086-9C5B-C4EC2D55CF23}" dt="2024-11-12T08:36:54.022" v="22" actId="113"/>
          <ac:spMkLst>
            <pc:docMk/>
            <pc:sldMk cId="3854206376" sldId="337"/>
            <ac:spMk id="2" creationId="{00000000-0000-0000-0000-000000000000}"/>
          </ac:spMkLst>
        </pc:spChg>
        <pc:spChg chg="mod">
          <ac:chgData name="Ms Alina Arshad" userId="cccdfd85-d35d-4453-9c6f-a463aae40722" providerId="ADAL" clId="{8148342B-8973-4086-9C5B-C4EC2D55CF23}" dt="2024-11-12T08:37:00.721" v="25" actId="207"/>
          <ac:spMkLst>
            <pc:docMk/>
            <pc:sldMk cId="3854206376" sldId="337"/>
            <ac:spMk id="3" creationId="{00000000-0000-0000-0000-000000000000}"/>
          </ac:spMkLst>
        </pc:spChg>
        <pc:spChg chg="del">
          <ac:chgData name="Ms Alina Arshad" userId="cccdfd85-d35d-4453-9c6f-a463aae40722" providerId="ADAL" clId="{8148342B-8973-4086-9C5B-C4EC2D55CF23}" dt="2024-11-12T08:36:56.201" v="23" actId="478"/>
          <ac:spMkLst>
            <pc:docMk/>
            <pc:sldMk cId="3854206376" sldId="337"/>
            <ac:spMk id="4" creationId="{00000000-0000-0000-0000-000000000000}"/>
          </ac:spMkLst>
        </pc:spChg>
        <pc:spChg chg="del">
          <ac:chgData name="Ms Alina Arshad" userId="cccdfd85-d35d-4453-9c6f-a463aae40722" providerId="ADAL" clId="{8148342B-8973-4086-9C5B-C4EC2D55CF23}" dt="2024-11-12T08:36:57.585" v="24" actId="478"/>
          <ac:spMkLst>
            <pc:docMk/>
            <pc:sldMk cId="3854206376" sldId="337"/>
            <ac:spMk id="5" creationId="{00000000-0000-0000-0000-000000000000}"/>
          </ac:spMkLst>
        </pc:spChg>
      </pc:sldChg>
      <pc:sldChg chg="modSp mod">
        <pc:chgData name="Ms Alina Arshad" userId="cccdfd85-d35d-4453-9c6f-a463aae40722" providerId="ADAL" clId="{8148342B-8973-4086-9C5B-C4EC2D55CF23}" dt="2024-11-12T04:52:43.779" v="1" actId="113"/>
        <pc:sldMkLst>
          <pc:docMk/>
          <pc:sldMk cId="1909533186" sldId="396"/>
        </pc:sldMkLst>
        <pc:spChg chg="mod">
          <ac:chgData name="Ms Alina Arshad" userId="cccdfd85-d35d-4453-9c6f-a463aae40722" providerId="ADAL" clId="{8148342B-8973-4086-9C5B-C4EC2D55CF23}" dt="2024-11-12T04:52:43.779" v="1" actId="113"/>
          <ac:spMkLst>
            <pc:docMk/>
            <pc:sldMk cId="1909533186" sldId="396"/>
            <ac:spMk id="23554" creationId="{46BD68B2-C317-CFC5-35FD-DDF5F4452F08}"/>
          </ac:spMkLst>
        </pc:spChg>
      </pc:sldChg>
      <pc:sldChg chg="modSp mod">
        <pc:chgData name="Ms Alina Arshad" userId="cccdfd85-d35d-4453-9c6f-a463aae40722" providerId="ADAL" clId="{8148342B-8973-4086-9C5B-C4EC2D55CF23}" dt="2024-11-12T07:56:54.134" v="3" actId="1076"/>
        <pc:sldMkLst>
          <pc:docMk/>
          <pc:sldMk cId="0" sldId="402"/>
        </pc:sldMkLst>
        <pc:picChg chg="mod">
          <ac:chgData name="Ms Alina Arshad" userId="cccdfd85-d35d-4453-9c6f-a463aae40722" providerId="ADAL" clId="{8148342B-8973-4086-9C5B-C4EC2D55CF23}" dt="2024-11-12T07:56:54.134" v="3" actId="1076"/>
          <ac:picMkLst>
            <pc:docMk/>
            <pc:sldMk cId="0" sldId="402"/>
            <ac:picMk id="25603" creationId="{09964B15-C0C8-6772-4994-A618DF11713B}"/>
          </ac:picMkLst>
        </pc:picChg>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3214571066" sldId="359"/>
        </pc:sldMkLst>
        <pc:spChg chg="mod">
          <ac:chgData name="Ms Alina Arshad" userId="cccdfd85-d35d-4453-9c6f-a463aae40722" providerId="ADAL" clId="{9D070D90-1526-4C33-8966-8ADF4EF98FAB}" dt="2024-08-26T08:59:32.937" v="31" actId="113"/>
          <ac:spMkLst>
            <pc:docMk/>
            <pc:sldMk cId="3214571066"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9A8D5D83-33E5-4CEE-8357-E82B508215CD}"/>
    <pc:docChg chg="undo custSel addSld delSld modSld">
      <pc:chgData name="Ms Alina Arshad" userId="cccdfd85-d35d-4453-9c6f-a463aae40722" providerId="ADAL" clId="{9A8D5D83-33E5-4CEE-8357-E82B508215CD}" dt="2024-10-15T13:06:59.573" v="504" actId="47"/>
      <pc:docMkLst>
        <pc:docMk/>
      </pc:docMkLst>
      <pc:sldChg chg="modSp add del mod">
        <pc:chgData name="Ms Alina Arshad" userId="cccdfd85-d35d-4453-9c6f-a463aae40722" providerId="ADAL" clId="{9A8D5D83-33E5-4CEE-8357-E82B508215CD}" dt="2024-10-12T09:34:30.546" v="78" actId="20577"/>
        <pc:sldMkLst>
          <pc:docMk/>
          <pc:sldMk cId="3322361034" sldId="256"/>
        </pc:sldMkLst>
        <pc:spChg chg="mod">
          <ac:chgData name="Ms Alina Arshad" userId="cccdfd85-d35d-4453-9c6f-a463aae40722" providerId="ADAL" clId="{9A8D5D83-33E5-4CEE-8357-E82B508215CD}" dt="2024-10-12T09:34:30.546" v="78" actId="20577"/>
          <ac:spMkLst>
            <pc:docMk/>
            <pc:sldMk cId="3322361034" sldId="256"/>
            <ac:spMk id="3" creationId="{44E9F82C-BBA7-3495-1097-BEDB54FFFDF4}"/>
          </ac:spMkLst>
        </pc:spChg>
      </pc:sldChg>
      <pc:sldChg chg="delSp modSp add del mod">
        <pc:chgData name="Ms Alina Arshad" userId="cccdfd85-d35d-4453-9c6f-a463aae40722" providerId="ADAL" clId="{9A8D5D83-33E5-4CEE-8357-E82B508215CD}" dt="2024-10-12T09:34:35.723" v="79" actId="47"/>
        <pc:sldMkLst>
          <pc:docMk/>
          <pc:sldMk cId="2348086917" sldId="257"/>
        </pc:sldMkLst>
        <pc:spChg chg="del mod">
          <ac:chgData name="Ms Alina Arshad" userId="cccdfd85-d35d-4453-9c6f-a463aae40722" providerId="ADAL" clId="{9A8D5D83-33E5-4CEE-8357-E82B508215CD}" dt="2024-10-12T09:34:07.866" v="57" actId="478"/>
          <ac:spMkLst>
            <pc:docMk/>
            <pc:sldMk cId="2348086917" sldId="257"/>
            <ac:spMk id="2" creationId="{00000000-0000-0000-0000-000000000000}"/>
          </ac:spMkLst>
        </pc:spChg>
        <pc:spChg chg="mod">
          <ac:chgData name="Ms Alina Arshad" userId="cccdfd85-d35d-4453-9c6f-a463aae40722" providerId="ADAL" clId="{9A8D5D83-33E5-4CEE-8357-E82B508215CD}" dt="2024-10-12T09:34:12.302" v="58" actId="207"/>
          <ac:spMkLst>
            <pc:docMk/>
            <pc:sldMk cId="2348086917" sldId="257"/>
            <ac:spMk id="5" creationId="{00000000-0000-0000-0000-000000000000}"/>
          </ac:spMkLst>
        </pc:spChg>
      </pc:sldChg>
      <pc:sldChg chg="delSp modSp add mod">
        <pc:chgData name="Ms Alina Arshad" userId="cccdfd85-d35d-4453-9c6f-a463aae40722" providerId="ADAL" clId="{9A8D5D83-33E5-4CEE-8357-E82B508215CD}" dt="2024-10-12T09:35:07.834" v="87" actId="1076"/>
        <pc:sldMkLst>
          <pc:docMk/>
          <pc:sldMk cId="987785057" sldId="258"/>
        </pc:sldMkLst>
        <pc:spChg chg="del">
          <ac:chgData name="Ms Alina Arshad" userId="cccdfd85-d35d-4453-9c6f-a463aae40722" providerId="ADAL" clId="{9A8D5D83-33E5-4CEE-8357-E82B508215CD}" dt="2024-10-12T09:34:42.887" v="80" actId="478"/>
          <ac:spMkLst>
            <pc:docMk/>
            <pc:sldMk cId="987785057" sldId="258"/>
            <ac:spMk id="2" creationId="{00000000-0000-0000-0000-000000000000}"/>
          </ac:spMkLst>
        </pc:spChg>
        <pc:spChg chg="del">
          <ac:chgData name="Ms Alina Arshad" userId="cccdfd85-d35d-4453-9c6f-a463aae40722" providerId="ADAL" clId="{9A8D5D83-33E5-4CEE-8357-E82B508215CD}" dt="2024-10-12T09:34:44.599" v="81" actId="478"/>
          <ac:spMkLst>
            <pc:docMk/>
            <pc:sldMk cId="987785057" sldId="258"/>
            <ac:spMk id="5" creationId="{00000000-0000-0000-0000-000000000000}"/>
          </ac:spMkLst>
        </pc:spChg>
        <pc:spChg chg="mod">
          <ac:chgData name="Ms Alina Arshad" userId="cccdfd85-d35d-4453-9c6f-a463aae40722" providerId="ADAL" clId="{9A8D5D83-33E5-4CEE-8357-E82B508215CD}" dt="2024-10-12T09:34:52.017" v="83" actId="113"/>
          <ac:spMkLst>
            <pc:docMk/>
            <pc:sldMk cId="987785057" sldId="258"/>
            <ac:spMk id="107522" creationId="{00000000-0000-0000-0000-000000000000}"/>
          </ac:spMkLst>
        </pc:spChg>
        <pc:spChg chg="mod">
          <ac:chgData name="Ms Alina Arshad" userId="cccdfd85-d35d-4453-9c6f-a463aae40722" providerId="ADAL" clId="{9A8D5D83-33E5-4CEE-8357-E82B508215CD}" dt="2024-10-12T09:35:07.834" v="87" actId="1076"/>
          <ac:spMkLst>
            <pc:docMk/>
            <pc:sldMk cId="987785057" sldId="258"/>
            <ac:spMk id="107523" creationId="{00000000-0000-0000-0000-000000000000}"/>
          </ac:spMkLst>
        </pc:spChg>
      </pc:sldChg>
      <pc:sldChg chg="del">
        <pc:chgData name="Ms Alina Arshad" userId="cccdfd85-d35d-4453-9c6f-a463aae40722" providerId="ADAL" clId="{9A8D5D83-33E5-4CEE-8357-E82B508215CD}" dt="2024-10-12T09:33:39.856" v="8" actId="47"/>
        <pc:sldMkLst>
          <pc:docMk/>
          <pc:sldMk cId="1325985888" sldId="279"/>
        </pc:sldMkLst>
      </pc:sldChg>
      <pc:sldChg chg="add del">
        <pc:chgData name="Ms Alina Arshad" userId="cccdfd85-d35d-4453-9c6f-a463aae40722" providerId="ADAL" clId="{9A8D5D83-33E5-4CEE-8357-E82B508215CD}" dt="2024-10-15T13:06:59.573" v="504" actId="47"/>
        <pc:sldMkLst>
          <pc:docMk/>
          <pc:sldMk cId="1032267902" sldId="313"/>
        </pc:sldMkLst>
      </pc:sldChg>
      <pc:sldChg chg="delSp modSp add mod">
        <pc:chgData name="Ms Alina Arshad" userId="cccdfd85-d35d-4453-9c6f-a463aae40722" providerId="ADAL" clId="{9A8D5D83-33E5-4CEE-8357-E82B508215CD}" dt="2024-10-15T12:13:59.402" v="216" actId="12"/>
        <pc:sldMkLst>
          <pc:docMk/>
          <pc:sldMk cId="3777174035" sldId="314"/>
        </pc:sldMkLst>
        <pc:spChg chg="mod">
          <ac:chgData name="Ms Alina Arshad" userId="cccdfd85-d35d-4453-9c6f-a463aae40722" providerId="ADAL" clId="{9A8D5D83-33E5-4CEE-8357-E82B508215CD}" dt="2024-10-15T12:13:44.792" v="215" actId="207"/>
          <ac:spMkLst>
            <pc:docMk/>
            <pc:sldMk cId="3777174035" sldId="314"/>
            <ac:spMk id="2" creationId="{00000000-0000-0000-0000-000000000000}"/>
          </ac:spMkLst>
        </pc:spChg>
        <pc:spChg chg="mod">
          <ac:chgData name="Ms Alina Arshad" userId="cccdfd85-d35d-4453-9c6f-a463aae40722" providerId="ADAL" clId="{9A8D5D83-33E5-4CEE-8357-E82B508215CD}" dt="2024-10-15T12:13:59.402" v="216" actId="12"/>
          <ac:spMkLst>
            <pc:docMk/>
            <pc:sldMk cId="3777174035" sldId="314"/>
            <ac:spMk id="3" creationId="{00000000-0000-0000-0000-000000000000}"/>
          </ac:spMkLst>
        </pc:spChg>
        <pc:spChg chg="del">
          <ac:chgData name="Ms Alina Arshad" userId="cccdfd85-d35d-4453-9c6f-a463aae40722" providerId="ADAL" clId="{9A8D5D83-33E5-4CEE-8357-E82B508215CD}" dt="2024-10-12T09:35:52.564" v="100" actId="478"/>
          <ac:spMkLst>
            <pc:docMk/>
            <pc:sldMk cId="3777174035" sldId="314"/>
            <ac:spMk id="4" creationId="{00000000-0000-0000-0000-000000000000}"/>
          </ac:spMkLst>
        </pc:spChg>
        <pc:spChg chg="del">
          <ac:chgData name="Ms Alina Arshad" userId="cccdfd85-d35d-4453-9c6f-a463aae40722" providerId="ADAL" clId="{9A8D5D83-33E5-4CEE-8357-E82B508215CD}" dt="2024-10-12T09:35:54.612" v="101" actId="478"/>
          <ac:spMkLst>
            <pc:docMk/>
            <pc:sldMk cId="3777174035" sldId="314"/>
            <ac:spMk id="5" creationId="{00000000-0000-0000-0000-000000000000}"/>
          </ac:spMkLst>
        </pc:spChg>
        <pc:picChg chg="mod">
          <ac:chgData name="Ms Alina Arshad" userId="cccdfd85-d35d-4453-9c6f-a463aae40722" providerId="ADAL" clId="{9A8D5D83-33E5-4CEE-8357-E82B508215CD}" dt="2024-10-12T09:36:03.583" v="104" actId="1076"/>
          <ac:picMkLst>
            <pc:docMk/>
            <pc:sldMk cId="3777174035" sldId="314"/>
            <ac:picMk id="6" creationId="{00000000-0000-0000-0000-000000000000}"/>
          </ac:picMkLst>
        </pc:picChg>
      </pc:sldChg>
      <pc:sldChg chg="delSp modSp add mod">
        <pc:chgData name="Ms Alina Arshad" userId="cccdfd85-d35d-4453-9c6f-a463aae40722" providerId="ADAL" clId="{9A8D5D83-33E5-4CEE-8357-E82B508215CD}" dt="2024-10-15T12:14:23.035" v="219" actId="207"/>
        <pc:sldMkLst>
          <pc:docMk/>
          <pc:sldMk cId="4181556699" sldId="315"/>
        </pc:sldMkLst>
        <pc:spChg chg="mod">
          <ac:chgData name="Ms Alina Arshad" userId="cccdfd85-d35d-4453-9c6f-a463aae40722" providerId="ADAL" clId="{9A8D5D83-33E5-4CEE-8357-E82B508215CD}" dt="2024-10-15T12:14:23.035" v="219" actId="207"/>
          <ac:spMkLst>
            <pc:docMk/>
            <pc:sldMk cId="4181556699" sldId="315"/>
            <ac:spMk id="2" creationId="{00000000-0000-0000-0000-000000000000}"/>
          </ac:spMkLst>
        </pc:spChg>
        <pc:spChg chg="mod">
          <ac:chgData name="Ms Alina Arshad" userId="cccdfd85-d35d-4453-9c6f-a463aae40722" providerId="ADAL" clId="{9A8D5D83-33E5-4CEE-8357-E82B508215CD}" dt="2024-10-12T09:36:25.741" v="114" actId="12"/>
          <ac:spMkLst>
            <pc:docMk/>
            <pc:sldMk cId="4181556699" sldId="315"/>
            <ac:spMk id="3" creationId="{00000000-0000-0000-0000-000000000000}"/>
          </ac:spMkLst>
        </pc:spChg>
        <pc:spChg chg="del">
          <ac:chgData name="Ms Alina Arshad" userId="cccdfd85-d35d-4453-9c6f-a463aae40722" providerId="ADAL" clId="{9A8D5D83-33E5-4CEE-8357-E82B508215CD}" dt="2024-10-12T09:36:13.524" v="108" actId="478"/>
          <ac:spMkLst>
            <pc:docMk/>
            <pc:sldMk cId="4181556699" sldId="315"/>
            <ac:spMk id="4" creationId="{00000000-0000-0000-0000-000000000000}"/>
          </ac:spMkLst>
        </pc:spChg>
        <pc:spChg chg="del mod">
          <ac:chgData name="Ms Alina Arshad" userId="cccdfd85-d35d-4453-9c6f-a463aae40722" providerId="ADAL" clId="{9A8D5D83-33E5-4CEE-8357-E82B508215CD}" dt="2024-10-12T09:36:18.727" v="112" actId="478"/>
          <ac:spMkLst>
            <pc:docMk/>
            <pc:sldMk cId="4181556699" sldId="315"/>
            <ac:spMk id="5" creationId="{00000000-0000-0000-0000-000000000000}"/>
          </ac:spMkLst>
        </pc:spChg>
      </pc:sldChg>
      <pc:sldChg chg="delSp modSp add mod">
        <pc:chgData name="Ms Alina Arshad" userId="cccdfd85-d35d-4453-9c6f-a463aae40722" providerId="ADAL" clId="{9A8D5D83-33E5-4CEE-8357-E82B508215CD}" dt="2024-10-12T09:36:43.549" v="118" actId="113"/>
        <pc:sldMkLst>
          <pc:docMk/>
          <pc:sldMk cId="1268528167" sldId="316"/>
        </pc:sldMkLst>
        <pc:spChg chg="mod">
          <ac:chgData name="Ms Alina Arshad" userId="cccdfd85-d35d-4453-9c6f-a463aae40722" providerId="ADAL" clId="{9A8D5D83-33E5-4CEE-8357-E82B508215CD}" dt="2024-10-12T09:36:43.549" v="118" actId="113"/>
          <ac:spMkLst>
            <pc:docMk/>
            <pc:sldMk cId="1268528167" sldId="316"/>
            <ac:spMk id="2" creationId="{00000000-0000-0000-0000-000000000000}"/>
          </ac:spMkLst>
        </pc:spChg>
        <pc:spChg chg="mod">
          <ac:chgData name="Ms Alina Arshad" userId="cccdfd85-d35d-4453-9c6f-a463aae40722" providerId="ADAL" clId="{9A8D5D83-33E5-4CEE-8357-E82B508215CD}" dt="2024-10-12T09:36:40.496" v="117" actId="207"/>
          <ac:spMkLst>
            <pc:docMk/>
            <pc:sldMk cId="1268528167" sldId="316"/>
            <ac:spMk id="3" creationId="{00000000-0000-0000-0000-000000000000}"/>
          </ac:spMkLst>
        </pc:spChg>
        <pc:spChg chg="del">
          <ac:chgData name="Ms Alina Arshad" userId="cccdfd85-d35d-4453-9c6f-a463aae40722" providerId="ADAL" clId="{9A8D5D83-33E5-4CEE-8357-E82B508215CD}" dt="2024-10-12T09:36:33.872" v="115" actId="478"/>
          <ac:spMkLst>
            <pc:docMk/>
            <pc:sldMk cId="1268528167" sldId="316"/>
            <ac:spMk id="4" creationId="{00000000-0000-0000-0000-000000000000}"/>
          </ac:spMkLst>
        </pc:spChg>
        <pc:spChg chg="del">
          <ac:chgData name="Ms Alina Arshad" userId="cccdfd85-d35d-4453-9c6f-a463aae40722" providerId="ADAL" clId="{9A8D5D83-33E5-4CEE-8357-E82B508215CD}" dt="2024-10-12T09:36:36.044" v="116" actId="478"/>
          <ac:spMkLst>
            <pc:docMk/>
            <pc:sldMk cId="1268528167" sldId="316"/>
            <ac:spMk id="5" creationId="{00000000-0000-0000-0000-000000000000}"/>
          </ac:spMkLst>
        </pc:spChg>
      </pc:sldChg>
      <pc:sldChg chg="delSp modSp add mod modAnim">
        <pc:chgData name="Ms Alina Arshad" userId="cccdfd85-d35d-4453-9c6f-a463aae40722" providerId="ADAL" clId="{9A8D5D83-33E5-4CEE-8357-E82B508215CD}" dt="2024-10-15T12:38:10.005" v="254" actId="20577"/>
        <pc:sldMkLst>
          <pc:docMk/>
          <pc:sldMk cId="2565091885" sldId="317"/>
        </pc:sldMkLst>
        <pc:spChg chg="mod">
          <ac:chgData name="Ms Alina Arshad" userId="cccdfd85-d35d-4453-9c6f-a463aae40722" providerId="ADAL" clId="{9A8D5D83-33E5-4CEE-8357-E82B508215CD}" dt="2024-10-12T09:36:51.499" v="121" actId="14100"/>
          <ac:spMkLst>
            <pc:docMk/>
            <pc:sldMk cId="2565091885" sldId="317"/>
            <ac:spMk id="2" creationId="{00000000-0000-0000-0000-000000000000}"/>
          </ac:spMkLst>
        </pc:spChg>
        <pc:spChg chg="mod">
          <ac:chgData name="Ms Alina Arshad" userId="cccdfd85-d35d-4453-9c6f-a463aae40722" providerId="ADAL" clId="{9A8D5D83-33E5-4CEE-8357-E82B508215CD}" dt="2024-10-15T12:38:10.005" v="254" actId="20577"/>
          <ac:spMkLst>
            <pc:docMk/>
            <pc:sldMk cId="2565091885" sldId="317"/>
            <ac:spMk id="3" creationId="{00000000-0000-0000-0000-000000000000}"/>
          </ac:spMkLst>
        </pc:spChg>
        <pc:spChg chg="del">
          <ac:chgData name="Ms Alina Arshad" userId="cccdfd85-d35d-4453-9c6f-a463aae40722" providerId="ADAL" clId="{9A8D5D83-33E5-4CEE-8357-E82B508215CD}" dt="2024-10-12T09:37:32.238" v="139" actId="478"/>
          <ac:spMkLst>
            <pc:docMk/>
            <pc:sldMk cId="2565091885" sldId="317"/>
            <ac:spMk id="4" creationId="{00000000-0000-0000-0000-000000000000}"/>
          </ac:spMkLst>
        </pc:spChg>
        <pc:spChg chg="del">
          <ac:chgData name="Ms Alina Arshad" userId="cccdfd85-d35d-4453-9c6f-a463aae40722" providerId="ADAL" clId="{9A8D5D83-33E5-4CEE-8357-E82B508215CD}" dt="2024-10-12T09:37:34.863" v="140" actId="478"/>
          <ac:spMkLst>
            <pc:docMk/>
            <pc:sldMk cId="2565091885" sldId="317"/>
            <ac:spMk id="5" creationId="{00000000-0000-0000-0000-000000000000}"/>
          </ac:spMkLst>
        </pc:spChg>
      </pc:sldChg>
      <pc:sldChg chg="delSp modSp add mod">
        <pc:chgData name="Ms Alina Arshad" userId="cccdfd85-d35d-4453-9c6f-a463aae40722" providerId="ADAL" clId="{9A8D5D83-33E5-4CEE-8357-E82B508215CD}" dt="2024-10-15T12:38:46.303" v="262"/>
        <pc:sldMkLst>
          <pc:docMk/>
          <pc:sldMk cId="3888176007" sldId="318"/>
        </pc:sldMkLst>
        <pc:spChg chg="mod">
          <ac:chgData name="Ms Alina Arshad" userId="cccdfd85-d35d-4453-9c6f-a463aae40722" providerId="ADAL" clId="{9A8D5D83-33E5-4CEE-8357-E82B508215CD}" dt="2024-10-12T09:37:46.333" v="142" actId="113"/>
          <ac:spMkLst>
            <pc:docMk/>
            <pc:sldMk cId="3888176007" sldId="318"/>
            <ac:spMk id="2" creationId="{00000000-0000-0000-0000-000000000000}"/>
          </ac:spMkLst>
        </pc:spChg>
        <pc:spChg chg="mod">
          <ac:chgData name="Ms Alina Arshad" userId="cccdfd85-d35d-4453-9c6f-a463aae40722" providerId="ADAL" clId="{9A8D5D83-33E5-4CEE-8357-E82B508215CD}" dt="2024-10-15T12:38:46.303" v="262"/>
          <ac:spMkLst>
            <pc:docMk/>
            <pc:sldMk cId="3888176007" sldId="318"/>
            <ac:spMk id="3" creationId="{00000000-0000-0000-0000-000000000000}"/>
          </ac:spMkLst>
        </pc:spChg>
        <pc:spChg chg="del">
          <ac:chgData name="Ms Alina Arshad" userId="cccdfd85-d35d-4453-9c6f-a463aae40722" providerId="ADAL" clId="{9A8D5D83-33E5-4CEE-8357-E82B508215CD}" dt="2024-10-12T09:38:01.349" v="146" actId="478"/>
          <ac:spMkLst>
            <pc:docMk/>
            <pc:sldMk cId="3888176007" sldId="318"/>
            <ac:spMk id="4" creationId="{00000000-0000-0000-0000-000000000000}"/>
          </ac:spMkLst>
        </pc:spChg>
        <pc:spChg chg="del">
          <ac:chgData name="Ms Alina Arshad" userId="cccdfd85-d35d-4453-9c6f-a463aae40722" providerId="ADAL" clId="{9A8D5D83-33E5-4CEE-8357-E82B508215CD}" dt="2024-10-12T09:38:03.298" v="147" actId="478"/>
          <ac:spMkLst>
            <pc:docMk/>
            <pc:sldMk cId="3888176007" sldId="318"/>
            <ac:spMk id="5" creationId="{00000000-0000-0000-0000-000000000000}"/>
          </ac:spMkLst>
        </pc:spChg>
      </pc:sldChg>
      <pc:sldChg chg="delSp modSp add mod">
        <pc:chgData name="Ms Alina Arshad" userId="cccdfd85-d35d-4453-9c6f-a463aae40722" providerId="ADAL" clId="{9A8D5D83-33E5-4CEE-8357-E82B508215CD}" dt="2024-10-15T12:40:41.122" v="311" actId="14100"/>
        <pc:sldMkLst>
          <pc:docMk/>
          <pc:sldMk cId="3310025659" sldId="319"/>
        </pc:sldMkLst>
        <pc:spChg chg="mod">
          <ac:chgData name="Ms Alina Arshad" userId="cccdfd85-d35d-4453-9c6f-a463aae40722" providerId="ADAL" clId="{9A8D5D83-33E5-4CEE-8357-E82B508215CD}" dt="2024-10-12T09:38:11.636" v="149" actId="113"/>
          <ac:spMkLst>
            <pc:docMk/>
            <pc:sldMk cId="3310025659" sldId="319"/>
            <ac:spMk id="2" creationId="{00000000-0000-0000-0000-000000000000}"/>
          </ac:spMkLst>
        </pc:spChg>
        <pc:spChg chg="mod">
          <ac:chgData name="Ms Alina Arshad" userId="cccdfd85-d35d-4453-9c6f-a463aae40722" providerId="ADAL" clId="{9A8D5D83-33E5-4CEE-8357-E82B508215CD}" dt="2024-10-15T12:40:22.924" v="306" actId="313"/>
          <ac:spMkLst>
            <pc:docMk/>
            <pc:sldMk cId="3310025659" sldId="319"/>
            <ac:spMk id="3" creationId="{00000000-0000-0000-0000-000000000000}"/>
          </ac:spMkLst>
        </pc:spChg>
        <pc:spChg chg="del">
          <ac:chgData name="Ms Alina Arshad" userId="cccdfd85-d35d-4453-9c6f-a463aae40722" providerId="ADAL" clId="{9A8D5D83-33E5-4CEE-8357-E82B508215CD}" dt="2024-10-12T09:38:26.777" v="151" actId="478"/>
          <ac:spMkLst>
            <pc:docMk/>
            <pc:sldMk cId="3310025659" sldId="319"/>
            <ac:spMk id="4" creationId="{00000000-0000-0000-0000-000000000000}"/>
          </ac:spMkLst>
        </pc:spChg>
        <pc:spChg chg="del">
          <ac:chgData name="Ms Alina Arshad" userId="cccdfd85-d35d-4453-9c6f-a463aae40722" providerId="ADAL" clId="{9A8D5D83-33E5-4CEE-8357-E82B508215CD}" dt="2024-10-12T09:38:30.524" v="152" actId="478"/>
          <ac:spMkLst>
            <pc:docMk/>
            <pc:sldMk cId="3310025659" sldId="319"/>
            <ac:spMk id="5" creationId="{00000000-0000-0000-0000-000000000000}"/>
          </ac:spMkLst>
        </pc:spChg>
        <pc:picChg chg="mod">
          <ac:chgData name="Ms Alina Arshad" userId="cccdfd85-d35d-4453-9c6f-a463aae40722" providerId="ADAL" clId="{9A8D5D83-33E5-4CEE-8357-E82B508215CD}" dt="2024-10-15T12:39:52.680" v="275" actId="1076"/>
          <ac:picMkLst>
            <pc:docMk/>
            <pc:sldMk cId="3310025659" sldId="319"/>
            <ac:picMk id="6" creationId="{00000000-0000-0000-0000-000000000000}"/>
          </ac:picMkLst>
        </pc:picChg>
        <pc:picChg chg="mod">
          <ac:chgData name="Ms Alina Arshad" userId="cccdfd85-d35d-4453-9c6f-a463aae40722" providerId="ADAL" clId="{9A8D5D83-33E5-4CEE-8357-E82B508215CD}" dt="2024-10-15T12:40:41.122" v="311" actId="14100"/>
          <ac:picMkLst>
            <pc:docMk/>
            <pc:sldMk cId="3310025659" sldId="319"/>
            <ac:picMk id="7" creationId="{00000000-0000-0000-0000-000000000000}"/>
          </ac:picMkLst>
        </pc:picChg>
      </pc:sldChg>
      <pc:sldChg chg="delSp modSp add mod">
        <pc:chgData name="Ms Alina Arshad" userId="cccdfd85-d35d-4453-9c6f-a463aae40722" providerId="ADAL" clId="{9A8D5D83-33E5-4CEE-8357-E82B508215CD}" dt="2024-10-12T09:39:02.419" v="163" actId="478"/>
        <pc:sldMkLst>
          <pc:docMk/>
          <pc:sldMk cId="339546399" sldId="320"/>
        </pc:sldMkLst>
        <pc:spChg chg="mod">
          <ac:chgData name="Ms Alina Arshad" userId="cccdfd85-d35d-4453-9c6f-a463aae40722" providerId="ADAL" clId="{9A8D5D83-33E5-4CEE-8357-E82B508215CD}" dt="2024-10-12T09:38:54.065" v="160" actId="113"/>
          <ac:spMkLst>
            <pc:docMk/>
            <pc:sldMk cId="339546399" sldId="320"/>
            <ac:spMk id="2" creationId="{00000000-0000-0000-0000-000000000000}"/>
          </ac:spMkLst>
        </pc:spChg>
        <pc:spChg chg="mod">
          <ac:chgData name="Ms Alina Arshad" userId="cccdfd85-d35d-4453-9c6f-a463aae40722" providerId="ADAL" clId="{9A8D5D83-33E5-4CEE-8357-E82B508215CD}" dt="2024-10-12T09:38:58.052" v="161" actId="207"/>
          <ac:spMkLst>
            <pc:docMk/>
            <pc:sldMk cId="339546399" sldId="320"/>
            <ac:spMk id="3" creationId="{00000000-0000-0000-0000-000000000000}"/>
          </ac:spMkLst>
        </pc:spChg>
        <pc:spChg chg="del">
          <ac:chgData name="Ms Alina Arshad" userId="cccdfd85-d35d-4453-9c6f-a463aae40722" providerId="ADAL" clId="{9A8D5D83-33E5-4CEE-8357-E82B508215CD}" dt="2024-10-12T09:39:00.370" v="162" actId="478"/>
          <ac:spMkLst>
            <pc:docMk/>
            <pc:sldMk cId="339546399" sldId="320"/>
            <ac:spMk id="4" creationId="{00000000-0000-0000-0000-000000000000}"/>
          </ac:spMkLst>
        </pc:spChg>
        <pc:spChg chg="del">
          <ac:chgData name="Ms Alina Arshad" userId="cccdfd85-d35d-4453-9c6f-a463aae40722" providerId="ADAL" clId="{9A8D5D83-33E5-4CEE-8357-E82B508215CD}" dt="2024-10-12T09:39:02.419" v="163" actId="478"/>
          <ac:spMkLst>
            <pc:docMk/>
            <pc:sldMk cId="339546399" sldId="320"/>
            <ac:spMk id="5" creationId="{00000000-0000-0000-0000-000000000000}"/>
          </ac:spMkLst>
        </pc:spChg>
      </pc:sldChg>
      <pc:sldChg chg="delSp modSp add mod">
        <pc:chgData name="Ms Alina Arshad" userId="cccdfd85-d35d-4453-9c6f-a463aae40722" providerId="ADAL" clId="{9A8D5D83-33E5-4CEE-8357-E82B508215CD}" dt="2024-10-12T09:39:20.468" v="168" actId="478"/>
        <pc:sldMkLst>
          <pc:docMk/>
          <pc:sldMk cId="820248258" sldId="321"/>
        </pc:sldMkLst>
        <pc:spChg chg="mod">
          <ac:chgData name="Ms Alina Arshad" userId="cccdfd85-d35d-4453-9c6f-a463aae40722" providerId="ADAL" clId="{9A8D5D83-33E5-4CEE-8357-E82B508215CD}" dt="2024-10-12T09:39:12.069" v="165" actId="113"/>
          <ac:spMkLst>
            <pc:docMk/>
            <pc:sldMk cId="820248258" sldId="321"/>
            <ac:spMk id="2" creationId="{00000000-0000-0000-0000-000000000000}"/>
          </ac:spMkLst>
        </pc:spChg>
        <pc:spChg chg="mod">
          <ac:chgData name="Ms Alina Arshad" userId="cccdfd85-d35d-4453-9c6f-a463aae40722" providerId="ADAL" clId="{9A8D5D83-33E5-4CEE-8357-E82B508215CD}" dt="2024-10-12T09:39:15.540" v="166" actId="207"/>
          <ac:spMkLst>
            <pc:docMk/>
            <pc:sldMk cId="820248258" sldId="321"/>
            <ac:spMk id="3" creationId="{00000000-0000-0000-0000-000000000000}"/>
          </ac:spMkLst>
        </pc:spChg>
        <pc:spChg chg="del">
          <ac:chgData name="Ms Alina Arshad" userId="cccdfd85-d35d-4453-9c6f-a463aae40722" providerId="ADAL" clId="{9A8D5D83-33E5-4CEE-8357-E82B508215CD}" dt="2024-10-12T09:39:18.351" v="167" actId="478"/>
          <ac:spMkLst>
            <pc:docMk/>
            <pc:sldMk cId="820248258" sldId="321"/>
            <ac:spMk id="4" creationId="{00000000-0000-0000-0000-000000000000}"/>
          </ac:spMkLst>
        </pc:spChg>
        <pc:spChg chg="del">
          <ac:chgData name="Ms Alina Arshad" userId="cccdfd85-d35d-4453-9c6f-a463aae40722" providerId="ADAL" clId="{9A8D5D83-33E5-4CEE-8357-E82B508215CD}" dt="2024-10-12T09:39:20.468" v="168" actId="478"/>
          <ac:spMkLst>
            <pc:docMk/>
            <pc:sldMk cId="820248258" sldId="321"/>
            <ac:spMk id="5" creationId="{00000000-0000-0000-0000-000000000000}"/>
          </ac:spMkLst>
        </pc:spChg>
      </pc:sldChg>
      <pc:sldChg chg="delSp modSp add mod">
        <pc:chgData name="Ms Alina Arshad" userId="cccdfd85-d35d-4453-9c6f-a463aae40722" providerId="ADAL" clId="{9A8D5D83-33E5-4CEE-8357-E82B508215CD}" dt="2024-10-12T09:40:07.290" v="189" actId="478"/>
        <pc:sldMkLst>
          <pc:docMk/>
          <pc:sldMk cId="302804215" sldId="322"/>
        </pc:sldMkLst>
        <pc:spChg chg="mod">
          <ac:chgData name="Ms Alina Arshad" userId="cccdfd85-d35d-4453-9c6f-a463aae40722" providerId="ADAL" clId="{9A8D5D83-33E5-4CEE-8357-E82B508215CD}" dt="2024-10-12T09:39:26.073" v="169" actId="207"/>
          <ac:spMkLst>
            <pc:docMk/>
            <pc:sldMk cId="302804215" sldId="322"/>
            <ac:spMk id="2" creationId="{00000000-0000-0000-0000-000000000000}"/>
          </ac:spMkLst>
        </pc:spChg>
        <pc:spChg chg="mod">
          <ac:chgData name="Ms Alina Arshad" userId="cccdfd85-d35d-4453-9c6f-a463aae40722" providerId="ADAL" clId="{9A8D5D83-33E5-4CEE-8357-E82B508215CD}" dt="2024-10-12T09:40:04.097" v="187" actId="12"/>
          <ac:spMkLst>
            <pc:docMk/>
            <pc:sldMk cId="302804215" sldId="322"/>
            <ac:spMk id="3" creationId="{00000000-0000-0000-0000-000000000000}"/>
          </ac:spMkLst>
        </pc:spChg>
        <pc:spChg chg="del">
          <ac:chgData name="Ms Alina Arshad" userId="cccdfd85-d35d-4453-9c6f-a463aae40722" providerId="ADAL" clId="{9A8D5D83-33E5-4CEE-8357-E82B508215CD}" dt="2024-10-12T09:40:05.708" v="188" actId="478"/>
          <ac:spMkLst>
            <pc:docMk/>
            <pc:sldMk cId="302804215" sldId="322"/>
            <ac:spMk id="4" creationId="{00000000-0000-0000-0000-000000000000}"/>
          </ac:spMkLst>
        </pc:spChg>
        <pc:spChg chg="del">
          <ac:chgData name="Ms Alina Arshad" userId="cccdfd85-d35d-4453-9c6f-a463aae40722" providerId="ADAL" clId="{9A8D5D83-33E5-4CEE-8357-E82B508215CD}" dt="2024-10-12T09:40:07.290" v="189" actId="478"/>
          <ac:spMkLst>
            <pc:docMk/>
            <pc:sldMk cId="302804215" sldId="322"/>
            <ac:spMk id="5" creationId="{00000000-0000-0000-0000-000000000000}"/>
          </ac:spMkLst>
        </pc:spChg>
      </pc:sldChg>
      <pc:sldChg chg="delSp modSp add mod">
        <pc:chgData name="Ms Alina Arshad" userId="cccdfd85-d35d-4453-9c6f-a463aae40722" providerId="ADAL" clId="{9A8D5D83-33E5-4CEE-8357-E82B508215CD}" dt="2024-10-12T09:40:34.708" v="196" actId="478"/>
        <pc:sldMkLst>
          <pc:docMk/>
          <pc:sldMk cId="3966666735" sldId="323"/>
        </pc:sldMkLst>
        <pc:spChg chg="mod">
          <ac:chgData name="Ms Alina Arshad" userId="cccdfd85-d35d-4453-9c6f-a463aae40722" providerId="ADAL" clId="{9A8D5D83-33E5-4CEE-8357-E82B508215CD}" dt="2024-10-12T09:40:19.072" v="190" actId="207"/>
          <ac:spMkLst>
            <pc:docMk/>
            <pc:sldMk cId="3966666735" sldId="323"/>
            <ac:spMk id="2" creationId="{00000000-0000-0000-0000-000000000000}"/>
          </ac:spMkLst>
        </pc:spChg>
        <pc:spChg chg="mod">
          <ac:chgData name="Ms Alina Arshad" userId="cccdfd85-d35d-4453-9c6f-a463aae40722" providerId="ADAL" clId="{9A8D5D83-33E5-4CEE-8357-E82B508215CD}" dt="2024-10-12T09:40:23.893" v="191" actId="207"/>
          <ac:spMkLst>
            <pc:docMk/>
            <pc:sldMk cId="3966666735" sldId="323"/>
            <ac:spMk id="3" creationId="{00000000-0000-0000-0000-000000000000}"/>
          </ac:spMkLst>
        </pc:spChg>
        <pc:spChg chg="del">
          <ac:chgData name="Ms Alina Arshad" userId="cccdfd85-d35d-4453-9c6f-a463aae40722" providerId="ADAL" clId="{9A8D5D83-33E5-4CEE-8357-E82B508215CD}" dt="2024-10-12T09:40:27.733" v="192" actId="478"/>
          <ac:spMkLst>
            <pc:docMk/>
            <pc:sldMk cId="3966666735" sldId="323"/>
            <ac:spMk id="4" creationId="{00000000-0000-0000-0000-000000000000}"/>
          </ac:spMkLst>
        </pc:spChg>
        <pc:spChg chg="del mod">
          <ac:chgData name="Ms Alina Arshad" userId="cccdfd85-d35d-4453-9c6f-a463aae40722" providerId="ADAL" clId="{9A8D5D83-33E5-4CEE-8357-E82B508215CD}" dt="2024-10-12T09:40:34.708" v="196" actId="478"/>
          <ac:spMkLst>
            <pc:docMk/>
            <pc:sldMk cId="3966666735" sldId="323"/>
            <ac:spMk id="5" creationId="{00000000-0000-0000-0000-000000000000}"/>
          </ac:spMkLst>
        </pc:spChg>
      </pc:sldChg>
      <pc:sldChg chg="addSp delSp modSp add del mod">
        <pc:chgData name="Ms Alina Arshad" userId="cccdfd85-d35d-4453-9c6f-a463aae40722" providerId="ADAL" clId="{9A8D5D83-33E5-4CEE-8357-E82B508215CD}" dt="2024-10-15T12:41:32.489" v="317" actId="47"/>
        <pc:sldMkLst>
          <pc:docMk/>
          <pc:sldMk cId="2040789729" sldId="324"/>
        </pc:sldMkLst>
        <pc:spChg chg="del mod">
          <ac:chgData name="Ms Alina Arshad" userId="cccdfd85-d35d-4453-9c6f-a463aae40722" providerId="ADAL" clId="{9A8D5D83-33E5-4CEE-8357-E82B508215CD}" dt="2024-10-15T12:41:26.525" v="315" actId="21"/>
          <ac:spMkLst>
            <pc:docMk/>
            <pc:sldMk cId="2040789729" sldId="324"/>
            <ac:spMk id="2" creationId="{00000000-0000-0000-0000-000000000000}"/>
          </ac:spMkLst>
        </pc:spChg>
        <pc:spChg chg="del">
          <ac:chgData name="Ms Alina Arshad" userId="cccdfd85-d35d-4453-9c6f-a463aae40722" providerId="ADAL" clId="{9A8D5D83-33E5-4CEE-8357-E82B508215CD}" dt="2024-10-15T12:41:11.647" v="312" actId="478"/>
          <ac:spMkLst>
            <pc:docMk/>
            <pc:sldMk cId="2040789729" sldId="324"/>
            <ac:spMk id="4" creationId="{00000000-0000-0000-0000-000000000000}"/>
          </ac:spMkLst>
        </pc:spChg>
        <pc:spChg chg="del">
          <ac:chgData name="Ms Alina Arshad" userId="cccdfd85-d35d-4453-9c6f-a463aae40722" providerId="ADAL" clId="{9A8D5D83-33E5-4CEE-8357-E82B508215CD}" dt="2024-10-12T09:40:53.357" v="201" actId="478"/>
          <ac:spMkLst>
            <pc:docMk/>
            <pc:sldMk cId="2040789729" sldId="324"/>
            <ac:spMk id="5" creationId="{00000000-0000-0000-0000-000000000000}"/>
          </ac:spMkLst>
        </pc:spChg>
        <pc:spChg chg="add mod">
          <ac:chgData name="Ms Alina Arshad" userId="cccdfd85-d35d-4453-9c6f-a463aae40722" providerId="ADAL" clId="{9A8D5D83-33E5-4CEE-8357-E82B508215CD}" dt="2024-10-15T12:41:26.525" v="315" actId="21"/>
          <ac:spMkLst>
            <pc:docMk/>
            <pc:sldMk cId="2040789729" sldId="324"/>
            <ac:spMk id="5" creationId="{C4419CA4-2816-8078-291D-49A5C5EF7EBD}"/>
          </ac:spMkLst>
        </pc:spChg>
        <pc:spChg chg="add mod">
          <ac:chgData name="Ms Alina Arshad" userId="cccdfd85-d35d-4453-9c6f-a463aae40722" providerId="ADAL" clId="{9A8D5D83-33E5-4CEE-8357-E82B508215CD}" dt="2024-10-15T12:41:26.525" v="315" actId="21"/>
          <ac:spMkLst>
            <pc:docMk/>
            <pc:sldMk cId="2040789729" sldId="324"/>
            <ac:spMk id="9" creationId="{7373F223-8CB8-97EB-366F-8CF36E93DCFE}"/>
          </ac:spMkLst>
        </pc:spChg>
        <pc:picChg chg="del mod">
          <ac:chgData name="Ms Alina Arshad" userId="cccdfd85-d35d-4453-9c6f-a463aae40722" providerId="ADAL" clId="{9A8D5D83-33E5-4CEE-8357-E82B508215CD}" dt="2024-10-15T12:41:26.525" v="315" actId="21"/>
          <ac:picMkLst>
            <pc:docMk/>
            <pc:sldMk cId="2040789729" sldId="324"/>
            <ac:picMk id="6" creationId="{00000000-0000-0000-0000-000000000000}"/>
          </ac:picMkLst>
        </pc:picChg>
        <pc:picChg chg="del">
          <ac:chgData name="Ms Alina Arshad" userId="cccdfd85-d35d-4453-9c6f-a463aae40722" providerId="ADAL" clId="{9A8D5D83-33E5-4CEE-8357-E82B508215CD}" dt="2024-10-15T12:41:26.525" v="315" actId="21"/>
          <ac:picMkLst>
            <pc:docMk/>
            <pc:sldMk cId="2040789729" sldId="324"/>
            <ac:picMk id="7" creationId="{00000000-0000-0000-0000-000000000000}"/>
          </ac:picMkLst>
        </pc:picChg>
      </pc:sldChg>
      <pc:sldChg chg="delSp modSp add mod">
        <pc:chgData name="Ms Alina Arshad" userId="cccdfd85-d35d-4453-9c6f-a463aae40722" providerId="ADAL" clId="{9A8D5D83-33E5-4CEE-8357-E82B508215CD}" dt="2024-10-12T09:35:29.940" v="93" actId="478"/>
        <pc:sldMkLst>
          <pc:docMk/>
          <pc:sldMk cId="2110059545" sldId="325"/>
        </pc:sldMkLst>
        <pc:spChg chg="del">
          <ac:chgData name="Ms Alina Arshad" userId="cccdfd85-d35d-4453-9c6f-a463aae40722" providerId="ADAL" clId="{9A8D5D83-33E5-4CEE-8357-E82B508215CD}" dt="2024-10-12T09:35:12.400" v="88" actId="478"/>
          <ac:spMkLst>
            <pc:docMk/>
            <pc:sldMk cId="2110059545" sldId="325"/>
            <ac:spMk id="2" creationId="{00000000-0000-0000-0000-000000000000}"/>
          </ac:spMkLst>
        </pc:spChg>
        <pc:spChg chg="del">
          <ac:chgData name="Ms Alina Arshad" userId="cccdfd85-d35d-4453-9c6f-a463aae40722" providerId="ADAL" clId="{9A8D5D83-33E5-4CEE-8357-E82B508215CD}" dt="2024-10-12T09:35:27.641" v="92" actId="478"/>
          <ac:spMkLst>
            <pc:docMk/>
            <pc:sldMk cId="2110059545" sldId="325"/>
            <ac:spMk id="4" creationId="{00000000-0000-0000-0000-000000000000}"/>
          </ac:spMkLst>
        </pc:spChg>
        <pc:spChg chg="del">
          <ac:chgData name="Ms Alina Arshad" userId="cccdfd85-d35d-4453-9c6f-a463aae40722" providerId="ADAL" clId="{9A8D5D83-33E5-4CEE-8357-E82B508215CD}" dt="2024-10-12T09:35:29.940" v="93" actId="478"/>
          <ac:spMkLst>
            <pc:docMk/>
            <pc:sldMk cId="2110059545" sldId="325"/>
            <ac:spMk id="5" creationId="{00000000-0000-0000-0000-000000000000}"/>
          </ac:spMkLst>
        </pc:spChg>
        <pc:picChg chg="mod">
          <ac:chgData name="Ms Alina Arshad" userId="cccdfd85-d35d-4453-9c6f-a463aae40722" providerId="ADAL" clId="{9A8D5D83-33E5-4CEE-8357-E82B508215CD}" dt="2024-10-12T09:35:24.142" v="91" actId="1076"/>
          <ac:picMkLst>
            <pc:docMk/>
            <pc:sldMk cId="2110059545" sldId="325"/>
            <ac:picMk id="6" creationId="{00000000-0000-0000-0000-000000000000}"/>
          </ac:picMkLst>
        </pc:picChg>
      </pc:sldChg>
      <pc:sldChg chg="delSp modSp add mod">
        <pc:chgData name="Ms Alina Arshad" userId="cccdfd85-d35d-4453-9c6f-a463aae40722" providerId="ADAL" clId="{9A8D5D83-33E5-4CEE-8357-E82B508215CD}" dt="2024-10-12T09:38:45.722" v="158" actId="478"/>
        <pc:sldMkLst>
          <pc:docMk/>
          <pc:sldMk cId="1890923545" sldId="326"/>
        </pc:sldMkLst>
        <pc:spChg chg="mod">
          <ac:chgData name="Ms Alina Arshad" userId="cccdfd85-d35d-4453-9c6f-a463aae40722" providerId="ADAL" clId="{9A8D5D83-33E5-4CEE-8357-E82B508215CD}" dt="2024-10-12T09:38:38.608" v="155" actId="14100"/>
          <ac:spMkLst>
            <pc:docMk/>
            <pc:sldMk cId="1890923545" sldId="326"/>
            <ac:spMk id="2" creationId="{00000000-0000-0000-0000-000000000000}"/>
          </ac:spMkLst>
        </pc:spChg>
        <pc:spChg chg="del">
          <ac:chgData name="Ms Alina Arshad" userId="cccdfd85-d35d-4453-9c6f-a463aae40722" providerId="ADAL" clId="{9A8D5D83-33E5-4CEE-8357-E82B508215CD}" dt="2024-10-12T09:38:43.043" v="157" actId="478"/>
          <ac:spMkLst>
            <pc:docMk/>
            <pc:sldMk cId="1890923545" sldId="326"/>
            <ac:spMk id="4" creationId="{00000000-0000-0000-0000-000000000000}"/>
          </ac:spMkLst>
        </pc:spChg>
        <pc:spChg chg="del">
          <ac:chgData name="Ms Alina Arshad" userId="cccdfd85-d35d-4453-9c6f-a463aae40722" providerId="ADAL" clId="{9A8D5D83-33E5-4CEE-8357-E82B508215CD}" dt="2024-10-12T09:38:45.722" v="158" actId="478"/>
          <ac:spMkLst>
            <pc:docMk/>
            <pc:sldMk cId="1890923545" sldId="326"/>
            <ac:spMk id="5" creationId="{00000000-0000-0000-0000-000000000000}"/>
          </ac:spMkLst>
        </pc:spChg>
        <pc:picChg chg="mod">
          <ac:chgData name="Ms Alina Arshad" userId="cccdfd85-d35d-4453-9c6f-a463aae40722" providerId="ADAL" clId="{9A8D5D83-33E5-4CEE-8357-E82B508215CD}" dt="2024-10-12T09:38:40.960" v="156" actId="1076"/>
          <ac:picMkLst>
            <pc:docMk/>
            <pc:sldMk cId="1890923545" sldId="326"/>
            <ac:picMk id="6" creationId="{00000000-0000-0000-0000-000000000000}"/>
          </ac:picMkLst>
        </pc:picChg>
      </pc:sldChg>
      <pc:sldChg chg="delSp modSp add mod">
        <pc:chgData name="Ms Alina Arshad" userId="cccdfd85-d35d-4453-9c6f-a463aae40722" providerId="ADAL" clId="{9A8D5D83-33E5-4CEE-8357-E82B508215CD}" dt="2024-10-12T09:41:04.982" v="205" actId="478"/>
        <pc:sldMkLst>
          <pc:docMk/>
          <pc:sldMk cId="4133473658" sldId="327"/>
        </pc:sldMkLst>
        <pc:spChg chg="mod">
          <ac:chgData name="Ms Alina Arshad" userId="cccdfd85-d35d-4453-9c6f-a463aae40722" providerId="ADAL" clId="{9A8D5D83-33E5-4CEE-8357-E82B508215CD}" dt="2024-10-12T09:40:59.536" v="203" actId="113"/>
          <ac:spMkLst>
            <pc:docMk/>
            <pc:sldMk cId="4133473658" sldId="327"/>
            <ac:spMk id="2" creationId="{00000000-0000-0000-0000-000000000000}"/>
          </ac:spMkLst>
        </pc:spChg>
        <pc:spChg chg="del">
          <ac:chgData name="Ms Alina Arshad" userId="cccdfd85-d35d-4453-9c6f-a463aae40722" providerId="ADAL" clId="{9A8D5D83-33E5-4CEE-8357-E82B508215CD}" dt="2024-10-12T09:41:02.930" v="204" actId="478"/>
          <ac:spMkLst>
            <pc:docMk/>
            <pc:sldMk cId="4133473658" sldId="327"/>
            <ac:spMk id="4" creationId="{00000000-0000-0000-0000-000000000000}"/>
          </ac:spMkLst>
        </pc:spChg>
        <pc:spChg chg="del">
          <ac:chgData name="Ms Alina Arshad" userId="cccdfd85-d35d-4453-9c6f-a463aae40722" providerId="ADAL" clId="{9A8D5D83-33E5-4CEE-8357-E82B508215CD}" dt="2024-10-12T09:41:04.982" v="205" actId="478"/>
          <ac:spMkLst>
            <pc:docMk/>
            <pc:sldMk cId="4133473658" sldId="327"/>
            <ac:spMk id="5" creationId="{00000000-0000-0000-0000-000000000000}"/>
          </ac:spMkLst>
        </pc:spChg>
      </pc:sldChg>
      <pc:sldChg chg="delSp modSp add mod">
        <pc:chgData name="Ms Alina Arshad" userId="cccdfd85-d35d-4453-9c6f-a463aae40722" providerId="ADAL" clId="{9A8D5D83-33E5-4CEE-8357-E82B508215CD}" dt="2024-10-15T12:42:52.847" v="339" actId="207"/>
        <pc:sldMkLst>
          <pc:docMk/>
          <pc:sldMk cId="562791159" sldId="328"/>
        </pc:sldMkLst>
        <pc:spChg chg="mod">
          <ac:chgData name="Ms Alina Arshad" userId="cccdfd85-d35d-4453-9c6f-a463aae40722" providerId="ADAL" clId="{9A8D5D83-33E5-4CEE-8357-E82B508215CD}" dt="2024-10-15T12:42:52.847" v="339" actId="207"/>
          <ac:spMkLst>
            <pc:docMk/>
            <pc:sldMk cId="562791159" sldId="328"/>
            <ac:spMk id="2" creationId="{00000000-0000-0000-0000-000000000000}"/>
          </ac:spMkLst>
        </pc:spChg>
        <pc:spChg chg="del">
          <ac:chgData name="Ms Alina Arshad" userId="cccdfd85-d35d-4453-9c6f-a463aae40722" providerId="ADAL" clId="{9A8D5D83-33E5-4CEE-8357-E82B508215CD}" dt="2024-10-12T09:41:19.307" v="209" actId="478"/>
          <ac:spMkLst>
            <pc:docMk/>
            <pc:sldMk cId="562791159" sldId="328"/>
            <ac:spMk id="4" creationId="{00000000-0000-0000-0000-000000000000}"/>
          </ac:spMkLst>
        </pc:spChg>
        <pc:spChg chg="del">
          <ac:chgData name="Ms Alina Arshad" userId="cccdfd85-d35d-4453-9c6f-a463aae40722" providerId="ADAL" clId="{9A8D5D83-33E5-4CEE-8357-E82B508215CD}" dt="2024-10-12T09:41:21.009" v="210" actId="478"/>
          <ac:spMkLst>
            <pc:docMk/>
            <pc:sldMk cId="562791159" sldId="328"/>
            <ac:spMk id="5" creationId="{00000000-0000-0000-0000-000000000000}"/>
          </ac:spMkLst>
        </pc:spChg>
        <pc:picChg chg="mod">
          <ac:chgData name="Ms Alina Arshad" userId="cccdfd85-d35d-4453-9c6f-a463aae40722" providerId="ADAL" clId="{9A8D5D83-33E5-4CEE-8357-E82B508215CD}" dt="2024-10-15T12:42:45.553" v="338" actId="1076"/>
          <ac:picMkLst>
            <pc:docMk/>
            <pc:sldMk cId="562791159" sldId="328"/>
            <ac:picMk id="6" creationId="{00000000-0000-0000-0000-000000000000}"/>
          </ac:picMkLst>
        </pc:picChg>
      </pc:sldChg>
      <pc:sldChg chg="delSp modSp add mod">
        <pc:chgData name="Ms Alina Arshad" userId="cccdfd85-d35d-4453-9c6f-a463aae40722" providerId="ADAL" clId="{9A8D5D83-33E5-4CEE-8357-E82B508215CD}" dt="2024-10-15T12:43:03.837" v="342" actId="1076"/>
        <pc:sldMkLst>
          <pc:docMk/>
          <pc:sldMk cId="902647392" sldId="329"/>
        </pc:sldMkLst>
        <pc:spChg chg="mod">
          <ac:chgData name="Ms Alina Arshad" userId="cccdfd85-d35d-4453-9c6f-a463aae40722" providerId="ADAL" clId="{9A8D5D83-33E5-4CEE-8357-E82B508215CD}" dt="2024-10-12T09:41:27.591" v="212" actId="113"/>
          <ac:spMkLst>
            <pc:docMk/>
            <pc:sldMk cId="902647392" sldId="329"/>
            <ac:spMk id="2" creationId="{00000000-0000-0000-0000-000000000000}"/>
          </ac:spMkLst>
        </pc:spChg>
        <pc:spChg chg="del">
          <ac:chgData name="Ms Alina Arshad" userId="cccdfd85-d35d-4453-9c6f-a463aae40722" providerId="ADAL" clId="{9A8D5D83-33E5-4CEE-8357-E82B508215CD}" dt="2024-10-12T09:41:29.466" v="213" actId="478"/>
          <ac:spMkLst>
            <pc:docMk/>
            <pc:sldMk cId="902647392" sldId="329"/>
            <ac:spMk id="4" creationId="{00000000-0000-0000-0000-000000000000}"/>
          </ac:spMkLst>
        </pc:spChg>
        <pc:spChg chg="del">
          <ac:chgData name="Ms Alina Arshad" userId="cccdfd85-d35d-4453-9c6f-a463aae40722" providerId="ADAL" clId="{9A8D5D83-33E5-4CEE-8357-E82B508215CD}" dt="2024-10-12T09:41:31.921" v="214" actId="478"/>
          <ac:spMkLst>
            <pc:docMk/>
            <pc:sldMk cId="902647392" sldId="329"/>
            <ac:spMk id="5" creationId="{00000000-0000-0000-0000-000000000000}"/>
          </ac:spMkLst>
        </pc:spChg>
        <pc:picChg chg="mod">
          <ac:chgData name="Ms Alina Arshad" userId="cccdfd85-d35d-4453-9c6f-a463aae40722" providerId="ADAL" clId="{9A8D5D83-33E5-4CEE-8357-E82B508215CD}" dt="2024-10-15T12:43:03.837" v="342" actId="1076"/>
          <ac:picMkLst>
            <pc:docMk/>
            <pc:sldMk cId="902647392" sldId="329"/>
            <ac:picMk id="6" creationId="{00000000-0000-0000-0000-000000000000}"/>
          </ac:picMkLst>
        </pc:picChg>
      </pc:sldChg>
      <pc:sldChg chg="add">
        <pc:chgData name="Ms Alina Arshad" userId="cccdfd85-d35d-4453-9c6f-a463aae40722" providerId="ADAL" clId="{9A8D5D83-33E5-4CEE-8357-E82B508215CD}" dt="2024-10-12T09:33:44.439" v="11"/>
        <pc:sldMkLst>
          <pc:docMk/>
          <pc:sldMk cId="364105119" sldId="330"/>
        </pc:sldMkLst>
      </pc:sldChg>
      <pc:sldChg chg="add">
        <pc:chgData name="Ms Alina Arshad" userId="cccdfd85-d35d-4453-9c6f-a463aae40722" providerId="ADAL" clId="{9A8D5D83-33E5-4CEE-8357-E82B508215CD}" dt="2024-10-12T09:33:44.439" v="11"/>
        <pc:sldMkLst>
          <pc:docMk/>
          <pc:sldMk cId="3507957172" sldId="331"/>
        </pc:sldMkLst>
      </pc:sldChg>
      <pc:sldChg chg="add">
        <pc:chgData name="Ms Alina Arshad" userId="cccdfd85-d35d-4453-9c6f-a463aae40722" providerId="ADAL" clId="{9A8D5D83-33E5-4CEE-8357-E82B508215CD}" dt="2024-10-12T09:33:44.439" v="11"/>
        <pc:sldMkLst>
          <pc:docMk/>
          <pc:sldMk cId="2370268370" sldId="332"/>
        </pc:sldMkLst>
      </pc:sldChg>
      <pc:sldChg chg="add">
        <pc:chgData name="Ms Alina Arshad" userId="cccdfd85-d35d-4453-9c6f-a463aae40722" providerId="ADAL" clId="{9A8D5D83-33E5-4CEE-8357-E82B508215CD}" dt="2024-10-12T09:33:44.439" v="11"/>
        <pc:sldMkLst>
          <pc:docMk/>
          <pc:sldMk cId="4266472454" sldId="333"/>
        </pc:sldMkLst>
      </pc:sldChg>
      <pc:sldChg chg="add">
        <pc:chgData name="Ms Alina Arshad" userId="cccdfd85-d35d-4453-9c6f-a463aae40722" providerId="ADAL" clId="{9A8D5D83-33E5-4CEE-8357-E82B508215CD}" dt="2024-10-12T09:33:44.439" v="11"/>
        <pc:sldMkLst>
          <pc:docMk/>
          <pc:sldMk cId="3773565437" sldId="337"/>
        </pc:sldMkLst>
      </pc:sldChg>
      <pc:sldChg chg="add">
        <pc:chgData name="Ms Alina Arshad" userId="cccdfd85-d35d-4453-9c6f-a463aae40722" providerId="ADAL" clId="{9A8D5D83-33E5-4CEE-8357-E82B508215CD}" dt="2024-10-12T09:33:44.439" v="11"/>
        <pc:sldMkLst>
          <pc:docMk/>
          <pc:sldMk cId="4279161592" sldId="338"/>
        </pc:sldMkLst>
      </pc:sldChg>
      <pc:sldChg chg="add">
        <pc:chgData name="Ms Alina Arshad" userId="cccdfd85-d35d-4453-9c6f-a463aae40722" providerId="ADAL" clId="{9A8D5D83-33E5-4CEE-8357-E82B508215CD}" dt="2024-10-12T09:33:44.439" v="11"/>
        <pc:sldMkLst>
          <pc:docMk/>
          <pc:sldMk cId="3802661232" sldId="339"/>
        </pc:sldMkLst>
      </pc:sldChg>
      <pc:sldChg chg="add">
        <pc:chgData name="Ms Alina Arshad" userId="cccdfd85-d35d-4453-9c6f-a463aae40722" providerId="ADAL" clId="{9A8D5D83-33E5-4CEE-8357-E82B508215CD}" dt="2024-10-12T09:33:44.439" v="11"/>
        <pc:sldMkLst>
          <pc:docMk/>
          <pc:sldMk cId="2631992896" sldId="341"/>
        </pc:sldMkLst>
      </pc:sldChg>
      <pc:sldChg chg="add">
        <pc:chgData name="Ms Alina Arshad" userId="cccdfd85-d35d-4453-9c6f-a463aae40722" providerId="ADAL" clId="{9A8D5D83-33E5-4CEE-8357-E82B508215CD}" dt="2024-10-12T09:33:44.439" v="11"/>
        <pc:sldMkLst>
          <pc:docMk/>
          <pc:sldMk cId="1272390140" sldId="342"/>
        </pc:sldMkLst>
      </pc:sldChg>
      <pc:sldChg chg="modSp add mod">
        <pc:chgData name="Ms Alina Arshad" userId="cccdfd85-d35d-4453-9c6f-a463aae40722" providerId="ADAL" clId="{9A8D5D83-33E5-4CEE-8357-E82B508215CD}" dt="2024-10-12T09:33:44.601" v="12" actId="27636"/>
        <pc:sldMkLst>
          <pc:docMk/>
          <pc:sldMk cId="2975843183" sldId="343"/>
        </pc:sldMkLst>
        <pc:spChg chg="mod">
          <ac:chgData name="Ms Alina Arshad" userId="cccdfd85-d35d-4453-9c6f-a463aae40722" providerId="ADAL" clId="{9A8D5D83-33E5-4CEE-8357-E82B508215CD}" dt="2024-10-12T09:33:44.601" v="12" actId="27636"/>
          <ac:spMkLst>
            <pc:docMk/>
            <pc:sldMk cId="2975843183" sldId="343"/>
            <ac:spMk id="3" creationId="{00000000-0000-0000-0000-000000000000}"/>
          </ac:spMkLst>
        </pc:spChg>
      </pc:sldChg>
      <pc:sldChg chg="add">
        <pc:chgData name="Ms Alina Arshad" userId="cccdfd85-d35d-4453-9c6f-a463aae40722" providerId="ADAL" clId="{9A8D5D83-33E5-4CEE-8357-E82B508215CD}" dt="2024-10-12T09:33:44.439" v="11"/>
        <pc:sldMkLst>
          <pc:docMk/>
          <pc:sldMk cId="2728092652" sldId="344"/>
        </pc:sldMkLst>
      </pc:sldChg>
      <pc:sldChg chg="add">
        <pc:chgData name="Ms Alina Arshad" userId="cccdfd85-d35d-4453-9c6f-a463aae40722" providerId="ADAL" clId="{9A8D5D83-33E5-4CEE-8357-E82B508215CD}" dt="2024-10-12T09:33:44.439" v="11"/>
        <pc:sldMkLst>
          <pc:docMk/>
          <pc:sldMk cId="1152589764" sldId="345"/>
        </pc:sldMkLst>
      </pc:sldChg>
      <pc:sldChg chg="add">
        <pc:chgData name="Ms Alina Arshad" userId="cccdfd85-d35d-4453-9c6f-a463aae40722" providerId="ADAL" clId="{9A8D5D83-33E5-4CEE-8357-E82B508215CD}" dt="2024-10-12T09:33:44.439" v="11"/>
        <pc:sldMkLst>
          <pc:docMk/>
          <pc:sldMk cId="2836377052" sldId="346"/>
        </pc:sldMkLst>
      </pc:sldChg>
      <pc:sldChg chg="add">
        <pc:chgData name="Ms Alina Arshad" userId="cccdfd85-d35d-4453-9c6f-a463aae40722" providerId="ADAL" clId="{9A8D5D83-33E5-4CEE-8357-E82B508215CD}" dt="2024-10-12T09:33:44.439" v="11"/>
        <pc:sldMkLst>
          <pc:docMk/>
          <pc:sldMk cId="1937937038" sldId="347"/>
        </pc:sldMkLst>
      </pc:sldChg>
      <pc:sldChg chg="modSp add mod">
        <pc:chgData name="Ms Alina Arshad" userId="cccdfd85-d35d-4453-9c6f-a463aae40722" providerId="ADAL" clId="{9A8D5D83-33E5-4CEE-8357-E82B508215CD}" dt="2024-10-12T09:33:44.622" v="13" actId="27636"/>
        <pc:sldMkLst>
          <pc:docMk/>
          <pc:sldMk cId="4039711712" sldId="348"/>
        </pc:sldMkLst>
        <pc:spChg chg="mod">
          <ac:chgData name="Ms Alina Arshad" userId="cccdfd85-d35d-4453-9c6f-a463aae40722" providerId="ADAL" clId="{9A8D5D83-33E5-4CEE-8357-E82B508215CD}" dt="2024-10-12T09:33:44.622" v="13" actId="27636"/>
          <ac:spMkLst>
            <pc:docMk/>
            <pc:sldMk cId="4039711712" sldId="348"/>
            <ac:spMk id="3" creationId="{00000000-0000-0000-0000-000000000000}"/>
          </ac:spMkLst>
        </pc:spChg>
      </pc:sldChg>
      <pc:sldChg chg="add">
        <pc:chgData name="Ms Alina Arshad" userId="cccdfd85-d35d-4453-9c6f-a463aae40722" providerId="ADAL" clId="{9A8D5D83-33E5-4CEE-8357-E82B508215CD}" dt="2024-10-12T09:33:44.439" v="11"/>
        <pc:sldMkLst>
          <pc:docMk/>
          <pc:sldMk cId="920152002" sldId="349"/>
        </pc:sldMkLst>
      </pc:sldChg>
      <pc:sldChg chg="add">
        <pc:chgData name="Ms Alina Arshad" userId="cccdfd85-d35d-4453-9c6f-a463aae40722" providerId="ADAL" clId="{9A8D5D83-33E5-4CEE-8357-E82B508215CD}" dt="2024-10-12T09:33:44.439" v="11"/>
        <pc:sldMkLst>
          <pc:docMk/>
          <pc:sldMk cId="4094110610" sldId="350"/>
        </pc:sldMkLst>
      </pc:sldChg>
      <pc:sldChg chg="add">
        <pc:chgData name="Ms Alina Arshad" userId="cccdfd85-d35d-4453-9c6f-a463aae40722" providerId="ADAL" clId="{9A8D5D83-33E5-4CEE-8357-E82B508215CD}" dt="2024-10-12T09:33:44.439" v="11"/>
        <pc:sldMkLst>
          <pc:docMk/>
          <pc:sldMk cId="2870650755" sldId="351"/>
        </pc:sldMkLst>
      </pc:sldChg>
      <pc:sldChg chg="add">
        <pc:chgData name="Ms Alina Arshad" userId="cccdfd85-d35d-4453-9c6f-a463aae40722" providerId="ADAL" clId="{9A8D5D83-33E5-4CEE-8357-E82B508215CD}" dt="2024-10-12T09:33:44.439" v="11"/>
        <pc:sldMkLst>
          <pc:docMk/>
          <pc:sldMk cId="2110565016" sldId="352"/>
        </pc:sldMkLst>
      </pc:sldChg>
      <pc:sldChg chg="add">
        <pc:chgData name="Ms Alina Arshad" userId="cccdfd85-d35d-4453-9c6f-a463aae40722" providerId="ADAL" clId="{9A8D5D83-33E5-4CEE-8357-E82B508215CD}" dt="2024-10-12T09:33:44.439" v="11"/>
        <pc:sldMkLst>
          <pc:docMk/>
          <pc:sldMk cId="3796521914" sldId="354"/>
        </pc:sldMkLst>
      </pc:sldChg>
      <pc:sldChg chg="add">
        <pc:chgData name="Ms Alina Arshad" userId="cccdfd85-d35d-4453-9c6f-a463aae40722" providerId="ADAL" clId="{9A8D5D83-33E5-4CEE-8357-E82B508215CD}" dt="2024-10-12T09:33:44.439" v="11"/>
        <pc:sldMkLst>
          <pc:docMk/>
          <pc:sldMk cId="301380529" sldId="355"/>
        </pc:sldMkLst>
      </pc:sldChg>
      <pc:sldChg chg="add">
        <pc:chgData name="Ms Alina Arshad" userId="cccdfd85-d35d-4453-9c6f-a463aae40722" providerId="ADAL" clId="{9A8D5D83-33E5-4CEE-8357-E82B508215CD}" dt="2024-10-12T09:33:44.439" v="11"/>
        <pc:sldMkLst>
          <pc:docMk/>
          <pc:sldMk cId="3254965192" sldId="356"/>
        </pc:sldMkLst>
      </pc:sldChg>
      <pc:sldChg chg="addSp modSp new mod">
        <pc:chgData name="Ms Alina Arshad" userId="cccdfd85-d35d-4453-9c6f-a463aae40722" providerId="ADAL" clId="{9A8D5D83-33E5-4CEE-8357-E82B508215CD}" dt="2024-10-15T12:42:29.552" v="335" actId="1076"/>
        <pc:sldMkLst>
          <pc:docMk/>
          <pc:sldMk cId="2667064654" sldId="357"/>
        </pc:sldMkLst>
        <pc:spChg chg="add mod">
          <ac:chgData name="Ms Alina Arshad" userId="cccdfd85-d35d-4453-9c6f-a463aae40722" providerId="ADAL" clId="{9A8D5D83-33E5-4CEE-8357-E82B508215CD}" dt="2024-10-15T12:42:29.552" v="335" actId="1076"/>
          <ac:spMkLst>
            <pc:docMk/>
            <pc:sldMk cId="2667064654" sldId="357"/>
            <ac:spMk id="2" creationId="{00000000-0000-0000-0000-000000000000}"/>
          </ac:spMkLst>
        </pc:spChg>
        <pc:picChg chg="add mod">
          <ac:chgData name="Ms Alina Arshad" userId="cccdfd85-d35d-4453-9c6f-a463aae40722" providerId="ADAL" clId="{9A8D5D83-33E5-4CEE-8357-E82B508215CD}" dt="2024-10-15T12:42:07.573" v="327" actId="14100"/>
          <ac:picMkLst>
            <pc:docMk/>
            <pc:sldMk cId="2667064654" sldId="357"/>
            <ac:picMk id="6" creationId="{00000000-0000-0000-0000-000000000000}"/>
          </ac:picMkLst>
        </pc:picChg>
        <pc:picChg chg="add mod">
          <ac:chgData name="Ms Alina Arshad" userId="cccdfd85-d35d-4453-9c6f-a463aae40722" providerId="ADAL" clId="{9A8D5D83-33E5-4CEE-8357-E82B508215CD}" dt="2024-10-15T12:42:24.065" v="332" actId="1076"/>
          <ac:picMkLst>
            <pc:docMk/>
            <pc:sldMk cId="2667064654" sldId="357"/>
            <ac:picMk id="7" creationId="{00000000-0000-0000-0000-000000000000}"/>
          </ac:picMkLst>
        </pc:picChg>
      </pc:sldChg>
      <pc:sldChg chg="addSp delSp modSp new del mod">
        <pc:chgData name="Ms Alina Arshad" userId="cccdfd85-d35d-4453-9c6f-a463aae40722" providerId="ADAL" clId="{9A8D5D83-33E5-4CEE-8357-E82B508215CD}" dt="2024-10-15T13:01:24.462" v="435" actId="47"/>
        <pc:sldMkLst>
          <pc:docMk/>
          <pc:sldMk cId="3239686355" sldId="358"/>
        </pc:sldMkLst>
        <pc:graphicFrameChg chg="add del mod modGraphic">
          <ac:chgData name="Ms Alina Arshad" userId="cccdfd85-d35d-4453-9c6f-a463aae40722" providerId="ADAL" clId="{9A8D5D83-33E5-4CEE-8357-E82B508215CD}" dt="2024-10-15T13:00:30.162" v="411" actId="21"/>
          <ac:graphicFrameMkLst>
            <pc:docMk/>
            <pc:sldMk cId="3239686355" sldId="358"/>
            <ac:graphicFrameMk id="4" creationId="{4D738402-E301-292E-9C00-2538DE92881C}"/>
          </ac:graphicFrameMkLst>
        </pc:graphicFrameChg>
        <pc:picChg chg="add del mod">
          <ac:chgData name="Ms Alina Arshad" userId="cccdfd85-d35d-4453-9c6f-a463aae40722" providerId="ADAL" clId="{9A8D5D83-33E5-4CEE-8357-E82B508215CD}" dt="2024-10-15T13:00:49.198" v="417" actId="21"/>
          <ac:picMkLst>
            <pc:docMk/>
            <pc:sldMk cId="3239686355" sldId="358"/>
            <ac:picMk id="3" creationId="{4DC65383-0CD7-97F4-F94C-8BFA49BBA27E}"/>
          </ac:picMkLst>
        </pc:picChg>
      </pc:sldChg>
      <pc:sldChg chg="addSp delSp modSp new mod">
        <pc:chgData name="Ms Alina Arshad" userId="cccdfd85-d35d-4453-9c6f-a463aae40722" providerId="ADAL" clId="{9A8D5D83-33E5-4CEE-8357-E82B508215CD}" dt="2024-10-15T13:05:47.604" v="503" actId="1076"/>
        <pc:sldMkLst>
          <pc:docMk/>
          <pc:sldMk cId="2986565107" sldId="359"/>
        </pc:sldMkLst>
        <pc:spChg chg="mod">
          <ac:chgData name="Ms Alina Arshad" userId="cccdfd85-d35d-4453-9c6f-a463aae40722" providerId="ADAL" clId="{9A8D5D83-33E5-4CEE-8357-E82B508215CD}" dt="2024-10-15T13:01:36.189" v="436"/>
          <ac:spMkLst>
            <pc:docMk/>
            <pc:sldMk cId="2986565107" sldId="359"/>
            <ac:spMk id="2" creationId="{06706209-AC64-9AE5-5348-A089AF8514D3}"/>
          </ac:spMkLst>
        </pc:spChg>
        <pc:spChg chg="del">
          <ac:chgData name="Ms Alina Arshad" userId="cccdfd85-d35d-4453-9c6f-a463aae40722" providerId="ADAL" clId="{9A8D5D83-33E5-4CEE-8357-E82B508215CD}" dt="2024-10-15T13:00:37.805" v="413" actId="478"/>
          <ac:spMkLst>
            <pc:docMk/>
            <pc:sldMk cId="2986565107" sldId="359"/>
            <ac:spMk id="3" creationId="{4CB0F13D-B4B8-521E-ED17-019681FE0EFF}"/>
          </ac:spMkLst>
        </pc:spChg>
        <pc:graphicFrameChg chg="add mod modGraphic">
          <ac:chgData name="Ms Alina Arshad" userId="cccdfd85-d35d-4453-9c6f-a463aae40722" providerId="ADAL" clId="{9A8D5D83-33E5-4CEE-8357-E82B508215CD}" dt="2024-10-15T13:03:58.844" v="469" actId="20577"/>
          <ac:graphicFrameMkLst>
            <pc:docMk/>
            <pc:sldMk cId="2986565107" sldId="359"/>
            <ac:graphicFrameMk id="4" creationId="{4D738402-E301-292E-9C00-2538DE92881C}"/>
          </ac:graphicFrameMkLst>
        </pc:graphicFrameChg>
        <pc:graphicFrameChg chg="add mod modGraphic">
          <ac:chgData name="Ms Alina Arshad" userId="cccdfd85-d35d-4453-9c6f-a463aae40722" providerId="ADAL" clId="{9A8D5D83-33E5-4CEE-8357-E82B508215CD}" dt="2024-10-15T13:05:47.604" v="503" actId="1076"/>
          <ac:graphicFrameMkLst>
            <pc:docMk/>
            <pc:sldMk cId="2986565107" sldId="359"/>
            <ac:graphicFrameMk id="5" creationId="{5B7D658E-4E35-7E28-68C8-01A79A3484CB}"/>
          </ac:graphicFrameMkLst>
        </pc:graphicFrameChg>
      </pc:sldChg>
      <pc:sldChg chg="addSp delSp modSp new mod">
        <pc:chgData name="Ms Alina Arshad" userId="cccdfd85-d35d-4453-9c6f-a463aae40722" providerId="ADAL" clId="{9A8D5D83-33E5-4CEE-8357-E82B508215CD}" dt="2024-10-15T13:01:20.391" v="434" actId="1076"/>
        <pc:sldMkLst>
          <pc:docMk/>
          <pc:sldMk cId="851498927" sldId="360"/>
        </pc:sldMkLst>
        <pc:spChg chg="mod">
          <ac:chgData name="Ms Alina Arshad" userId="cccdfd85-d35d-4453-9c6f-a463aae40722" providerId="ADAL" clId="{9A8D5D83-33E5-4CEE-8357-E82B508215CD}" dt="2024-10-15T13:01:09.122" v="429" actId="113"/>
          <ac:spMkLst>
            <pc:docMk/>
            <pc:sldMk cId="851498927" sldId="360"/>
            <ac:spMk id="2" creationId="{013E43B6-0CC4-7A05-BEE5-6DEBCD0C42B6}"/>
          </ac:spMkLst>
        </pc:spChg>
        <pc:spChg chg="del">
          <ac:chgData name="Ms Alina Arshad" userId="cccdfd85-d35d-4453-9c6f-a463aae40722" providerId="ADAL" clId="{9A8D5D83-33E5-4CEE-8357-E82B508215CD}" dt="2024-10-15T13:00:53.267" v="418" actId="478"/>
          <ac:spMkLst>
            <pc:docMk/>
            <pc:sldMk cId="851498927" sldId="360"/>
            <ac:spMk id="3" creationId="{E00A279E-8ADC-BAA9-50C5-43272D8DEB34}"/>
          </ac:spMkLst>
        </pc:spChg>
        <pc:picChg chg="add mod">
          <ac:chgData name="Ms Alina Arshad" userId="cccdfd85-d35d-4453-9c6f-a463aae40722" providerId="ADAL" clId="{9A8D5D83-33E5-4CEE-8357-E82B508215CD}" dt="2024-10-15T13:01:20.391" v="434" actId="1076"/>
          <ac:picMkLst>
            <pc:docMk/>
            <pc:sldMk cId="851498927" sldId="360"/>
            <ac:picMk id="4" creationId="{4DC65383-0CD7-97F4-F94C-8BFA49BBA27E}"/>
          </ac:picMkLst>
        </pc:picChg>
      </pc:sldChg>
      <pc:sldChg chg="del">
        <pc:chgData name="Ms Alina Arshad" userId="cccdfd85-d35d-4453-9c6f-a463aae40722" providerId="ADAL" clId="{9A8D5D83-33E5-4CEE-8357-E82B508215CD}" dt="2024-10-12T09:33:39.119" v="0" actId="47"/>
        <pc:sldMkLst>
          <pc:docMk/>
          <pc:sldMk cId="163811022" sldId="511"/>
        </pc:sldMkLst>
      </pc:sldChg>
      <pc:sldChg chg="del">
        <pc:chgData name="Ms Alina Arshad" userId="cccdfd85-d35d-4453-9c6f-a463aae40722" providerId="ADAL" clId="{9A8D5D83-33E5-4CEE-8357-E82B508215CD}" dt="2024-10-12T09:33:39.623" v="1" actId="47"/>
        <pc:sldMkLst>
          <pc:docMk/>
          <pc:sldMk cId="1045239677" sldId="512"/>
        </pc:sldMkLst>
      </pc:sldChg>
      <pc:sldChg chg="del">
        <pc:chgData name="Ms Alina Arshad" userId="cccdfd85-d35d-4453-9c6f-a463aae40722" providerId="ADAL" clId="{9A8D5D83-33E5-4CEE-8357-E82B508215CD}" dt="2024-10-12T09:33:39.815" v="7" actId="47"/>
        <pc:sldMkLst>
          <pc:docMk/>
          <pc:sldMk cId="711124051" sldId="516"/>
        </pc:sldMkLst>
      </pc:sldChg>
      <pc:sldChg chg="del">
        <pc:chgData name="Ms Alina Arshad" userId="cccdfd85-d35d-4453-9c6f-a463aae40722" providerId="ADAL" clId="{9A8D5D83-33E5-4CEE-8357-E82B508215CD}" dt="2024-10-12T09:33:39.657" v="2" actId="47"/>
        <pc:sldMkLst>
          <pc:docMk/>
          <pc:sldMk cId="2427267918" sldId="525"/>
        </pc:sldMkLst>
      </pc:sldChg>
      <pc:sldChg chg="del">
        <pc:chgData name="Ms Alina Arshad" userId="cccdfd85-d35d-4453-9c6f-a463aae40722" providerId="ADAL" clId="{9A8D5D83-33E5-4CEE-8357-E82B508215CD}" dt="2024-10-12T09:33:39.689" v="3" actId="47"/>
        <pc:sldMkLst>
          <pc:docMk/>
          <pc:sldMk cId="1270081800" sldId="526"/>
        </pc:sldMkLst>
      </pc:sldChg>
      <pc:sldChg chg="del">
        <pc:chgData name="Ms Alina Arshad" userId="cccdfd85-d35d-4453-9c6f-a463aae40722" providerId="ADAL" clId="{9A8D5D83-33E5-4CEE-8357-E82B508215CD}" dt="2024-10-12T09:33:39.721" v="4" actId="47"/>
        <pc:sldMkLst>
          <pc:docMk/>
          <pc:sldMk cId="870909777" sldId="527"/>
        </pc:sldMkLst>
      </pc:sldChg>
      <pc:sldChg chg="del">
        <pc:chgData name="Ms Alina Arshad" userId="cccdfd85-d35d-4453-9c6f-a463aae40722" providerId="ADAL" clId="{9A8D5D83-33E5-4CEE-8357-E82B508215CD}" dt="2024-10-12T09:33:39.769" v="5" actId="47"/>
        <pc:sldMkLst>
          <pc:docMk/>
          <pc:sldMk cId="503587932" sldId="528"/>
        </pc:sldMkLst>
      </pc:sldChg>
      <pc:sldChg chg="del">
        <pc:chgData name="Ms Alina Arshad" userId="cccdfd85-d35d-4453-9c6f-a463aae40722" providerId="ADAL" clId="{9A8D5D83-33E5-4CEE-8357-E82B508215CD}" dt="2024-10-12T09:33:39.792" v="6" actId="47"/>
        <pc:sldMkLst>
          <pc:docMk/>
          <pc:sldMk cId="1646226232" sldId="529"/>
        </pc:sldMkLst>
      </pc:sldChg>
    </pc:docChg>
  </pc:docChgLst>
  <pc:docChgLst>
    <pc:chgData name="Ms Alina Arshad" userId="cccdfd85-d35d-4453-9c6f-a463aae40722" providerId="ADAL" clId="{A8F62292-C3D6-4926-9BC9-5B18711B6FF1}"/>
    <pc:docChg chg="undo custSel addSld delSld modSld sldOrd">
      <pc:chgData name="Ms Alina Arshad" userId="cccdfd85-d35d-4453-9c6f-a463aae40722" providerId="ADAL" clId="{A8F62292-C3D6-4926-9BC9-5B18711B6FF1}" dt="2024-10-06T05:09:35.700" v="1260" actId="20577"/>
      <pc:docMkLst>
        <pc:docMk/>
      </pc:docMkLst>
      <pc:sldChg chg="modSp mod">
        <pc:chgData name="Ms Alina Arshad" userId="cccdfd85-d35d-4453-9c6f-a463aae40722" providerId="ADAL" clId="{A8F62292-C3D6-4926-9BC9-5B18711B6FF1}" dt="2024-10-05T15:04:47.322" v="1" actId="20577"/>
        <pc:sldMkLst>
          <pc:docMk/>
          <pc:sldMk cId="3322361034" sldId="256"/>
        </pc:sldMkLst>
        <pc:spChg chg="mod">
          <ac:chgData name="Ms Alina Arshad" userId="cccdfd85-d35d-4453-9c6f-a463aae40722" providerId="ADAL" clId="{A8F62292-C3D6-4926-9BC9-5B18711B6FF1}" dt="2024-10-05T15:04:47.322" v="1" actId="20577"/>
          <ac:spMkLst>
            <pc:docMk/>
            <pc:sldMk cId="3322361034" sldId="256"/>
            <ac:spMk id="3" creationId="{44E9F82C-BBA7-3495-1097-BEDB54FFFDF4}"/>
          </ac:spMkLst>
        </pc:spChg>
      </pc:sldChg>
      <pc:sldChg chg="modSp mod">
        <pc:chgData name="Ms Alina Arshad" userId="cccdfd85-d35d-4453-9c6f-a463aae40722" providerId="ADAL" clId="{A8F62292-C3D6-4926-9BC9-5B18711B6FF1}" dt="2024-10-06T04:35:52.309" v="635" actId="255"/>
        <pc:sldMkLst>
          <pc:docMk/>
          <pc:sldMk cId="3595481221" sldId="492"/>
        </pc:sldMkLst>
        <pc:spChg chg="mod">
          <ac:chgData name="Ms Alina Arshad" userId="cccdfd85-d35d-4453-9c6f-a463aae40722" providerId="ADAL" clId="{A8F62292-C3D6-4926-9BC9-5B18711B6FF1}" dt="2024-10-05T15:05:02.423" v="3" actId="207"/>
          <ac:spMkLst>
            <pc:docMk/>
            <pc:sldMk cId="3595481221" sldId="492"/>
            <ac:spMk id="2" creationId="{00000000-0000-0000-0000-000000000000}"/>
          </ac:spMkLst>
        </pc:spChg>
        <pc:spChg chg="mod">
          <ac:chgData name="Ms Alina Arshad" userId="cccdfd85-d35d-4453-9c6f-a463aae40722" providerId="ADAL" clId="{A8F62292-C3D6-4926-9BC9-5B18711B6FF1}" dt="2024-10-06T04:35:52.309" v="635" actId="255"/>
          <ac:spMkLst>
            <pc:docMk/>
            <pc:sldMk cId="3595481221" sldId="492"/>
            <ac:spMk id="3" creationId="{00000000-0000-0000-0000-000000000000}"/>
          </ac:spMkLst>
        </pc:spChg>
      </pc:sldChg>
      <pc:sldChg chg="delSp modSp mod">
        <pc:chgData name="Ms Alina Arshad" userId="cccdfd85-d35d-4453-9c6f-a463aae40722" providerId="ADAL" clId="{A8F62292-C3D6-4926-9BC9-5B18711B6FF1}" dt="2024-10-06T04:38:52.629" v="661" actId="403"/>
        <pc:sldMkLst>
          <pc:docMk/>
          <pc:sldMk cId="3384488715" sldId="493"/>
        </pc:sldMkLst>
        <pc:spChg chg="mod">
          <ac:chgData name="Ms Alina Arshad" userId="cccdfd85-d35d-4453-9c6f-a463aae40722" providerId="ADAL" clId="{A8F62292-C3D6-4926-9BC9-5B18711B6FF1}" dt="2024-10-06T04:38:52.629" v="661" actId="403"/>
          <ac:spMkLst>
            <pc:docMk/>
            <pc:sldMk cId="3384488715" sldId="493"/>
            <ac:spMk id="3" creationId="{00000000-0000-0000-0000-000000000000}"/>
          </ac:spMkLst>
        </pc:spChg>
        <pc:picChg chg="del">
          <ac:chgData name="Ms Alina Arshad" userId="cccdfd85-d35d-4453-9c6f-a463aae40722" providerId="ADAL" clId="{A8F62292-C3D6-4926-9BC9-5B18711B6FF1}" dt="2024-10-06T04:38:36.879" v="657" actId="478"/>
          <ac:picMkLst>
            <pc:docMk/>
            <pc:sldMk cId="3384488715" sldId="493"/>
            <ac:picMk id="6" creationId="{00000000-0000-0000-0000-000000000000}"/>
          </ac:picMkLst>
        </pc:picChg>
      </pc:sldChg>
      <pc:sldChg chg="del">
        <pc:chgData name="Ms Alina Arshad" userId="cccdfd85-d35d-4453-9c6f-a463aae40722" providerId="ADAL" clId="{A8F62292-C3D6-4926-9BC9-5B18711B6FF1}" dt="2024-10-06T04:39:09.730" v="662" actId="47"/>
        <pc:sldMkLst>
          <pc:docMk/>
          <pc:sldMk cId="3386321733" sldId="494"/>
        </pc:sldMkLst>
      </pc:sldChg>
      <pc:sldChg chg="modSp mod">
        <pc:chgData name="Ms Alina Arshad" userId="cccdfd85-d35d-4453-9c6f-a463aae40722" providerId="ADAL" clId="{A8F62292-C3D6-4926-9BC9-5B18711B6FF1}" dt="2024-10-06T04:39:58.959" v="672" actId="1076"/>
        <pc:sldMkLst>
          <pc:docMk/>
          <pc:sldMk cId="4273395344" sldId="495"/>
        </pc:sldMkLst>
        <pc:spChg chg="mod">
          <ac:chgData name="Ms Alina Arshad" userId="cccdfd85-d35d-4453-9c6f-a463aae40722" providerId="ADAL" clId="{A8F62292-C3D6-4926-9BC9-5B18711B6FF1}" dt="2024-10-06T04:39:18.456" v="664" actId="207"/>
          <ac:spMkLst>
            <pc:docMk/>
            <pc:sldMk cId="4273395344" sldId="495"/>
            <ac:spMk id="2" creationId="{00000000-0000-0000-0000-000000000000}"/>
          </ac:spMkLst>
        </pc:spChg>
        <pc:spChg chg="mod">
          <ac:chgData name="Ms Alina Arshad" userId="cccdfd85-d35d-4453-9c6f-a463aae40722" providerId="ADAL" clId="{A8F62292-C3D6-4926-9BC9-5B18711B6FF1}" dt="2024-10-06T04:39:58.959" v="672" actId="1076"/>
          <ac:spMkLst>
            <pc:docMk/>
            <pc:sldMk cId="4273395344" sldId="495"/>
            <ac:spMk id="3" creationId="{00000000-0000-0000-0000-000000000000}"/>
          </ac:spMkLst>
        </pc:spChg>
      </pc:sldChg>
      <pc:sldChg chg="del">
        <pc:chgData name="Ms Alina Arshad" userId="cccdfd85-d35d-4453-9c6f-a463aae40722" providerId="ADAL" clId="{A8F62292-C3D6-4926-9BC9-5B18711B6FF1}" dt="2024-10-06T04:39:11.965" v="663" actId="47"/>
        <pc:sldMkLst>
          <pc:docMk/>
          <pc:sldMk cId="1799033065" sldId="507"/>
        </pc:sldMkLst>
      </pc:sldChg>
      <pc:sldChg chg="modSp new mod">
        <pc:chgData name="Ms Alina Arshad" userId="cccdfd85-d35d-4453-9c6f-a463aae40722" providerId="ADAL" clId="{A8F62292-C3D6-4926-9BC9-5B18711B6FF1}" dt="2024-10-06T04:34:09.200" v="575" actId="27636"/>
        <pc:sldMkLst>
          <pc:docMk/>
          <pc:sldMk cId="3654789932" sldId="525"/>
        </pc:sldMkLst>
        <pc:spChg chg="mod">
          <ac:chgData name="Ms Alina Arshad" userId="cccdfd85-d35d-4453-9c6f-a463aae40722" providerId="ADAL" clId="{A8F62292-C3D6-4926-9BC9-5B18711B6FF1}" dt="2024-10-06T04:32:24.541" v="545" actId="207"/>
          <ac:spMkLst>
            <pc:docMk/>
            <pc:sldMk cId="3654789932" sldId="525"/>
            <ac:spMk id="2" creationId="{98F2F3A0-6F3B-8C01-158E-C78C9D71DD82}"/>
          </ac:spMkLst>
        </pc:spChg>
        <pc:spChg chg="mod">
          <ac:chgData name="Ms Alina Arshad" userId="cccdfd85-d35d-4453-9c6f-a463aae40722" providerId="ADAL" clId="{A8F62292-C3D6-4926-9BC9-5B18711B6FF1}" dt="2024-10-06T04:34:09.200" v="575" actId="27636"/>
          <ac:spMkLst>
            <pc:docMk/>
            <pc:sldMk cId="3654789932" sldId="525"/>
            <ac:spMk id="3" creationId="{9A831400-11CD-74FE-91A4-F6C2DD118D6F}"/>
          </ac:spMkLst>
        </pc:spChg>
      </pc:sldChg>
      <pc:sldChg chg="modSp new del mod">
        <pc:chgData name="Ms Alina Arshad" userId="cccdfd85-d35d-4453-9c6f-a463aae40722" providerId="ADAL" clId="{A8F62292-C3D6-4926-9BC9-5B18711B6FF1}" dt="2024-10-06T04:35:58.918" v="636" actId="47"/>
        <pc:sldMkLst>
          <pc:docMk/>
          <pc:sldMk cId="1285450132" sldId="526"/>
        </pc:sldMkLst>
        <pc:spChg chg="mod">
          <ac:chgData name="Ms Alina Arshad" userId="cccdfd85-d35d-4453-9c6f-a463aae40722" providerId="ADAL" clId="{A8F62292-C3D6-4926-9BC9-5B18711B6FF1}" dt="2024-10-06T04:08:16.053" v="499" actId="20577"/>
          <ac:spMkLst>
            <pc:docMk/>
            <pc:sldMk cId="1285450132" sldId="526"/>
            <ac:spMk id="2" creationId="{6D2603C7-333C-1F44-94A9-A6EDE3260738}"/>
          </ac:spMkLst>
        </pc:spChg>
        <pc:spChg chg="mod">
          <ac:chgData name="Ms Alina Arshad" userId="cccdfd85-d35d-4453-9c6f-a463aae40722" providerId="ADAL" clId="{A8F62292-C3D6-4926-9BC9-5B18711B6FF1}" dt="2024-10-06T04:34:34.888" v="577" actId="21"/>
          <ac:spMkLst>
            <pc:docMk/>
            <pc:sldMk cId="1285450132" sldId="526"/>
            <ac:spMk id="3" creationId="{1BD5B6FC-BE51-CEFC-C5C9-97B2B6C1CD0E}"/>
          </ac:spMkLst>
        </pc:spChg>
      </pc:sldChg>
      <pc:sldChg chg="addSp delSp modSp new mod">
        <pc:chgData name="Ms Alina Arshad" userId="cccdfd85-d35d-4453-9c6f-a463aae40722" providerId="ADAL" clId="{A8F62292-C3D6-4926-9BC9-5B18711B6FF1}" dt="2024-10-06T04:09:51.372" v="514" actId="1076"/>
        <pc:sldMkLst>
          <pc:docMk/>
          <pc:sldMk cId="1051870460" sldId="527"/>
        </pc:sldMkLst>
        <pc:spChg chg="mod">
          <ac:chgData name="Ms Alina Arshad" userId="cccdfd85-d35d-4453-9c6f-a463aae40722" providerId="ADAL" clId="{A8F62292-C3D6-4926-9BC9-5B18711B6FF1}" dt="2024-10-06T04:09:43.825" v="512" actId="20577"/>
          <ac:spMkLst>
            <pc:docMk/>
            <pc:sldMk cId="1051870460" sldId="527"/>
            <ac:spMk id="2" creationId="{71E231F1-93FE-9646-AE27-86180FB6F288}"/>
          </ac:spMkLst>
        </pc:spChg>
        <pc:spChg chg="del">
          <ac:chgData name="Ms Alina Arshad" userId="cccdfd85-d35d-4453-9c6f-a463aae40722" providerId="ADAL" clId="{A8F62292-C3D6-4926-9BC9-5B18711B6FF1}" dt="2024-10-06T04:09:38.284" v="502" actId="22"/>
          <ac:spMkLst>
            <pc:docMk/>
            <pc:sldMk cId="1051870460" sldId="527"/>
            <ac:spMk id="3" creationId="{8A84921D-8057-70B7-43E4-5CD1BF5F9DD8}"/>
          </ac:spMkLst>
        </pc:spChg>
        <pc:picChg chg="add mod ord">
          <ac:chgData name="Ms Alina Arshad" userId="cccdfd85-d35d-4453-9c6f-a463aae40722" providerId="ADAL" clId="{A8F62292-C3D6-4926-9BC9-5B18711B6FF1}" dt="2024-10-06T04:09:51.372" v="514" actId="1076"/>
          <ac:picMkLst>
            <pc:docMk/>
            <pc:sldMk cId="1051870460" sldId="527"/>
            <ac:picMk id="5" creationId="{F63BED9D-1E5E-3D7D-CA6A-0569F637F64F}"/>
          </ac:picMkLst>
        </pc:picChg>
      </pc:sldChg>
      <pc:sldChg chg="addSp delSp modSp new mod">
        <pc:chgData name="Ms Alina Arshad" userId="cccdfd85-d35d-4453-9c6f-a463aae40722" providerId="ADAL" clId="{A8F62292-C3D6-4926-9BC9-5B18711B6FF1}" dt="2024-10-06T04:11:17.513" v="519" actId="1076"/>
        <pc:sldMkLst>
          <pc:docMk/>
          <pc:sldMk cId="1758917919" sldId="528"/>
        </pc:sldMkLst>
        <pc:spChg chg="del">
          <ac:chgData name="Ms Alina Arshad" userId="cccdfd85-d35d-4453-9c6f-a463aae40722" providerId="ADAL" clId="{A8F62292-C3D6-4926-9BC9-5B18711B6FF1}" dt="2024-10-06T04:10:22.465" v="516" actId="22"/>
          <ac:spMkLst>
            <pc:docMk/>
            <pc:sldMk cId="1758917919" sldId="528"/>
            <ac:spMk id="3" creationId="{AD3E4215-54EB-2D55-F378-5EF4F9936AA9}"/>
          </ac:spMkLst>
        </pc:spChg>
        <pc:picChg chg="add mod ord">
          <ac:chgData name="Ms Alina Arshad" userId="cccdfd85-d35d-4453-9c6f-a463aae40722" providerId="ADAL" clId="{A8F62292-C3D6-4926-9BC9-5B18711B6FF1}" dt="2024-10-06T04:11:17.513" v="519" actId="1076"/>
          <ac:picMkLst>
            <pc:docMk/>
            <pc:sldMk cId="1758917919" sldId="528"/>
            <ac:picMk id="5" creationId="{1784CF38-96D5-3E2A-1345-15017DEB4132}"/>
          </ac:picMkLst>
        </pc:picChg>
      </pc:sldChg>
      <pc:sldChg chg="addSp delSp modSp new mod">
        <pc:chgData name="Ms Alina Arshad" userId="cccdfd85-d35d-4453-9c6f-a463aae40722" providerId="ADAL" clId="{A8F62292-C3D6-4926-9BC9-5B18711B6FF1}" dt="2024-10-06T04:38:22.662" v="656"/>
        <pc:sldMkLst>
          <pc:docMk/>
          <pc:sldMk cId="2613136086" sldId="529"/>
        </pc:sldMkLst>
        <pc:spChg chg="mod">
          <ac:chgData name="Ms Alina Arshad" userId="cccdfd85-d35d-4453-9c6f-a463aae40722" providerId="ADAL" clId="{A8F62292-C3D6-4926-9BC9-5B18711B6FF1}" dt="2024-10-06T04:36:23.894" v="638" actId="207"/>
          <ac:spMkLst>
            <pc:docMk/>
            <pc:sldMk cId="2613136086" sldId="529"/>
            <ac:spMk id="2" creationId="{F91AFA57-3D6E-EEDC-CB33-82B94A6E739E}"/>
          </ac:spMkLst>
        </pc:spChg>
        <pc:spChg chg="del mod">
          <ac:chgData name="Ms Alina Arshad" userId="cccdfd85-d35d-4453-9c6f-a463aae40722" providerId="ADAL" clId="{A8F62292-C3D6-4926-9BC9-5B18711B6FF1}" dt="2024-10-06T04:11:45.254" v="523" actId="478"/>
          <ac:spMkLst>
            <pc:docMk/>
            <pc:sldMk cId="2613136086" sldId="529"/>
            <ac:spMk id="3" creationId="{6AD306E3-FF3A-F28D-F6BD-8AF7D5EF2C51}"/>
          </ac:spMkLst>
        </pc:spChg>
        <pc:spChg chg="add mod">
          <ac:chgData name="Ms Alina Arshad" userId="cccdfd85-d35d-4453-9c6f-a463aae40722" providerId="ADAL" clId="{A8F62292-C3D6-4926-9BC9-5B18711B6FF1}" dt="2024-10-06T04:36:44.248" v="642" actId="207"/>
          <ac:spMkLst>
            <pc:docMk/>
            <pc:sldMk cId="2613136086" sldId="529"/>
            <ac:spMk id="4" creationId="{3E05BF73-E989-3814-052F-354452D948EA}"/>
          </ac:spMkLst>
        </pc:spChg>
        <pc:picChg chg="add mod">
          <ac:chgData name="Ms Alina Arshad" userId="cccdfd85-d35d-4453-9c6f-a463aae40722" providerId="ADAL" clId="{A8F62292-C3D6-4926-9BC9-5B18711B6FF1}" dt="2024-10-06T04:37:48.123" v="652" actId="1076"/>
          <ac:picMkLst>
            <pc:docMk/>
            <pc:sldMk cId="2613136086" sldId="529"/>
            <ac:picMk id="1026" creationId="{ADA61062-260B-1A9C-9869-DA04445B3E08}"/>
          </ac:picMkLst>
        </pc:picChg>
        <pc:picChg chg="add mod">
          <ac:chgData name="Ms Alina Arshad" userId="cccdfd85-d35d-4453-9c6f-a463aae40722" providerId="ADAL" clId="{A8F62292-C3D6-4926-9BC9-5B18711B6FF1}" dt="2024-10-06T04:38:22.662" v="656"/>
          <ac:picMkLst>
            <pc:docMk/>
            <pc:sldMk cId="2613136086" sldId="529"/>
            <ac:picMk id="1027" creationId="{22731AC4-95E9-3DA6-4033-9A8AF14C2392}"/>
          </ac:picMkLst>
        </pc:picChg>
        <pc:picChg chg="add mod">
          <ac:chgData name="Ms Alina Arshad" userId="cccdfd85-d35d-4453-9c6f-a463aae40722" providerId="ADAL" clId="{A8F62292-C3D6-4926-9BC9-5B18711B6FF1}" dt="2024-10-06T04:37:56.879" v="653"/>
          <ac:picMkLst>
            <pc:docMk/>
            <pc:sldMk cId="2613136086" sldId="529"/>
            <ac:picMk id="1028" creationId="{4EABB25B-4C15-DE35-B1E0-330D969955E5}"/>
          </ac:picMkLst>
        </pc:picChg>
        <pc:picChg chg="add mod">
          <ac:chgData name="Ms Alina Arshad" userId="cccdfd85-d35d-4453-9c6f-a463aae40722" providerId="ADAL" clId="{A8F62292-C3D6-4926-9BC9-5B18711B6FF1}" dt="2024-10-06T04:38:14.213" v="655" actId="1076"/>
          <ac:picMkLst>
            <pc:docMk/>
            <pc:sldMk cId="2613136086" sldId="529"/>
            <ac:picMk id="1029" creationId="{3DB78F31-E123-5706-48AB-7D3EB0B9B094}"/>
          </ac:picMkLst>
        </pc:picChg>
      </pc:sldChg>
      <pc:sldChg chg="modSp new mod ord">
        <pc:chgData name="Ms Alina Arshad" userId="cccdfd85-d35d-4453-9c6f-a463aae40722" providerId="ADAL" clId="{A8F62292-C3D6-4926-9BC9-5B18711B6FF1}" dt="2024-10-06T04:40:30.040" v="681" actId="2711"/>
        <pc:sldMkLst>
          <pc:docMk/>
          <pc:sldMk cId="1875193234" sldId="530"/>
        </pc:sldMkLst>
        <pc:spChg chg="mod">
          <ac:chgData name="Ms Alina Arshad" userId="cccdfd85-d35d-4453-9c6f-a463aae40722" providerId="ADAL" clId="{A8F62292-C3D6-4926-9BC9-5B18711B6FF1}" dt="2024-10-06T04:40:30.040" v="681" actId="2711"/>
          <ac:spMkLst>
            <pc:docMk/>
            <pc:sldMk cId="1875193234" sldId="530"/>
            <ac:spMk id="2" creationId="{88B496CB-83AA-033D-FEB0-6044F7B0DD2F}"/>
          </ac:spMkLst>
        </pc:spChg>
        <pc:spChg chg="mod">
          <ac:chgData name="Ms Alina Arshad" userId="cccdfd85-d35d-4453-9c6f-a463aae40722" providerId="ADAL" clId="{A8F62292-C3D6-4926-9BC9-5B18711B6FF1}" dt="2024-10-06T04:40:16.723" v="679" actId="14100"/>
          <ac:spMkLst>
            <pc:docMk/>
            <pc:sldMk cId="1875193234" sldId="530"/>
            <ac:spMk id="3" creationId="{BE0E0C63-0550-7810-0C46-2ABA7B01846D}"/>
          </ac:spMkLst>
        </pc:spChg>
      </pc:sldChg>
      <pc:sldChg chg="addSp delSp modSp new del mod ord">
        <pc:chgData name="Ms Alina Arshad" userId="cccdfd85-d35d-4453-9c6f-a463aae40722" providerId="ADAL" clId="{A8F62292-C3D6-4926-9BC9-5B18711B6FF1}" dt="2024-10-06T04:56:38.088" v="919" actId="47"/>
        <pc:sldMkLst>
          <pc:docMk/>
          <pc:sldMk cId="2729188232" sldId="531"/>
        </pc:sldMkLst>
        <pc:spChg chg="del">
          <ac:chgData name="Ms Alina Arshad" userId="cccdfd85-d35d-4453-9c6f-a463aae40722" providerId="ADAL" clId="{A8F62292-C3D6-4926-9BC9-5B18711B6FF1}" dt="2024-10-06T04:41:21.194" v="683" actId="478"/>
          <ac:spMkLst>
            <pc:docMk/>
            <pc:sldMk cId="2729188232" sldId="531"/>
            <ac:spMk id="3" creationId="{C4EC7ACE-3C77-4C93-DDB8-F5488302C478}"/>
          </ac:spMkLst>
        </pc:spChg>
        <pc:picChg chg="add mod">
          <ac:chgData name="Ms Alina Arshad" userId="cccdfd85-d35d-4453-9c6f-a463aae40722" providerId="ADAL" clId="{A8F62292-C3D6-4926-9BC9-5B18711B6FF1}" dt="2024-10-06T04:41:32.793" v="686" actId="1076"/>
          <ac:picMkLst>
            <pc:docMk/>
            <pc:sldMk cId="2729188232" sldId="531"/>
            <ac:picMk id="2050" creationId="{10A2C191-7A7F-1426-D248-4AF426D6E35D}"/>
          </ac:picMkLst>
        </pc:picChg>
        <pc:picChg chg="add">
          <ac:chgData name="Ms Alina Arshad" userId="cccdfd85-d35d-4453-9c6f-a463aae40722" providerId="ADAL" clId="{A8F62292-C3D6-4926-9BC9-5B18711B6FF1}" dt="2024-10-06T04:41:59.477" v="687"/>
          <ac:picMkLst>
            <pc:docMk/>
            <pc:sldMk cId="2729188232" sldId="531"/>
            <ac:picMk id="2052" creationId="{EB1705C7-F3A1-633F-B4C6-EE5D4AE1CA36}"/>
          </ac:picMkLst>
        </pc:picChg>
      </pc:sldChg>
      <pc:sldChg chg="addSp delSp modSp new mod">
        <pc:chgData name="Ms Alina Arshad" userId="cccdfd85-d35d-4453-9c6f-a463aae40722" providerId="ADAL" clId="{A8F62292-C3D6-4926-9BC9-5B18711B6FF1}" dt="2024-10-06T05:04:12.377" v="1141" actId="20577"/>
        <pc:sldMkLst>
          <pc:docMk/>
          <pc:sldMk cId="3545550237" sldId="532"/>
        </pc:sldMkLst>
        <pc:spChg chg="mod">
          <ac:chgData name="Ms Alina Arshad" userId="cccdfd85-d35d-4453-9c6f-a463aae40722" providerId="ADAL" clId="{A8F62292-C3D6-4926-9BC9-5B18711B6FF1}" dt="2024-10-06T04:57:26.705" v="939" actId="20577"/>
          <ac:spMkLst>
            <pc:docMk/>
            <pc:sldMk cId="3545550237" sldId="532"/>
            <ac:spMk id="2" creationId="{D030AFEC-965B-F22F-B0B5-0BBB9AE23E50}"/>
          </ac:spMkLst>
        </pc:spChg>
        <pc:spChg chg="del">
          <ac:chgData name="Ms Alina Arshad" userId="cccdfd85-d35d-4453-9c6f-a463aae40722" providerId="ADAL" clId="{A8F62292-C3D6-4926-9BC9-5B18711B6FF1}" dt="2024-10-06T04:46:04.731" v="731" actId="478"/>
          <ac:spMkLst>
            <pc:docMk/>
            <pc:sldMk cId="3545550237" sldId="532"/>
            <ac:spMk id="3" creationId="{360585AC-CEB9-3660-A264-AD692CB9B531}"/>
          </ac:spMkLst>
        </pc:spChg>
        <pc:spChg chg="add mod">
          <ac:chgData name="Ms Alina Arshad" userId="cccdfd85-d35d-4453-9c6f-a463aae40722" providerId="ADAL" clId="{A8F62292-C3D6-4926-9BC9-5B18711B6FF1}" dt="2024-10-06T04:56:29.576" v="918" actId="1036"/>
          <ac:spMkLst>
            <pc:docMk/>
            <pc:sldMk cId="3545550237" sldId="532"/>
            <ac:spMk id="4" creationId="{E8FDBE96-FFC2-FA16-5876-24DC810756B3}"/>
          </ac:spMkLst>
        </pc:spChg>
        <pc:spChg chg="add del mod">
          <ac:chgData name="Ms Alina Arshad" userId="cccdfd85-d35d-4453-9c6f-a463aae40722" providerId="ADAL" clId="{A8F62292-C3D6-4926-9BC9-5B18711B6FF1}" dt="2024-10-06T04:48:25.535" v="804" actId="478"/>
          <ac:spMkLst>
            <pc:docMk/>
            <pc:sldMk cId="3545550237" sldId="532"/>
            <ac:spMk id="5" creationId="{193D73B8-DA38-585B-9A7C-6FE8AEFDDC6D}"/>
          </ac:spMkLst>
        </pc:spChg>
        <pc:spChg chg="add mod">
          <ac:chgData name="Ms Alina Arshad" userId="cccdfd85-d35d-4453-9c6f-a463aae40722" providerId="ADAL" clId="{A8F62292-C3D6-4926-9BC9-5B18711B6FF1}" dt="2024-10-06T05:04:12.377" v="1141" actId="20577"/>
          <ac:spMkLst>
            <pc:docMk/>
            <pc:sldMk cId="3545550237" sldId="532"/>
            <ac:spMk id="6" creationId="{97E24E0D-BBD5-FA46-CD36-F7464C23C681}"/>
          </ac:spMkLst>
        </pc:spChg>
        <pc:spChg chg="add mod">
          <ac:chgData name="Ms Alina Arshad" userId="cccdfd85-d35d-4453-9c6f-a463aae40722" providerId="ADAL" clId="{A8F62292-C3D6-4926-9BC9-5B18711B6FF1}" dt="2024-10-06T05:03:54.721" v="1122" actId="20577"/>
          <ac:spMkLst>
            <pc:docMk/>
            <pc:sldMk cId="3545550237" sldId="532"/>
            <ac:spMk id="7" creationId="{2F1C7FD1-C084-A920-4810-9881E8E5E41C}"/>
          </ac:spMkLst>
        </pc:spChg>
        <pc:spChg chg="add mod">
          <ac:chgData name="Ms Alina Arshad" userId="cccdfd85-d35d-4453-9c6f-a463aae40722" providerId="ADAL" clId="{A8F62292-C3D6-4926-9BC9-5B18711B6FF1}" dt="2024-10-06T04:58:30.987" v="942" actId="207"/>
          <ac:spMkLst>
            <pc:docMk/>
            <pc:sldMk cId="3545550237" sldId="532"/>
            <ac:spMk id="8" creationId="{70AF3C1F-D287-2522-60A9-273B5AF32303}"/>
          </ac:spMkLst>
        </pc:spChg>
        <pc:spChg chg="add del mod">
          <ac:chgData name="Ms Alina Arshad" userId="cccdfd85-d35d-4453-9c6f-a463aae40722" providerId="ADAL" clId="{A8F62292-C3D6-4926-9BC9-5B18711B6FF1}" dt="2024-10-06T04:58:30.987" v="942" actId="207"/>
          <ac:spMkLst>
            <pc:docMk/>
            <pc:sldMk cId="3545550237" sldId="532"/>
            <ac:spMk id="9" creationId="{77F2E839-7F85-5443-A52A-0A9133592D5F}"/>
          </ac:spMkLst>
        </pc:spChg>
        <pc:spChg chg="add mod">
          <ac:chgData name="Ms Alina Arshad" userId="cccdfd85-d35d-4453-9c6f-a463aae40722" providerId="ADAL" clId="{A8F62292-C3D6-4926-9BC9-5B18711B6FF1}" dt="2024-10-06T04:58:30.987" v="942" actId="207"/>
          <ac:spMkLst>
            <pc:docMk/>
            <pc:sldMk cId="3545550237" sldId="532"/>
            <ac:spMk id="10" creationId="{C1489C06-253E-42AE-2CD6-0634D54AC85F}"/>
          </ac:spMkLst>
        </pc:spChg>
        <pc:spChg chg="add mod">
          <ac:chgData name="Ms Alina Arshad" userId="cccdfd85-d35d-4453-9c6f-a463aae40722" providerId="ADAL" clId="{A8F62292-C3D6-4926-9BC9-5B18711B6FF1}" dt="2024-10-06T04:56:29.576" v="918" actId="1036"/>
          <ac:spMkLst>
            <pc:docMk/>
            <pc:sldMk cId="3545550237" sldId="532"/>
            <ac:spMk id="11" creationId="{6C3CD05F-311A-C2C9-ABF3-05BA661423E4}"/>
          </ac:spMkLst>
        </pc:spChg>
        <pc:spChg chg="add mod">
          <ac:chgData name="Ms Alina Arshad" userId="cccdfd85-d35d-4453-9c6f-a463aae40722" providerId="ADAL" clId="{A8F62292-C3D6-4926-9BC9-5B18711B6FF1}" dt="2024-10-06T04:56:29.576" v="918" actId="1036"/>
          <ac:spMkLst>
            <pc:docMk/>
            <pc:sldMk cId="3545550237" sldId="532"/>
            <ac:spMk id="12" creationId="{54E2ED62-C853-A247-2518-62428E6CA14B}"/>
          </ac:spMkLst>
        </pc:spChg>
        <pc:spChg chg="add del mod">
          <ac:chgData name="Ms Alina Arshad" userId="cccdfd85-d35d-4453-9c6f-a463aae40722" providerId="ADAL" clId="{A8F62292-C3D6-4926-9BC9-5B18711B6FF1}" dt="2024-10-06T04:48:09.460" v="800" actId="478"/>
          <ac:spMkLst>
            <pc:docMk/>
            <pc:sldMk cId="3545550237" sldId="532"/>
            <ac:spMk id="13" creationId="{5FC748D0-2040-9D33-BAC6-E07D824705EA}"/>
          </ac:spMkLst>
        </pc:spChg>
        <pc:spChg chg="add mod">
          <ac:chgData name="Ms Alina Arshad" userId="cccdfd85-d35d-4453-9c6f-a463aae40722" providerId="ADAL" clId="{A8F62292-C3D6-4926-9BC9-5B18711B6FF1}" dt="2024-10-06T04:56:29.576" v="918" actId="1036"/>
          <ac:spMkLst>
            <pc:docMk/>
            <pc:sldMk cId="3545550237" sldId="532"/>
            <ac:spMk id="14" creationId="{DC16D253-6027-3A36-D97D-F5FF63903729}"/>
          </ac:spMkLst>
        </pc:spChg>
        <pc:spChg chg="add mod">
          <ac:chgData name="Ms Alina Arshad" userId="cccdfd85-d35d-4453-9c6f-a463aae40722" providerId="ADAL" clId="{A8F62292-C3D6-4926-9BC9-5B18711B6FF1}" dt="2024-10-06T04:56:29.576" v="918" actId="1036"/>
          <ac:spMkLst>
            <pc:docMk/>
            <pc:sldMk cId="3545550237" sldId="532"/>
            <ac:spMk id="15" creationId="{C1F190D9-EEF0-7506-62A9-F5D57A1D4365}"/>
          </ac:spMkLst>
        </pc:spChg>
        <pc:spChg chg="add mod">
          <ac:chgData name="Ms Alina Arshad" userId="cccdfd85-d35d-4453-9c6f-a463aae40722" providerId="ADAL" clId="{A8F62292-C3D6-4926-9BC9-5B18711B6FF1}" dt="2024-10-06T04:56:29.576" v="918" actId="1036"/>
          <ac:spMkLst>
            <pc:docMk/>
            <pc:sldMk cId="3545550237" sldId="532"/>
            <ac:spMk id="16" creationId="{DDCAE6F2-3BBE-816F-2703-9999ABC5AB28}"/>
          </ac:spMkLst>
        </pc:spChg>
        <pc:spChg chg="add mod">
          <ac:chgData name="Ms Alina Arshad" userId="cccdfd85-d35d-4453-9c6f-a463aae40722" providerId="ADAL" clId="{A8F62292-C3D6-4926-9BC9-5B18711B6FF1}" dt="2024-10-06T04:56:29.576" v="918" actId="1036"/>
          <ac:spMkLst>
            <pc:docMk/>
            <pc:sldMk cId="3545550237" sldId="532"/>
            <ac:spMk id="17" creationId="{47F02330-B651-1BFD-2100-B72FD02E3876}"/>
          </ac:spMkLst>
        </pc:spChg>
        <pc:spChg chg="add mod">
          <ac:chgData name="Ms Alina Arshad" userId="cccdfd85-d35d-4453-9c6f-a463aae40722" providerId="ADAL" clId="{A8F62292-C3D6-4926-9BC9-5B18711B6FF1}" dt="2024-10-06T04:56:29.576" v="918" actId="1036"/>
          <ac:spMkLst>
            <pc:docMk/>
            <pc:sldMk cId="3545550237" sldId="532"/>
            <ac:spMk id="18" creationId="{B2EBB152-ABA8-8205-9E81-48FC8DEA95DF}"/>
          </ac:spMkLst>
        </pc:spChg>
        <pc:spChg chg="add mod">
          <ac:chgData name="Ms Alina Arshad" userId="cccdfd85-d35d-4453-9c6f-a463aae40722" providerId="ADAL" clId="{A8F62292-C3D6-4926-9BC9-5B18711B6FF1}" dt="2024-10-06T04:56:29.576" v="918" actId="1036"/>
          <ac:spMkLst>
            <pc:docMk/>
            <pc:sldMk cId="3545550237" sldId="532"/>
            <ac:spMk id="19" creationId="{F047D76A-3F98-2937-ECF1-261166E4A139}"/>
          </ac:spMkLst>
        </pc:spChg>
        <pc:cxnChg chg="add mod">
          <ac:chgData name="Ms Alina Arshad" userId="cccdfd85-d35d-4453-9c6f-a463aae40722" providerId="ADAL" clId="{A8F62292-C3D6-4926-9BC9-5B18711B6FF1}" dt="2024-10-06T04:57:02.555" v="924" actId="14100"/>
          <ac:cxnSpMkLst>
            <pc:docMk/>
            <pc:sldMk cId="3545550237" sldId="532"/>
            <ac:cxnSpMk id="21" creationId="{9702C17C-F06A-1138-783D-1B72682A289C}"/>
          </ac:cxnSpMkLst>
        </pc:cxnChg>
        <pc:cxnChg chg="add mod">
          <ac:chgData name="Ms Alina Arshad" userId="cccdfd85-d35d-4453-9c6f-a463aae40722" providerId="ADAL" clId="{A8F62292-C3D6-4926-9BC9-5B18711B6FF1}" dt="2024-10-06T04:56:54.443" v="921" actId="14100"/>
          <ac:cxnSpMkLst>
            <pc:docMk/>
            <pc:sldMk cId="3545550237" sldId="532"/>
            <ac:cxnSpMk id="23" creationId="{F2718462-25F0-0C98-751F-E439918AD78B}"/>
          </ac:cxnSpMkLst>
        </pc:cxnChg>
        <pc:cxnChg chg="add mod">
          <ac:chgData name="Ms Alina Arshad" userId="cccdfd85-d35d-4453-9c6f-a463aae40722" providerId="ADAL" clId="{A8F62292-C3D6-4926-9BC9-5B18711B6FF1}" dt="2024-10-06T04:56:29.576" v="918" actId="1036"/>
          <ac:cxnSpMkLst>
            <pc:docMk/>
            <pc:sldMk cId="3545550237" sldId="532"/>
            <ac:cxnSpMk id="26" creationId="{14EE53DC-DC8C-BA44-CB05-4FA5F7100CCE}"/>
          </ac:cxnSpMkLst>
        </pc:cxnChg>
        <pc:cxnChg chg="add mod">
          <ac:chgData name="Ms Alina Arshad" userId="cccdfd85-d35d-4453-9c6f-a463aae40722" providerId="ADAL" clId="{A8F62292-C3D6-4926-9BC9-5B18711B6FF1}" dt="2024-10-06T04:56:29.576" v="918" actId="1036"/>
          <ac:cxnSpMkLst>
            <pc:docMk/>
            <pc:sldMk cId="3545550237" sldId="532"/>
            <ac:cxnSpMk id="27" creationId="{0E38D9F2-EC66-1099-7616-8B9D4D83E30D}"/>
          </ac:cxnSpMkLst>
        </pc:cxnChg>
        <pc:cxnChg chg="add mod">
          <ac:chgData name="Ms Alina Arshad" userId="cccdfd85-d35d-4453-9c6f-a463aae40722" providerId="ADAL" clId="{A8F62292-C3D6-4926-9BC9-5B18711B6FF1}" dt="2024-10-06T04:56:29.576" v="918" actId="1036"/>
          <ac:cxnSpMkLst>
            <pc:docMk/>
            <pc:sldMk cId="3545550237" sldId="532"/>
            <ac:cxnSpMk id="30" creationId="{D60394C6-4F38-BFF4-44B2-F34E378B95D6}"/>
          </ac:cxnSpMkLst>
        </pc:cxnChg>
        <pc:cxnChg chg="add mod">
          <ac:chgData name="Ms Alina Arshad" userId="cccdfd85-d35d-4453-9c6f-a463aae40722" providerId="ADAL" clId="{A8F62292-C3D6-4926-9BC9-5B18711B6FF1}" dt="2024-10-06T04:56:29.576" v="918" actId="1036"/>
          <ac:cxnSpMkLst>
            <pc:docMk/>
            <pc:sldMk cId="3545550237" sldId="532"/>
            <ac:cxnSpMk id="33" creationId="{F67CC95A-7436-8A77-88A6-E5E24734FB89}"/>
          </ac:cxnSpMkLst>
        </pc:cxnChg>
        <pc:cxnChg chg="add mod">
          <ac:chgData name="Ms Alina Arshad" userId="cccdfd85-d35d-4453-9c6f-a463aae40722" providerId="ADAL" clId="{A8F62292-C3D6-4926-9BC9-5B18711B6FF1}" dt="2024-10-06T04:56:29.576" v="918" actId="1036"/>
          <ac:cxnSpMkLst>
            <pc:docMk/>
            <pc:sldMk cId="3545550237" sldId="532"/>
            <ac:cxnSpMk id="37" creationId="{BFE28554-187E-773B-D5CB-CFF822C7723A}"/>
          </ac:cxnSpMkLst>
        </pc:cxnChg>
      </pc:sldChg>
      <pc:sldChg chg="addSp modSp new del mod">
        <pc:chgData name="Ms Alina Arshad" userId="cccdfd85-d35d-4453-9c6f-a463aae40722" providerId="ADAL" clId="{A8F62292-C3D6-4926-9BC9-5B18711B6FF1}" dt="2024-10-06T05:06:24.433" v="1226" actId="47"/>
        <pc:sldMkLst>
          <pc:docMk/>
          <pc:sldMk cId="2054905135" sldId="533"/>
        </pc:sldMkLst>
        <pc:graphicFrameChg chg="add mod modGraphic">
          <ac:chgData name="Ms Alina Arshad" userId="cccdfd85-d35d-4453-9c6f-a463aae40722" providerId="ADAL" clId="{A8F62292-C3D6-4926-9BC9-5B18711B6FF1}" dt="2024-10-06T05:06:02.768" v="1222" actId="1076"/>
          <ac:graphicFrameMkLst>
            <pc:docMk/>
            <pc:sldMk cId="2054905135" sldId="533"/>
            <ac:graphicFrameMk id="2" creationId="{FC398764-79EA-68BC-ECBC-5FC1A79EC2C5}"/>
          </ac:graphicFrameMkLst>
        </pc:graphicFrameChg>
      </pc:sldChg>
      <pc:sldChg chg="addSp modSp new mod">
        <pc:chgData name="Ms Alina Arshad" userId="cccdfd85-d35d-4453-9c6f-a463aae40722" providerId="ADAL" clId="{A8F62292-C3D6-4926-9BC9-5B18711B6FF1}" dt="2024-10-06T05:06:47.625" v="1243" actId="1076"/>
        <pc:sldMkLst>
          <pc:docMk/>
          <pc:sldMk cId="3162381277" sldId="534"/>
        </pc:sldMkLst>
        <pc:spChg chg="mod">
          <ac:chgData name="Ms Alina Arshad" userId="cccdfd85-d35d-4453-9c6f-a463aae40722" providerId="ADAL" clId="{A8F62292-C3D6-4926-9BC9-5B18711B6FF1}" dt="2024-10-06T05:06:40.074" v="1240" actId="14100"/>
          <ac:spMkLst>
            <pc:docMk/>
            <pc:sldMk cId="3162381277" sldId="534"/>
            <ac:spMk id="2" creationId="{485A7A91-CB93-852E-32FB-484830C62884}"/>
          </ac:spMkLst>
        </pc:spChg>
        <pc:graphicFrameChg chg="add mod modGraphic">
          <ac:chgData name="Ms Alina Arshad" userId="cccdfd85-d35d-4453-9c6f-a463aae40722" providerId="ADAL" clId="{A8F62292-C3D6-4926-9BC9-5B18711B6FF1}" dt="2024-10-06T05:06:47.625" v="1243" actId="1076"/>
          <ac:graphicFrameMkLst>
            <pc:docMk/>
            <pc:sldMk cId="3162381277" sldId="534"/>
            <ac:graphicFrameMk id="4" creationId="{BC1A96F8-75CE-398D-1083-6347D11F64B9}"/>
          </ac:graphicFrameMkLst>
        </pc:graphicFrameChg>
      </pc:sldChg>
      <pc:sldChg chg="modSp new mod">
        <pc:chgData name="Ms Alina Arshad" userId="cccdfd85-d35d-4453-9c6f-a463aae40722" providerId="ADAL" clId="{A8F62292-C3D6-4926-9BC9-5B18711B6FF1}" dt="2024-10-06T05:09:35.700" v="1260" actId="20577"/>
        <pc:sldMkLst>
          <pc:docMk/>
          <pc:sldMk cId="1199260640" sldId="535"/>
        </pc:sldMkLst>
        <pc:spChg chg="mod">
          <ac:chgData name="Ms Alina Arshad" userId="cccdfd85-d35d-4453-9c6f-a463aae40722" providerId="ADAL" clId="{A8F62292-C3D6-4926-9BC9-5B18711B6FF1}" dt="2024-10-06T05:09:35.700" v="1260" actId="20577"/>
          <ac:spMkLst>
            <pc:docMk/>
            <pc:sldMk cId="1199260640" sldId="535"/>
            <ac:spMk id="2" creationId="{02106BE8-DF64-9A48-B1D3-308FEDC4CC7F}"/>
          </ac:spMkLst>
        </pc:spChg>
        <pc:spChg chg="mod">
          <ac:chgData name="Ms Alina Arshad" userId="cccdfd85-d35d-4453-9c6f-a463aae40722" providerId="ADAL" clId="{A8F62292-C3D6-4926-9BC9-5B18711B6FF1}" dt="2024-10-06T05:09:12.780" v="1248" actId="207"/>
          <ac:spMkLst>
            <pc:docMk/>
            <pc:sldMk cId="1199260640" sldId="535"/>
            <ac:spMk id="3" creationId="{F572B3B7-8AC4-17B3-8E63-73657D18ED3A}"/>
          </ac:spMkLst>
        </pc:sp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docChgLst>
    <pc:chgData name="Ms Alina Arshad" userId="cccdfd85-d35d-4453-9c6f-a463aae40722" providerId="ADAL" clId="{9541C8B4-1A47-44F6-A982-5B5653426906}"/>
    <pc:docChg chg="modSld">
      <pc:chgData name="Ms Alina Arshad" userId="cccdfd85-d35d-4453-9c6f-a463aae40722" providerId="ADAL" clId="{9541C8B4-1A47-44F6-A982-5B5653426906}" dt="2024-10-15T04:27:35.077" v="12" actId="207"/>
      <pc:docMkLst>
        <pc:docMk/>
      </pc:docMkLst>
      <pc:sldChg chg="modSp mod">
        <pc:chgData name="Ms Alina Arshad" userId="cccdfd85-d35d-4453-9c6f-a463aae40722" providerId="ADAL" clId="{9541C8B4-1A47-44F6-A982-5B5653426906}" dt="2024-10-15T04:26:56.468" v="3" actId="14100"/>
        <pc:sldMkLst>
          <pc:docMk/>
          <pc:sldMk cId="3777174035" sldId="314"/>
        </pc:sldMkLst>
        <pc:spChg chg="mod">
          <ac:chgData name="Ms Alina Arshad" userId="cccdfd85-d35d-4453-9c6f-a463aae40722" providerId="ADAL" clId="{9541C8B4-1A47-44F6-A982-5B5653426906}" dt="2024-10-15T04:26:52.133" v="2" actId="113"/>
          <ac:spMkLst>
            <pc:docMk/>
            <pc:sldMk cId="3777174035" sldId="314"/>
            <ac:spMk id="2" creationId="{00000000-0000-0000-0000-000000000000}"/>
          </ac:spMkLst>
        </pc:spChg>
        <pc:spChg chg="mod">
          <ac:chgData name="Ms Alina Arshad" userId="cccdfd85-d35d-4453-9c6f-a463aae40722" providerId="ADAL" clId="{9541C8B4-1A47-44F6-A982-5B5653426906}" dt="2024-10-15T04:26:56.468" v="3" actId="14100"/>
          <ac:spMkLst>
            <pc:docMk/>
            <pc:sldMk cId="3777174035" sldId="314"/>
            <ac:spMk id="3" creationId="{00000000-0000-0000-0000-000000000000}"/>
          </ac:spMkLst>
        </pc:spChg>
      </pc:sldChg>
      <pc:sldChg chg="modSp mod">
        <pc:chgData name="Ms Alina Arshad" userId="cccdfd85-d35d-4453-9c6f-a463aae40722" providerId="ADAL" clId="{9541C8B4-1A47-44F6-A982-5B5653426906}" dt="2024-10-15T04:27:06.548" v="5" actId="207"/>
        <pc:sldMkLst>
          <pc:docMk/>
          <pc:sldMk cId="4181556699" sldId="315"/>
        </pc:sldMkLst>
        <pc:spChg chg="mod">
          <ac:chgData name="Ms Alina Arshad" userId="cccdfd85-d35d-4453-9c6f-a463aae40722" providerId="ADAL" clId="{9541C8B4-1A47-44F6-A982-5B5653426906}" dt="2024-10-15T04:27:02.915" v="4" actId="207"/>
          <ac:spMkLst>
            <pc:docMk/>
            <pc:sldMk cId="4181556699" sldId="315"/>
            <ac:spMk id="2" creationId="{00000000-0000-0000-0000-000000000000}"/>
          </ac:spMkLst>
        </pc:spChg>
        <pc:spChg chg="mod">
          <ac:chgData name="Ms Alina Arshad" userId="cccdfd85-d35d-4453-9c6f-a463aae40722" providerId="ADAL" clId="{9541C8B4-1A47-44F6-A982-5B5653426906}" dt="2024-10-15T04:27:06.548" v="5" actId="207"/>
          <ac:spMkLst>
            <pc:docMk/>
            <pc:sldMk cId="4181556699" sldId="315"/>
            <ac:spMk id="3" creationId="{00000000-0000-0000-0000-000000000000}"/>
          </ac:spMkLst>
        </pc:spChg>
      </pc:sldChg>
      <pc:sldChg chg="modSp mod">
        <pc:chgData name="Ms Alina Arshad" userId="cccdfd85-d35d-4453-9c6f-a463aae40722" providerId="ADAL" clId="{9541C8B4-1A47-44F6-A982-5B5653426906}" dt="2024-10-15T04:27:13.785" v="6" actId="207"/>
        <pc:sldMkLst>
          <pc:docMk/>
          <pc:sldMk cId="1268528167" sldId="316"/>
        </pc:sldMkLst>
        <pc:spChg chg="mod">
          <ac:chgData name="Ms Alina Arshad" userId="cccdfd85-d35d-4453-9c6f-a463aae40722" providerId="ADAL" clId="{9541C8B4-1A47-44F6-A982-5B5653426906}" dt="2024-10-15T04:27:13.785" v="6" actId="207"/>
          <ac:spMkLst>
            <pc:docMk/>
            <pc:sldMk cId="1268528167" sldId="316"/>
            <ac:spMk id="2" creationId="{00000000-0000-0000-0000-000000000000}"/>
          </ac:spMkLst>
        </pc:spChg>
      </pc:sldChg>
      <pc:sldChg chg="modSp mod">
        <pc:chgData name="Ms Alina Arshad" userId="cccdfd85-d35d-4453-9c6f-a463aae40722" providerId="ADAL" clId="{9541C8B4-1A47-44F6-A982-5B5653426906}" dt="2024-10-15T04:27:23.135" v="8" actId="207"/>
        <pc:sldMkLst>
          <pc:docMk/>
          <pc:sldMk cId="2565091885" sldId="317"/>
        </pc:sldMkLst>
        <pc:spChg chg="mod">
          <ac:chgData name="Ms Alina Arshad" userId="cccdfd85-d35d-4453-9c6f-a463aae40722" providerId="ADAL" clId="{9541C8B4-1A47-44F6-A982-5B5653426906}" dt="2024-10-15T04:27:20.669" v="7" actId="207"/>
          <ac:spMkLst>
            <pc:docMk/>
            <pc:sldMk cId="2565091885" sldId="317"/>
            <ac:spMk id="2" creationId="{00000000-0000-0000-0000-000000000000}"/>
          </ac:spMkLst>
        </pc:spChg>
        <pc:spChg chg="mod">
          <ac:chgData name="Ms Alina Arshad" userId="cccdfd85-d35d-4453-9c6f-a463aae40722" providerId="ADAL" clId="{9541C8B4-1A47-44F6-A982-5B5653426906}" dt="2024-10-15T04:27:23.135" v="8" actId="207"/>
          <ac:spMkLst>
            <pc:docMk/>
            <pc:sldMk cId="2565091885" sldId="317"/>
            <ac:spMk id="3" creationId="{00000000-0000-0000-0000-000000000000}"/>
          </ac:spMkLst>
        </pc:spChg>
      </pc:sldChg>
      <pc:sldChg chg="modSp mod">
        <pc:chgData name="Ms Alina Arshad" userId="cccdfd85-d35d-4453-9c6f-a463aae40722" providerId="ADAL" clId="{9541C8B4-1A47-44F6-A982-5B5653426906}" dt="2024-10-15T04:27:28.467" v="10" actId="207"/>
        <pc:sldMkLst>
          <pc:docMk/>
          <pc:sldMk cId="3888176007" sldId="318"/>
        </pc:sldMkLst>
        <pc:spChg chg="mod">
          <ac:chgData name="Ms Alina Arshad" userId="cccdfd85-d35d-4453-9c6f-a463aae40722" providerId="ADAL" clId="{9541C8B4-1A47-44F6-A982-5B5653426906}" dt="2024-10-15T04:27:26.398" v="9" actId="207"/>
          <ac:spMkLst>
            <pc:docMk/>
            <pc:sldMk cId="3888176007" sldId="318"/>
            <ac:spMk id="2" creationId="{00000000-0000-0000-0000-000000000000}"/>
          </ac:spMkLst>
        </pc:spChg>
        <pc:spChg chg="mod">
          <ac:chgData name="Ms Alina Arshad" userId="cccdfd85-d35d-4453-9c6f-a463aae40722" providerId="ADAL" clId="{9541C8B4-1A47-44F6-A982-5B5653426906}" dt="2024-10-15T04:27:28.467" v="10" actId="207"/>
          <ac:spMkLst>
            <pc:docMk/>
            <pc:sldMk cId="3888176007" sldId="318"/>
            <ac:spMk id="3" creationId="{00000000-0000-0000-0000-000000000000}"/>
          </ac:spMkLst>
        </pc:spChg>
      </pc:sldChg>
      <pc:sldChg chg="modSp mod">
        <pc:chgData name="Ms Alina Arshad" userId="cccdfd85-d35d-4453-9c6f-a463aae40722" providerId="ADAL" clId="{9541C8B4-1A47-44F6-A982-5B5653426906}" dt="2024-10-15T04:27:35.077" v="12" actId="207"/>
        <pc:sldMkLst>
          <pc:docMk/>
          <pc:sldMk cId="3310025659" sldId="319"/>
        </pc:sldMkLst>
        <pc:spChg chg="mod">
          <ac:chgData name="Ms Alina Arshad" userId="cccdfd85-d35d-4453-9c6f-a463aae40722" providerId="ADAL" clId="{9541C8B4-1A47-44F6-A982-5B5653426906}" dt="2024-10-15T04:27:33.131" v="11" actId="207"/>
          <ac:spMkLst>
            <pc:docMk/>
            <pc:sldMk cId="3310025659" sldId="319"/>
            <ac:spMk id="2" creationId="{00000000-0000-0000-0000-000000000000}"/>
          </ac:spMkLst>
        </pc:spChg>
        <pc:spChg chg="mod">
          <ac:chgData name="Ms Alina Arshad" userId="cccdfd85-d35d-4453-9c6f-a463aae40722" providerId="ADAL" clId="{9541C8B4-1A47-44F6-A982-5B5653426906}" dt="2024-10-15T04:27:35.077" v="12" actId="207"/>
          <ac:spMkLst>
            <pc:docMk/>
            <pc:sldMk cId="3310025659" sldId="319"/>
            <ac:spMk id="3" creationId="{00000000-0000-0000-0000-000000000000}"/>
          </ac:spMkLst>
        </pc:spChg>
      </pc:sldChg>
    </pc:docChg>
  </pc:docChgLst>
  <pc:docChgLst>
    <pc:chgData name="Ms Alina Arshad" userId="cccdfd85-d35d-4453-9c6f-a463aae40722" providerId="ADAL" clId="{1364CB91-912F-49DE-8B3C-BF00D872EB48}"/>
    <pc:docChg chg="undo custSel addSld delSld modSld sldOrd">
      <pc:chgData name="Ms Alina Arshad" userId="cccdfd85-d35d-4453-9c6f-a463aae40722" providerId="ADAL" clId="{1364CB91-912F-49DE-8B3C-BF00D872EB48}" dt="2024-11-10T06:06:29.083" v="341" actId="403"/>
      <pc:docMkLst>
        <pc:docMk/>
      </pc:docMkLst>
      <pc:sldChg chg="modSp mod">
        <pc:chgData name="Ms Alina Arshad" userId="cccdfd85-d35d-4453-9c6f-a463aae40722" providerId="ADAL" clId="{1364CB91-912F-49DE-8B3C-BF00D872EB48}" dt="2024-11-02T06:18:56.894" v="42" actId="1076"/>
        <pc:sldMkLst>
          <pc:docMk/>
          <pc:sldMk cId="3322361034" sldId="256"/>
        </pc:sldMkLst>
        <pc:spChg chg="mod">
          <ac:chgData name="Ms Alina Arshad" userId="cccdfd85-d35d-4453-9c6f-a463aae40722" providerId="ADAL" clId="{1364CB91-912F-49DE-8B3C-BF00D872EB48}" dt="2024-11-02T06:18:56.894" v="42" actId="1076"/>
          <ac:spMkLst>
            <pc:docMk/>
            <pc:sldMk cId="3322361034" sldId="256"/>
            <ac:spMk id="3" creationId="{44E9F82C-BBA7-3495-1097-BEDB54FFFDF4}"/>
          </ac:spMkLst>
        </pc:spChg>
      </pc:sldChg>
      <pc:sldChg chg="delSp modSp add del mod">
        <pc:chgData name="Ms Alina Arshad" userId="cccdfd85-d35d-4453-9c6f-a463aae40722" providerId="ADAL" clId="{1364CB91-912F-49DE-8B3C-BF00D872EB48}" dt="2024-11-02T06:23:07.799" v="63" actId="47"/>
        <pc:sldMkLst>
          <pc:docMk/>
          <pc:sldMk cId="987785057" sldId="258"/>
        </pc:sldMkLst>
        <pc:spChg chg="del">
          <ac:chgData name="Ms Alina Arshad" userId="cccdfd85-d35d-4453-9c6f-a463aae40722" providerId="ADAL" clId="{1364CB91-912F-49DE-8B3C-BF00D872EB48}" dt="2024-11-02T06:19:06.346" v="44" actId="478"/>
          <ac:spMkLst>
            <pc:docMk/>
            <pc:sldMk cId="987785057" sldId="258"/>
            <ac:spMk id="2" creationId="{00000000-0000-0000-0000-000000000000}"/>
          </ac:spMkLst>
        </pc:spChg>
        <pc:spChg chg="del">
          <ac:chgData name="Ms Alina Arshad" userId="cccdfd85-d35d-4453-9c6f-a463aae40722" providerId="ADAL" clId="{1364CB91-912F-49DE-8B3C-BF00D872EB48}" dt="2024-11-02T06:19:08.661" v="45" actId="478"/>
          <ac:spMkLst>
            <pc:docMk/>
            <pc:sldMk cId="987785057" sldId="258"/>
            <ac:spMk id="5" creationId="{00000000-0000-0000-0000-000000000000}"/>
          </ac:spMkLst>
        </pc:spChg>
        <pc:spChg chg="mod">
          <ac:chgData name="Ms Alina Arshad" userId="cccdfd85-d35d-4453-9c6f-a463aae40722" providerId="ADAL" clId="{1364CB91-912F-49DE-8B3C-BF00D872EB48}" dt="2024-11-02T06:23:01.130" v="62" actId="20577"/>
          <ac:spMkLst>
            <pc:docMk/>
            <pc:sldMk cId="987785057" sldId="258"/>
            <ac:spMk id="107523" creationId="{00000000-0000-0000-0000-000000000000}"/>
          </ac:spMkLst>
        </pc:spChg>
      </pc:sldChg>
      <pc:sldChg chg="add del">
        <pc:chgData name="Ms Alina Arshad" userId="cccdfd85-d35d-4453-9c6f-a463aae40722" providerId="ADAL" clId="{1364CB91-912F-49DE-8B3C-BF00D872EB48}" dt="2024-11-02T06:31:00.970" v="167" actId="47"/>
        <pc:sldMkLst>
          <pc:docMk/>
          <pc:sldMk cId="1032267902" sldId="313"/>
        </pc:sldMkLst>
      </pc:sldChg>
      <pc:sldChg chg="delSp modSp add del mod">
        <pc:chgData name="Ms Alina Arshad" userId="cccdfd85-d35d-4453-9c6f-a463aae40722" providerId="ADAL" clId="{1364CB91-912F-49DE-8B3C-BF00D872EB48}" dt="2024-11-02T06:52:18.481" v="297" actId="2696"/>
        <pc:sldMkLst>
          <pc:docMk/>
          <pc:sldMk cId="3270131961" sldId="314"/>
        </pc:sldMkLst>
        <pc:spChg chg="mod">
          <ac:chgData name="Ms Alina Arshad" userId="cccdfd85-d35d-4453-9c6f-a463aae40722" providerId="ADAL" clId="{1364CB91-912F-49DE-8B3C-BF00D872EB48}" dt="2024-11-02T06:23:25.404" v="65" actId="113"/>
          <ac:spMkLst>
            <pc:docMk/>
            <pc:sldMk cId="3270131961" sldId="314"/>
            <ac:spMk id="2" creationId="{00000000-0000-0000-0000-000000000000}"/>
          </ac:spMkLst>
        </pc:spChg>
        <pc:spChg chg="mod">
          <ac:chgData name="Ms Alina Arshad" userId="cccdfd85-d35d-4453-9c6f-a463aae40722" providerId="ADAL" clId="{1364CB91-912F-49DE-8B3C-BF00D872EB48}" dt="2024-11-02T06:23:35.533" v="67" actId="12"/>
          <ac:spMkLst>
            <pc:docMk/>
            <pc:sldMk cId="3270131961" sldId="314"/>
            <ac:spMk id="3" creationId="{00000000-0000-0000-0000-000000000000}"/>
          </ac:spMkLst>
        </pc:spChg>
        <pc:spChg chg="del">
          <ac:chgData name="Ms Alina Arshad" userId="cccdfd85-d35d-4453-9c6f-a463aae40722" providerId="ADAL" clId="{1364CB91-912F-49DE-8B3C-BF00D872EB48}" dt="2024-11-02T06:23:40.681" v="68" actId="478"/>
          <ac:spMkLst>
            <pc:docMk/>
            <pc:sldMk cId="3270131961" sldId="314"/>
            <ac:spMk id="4" creationId="{00000000-0000-0000-0000-000000000000}"/>
          </ac:spMkLst>
        </pc:spChg>
        <pc:spChg chg="del">
          <ac:chgData name="Ms Alina Arshad" userId="cccdfd85-d35d-4453-9c6f-a463aae40722" providerId="ADAL" clId="{1364CB91-912F-49DE-8B3C-BF00D872EB48}" dt="2024-11-02T06:23:43.066" v="69" actId="478"/>
          <ac:spMkLst>
            <pc:docMk/>
            <pc:sldMk cId="3270131961" sldId="314"/>
            <ac:spMk id="5" creationId="{00000000-0000-0000-0000-000000000000}"/>
          </ac:spMkLst>
        </pc:spChg>
      </pc:sldChg>
      <pc:sldChg chg="add">
        <pc:chgData name="Ms Alina Arshad" userId="cccdfd85-d35d-4453-9c6f-a463aae40722" providerId="ADAL" clId="{1364CB91-912F-49DE-8B3C-BF00D872EB48}" dt="2024-11-02T06:52:27" v="298"/>
        <pc:sldMkLst>
          <pc:docMk/>
          <pc:sldMk cId="3312368416" sldId="314"/>
        </pc:sldMkLst>
      </pc:sldChg>
      <pc:sldChg chg="delSp modSp add del mod">
        <pc:chgData name="Ms Alina Arshad" userId="cccdfd85-d35d-4453-9c6f-a463aae40722" providerId="ADAL" clId="{1364CB91-912F-49DE-8B3C-BF00D872EB48}" dt="2024-11-02T06:52:18.481" v="297" actId="2696"/>
        <pc:sldMkLst>
          <pc:docMk/>
          <pc:sldMk cId="973952273" sldId="315"/>
        </pc:sldMkLst>
        <pc:spChg chg="mod">
          <ac:chgData name="Ms Alina Arshad" userId="cccdfd85-d35d-4453-9c6f-a463aae40722" providerId="ADAL" clId="{1364CB91-912F-49DE-8B3C-BF00D872EB48}" dt="2024-11-02T06:23:51.744" v="71" actId="113"/>
          <ac:spMkLst>
            <pc:docMk/>
            <pc:sldMk cId="973952273" sldId="315"/>
            <ac:spMk id="2" creationId="{00000000-0000-0000-0000-000000000000}"/>
          </ac:spMkLst>
        </pc:spChg>
        <pc:spChg chg="mod">
          <ac:chgData name="Ms Alina Arshad" userId="cccdfd85-d35d-4453-9c6f-a463aae40722" providerId="ADAL" clId="{1364CB91-912F-49DE-8B3C-BF00D872EB48}" dt="2024-11-02T06:23:58.959" v="72" actId="12"/>
          <ac:spMkLst>
            <pc:docMk/>
            <pc:sldMk cId="973952273" sldId="315"/>
            <ac:spMk id="3" creationId="{00000000-0000-0000-0000-000000000000}"/>
          </ac:spMkLst>
        </pc:spChg>
        <pc:spChg chg="del">
          <ac:chgData name="Ms Alina Arshad" userId="cccdfd85-d35d-4453-9c6f-a463aae40722" providerId="ADAL" clId="{1364CB91-912F-49DE-8B3C-BF00D872EB48}" dt="2024-11-02T06:24:02.126" v="73" actId="478"/>
          <ac:spMkLst>
            <pc:docMk/>
            <pc:sldMk cId="973952273" sldId="315"/>
            <ac:spMk id="4" creationId="{00000000-0000-0000-0000-000000000000}"/>
          </ac:spMkLst>
        </pc:spChg>
        <pc:spChg chg="del">
          <ac:chgData name="Ms Alina Arshad" userId="cccdfd85-d35d-4453-9c6f-a463aae40722" providerId="ADAL" clId="{1364CB91-912F-49DE-8B3C-BF00D872EB48}" dt="2024-11-02T06:24:04.434" v="74" actId="478"/>
          <ac:spMkLst>
            <pc:docMk/>
            <pc:sldMk cId="973952273" sldId="315"/>
            <ac:spMk id="5" creationId="{00000000-0000-0000-0000-000000000000}"/>
          </ac:spMkLst>
        </pc:spChg>
      </pc:sldChg>
      <pc:sldChg chg="modSp add mod">
        <pc:chgData name="Ms Alina Arshad" userId="cccdfd85-d35d-4453-9c6f-a463aae40722" providerId="ADAL" clId="{1364CB91-912F-49DE-8B3C-BF00D872EB48}" dt="2024-11-10T04:51:29.502" v="335" actId="20577"/>
        <pc:sldMkLst>
          <pc:docMk/>
          <pc:sldMk cId="4113722923" sldId="315"/>
        </pc:sldMkLst>
        <pc:spChg chg="mod">
          <ac:chgData name="Ms Alina Arshad" userId="cccdfd85-d35d-4453-9c6f-a463aae40722" providerId="ADAL" clId="{1364CB91-912F-49DE-8B3C-BF00D872EB48}" dt="2024-11-10T04:51:29.502" v="335" actId="20577"/>
          <ac:spMkLst>
            <pc:docMk/>
            <pc:sldMk cId="4113722923" sldId="315"/>
            <ac:spMk id="3" creationId="{00000000-0000-0000-0000-000000000000}"/>
          </ac:spMkLst>
        </pc:spChg>
      </pc:sldChg>
      <pc:sldChg chg="modSp add mod">
        <pc:chgData name="Ms Alina Arshad" userId="cccdfd85-d35d-4453-9c6f-a463aae40722" providerId="ADAL" clId="{1364CB91-912F-49DE-8B3C-BF00D872EB48}" dt="2024-11-10T05:00:49.366" v="339" actId="20577"/>
        <pc:sldMkLst>
          <pc:docMk/>
          <pc:sldMk cId="1117617581" sldId="316"/>
        </pc:sldMkLst>
        <pc:spChg chg="mod">
          <ac:chgData name="Ms Alina Arshad" userId="cccdfd85-d35d-4453-9c6f-a463aae40722" providerId="ADAL" clId="{1364CB91-912F-49DE-8B3C-BF00D872EB48}" dt="2024-11-10T05:00:49.366" v="339" actId="20577"/>
          <ac:spMkLst>
            <pc:docMk/>
            <pc:sldMk cId="1117617581" sldId="316"/>
            <ac:spMk id="3"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1688987403" sldId="316"/>
        </pc:sldMkLst>
        <pc:spChg chg="mod">
          <ac:chgData name="Ms Alina Arshad" userId="cccdfd85-d35d-4453-9c6f-a463aae40722" providerId="ADAL" clId="{1364CB91-912F-49DE-8B3C-BF00D872EB48}" dt="2024-11-02T06:24:53.607" v="76" actId="113"/>
          <ac:spMkLst>
            <pc:docMk/>
            <pc:sldMk cId="1688987403" sldId="316"/>
            <ac:spMk id="2" creationId="{00000000-0000-0000-0000-000000000000}"/>
          </ac:spMkLst>
        </pc:spChg>
        <pc:spChg chg="mod">
          <ac:chgData name="Ms Alina Arshad" userId="cccdfd85-d35d-4453-9c6f-a463aae40722" providerId="ADAL" clId="{1364CB91-912F-49DE-8B3C-BF00D872EB48}" dt="2024-11-02T06:25:00.797" v="78" actId="12"/>
          <ac:spMkLst>
            <pc:docMk/>
            <pc:sldMk cId="1688987403" sldId="316"/>
            <ac:spMk id="3" creationId="{00000000-0000-0000-0000-000000000000}"/>
          </ac:spMkLst>
        </pc:spChg>
        <pc:spChg chg="del">
          <ac:chgData name="Ms Alina Arshad" userId="cccdfd85-d35d-4453-9c6f-a463aae40722" providerId="ADAL" clId="{1364CB91-912F-49DE-8B3C-BF00D872EB48}" dt="2024-11-02T06:25:03.252" v="79" actId="478"/>
          <ac:spMkLst>
            <pc:docMk/>
            <pc:sldMk cId="1688987403" sldId="316"/>
            <ac:spMk id="4" creationId="{00000000-0000-0000-0000-000000000000}"/>
          </ac:spMkLst>
        </pc:spChg>
        <pc:spChg chg="del">
          <ac:chgData name="Ms Alina Arshad" userId="cccdfd85-d35d-4453-9c6f-a463aae40722" providerId="ADAL" clId="{1364CB91-912F-49DE-8B3C-BF00D872EB48}" dt="2024-11-02T06:25:05.805" v="80" actId="478"/>
          <ac:spMkLst>
            <pc:docMk/>
            <pc:sldMk cId="1688987403" sldId="316"/>
            <ac:spMk id="5"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933669847" sldId="317"/>
        </pc:sldMkLst>
        <pc:spChg chg="mod">
          <ac:chgData name="Ms Alina Arshad" userId="cccdfd85-d35d-4453-9c6f-a463aae40722" providerId="ADAL" clId="{1364CB91-912F-49DE-8B3C-BF00D872EB48}" dt="2024-11-02T06:25:22.483" v="82" actId="113"/>
          <ac:spMkLst>
            <pc:docMk/>
            <pc:sldMk cId="933669847" sldId="317"/>
            <ac:spMk id="2" creationId="{00000000-0000-0000-0000-000000000000}"/>
          </ac:spMkLst>
        </pc:spChg>
        <pc:spChg chg="mod">
          <ac:chgData name="Ms Alina Arshad" userId="cccdfd85-d35d-4453-9c6f-a463aae40722" providerId="ADAL" clId="{1364CB91-912F-49DE-8B3C-BF00D872EB48}" dt="2024-11-02T06:25:29.227" v="83" actId="12"/>
          <ac:spMkLst>
            <pc:docMk/>
            <pc:sldMk cId="933669847" sldId="317"/>
            <ac:spMk id="3" creationId="{00000000-0000-0000-0000-000000000000}"/>
          </ac:spMkLst>
        </pc:spChg>
        <pc:spChg chg="del">
          <ac:chgData name="Ms Alina Arshad" userId="cccdfd85-d35d-4453-9c6f-a463aae40722" providerId="ADAL" clId="{1364CB91-912F-49DE-8B3C-BF00D872EB48}" dt="2024-11-02T06:25:31.358" v="84" actId="478"/>
          <ac:spMkLst>
            <pc:docMk/>
            <pc:sldMk cId="933669847" sldId="317"/>
            <ac:spMk id="4" creationId="{00000000-0000-0000-0000-000000000000}"/>
          </ac:spMkLst>
        </pc:spChg>
        <pc:spChg chg="del mod">
          <ac:chgData name="Ms Alina Arshad" userId="cccdfd85-d35d-4453-9c6f-a463aae40722" providerId="ADAL" clId="{1364CB91-912F-49DE-8B3C-BF00D872EB48}" dt="2024-11-02T06:25:35.738" v="88" actId="478"/>
          <ac:spMkLst>
            <pc:docMk/>
            <pc:sldMk cId="933669847" sldId="317"/>
            <ac:spMk id="5" creationId="{00000000-0000-0000-0000-000000000000}"/>
          </ac:spMkLst>
        </pc:spChg>
      </pc:sldChg>
      <pc:sldChg chg="modSp add mod">
        <pc:chgData name="Ms Alina Arshad" userId="cccdfd85-d35d-4453-9c6f-a463aae40722" providerId="ADAL" clId="{1364CB91-912F-49DE-8B3C-BF00D872EB48}" dt="2024-11-02T06:53:47.062" v="306" actId="207"/>
        <pc:sldMkLst>
          <pc:docMk/>
          <pc:sldMk cId="4215117178" sldId="317"/>
        </pc:sldMkLst>
        <pc:spChg chg="mod">
          <ac:chgData name="Ms Alina Arshad" userId="cccdfd85-d35d-4453-9c6f-a463aae40722" providerId="ADAL" clId="{1364CB91-912F-49DE-8B3C-BF00D872EB48}" dt="2024-11-02T06:53:47.062" v="306" actId="207"/>
          <ac:spMkLst>
            <pc:docMk/>
            <pc:sldMk cId="4215117178" sldId="317"/>
            <ac:spMk id="3"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2270720820" sldId="318"/>
        </pc:sldMkLst>
        <pc:spChg chg="mod">
          <ac:chgData name="Ms Alina Arshad" userId="cccdfd85-d35d-4453-9c6f-a463aae40722" providerId="ADAL" clId="{1364CB91-912F-49DE-8B3C-BF00D872EB48}" dt="2024-11-02T06:25:42.226" v="89" actId="207"/>
          <ac:spMkLst>
            <pc:docMk/>
            <pc:sldMk cId="2270720820" sldId="318"/>
            <ac:spMk id="2" creationId="{00000000-0000-0000-0000-000000000000}"/>
          </ac:spMkLst>
        </pc:spChg>
        <pc:spChg chg="del">
          <ac:chgData name="Ms Alina Arshad" userId="cccdfd85-d35d-4453-9c6f-a463aae40722" providerId="ADAL" clId="{1364CB91-912F-49DE-8B3C-BF00D872EB48}" dt="2024-11-02T06:25:47.049" v="91" actId="478"/>
          <ac:spMkLst>
            <pc:docMk/>
            <pc:sldMk cId="2270720820" sldId="318"/>
            <ac:spMk id="4" creationId="{00000000-0000-0000-0000-000000000000}"/>
          </ac:spMkLst>
        </pc:spChg>
        <pc:spChg chg="del">
          <ac:chgData name="Ms Alina Arshad" userId="cccdfd85-d35d-4453-9c6f-a463aae40722" providerId="ADAL" clId="{1364CB91-912F-49DE-8B3C-BF00D872EB48}" dt="2024-11-02T06:25:49.344" v="92" actId="478"/>
          <ac:spMkLst>
            <pc:docMk/>
            <pc:sldMk cId="2270720820" sldId="318"/>
            <ac:spMk id="5" creationId="{00000000-0000-0000-0000-000000000000}"/>
          </ac:spMkLst>
        </pc:spChg>
        <pc:picChg chg="mod">
          <ac:chgData name="Ms Alina Arshad" userId="cccdfd85-d35d-4453-9c6f-a463aae40722" providerId="ADAL" clId="{1364CB91-912F-49DE-8B3C-BF00D872EB48}" dt="2024-11-02T06:25:51.684" v="93" actId="1076"/>
          <ac:picMkLst>
            <pc:docMk/>
            <pc:sldMk cId="2270720820" sldId="318"/>
            <ac:picMk id="6" creationId="{00000000-0000-0000-0000-000000000000}"/>
          </ac:picMkLst>
        </pc:picChg>
      </pc:sldChg>
      <pc:sldChg chg="add">
        <pc:chgData name="Ms Alina Arshad" userId="cccdfd85-d35d-4453-9c6f-a463aae40722" providerId="ADAL" clId="{1364CB91-912F-49DE-8B3C-BF00D872EB48}" dt="2024-11-02T06:52:02.822" v="296"/>
        <pc:sldMkLst>
          <pc:docMk/>
          <pc:sldMk cId="3318081701" sldId="318"/>
        </pc:sldMkLst>
      </pc:sldChg>
      <pc:sldChg chg="modSp add mod">
        <pc:chgData name="Ms Alina Arshad" userId="cccdfd85-d35d-4453-9c6f-a463aae40722" providerId="ADAL" clId="{1364CB91-912F-49DE-8B3C-BF00D872EB48}" dt="2024-11-10T06:06:29.083" v="341" actId="403"/>
        <pc:sldMkLst>
          <pc:docMk/>
          <pc:sldMk cId="3044050887" sldId="319"/>
        </pc:sldMkLst>
        <pc:spChg chg="mod">
          <ac:chgData name="Ms Alina Arshad" userId="cccdfd85-d35d-4453-9c6f-a463aae40722" providerId="ADAL" clId="{1364CB91-912F-49DE-8B3C-BF00D872EB48}" dt="2024-11-10T06:06:29.083" v="341" actId="403"/>
          <ac:spMkLst>
            <pc:docMk/>
            <pc:sldMk cId="3044050887" sldId="319"/>
            <ac:spMk id="3"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3580184807" sldId="319"/>
        </pc:sldMkLst>
        <pc:spChg chg="mod">
          <ac:chgData name="Ms Alina Arshad" userId="cccdfd85-d35d-4453-9c6f-a463aae40722" providerId="ADAL" clId="{1364CB91-912F-49DE-8B3C-BF00D872EB48}" dt="2024-11-02T06:25:58.661" v="95" actId="113"/>
          <ac:spMkLst>
            <pc:docMk/>
            <pc:sldMk cId="3580184807" sldId="319"/>
            <ac:spMk id="2" creationId="{00000000-0000-0000-0000-000000000000}"/>
          </ac:spMkLst>
        </pc:spChg>
        <pc:spChg chg="mod">
          <ac:chgData name="Ms Alina Arshad" userId="cccdfd85-d35d-4453-9c6f-a463aae40722" providerId="ADAL" clId="{1364CB91-912F-49DE-8B3C-BF00D872EB48}" dt="2024-11-02T06:26:05.780" v="96" actId="12"/>
          <ac:spMkLst>
            <pc:docMk/>
            <pc:sldMk cId="3580184807" sldId="319"/>
            <ac:spMk id="3" creationId="{00000000-0000-0000-0000-000000000000}"/>
          </ac:spMkLst>
        </pc:spChg>
        <pc:spChg chg="del">
          <ac:chgData name="Ms Alina Arshad" userId="cccdfd85-d35d-4453-9c6f-a463aae40722" providerId="ADAL" clId="{1364CB91-912F-49DE-8B3C-BF00D872EB48}" dt="2024-11-02T06:26:07.836" v="97" actId="478"/>
          <ac:spMkLst>
            <pc:docMk/>
            <pc:sldMk cId="3580184807" sldId="319"/>
            <ac:spMk id="4" creationId="{00000000-0000-0000-0000-000000000000}"/>
          </ac:spMkLst>
        </pc:spChg>
        <pc:spChg chg="del">
          <ac:chgData name="Ms Alina Arshad" userId="cccdfd85-d35d-4453-9c6f-a463aae40722" providerId="ADAL" clId="{1364CB91-912F-49DE-8B3C-BF00D872EB48}" dt="2024-11-02T06:26:09.919" v="98" actId="478"/>
          <ac:spMkLst>
            <pc:docMk/>
            <pc:sldMk cId="3580184807" sldId="319"/>
            <ac:spMk id="5" creationId="{00000000-0000-0000-0000-000000000000}"/>
          </ac:spMkLst>
        </pc:spChg>
      </pc:sldChg>
      <pc:sldChg chg="delSp modSp add del mod">
        <pc:chgData name="Ms Alina Arshad" userId="cccdfd85-d35d-4453-9c6f-a463aae40722" providerId="ADAL" clId="{1364CB91-912F-49DE-8B3C-BF00D872EB48}" dt="2024-11-02T06:51:52.858" v="295" actId="2696"/>
        <pc:sldMkLst>
          <pc:docMk/>
          <pc:sldMk cId="2395100990" sldId="320"/>
        </pc:sldMkLst>
        <pc:spChg chg="mod">
          <ac:chgData name="Ms Alina Arshad" userId="cccdfd85-d35d-4453-9c6f-a463aae40722" providerId="ADAL" clId="{1364CB91-912F-49DE-8B3C-BF00D872EB48}" dt="2024-11-02T06:26:18.769" v="100" actId="113"/>
          <ac:spMkLst>
            <pc:docMk/>
            <pc:sldMk cId="2395100990" sldId="320"/>
            <ac:spMk id="2" creationId="{00000000-0000-0000-0000-000000000000}"/>
          </ac:spMkLst>
        </pc:spChg>
        <pc:spChg chg="mod">
          <ac:chgData name="Ms Alina Arshad" userId="cccdfd85-d35d-4453-9c6f-a463aae40722" providerId="ADAL" clId="{1364CB91-912F-49DE-8B3C-BF00D872EB48}" dt="2024-11-02T06:26:26.579" v="102" actId="12"/>
          <ac:spMkLst>
            <pc:docMk/>
            <pc:sldMk cId="2395100990" sldId="320"/>
            <ac:spMk id="3" creationId="{00000000-0000-0000-0000-000000000000}"/>
          </ac:spMkLst>
        </pc:spChg>
        <pc:spChg chg="del">
          <ac:chgData name="Ms Alina Arshad" userId="cccdfd85-d35d-4453-9c6f-a463aae40722" providerId="ADAL" clId="{1364CB91-912F-49DE-8B3C-BF00D872EB48}" dt="2024-11-02T06:26:28.252" v="103" actId="478"/>
          <ac:spMkLst>
            <pc:docMk/>
            <pc:sldMk cId="2395100990" sldId="320"/>
            <ac:spMk id="4" creationId="{00000000-0000-0000-0000-000000000000}"/>
          </ac:spMkLst>
        </pc:spChg>
        <pc:spChg chg="del mod">
          <ac:chgData name="Ms Alina Arshad" userId="cccdfd85-d35d-4453-9c6f-a463aae40722" providerId="ADAL" clId="{1364CB91-912F-49DE-8B3C-BF00D872EB48}" dt="2024-11-02T06:26:34.167" v="106" actId="478"/>
          <ac:spMkLst>
            <pc:docMk/>
            <pc:sldMk cId="2395100990" sldId="320"/>
            <ac:spMk id="5" creationId="{00000000-0000-0000-0000-000000000000}"/>
          </ac:spMkLst>
        </pc:spChg>
      </pc:sldChg>
      <pc:sldChg chg="add">
        <pc:chgData name="Ms Alina Arshad" userId="cccdfd85-d35d-4453-9c6f-a463aae40722" providerId="ADAL" clId="{1364CB91-912F-49DE-8B3C-BF00D872EB48}" dt="2024-11-02T06:52:02.822" v="296"/>
        <pc:sldMkLst>
          <pc:docMk/>
          <pc:sldMk cId="2621767036" sldId="320"/>
        </pc:sldMkLst>
      </pc:sldChg>
      <pc:sldChg chg="delSp modSp add del mod">
        <pc:chgData name="Ms Alina Arshad" userId="cccdfd85-d35d-4453-9c6f-a463aae40722" providerId="ADAL" clId="{1364CB91-912F-49DE-8B3C-BF00D872EB48}" dt="2024-11-02T06:52:18.481" v="297" actId="2696"/>
        <pc:sldMkLst>
          <pc:docMk/>
          <pc:sldMk cId="2308690444" sldId="321"/>
        </pc:sldMkLst>
        <pc:spChg chg="mod">
          <ac:chgData name="Ms Alina Arshad" userId="cccdfd85-d35d-4453-9c6f-a463aae40722" providerId="ADAL" clId="{1364CB91-912F-49DE-8B3C-BF00D872EB48}" dt="2024-11-02T06:26:43.984" v="108" actId="113"/>
          <ac:spMkLst>
            <pc:docMk/>
            <pc:sldMk cId="2308690444" sldId="321"/>
            <ac:spMk id="2" creationId="{00000000-0000-0000-0000-000000000000}"/>
          </ac:spMkLst>
        </pc:spChg>
        <pc:spChg chg="mod">
          <ac:chgData name="Ms Alina Arshad" userId="cccdfd85-d35d-4453-9c6f-a463aae40722" providerId="ADAL" clId="{1364CB91-912F-49DE-8B3C-BF00D872EB48}" dt="2024-11-02T06:26:51.035" v="110" actId="12"/>
          <ac:spMkLst>
            <pc:docMk/>
            <pc:sldMk cId="2308690444" sldId="321"/>
            <ac:spMk id="3" creationId="{00000000-0000-0000-0000-000000000000}"/>
          </ac:spMkLst>
        </pc:spChg>
        <pc:spChg chg="del">
          <ac:chgData name="Ms Alina Arshad" userId="cccdfd85-d35d-4453-9c6f-a463aae40722" providerId="ADAL" clId="{1364CB91-912F-49DE-8B3C-BF00D872EB48}" dt="2024-11-02T06:26:52.835" v="111" actId="478"/>
          <ac:spMkLst>
            <pc:docMk/>
            <pc:sldMk cId="2308690444" sldId="321"/>
            <ac:spMk id="4" creationId="{00000000-0000-0000-0000-000000000000}"/>
          </ac:spMkLst>
        </pc:spChg>
        <pc:spChg chg="del">
          <ac:chgData name="Ms Alina Arshad" userId="cccdfd85-d35d-4453-9c6f-a463aae40722" providerId="ADAL" clId="{1364CB91-912F-49DE-8B3C-BF00D872EB48}" dt="2024-11-02T06:26:55.327" v="112" actId="478"/>
          <ac:spMkLst>
            <pc:docMk/>
            <pc:sldMk cId="2308690444" sldId="321"/>
            <ac:spMk id="5" creationId="{00000000-0000-0000-0000-000000000000}"/>
          </ac:spMkLst>
        </pc:spChg>
      </pc:sldChg>
      <pc:sldChg chg="add ord">
        <pc:chgData name="Ms Alina Arshad" userId="cccdfd85-d35d-4453-9c6f-a463aae40722" providerId="ADAL" clId="{1364CB91-912F-49DE-8B3C-BF00D872EB48}" dt="2024-11-02T06:54:17.022" v="308"/>
        <pc:sldMkLst>
          <pc:docMk/>
          <pc:sldMk cId="3312306461" sldId="321"/>
        </pc:sldMkLst>
      </pc:sldChg>
      <pc:sldChg chg="delSp modSp add mod ord">
        <pc:chgData name="Ms Alina Arshad" userId="cccdfd85-d35d-4453-9c6f-a463aae40722" providerId="ADAL" clId="{1364CB91-912F-49DE-8B3C-BF00D872EB48}" dt="2024-11-02T06:55:59.599" v="315"/>
        <pc:sldMkLst>
          <pc:docMk/>
          <pc:sldMk cId="2983082407" sldId="322"/>
        </pc:sldMkLst>
        <pc:spChg chg="mod">
          <ac:chgData name="Ms Alina Arshad" userId="cccdfd85-d35d-4453-9c6f-a463aae40722" providerId="ADAL" clId="{1364CB91-912F-49DE-8B3C-BF00D872EB48}" dt="2024-11-02T06:27:02.305" v="114" actId="113"/>
          <ac:spMkLst>
            <pc:docMk/>
            <pc:sldMk cId="2983082407" sldId="322"/>
            <ac:spMk id="2" creationId="{00000000-0000-0000-0000-000000000000}"/>
          </ac:spMkLst>
        </pc:spChg>
        <pc:spChg chg="mod">
          <ac:chgData name="Ms Alina Arshad" userId="cccdfd85-d35d-4453-9c6f-a463aae40722" providerId="ADAL" clId="{1364CB91-912F-49DE-8B3C-BF00D872EB48}" dt="2024-11-02T06:27:10.552" v="116" actId="12"/>
          <ac:spMkLst>
            <pc:docMk/>
            <pc:sldMk cId="2983082407" sldId="322"/>
            <ac:spMk id="3" creationId="{00000000-0000-0000-0000-000000000000}"/>
          </ac:spMkLst>
        </pc:spChg>
        <pc:spChg chg="del">
          <ac:chgData name="Ms Alina Arshad" userId="cccdfd85-d35d-4453-9c6f-a463aae40722" providerId="ADAL" clId="{1364CB91-912F-49DE-8B3C-BF00D872EB48}" dt="2024-11-02T06:27:12.957" v="117" actId="478"/>
          <ac:spMkLst>
            <pc:docMk/>
            <pc:sldMk cId="2983082407" sldId="322"/>
            <ac:spMk id="4" creationId="{00000000-0000-0000-0000-000000000000}"/>
          </ac:spMkLst>
        </pc:spChg>
        <pc:spChg chg="del">
          <ac:chgData name="Ms Alina Arshad" userId="cccdfd85-d35d-4453-9c6f-a463aae40722" providerId="ADAL" clId="{1364CB91-912F-49DE-8B3C-BF00D872EB48}" dt="2024-11-02T06:27:14.620" v="118" actId="478"/>
          <ac:spMkLst>
            <pc:docMk/>
            <pc:sldMk cId="2983082407" sldId="322"/>
            <ac:spMk id="5" creationId="{00000000-0000-0000-0000-000000000000}"/>
          </ac:spMkLst>
        </pc:spChg>
      </pc:sldChg>
      <pc:sldChg chg="delSp modSp add mod">
        <pc:chgData name="Ms Alina Arshad" userId="cccdfd85-d35d-4453-9c6f-a463aae40722" providerId="ADAL" clId="{1364CB91-912F-49DE-8B3C-BF00D872EB48}" dt="2024-11-02T06:28:43.173" v="124" actId="12"/>
        <pc:sldMkLst>
          <pc:docMk/>
          <pc:sldMk cId="620152431" sldId="323"/>
        </pc:sldMkLst>
        <pc:spChg chg="mod">
          <ac:chgData name="Ms Alina Arshad" userId="cccdfd85-d35d-4453-9c6f-a463aae40722" providerId="ADAL" clId="{1364CB91-912F-49DE-8B3C-BF00D872EB48}" dt="2024-11-02T06:28:31.077" v="120" actId="113"/>
          <ac:spMkLst>
            <pc:docMk/>
            <pc:sldMk cId="620152431" sldId="323"/>
            <ac:spMk id="2" creationId="{00000000-0000-0000-0000-000000000000}"/>
          </ac:spMkLst>
        </pc:spChg>
        <pc:spChg chg="mod">
          <ac:chgData name="Ms Alina Arshad" userId="cccdfd85-d35d-4453-9c6f-a463aae40722" providerId="ADAL" clId="{1364CB91-912F-49DE-8B3C-BF00D872EB48}" dt="2024-11-02T06:28:43.173" v="124" actId="12"/>
          <ac:spMkLst>
            <pc:docMk/>
            <pc:sldMk cId="620152431" sldId="323"/>
            <ac:spMk id="3" creationId="{00000000-0000-0000-0000-000000000000}"/>
          </ac:spMkLst>
        </pc:spChg>
        <pc:spChg chg="del">
          <ac:chgData name="Ms Alina Arshad" userId="cccdfd85-d35d-4453-9c6f-a463aae40722" providerId="ADAL" clId="{1364CB91-912F-49DE-8B3C-BF00D872EB48}" dt="2024-11-02T06:28:33.877" v="121" actId="478"/>
          <ac:spMkLst>
            <pc:docMk/>
            <pc:sldMk cId="620152431" sldId="323"/>
            <ac:spMk id="4" creationId="{00000000-0000-0000-0000-000000000000}"/>
          </ac:spMkLst>
        </pc:spChg>
        <pc:spChg chg="del">
          <ac:chgData name="Ms Alina Arshad" userId="cccdfd85-d35d-4453-9c6f-a463aae40722" providerId="ADAL" clId="{1364CB91-912F-49DE-8B3C-BF00D872EB48}" dt="2024-11-02T06:28:35.767" v="122" actId="478"/>
          <ac:spMkLst>
            <pc:docMk/>
            <pc:sldMk cId="620152431" sldId="323"/>
            <ac:spMk id="5" creationId="{00000000-0000-0000-0000-000000000000}"/>
          </ac:spMkLst>
        </pc:spChg>
      </pc:sldChg>
      <pc:sldChg chg="delSp modSp add mod">
        <pc:chgData name="Ms Alina Arshad" userId="cccdfd85-d35d-4453-9c6f-a463aae40722" providerId="ADAL" clId="{1364CB91-912F-49DE-8B3C-BF00D872EB48}" dt="2024-11-02T06:28:59.428" v="130" actId="478"/>
        <pc:sldMkLst>
          <pc:docMk/>
          <pc:sldMk cId="1965726556" sldId="324"/>
        </pc:sldMkLst>
        <pc:spChg chg="mod">
          <ac:chgData name="Ms Alina Arshad" userId="cccdfd85-d35d-4453-9c6f-a463aae40722" providerId="ADAL" clId="{1364CB91-912F-49DE-8B3C-BF00D872EB48}" dt="2024-11-02T06:28:49.376" v="126" actId="113"/>
          <ac:spMkLst>
            <pc:docMk/>
            <pc:sldMk cId="1965726556" sldId="324"/>
            <ac:spMk id="2" creationId="{00000000-0000-0000-0000-000000000000}"/>
          </ac:spMkLst>
        </pc:spChg>
        <pc:spChg chg="mod">
          <ac:chgData name="Ms Alina Arshad" userId="cccdfd85-d35d-4453-9c6f-a463aae40722" providerId="ADAL" clId="{1364CB91-912F-49DE-8B3C-BF00D872EB48}" dt="2024-11-02T06:28:54.921" v="128" actId="12"/>
          <ac:spMkLst>
            <pc:docMk/>
            <pc:sldMk cId="1965726556" sldId="324"/>
            <ac:spMk id="3" creationId="{00000000-0000-0000-0000-000000000000}"/>
          </ac:spMkLst>
        </pc:spChg>
        <pc:spChg chg="del">
          <ac:chgData name="Ms Alina Arshad" userId="cccdfd85-d35d-4453-9c6f-a463aae40722" providerId="ADAL" clId="{1364CB91-912F-49DE-8B3C-BF00D872EB48}" dt="2024-11-02T06:28:57.017" v="129" actId="478"/>
          <ac:spMkLst>
            <pc:docMk/>
            <pc:sldMk cId="1965726556" sldId="324"/>
            <ac:spMk id="4" creationId="{00000000-0000-0000-0000-000000000000}"/>
          </ac:spMkLst>
        </pc:spChg>
        <pc:spChg chg="del">
          <ac:chgData name="Ms Alina Arshad" userId="cccdfd85-d35d-4453-9c6f-a463aae40722" providerId="ADAL" clId="{1364CB91-912F-49DE-8B3C-BF00D872EB48}" dt="2024-11-02T06:28:59.428" v="130" actId="478"/>
          <ac:spMkLst>
            <pc:docMk/>
            <pc:sldMk cId="1965726556" sldId="324"/>
            <ac:spMk id="5" creationId="{00000000-0000-0000-0000-000000000000}"/>
          </ac:spMkLst>
        </pc:spChg>
      </pc:sldChg>
      <pc:sldChg chg="delSp modSp add mod">
        <pc:chgData name="Ms Alina Arshad" userId="cccdfd85-d35d-4453-9c6f-a463aae40722" providerId="ADAL" clId="{1364CB91-912F-49DE-8B3C-BF00D872EB48}" dt="2024-11-02T06:29:22.147" v="136" actId="478"/>
        <pc:sldMkLst>
          <pc:docMk/>
          <pc:sldMk cId="3941821503" sldId="325"/>
        </pc:sldMkLst>
        <pc:spChg chg="mod">
          <ac:chgData name="Ms Alina Arshad" userId="cccdfd85-d35d-4453-9c6f-a463aae40722" providerId="ADAL" clId="{1364CB91-912F-49DE-8B3C-BF00D872EB48}" dt="2024-11-02T06:29:07.791" v="132" actId="113"/>
          <ac:spMkLst>
            <pc:docMk/>
            <pc:sldMk cId="3941821503" sldId="325"/>
            <ac:spMk id="2" creationId="{00000000-0000-0000-0000-000000000000}"/>
          </ac:spMkLst>
        </pc:spChg>
        <pc:spChg chg="mod">
          <ac:chgData name="Ms Alina Arshad" userId="cccdfd85-d35d-4453-9c6f-a463aae40722" providerId="ADAL" clId="{1364CB91-912F-49DE-8B3C-BF00D872EB48}" dt="2024-11-02T06:29:13.930" v="134" actId="12"/>
          <ac:spMkLst>
            <pc:docMk/>
            <pc:sldMk cId="3941821503" sldId="325"/>
            <ac:spMk id="3" creationId="{00000000-0000-0000-0000-000000000000}"/>
          </ac:spMkLst>
        </pc:spChg>
        <pc:spChg chg="del">
          <ac:chgData name="Ms Alina Arshad" userId="cccdfd85-d35d-4453-9c6f-a463aae40722" providerId="ADAL" clId="{1364CB91-912F-49DE-8B3C-BF00D872EB48}" dt="2024-11-02T06:29:19.818" v="135" actId="478"/>
          <ac:spMkLst>
            <pc:docMk/>
            <pc:sldMk cId="3941821503" sldId="325"/>
            <ac:spMk id="4" creationId="{00000000-0000-0000-0000-000000000000}"/>
          </ac:spMkLst>
        </pc:spChg>
        <pc:spChg chg="del">
          <ac:chgData name="Ms Alina Arshad" userId="cccdfd85-d35d-4453-9c6f-a463aae40722" providerId="ADAL" clId="{1364CB91-912F-49DE-8B3C-BF00D872EB48}" dt="2024-11-02T06:29:22.147" v="136" actId="478"/>
          <ac:spMkLst>
            <pc:docMk/>
            <pc:sldMk cId="3941821503" sldId="325"/>
            <ac:spMk id="5" creationId="{00000000-0000-0000-0000-000000000000}"/>
          </ac:spMkLst>
        </pc:spChg>
      </pc:sldChg>
      <pc:sldChg chg="delSp modSp add mod ord">
        <pc:chgData name="Ms Alina Arshad" userId="cccdfd85-d35d-4453-9c6f-a463aae40722" providerId="ADAL" clId="{1364CB91-912F-49DE-8B3C-BF00D872EB48}" dt="2024-11-02T06:56:16.149" v="319"/>
        <pc:sldMkLst>
          <pc:docMk/>
          <pc:sldMk cId="2016548554" sldId="326"/>
        </pc:sldMkLst>
        <pc:spChg chg="mod">
          <ac:chgData name="Ms Alina Arshad" userId="cccdfd85-d35d-4453-9c6f-a463aae40722" providerId="ADAL" clId="{1364CB91-912F-49DE-8B3C-BF00D872EB48}" dt="2024-11-02T06:29:30.827" v="138" actId="113"/>
          <ac:spMkLst>
            <pc:docMk/>
            <pc:sldMk cId="2016548554" sldId="326"/>
            <ac:spMk id="2" creationId="{00000000-0000-0000-0000-000000000000}"/>
          </ac:spMkLst>
        </pc:spChg>
        <pc:spChg chg="mod">
          <ac:chgData name="Ms Alina Arshad" userId="cccdfd85-d35d-4453-9c6f-a463aae40722" providerId="ADAL" clId="{1364CB91-912F-49DE-8B3C-BF00D872EB48}" dt="2024-11-02T06:29:37.167" v="140" actId="12"/>
          <ac:spMkLst>
            <pc:docMk/>
            <pc:sldMk cId="2016548554" sldId="326"/>
            <ac:spMk id="3" creationId="{00000000-0000-0000-0000-000000000000}"/>
          </ac:spMkLst>
        </pc:spChg>
        <pc:spChg chg="del">
          <ac:chgData name="Ms Alina Arshad" userId="cccdfd85-d35d-4453-9c6f-a463aae40722" providerId="ADAL" clId="{1364CB91-912F-49DE-8B3C-BF00D872EB48}" dt="2024-11-02T06:29:40.177" v="141" actId="478"/>
          <ac:spMkLst>
            <pc:docMk/>
            <pc:sldMk cId="2016548554" sldId="326"/>
            <ac:spMk id="4" creationId="{00000000-0000-0000-0000-000000000000}"/>
          </ac:spMkLst>
        </pc:spChg>
        <pc:spChg chg="del">
          <ac:chgData name="Ms Alina Arshad" userId="cccdfd85-d35d-4453-9c6f-a463aae40722" providerId="ADAL" clId="{1364CB91-912F-49DE-8B3C-BF00D872EB48}" dt="2024-11-02T06:29:43.207" v="142" actId="478"/>
          <ac:spMkLst>
            <pc:docMk/>
            <pc:sldMk cId="2016548554" sldId="326"/>
            <ac:spMk id="5" creationId="{00000000-0000-0000-0000-000000000000}"/>
          </ac:spMkLst>
        </pc:spChg>
      </pc:sldChg>
      <pc:sldChg chg="add">
        <pc:chgData name="Ms Alina Arshad" userId="cccdfd85-d35d-4453-9c6f-a463aae40722" providerId="ADAL" clId="{1364CB91-912F-49DE-8B3C-BF00D872EB48}" dt="2024-11-02T06:56:40.582" v="321"/>
        <pc:sldMkLst>
          <pc:docMk/>
          <pc:sldMk cId="690273387" sldId="327"/>
        </pc:sldMkLst>
      </pc:sldChg>
      <pc:sldChg chg="delSp modSp add del mod">
        <pc:chgData name="Ms Alina Arshad" userId="cccdfd85-d35d-4453-9c6f-a463aae40722" providerId="ADAL" clId="{1364CB91-912F-49DE-8B3C-BF00D872EB48}" dt="2024-11-02T06:56:35.170" v="320" actId="2696"/>
        <pc:sldMkLst>
          <pc:docMk/>
          <pc:sldMk cId="2191909359" sldId="327"/>
        </pc:sldMkLst>
        <pc:spChg chg="mod">
          <ac:chgData name="Ms Alina Arshad" userId="cccdfd85-d35d-4453-9c6f-a463aae40722" providerId="ADAL" clId="{1364CB91-912F-49DE-8B3C-BF00D872EB48}" dt="2024-11-02T06:29:48.909" v="144" actId="113"/>
          <ac:spMkLst>
            <pc:docMk/>
            <pc:sldMk cId="2191909359" sldId="327"/>
            <ac:spMk id="2" creationId="{00000000-0000-0000-0000-000000000000}"/>
          </ac:spMkLst>
        </pc:spChg>
        <pc:spChg chg="mod">
          <ac:chgData name="Ms Alina Arshad" userId="cccdfd85-d35d-4453-9c6f-a463aae40722" providerId="ADAL" clId="{1364CB91-912F-49DE-8B3C-BF00D872EB48}" dt="2024-11-02T06:29:56.227" v="146" actId="12"/>
          <ac:spMkLst>
            <pc:docMk/>
            <pc:sldMk cId="2191909359" sldId="327"/>
            <ac:spMk id="3" creationId="{00000000-0000-0000-0000-000000000000}"/>
          </ac:spMkLst>
        </pc:spChg>
        <pc:spChg chg="del">
          <ac:chgData name="Ms Alina Arshad" userId="cccdfd85-d35d-4453-9c6f-a463aae40722" providerId="ADAL" clId="{1364CB91-912F-49DE-8B3C-BF00D872EB48}" dt="2024-11-02T06:29:58.610" v="147" actId="478"/>
          <ac:spMkLst>
            <pc:docMk/>
            <pc:sldMk cId="2191909359" sldId="327"/>
            <ac:spMk id="4" creationId="{00000000-0000-0000-0000-000000000000}"/>
          </ac:spMkLst>
        </pc:spChg>
        <pc:spChg chg="del">
          <ac:chgData name="Ms Alina Arshad" userId="cccdfd85-d35d-4453-9c6f-a463aae40722" providerId="ADAL" clId="{1364CB91-912F-49DE-8B3C-BF00D872EB48}" dt="2024-11-02T06:30:00.853" v="148" actId="478"/>
          <ac:spMkLst>
            <pc:docMk/>
            <pc:sldMk cId="2191909359" sldId="327"/>
            <ac:spMk id="5" creationId="{00000000-0000-0000-0000-000000000000}"/>
          </ac:spMkLst>
        </pc:spChg>
      </pc:sldChg>
      <pc:sldChg chg="add">
        <pc:chgData name="Ms Alina Arshad" userId="cccdfd85-d35d-4453-9c6f-a463aae40722" providerId="ADAL" clId="{1364CB91-912F-49DE-8B3C-BF00D872EB48}" dt="2024-11-02T06:56:40.582" v="321"/>
        <pc:sldMkLst>
          <pc:docMk/>
          <pc:sldMk cId="2753050028" sldId="328"/>
        </pc:sldMkLst>
      </pc:sldChg>
      <pc:sldChg chg="delSp modSp add del mod">
        <pc:chgData name="Ms Alina Arshad" userId="cccdfd85-d35d-4453-9c6f-a463aae40722" providerId="ADAL" clId="{1364CB91-912F-49DE-8B3C-BF00D872EB48}" dt="2024-11-02T06:56:35.170" v="320" actId="2696"/>
        <pc:sldMkLst>
          <pc:docMk/>
          <pc:sldMk cId="3629442417" sldId="328"/>
        </pc:sldMkLst>
        <pc:spChg chg="mod">
          <ac:chgData name="Ms Alina Arshad" userId="cccdfd85-d35d-4453-9c6f-a463aae40722" providerId="ADAL" clId="{1364CB91-912F-49DE-8B3C-BF00D872EB48}" dt="2024-11-02T06:30:09.237" v="150" actId="113"/>
          <ac:spMkLst>
            <pc:docMk/>
            <pc:sldMk cId="3629442417" sldId="328"/>
            <ac:spMk id="2" creationId="{00000000-0000-0000-0000-000000000000}"/>
          </ac:spMkLst>
        </pc:spChg>
        <pc:spChg chg="mod">
          <ac:chgData name="Ms Alina Arshad" userId="cccdfd85-d35d-4453-9c6f-a463aae40722" providerId="ADAL" clId="{1364CB91-912F-49DE-8B3C-BF00D872EB48}" dt="2024-11-02T06:30:16.078" v="152" actId="12"/>
          <ac:spMkLst>
            <pc:docMk/>
            <pc:sldMk cId="3629442417" sldId="328"/>
            <ac:spMk id="3" creationId="{00000000-0000-0000-0000-000000000000}"/>
          </ac:spMkLst>
        </pc:spChg>
        <pc:spChg chg="del">
          <ac:chgData name="Ms Alina Arshad" userId="cccdfd85-d35d-4453-9c6f-a463aae40722" providerId="ADAL" clId="{1364CB91-912F-49DE-8B3C-BF00D872EB48}" dt="2024-11-02T06:30:18.037" v="153" actId="478"/>
          <ac:spMkLst>
            <pc:docMk/>
            <pc:sldMk cId="3629442417" sldId="328"/>
            <ac:spMk id="4" creationId="{00000000-0000-0000-0000-000000000000}"/>
          </ac:spMkLst>
        </pc:spChg>
        <pc:spChg chg="del">
          <ac:chgData name="Ms Alina Arshad" userId="cccdfd85-d35d-4453-9c6f-a463aae40722" providerId="ADAL" clId="{1364CB91-912F-49DE-8B3C-BF00D872EB48}" dt="2024-11-02T06:30:19.688" v="154" actId="478"/>
          <ac:spMkLst>
            <pc:docMk/>
            <pc:sldMk cId="3629442417" sldId="328"/>
            <ac:spMk id="5" creationId="{00000000-0000-0000-0000-000000000000}"/>
          </ac:spMkLst>
        </pc:spChg>
      </pc:sldChg>
      <pc:sldChg chg="delSp modSp add mod">
        <pc:chgData name="Ms Alina Arshad" userId="cccdfd85-d35d-4453-9c6f-a463aae40722" providerId="ADAL" clId="{1364CB91-912F-49DE-8B3C-BF00D872EB48}" dt="2024-11-02T06:30:35.488" v="160" actId="478"/>
        <pc:sldMkLst>
          <pc:docMk/>
          <pc:sldMk cId="2998938308" sldId="329"/>
        </pc:sldMkLst>
        <pc:spChg chg="mod">
          <ac:chgData name="Ms Alina Arshad" userId="cccdfd85-d35d-4453-9c6f-a463aae40722" providerId="ADAL" clId="{1364CB91-912F-49DE-8B3C-BF00D872EB48}" dt="2024-11-02T06:30:25.767" v="156" actId="113"/>
          <ac:spMkLst>
            <pc:docMk/>
            <pc:sldMk cId="2998938308" sldId="329"/>
            <ac:spMk id="2" creationId="{00000000-0000-0000-0000-000000000000}"/>
          </ac:spMkLst>
        </pc:spChg>
        <pc:spChg chg="mod">
          <ac:chgData name="Ms Alina Arshad" userId="cccdfd85-d35d-4453-9c6f-a463aae40722" providerId="ADAL" clId="{1364CB91-912F-49DE-8B3C-BF00D872EB48}" dt="2024-11-02T06:30:31.812" v="158" actId="12"/>
          <ac:spMkLst>
            <pc:docMk/>
            <pc:sldMk cId="2998938308" sldId="329"/>
            <ac:spMk id="3" creationId="{00000000-0000-0000-0000-000000000000}"/>
          </ac:spMkLst>
        </pc:spChg>
        <pc:spChg chg="del">
          <ac:chgData name="Ms Alina Arshad" userId="cccdfd85-d35d-4453-9c6f-a463aae40722" providerId="ADAL" clId="{1364CB91-912F-49DE-8B3C-BF00D872EB48}" dt="2024-11-02T06:30:33.657" v="159" actId="478"/>
          <ac:spMkLst>
            <pc:docMk/>
            <pc:sldMk cId="2998938308" sldId="329"/>
            <ac:spMk id="4" creationId="{00000000-0000-0000-0000-000000000000}"/>
          </ac:spMkLst>
        </pc:spChg>
        <pc:spChg chg="del">
          <ac:chgData name="Ms Alina Arshad" userId="cccdfd85-d35d-4453-9c6f-a463aae40722" providerId="ADAL" clId="{1364CB91-912F-49DE-8B3C-BF00D872EB48}" dt="2024-11-02T06:30:35.488" v="160" actId="478"/>
          <ac:spMkLst>
            <pc:docMk/>
            <pc:sldMk cId="2998938308" sldId="329"/>
            <ac:spMk id="5" creationId="{00000000-0000-0000-0000-000000000000}"/>
          </ac:spMkLst>
        </pc:spChg>
      </pc:sldChg>
      <pc:sldChg chg="del">
        <pc:chgData name="Ms Alina Arshad" userId="cccdfd85-d35d-4453-9c6f-a463aae40722" providerId="ADAL" clId="{1364CB91-912F-49DE-8B3C-BF00D872EB48}" dt="2024-11-02T06:19:16.304" v="46" actId="47"/>
        <pc:sldMkLst>
          <pc:docMk/>
          <pc:sldMk cId="364105119" sldId="330"/>
        </pc:sldMkLst>
      </pc:sldChg>
      <pc:sldChg chg="del">
        <pc:chgData name="Ms Alina Arshad" userId="cccdfd85-d35d-4453-9c6f-a463aae40722" providerId="ADAL" clId="{1364CB91-912F-49DE-8B3C-BF00D872EB48}" dt="2024-11-02T06:19:16.576" v="47" actId="47"/>
        <pc:sldMkLst>
          <pc:docMk/>
          <pc:sldMk cId="3507957172" sldId="331"/>
        </pc:sldMkLst>
      </pc:sldChg>
      <pc:sldChg chg="del">
        <pc:chgData name="Ms Alina Arshad" userId="cccdfd85-d35d-4453-9c6f-a463aae40722" providerId="ADAL" clId="{1364CB91-912F-49DE-8B3C-BF00D872EB48}" dt="2024-11-02T06:19:16.896" v="48" actId="47"/>
        <pc:sldMkLst>
          <pc:docMk/>
          <pc:sldMk cId="2370268370" sldId="332"/>
        </pc:sldMkLst>
      </pc:sldChg>
      <pc:sldChg chg="del">
        <pc:chgData name="Ms Alina Arshad" userId="cccdfd85-d35d-4453-9c6f-a463aae40722" providerId="ADAL" clId="{1364CB91-912F-49DE-8B3C-BF00D872EB48}" dt="2024-11-02T06:19:17.154" v="49" actId="47"/>
        <pc:sldMkLst>
          <pc:docMk/>
          <pc:sldMk cId="4266472454" sldId="333"/>
        </pc:sldMkLst>
      </pc:sldChg>
      <pc:sldChg chg="del">
        <pc:chgData name="Ms Alina Arshad" userId="cccdfd85-d35d-4453-9c6f-a463aae40722" providerId="ADAL" clId="{1364CB91-912F-49DE-8B3C-BF00D872EB48}" dt="2024-11-02T06:19:17.830" v="51" actId="47"/>
        <pc:sldMkLst>
          <pc:docMk/>
          <pc:sldMk cId="3773565437" sldId="337"/>
        </pc:sldMkLst>
      </pc:sldChg>
      <pc:sldChg chg="del">
        <pc:chgData name="Ms Alina Arshad" userId="cccdfd85-d35d-4453-9c6f-a463aae40722" providerId="ADAL" clId="{1364CB91-912F-49DE-8B3C-BF00D872EB48}" dt="2024-11-02T06:19:17.927" v="53" actId="47"/>
        <pc:sldMkLst>
          <pc:docMk/>
          <pc:sldMk cId="4279161592" sldId="338"/>
        </pc:sldMkLst>
      </pc:sldChg>
      <pc:sldChg chg="del">
        <pc:chgData name="Ms Alina Arshad" userId="cccdfd85-d35d-4453-9c6f-a463aae40722" providerId="ADAL" clId="{1364CB91-912F-49DE-8B3C-BF00D872EB48}" dt="2024-11-02T06:19:17.324" v="50" actId="47"/>
        <pc:sldMkLst>
          <pc:docMk/>
          <pc:sldMk cId="2667064654" sldId="357"/>
        </pc:sldMkLst>
      </pc:sldChg>
      <pc:sldChg chg="del">
        <pc:chgData name="Ms Alina Arshad" userId="cccdfd85-d35d-4453-9c6f-a463aae40722" providerId="ADAL" clId="{1364CB91-912F-49DE-8B3C-BF00D872EB48}" dt="2024-11-02T06:19:17.939" v="54" actId="47"/>
        <pc:sldMkLst>
          <pc:docMk/>
          <pc:sldMk cId="2359417472" sldId="358"/>
        </pc:sldMkLst>
      </pc:sldChg>
      <pc:sldChg chg="del">
        <pc:chgData name="Ms Alina Arshad" userId="cccdfd85-d35d-4453-9c6f-a463aae40722" providerId="ADAL" clId="{1364CB91-912F-49DE-8B3C-BF00D872EB48}" dt="2024-11-02T06:19:17.871" v="52" actId="47"/>
        <pc:sldMkLst>
          <pc:docMk/>
          <pc:sldMk cId="3871777962" sldId="359"/>
        </pc:sldMkLst>
      </pc:sldChg>
      <pc:sldChg chg="modSp add del mod">
        <pc:chgData name="Ms Alina Arshad" userId="cccdfd85-d35d-4453-9c6f-a463aae40722" providerId="ADAL" clId="{1364CB91-912F-49DE-8B3C-BF00D872EB48}" dt="2024-11-02T06:19:00.022" v="43" actId="47"/>
        <pc:sldMkLst>
          <pc:docMk/>
          <pc:sldMk cId="2348086917" sldId="360"/>
        </pc:sldMkLst>
        <pc:spChg chg="mod">
          <ac:chgData name="Ms Alina Arshad" userId="cccdfd85-d35d-4453-9c6f-a463aae40722" providerId="ADAL" clId="{1364CB91-912F-49DE-8B3C-BF00D872EB48}" dt="2024-11-02T06:18:26.630" v="2" actId="20577"/>
          <ac:spMkLst>
            <pc:docMk/>
            <pc:sldMk cId="2348086917" sldId="360"/>
            <ac:spMk id="2" creationId="{00000000-0000-0000-0000-000000000000}"/>
          </ac:spMkLst>
        </pc:spChg>
        <pc:spChg chg="mod">
          <ac:chgData name="Ms Alina Arshad" userId="cccdfd85-d35d-4453-9c6f-a463aae40722" providerId="ADAL" clId="{1364CB91-912F-49DE-8B3C-BF00D872EB48}" dt="2024-11-02T06:18:31.509" v="3" actId="207"/>
          <ac:spMkLst>
            <pc:docMk/>
            <pc:sldMk cId="2348086917" sldId="360"/>
            <ac:spMk id="5" creationId="{00000000-0000-0000-0000-000000000000}"/>
          </ac:spMkLst>
        </pc:spChg>
      </pc:sldChg>
      <pc:sldChg chg="delSp modSp add del mod">
        <pc:chgData name="Ms Alina Arshad" userId="cccdfd85-d35d-4453-9c6f-a463aae40722" providerId="ADAL" clId="{1364CB91-912F-49DE-8B3C-BF00D872EB48}" dt="2024-11-02T06:53:23.383" v="305" actId="20577"/>
        <pc:sldMkLst>
          <pc:docMk/>
          <pc:sldMk cId="558442302" sldId="361"/>
        </pc:sldMkLst>
        <pc:spChg chg="mod">
          <ac:chgData name="Ms Alina Arshad" userId="cccdfd85-d35d-4453-9c6f-a463aae40722" providerId="ADAL" clId="{1364CB91-912F-49DE-8B3C-BF00D872EB48}" dt="2024-11-02T06:53:23.383" v="305" actId="20577"/>
          <ac:spMkLst>
            <pc:docMk/>
            <pc:sldMk cId="558442302" sldId="361"/>
            <ac:spMk id="2" creationId="{00000000-0000-0000-0000-000000000000}"/>
          </ac:spMkLst>
        </pc:spChg>
        <pc:spChg chg="mod">
          <ac:chgData name="Ms Alina Arshad" userId="cccdfd85-d35d-4453-9c6f-a463aae40722" providerId="ADAL" clId="{1364CB91-912F-49DE-8B3C-BF00D872EB48}" dt="2024-11-02T06:30:52.907" v="164" actId="207"/>
          <ac:spMkLst>
            <pc:docMk/>
            <pc:sldMk cId="558442302" sldId="361"/>
            <ac:spMk id="3" creationId="{00000000-0000-0000-0000-000000000000}"/>
          </ac:spMkLst>
        </pc:spChg>
        <pc:spChg chg="del">
          <ac:chgData name="Ms Alina Arshad" userId="cccdfd85-d35d-4453-9c6f-a463aae40722" providerId="ADAL" clId="{1364CB91-912F-49DE-8B3C-BF00D872EB48}" dt="2024-11-02T06:30:55.340" v="165" actId="478"/>
          <ac:spMkLst>
            <pc:docMk/>
            <pc:sldMk cId="558442302" sldId="361"/>
            <ac:spMk id="4" creationId="{00000000-0000-0000-0000-000000000000}"/>
          </ac:spMkLst>
        </pc:spChg>
        <pc:spChg chg="del">
          <ac:chgData name="Ms Alina Arshad" userId="cccdfd85-d35d-4453-9c6f-a463aae40722" providerId="ADAL" clId="{1364CB91-912F-49DE-8B3C-BF00D872EB48}" dt="2024-11-02T06:30:58.468" v="166" actId="478"/>
          <ac:spMkLst>
            <pc:docMk/>
            <pc:sldMk cId="558442302" sldId="361"/>
            <ac:spMk id="5" creationId="{00000000-0000-0000-0000-000000000000}"/>
          </ac:spMkLst>
        </pc:spChg>
      </pc:sldChg>
      <pc:sldChg chg="add del">
        <pc:chgData name="Ms Alina Arshad" userId="cccdfd85-d35d-4453-9c6f-a463aae40722" providerId="ADAL" clId="{1364CB91-912F-49DE-8B3C-BF00D872EB48}" dt="2024-11-02T06:51:05.584" v="293" actId="2696"/>
        <pc:sldMkLst>
          <pc:docMk/>
          <pc:sldMk cId="0" sldId="372"/>
        </pc:sldMkLst>
      </pc:sldChg>
      <pc:sldChg chg="add">
        <pc:chgData name="Ms Alina Arshad" userId="cccdfd85-d35d-4453-9c6f-a463aae40722" providerId="ADAL" clId="{1364CB91-912F-49DE-8B3C-BF00D872EB48}" dt="2024-11-02T06:54:26.823" v="309"/>
        <pc:sldMkLst>
          <pc:docMk/>
          <pc:sldMk cId="3604710834" sldId="372"/>
        </pc:sldMkLst>
      </pc:sldChg>
      <pc:sldChg chg="add del">
        <pc:chgData name="Ms Alina Arshad" userId="cccdfd85-d35d-4453-9c6f-a463aae40722" providerId="ADAL" clId="{1364CB91-912F-49DE-8B3C-BF00D872EB48}" dt="2024-11-02T06:54:14.551" v="307" actId="2696"/>
        <pc:sldMkLst>
          <pc:docMk/>
          <pc:sldMk cId="3995079112" sldId="372"/>
        </pc:sldMkLst>
      </pc:sldChg>
      <pc:sldChg chg="modSp add mod">
        <pc:chgData name="Ms Alina Arshad" userId="cccdfd85-d35d-4453-9c6f-a463aae40722" providerId="ADAL" clId="{1364CB91-912F-49DE-8B3C-BF00D872EB48}" dt="2024-11-09T07:45:46.686" v="322" actId="20577"/>
        <pc:sldMkLst>
          <pc:docMk/>
          <pc:sldMk cId="0" sldId="391"/>
        </pc:sldMkLst>
        <pc:spChg chg="mod">
          <ac:chgData name="Ms Alina Arshad" userId="cccdfd85-d35d-4453-9c6f-a463aae40722" providerId="ADAL" clId="{1364CB91-912F-49DE-8B3C-BF00D872EB48}" dt="2024-11-02T06:42:31.373" v="171" actId="113"/>
          <ac:spMkLst>
            <pc:docMk/>
            <pc:sldMk cId="0" sldId="391"/>
            <ac:spMk id="18434" creationId="{D85402E4-FA3C-4898-1A62-C8E34255E495}"/>
          </ac:spMkLst>
        </pc:spChg>
        <pc:spChg chg="mod">
          <ac:chgData name="Ms Alina Arshad" userId="cccdfd85-d35d-4453-9c6f-a463aae40722" providerId="ADAL" clId="{1364CB91-912F-49DE-8B3C-BF00D872EB48}" dt="2024-11-09T07:45:46.686" v="322" actId="20577"/>
          <ac:spMkLst>
            <pc:docMk/>
            <pc:sldMk cId="0" sldId="391"/>
            <ac:spMk id="32771" creationId="{B279077A-3227-A67D-72E7-7BA59EEC8A1F}"/>
          </ac:spMkLst>
        </pc:spChg>
      </pc:sldChg>
      <pc:sldChg chg="modSp add mod">
        <pc:chgData name="Ms Alina Arshad" userId="cccdfd85-d35d-4453-9c6f-a463aae40722" providerId="ADAL" clId="{1364CB91-912F-49DE-8B3C-BF00D872EB48}" dt="2024-11-02T06:49:11.435" v="283" actId="5793"/>
        <pc:sldMkLst>
          <pc:docMk/>
          <pc:sldMk cId="0" sldId="392"/>
        </pc:sldMkLst>
        <pc:spChg chg="mod">
          <ac:chgData name="Ms Alina Arshad" userId="cccdfd85-d35d-4453-9c6f-a463aae40722" providerId="ADAL" clId="{1364CB91-912F-49DE-8B3C-BF00D872EB48}" dt="2024-11-02T06:43:07.334" v="186" actId="1076"/>
          <ac:spMkLst>
            <pc:docMk/>
            <pc:sldMk cId="0" sldId="392"/>
            <ac:spMk id="19458" creationId="{AB7EAED9-A9FC-0149-6540-56D616E23B72}"/>
          </ac:spMkLst>
        </pc:spChg>
        <pc:spChg chg="mod">
          <ac:chgData name="Ms Alina Arshad" userId="cccdfd85-d35d-4453-9c6f-a463aae40722" providerId="ADAL" clId="{1364CB91-912F-49DE-8B3C-BF00D872EB48}" dt="2024-11-02T06:49:11.435" v="283" actId="5793"/>
          <ac:spMkLst>
            <pc:docMk/>
            <pc:sldMk cId="0" sldId="392"/>
            <ac:spMk id="19459" creationId="{7AA0E679-3824-AF4B-9FEC-3160AB8F7C5C}"/>
          </ac:spMkLst>
        </pc:spChg>
      </pc:sldChg>
      <pc:sldChg chg="add ord">
        <pc:chgData name="Ms Alina Arshad" userId="cccdfd85-d35d-4453-9c6f-a463aae40722" providerId="ADAL" clId="{1364CB91-912F-49DE-8B3C-BF00D872EB48}" dt="2024-11-02T06:50:26.048" v="286"/>
        <pc:sldMkLst>
          <pc:docMk/>
          <pc:sldMk cId="0" sldId="393"/>
        </pc:sldMkLst>
      </pc:sldChg>
      <pc:sldChg chg="add del">
        <pc:chgData name="Ms Alina Arshad" userId="cccdfd85-d35d-4453-9c6f-a463aae40722" providerId="ADAL" clId="{1364CB91-912F-49DE-8B3C-BF00D872EB48}" dt="2024-11-02T06:51:05.584" v="293" actId="2696"/>
        <pc:sldMkLst>
          <pc:docMk/>
          <pc:sldMk cId="0" sldId="394"/>
        </pc:sldMkLst>
      </pc:sldChg>
      <pc:sldChg chg="add">
        <pc:chgData name="Ms Alina Arshad" userId="cccdfd85-d35d-4453-9c6f-a463aae40722" providerId="ADAL" clId="{1364CB91-912F-49DE-8B3C-BF00D872EB48}" dt="2024-11-02T06:54:26.823" v="309"/>
        <pc:sldMkLst>
          <pc:docMk/>
          <pc:sldMk cId="296988037" sldId="394"/>
        </pc:sldMkLst>
      </pc:sldChg>
      <pc:sldChg chg="add del">
        <pc:chgData name="Ms Alina Arshad" userId="cccdfd85-d35d-4453-9c6f-a463aae40722" providerId="ADAL" clId="{1364CB91-912F-49DE-8B3C-BF00D872EB48}" dt="2024-11-02T06:54:14.551" v="307" actId="2696"/>
        <pc:sldMkLst>
          <pc:docMk/>
          <pc:sldMk cId="905887468" sldId="394"/>
        </pc:sldMkLst>
      </pc:sldChg>
      <pc:sldChg chg="add del">
        <pc:chgData name="Ms Alina Arshad" userId="cccdfd85-d35d-4453-9c6f-a463aae40722" providerId="ADAL" clId="{1364CB91-912F-49DE-8B3C-BF00D872EB48}" dt="2024-11-02T06:54:48.656" v="310" actId="2696"/>
        <pc:sldMkLst>
          <pc:docMk/>
          <pc:sldMk cId="0" sldId="395"/>
        </pc:sldMkLst>
      </pc:sldChg>
      <pc:sldChg chg="add">
        <pc:chgData name="Ms Alina Arshad" userId="cccdfd85-d35d-4453-9c6f-a463aae40722" providerId="ADAL" clId="{1364CB91-912F-49DE-8B3C-BF00D872EB48}" dt="2024-11-02T06:54:54.984" v="311"/>
        <pc:sldMkLst>
          <pc:docMk/>
          <pc:sldMk cId="2742882357" sldId="395"/>
        </pc:sldMkLst>
      </pc:sldChg>
      <pc:sldChg chg="add del">
        <pc:chgData name="Ms Alina Arshad" userId="cccdfd85-d35d-4453-9c6f-a463aae40722" providerId="ADAL" clId="{1364CB91-912F-49DE-8B3C-BF00D872EB48}" dt="2024-11-02T06:54:48.656" v="310" actId="2696"/>
        <pc:sldMkLst>
          <pc:docMk/>
          <pc:sldMk cId="0" sldId="396"/>
        </pc:sldMkLst>
      </pc:sldChg>
      <pc:sldChg chg="add">
        <pc:chgData name="Ms Alina Arshad" userId="cccdfd85-d35d-4453-9c6f-a463aae40722" providerId="ADAL" clId="{1364CB91-912F-49DE-8B3C-BF00D872EB48}" dt="2024-11-02T06:54:54.984" v="311"/>
        <pc:sldMkLst>
          <pc:docMk/>
          <pc:sldMk cId="1909533186" sldId="396"/>
        </pc:sldMkLst>
      </pc:sldChg>
      <pc:sldChg chg="modSp add mod ord">
        <pc:chgData name="Ms Alina Arshad" userId="cccdfd85-d35d-4453-9c6f-a463aae40722" providerId="ADAL" clId="{1364CB91-912F-49DE-8B3C-BF00D872EB48}" dt="2024-11-10T04:34:31.791" v="323" actId="14100"/>
        <pc:sldMkLst>
          <pc:docMk/>
          <pc:sldMk cId="0" sldId="397"/>
        </pc:sldMkLst>
        <pc:spChg chg="mod">
          <ac:chgData name="Ms Alina Arshad" userId="cccdfd85-d35d-4453-9c6f-a463aae40722" providerId="ADAL" clId="{1364CB91-912F-49DE-8B3C-BF00D872EB48}" dt="2024-11-10T04:34:31.791" v="323" actId="14100"/>
          <ac:spMkLst>
            <pc:docMk/>
            <pc:sldMk cId="0" sldId="397"/>
            <ac:spMk id="6" creationId="{70C70A81-D4C5-7295-0384-5A9CCCF2A6EA}"/>
          </ac:spMkLst>
        </pc:spChg>
        <pc:spChg chg="mod">
          <ac:chgData name="Ms Alina Arshad" userId="cccdfd85-d35d-4453-9c6f-a463aae40722" providerId="ADAL" clId="{1364CB91-912F-49DE-8B3C-BF00D872EB48}" dt="2024-11-02T06:44:11.919" v="197" actId="1076"/>
          <ac:spMkLst>
            <pc:docMk/>
            <pc:sldMk cId="0" sldId="397"/>
            <ac:spMk id="20482" creationId="{969C9832-9084-680F-3CF4-2CBE14C33109}"/>
          </ac:spMkLst>
        </pc:spChg>
      </pc:sldChg>
      <pc:sldChg chg="modSp add mod ord">
        <pc:chgData name="Ms Alina Arshad" userId="cccdfd85-d35d-4453-9c6f-a463aae40722" providerId="ADAL" clId="{1364CB91-912F-49DE-8B3C-BF00D872EB48}" dt="2024-11-02T06:50:36.196" v="290"/>
        <pc:sldMkLst>
          <pc:docMk/>
          <pc:sldMk cId="0" sldId="398"/>
        </pc:sldMkLst>
        <pc:spChg chg="mod">
          <ac:chgData name="Ms Alina Arshad" userId="cccdfd85-d35d-4453-9c6f-a463aae40722" providerId="ADAL" clId="{1364CB91-912F-49DE-8B3C-BF00D872EB48}" dt="2024-11-02T06:44:53.332" v="210" actId="1076"/>
          <ac:spMkLst>
            <pc:docMk/>
            <pc:sldMk cId="0" sldId="398"/>
            <ac:spMk id="21506" creationId="{F669FA72-D846-A0F9-3A6C-7C33D1F14139}"/>
          </ac:spMkLst>
        </pc:spChg>
        <pc:spChg chg="mod">
          <ac:chgData name="Ms Alina Arshad" userId="cccdfd85-d35d-4453-9c6f-a463aae40722" providerId="ADAL" clId="{1364CB91-912F-49DE-8B3C-BF00D872EB48}" dt="2024-11-02T06:45:10.457" v="217" actId="14100"/>
          <ac:spMkLst>
            <pc:docMk/>
            <pc:sldMk cId="0" sldId="398"/>
            <ac:spMk id="21507" creationId="{2A2622ED-205A-F200-E15D-74340B7AB6A0}"/>
          </ac:spMkLst>
        </pc:spChg>
      </pc:sldChg>
      <pc:sldChg chg="modSp add mod ord">
        <pc:chgData name="Ms Alina Arshad" userId="cccdfd85-d35d-4453-9c6f-a463aae40722" providerId="ADAL" clId="{1364CB91-912F-49DE-8B3C-BF00D872EB48}" dt="2024-11-10T04:36:50.080" v="331" actId="5793"/>
        <pc:sldMkLst>
          <pc:docMk/>
          <pc:sldMk cId="0" sldId="399"/>
        </pc:sldMkLst>
        <pc:spChg chg="mod">
          <ac:chgData name="Ms Alina Arshad" userId="cccdfd85-d35d-4453-9c6f-a463aae40722" providerId="ADAL" clId="{1364CB91-912F-49DE-8B3C-BF00D872EB48}" dt="2024-11-02T06:45:19.553" v="220" actId="14100"/>
          <ac:spMkLst>
            <pc:docMk/>
            <pc:sldMk cId="0" sldId="399"/>
            <ac:spMk id="22530" creationId="{65561E2C-93A8-2AD0-B568-1FAC64C46271}"/>
          </ac:spMkLst>
        </pc:spChg>
        <pc:spChg chg="mod">
          <ac:chgData name="Ms Alina Arshad" userId="cccdfd85-d35d-4453-9c6f-a463aae40722" providerId="ADAL" clId="{1364CB91-912F-49DE-8B3C-BF00D872EB48}" dt="2024-11-10T04:36:50.080" v="331" actId="5793"/>
          <ac:spMkLst>
            <pc:docMk/>
            <pc:sldMk cId="0" sldId="399"/>
            <ac:spMk id="31747" creationId="{3B0CE29D-4B48-5C6C-0B2E-9AE293646800}"/>
          </ac:spMkLst>
        </pc:spChg>
        <pc:picChg chg="mod">
          <ac:chgData name="Ms Alina Arshad" userId="cccdfd85-d35d-4453-9c6f-a463aae40722" providerId="ADAL" clId="{1364CB91-912F-49DE-8B3C-BF00D872EB48}" dt="2024-11-10T04:36:46.671" v="330" actId="1035"/>
          <ac:picMkLst>
            <pc:docMk/>
            <pc:sldMk cId="0" sldId="399"/>
            <ac:picMk id="31748" creationId="{1A10D5F9-D0DF-D809-0A78-08F71837FE4B}"/>
          </ac:picMkLst>
        </pc:picChg>
      </pc:sldChg>
      <pc:sldChg chg="modSp add mod">
        <pc:chgData name="Ms Alina Arshad" userId="cccdfd85-d35d-4453-9c6f-a463aae40722" providerId="ADAL" clId="{1364CB91-912F-49DE-8B3C-BF00D872EB48}" dt="2024-11-02T06:46:50.978" v="247" actId="403"/>
        <pc:sldMkLst>
          <pc:docMk/>
          <pc:sldMk cId="0" sldId="400"/>
        </pc:sldMkLst>
        <pc:spChg chg="mod">
          <ac:chgData name="Ms Alina Arshad" userId="cccdfd85-d35d-4453-9c6f-a463aae40722" providerId="ADAL" clId="{1364CB91-912F-49DE-8B3C-BF00D872EB48}" dt="2024-11-02T06:46:12.907" v="235" actId="1076"/>
          <ac:spMkLst>
            <pc:docMk/>
            <pc:sldMk cId="0" sldId="400"/>
            <ac:spMk id="23554" creationId="{31938720-2BAF-F8FA-57DF-BCAA011563E1}"/>
          </ac:spMkLst>
        </pc:spChg>
        <pc:spChg chg="mod">
          <ac:chgData name="Ms Alina Arshad" userId="cccdfd85-d35d-4453-9c6f-a463aae40722" providerId="ADAL" clId="{1364CB91-912F-49DE-8B3C-BF00D872EB48}" dt="2024-11-02T06:46:50.978" v="247" actId="403"/>
          <ac:spMkLst>
            <pc:docMk/>
            <pc:sldMk cId="0" sldId="400"/>
            <ac:spMk id="35843" creationId="{09A16361-8BAE-78F5-3812-6B2C8013B2F8}"/>
          </ac:spMkLst>
        </pc:spChg>
      </pc:sldChg>
      <pc:sldChg chg="modSp add mod">
        <pc:chgData name="Ms Alina Arshad" userId="cccdfd85-d35d-4453-9c6f-a463aae40722" providerId="ADAL" clId="{1364CB91-912F-49DE-8B3C-BF00D872EB48}" dt="2024-11-02T06:47:23.303" v="259" actId="5793"/>
        <pc:sldMkLst>
          <pc:docMk/>
          <pc:sldMk cId="0" sldId="401"/>
        </pc:sldMkLst>
        <pc:spChg chg="mod">
          <ac:chgData name="Ms Alina Arshad" userId="cccdfd85-d35d-4453-9c6f-a463aae40722" providerId="ADAL" clId="{1364CB91-912F-49DE-8B3C-BF00D872EB48}" dt="2024-11-02T06:47:01.056" v="250" actId="1076"/>
          <ac:spMkLst>
            <pc:docMk/>
            <pc:sldMk cId="0" sldId="401"/>
            <ac:spMk id="24578" creationId="{3B9C80CE-93D3-85B7-E0EB-A0A5C4DD4390}"/>
          </ac:spMkLst>
        </pc:spChg>
        <pc:spChg chg="mod">
          <ac:chgData name="Ms Alina Arshad" userId="cccdfd85-d35d-4453-9c6f-a463aae40722" providerId="ADAL" clId="{1364CB91-912F-49DE-8B3C-BF00D872EB48}" dt="2024-11-02T06:47:23.303" v="259" actId="5793"/>
          <ac:spMkLst>
            <pc:docMk/>
            <pc:sldMk cId="0" sldId="401"/>
            <ac:spMk id="35843" creationId="{86B167EC-7473-5FA1-DA76-CE27C24913D8}"/>
          </ac:spMkLst>
        </pc:spChg>
      </pc:sldChg>
      <pc:sldChg chg="modSp add mod">
        <pc:chgData name="Ms Alina Arshad" userId="cccdfd85-d35d-4453-9c6f-a463aae40722" providerId="ADAL" clId="{1364CB91-912F-49DE-8B3C-BF00D872EB48}" dt="2024-11-02T06:47:36.533" v="264" actId="1076"/>
        <pc:sldMkLst>
          <pc:docMk/>
          <pc:sldMk cId="0" sldId="402"/>
        </pc:sldMkLst>
        <pc:spChg chg="mod">
          <ac:chgData name="Ms Alina Arshad" userId="cccdfd85-d35d-4453-9c6f-a463aae40722" providerId="ADAL" clId="{1364CB91-912F-49DE-8B3C-BF00D872EB48}" dt="2024-11-02T06:47:30.244" v="261" actId="113"/>
          <ac:spMkLst>
            <pc:docMk/>
            <pc:sldMk cId="0" sldId="402"/>
            <ac:spMk id="25602" creationId="{174E5270-2132-735D-B59C-8D8385771123}"/>
          </ac:spMkLst>
        </pc:spChg>
        <pc:picChg chg="mod">
          <ac:chgData name="Ms Alina Arshad" userId="cccdfd85-d35d-4453-9c6f-a463aae40722" providerId="ADAL" clId="{1364CB91-912F-49DE-8B3C-BF00D872EB48}" dt="2024-11-02T06:47:36.533" v="264" actId="1076"/>
          <ac:picMkLst>
            <pc:docMk/>
            <pc:sldMk cId="0" sldId="402"/>
            <ac:picMk id="25603" creationId="{09964B15-C0C8-6772-4994-A618DF11713B}"/>
          </ac:picMkLst>
        </pc:picChg>
      </pc:sldChg>
      <pc:sldChg chg="modSp add del mod">
        <pc:chgData name="Ms Alina Arshad" userId="cccdfd85-d35d-4453-9c6f-a463aae40722" providerId="ADAL" clId="{1364CB91-912F-49DE-8B3C-BF00D872EB48}" dt="2024-11-02T06:54:48.656" v="310" actId="2696"/>
        <pc:sldMkLst>
          <pc:docMk/>
          <pc:sldMk cId="0" sldId="403"/>
        </pc:sldMkLst>
        <pc:spChg chg="mod">
          <ac:chgData name="Ms Alina Arshad" userId="cccdfd85-d35d-4453-9c6f-a463aae40722" providerId="ADAL" clId="{1364CB91-912F-49DE-8B3C-BF00D872EB48}" dt="2024-11-02T06:47:47.005" v="267" actId="1076"/>
          <ac:spMkLst>
            <pc:docMk/>
            <pc:sldMk cId="0" sldId="403"/>
            <ac:spMk id="26626" creationId="{C288F504-7144-7C84-65CA-52D0BBC76BCB}"/>
          </ac:spMkLst>
        </pc:spChg>
        <pc:spChg chg="mod">
          <ac:chgData name="Ms Alina Arshad" userId="cccdfd85-d35d-4453-9c6f-a463aae40722" providerId="ADAL" clId="{1364CB91-912F-49DE-8B3C-BF00D872EB48}" dt="2024-11-02T06:48:34.672" v="280" actId="207"/>
          <ac:spMkLst>
            <pc:docMk/>
            <pc:sldMk cId="0" sldId="403"/>
            <ac:spMk id="26627" creationId="{0440E61D-44C2-2DE5-AE3D-7E1E7913161E}"/>
          </ac:spMkLst>
        </pc:spChg>
      </pc:sldChg>
      <pc:sldChg chg="add del">
        <pc:chgData name="Ms Alina Arshad" userId="cccdfd85-d35d-4453-9c6f-a463aae40722" providerId="ADAL" clId="{1364CB91-912F-49DE-8B3C-BF00D872EB48}" dt="2024-11-02T06:55:33.968" v="312" actId="2696"/>
        <pc:sldMkLst>
          <pc:docMk/>
          <pc:sldMk cId="2158256151" sldId="403"/>
        </pc:sldMkLst>
      </pc:sldChg>
      <pc:sldChg chg="add">
        <pc:chgData name="Ms Alina Arshad" userId="cccdfd85-d35d-4453-9c6f-a463aae40722" providerId="ADAL" clId="{1364CB91-912F-49DE-8B3C-BF00D872EB48}" dt="2024-11-02T06:55:42.652" v="313"/>
        <pc:sldMkLst>
          <pc:docMk/>
          <pc:sldMk cId="3624850027" sldId="403"/>
        </pc:sldMkLst>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B4FCDD3C-9C08-4B0D-A58A-4A454E2565E2}"/>
    <pc:docChg chg="undo custSel addSld delSld modSld sldOrd">
      <pc:chgData name="Ms Alina Arshad" userId="cccdfd85-d35d-4453-9c6f-a463aae40722" providerId="ADAL" clId="{B4FCDD3C-9C08-4B0D-A58A-4A454E2565E2}" dt="2024-10-20T13:36:23.288" v="164" actId="1076"/>
      <pc:docMkLst>
        <pc:docMk/>
      </pc:docMkLst>
      <pc:sldChg chg="del">
        <pc:chgData name="Ms Alina Arshad" userId="cccdfd85-d35d-4453-9c6f-a463aae40722" providerId="ADAL" clId="{B4FCDD3C-9C08-4B0D-A58A-4A454E2565E2}" dt="2024-10-15T13:09:44.127" v="7" actId="47"/>
        <pc:sldMkLst>
          <pc:docMk/>
          <pc:sldMk cId="987785057" sldId="258"/>
        </pc:sldMkLst>
      </pc:sldChg>
      <pc:sldChg chg="del">
        <pc:chgData name="Ms Alina Arshad" userId="cccdfd85-d35d-4453-9c6f-a463aae40722" providerId="ADAL" clId="{B4FCDD3C-9C08-4B0D-A58A-4A454E2565E2}" dt="2024-10-15T13:09:45.094" v="9" actId="47"/>
        <pc:sldMkLst>
          <pc:docMk/>
          <pc:sldMk cId="3777174035" sldId="314"/>
        </pc:sldMkLst>
      </pc:sldChg>
      <pc:sldChg chg="del">
        <pc:chgData name="Ms Alina Arshad" userId="cccdfd85-d35d-4453-9c6f-a463aae40722" providerId="ADAL" clId="{B4FCDD3C-9C08-4B0D-A58A-4A454E2565E2}" dt="2024-10-15T13:09:45.552" v="10" actId="47"/>
        <pc:sldMkLst>
          <pc:docMk/>
          <pc:sldMk cId="4181556699" sldId="315"/>
        </pc:sldMkLst>
      </pc:sldChg>
      <pc:sldChg chg="del">
        <pc:chgData name="Ms Alina Arshad" userId="cccdfd85-d35d-4453-9c6f-a463aae40722" providerId="ADAL" clId="{B4FCDD3C-9C08-4B0D-A58A-4A454E2565E2}" dt="2024-10-15T13:09:46.588" v="13" actId="47"/>
        <pc:sldMkLst>
          <pc:docMk/>
          <pc:sldMk cId="1268528167" sldId="316"/>
        </pc:sldMkLst>
      </pc:sldChg>
      <pc:sldChg chg="del">
        <pc:chgData name="Ms Alina Arshad" userId="cccdfd85-d35d-4453-9c6f-a463aae40722" providerId="ADAL" clId="{B4FCDD3C-9C08-4B0D-A58A-4A454E2565E2}" dt="2024-10-15T13:09:47.021" v="14" actId="47"/>
        <pc:sldMkLst>
          <pc:docMk/>
          <pc:sldMk cId="2565091885" sldId="317"/>
        </pc:sldMkLst>
      </pc:sldChg>
      <pc:sldChg chg="del">
        <pc:chgData name="Ms Alina Arshad" userId="cccdfd85-d35d-4453-9c6f-a463aae40722" providerId="ADAL" clId="{B4FCDD3C-9C08-4B0D-A58A-4A454E2565E2}" dt="2024-10-15T13:09:47.348" v="15" actId="47"/>
        <pc:sldMkLst>
          <pc:docMk/>
          <pc:sldMk cId="3888176007" sldId="318"/>
        </pc:sldMkLst>
      </pc:sldChg>
      <pc:sldChg chg="del">
        <pc:chgData name="Ms Alina Arshad" userId="cccdfd85-d35d-4453-9c6f-a463aae40722" providerId="ADAL" clId="{B4FCDD3C-9C08-4B0D-A58A-4A454E2565E2}" dt="2024-10-15T13:09:47.641" v="16" actId="47"/>
        <pc:sldMkLst>
          <pc:docMk/>
          <pc:sldMk cId="3310025659" sldId="319"/>
        </pc:sldMkLst>
      </pc:sldChg>
      <pc:sldChg chg="del">
        <pc:chgData name="Ms Alina Arshad" userId="cccdfd85-d35d-4453-9c6f-a463aae40722" providerId="ADAL" clId="{B4FCDD3C-9C08-4B0D-A58A-4A454E2565E2}" dt="2024-10-15T13:09:49.851" v="18" actId="47"/>
        <pc:sldMkLst>
          <pc:docMk/>
          <pc:sldMk cId="339546399" sldId="320"/>
        </pc:sldMkLst>
      </pc:sldChg>
      <pc:sldChg chg="del">
        <pc:chgData name="Ms Alina Arshad" userId="cccdfd85-d35d-4453-9c6f-a463aae40722" providerId="ADAL" clId="{B4FCDD3C-9C08-4B0D-A58A-4A454E2565E2}" dt="2024-10-15T13:09:50.323" v="19" actId="47"/>
        <pc:sldMkLst>
          <pc:docMk/>
          <pc:sldMk cId="820248258" sldId="321"/>
        </pc:sldMkLst>
      </pc:sldChg>
      <pc:sldChg chg="del">
        <pc:chgData name="Ms Alina Arshad" userId="cccdfd85-d35d-4453-9c6f-a463aae40722" providerId="ADAL" clId="{B4FCDD3C-9C08-4B0D-A58A-4A454E2565E2}" dt="2024-10-15T13:09:50.748" v="20" actId="47"/>
        <pc:sldMkLst>
          <pc:docMk/>
          <pc:sldMk cId="302804215" sldId="322"/>
        </pc:sldMkLst>
      </pc:sldChg>
      <pc:sldChg chg="del">
        <pc:chgData name="Ms Alina Arshad" userId="cccdfd85-d35d-4453-9c6f-a463aae40722" providerId="ADAL" clId="{B4FCDD3C-9C08-4B0D-A58A-4A454E2565E2}" dt="2024-10-15T13:09:51.654" v="21" actId="47"/>
        <pc:sldMkLst>
          <pc:docMk/>
          <pc:sldMk cId="3966666735" sldId="323"/>
        </pc:sldMkLst>
      </pc:sldChg>
      <pc:sldChg chg="del">
        <pc:chgData name="Ms Alina Arshad" userId="cccdfd85-d35d-4453-9c6f-a463aae40722" providerId="ADAL" clId="{B4FCDD3C-9C08-4B0D-A58A-4A454E2565E2}" dt="2024-10-15T13:09:44.623" v="8" actId="47"/>
        <pc:sldMkLst>
          <pc:docMk/>
          <pc:sldMk cId="2110059545" sldId="325"/>
        </pc:sldMkLst>
      </pc:sldChg>
      <pc:sldChg chg="del">
        <pc:chgData name="Ms Alina Arshad" userId="cccdfd85-d35d-4453-9c6f-a463aae40722" providerId="ADAL" clId="{B4FCDD3C-9C08-4B0D-A58A-4A454E2565E2}" dt="2024-10-15T13:09:48.117" v="17" actId="47"/>
        <pc:sldMkLst>
          <pc:docMk/>
          <pc:sldMk cId="1890923545" sldId="326"/>
        </pc:sldMkLst>
      </pc:sldChg>
      <pc:sldChg chg="del">
        <pc:chgData name="Ms Alina Arshad" userId="cccdfd85-d35d-4453-9c6f-a463aae40722" providerId="ADAL" clId="{B4FCDD3C-9C08-4B0D-A58A-4A454E2565E2}" dt="2024-10-15T13:09:52.957" v="23" actId="47"/>
        <pc:sldMkLst>
          <pc:docMk/>
          <pc:sldMk cId="4133473658" sldId="327"/>
        </pc:sldMkLst>
      </pc:sldChg>
      <pc:sldChg chg="del">
        <pc:chgData name="Ms Alina Arshad" userId="cccdfd85-d35d-4453-9c6f-a463aae40722" providerId="ADAL" clId="{B4FCDD3C-9C08-4B0D-A58A-4A454E2565E2}" dt="2024-10-15T13:09:39.175" v="6" actId="47"/>
        <pc:sldMkLst>
          <pc:docMk/>
          <pc:sldMk cId="562791159" sldId="328"/>
        </pc:sldMkLst>
      </pc:sldChg>
      <pc:sldChg chg="del ord">
        <pc:chgData name="Ms Alina Arshad" userId="cccdfd85-d35d-4453-9c6f-a463aae40722" providerId="ADAL" clId="{B4FCDD3C-9C08-4B0D-A58A-4A454E2565E2}" dt="2024-10-15T13:09:53.445" v="24" actId="47"/>
        <pc:sldMkLst>
          <pc:docMk/>
          <pc:sldMk cId="902647392" sldId="329"/>
        </pc:sldMkLst>
      </pc:sldChg>
      <pc:sldChg chg="delSp modSp mod">
        <pc:chgData name="Ms Alina Arshad" userId="cccdfd85-d35d-4453-9c6f-a463aae40722" providerId="ADAL" clId="{B4FCDD3C-9C08-4B0D-A58A-4A454E2565E2}" dt="2024-10-20T13:02:51.373" v="87" actId="20577"/>
        <pc:sldMkLst>
          <pc:docMk/>
          <pc:sldMk cId="364105119" sldId="330"/>
        </pc:sldMkLst>
        <pc:spChg chg="mod">
          <ac:chgData name="Ms Alina Arshad" userId="cccdfd85-d35d-4453-9c6f-a463aae40722" providerId="ADAL" clId="{B4FCDD3C-9C08-4B0D-A58A-4A454E2565E2}" dt="2024-10-19T16:59:17.187" v="28" actId="1076"/>
          <ac:spMkLst>
            <pc:docMk/>
            <pc:sldMk cId="364105119" sldId="330"/>
            <ac:spMk id="2" creationId="{00000000-0000-0000-0000-000000000000}"/>
          </ac:spMkLst>
        </pc:spChg>
        <pc:spChg chg="mod">
          <ac:chgData name="Ms Alina Arshad" userId="cccdfd85-d35d-4453-9c6f-a463aae40722" providerId="ADAL" clId="{B4FCDD3C-9C08-4B0D-A58A-4A454E2565E2}" dt="2024-10-20T13:02:51.373" v="87" actId="20577"/>
          <ac:spMkLst>
            <pc:docMk/>
            <pc:sldMk cId="364105119" sldId="330"/>
            <ac:spMk id="3" creationId="{00000000-0000-0000-0000-000000000000}"/>
          </ac:spMkLst>
        </pc:spChg>
        <pc:spChg chg="del">
          <ac:chgData name="Ms Alina Arshad" userId="cccdfd85-d35d-4453-9c6f-a463aae40722" providerId="ADAL" clId="{B4FCDD3C-9C08-4B0D-A58A-4A454E2565E2}" dt="2024-10-19T16:59:36.135" v="31" actId="478"/>
          <ac:spMkLst>
            <pc:docMk/>
            <pc:sldMk cId="364105119" sldId="330"/>
            <ac:spMk id="4" creationId="{00000000-0000-0000-0000-000000000000}"/>
          </ac:spMkLst>
        </pc:spChg>
        <pc:spChg chg="del">
          <ac:chgData name="Ms Alina Arshad" userId="cccdfd85-d35d-4453-9c6f-a463aae40722" providerId="ADAL" clId="{B4FCDD3C-9C08-4B0D-A58A-4A454E2565E2}" dt="2024-10-19T16:59:39.781" v="32" actId="478"/>
          <ac:spMkLst>
            <pc:docMk/>
            <pc:sldMk cId="364105119" sldId="330"/>
            <ac:spMk id="5" creationId="{00000000-0000-0000-0000-000000000000}"/>
          </ac:spMkLst>
        </pc:spChg>
      </pc:sldChg>
      <pc:sldChg chg="delSp modSp mod">
        <pc:chgData name="Ms Alina Arshad" userId="cccdfd85-d35d-4453-9c6f-a463aae40722" providerId="ADAL" clId="{B4FCDD3C-9C08-4B0D-A58A-4A454E2565E2}" dt="2024-10-19T17:00:22.086" v="39" actId="478"/>
        <pc:sldMkLst>
          <pc:docMk/>
          <pc:sldMk cId="3507957172" sldId="331"/>
        </pc:sldMkLst>
        <pc:spChg chg="mod">
          <ac:chgData name="Ms Alina Arshad" userId="cccdfd85-d35d-4453-9c6f-a463aae40722" providerId="ADAL" clId="{B4FCDD3C-9C08-4B0D-A58A-4A454E2565E2}" dt="2024-10-19T17:00:08.591" v="35" actId="113"/>
          <ac:spMkLst>
            <pc:docMk/>
            <pc:sldMk cId="3507957172" sldId="331"/>
            <ac:spMk id="2" creationId="{00000000-0000-0000-0000-000000000000}"/>
          </ac:spMkLst>
        </pc:spChg>
        <pc:spChg chg="mod">
          <ac:chgData name="Ms Alina Arshad" userId="cccdfd85-d35d-4453-9c6f-a463aae40722" providerId="ADAL" clId="{B4FCDD3C-9C08-4B0D-A58A-4A454E2565E2}" dt="2024-10-19T17:00:17.249" v="37" actId="12"/>
          <ac:spMkLst>
            <pc:docMk/>
            <pc:sldMk cId="3507957172" sldId="331"/>
            <ac:spMk id="3" creationId="{00000000-0000-0000-0000-000000000000}"/>
          </ac:spMkLst>
        </pc:spChg>
        <pc:spChg chg="del">
          <ac:chgData name="Ms Alina Arshad" userId="cccdfd85-d35d-4453-9c6f-a463aae40722" providerId="ADAL" clId="{B4FCDD3C-9C08-4B0D-A58A-4A454E2565E2}" dt="2024-10-19T17:00:18.825" v="38" actId="478"/>
          <ac:spMkLst>
            <pc:docMk/>
            <pc:sldMk cId="3507957172" sldId="331"/>
            <ac:spMk id="4" creationId="{00000000-0000-0000-0000-000000000000}"/>
          </ac:spMkLst>
        </pc:spChg>
        <pc:spChg chg="del">
          <ac:chgData name="Ms Alina Arshad" userId="cccdfd85-d35d-4453-9c6f-a463aae40722" providerId="ADAL" clId="{B4FCDD3C-9C08-4B0D-A58A-4A454E2565E2}" dt="2024-10-19T17:00:22.086" v="39" actId="478"/>
          <ac:spMkLst>
            <pc:docMk/>
            <pc:sldMk cId="3507957172" sldId="331"/>
            <ac:spMk id="5" creationId="{00000000-0000-0000-0000-000000000000}"/>
          </ac:spMkLst>
        </pc:spChg>
      </pc:sldChg>
      <pc:sldChg chg="delSp modSp mod">
        <pc:chgData name="Ms Alina Arshad" userId="cccdfd85-d35d-4453-9c6f-a463aae40722" providerId="ADAL" clId="{B4FCDD3C-9C08-4B0D-A58A-4A454E2565E2}" dt="2024-10-19T17:00:44.048" v="46" actId="478"/>
        <pc:sldMkLst>
          <pc:docMk/>
          <pc:sldMk cId="2370268370" sldId="332"/>
        </pc:sldMkLst>
        <pc:spChg chg="mod">
          <ac:chgData name="Ms Alina Arshad" userId="cccdfd85-d35d-4453-9c6f-a463aae40722" providerId="ADAL" clId="{B4FCDD3C-9C08-4B0D-A58A-4A454E2565E2}" dt="2024-10-19T17:00:32.181" v="42" actId="14100"/>
          <ac:spMkLst>
            <pc:docMk/>
            <pc:sldMk cId="2370268370" sldId="332"/>
            <ac:spMk id="2" creationId="{00000000-0000-0000-0000-000000000000}"/>
          </ac:spMkLst>
        </pc:spChg>
        <pc:spChg chg="mod">
          <ac:chgData name="Ms Alina Arshad" userId="cccdfd85-d35d-4453-9c6f-a463aae40722" providerId="ADAL" clId="{B4FCDD3C-9C08-4B0D-A58A-4A454E2565E2}" dt="2024-10-19T17:00:37.375" v="44" actId="403"/>
          <ac:spMkLst>
            <pc:docMk/>
            <pc:sldMk cId="2370268370" sldId="332"/>
            <ac:spMk id="3" creationId="{00000000-0000-0000-0000-000000000000}"/>
          </ac:spMkLst>
        </pc:spChg>
        <pc:spChg chg="del">
          <ac:chgData name="Ms Alina Arshad" userId="cccdfd85-d35d-4453-9c6f-a463aae40722" providerId="ADAL" clId="{B4FCDD3C-9C08-4B0D-A58A-4A454E2565E2}" dt="2024-10-19T17:00:39.654" v="45" actId="478"/>
          <ac:spMkLst>
            <pc:docMk/>
            <pc:sldMk cId="2370268370" sldId="332"/>
            <ac:spMk id="4" creationId="{00000000-0000-0000-0000-000000000000}"/>
          </ac:spMkLst>
        </pc:spChg>
        <pc:spChg chg="del">
          <ac:chgData name="Ms Alina Arshad" userId="cccdfd85-d35d-4453-9c6f-a463aae40722" providerId="ADAL" clId="{B4FCDD3C-9C08-4B0D-A58A-4A454E2565E2}" dt="2024-10-19T17:00:44.048" v="46" actId="478"/>
          <ac:spMkLst>
            <pc:docMk/>
            <pc:sldMk cId="2370268370" sldId="332"/>
            <ac:spMk id="5" creationId="{00000000-0000-0000-0000-000000000000}"/>
          </ac:spMkLst>
        </pc:spChg>
      </pc:sldChg>
      <pc:sldChg chg="delSp modSp mod">
        <pc:chgData name="Ms Alina Arshad" userId="cccdfd85-d35d-4453-9c6f-a463aae40722" providerId="ADAL" clId="{B4FCDD3C-9C08-4B0D-A58A-4A454E2565E2}" dt="2024-10-19T17:01:06.557" v="56" actId="478"/>
        <pc:sldMkLst>
          <pc:docMk/>
          <pc:sldMk cId="4266472454" sldId="333"/>
        </pc:sldMkLst>
        <pc:spChg chg="mod">
          <ac:chgData name="Ms Alina Arshad" userId="cccdfd85-d35d-4453-9c6f-a463aae40722" providerId="ADAL" clId="{B4FCDD3C-9C08-4B0D-A58A-4A454E2565E2}" dt="2024-10-19T17:00:50.586" v="48" actId="113"/>
          <ac:spMkLst>
            <pc:docMk/>
            <pc:sldMk cId="4266472454" sldId="333"/>
            <ac:spMk id="2" creationId="{00000000-0000-0000-0000-000000000000}"/>
          </ac:spMkLst>
        </pc:spChg>
        <pc:spChg chg="mod">
          <ac:chgData name="Ms Alina Arshad" userId="cccdfd85-d35d-4453-9c6f-a463aae40722" providerId="ADAL" clId="{B4FCDD3C-9C08-4B0D-A58A-4A454E2565E2}" dt="2024-10-19T17:00:56.931" v="50" actId="1076"/>
          <ac:spMkLst>
            <pc:docMk/>
            <pc:sldMk cId="4266472454" sldId="333"/>
            <ac:spMk id="3" creationId="{00000000-0000-0000-0000-000000000000}"/>
          </ac:spMkLst>
        </pc:spChg>
        <pc:spChg chg="del">
          <ac:chgData name="Ms Alina Arshad" userId="cccdfd85-d35d-4453-9c6f-a463aae40722" providerId="ADAL" clId="{B4FCDD3C-9C08-4B0D-A58A-4A454E2565E2}" dt="2024-10-19T17:01:02.347" v="52" actId="478"/>
          <ac:spMkLst>
            <pc:docMk/>
            <pc:sldMk cId="4266472454" sldId="333"/>
            <ac:spMk id="4" creationId="{00000000-0000-0000-0000-000000000000}"/>
          </ac:spMkLst>
        </pc:spChg>
        <pc:spChg chg="del mod">
          <ac:chgData name="Ms Alina Arshad" userId="cccdfd85-d35d-4453-9c6f-a463aae40722" providerId="ADAL" clId="{B4FCDD3C-9C08-4B0D-A58A-4A454E2565E2}" dt="2024-10-19T17:01:06.557" v="56" actId="478"/>
          <ac:spMkLst>
            <pc:docMk/>
            <pc:sldMk cId="4266472454" sldId="333"/>
            <ac:spMk id="5" creationId="{00000000-0000-0000-0000-000000000000}"/>
          </ac:spMkLst>
        </pc:spChg>
        <pc:picChg chg="mod">
          <ac:chgData name="Ms Alina Arshad" userId="cccdfd85-d35d-4453-9c6f-a463aae40722" providerId="ADAL" clId="{B4FCDD3C-9C08-4B0D-A58A-4A454E2565E2}" dt="2024-10-19T17:01:00.173" v="51" actId="1076"/>
          <ac:picMkLst>
            <pc:docMk/>
            <pc:sldMk cId="4266472454" sldId="333"/>
            <ac:picMk id="6" creationId="{00000000-0000-0000-0000-000000000000}"/>
          </ac:picMkLst>
        </pc:picChg>
      </pc:sldChg>
      <pc:sldChg chg="delSp modSp mod">
        <pc:chgData name="Ms Alina Arshad" userId="cccdfd85-d35d-4453-9c6f-a463aae40722" providerId="ADAL" clId="{B4FCDD3C-9C08-4B0D-A58A-4A454E2565E2}" dt="2024-10-19T17:01:23.136" v="61" actId="1076"/>
        <pc:sldMkLst>
          <pc:docMk/>
          <pc:sldMk cId="3773565437" sldId="337"/>
        </pc:sldMkLst>
        <pc:spChg chg="mod">
          <ac:chgData name="Ms Alina Arshad" userId="cccdfd85-d35d-4453-9c6f-a463aae40722" providerId="ADAL" clId="{B4FCDD3C-9C08-4B0D-A58A-4A454E2565E2}" dt="2024-10-19T17:01:16.808" v="58" actId="113"/>
          <ac:spMkLst>
            <pc:docMk/>
            <pc:sldMk cId="3773565437" sldId="337"/>
            <ac:spMk id="2" creationId="{00000000-0000-0000-0000-000000000000}"/>
          </ac:spMkLst>
        </pc:spChg>
        <pc:spChg chg="del">
          <ac:chgData name="Ms Alina Arshad" userId="cccdfd85-d35d-4453-9c6f-a463aae40722" providerId="ADAL" clId="{B4FCDD3C-9C08-4B0D-A58A-4A454E2565E2}" dt="2024-10-19T17:01:18.625" v="59" actId="478"/>
          <ac:spMkLst>
            <pc:docMk/>
            <pc:sldMk cId="3773565437" sldId="337"/>
            <ac:spMk id="4" creationId="{00000000-0000-0000-0000-000000000000}"/>
          </ac:spMkLst>
        </pc:spChg>
        <pc:spChg chg="del">
          <ac:chgData name="Ms Alina Arshad" userId="cccdfd85-d35d-4453-9c6f-a463aae40722" providerId="ADAL" clId="{B4FCDD3C-9C08-4B0D-A58A-4A454E2565E2}" dt="2024-10-19T17:01:21.236" v="60" actId="478"/>
          <ac:spMkLst>
            <pc:docMk/>
            <pc:sldMk cId="3773565437" sldId="337"/>
            <ac:spMk id="5" creationId="{00000000-0000-0000-0000-000000000000}"/>
          </ac:spMkLst>
        </pc:spChg>
        <pc:picChg chg="mod">
          <ac:chgData name="Ms Alina Arshad" userId="cccdfd85-d35d-4453-9c6f-a463aae40722" providerId="ADAL" clId="{B4FCDD3C-9C08-4B0D-A58A-4A454E2565E2}" dt="2024-10-19T17:01:23.136" v="61" actId="1076"/>
          <ac:picMkLst>
            <pc:docMk/>
            <pc:sldMk cId="3773565437" sldId="337"/>
            <ac:picMk id="6" creationId="{00000000-0000-0000-0000-000000000000}"/>
          </ac:picMkLst>
        </pc:picChg>
      </pc:sldChg>
      <pc:sldChg chg="delSp modSp mod">
        <pc:chgData name="Ms Alina Arshad" userId="cccdfd85-d35d-4453-9c6f-a463aae40722" providerId="ADAL" clId="{B4FCDD3C-9C08-4B0D-A58A-4A454E2565E2}" dt="2024-10-20T13:10:53.815" v="89" actId="33524"/>
        <pc:sldMkLst>
          <pc:docMk/>
          <pc:sldMk cId="4279161592" sldId="338"/>
        </pc:sldMkLst>
        <pc:spChg chg="mod">
          <ac:chgData name="Ms Alina Arshad" userId="cccdfd85-d35d-4453-9c6f-a463aae40722" providerId="ADAL" clId="{B4FCDD3C-9C08-4B0D-A58A-4A454E2565E2}" dt="2024-10-20T13:10:53.815" v="89" actId="33524"/>
          <ac:spMkLst>
            <pc:docMk/>
            <pc:sldMk cId="4279161592" sldId="338"/>
            <ac:spMk id="2" creationId="{00000000-0000-0000-0000-000000000000}"/>
          </ac:spMkLst>
        </pc:spChg>
        <pc:spChg chg="mod">
          <ac:chgData name="Ms Alina Arshad" userId="cccdfd85-d35d-4453-9c6f-a463aae40722" providerId="ADAL" clId="{B4FCDD3C-9C08-4B0D-A58A-4A454E2565E2}" dt="2024-10-19T17:01:48.559" v="65" actId="12"/>
          <ac:spMkLst>
            <pc:docMk/>
            <pc:sldMk cId="4279161592" sldId="338"/>
            <ac:spMk id="3" creationId="{00000000-0000-0000-0000-000000000000}"/>
          </ac:spMkLst>
        </pc:spChg>
        <pc:spChg chg="del">
          <ac:chgData name="Ms Alina Arshad" userId="cccdfd85-d35d-4453-9c6f-a463aae40722" providerId="ADAL" clId="{B4FCDD3C-9C08-4B0D-A58A-4A454E2565E2}" dt="2024-10-19T17:03:14.251" v="82" actId="478"/>
          <ac:spMkLst>
            <pc:docMk/>
            <pc:sldMk cId="4279161592" sldId="338"/>
            <ac:spMk id="4" creationId="{00000000-0000-0000-0000-000000000000}"/>
          </ac:spMkLst>
        </pc:spChg>
        <pc:spChg chg="del">
          <ac:chgData name="Ms Alina Arshad" userId="cccdfd85-d35d-4453-9c6f-a463aae40722" providerId="ADAL" clId="{B4FCDD3C-9C08-4B0D-A58A-4A454E2565E2}" dt="2024-10-19T17:03:16.330" v="83" actId="478"/>
          <ac:spMkLst>
            <pc:docMk/>
            <pc:sldMk cId="4279161592" sldId="338"/>
            <ac:spMk id="5" creationId="{00000000-0000-0000-0000-000000000000}"/>
          </ac:spMkLst>
        </pc:spChg>
      </pc:sldChg>
      <pc:sldChg chg="del">
        <pc:chgData name="Ms Alina Arshad" userId="cccdfd85-d35d-4453-9c6f-a463aae40722" providerId="ADAL" clId="{B4FCDD3C-9C08-4B0D-A58A-4A454E2565E2}" dt="2024-10-19T17:02:49.633" v="66" actId="47"/>
        <pc:sldMkLst>
          <pc:docMk/>
          <pc:sldMk cId="3802661232" sldId="339"/>
        </pc:sldMkLst>
      </pc:sldChg>
      <pc:sldChg chg="del">
        <pc:chgData name="Ms Alina Arshad" userId="cccdfd85-d35d-4453-9c6f-a463aae40722" providerId="ADAL" clId="{B4FCDD3C-9C08-4B0D-A58A-4A454E2565E2}" dt="2024-10-19T17:02:50.808" v="67" actId="47"/>
        <pc:sldMkLst>
          <pc:docMk/>
          <pc:sldMk cId="2631992896" sldId="341"/>
        </pc:sldMkLst>
      </pc:sldChg>
      <pc:sldChg chg="del">
        <pc:chgData name="Ms Alina Arshad" userId="cccdfd85-d35d-4453-9c6f-a463aae40722" providerId="ADAL" clId="{B4FCDD3C-9C08-4B0D-A58A-4A454E2565E2}" dt="2024-10-19T17:02:51.544" v="68" actId="47"/>
        <pc:sldMkLst>
          <pc:docMk/>
          <pc:sldMk cId="1272390140" sldId="342"/>
        </pc:sldMkLst>
      </pc:sldChg>
      <pc:sldChg chg="del">
        <pc:chgData name="Ms Alina Arshad" userId="cccdfd85-d35d-4453-9c6f-a463aae40722" providerId="ADAL" clId="{B4FCDD3C-9C08-4B0D-A58A-4A454E2565E2}" dt="2024-10-19T17:02:52.696" v="70" actId="47"/>
        <pc:sldMkLst>
          <pc:docMk/>
          <pc:sldMk cId="2975843183" sldId="343"/>
        </pc:sldMkLst>
      </pc:sldChg>
      <pc:sldChg chg="del">
        <pc:chgData name="Ms Alina Arshad" userId="cccdfd85-d35d-4453-9c6f-a463aae40722" providerId="ADAL" clId="{B4FCDD3C-9C08-4B0D-A58A-4A454E2565E2}" dt="2024-10-19T17:02:53.297" v="71" actId="47"/>
        <pc:sldMkLst>
          <pc:docMk/>
          <pc:sldMk cId="2728092652" sldId="344"/>
        </pc:sldMkLst>
      </pc:sldChg>
      <pc:sldChg chg="del">
        <pc:chgData name="Ms Alina Arshad" userId="cccdfd85-d35d-4453-9c6f-a463aae40722" providerId="ADAL" clId="{B4FCDD3C-9C08-4B0D-A58A-4A454E2565E2}" dt="2024-10-19T17:02:53.711" v="72" actId="47"/>
        <pc:sldMkLst>
          <pc:docMk/>
          <pc:sldMk cId="1152589764" sldId="345"/>
        </pc:sldMkLst>
      </pc:sldChg>
      <pc:sldChg chg="del">
        <pc:chgData name="Ms Alina Arshad" userId="cccdfd85-d35d-4453-9c6f-a463aae40722" providerId="ADAL" clId="{B4FCDD3C-9C08-4B0D-A58A-4A454E2565E2}" dt="2024-10-19T17:02:54.360" v="73" actId="47"/>
        <pc:sldMkLst>
          <pc:docMk/>
          <pc:sldMk cId="2836377052" sldId="346"/>
        </pc:sldMkLst>
      </pc:sldChg>
      <pc:sldChg chg="del">
        <pc:chgData name="Ms Alina Arshad" userId="cccdfd85-d35d-4453-9c6f-a463aae40722" providerId="ADAL" clId="{B4FCDD3C-9C08-4B0D-A58A-4A454E2565E2}" dt="2024-10-19T17:02:55.713" v="75" actId="47"/>
        <pc:sldMkLst>
          <pc:docMk/>
          <pc:sldMk cId="1937937038" sldId="347"/>
        </pc:sldMkLst>
      </pc:sldChg>
      <pc:sldChg chg="del">
        <pc:chgData name="Ms Alina Arshad" userId="cccdfd85-d35d-4453-9c6f-a463aae40722" providerId="ADAL" clId="{B4FCDD3C-9C08-4B0D-A58A-4A454E2565E2}" dt="2024-10-19T17:02:56.737" v="76" actId="47"/>
        <pc:sldMkLst>
          <pc:docMk/>
          <pc:sldMk cId="4039711712" sldId="348"/>
        </pc:sldMkLst>
      </pc:sldChg>
      <pc:sldChg chg="del">
        <pc:chgData name="Ms Alina Arshad" userId="cccdfd85-d35d-4453-9c6f-a463aae40722" providerId="ADAL" clId="{B4FCDD3C-9C08-4B0D-A58A-4A454E2565E2}" dt="2024-10-19T17:02:57.287" v="77" actId="47"/>
        <pc:sldMkLst>
          <pc:docMk/>
          <pc:sldMk cId="920152002" sldId="349"/>
        </pc:sldMkLst>
      </pc:sldChg>
      <pc:sldChg chg="del">
        <pc:chgData name="Ms Alina Arshad" userId="cccdfd85-d35d-4453-9c6f-a463aae40722" providerId="ADAL" clId="{B4FCDD3C-9C08-4B0D-A58A-4A454E2565E2}" dt="2024-10-19T17:02:57.842" v="78" actId="47"/>
        <pc:sldMkLst>
          <pc:docMk/>
          <pc:sldMk cId="4094110610" sldId="350"/>
        </pc:sldMkLst>
      </pc:sldChg>
      <pc:sldChg chg="del">
        <pc:chgData name="Ms Alina Arshad" userId="cccdfd85-d35d-4453-9c6f-a463aae40722" providerId="ADAL" clId="{B4FCDD3C-9C08-4B0D-A58A-4A454E2565E2}" dt="2024-10-19T17:02:52.272" v="69" actId="47"/>
        <pc:sldMkLst>
          <pc:docMk/>
          <pc:sldMk cId="2870650755" sldId="351"/>
        </pc:sldMkLst>
      </pc:sldChg>
      <pc:sldChg chg="del">
        <pc:chgData name="Ms Alina Arshad" userId="cccdfd85-d35d-4453-9c6f-a463aae40722" providerId="ADAL" clId="{B4FCDD3C-9C08-4B0D-A58A-4A454E2565E2}" dt="2024-10-19T17:02:55.082" v="74" actId="47"/>
        <pc:sldMkLst>
          <pc:docMk/>
          <pc:sldMk cId="2110565016" sldId="352"/>
        </pc:sldMkLst>
      </pc:sldChg>
      <pc:sldChg chg="del">
        <pc:chgData name="Ms Alina Arshad" userId="cccdfd85-d35d-4453-9c6f-a463aae40722" providerId="ADAL" clId="{B4FCDD3C-9C08-4B0D-A58A-4A454E2565E2}" dt="2024-10-19T17:02:58.425" v="79" actId="47"/>
        <pc:sldMkLst>
          <pc:docMk/>
          <pc:sldMk cId="3796521914" sldId="354"/>
        </pc:sldMkLst>
      </pc:sldChg>
      <pc:sldChg chg="del">
        <pc:chgData name="Ms Alina Arshad" userId="cccdfd85-d35d-4453-9c6f-a463aae40722" providerId="ADAL" clId="{B4FCDD3C-9C08-4B0D-A58A-4A454E2565E2}" dt="2024-10-19T17:02:58.974" v="80" actId="47"/>
        <pc:sldMkLst>
          <pc:docMk/>
          <pc:sldMk cId="301380529" sldId="355"/>
        </pc:sldMkLst>
      </pc:sldChg>
      <pc:sldChg chg="del">
        <pc:chgData name="Ms Alina Arshad" userId="cccdfd85-d35d-4453-9c6f-a463aae40722" providerId="ADAL" clId="{B4FCDD3C-9C08-4B0D-A58A-4A454E2565E2}" dt="2024-10-19T17:03:00.178" v="81" actId="47"/>
        <pc:sldMkLst>
          <pc:docMk/>
          <pc:sldMk cId="3254965192" sldId="356"/>
        </pc:sldMkLst>
      </pc:sldChg>
      <pc:sldChg chg="add del">
        <pc:chgData name="Ms Alina Arshad" userId="cccdfd85-d35d-4453-9c6f-a463aae40722" providerId="ADAL" clId="{B4FCDD3C-9C08-4B0D-A58A-4A454E2565E2}" dt="2024-10-20T13:10:02.110" v="88"/>
        <pc:sldMkLst>
          <pc:docMk/>
          <pc:sldMk cId="2667064654" sldId="357"/>
        </pc:sldMkLst>
      </pc:sldChg>
      <pc:sldChg chg="addSp delSp modSp new mod">
        <pc:chgData name="Ms Alina Arshad" userId="cccdfd85-d35d-4453-9c6f-a463aae40722" providerId="ADAL" clId="{B4FCDD3C-9C08-4B0D-A58A-4A454E2565E2}" dt="2024-10-20T13:26:16.776" v="146" actId="1076"/>
        <pc:sldMkLst>
          <pc:docMk/>
          <pc:sldMk cId="2359417472" sldId="358"/>
        </pc:sldMkLst>
        <pc:spChg chg="add del mod">
          <ac:chgData name="Ms Alina Arshad" userId="cccdfd85-d35d-4453-9c6f-a463aae40722" providerId="ADAL" clId="{B4FCDD3C-9C08-4B0D-A58A-4A454E2565E2}" dt="2024-10-20T13:25:38.804" v="130" actId="478"/>
          <ac:spMkLst>
            <pc:docMk/>
            <pc:sldMk cId="2359417472" sldId="358"/>
            <ac:spMk id="3" creationId="{B361E63B-8009-233E-2AAE-15CB6D728EAB}"/>
          </ac:spMkLst>
        </pc:spChg>
        <pc:spChg chg="add del mod">
          <ac:chgData name="Ms Alina Arshad" userId="cccdfd85-d35d-4453-9c6f-a463aae40722" providerId="ADAL" clId="{B4FCDD3C-9C08-4B0D-A58A-4A454E2565E2}" dt="2024-10-20T13:25:41.381" v="131" actId="478"/>
          <ac:spMkLst>
            <pc:docMk/>
            <pc:sldMk cId="2359417472" sldId="358"/>
            <ac:spMk id="5" creationId="{CE0B7D95-4039-F4E9-AFB4-D8DA47EECEAE}"/>
          </ac:spMkLst>
        </pc:spChg>
        <pc:spChg chg="add mod">
          <ac:chgData name="Ms Alina Arshad" userId="cccdfd85-d35d-4453-9c6f-a463aae40722" providerId="ADAL" clId="{B4FCDD3C-9C08-4B0D-A58A-4A454E2565E2}" dt="2024-10-20T13:26:16.776" v="146" actId="1076"/>
          <ac:spMkLst>
            <pc:docMk/>
            <pc:sldMk cId="2359417472" sldId="358"/>
            <ac:spMk id="6" creationId="{6AFFF7E0-ED5D-0403-E42A-0966AE0BC6DD}"/>
          </ac:spMkLst>
        </pc:spChg>
      </pc:sldChg>
      <pc:sldChg chg="addSp delSp modSp new del mod">
        <pc:chgData name="Ms Alina Arshad" userId="cccdfd85-d35d-4453-9c6f-a463aae40722" providerId="ADAL" clId="{B4FCDD3C-9C08-4B0D-A58A-4A454E2565E2}" dt="2024-10-20T13:28:36.875" v="147" actId="47"/>
        <pc:sldMkLst>
          <pc:docMk/>
          <pc:sldMk cId="2137831616" sldId="359"/>
        </pc:sldMkLst>
        <pc:spChg chg="add del mod">
          <ac:chgData name="Ms Alina Arshad" userId="cccdfd85-d35d-4453-9c6f-a463aae40722" providerId="ADAL" clId="{B4FCDD3C-9C08-4B0D-A58A-4A454E2565E2}" dt="2024-10-20T13:22:27.524" v="114" actId="478"/>
          <ac:spMkLst>
            <pc:docMk/>
            <pc:sldMk cId="2137831616" sldId="359"/>
            <ac:spMk id="13" creationId="{4DD32ECB-D387-394F-B78B-79531B8EE069}"/>
          </ac:spMkLst>
        </pc:spChg>
        <pc:graphicFrameChg chg="add mod">
          <ac:chgData name="Ms Alina Arshad" userId="cccdfd85-d35d-4453-9c6f-a463aae40722" providerId="ADAL" clId="{B4FCDD3C-9C08-4B0D-A58A-4A454E2565E2}" dt="2024-10-20T13:21:46.201" v="104"/>
          <ac:graphicFrameMkLst>
            <pc:docMk/>
            <pc:sldMk cId="2137831616" sldId="359"/>
            <ac:graphicFrameMk id="2" creationId="{6C6F1FF1-8D3E-6AAE-59E5-0CDFCD3035FB}"/>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3" creationId="{3BEF85D1-D25B-6517-653B-1E4A51911ABE}"/>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4" creationId="{922E24B3-030F-D917-3B43-E9AA11ECC411}"/>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5" creationId="{04837A17-10F9-D00C-037D-15234014DA7D}"/>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6" creationId="{DC5D7850-E7D6-379C-AFE3-6D80B41FFD93}"/>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7" creationId="{A08F0E2B-1EE5-9006-A2EA-ADEDEB807316}"/>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8" creationId="{51A82A3D-A53D-BA74-CD81-E580542411ED}"/>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9" creationId="{53DCFF3E-7BC7-0310-1CEE-DA092A36965C}"/>
          </ac:graphicFrameMkLst>
        </pc:graphicFrameChg>
        <pc:graphicFrameChg chg="add mod">
          <ac:chgData name="Ms Alina Arshad" userId="cccdfd85-d35d-4453-9c6f-a463aae40722" providerId="ADAL" clId="{B4FCDD3C-9C08-4B0D-A58A-4A454E2565E2}" dt="2024-10-20T13:21:46.201" v="104"/>
          <ac:graphicFrameMkLst>
            <pc:docMk/>
            <pc:sldMk cId="2137831616" sldId="359"/>
            <ac:graphicFrameMk id="10" creationId="{E82DAC26-F0F4-5D7F-6693-BB295B5B9880}"/>
          </ac:graphicFrameMkLst>
        </pc:graphicFrameChg>
        <pc:graphicFrameChg chg="add mod modGraphic">
          <ac:chgData name="Ms Alina Arshad" userId="cccdfd85-d35d-4453-9c6f-a463aae40722" providerId="ADAL" clId="{B4FCDD3C-9C08-4B0D-A58A-4A454E2565E2}" dt="2024-10-20T13:21:55.725" v="110" actId="14100"/>
          <ac:graphicFrameMkLst>
            <pc:docMk/>
            <pc:sldMk cId="2137831616" sldId="359"/>
            <ac:graphicFrameMk id="11" creationId="{020863AF-82F3-4F28-B7CC-41EEFFD29700}"/>
          </ac:graphicFrameMkLst>
        </pc:graphicFrameChg>
        <pc:picChg chg="add mod">
          <ac:chgData name="Ms Alina Arshad" userId="cccdfd85-d35d-4453-9c6f-a463aae40722" providerId="ADAL" clId="{B4FCDD3C-9C08-4B0D-A58A-4A454E2565E2}" dt="2024-10-20T13:23:02.988" v="122" actId="1076"/>
          <ac:picMkLst>
            <pc:docMk/>
            <pc:sldMk cId="2137831616" sldId="359"/>
            <ac:picMk id="15" creationId="{3E03EC38-F9BB-33FD-4890-6211D3AB8607}"/>
          </ac:picMkLst>
        </pc:picChg>
        <pc:picChg chg="add mod">
          <ac:chgData name="Ms Alina Arshad" userId="cccdfd85-d35d-4453-9c6f-a463aae40722" providerId="ADAL" clId="{B4FCDD3C-9C08-4B0D-A58A-4A454E2565E2}" dt="2024-10-20T13:24:09.578" v="129" actId="14100"/>
          <ac:picMkLst>
            <pc:docMk/>
            <pc:sldMk cId="2137831616" sldId="359"/>
            <ac:picMk id="17" creationId="{2ACBA5A1-E382-B810-7C70-278B52204F03}"/>
          </ac:picMkLst>
        </pc:picChg>
      </pc:sldChg>
      <pc:sldChg chg="del">
        <pc:chgData name="Ms Alina Arshad" userId="cccdfd85-d35d-4453-9c6f-a463aae40722" providerId="ADAL" clId="{B4FCDD3C-9C08-4B0D-A58A-4A454E2565E2}" dt="2024-10-15T13:09:46.262" v="12" actId="47"/>
        <pc:sldMkLst>
          <pc:docMk/>
          <pc:sldMk cId="2986565107" sldId="359"/>
        </pc:sldMkLst>
      </pc:sldChg>
      <pc:sldChg chg="addSp modSp new mod">
        <pc:chgData name="Ms Alina Arshad" userId="cccdfd85-d35d-4453-9c6f-a463aae40722" providerId="ADAL" clId="{B4FCDD3C-9C08-4B0D-A58A-4A454E2565E2}" dt="2024-10-20T13:36:23.288" v="164" actId="1076"/>
        <pc:sldMkLst>
          <pc:docMk/>
          <pc:sldMk cId="3871777962" sldId="359"/>
        </pc:sldMkLst>
        <pc:picChg chg="add mod">
          <ac:chgData name="Ms Alina Arshad" userId="cccdfd85-d35d-4453-9c6f-a463aae40722" providerId="ADAL" clId="{B4FCDD3C-9C08-4B0D-A58A-4A454E2565E2}" dt="2024-10-20T13:35:13.850" v="154" actId="1076"/>
          <ac:picMkLst>
            <pc:docMk/>
            <pc:sldMk cId="3871777962" sldId="359"/>
            <ac:picMk id="3" creationId="{18CEA37C-84B6-3D18-773A-AE9F0F750FCA}"/>
          </ac:picMkLst>
        </pc:picChg>
        <pc:picChg chg="add mod modCrop">
          <ac:chgData name="Ms Alina Arshad" userId="cccdfd85-d35d-4453-9c6f-a463aae40722" providerId="ADAL" clId="{B4FCDD3C-9C08-4B0D-A58A-4A454E2565E2}" dt="2024-10-20T13:36:23.288" v="164" actId="1076"/>
          <ac:picMkLst>
            <pc:docMk/>
            <pc:sldMk cId="3871777962" sldId="359"/>
            <ac:picMk id="5" creationId="{DD17F116-C86A-FD29-8609-1077DFD2D872}"/>
          </ac:picMkLst>
        </pc:picChg>
      </pc:sldChg>
      <pc:sldChg chg="del">
        <pc:chgData name="Ms Alina Arshad" userId="cccdfd85-d35d-4453-9c6f-a463aae40722" providerId="ADAL" clId="{B4FCDD3C-9C08-4B0D-A58A-4A454E2565E2}" dt="2024-10-15T13:09:45.920" v="11" actId="47"/>
        <pc:sldMkLst>
          <pc:docMk/>
          <pc:sldMk cId="851498927" sldId="360"/>
        </pc:sldMkLst>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11/29/2024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429B38F1-631B-49CB-B429-8845F35306B7}" type="slidenum">
              <a:rPr lang="en-US"/>
              <a:pPr/>
              <a:t>2</a:t>
            </a:fld>
            <a:endParaRPr lang="en-US"/>
          </a:p>
        </p:txBody>
      </p:sp>
      <p:sp>
        <p:nvSpPr>
          <p:cNvPr id="2" name="Notes Placeholder 1"/>
          <p:cNvSpPr>
            <a:spLocks noGrp="1"/>
          </p:cNvSpPr>
          <p:nvPr>
            <p:ph type="body" idx="1"/>
          </p:nvPr>
        </p:nvSpPr>
        <p:spPr/>
        <p:txBody>
          <a:bodyPr/>
          <a:lstStyle/>
          <a:p>
            <a:r>
              <a:rPr lang="en-US" dirty="0"/>
              <a:t>Chapter 14 SQA by Jeff Tian</a:t>
            </a:r>
          </a:p>
        </p:txBody>
      </p:sp>
    </p:spTree>
    <p:extLst>
      <p:ext uri="{BB962C8B-B14F-4D97-AF65-F5344CB8AC3E}">
        <p14:creationId xmlns:p14="http://schemas.microsoft.com/office/powerpoint/2010/main" val="2645823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a:t>
            </a:fld>
            <a:endParaRPr lang="en-US"/>
          </a:p>
        </p:txBody>
      </p:sp>
    </p:spTree>
    <p:extLst>
      <p:ext uri="{BB962C8B-B14F-4D97-AF65-F5344CB8AC3E}">
        <p14:creationId xmlns:p14="http://schemas.microsoft.com/office/powerpoint/2010/main" val="3733968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question metric</a:t>
            </a:r>
          </a:p>
        </p:txBody>
      </p:sp>
      <p:sp>
        <p:nvSpPr>
          <p:cNvPr id="4" name="Slide Number Placeholder 3"/>
          <p:cNvSpPr>
            <a:spLocks noGrp="1"/>
          </p:cNvSpPr>
          <p:nvPr>
            <p:ph type="sldNum" sz="quarter" idx="5"/>
          </p:nvPr>
        </p:nvSpPr>
        <p:spPr/>
        <p:txBody>
          <a:bodyPr/>
          <a:lstStyle/>
          <a:p>
            <a:fld id="{DC4BEA5B-0F90-491B-8570-2B3910989086}" type="slidenum">
              <a:rPr lang="en-US" smtClean="0"/>
              <a:t>5</a:t>
            </a:fld>
            <a:endParaRPr lang="en-US"/>
          </a:p>
        </p:txBody>
      </p:sp>
    </p:spTree>
    <p:extLst>
      <p:ext uri="{BB962C8B-B14F-4D97-AF65-F5344CB8AC3E}">
        <p14:creationId xmlns:p14="http://schemas.microsoft.com/office/powerpoint/2010/main" val="3061000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quality models are the most general subtype of generalized quality models, which  provide a rough estimate of product quality without requiring any product specific measurement or even a general characterization of the product segment.</a:t>
            </a:r>
          </a:p>
        </p:txBody>
      </p:sp>
      <p:sp>
        <p:nvSpPr>
          <p:cNvPr id="4" name="Slide Number Placeholder 3"/>
          <p:cNvSpPr>
            <a:spLocks noGrp="1"/>
          </p:cNvSpPr>
          <p:nvPr>
            <p:ph type="sldNum" sz="quarter" idx="10"/>
          </p:nvPr>
        </p:nvSpPr>
        <p:spPr/>
        <p:txBody>
          <a:bodyPr/>
          <a:lstStyle/>
          <a:p>
            <a:fld id="{741B017E-9405-4A24-9E72-ABBA234FC5F9}" type="slidenum">
              <a:rPr lang="en-US" smtClean="0"/>
              <a:t>10</a:t>
            </a:fld>
            <a:endParaRPr lang="en-US"/>
          </a:p>
        </p:txBody>
      </p:sp>
    </p:spTree>
    <p:extLst>
      <p:ext uri="{BB962C8B-B14F-4D97-AF65-F5344CB8AC3E}">
        <p14:creationId xmlns:p14="http://schemas.microsoft.com/office/powerpoint/2010/main" val="313417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 general information about the product under study is available, we can use segmented models instead of overall models to get a better quality estimate. Table 19.1 gives another example of segmented models, based on empirical data (</a:t>
            </a:r>
            <a:r>
              <a:rPr lang="en-US" dirty="0" err="1"/>
              <a:t>Leve</a:t>
            </a:r>
            <a:r>
              <a:rPr lang="en-US" dirty="0"/>
              <a:t>- son, 1995; </a:t>
            </a:r>
            <a:r>
              <a:rPr lang="en-US" dirty="0" err="1"/>
              <a:t>Lyu</a:t>
            </a:r>
            <a:r>
              <a:rPr lang="en-US" dirty="0"/>
              <a:t>, 1995a), which estimates reliability levels for different product segments.</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11</a:t>
            </a:fld>
            <a:endParaRPr lang="en-US"/>
          </a:p>
        </p:txBody>
      </p:sp>
    </p:spTree>
    <p:extLst>
      <p:ext uri="{BB962C8B-B14F-4D97-AF65-F5344CB8AC3E}">
        <p14:creationId xmlns:p14="http://schemas.microsoft.com/office/powerpoint/2010/main" val="1419622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subset of generalized models, the dynamic models provide information about quality  over time or development phases. For example, a general profile of defect distribution over different development phases can be considered a quality model of this type.</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12</a:t>
            </a:fld>
            <a:endParaRPr lang="en-US"/>
          </a:p>
        </p:txBody>
      </p:sp>
    </p:spTree>
    <p:extLst>
      <p:ext uri="{BB962C8B-B14F-4D97-AF65-F5344CB8AC3E}">
        <p14:creationId xmlns:p14="http://schemas.microsoft.com/office/powerpoint/2010/main" val="1180102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extensions to DRMs:</a:t>
            </a:r>
          </a:p>
          <a:p>
            <a:pPr lvl="1"/>
            <a:r>
              <a:rPr lang="en-US" dirty="0"/>
              <a:t>Defect dynamics model in Ch.20,</a:t>
            </a:r>
          </a:p>
          <a:p>
            <a:pPr lvl="1"/>
            <a:r>
              <a:rPr lang="en-US" dirty="0"/>
              <a:t>ODC defect analyses in Ch.20:</a:t>
            </a:r>
          </a:p>
          <a:p>
            <a:pPr lvl="2"/>
            <a:r>
              <a:rPr lang="en-US" dirty="0"/>
              <a:t>1-way distribution/trend analysis</a:t>
            </a:r>
          </a:p>
          <a:p>
            <a:pPr lvl="2"/>
            <a:r>
              <a:rPr lang="en-US" dirty="0"/>
              <a:t>2-way analysis of interaction.</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14</a:t>
            </a:fld>
            <a:endParaRPr lang="en-US"/>
          </a:p>
        </p:txBody>
      </p:sp>
    </p:spTree>
    <p:extLst>
      <p:ext uri="{BB962C8B-B14F-4D97-AF65-F5344CB8AC3E}">
        <p14:creationId xmlns:p14="http://schemas.microsoft.com/office/powerpoint/2010/main" val="459270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11/29/2024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11/29/2024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11/29/2024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11/29/2024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11/29/2024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150356" y="546930"/>
            <a:ext cx="11588435" cy="1635323"/>
          </a:xfrm>
        </p:spPr>
        <p:txBody>
          <a:bodyPr>
            <a:normAutofit fontScale="90000"/>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881190" y="2458361"/>
            <a:ext cx="10058400" cy="3088293"/>
          </a:xfrm>
        </p:spPr>
        <p:txBody>
          <a:bodyPr>
            <a:normAutofit fontScale="85000" lnSpcReduction="10000"/>
          </a:bodyPr>
          <a:lstStyle/>
          <a:p>
            <a:pPr algn="ctr"/>
            <a:r>
              <a:rPr lang="en-US" sz="4400" b="1" dirty="0">
                <a:solidFill>
                  <a:schemeClr val="tx1"/>
                </a:solidFill>
                <a:cs typeface="Times New Roman" panose="02020603050405020304" pitchFamily="18" charset="0"/>
              </a:rPr>
              <a:t>Lecture 1</a:t>
            </a:r>
          </a:p>
          <a:p>
            <a:pPr algn="ctr"/>
            <a:r>
              <a:rPr lang="en-US" sz="4400" b="1" dirty="0">
                <a:solidFill>
                  <a:schemeClr val="tx1"/>
                </a:solidFill>
              </a:rPr>
              <a:t>Part IV-QUANTIFIABLE QUALITY IMPROVEMENT</a:t>
            </a:r>
          </a:p>
          <a:p>
            <a:pPr algn="ctr"/>
            <a:endParaRPr lang="en-US" sz="4400" b="1" dirty="0">
              <a:solidFill>
                <a:schemeClr val="tx1"/>
              </a:solidFill>
            </a:endParaRPr>
          </a:p>
          <a:p>
            <a:pPr algn="ctr"/>
            <a:r>
              <a:rPr lang="en-US" sz="4400" b="1" dirty="0">
                <a:solidFill>
                  <a:schemeClr val="tx1"/>
                </a:solidFill>
              </a:rPr>
              <a:t>Quality models and measurements, SCM</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898002" y="5822762"/>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050"/>
          <p:cNvSpPr>
            <a:spLocks noGrp="1" noChangeArrowheads="1"/>
          </p:cNvSpPr>
          <p:nvPr>
            <p:ph type="title"/>
          </p:nvPr>
        </p:nvSpPr>
        <p:spPr/>
        <p:txBody>
          <a:bodyPr/>
          <a:lstStyle/>
          <a:p>
            <a:r>
              <a:rPr lang="en-US" b="1" dirty="0">
                <a:solidFill>
                  <a:schemeClr val="tx1"/>
                </a:solidFill>
              </a:rPr>
              <a:t>Today’s Outline</a:t>
            </a:r>
          </a:p>
        </p:txBody>
      </p:sp>
      <p:sp>
        <p:nvSpPr>
          <p:cNvPr id="107523" name="Rectangle 2051"/>
          <p:cNvSpPr>
            <a:spLocks noGrp="1" noChangeArrowheads="1"/>
          </p:cNvSpPr>
          <p:nvPr>
            <p:ph idx="1"/>
          </p:nvPr>
        </p:nvSpPr>
        <p:spPr>
          <a:xfrm>
            <a:off x="1225232" y="1737360"/>
            <a:ext cx="10195368" cy="4235855"/>
          </a:xfrm>
        </p:spPr>
        <p:txBody>
          <a:bodyPr>
            <a:noAutofit/>
          </a:bodyPr>
          <a:lstStyle/>
          <a:p>
            <a:pPr marL="0" indent="0">
              <a:buNone/>
            </a:pPr>
            <a:r>
              <a:rPr lang="en-US" sz="1400" b="1" dirty="0">
                <a:solidFill>
                  <a:schemeClr val="tx1"/>
                </a:solidFill>
              </a:rPr>
              <a:t>Analysis </a:t>
            </a:r>
            <a:r>
              <a:rPr lang="en-US" sz="1400" b="1" dirty="0">
                <a:solidFill>
                  <a:schemeClr val="tx1"/>
                </a:solidFill>
                <a:sym typeface="Wingdings" panose="05000000000000000000" pitchFamily="2" charset="2"/>
              </a:rPr>
              <a:t> Feedback loop Follow-up</a:t>
            </a:r>
          </a:p>
          <a:p>
            <a:r>
              <a:rPr lang="en-US" sz="1400" b="1" dirty="0">
                <a:solidFill>
                  <a:schemeClr val="tx1"/>
                </a:solidFill>
              </a:rPr>
              <a:t>Quality models and measurements</a:t>
            </a:r>
          </a:p>
          <a:p>
            <a:pPr lvl="1"/>
            <a:r>
              <a:rPr lang="en-US" sz="1400" b="1" dirty="0">
                <a:solidFill>
                  <a:schemeClr val="tx1"/>
                </a:solidFill>
              </a:rPr>
              <a:t>Types of Quality Assessment Models.</a:t>
            </a:r>
          </a:p>
          <a:p>
            <a:pPr lvl="1"/>
            <a:r>
              <a:rPr lang="en-US" sz="1400" b="1" dirty="0">
                <a:solidFill>
                  <a:schemeClr val="tx1"/>
                </a:solidFill>
              </a:rPr>
              <a:t>Comparing Quality Assessment Models.</a:t>
            </a:r>
          </a:p>
          <a:p>
            <a:pPr lvl="1"/>
            <a:r>
              <a:rPr lang="en-US" sz="1400" b="1" dirty="0">
                <a:solidFill>
                  <a:schemeClr val="tx1"/>
                </a:solidFill>
              </a:rPr>
              <a:t>Data Requirements and Measurement</a:t>
            </a:r>
          </a:p>
          <a:p>
            <a:pPr lvl="1"/>
            <a:r>
              <a:rPr lang="en-US" sz="1400" b="1" dirty="0">
                <a:solidFill>
                  <a:schemeClr val="tx1"/>
                </a:solidFill>
              </a:rPr>
              <a:t>Measurement and Model Selection.</a:t>
            </a:r>
          </a:p>
          <a:p>
            <a:pPr algn="just"/>
            <a:r>
              <a:rPr lang="en-US" sz="1400" b="1" dirty="0">
                <a:solidFill>
                  <a:schemeClr val="tx1"/>
                </a:solidFill>
                <a:ea typeface="ＭＳ Ｐゴシック" charset="-128"/>
              </a:rPr>
              <a:t>Software Configuration Management (SCM)</a:t>
            </a:r>
          </a:p>
          <a:p>
            <a:pPr lvl="1" algn="just"/>
            <a:r>
              <a:rPr lang="en-US" sz="1200" b="1" dirty="0">
                <a:solidFill>
                  <a:schemeClr val="tx1"/>
                </a:solidFill>
                <a:ea typeface="ＭＳ Ｐゴシック" charset="-128"/>
              </a:rPr>
              <a:t>Why SCM?</a:t>
            </a:r>
          </a:p>
          <a:p>
            <a:pPr lvl="1" algn="just"/>
            <a:r>
              <a:rPr lang="en-US" sz="1200" b="1" dirty="0">
                <a:solidFill>
                  <a:schemeClr val="tx1"/>
                </a:solidFill>
                <a:ea typeface="ＭＳ Ｐゴシック" charset="-128"/>
              </a:rPr>
              <a:t>SCM concepts and Terminology</a:t>
            </a:r>
          </a:p>
          <a:p>
            <a:pPr lvl="1" algn="just"/>
            <a:r>
              <a:rPr lang="en-US" sz="1200" b="1" dirty="0">
                <a:solidFill>
                  <a:schemeClr val="tx1"/>
                </a:solidFill>
                <a:ea typeface="ＭＳ Ｐゴシック" charset="-128"/>
              </a:rPr>
              <a:t>Software Configuration Management Activities</a:t>
            </a:r>
          </a:p>
          <a:p>
            <a:pPr lvl="1" algn="just"/>
            <a:r>
              <a:rPr lang="en-US" sz="1200" b="1" dirty="0">
                <a:solidFill>
                  <a:schemeClr val="tx1"/>
                </a:solidFill>
                <a:ea typeface="ＭＳ Ｐゴシック" charset="-128"/>
              </a:rPr>
              <a:t>Change Management</a:t>
            </a:r>
          </a:p>
          <a:p>
            <a:pPr lvl="1" algn="just"/>
            <a:r>
              <a:rPr lang="en-US" sz="1200" b="1" dirty="0">
                <a:solidFill>
                  <a:schemeClr val="tx1"/>
                </a:solidFill>
                <a:ea typeface="ＭＳ Ｐゴシック" charset="-128"/>
              </a:rPr>
              <a:t>Build and Release Management</a:t>
            </a:r>
          </a:p>
          <a:p>
            <a:pPr lvl="1" algn="just"/>
            <a:r>
              <a:rPr lang="en-US" sz="1200" b="1" dirty="0">
                <a:solidFill>
                  <a:schemeClr val="tx1"/>
                </a:solidFill>
                <a:ea typeface="ＭＳ Ｐゴシック" charset="-128"/>
              </a:rPr>
              <a:t>System Release</a:t>
            </a:r>
          </a:p>
          <a:p>
            <a:pPr algn="just"/>
            <a:r>
              <a:rPr lang="en-US" sz="1400" b="1" dirty="0">
                <a:solidFill>
                  <a:schemeClr val="tx1"/>
                </a:solidFill>
                <a:ea typeface="ＭＳ Ｐゴシック" charset="-128"/>
              </a:rPr>
              <a:t>Revision</a:t>
            </a:r>
            <a:endParaRPr lang="en-US" sz="1400" b="1" dirty="0">
              <a:solidFill>
                <a:schemeClr val="tx1"/>
              </a:solidFill>
            </a:endParaRPr>
          </a:p>
          <a:p>
            <a:endParaRPr lang="en-US" sz="1400" dirty="0"/>
          </a:p>
        </p:txBody>
      </p:sp>
    </p:spTree>
    <p:extLst>
      <p:ext uri="{BB962C8B-B14F-4D97-AF65-F5344CB8AC3E}">
        <p14:creationId xmlns:p14="http://schemas.microsoft.com/office/powerpoint/2010/main" val="98778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Quality measurement</a:t>
            </a:r>
          </a:p>
        </p:txBody>
      </p:sp>
      <p:sp>
        <p:nvSpPr>
          <p:cNvPr id="3" name="Content Placeholder 2"/>
          <p:cNvSpPr>
            <a:spLocks noGrp="1"/>
          </p:cNvSpPr>
          <p:nvPr>
            <p:ph idx="1"/>
          </p:nvPr>
        </p:nvSpPr>
        <p:spPr/>
        <p:txBody>
          <a:bodyPr>
            <a:noAutofit/>
          </a:bodyPr>
          <a:lstStyle/>
          <a:p>
            <a:pPr algn="just"/>
            <a:r>
              <a:rPr lang="en-US" sz="2400" dirty="0">
                <a:solidFill>
                  <a:schemeClr val="tx1"/>
                </a:solidFill>
              </a:rPr>
              <a:t>The primary purpose of the measurement and analysis activities is to provide feedback and useful information to manage software quality, the </a:t>
            </a:r>
            <a:r>
              <a:rPr lang="en-US" sz="2400" dirty="0">
                <a:solidFill>
                  <a:schemeClr val="accent2"/>
                </a:solidFill>
              </a:rPr>
              <a:t>quality engineering process, and the overall software development/maintenance </a:t>
            </a:r>
            <a:r>
              <a:rPr lang="en-US" sz="2400" dirty="0">
                <a:solidFill>
                  <a:schemeClr val="tx1"/>
                </a:solidFill>
              </a:rPr>
              <a:t>process and activities. </a:t>
            </a:r>
          </a:p>
          <a:p>
            <a:pPr algn="just"/>
            <a:r>
              <a:rPr lang="en-US" sz="2400" dirty="0">
                <a:solidFill>
                  <a:schemeClr val="tx1"/>
                </a:solidFill>
              </a:rPr>
              <a:t>The feedback and information provided are based on the analysis results using various models on the data collected from the quality assurance (QA) and the general development activities. </a:t>
            </a:r>
          </a:p>
          <a:p>
            <a:pPr algn="just"/>
            <a:r>
              <a:rPr lang="en-US" sz="2400" dirty="0">
                <a:solidFill>
                  <a:schemeClr val="tx1"/>
                </a:solidFill>
              </a:rPr>
              <a:t> </a:t>
            </a:r>
          </a:p>
        </p:txBody>
      </p:sp>
    </p:spTree>
    <p:extLst>
      <p:ext uri="{BB962C8B-B14F-4D97-AF65-F5344CB8AC3E}">
        <p14:creationId xmlns:p14="http://schemas.microsoft.com/office/powerpoint/2010/main" val="204825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QA Data and Analysis</a:t>
            </a:r>
          </a:p>
        </p:txBody>
      </p:sp>
      <p:sp>
        <p:nvSpPr>
          <p:cNvPr id="3" name="Content Placeholder 2"/>
          <p:cNvSpPr>
            <a:spLocks noGrp="1"/>
          </p:cNvSpPr>
          <p:nvPr>
            <p:ph idx="1"/>
          </p:nvPr>
        </p:nvSpPr>
        <p:spPr>
          <a:xfrm>
            <a:off x="1097280" y="1822818"/>
            <a:ext cx="10613799" cy="4209690"/>
          </a:xfrm>
        </p:spPr>
        <p:txBody>
          <a:bodyPr>
            <a:normAutofit/>
          </a:bodyPr>
          <a:lstStyle/>
          <a:p>
            <a:r>
              <a:rPr lang="en-US" sz="2400" dirty="0">
                <a:solidFill>
                  <a:schemeClr val="tx1"/>
                </a:solidFill>
              </a:rPr>
              <a:t>Generic testing process:</a:t>
            </a:r>
          </a:p>
          <a:p>
            <a:pPr lvl="1"/>
            <a:r>
              <a:rPr lang="en-US" sz="2000" dirty="0">
                <a:solidFill>
                  <a:schemeClr val="tx1"/>
                </a:solidFill>
              </a:rPr>
              <a:t>Test planning and preparation.</a:t>
            </a:r>
          </a:p>
          <a:p>
            <a:pPr lvl="1"/>
            <a:r>
              <a:rPr lang="en-US" sz="2000" dirty="0">
                <a:solidFill>
                  <a:schemeClr val="tx1"/>
                </a:solidFill>
              </a:rPr>
              <a:t>Execution and measurement.</a:t>
            </a:r>
          </a:p>
          <a:p>
            <a:r>
              <a:rPr lang="en-US" sz="2400" dirty="0">
                <a:solidFill>
                  <a:schemeClr val="tx1"/>
                </a:solidFill>
              </a:rPr>
              <a:t>Other QA activities:</a:t>
            </a:r>
          </a:p>
          <a:p>
            <a:pPr lvl="1"/>
            <a:r>
              <a:rPr lang="en-US" sz="2000" dirty="0">
                <a:solidFill>
                  <a:schemeClr val="tx1"/>
                </a:solidFill>
              </a:rPr>
              <a:t>Similar general process.</a:t>
            </a:r>
          </a:p>
          <a:p>
            <a:pPr lvl="1"/>
            <a:r>
              <a:rPr lang="en-US" sz="2000" dirty="0">
                <a:solidFill>
                  <a:schemeClr val="tx1"/>
                </a:solidFill>
              </a:rPr>
              <a:t>Data from QA/other sources </a:t>
            </a:r>
          </a:p>
          <a:p>
            <a:pPr lvl="1"/>
            <a:r>
              <a:rPr lang="en-US" sz="2000" dirty="0">
                <a:solidFill>
                  <a:schemeClr val="tx1"/>
                </a:solidFill>
              </a:rPr>
              <a:t> Models used in analysis and follow-up:</a:t>
            </a:r>
          </a:p>
          <a:p>
            <a:pPr lvl="2"/>
            <a:r>
              <a:rPr lang="en-US" sz="1600" dirty="0">
                <a:solidFill>
                  <a:schemeClr val="tx1"/>
                </a:solidFill>
              </a:rPr>
              <a:t> provide timely feedback/assessment</a:t>
            </a:r>
          </a:p>
          <a:p>
            <a:pPr lvl="2"/>
            <a:r>
              <a:rPr lang="en-US" sz="1600" dirty="0">
                <a:solidFill>
                  <a:schemeClr val="tx1"/>
                </a:solidFill>
              </a:rPr>
              <a:t> prediction, anticipating/planning</a:t>
            </a:r>
          </a:p>
        </p:txBody>
      </p:sp>
    </p:spTree>
    <p:extLst>
      <p:ext uri="{BB962C8B-B14F-4D97-AF65-F5344CB8AC3E}">
        <p14:creationId xmlns:p14="http://schemas.microsoft.com/office/powerpoint/2010/main" val="173677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QA Models and Measures</a:t>
            </a:r>
          </a:p>
        </p:txBody>
      </p:sp>
      <p:sp>
        <p:nvSpPr>
          <p:cNvPr id="3" name="Content Placeholder 2"/>
          <p:cNvSpPr>
            <a:spLocks noGrp="1"/>
          </p:cNvSpPr>
          <p:nvPr>
            <p:ph idx="1"/>
          </p:nvPr>
        </p:nvSpPr>
        <p:spPr>
          <a:xfrm>
            <a:off x="1097280" y="1729047"/>
            <a:ext cx="8562808" cy="4477810"/>
          </a:xfrm>
        </p:spPr>
        <p:txBody>
          <a:bodyPr>
            <a:normAutofit/>
          </a:bodyPr>
          <a:lstStyle/>
          <a:p>
            <a:r>
              <a:rPr lang="en-US" sz="2400" dirty="0">
                <a:solidFill>
                  <a:schemeClr val="tx1"/>
                </a:solidFill>
              </a:rPr>
              <a:t>General approach</a:t>
            </a:r>
          </a:p>
          <a:p>
            <a:pPr lvl="1"/>
            <a:r>
              <a:rPr lang="en-US" sz="2000" dirty="0">
                <a:solidFill>
                  <a:schemeClr val="tx1"/>
                </a:solidFill>
              </a:rPr>
              <a:t>Adapt GQM-paradigm.</a:t>
            </a:r>
          </a:p>
          <a:p>
            <a:pPr lvl="1"/>
            <a:r>
              <a:rPr lang="en-US" sz="2000" dirty="0">
                <a:solidFill>
                  <a:schemeClr val="tx1"/>
                </a:solidFill>
              </a:rPr>
              <a:t>Quality: basic concept and ideas.</a:t>
            </a:r>
          </a:p>
          <a:p>
            <a:pPr lvl="1"/>
            <a:r>
              <a:rPr lang="en-US" sz="2000" dirty="0">
                <a:solidFill>
                  <a:schemeClr val="tx1"/>
                </a:solidFill>
              </a:rPr>
              <a:t>Compare models ⇒ taxonomy.</a:t>
            </a:r>
          </a:p>
          <a:p>
            <a:r>
              <a:rPr lang="en-US" sz="2400" dirty="0">
                <a:solidFill>
                  <a:schemeClr val="tx1"/>
                </a:solidFill>
              </a:rPr>
              <a:t>Quality attributes and definitions:</a:t>
            </a:r>
          </a:p>
          <a:p>
            <a:pPr lvl="1"/>
            <a:r>
              <a:rPr lang="en-US" sz="2000" dirty="0">
                <a:solidFill>
                  <a:schemeClr val="tx1"/>
                </a:solidFill>
              </a:rPr>
              <a:t>Q models: data ⇒ quality</a:t>
            </a:r>
          </a:p>
          <a:p>
            <a:pPr lvl="1"/>
            <a:r>
              <a:rPr lang="en-US" sz="2000" dirty="0">
                <a:solidFill>
                  <a:schemeClr val="tx1"/>
                </a:solidFill>
              </a:rPr>
              <a:t>Correctness vs. other attributes</a:t>
            </a:r>
          </a:p>
          <a:p>
            <a:pPr lvl="1"/>
            <a:r>
              <a:rPr lang="en-US" sz="2000" dirty="0">
                <a:solidFill>
                  <a:schemeClr val="tx1"/>
                </a:solidFill>
              </a:rPr>
              <a:t>Our definition/restriction: being defect-free or of low-defect</a:t>
            </a:r>
          </a:p>
          <a:p>
            <a:endParaRPr lang="en-US" sz="2400" dirty="0">
              <a:solidFill>
                <a:schemeClr val="tx1"/>
              </a:solidFill>
            </a:endParaRPr>
          </a:p>
        </p:txBody>
      </p:sp>
    </p:spTree>
    <p:extLst>
      <p:ext uri="{BB962C8B-B14F-4D97-AF65-F5344CB8AC3E}">
        <p14:creationId xmlns:p14="http://schemas.microsoft.com/office/powerpoint/2010/main" val="921332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Quality Analysis </a:t>
            </a:r>
          </a:p>
        </p:txBody>
      </p:sp>
      <p:sp>
        <p:nvSpPr>
          <p:cNvPr id="3" name="Content Placeholder 2"/>
          <p:cNvSpPr>
            <a:spLocks noGrp="1"/>
          </p:cNvSpPr>
          <p:nvPr>
            <p:ph idx="1"/>
          </p:nvPr>
        </p:nvSpPr>
        <p:spPr>
          <a:xfrm>
            <a:off x="856109" y="1803716"/>
            <a:ext cx="11029615" cy="4571446"/>
          </a:xfrm>
        </p:spPr>
        <p:txBody>
          <a:bodyPr>
            <a:normAutofit lnSpcReduction="10000"/>
          </a:bodyPr>
          <a:lstStyle/>
          <a:p>
            <a:r>
              <a:rPr lang="en-US" sz="2400" dirty="0">
                <a:solidFill>
                  <a:schemeClr val="tx1"/>
                </a:solidFill>
              </a:rPr>
              <a:t>Analysis and modeling:</a:t>
            </a:r>
          </a:p>
          <a:p>
            <a:r>
              <a:rPr lang="en-US" sz="2400" dirty="0">
                <a:solidFill>
                  <a:schemeClr val="tx1"/>
                </a:solidFill>
              </a:rPr>
              <a:t>Quality models: data ⇒ quality</a:t>
            </a:r>
          </a:p>
          <a:p>
            <a:pPr lvl="2"/>
            <a:r>
              <a:rPr lang="en-US" sz="1600" dirty="0">
                <a:solidFill>
                  <a:schemeClr val="tx1"/>
                </a:solidFill>
              </a:rPr>
              <a:t>a.k.a. quality assessment models or quality evaluation models</a:t>
            </a:r>
          </a:p>
          <a:p>
            <a:r>
              <a:rPr lang="en-US" sz="2400" dirty="0">
                <a:solidFill>
                  <a:schemeClr val="tx1"/>
                </a:solidFill>
              </a:rPr>
              <a:t>Various models needed for .</a:t>
            </a:r>
          </a:p>
          <a:p>
            <a:pPr lvl="2"/>
            <a:r>
              <a:rPr lang="en-US" sz="1600" dirty="0">
                <a:solidFill>
                  <a:schemeClr val="tx1"/>
                </a:solidFill>
              </a:rPr>
              <a:t>Assessment, prediction, control</a:t>
            </a:r>
          </a:p>
          <a:p>
            <a:pPr lvl="2"/>
            <a:r>
              <a:rPr lang="en-US" sz="1600" dirty="0">
                <a:solidFill>
                  <a:schemeClr val="tx1"/>
                </a:solidFill>
              </a:rPr>
              <a:t>Management decisions</a:t>
            </a:r>
          </a:p>
          <a:p>
            <a:pPr lvl="2"/>
            <a:r>
              <a:rPr lang="en-US" sz="1600" dirty="0">
                <a:solidFill>
                  <a:schemeClr val="tx1"/>
                </a:solidFill>
              </a:rPr>
              <a:t>Problematic areas for actions</a:t>
            </a:r>
          </a:p>
          <a:p>
            <a:pPr lvl="2"/>
            <a:r>
              <a:rPr lang="en-US" sz="1600" dirty="0">
                <a:solidFill>
                  <a:schemeClr val="tx1"/>
                </a:solidFill>
              </a:rPr>
              <a:t>Process improvement</a:t>
            </a:r>
          </a:p>
          <a:p>
            <a:r>
              <a:rPr lang="en-US" sz="2400" dirty="0">
                <a:solidFill>
                  <a:schemeClr val="tx1"/>
                </a:solidFill>
              </a:rPr>
              <a:t>Measurement data needed</a:t>
            </a:r>
          </a:p>
          <a:p>
            <a:r>
              <a:rPr lang="en-US" sz="2400" dirty="0">
                <a:solidFill>
                  <a:schemeClr val="tx1"/>
                </a:solidFill>
              </a:rPr>
              <a:t>Direct quality measurements: success/failure (&amp; defect info)</a:t>
            </a:r>
          </a:p>
          <a:p>
            <a:r>
              <a:rPr lang="en-US" sz="2400" dirty="0">
                <a:solidFill>
                  <a:schemeClr val="tx1"/>
                </a:solidFill>
              </a:rPr>
              <a:t>Indirect quality measurements:– activities/internal/environmental. Indirect but early quality indicators.</a:t>
            </a:r>
          </a:p>
        </p:txBody>
      </p:sp>
    </p:spTree>
    <p:extLst>
      <p:ext uri="{BB962C8B-B14F-4D97-AF65-F5344CB8AC3E}">
        <p14:creationId xmlns:p14="http://schemas.microsoft.com/office/powerpoint/2010/main" val="755967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Quality Models </a:t>
            </a:r>
          </a:p>
        </p:txBody>
      </p:sp>
      <p:sp>
        <p:nvSpPr>
          <p:cNvPr id="3" name="Content Placeholder 2"/>
          <p:cNvSpPr>
            <a:spLocks noGrp="1"/>
          </p:cNvSpPr>
          <p:nvPr>
            <p:ph idx="1"/>
          </p:nvPr>
        </p:nvSpPr>
        <p:spPr/>
        <p:txBody>
          <a:bodyPr>
            <a:normAutofit/>
          </a:bodyPr>
          <a:lstStyle/>
          <a:p>
            <a:r>
              <a:rPr lang="en-US" sz="2400" dirty="0">
                <a:solidFill>
                  <a:schemeClr val="tx1"/>
                </a:solidFill>
              </a:rPr>
              <a:t>Practical issues:</a:t>
            </a:r>
          </a:p>
          <a:p>
            <a:pPr lvl="1"/>
            <a:r>
              <a:rPr lang="en-US" sz="2000" dirty="0">
                <a:solidFill>
                  <a:schemeClr val="tx1"/>
                </a:solidFill>
              </a:rPr>
              <a:t>Applicability vs. appl. environment</a:t>
            </a:r>
          </a:p>
          <a:p>
            <a:pPr lvl="1"/>
            <a:r>
              <a:rPr lang="en-US" sz="2000" dirty="0">
                <a:solidFill>
                  <a:schemeClr val="tx1"/>
                </a:solidFill>
              </a:rPr>
              <a:t>Goal/Usefulness: information/results?</a:t>
            </a:r>
          </a:p>
          <a:p>
            <a:pPr lvl="1"/>
            <a:r>
              <a:rPr lang="en-US" sz="2000" dirty="0">
                <a:solidFill>
                  <a:schemeClr val="tx1"/>
                </a:solidFill>
              </a:rPr>
              <a:t>Data: measurement data required</a:t>
            </a:r>
          </a:p>
          <a:p>
            <a:pPr lvl="1"/>
            <a:r>
              <a:rPr lang="en-US" sz="2000" dirty="0">
                <a:solidFill>
                  <a:schemeClr val="tx1"/>
                </a:solidFill>
              </a:rPr>
              <a:t>Cost of models and related data</a:t>
            </a:r>
          </a:p>
          <a:p>
            <a:r>
              <a:rPr lang="en-US" sz="2400" dirty="0">
                <a:solidFill>
                  <a:schemeClr val="tx1"/>
                </a:solidFill>
              </a:rPr>
              <a:t>Type of quality models</a:t>
            </a:r>
          </a:p>
          <a:p>
            <a:pPr lvl="1"/>
            <a:r>
              <a:rPr lang="en-US" sz="2000" dirty="0">
                <a:solidFill>
                  <a:schemeClr val="tx1"/>
                </a:solidFill>
              </a:rPr>
              <a:t>Generalized: averages or trends</a:t>
            </a:r>
          </a:p>
          <a:p>
            <a:pPr lvl="1"/>
            <a:r>
              <a:rPr lang="en-US" sz="2000" dirty="0">
                <a:solidFill>
                  <a:schemeClr val="tx1"/>
                </a:solidFill>
              </a:rPr>
              <a:t>Product-specific: more customized</a:t>
            </a:r>
          </a:p>
          <a:p>
            <a:pPr lvl="1"/>
            <a:r>
              <a:rPr lang="en-US" sz="2000" dirty="0">
                <a:solidFill>
                  <a:schemeClr val="tx1"/>
                </a:solidFill>
              </a:rPr>
              <a:t>Relating to issues above</a:t>
            </a:r>
          </a:p>
          <a:p>
            <a:endParaRPr lang="en-US" dirty="0"/>
          </a:p>
        </p:txBody>
      </p:sp>
    </p:spTree>
    <p:extLst>
      <p:ext uri="{BB962C8B-B14F-4D97-AF65-F5344CB8AC3E}">
        <p14:creationId xmlns:p14="http://schemas.microsoft.com/office/powerpoint/2010/main" val="2580820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MODELS FOR QUALITY ASSESSMENT </a:t>
            </a:r>
          </a:p>
        </p:txBody>
      </p:sp>
      <p:sp>
        <p:nvSpPr>
          <p:cNvPr id="3" name="Content Placeholder 2"/>
          <p:cNvSpPr>
            <a:spLocks noGrp="1"/>
          </p:cNvSpPr>
          <p:nvPr>
            <p:ph idx="1"/>
          </p:nvPr>
        </p:nvSpPr>
        <p:spPr/>
        <p:txBody>
          <a:bodyPr>
            <a:noAutofit/>
          </a:bodyPr>
          <a:lstStyle/>
          <a:p>
            <a:pPr algn="just"/>
            <a:r>
              <a:rPr lang="en-US" sz="2400" dirty="0">
                <a:solidFill>
                  <a:schemeClr val="tx1"/>
                </a:solidFill>
              </a:rPr>
              <a:t>Quality assessment models are analytical models that provide quantitative assessment of selected quality characteristics or sub-characteristics based on measurement data from software projects. </a:t>
            </a:r>
          </a:p>
          <a:p>
            <a:pPr algn="just"/>
            <a:r>
              <a:rPr lang="en-US" sz="2400" dirty="0">
                <a:solidFill>
                  <a:schemeClr val="tx1"/>
                </a:solidFill>
              </a:rPr>
              <a:t>Such models can help us obtain an objective assessment of our current product quality, in contrast to the often-unreliable subjective assessment based on personal judgment or imprecise qualitative assessment. </a:t>
            </a:r>
          </a:p>
          <a:p>
            <a:pPr algn="just"/>
            <a:r>
              <a:rPr lang="en-US" sz="2400" dirty="0">
                <a:solidFill>
                  <a:schemeClr val="tx1"/>
                </a:solidFill>
              </a:rPr>
              <a:t>When applied over time, these models can provide us with an accurate prediction of the future quality, which can be used to help us make project scheduling, resource allocation, and other management decisions. </a:t>
            </a:r>
          </a:p>
        </p:txBody>
      </p:sp>
    </p:spTree>
    <p:extLst>
      <p:ext uri="{BB962C8B-B14F-4D97-AF65-F5344CB8AC3E}">
        <p14:creationId xmlns:p14="http://schemas.microsoft.com/office/powerpoint/2010/main" val="2294018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Generalized Models: Overall </a:t>
            </a:r>
          </a:p>
        </p:txBody>
      </p:sp>
      <p:sp>
        <p:nvSpPr>
          <p:cNvPr id="3" name="Content Placeholder 2"/>
          <p:cNvSpPr>
            <a:spLocks noGrp="1"/>
          </p:cNvSpPr>
          <p:nvPr>
            <p:ph idx="1"/>
          </p:nvPr>
        </p:nvSpPr>
        <p:spPr>
          <a:xfrm>
            <a:off x="1253706" y="1808967"/>
            <a:ext cx="5094989" cy="3678303"/>
          </a:xfrm>
        </p:spPr>
        <p:txBody>
          <a:bodyPr>
            <a:normAutofit/>
          </a:bodyPr>
          <a:lstStyle/>
          <a:p>
            <a:r>
              <a:rPr lang="en-US" sz="2400" dirty="0">
                <a:solidFill>
                  <a:schemeClr val="tx1"/>
                </a:solidFill>
              </a:rPr>
              <a:t>Model taxonomy:</a:t>
            </a:r>
          </a:p>
          <a:p>
            <a:r>
              <a:rPr lang="en-US" sz="2400" dirty="0">
                <a:solidFill>
                  <a:schemeClr val="tx1"/>
                </a:solidFill>
              </a:rPr>
              <a:t>Generalized:</a:t>
            </a:r>
          </a:p>
          <a:p>
            <a:pPr lvl="1"/>
            <a:r>
              <a:rPr lang="en-US" sz="2000" dirty="0">
                <a:solidFill>
                  <a:schemeClr val="tx1"/>
                </a:solidFill>
              </a:rPr>
              <a:t>overall, segmented, and dynamic</a:t>
            </a:r>
          </a:p>
          <a:p>
            <a:r>
              <a:rPr lang="en-US" sz="2400" dirty="0">
                <a:solidFill>
                  <a:schemeClr val="tx1"/>
                </a:solidFill>
              </a:rPr>
              <a:t>Product-specific:</a:t>
            </a:r>
          </a:p>
          <a:p>
            <a:pPr lvl="1"/>
            <a:r>
              <a:rPr lang="en-US" sz="2000" dirty="0">
                <a:solidFill>
                  <a:schemeClr val="tx1"/>
                </a:solidFill>
              </a:rPr>
              <a:t>semi-customized: product history</a:t>
            </a:r>
          </a:p>
          <a:p>
            <a:pPr lvl="1"/>
            <a:r>
              <a:rPr lang="en-US" sz="2000" dirty="0">
                <a:solidFill>
                  <a:schemeClr val="tx1"/>
                </a:solidFill>
              </a:rPr>
              <a:t>observation-based: observations</a:t>
            </a:r>
          </a:p>
          <a:p>
            <a:pPr lvl="1"/>
            <a:r>
              <a:rPr lang="en-US" sz="2000" dirty="0">
                <a:solidFill>
                  <a:schemeClr val="tx1"/>
                </a:solidFill>
              </a:rPr>
              <a:t>measurement-driven: predictive</a:t>
            </a:r>
          </a:p>
        </p:txBody>
      </p:sp>
      <p:pic>
        <p:nvPicPr>
          <p:cNvPr id="6" name="Picture 5"/>
          <p:cNvPicPr>
            <a:picLocks noChangeAspect="1"/>
          </p:cNvPicPr>
          <p:nvPr/>
        </p:nvPicPr>
        <p:blipFill>
          <a:blip r:embed="rId2"/>
          <a:stretch>
            <a:fillRect/>
          </a:stretch>
        </p:blipFill>
        <p:spPr>
          <a:xfrm>
            <a:off x="5914447" y="1808967"/>
            <a:ext cx="5570777" cy="4049831"/>
          </a:xfrm>
          <a:prstGeom prst="rect">
            <a:avLst/>
          </a:prstGeom>
        </p:spPr>
      </p:pic>
    </p:spTree>
    <p:extLst>
      <p:ext uri="{BB962C8B-B14F-4D97-AF65-F5344CB8AC3E}">
        <p14:creationId xmlns:p14="http://schemas.microsoft.com/office/powerpoint/2010/main" val="2489127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Generalized Models: Overall</a:t>
            </a:r>
          </a:p>
        </p:txBody>
      </p:sp>
      <p:sp>
        <p:nvSpPr>
          <p:cNvPr id="3" name="Content Placeholder 2"/>
          <p:cNvSpPr>
            <a:spLocks noGrp="1"/>
          </p:cNvSpPr>
          <p:nvPr>
            <p:ph idx="1"/>
          </p:nvPr>
        </p:nvSpPr>
        <p:spPr>
          <a:xfrm>
            <a:off x="1097280" y="1854280"/>
            <a:ext cx="10058400" cy="4023360"/>
          </a:xfrm>
        </p:spPr>
        <p:txBody>
          <a:bodyPr>
            <a:normAutofit/>
          </a:bodyPr>
          <a:lstStyle/>
          <a:p>
            <a:r>
              <a:rPr lang="en-US" sz="2400" dirty="0">
                <a:solidFill>
                  <a:schemeClr val="tx1"/>
                </a:solidFill>
              </a:rPr>
              <a:t>Key characteristics</a:t>
            </a:r>
          </a:p>
          <a:p>
            <a:pPr lvl="1"/>
            <a:r>
              <a:rPr lang="en-US" sz="2000" dirty="0">
                <a:solidFill>
                  <a:schemeClr val="tx1"/>
                </a:solidFill>
              </a:rPr>
              <a:t>Industrial averages/patterns: ⇒ (single) rough estimate.</a:t>
            </a:r>
          </a:p>
          <a:p>
            <a:pPr lvl="1"/>
            <a:r>
              <a:rPr lang="en-US" sz="2000" dirty="0">
                <a:solidFill>
                  <a:schemeClr val="tx1"/>
                </a:solidFill>
              </a:rPr>
              <a:t>Most widely applicable.</a:t>
            </a:r>
          </a:p>
          <a:p>
            <a:pPr lvl="1"/>
            <a:r>
              <a:rPr lang="en-US" sz="2000" dirty="0">
                <a:solidFill>
                  <a:schemeClr val="tx1"/>
                </a:solidFill>
              </a:rPr>
              <a:t>Low cost of use.</a:t>
            </a:r>
          </a:p>
          <a:p>
            <a:r>
              <a:rPr lang="en-US" sz="2400" dirty="0">
                <a:solidFill>
                  <a:schemeClr val="tx1"/>
                </a:solidFill>
              </a:rPr>
              <a:t>Examples: Defect density.</a:t>
            </a:r>
          </a:p>
          <a:p>
            <a:pPr lvl="1"/>
            <a:r>
              <a:rPr lang="en-US" sz="2000" dirty="0">
                <a:solidFill>
                  <a:schemeClr val="tx1"/>
                </a:solidFill>
              </a:rPr>
              <a:t>Estimate total defect with sizing model.</a:t>
            </a:r>
          </a:p>
          <a:p>
            <a:pPr lvl="1"/>
            <a:r>
              <a:rPr lang="en-US" sz="2000" dirty="0">
                <a:solidFill>
                  <a:schemeClr val="tx1"/>
                </a:solidFill>
              </a:rPr>
              <a:t>(counting in-field unique defect only)</a:t>
            </a:r>
          </a:p>
          <a:p>
            <a:r>
              <a:rPr lang="en-US" sz="2400" dirty="0">
                <a:solidFill>
                  <a:schemeClr val="tx1"/>
                </a:solidFill>
              </a:rPr>
              <a:t>Non-quantitative overall models:</a:t>
            </a:r>
          </a:p>
          <a:p>
            <a:pPr lvl="1"/>
            <a:r>
              <a:rPr lang="en-US" sz="2000" dirty="0">
                <a:solidFill>
                  <a:schemeClr val="tx1"/>
                </a:solidFill>
              </a:rPr>
              <a:t>As extension to quantitative models.</a:t>
            </a:r>
          </a:p>
          <a:p>
            <a:pPr lvl="1"/>
            <a:r>
              <a:rPr lang="en-US" sz="2000" dirty="0">
                <a:solidFill>
                  <a:schemeClr val="tx1"/>
                </a:solidFill>
              </a:rPr>
              <a:t>Examples: 80:20 rule, and other general observations.</a:t>
            </a:r>
          </a:p>
          <a:p>
            <a:endParaRPr lang="en-US" sz="2400" dirty="0">
              <a:solidFill>
                <a:schemeClr val="tx1"/>
              </a:solidFill>
            </a:endParaRPr>
          </a:p>
        </p:txBody>
      </p:sp>
    </p:spTree>
    <p:extLst>
      <p:ext uri="{BB962C8B-B14F-4D97-AF65-F5344CB8AC3E}">
        <p14:creationId xmlns:p14="http://schemas.microsoft.com/office/powerpoint/2010/main" val="752802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Generalized Models: Segmented</a:t>
            </a:r>
          </a:p>
        </p:txBody>
      </p:sp>
      <p:sp>
        <p:nvSpPr>
          <p:cNvPr id="3" name="Content Placeholder 2"/>
          <p:cNvSpPr>
            <a:spLocks noGrp="1"/>
          </p:cNvSpPr>
          <p:nvPr>
            <p:ph idx="1"/>
          </p:nvPr>
        </p:nvSpPr>
        <p:spPr>
          <a:xfrm>
            <a:off x="1165646" y="1893499"/>
            <a:ext cx="6285434" cy="3678303"/>
          </a:xfrm>
        </p:spPr>
        <p:txBody>
          <a:bodyPr>
            <a:normAutofit/>
          </a:bodyPr>
          <a:lstStyle/>
          <a:p>
            <a:pPr marL="0" indent="0">
              <a:buNone/>
            </a:pPr>
            <a:r>
              <a:rPr lang="en-US" dirty="0">
                <a:solidFill>
                  <a:schemeClr val="tx1"/>
                </a:solidFill>
              </a:rPr>
              <a:t>Key characteristics:</a:t>
            </a:r>
          </a:p>
          <a:p>
            <a:pPr>
              <a:buFont typeface="Arial" panose="020B0604020202020204" pitchFamily="34" charset="0"/>
              <a:buChar char="•"/>
            </a:pPr>
            <a:r>
              <a:rPr lang="en-US" dirty="0">
                <a:solidFill>
                  <a:schemeClr val="tx1"/>
                </a:solidFill>
              </a:rPr>
              <a:t>Estimates via product segmentation.</a:t>
            </a:r>
          </a:p>
          <a:p>
            <a:pPr>
              <a:buFont typeface="Arial" panose="020B0604020202020204" pitchFamily="34" charset="0"/>
              <a:buChar char="•"/>
            </a:pPr>
            <a:r>
              <a:rPr lang="en-US" dirty="0">
                <a:solidFill>
                  <a:schemeClr val="tx1"/>
                </a:solidFill>
              </a:rPr>
              <a:t>Model: segment → quality.</a:t>
            </a:r>
          </a:p>
          <a:p>
            <a:pPr>
              <a:buFont typeface="Arial" panose="020B0604020202020204" pitchFamily="34" charset="0"/>
              <a:buChar char="•"/>
            </a:pPr>
            <a:r>
              <a:rPr lang="en-US" dirty="0">
                <a:solidFill>
                  <a:schemeClr val="tx1"/>
                </a:solidFill>
              </a:rPr>
              <a:t>Multiple estimates provided.</a:t>
            </a:r>
          </a:p>
          <a:p>
            <a:pPr>
              <a:buFont typeface="Arial" panose="020B0604020202020204" pitchFamily="34" charset="0"/>
              <a:buChar char="•"/>
            </a:pPr>
            <a:r>
              <a:rPr lang="en-US" dirty="0">
                <a:solidFill>
                  <a:schemeClr val="tx1"/>
                </a:solidFill>
              </a:rPr>
              <a:t>Other applications.</a:t>
            </a:r>
          </a:p>
          <a:p>
            <a:pPr>
              <a:buFont typeface="Arial" panose="020B0604020202020204" pitchFamily="34" charset="0"/>
              <a:buChar char="•"/>
            </a:pPr>
            <a:r>
              <a:rPr lang="en-US" dirty="0">
                <a:solidFill>
                  <a:schemeClr val="tx1"/>
                </a:solidFill>
              </a:rPr>
              <a:t>Commonly used in software estimation.</a:t>
            </a:r>
          </a:p>
          <a:p>
            <a:pPr>
              <a:buFont typeface="Arial" panose="020B0604020202020204" pitchFamily="34" charset="0"/>
              <a:buChar char="•"/>
            </a:pPr>
            <a:r>
              <a:rPr lang="en-US" dirty="0">
                <a:solidFill>
                  <a:schemeClr val="tx1"/>
                </a:solidFill>
              </a:rPr>
              <a:t>Example: COCOMO models.</a:t>
            </a:r>
          </a:p>
        </p:txBody>
      </p:sp>
      <p:pic>
        <p:nvPicPr>
          <p:cNvPr id="6" name="Picture 5"/>
          <p:cNvPicPr>
            <a:picLocks noChangeAspect="1"/>
          </p:cNvPicPr>
          <p:nvPr/>
        </p:nvPicPr>
        <p:blipFill>
          <a:blip r:embed="rId3"/>
          <a:stretch>
            <a:fillRect/>
          </a:stretch>
        </p:blipFill>
        <p:spPr>
          <a:xfrm>
            <a:off x="6096000" y="1893499"/>
            <a:ext cx="6003985" cy="3071002"/>
          </a:xfrm>
          <a:prstGeom prst="rect">
            <a:avLst/>
          </a:prstGeom>
        </p:spPr>
      </p:pic>
    </p:spTree>
    <p:extLst>
      <p:ext uri="{BB962C8B-B14F-4D97-AF65-F5344CB8AC3E}">
        <p14:creationId xmlns:p14="http://schemas.microsoft.com/office/powerpoint/2010/main" val="329377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Generalized Models: Dynamic </a:t>
            </a:r>
          </a:p>
        </p:txBody>
      </p:sp>
      <p:sp>
        <p:nvSpPr>
          <p:cNvPr id="3" name="Content Placeholder 2"/>
          <p:cNvSpPr>
            <a:spLocks noGrp="1"/>
          </p:cNvSpPr>
          <p:nvPr>
            <p:ph idx="1"/>
          </p:nvPr>
        </p:nvSpPr>
        <p:spPr>
          <a:xfrm>
            <a:off x="1097280" y="1808968"/>
            <a:ext cx="6917210" cy="3678303"/>
          </a:xfrm>
        </p:spPr>
        <p:txBody>
          <a:bodyPr/>
          <a:lstStyle/>
          <a:p>
            <a:pPr>
              <a:buFont typeface="Arial" panose="020B0604020202020204" pitchFamily="34" charset="0"/>
              <a:buChar char="•"/>
            </a:pPr>
            <a:r>
              <a:rPr lang="en-US" dirty="0">
                <a:solidFill>
                  <a:schemeClr val="tx1"/>
                </a:solidFill>
              </a:rPr>
              <a:t>Example: Putnam model</a:t>
            </a:r>
          </a:p>
          <a:p>
            <a:pPr>
              <a:buFont typeface="Arial" panose="020B0604020202020204" pitchFamily="34" charset="0"/>
              <a:buChar char="•"/>
            </a:pPr>
            <a:r>
              <a:rPr lang="en-US" dirty="0">
                <a:solidFill>
                  <a:schemeClr val="tx1"/>
                </a:solidFill>
              </a:rPr>
              <a:t>Rayleigh curve for failure rate: r = 2Bate</a:t>
            </a:r>
            <a:r>
              <a:rPr lang="en-US" baseline="30000" dirty="0">
                <a:solidFill>
                  <a:schemeClr val="tx1"/>
                </a:solidFill>
              </a:rPr>
              <a:t>−at2</a:t>
            </a:r>
          </a:p>
          <a:p>
            <a:pPr>
              <a:buFont typeface="Arial" panose="020B0604020202020204" pitchFamily="34" charset="0"/>
              <a:buChar char="•"/>
            </a:pPr>
            <a:r>
              <a:rPr lang="en-US" dirty="0">
                <a:solidFill>
                  <a:schemeClr val="tx1"/>
                </a:solidFill>
              </a:rPr>
              <a:t>Overall/average trend over time.</a:t>
            </a:r>
          </a:p>
          <a:p>
            <a:pPr>
              <a:buFont typeface="Arial" panose="020B0604020202020204" pitchFamily="34" charset="0"/>
              <a:buChar char="•"/>
            </a:pPr>
            <a:r>
              <a:rPr lang="en-US" dirty="0">
                <a:solidFill>
                  <a:schemeClr val="tx1"/>
                </a:solidFill>
              </a:rPr>
              <a:t>Often expressed as a mathematical function or an empirical curve.</a:t>
            </a:r>
          </a:p>
          <a:p>
            <a:pPr>
              <a:buFont typeface="Arial" panose="020B0604020202020204" pitchFamily="34" charset="0"/>
              <a:buChar char="•"/>
            </a:pPr>
            <a:r>
              <a:rPr lang="en-US" dirty="0">
                <a:solidFill>
                  <a:schemeClr val="tx1"/>
                </a:solidFill>
              </a:rPr>
              <a:t>Combined models possible,</a:t>
            </a:r>
          </a:p>
          <a:p>
            <a:pPr>
              <a:buFont typeface="Arial" panose="020B0604020202020204" pitchFamily="34" charset="0"/>
              <a:buChar char="•"/>
            </a:pPr>
            <a:r>
              <a:rPr lang="en-US" dirty="0">
                <a:solidFill>
                  <a:schemeClr val="tx1"/>
                </a:solidFill>
              </a:rPr>
              <a:t>e.g., segmented dynamic models.</a:t>
            </a:r>
          </a:p>
        </p:txBody>
      </p:sp>
      <p:pic>
        <p:nvPicPr>
          <p:cNvPr id="6" name="Picture 5"/>
          <p:cNvPicPr>
            <a:picLocks noChangeAspect="1"/>
          </p:cNvPicPr>
          <p:nvPr/>
        </p:nvPicPr>
        <p:blipFill>
          <a:blip r:embed="rId3"/>
          <a:srcRect l="4703"/>
          <a:stretch/>
        </p:blipFill>
        <p:spPr>
          <a:xfrm>
            <a:off x="7383566" y="1808968"/>
            <a:ext cx="4742917" cy="4049831"/>
          </a:xfrm>
          <a:prstGeom prst="rect">
            <a:avLst/>
          </a:prstGeom>
        </p:spPr>
      </p:pic>
    </p:spTree>
    <p:extLst>
      <p:ext uri="{BB962C8B-B14F-4D97-AF65-F5344CB8AC3E}">
        <p14:creationId xmlns:p14="http://schemas.microsoft.com/office/powerpoint/2010/main" val="2366398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PRODUCT-SPECIFIC MODELS (</a:t>
            </a:r>
            <a:r>
              <a:rPr lang="en-US" b="1" dirty="0" err="1">
                <a:solidFill>
                  <a:schemeClr val="tx1"/>
                </a:solidFill>
              </a:rPr>
              <a:t>Psm</a:t>
            </a:r>
            <a:r>
              <a:rPr lang="en-US" b="1" dirty="0">
                <a:solidFill>
                  <a:schemeClr val="tx1"/>
                </a:solidFill>
              </a:rPr>
              <a:t>)</a:t>
            </a:r>
          </a:p>
        </p:txBody>
      </p:sp>
      <p:sp>
        <p:nvSpPr>
          <p:cNvPr id="3" name="Content Placeholder 2"/>
          <p:cNvSpPr>
            <a:spLocks noGrp="1"/>
          </p:cNvSpPr>
          <p:nvPr>
            <p:ph idx="1"/>
          </p:nvPr>
        </p:nvSpPr>
        <p:spPr/>
        <p:txBody>
          <a:bodyPr>
            <a:normAutofit/>
          </a:bodyPr>
          <a:lstStyle/>
          <a:p>
            <a:pPr marL="0" indent="0">
              <a:buNone/>
            </a:pPr>
            <a:r>
              <a:rPr lang="en-US" sz="2400" dirty="0">
                <a:solidFill>
                  <a:schemeClr val="tx1"/>
                </a:solidFill>
              </a:rPr>
              <a:t>Product-specific info. Used (vs. none used in generalized models)</a:t>
            </a:r>
          </a:p>
          <a:p>
            <a:pPr marL="0" indent="0">
              <a:buNone/>
            </a:pPr>
            <a:r>
              <a:rPr lang="en-US" sz="2400" dirty="0">
                <a:solidFill>
                  <a:schemeClr val="tx1"/>
                </a:solidFill>
              </a:rPr>
              <a:t>Better accuracy/usefulness at cost ↑</a:t>
            </a:r>
          </a:p>
          <a:p>
            <a:r>
              <a:rPr lang="en-US" sz="2400" dirty="0">
                <a:solidFill>
                  <a:schemeClr val="tx1"/>
                </a:solidFill>
              </a:rPr>
              <a:t>Three types:</a:t>
            </a:r>
          </a:p>
          <a:p>
            <a:pPr lvl="1"/>
            <a:r>
              <a:rPr lang="en-US" sz="2000" dirty="0">
                <a:solidFill>
                  <a:schemeClr val="tx1"/>
                </a:solidFill>
              </a:rPr>
              <a:t>semi-customized</a:t>
            </a:r>
          </a:p>
          <a:p>
            <a:pPr lvl="1"/>
            <a:r>
              <a:rPr lang="en-US" sz="2000" dirty="0">
                <a:solidFill>
                  <a:schemeClr val="tx1"/>
                </a:solidFill>
              </a:rPr>
              <a:t>observation-based</a:t>
            </a:r>
          </a:p>
          <a:p>
            <a:pPr lvl="1"/>
            <a:r>
              <a:rPr lang="en-US" sz="2000" dirty="0">
                <a:solidFill>
                  <a:schemeClr val="tx1"/>
                </a:solidFill>
              </a:rPr>
              <a:t>measurement-driven predictive</a:t>
            </a:r>
          </a:p>
          <a:p>
            <a:pPr marL="0" indent="0">
              <a:buNone/>
            </a:pPr>
            <a:r>
              <a:rPr lang="en-US" sz="2400" dirty="0">
                <a:solidFill>
                  <a:schemeClr val="tx1"/>
                </a:solidFill>
              </a:rPr>
              <a:t>Connection to generalized models (GMs):</a:t>
            </a:r>
          </a:p>
          <a:p>
            <a:pPr lvl="1"/>
            <a:r>
              <a:rPr lang="en-US" sz="2000" dirty="0">
                <a:solidFill>
                  <a:schemeClr val="tx1"/>
                </a:solidFill>
              </a:rPr>
              <a:t>Customize GMs to PSMs with new/refined models and additional data.</a:t>
            </a:r>
          </a:p>
          <a:p>
            <a:pPr lvl="1"/>
            <a:r>
              <a:rPr lang="en-US" sz="2000" dirty="0">
                <a:solidFill>
                  <a:schemeClr val="tx1"/>
                </a:solidFill>
              </a:rPr>
              <a:t>Generalize PSMs to GMs with empirical evidence and general patterns.</a:t>
            </a:r>
          </a:p>
        </p:txBody>
      </p:sp>
    </p:spTree>
    <p:extLst>
      <p:ext uri="{BB962C8B-B14F-4D97-AF65-F5344CB8AC3E}">
        <p14:creationId xmlns:p14="http://schemas.microsoft.com/office/powerpoint/2010/main" val="1064411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Semi-customized models </a:t>
            </a:r>
          </a:p>
        </p:txBody>
      </p:sp>
      <p:sp>
        <p:nvSpPr>
          <p:cNvPr id="3" name="Content Placeholder 2"/>
          <p:cNvSpPr>
            <a:spLocks noGrp="1"/>
          </p:cNvSpPr>
          <p:nvPr>
            <p:ph idx="1"/>
          </p:nvPr>
        </p:nvSpPr>
        <p:spPr/>
        <p:txBody>
          <a:bodyPr>
            <a:normAutofit/>
          </a:bodyPr>
          <a:lstStyle/>
          <a:p>
            <a:r>
              <a:rPr lang="en-US" dirty="0">
                <a:solidFill>
                  <a:schemeClr val="tx1"/>
                </a:solidFill>
              </a:rPr>
              <a:t>Semi-customized models:</a:t>
            </a:r>
          </a:p>
          <a:p>
            <a:pPr lvl="1"/>
            <a:r>
              <a:rPr lang="en-US" dirty="0">
                <a:solidFill>
                  <a:schemeClr val="tx1"/>
                </a:solidFill>
              </a:rPr>
              <a:t>Project level model based on history.</a:t>
            </a:r>
          </a:p>
          <a:p>
            <a:pPr lvl="1"/>
            <a:r>
              <a:rPr lang="en-US" dirty="0">
                <a:solidFill>
                  <a:schemeClr val="tx1"/>
                </a:solidFill>
              </a:rPr>
              <a:t>Data captured by phase.</a:t>
            </a:r>
          </a:p>
          <a:p>
            <a:pPr lvl="1"/>
            <a:r>
              <a:rPr lang="en-US" dirty="0">
                <a:solidFill>
                  <a:schemeClr val="tx1"/>
                </a:solidFill>
              </a:rPr>
              <a:t>Both projections and actual.</a:t>
            </a:r>
          </a:p>
          <a:p>
            <a:pPr lvl="1"/>
            <a:r>
              <a:rPr lang="en-US" dirty="0">
                <a:solidFill>
                  <a:schemeClr val="tx1"/>
                </a:solidFill>
              </a:rPr>
              <a:t>Linear extrapolation.</a:t>
            </a:r>
          </a:p>
          <a:p>
            <a:r>
              <a:rPr lang="en-US" dirty="0">
                <a:solidFill>
                  <a:schemeClr val="tx1"/>
                </a:solidFill>
              </a:rPr>
              <a:t>The information from these semi-customized models can be directly used to predict defect distribution for the current release. </a:t>
            </a:r>
          </a:p>
          <a:p>
            <a:endParaRPr lang="en-US" dirty="0"/>
          </a:p>
          <a:p>
            <a:endParaRPr lang="en-US" dirty="0"/>
          </a:p>
        </p:txBody>
      </p:sp>
      <p:pic>
        <p:nvPicPr>
          <p:cNvPr id="6" name="Picture 5"/>
          <p:cNvPicPr>
            <a:picLocks noChangeAspect="1"/>
          </p:cNvPicPr>
          <p:nvPr/>
        </p:nvPicPr>
        <p:blipFill>
          <a:blip r:embed="rId3"/>
          <a:stretch>
            <a:fillRect/>
          </a:stretch>
        </p:blipFill>
        <p:spPr>
          <a:xfrm>
            <a:off x="4943662" y="4096999"/>
            <a:ext cx="6918384" cy="1880469"/>
          </a:xfrm>
          <a:prstGeom prst="rect">
            <a:avLst/>
          </a:prstGeom>
        </p:spPr>
      </p:pic>
    </p:spTree>
    <p:extLst>
      <p:ext uri="{BB962C8B-B14F-4D97-AF65-F5344CB8AC3E}">
        <p14:creationId xmlns:p14="http://schemas.microsoft.com/office/powerpoint/2010/main" val="4294745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PSM: Observation-Based </a:t>
            </a:r>
          </a:p>
        </p:txBody>
      </p:sp>
      <p:sp>
        <p:nvSpPr>
          <p:cNvPr id="3" name="Content Placeholder 2"/>
          <p:cNvSpPr>
            <a:spLocks noGrp="1"/>
          </p:cNvSpPr>
          <p:nvPr>
            <p:ph idx="1"/>
          </p:nvPr>
        </p:nvSpPr>
        <p:spPr>
          <a:xfrm>
            <a:off x="581192" y="1897812"/>
            <a:ext cx="11029615" cy="4419124"/>
          </a:xfrm>
        </p:spPr>
        <p:txBody>
          <a:bodyPr>
            <a:normAutofit lnSpcReduction="10000"/>
          </a:bodyPr>
          <a:lstStyle/>
          <a:p>
            <a:pPr>
              <a:buFont typeface="Arial" panose="020B0604020202020204" pitchFamily="34" charset="0"/>
              <a:buChar char="•"/>
            </a:pPr>
            <a:r>
              <a:rPr lang="en-US" dirty="0">
                <a:solidFill>
                  <a:schemeClr val="tx1"/>
                </a:solidFill>
              </a:rPr>
              <a:t>Observation-based models relate observations of the software system behavior to information about related activities to provide more precise quality assessments.</a:t>
            </a:r>
          </a:p>
          <a:p>
            <a:pPr>
              <a:buFont typeface="Arial" panose="020B0604020202020204" pitchFamily="34" charset="0"/>
              <a:buChar char="•"/>
            </a:pPr>
            <a:r>
              <a:rPr lang="en-US" dirty="0">
                <a:solidFill>
                  <a:schemeClr val="tx1"/>
                </a:solidFill>
              </a:rPr>
              <a:t>Examples of such models include various software reliability growth models (SRGMs) where observed failures and associated time intervals are fitted to SRGMs to evaluate product reliability. </a:t>
            </a:r>
          </a:p>
          <a:p>
            <a:pPr>
              <a:buFont typeface="Arial" panose="020B0604020202020204" pitchFamily="34" charset="0"/>
              <a:buChar char="•"/>
            </a:pPr>
            <a:r>
              <a:rPr lang="en-US" dirty="0">
                <a:solidFill>
                  <a:schemeClr val="tx1"/>
                </a:solidFill>
              </a:rPr>
              <a:t>Focus on the effect/observations</a:t>
            </a:r>
          </a:p>
          <a:p>
            <a:pPr>
              <a:buFont typeface="Arial" panose="020B0604020202020204" pitchFamily="34" charset="0"/>
              <a:buChar char="•"/>
            </a:pPr>
            <a:r>
              <a:rPr lang="en-US" dirty="0">
                <a:solidFill>
                  <a:schemeClr val="tx1"/>
                </a:solidFill>
              </a:rPr>
              <a:t>Assumptions about the causes</a:t>
            </a:r>
          </a:p>
          <a:p>
            <a:pPr>
              <a:buFont typeface="Arial" panose="020B0604020202020204" pitchFamily="34" charset="0"/>
              <a:buChar char="•"/>
            </a:pPr>
            <a:r>
              <a:rPr lang="en-US" dirty="0">
                <a:solidFill>
                  <a:schemeClr val="tx1"/>
                </a:solidFill>
              </a:rPr>
              <a:t>Assessment-centric</a:t>
            </a:r>
          </a:p>
          <a:p>
            <a:r>
              <a:rPr lang="en-US" dirty="0">
                <a:solidFill>
                  <a:schemeClr val="tx1"/>
                </a:solidFill>
              </a:rPr>
              <a:t>Example: </a:t>
            </a:r>
            <a:r>
              <a:rPr lang="en-US" dirty="0" err="1">
                <a:solidFill>
                  <a:schemeClr val="tx1"/>
                </a:solidFill>
              </a:rPr>
              <a:t>Goel-Okumoto</a:t>
            </a:r>
            <a:r>
              <a:rPr lang="en-US" dirty="0">
                <a:solidFill>
                  <a:schemeClr val="tx1"/>
                </a:solidFill>
              </a:rPr>
              <a:t> SRGM</a:t>
            </a:r>
          </a:p>
          <a:p>
            <a:pPr lvl="1"/>
            <a:r>
              <a:rPr lang="en-US" dirty="0">
                <a:solidFill>
                  <a:schemeClr val="tx1"/>
                </a:solidFill>
              </a:rPr>
              <a:t>functional relation: m(t) = N(1−e </a:t>
            </a:r>
            <a:r>
              <a:rPr lang="en-US" baseline="30000" dirty="0">
                <a:solidFill>
                  <a:schemeClr val="tx1"/>
                </a:solidFill>
              </a:rPr>
              <a:t>−</a:t>
            </a:r>
            <a:r>
              <a:rPr lang="en-US" baseline="30000" dirty="0" err="1">
                <a:solidFill>
                  <a:schemeClr val="tx1"/>
                </a:solidFill>
              </a:rPr>
              <a:t>bt</a:t>
            </a:r>
            <a:r>
              <a:rPr lang="en-US" dirty="0">
                <a:solidFill>
                  <a:schemeClr val="tx1"/>
                </a:solidFill>
              </a:rPr>
              <a:t>)</a:t>
            </a:r>
          </a:p>
          <a:p>
            <a:pPr lvl="1"/>
            <a:r>
              <a:rPr lang="en-US" dirty="0">
                <a:solidFill>
                  <a:schemeClr val="tx1"/>
                </a:solidFill>
              </a:rPr>
              <a:t>observed failures over time</a:t>
            </a:r>
          </a:p>
          <a:p>
            <a:pPr lvl="1"/>
            <a:r>
              <a:rPr lang="en-US" dirty="0">
                <a:solidFill>
                  <a:schemeClr val="tx1"/>
                </a:solidFill>
              </a:rPr>
              <a:t>curve fitting</a:t>
            </a:r>
          </a:p>
          <a:p>
            <a:pPr lvl="1"/>
            <a:r>
              <a:rPr lang="en-US" dirty="0">
                <a:solidFill>
                  <a:schemeClr val="tx1"/>
                </a:solidFill>
              </a:rPr>
              <a:t>reliability assessment/prediction</a:t>
            </a:r>
          </a:p>
          <a:p>
            <a:pPr lvl="1"/>
            <a:r>
              <a:rPr lang="en-US" dirty="0">
                <a:solidFill>
                  <a:schemeClr val="tx1"/>
                </a:solidFill>
              </a:rPr>
              <a:t>management decisions: exit criteria</a:t>
            </a:r>
          </a:p>
        </p:txBody>
      </p:sp>
    </p:spTree>
    <p:extLst>
      <p:ext uri="{BB962C8B-B14F-4D97-AF65-F5344CB8AC3E}">
        <p14:creationId xmlns:p14="http://schemas.microsoft.com/office/powerpoint/2010/main" val="478965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PSM: Predictive</a:t>
            </a:r>
          </a:p>
        </p:txBody>
      </p:sp>
      <p:sp>
        <p:nvSpPr>
          <p:cNvPr id="3" name="Content Placeholder 2"/>
          <p:cNvSpPr>
            <a:spLocks noGrp="1"/>
          </p:cNvSpPr>
          <p:nvPr>
            <p:ph idx="1"/>
          </p:nvPr>
        </p:nvSpPr>
        <p:spPr>
          <a:xfrm>
            <a:off x="1097280" y="1737360"/>
            <a:ext cx="10058400" cy="4023360"/>
          </a:xfrm>
        </p:spPr>
        <p:txBody>
          <a:bodyPr>
            <a:normAutofit/>
          </a:bodyPr>
          <a:lstStyle/>
          <a:p>
            <a:pPr algn="just"/>
            <a:r>
              <a:rPr lang="en-US" sz="2800" dirty="0">
                <a:solidFill>
                  <a:schemeClr val="tx1"/>
                </a:solidFill>
              </a:rPr>
              <a:t>Measurement-driven predictive models</a:t>
            </a:r>
          </a:p>
          <a:p>
            <a:pPr lvl="1" algn="just"/>
            <a:r>
              <a:rPr lang="en-US" sz="2000" dirty="0">
                <a:solidFill>
                  <a:schemeClr val="tx1"/>
                </a:solidFill>
              </a:rPr>
              <a:t>Establish predictive relations  between quality and other measurement on the historical data</a:t>
            </a:r>
          </a:p>
          <a:p>
            <a:pPr lvl="1" algn="just"/>
            <a:r>
              <a:rPr lang="en-US" sz="2000" dirty="0">
                <a:solidFill>
                  <a:schemeClr val="tx1"/>
                </a:solidFill>
              </a:rPr>
              <a:t>Provide early prediction of quality and identify problems early so that timely actions can be taken to improve product quality.</a:t>
            </a:r>
          </a:p>
          <a:p>
            <a:pPr lvl="1" algn="just"/>
            <a:r>
              <a:rPr lang="en-US" sz="2000" dirty="0">
                <a:solidFill>
                  <a:schemeClr val="tx1"/>
                </a:solidFill>
              </a:rPr>
              <a:t>Modeling techniques: regression etc.</a:t>
            </a:r>
          </a:p>
          <a:p>
            <a:pPr lvl="1" algn="just"/>
            <a:r>
              <a:rPr lang="en-US" sz="2000" dirty="0">
                <a:solidFill>
                  <a:schemeClr val="tx1"/>
                </a:solidFill>
              </a:rPr>
              <a:t>Risk assessment and management</a:t>
            </a:r>
          </a:p>
          <a:p>
            <a:pPr algn="just"/>
            <a:r>
              <a:rPr lang="en-US" sz="2800" dirty="0">
                <a:solidFill>
                  <a:schemeClr val="tx1"/>
                </a:solidFill>
              </a:rPr>
              <a:t>Model characteristics:</a:t>
            </a:r>
          </a:p>
          <a:p>
            <a:pPr lvl="1" algn="just"/>
            <a:r>
              <a:rPr lang="en-US" sz="2000" dirty="0">
                <a:solidFill>
                  <a:schemeClr val="tx1"/>
                </a:solidFill>
              </a:rPr>
              <a:t>Response: chief concern</a:t>
            </a:r>
          </a:p>
          <a:p>
            <a:pPr lvl="1" algn="just"/>
            <a:r>
              <a:rPr lang="en-US" sz="2000" dirty="0">
                <a:solidFill>
                  <a:schemeClr val="tx1"/>
                </a:solidFill>
              </a:rPr>
              <a:t>Predictors: observable/controllable</a:t>
            </a:r>
          </a:p>
          <a:p>
            <a:pPr lvl="1" algn="just"/>
            <a:r>
              <a:rPr lang="en-US" sz="2000" dirty="0">
                <a:solidFill>
                  <a:schemeClr val="tx1"/>
                </a:solidFill>
              </a:rPr>
              <a:t>Linkage quantification</a:t>
            </a:r>
          </a:p>
        </p:txBody>
      </p:sp>
      <p:pic>
        <p:nvPicPr>
          <p:cNvPr id="6" name="Picture 5"/>
          <p:cNvPicPr>
            <a:picLocks noChangeAspect="1"/>
          </p:cNvPicPr>
          <p:nvPr/>
        </p:nvPicPr>
        <p:blipFill>
          <a:blip r:embed="rId2"/>
          <a:srcRect l="24550"/>
          <a:stretch/>
        </p:blipFill>
        <p:spPr>
          <a:xfrm>
            <a:off x="5832763" y="3429000"/>
            <a:ext cx="6096000" cy="2831899"/>
          </a:xfrm>
          <a:prstGeom prst="rect">
            <a:avLst/>
          </a:prstGeom>
        </p:spPr>
      </p:pic>
    </p:spTree>
    <p:extLst>
      <p:ext uri="{BB962C8B-B14F-4D97-AF65-F5344CB8AC3E}">
        <p14:creationId xmlns:p14="http://schemas.microsoft.com/office/powerpoint/2010/main" val="1095414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094" y="343253"/>
            <a:ext cx="11692769" cy="1450757"/>
          </a:xfrm>
        </p:spPr>
        <p:txBody>
          <a:bodyPr/>
          <a:lstStyle/>
          <a:p>
            <a:r>
              <a:rPr lang="en-US" b="1" dirty="0">
                <a:solidFill>
                  <a:schemeClr val="tx1"/>
                </a:solidFill>
              </a:rPr>
              <a:t>MODEL COMPARISON AND INTERCONNECTIONS </a:t>
            </a:r>
          </a:p>
        </p:txBody>
      </p:sp>
      <p:sp>
        <p:nvSpPr>
          <p:cNvPr id="3" name="Content Placeholder 2"/>
          <p:cNvSpPr>
            <a:spLocks noGrp="1"/>
          </p:cNvSpPr>
          <p:nvPr>
            <p:ph idx="1"/>
          </p:nvPr>
        </p:nvSpPr>
        <p:spPr>
          <a:xfrm>
            <a:off x="611670" y="1794010"/>
            <a:ext cx="11029615" cy="4495825"/>
          </a:xfrm>
        </p:spPr>
        <p:txBody>
          <a:bodyPr>
            <a:normAutofit/>
          </a:bodyPr>
          <a:lstStyle/>
          <a:p>
            <a:pPr algn="just"/>
            <a:r>
              <a:rPr lang="en-US" sz="2400" dirty="0">
                <a:solidFill>
                  <a:schemeClr val="tx1"/>
                </a:solidFill>
              </a:rPr>
              <a:t>Different types of quality assessment models and their relations can be compared by looking at their ability to provide useful information, their applicability to different project environments, and their inter-connections.</a:t>
            </a:r>
          </a:p>
          <a:p>
            <a:pPr algn="just"/>
            <a:r>
              <a:rPr lang="en-US" sz="2400" dirty="0">
                <a:solidFill>
                  <a:schemeClr val="tx1"/>
                </a:solidFill>
              </a:rPr>
              <a:t>we can compare the following:  </a:t>
            </a:r>
          </a:p>
          <a:p>
            <a:pPr lvl="1" algn="just"/>
            <a:r>
              <a:rPr lang="en-US" sz="2000" dirty="0">
                <a:solidFill>
                  <a:schemeClr val="tx1"/>
                </a:solidFill>
              </a:rPr>
              <a:t>Usefulness of the modeling results, in terms of how accurate the quality estimates are and the applicability of the models to different environments. </a:t>
            </a:r>
          </a:p>
          <a:p>
            <a:pPr lvl="1" algn="just"/>
            <a:r>
              <a:rPr lang="en-US" sz="2000" dirty="0">
                <a:solidFill>
                  <a:schemeClr val="tx1"/>
                </a:solidFill>
              </a:rPr>
              <a:t>Model inter-connections, which can be examined in two opposite directions: </a:t>
            </a:r>
          </a:p>
          <a:p>
            <a:pPr lvl="2" algn="just"/>
            <a:r>
              <a:rPr lang="en-US" sz="1600" dirty="0">
                <a:solidFill>
                  <a:schemeClr val="tx1"/>
                </a:solidFill>
              </a:rPr>
              <a:t>Customization of generalized quality models to provide better quality estimates  when product-specific information is available. </a:t>
            </a:r>
          </a:p>
          <a:p>
            <a:pPr lvl="2" algn="just"/>
            <a:r>
              <a:rPr lang="en-US" sz="1600" dirty="0">
                <a:solidFill>
                  <a:schemeClr val="tx1"/>
                </a:solidFill>
              </a:rPr>
              <a:t>Generalization of product-specific models when enough empirical evidence from different products or projects is accumulated. </a:t>
            </a:r>
          </a:p>
        </p:txBody>
      </p:sp>
    </p:spTree>
    <p:extLst>
      <p:ext uri="{BB962C8B-B14F-4D97-AF65-F5344CB8AC3E}">
        <p14:creationId xmlns:p14="http://schemas.microsoft.com/office/powerpoint/2010/main" val="1401418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440" y="295149"/>
            <a:ext cx="10468999" cy="1450757"/>
          </a:xfrm>
        </p:spPr>
        <p:txBody>
          <a:bodyPr/>
          <a:lstStyle/>
          <a:p>
            <a:r>
              <a:rPr lang="en-US" b="1" dirty="0">
                <a:solidFill>
                  <a:schemeClr val="tx1"/>
                </a:solidFill>
              </a:rPr>
              <a:t>Summary of quality assessment models and their applications </a:t>
            </a:r>
          </a:p>
        </p:txBody>
      </p:sp>
      <p:pic>
        <p:nvPicPr>
          <p:cNvPr id="6" name="Content Placeholder 5"/>
          <p:cNvPicPr>
            <a:picLocks noGrp="1" noChangeAspect="1"/>
          </p:cNvPicPr>
          <p:nvPr>
            <p:ph idx="1"/>
          </p:nvPr>
        </p:nvPicPr>
        <p:blipFill>
          <a:blip r:embed="rId2"/>
          <a:stretch>
            <a:fillRect/>
          </a:stretch>
        </p:blipFill>
        <p:spPr>
          <a:xfrm>
            <a:off x="5432707" y="2158701"/>
            <a:ext cx="5986732" cy="3570919"/>
          </a:xfrm>
          <a:prstGeom prst="rect">
            <a:avLst/>
          </a:prstGeom>
        </p:spPr>
      </p:pic>
      <p:sp>
        <p:nvSpPr>
          <p:cNvPr id="7" name="Rectangle 6"/>
          <p:cNvSpPr/>
          <p:nvPr/>
        </p:nvSpPr>
        <p:spPr>
          <a:xfrm>
            <a:off x="1379098" y="1876688"/>
            <a:ext cx="3968151" cy="2862322"/>
          </a:xfrm>
          <a:prstGeom prst="rect">
            <a:avLst/>
          </a:prstGeom>
        </p:spPr>
        <p:txBody>
          <a:bodyPr wrap="square">
            <a:spAutoFit/>
          </a:bodyPr>
          <a:lstStyle/>
          <a:p>
            <a:pPr algn="just"/>
            <a:r>
              <a:rPr lang="en-US" sz="2000" dirty="0"/>
              <a:t>The usefulness of a model mainly depends on two factors: </a:t>
            </a:r>
          </a:p>
          <a:p>
            <a:pPr marL="285750" indent="-285750" algn="just">
              <a:buFont typeface="Arial" panose="020B0604020202020204" pitchFamily="34" charset="0"/>
              <a:buChar char="•"/>
            </a:pPr>
            <a:r>
              <a:rPr lang="en-US" sz="2000" dirty="0"/>
              <a:t>Is it applicable to the specific development environment and the specific product under development or maintenance? </a:t>
            </a:r>
          </a:p>
          <a:p>
            <a:pPr algn="just"/>
            <a:endParaRPr lang="en-US" sz="2000" dirty="0"/>
          </a:p>
          <a:p>
            <a:pPr marL="285750" indent="-285750" algn="just">
              <a:buFont typeface="Arial" panose="020B0604020202020204" pitchFamily="34" charset="0"/>
              <a:buChar char="•"/>
            </a:pPr>
            <a:r>
              <a:rPr lang="en-US" sz="2000" dirty="0"/>
              <a:t>If so, how accurate the model is in its quality estimates? </a:t>
            </a:r>
          </a:p>
        </p:txBody>
      </p:sp>
    </p:spTree>
    <p:extLst>
      <p:ext uri="{BB962C8B-B14F-4D97-AF65-F5344CB8AC3E}">
        <p14:creationId xmlns:p14="http://schemas.microsoft.com/office/powerpoint/2010/main" val="3441199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469" y="263527"/>
            <a:ext cx="11724830" cy="1450757"/>
          </a:xfrm>
        </p:spPr>
        <p:txBody>
          <a:bodyPr/>
          <a:lstStyle/>
          <a:p>
            <a:r>
              <a:rPr lang="en-US" b="1" dirty="0">
                <a:solidFill>
                  <a:schemeClr val="tx1"/>
                </a:solidFill>
              </a:rPr>
              <a:t>MODEL COMPARISON AND INTERCONNECTIONS </a:t>
            </a:r>
          </a:p>
        </p:txBody>
      </p:sp>
      <p:sp>
        <p:nvSpPr>
          <p:cNvPr id="3" name="Content Placeholder 2"/>
          <p:cNvSpPr>
            <a:spLocks noGrp="1"/>
          </p:cNvSpPr>
          <p:nvPr>
            <p:ph idx="1"/>
          </p:nvPr>
        </p:nvSpPr>
        <p:spPr>
          <a:xfrm>
            <a:off x="1154083" y="1828642"/>
            <a:ext cx="10058400" cy="4023360"/>
          </a:xfrm>
        </p:spPr>
        <p:txBody>
          <a:bodyPr>
            <a:normAutofit/>
          </a:bodyPr>
          <a:lstStyle/>
          <a:p>
            <a:pPr algn="just">
              <a:buFont typeface="Arial" panose="020B0604020202020204" pitchFamily="34" charset="0"/>
              <a:buChar char="•"/>
            </a:pPr>
            <a:r>
              <a:rPr lang="en-US" dirty="0">
                <a:solidFill>
                  <a:schemeClr val="tx1"/>
                </a:solidFill>
              </a:rPr>
              <a:t>This usefulness can be weighted against its cost, in particular, the cost of collecting the required measurement data, which is typically the dominant part of the modeling cost.</a:t>
            </a:r>
          </a:p>
          <a:p>
            <a:pPr algn="just">
              <a:buFont typeface="Arial" panose="020B0604020202020204" pitchFamily="34" charset="0"/>
              <a:buChar char="•"/>
            </a:pPr>
            <a:r>
              <a:rPr lang="en-US" dirty="0">
                <a:solidFill>
                  <a:schemeClr val="tx1"/>
                </a:solidFill>
              </a:rPr>
              <a:t>Generalized models provide rough quality estimates based on empirical data from industry. </a:t>
            </a:r>
          </a:p>
          <a:p>
            <a:pPr algn="just">
              <a:buFont typeface="Arial" panose="020B0604020202020204" pitchFamily="34" charset="0"/>
              <a:buChar char="•"/>
            </a:pPr>
            <a:r>
              <a:rPr lang="en-US" dirty="0">
                <a:solidFill>
                  <a:schemeClr val="tx1"/>
                </a:solidFill>
              </a:rPr>
              <a:t>Product-specific models provide more precise quality assessments using product-specific measurements. </a:t>
            </a:r>
          </a:p>
          <a:p>
            <a:pPr algn="just">
              <a:buFont typeface="Arial" panose="020B0604020202020204" pitchFamily="34" charset="0"/>
              <a:buChar char="•"/>
            </a:pPr>
            <a:r>
              <a:rPr lang="en-US" dirty="0">
                <a:solidFill>
                  <a:schemeClr val="tx1"/>
                </a:solidFill>
              </a:rPr>
              <a:t>However, generalized models are more widely applicable and less expensive to use than product-specific models, because they do not require product-specific measurements.</a:t>
            </a:r>
          </a:p>
          <a:p>
            <a:pPr algn="just">
              <a:buFont typeface="Arial" panose="020B0604020202020204" pitchFamily="34" charset="0"/>
              <a:buChar char="•"/>
            </a:pPr>
            <a:r>
              <a:rPr lang="en-US" dirty="0">
                <a:solidFill>
                  <a:schemeClr val="tx1"/>
                </a:solidFill>
              </a:rPr>
              <a:t>Consequently, generalized models may be more useful in the product planning stage, and in the early phases of product development, when most product-specific data are unavailable.</a:t>
            </a:r>
          </a:p>
        </p:txBody>
      </p:sp>
    </p:spTree>
    <p:extLst>
      <p:ext uri="{BB962C8B-B14F-4D97-AF65-F5344CB8AC3E}">
        <p14:creationId xmlns:p14="http://schemas.microsoft.com/office/powerpoint/2010/main" val="1635886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MODEL COMPARISON AND INTERCONNECTIONS </a:t>
            </a:r>
          </a:p>
        </p:txBody>
      </p:sp>
      <p:sp>
        <p:nvSpPr>
          <p:cNvPr id="3" name="Content Placeholder 2"/>
          <p:cNvSpPr>
            <a:spLocks noGrp="1"/>
          </p:cNvSpPr>
          <p:nvPr>
            <p:ph idx="1"/>
          </p:nvPr>
        </p:nvSpPr>
        <p:spPr/>
        <p:txBody>
          <a:bodyPr>
            <a:normAutofit/>
          </a:bodyPr>
          <a:lstStyle/>
          <a:p>
            <a:pPr algn="just"/>
            <a:r>
              <a:rPr lang="en-US" sz="2400" dirty="0">
                <a:solidFill>
                  <a:schemeClr val="tx1"/>
                </a:solidFill>
              </a:rPr>
              <a:t>One exception to this general rule is when there exist historical data for the previous releases of the current product. Semi-customized models can be used to provide better estimates under this situation.</a:t>
            </a:r>
          </a:p>
          <a:p>
            <a:pPr algn="just"/>
            <a:endParaRPr lang="en-US" sz="2400" dirty="0">
              <a:solidFill>
                <a:schemeClr val="tx1"/>
              </a:solidFill>
            </a:endParaRPr>
          </a:p>
          <a:p>
            <a:pPr algn="just"/>
            <a:r>
              <a:rPr lang="en-US" sz="2400" dirty="0">
                <a:solidFill>
                  <a:schemeClr val="tx1"/>
                </a:solidFill>
              </a:rPr>
              <a:t>As development or maintenance activities progress, more measurement data can be collected and various detailed quality models in the category of product-specific models, such as observation-based models and measurement-based predictive models, can be used to better manage the QA activities as well as the overall software development or maintenance processes. </a:t>
            </a:r>
          </a:p>
        </p:txBody>
      </p:sp>
    </p:spTree>
    <p:extLst>
      <p:ext uri="{BB962C8B-B14F-4D97-AF65-F5344CB8AC3E}">
        <p14:creationId xmlns:p14="http://schemas.microsoft.com/office/powerpoint/2010/main" val="1860863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3273" y="373746"/>
            <a:ext cx="10058400" cy="606608"/>
          </a:xfrm>
        </p:spPr>
        <p:txBody>
          <a:bodyPr>
            <a:normAutofit fontScale="90000"/>
          </a:bodyPr>
          <a:lstStyle/>
          <a:p>
            <a:r>
              <a:rPr lang="en-US" b="1" dirty="0">
                <a:solidFill>
                  <a:schemeClr val="tx1"/>
                </a:solidFill>
              </a:rPr>
              <a:t>Software Testing Metrics</a:t>
            </a:r>
            <a:endParaRPr lang="en-US" dirty="0">
              <a:solidFill>
                <a:schemeClr val="tx1"/>
              </a:solidFill>
            </a:endParaRPr>
          </a:p>
        </p:txBody>
      </p:sp>
      <p:sp>
        <p:nvSpPr>
          <p:cNvPr id="3" name="Content Placeholder 2"/>
          <p:cNvSpPr>
            <a:spLocks noGrp="1"/>
          </p:cNvSpPr>
          <p:nvPr>
            <p:ph idx="4294967295"/>
          </p:nvPr>
        </p:nvSpPr>
        <p:spPr>
          <a:xfrm>
            <a:off x="373999" y="1121847"/>
            <a:ext cx="11166908" cy="4267447"/>
          </a:xfrm>
        </p:spPr>
        <p:txBody>
          <a:bodyPr>
            <a:normAutofit/>
          </a:bodyPr>
          <a:lstStyle/>
          <a:p>
            <a:pPr algn="just"/>
            <a:r>
              <a:rPr lang="en-US" sz="2400" b="1" dirty="0">
                <a:solidFill>
                  <a:schemeClr val="tx1"/>
                </a:solidFill>
              </a:rPr>
              <a:t>Software Testing Metrics</a:t>
            </a:r>
            <a:r>
              <a:rPr lang="en-US" sz="2400" dirty="0">
                <a:solidFill>
                  <a:schemeClr val="tx1"/>
                </a:solidFill>
              </a:rPr>
              <a:t> are the quantitative measures used to estimate the progress, quality, productivity and health of the software testing process.</a:t>
            </a:r>
          </a:p>
          <a:p>
            <a:pPr algn="just"/>
            <a:r>
              <a:rPr lang="en-US" sz="2400" dirty="0">
                <a:solidFill>
                  <a:schemeClr val="tx1"/>
                </a:solidFill>
              </a:rPr>
              <a:t>Metric defines in quantitative terms the degree to which a system, system component, or process possesses a given attribute. E.g. Total number of defects</a:t>
            </a:r>
          </a:p>
          <a:p>
            <a:pPr algn="just">
              <a:defRPr/>
            </a:pPr>
            <a:r>
              <a:rPr lang="en-US" b="1" dirty="0">
                <a:solidFill>
                  <a:schemeClr val="tx1"/>
                </a:solidFill>
              </a:rPr>
              <a:t>Product Metrics </a:t>
            </a:r>
            <a:r>
              <a:rPr lang="en-US" dirty="0">
                <a:solidFill>
                  <a:schemeClr val="tx1"/>
                </a:solidFill>
              </a:rPr>
              <a:t>– </a:t>
            </a:r>
            <a:r>
              <a:rPr lang="en-US" sz="2400" dirty="0">
                <a:solidFill>
                  <a:schemeClr val="tx1"/>
                </a:solidFill>
              </a:rPr>
              <a:t>describe the characteristics of product e.g., size, complexity, design features, performance, quality level.</a:t>
            </a:r>
          </a:p>
          <a:p>
            <a:pPr algn="just">
              <a:defRPr/>
            </a:pPr>
            <a:r>
              <a:rPr lang="en-US" b="1" dirty="0">
                <a:solidFill>
                  <a:schemeClr val="tx1"/>
                </a:solidFill>
              </a:rPr>
              <a:t>Process Metrics </a:t>
            </a:r>
            <a:r>
              <a:rPr lang="en-US" dirty="0">
                <a:solidFill>
                  <a:schemeClr val="tx1"/>
                </a:solidFill>
              </a:rPr>
              <a:t>– </a:t>
            </a:r>
            <a:r>
              <a:rPr lang="en-US" sz="2400" dirty="0">
                <a:solidFill>
                  <a:schemeClr val="tx1"/>
                </a:solidFill>
              </a:rPr>
              <a:t>used for improving software development/maintenance process e.g., effectiveness of defect removal, response time of the fix process.</a:t>
            </a:r>
          </a:p>
          <a:p>
            <a:pPr algn="just">
              <a:defRPr/>
            </a:pPr>
            <a:r>
              <a:rPr lang="en-US" b="1" dirty="0">
                <a:solidFill>
                  <a:schemeClr val="tx1"/>
                </a:solidFill>
              </a:rPr>
              <a:t>Project Metrics </a:t>
            </a:r>
            <a:r>
              <a:rPr lang="en-US" dirty="0">
                <a:solidFill>
                  <a:schemeClr val="tx1"/>
                </a:solidFill>
              </a:rPr>
              <a:t>– </a:t>
            </a:r>
            <a:r>
              <a:rPr lang="en-US" sz="2400" dirty="0">
                <a:solidFill>
                  <a:schemeClr val="tx1"/>
                </a:solidFill>
              </a:rPr>
              <a:t>describe the project characteristics and execution e.g., number of software developers, cost, schedule, productivity.</a:t>
            </a:r>
          </a:p>
          <a:p>
            <a:pPr algn="just"/>
            <a:endParaRPr lang="en-US" sz="2400" dirty="0">
              <a:solidFill>
                <a:schemeClr val="tx1"/>
              </a:solidFill>
            </a:endParaRPr>
          </a:p>
          <a:p>
            <a:pPr algn="just"/>
            <a:endParaRPr lang="en-US" sz="2400" dirty="0">
              <a:solidFill>
                <a:schemeClr val="tx1"/>
              </a:solidFill>
            </a:endParaRPr>
          </a:p>
        </p:txBody>
      </p:sp>
      <p:pic>
        <p:nvPicPr>
          <p:cNvPr id="6" name="Picture 5"/>
          <p:cNvPicPr>
            <a:picLocks noChangeAspect="1"/>
          </p:cNvPicPr>
          <p:nvPr/>
        </p:nvPicPr>
        <p:blipFill>
          <a:blip r:embed="rId2"/>
          <a:stretch>
            <a:fillRect/>
          </a:stretch>
        </p:blipFill>
        <p:spPr>
          <a:xfrm>
            <a:off x="7722251" y="4873511"/>
            <a:ext cx="4095750" cy="1725283"/>
          </a:xfrm>
          <a:prstGeom prst="rect">
            <a:avLst/>
          </a:prstGeom>
        </p:spPr>
      </p:pic>
      <p:sp>
        <p:nvSpPr>
          <p:cNvPr id="5" name="Content Placeholder 2">
            <a:extLst>
              <a:ext uri="{FF2B5EF4-FFF2-40B4-BE49-F238E27FC236}">
                <a16:creationId xmlns:a16="http://schemas.microsoft.com/office/drawing/2014/main" id="{A4EF1F36-6166-5FB0-3FC8-E1A3045A1BA7}"/>
              </a:ext>
            </a:extLst>
          </p:cNvPr>
          <p:cNvSpPr txBox="1">
            <a:spLocks/>
          </p:cNvSpPr>
          <p:nvPr/>
        </p:nvSpPr>
        <p:spPr>
          <a:xfrm>
            <a:off x="443273" y="2857500"/>
            <a:ext cx="11028361" cy="44958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defRPr/>
            </a:pPr>
            <a:endParaRPr lang="en-US" sz="2700" dirty="0"/>
          </a:p>
        </p:txBody>
      </p:sp>
    </p:spTree>
    <p:extLst>
      <p:ext uri="{BB962C8B-B14F-4D97-AF65-F5344CB8AC3E}">
        <p14:creationId xmlns:p14="http://schemas.microsoft.com/office/powerpoint/2010/main" val="353096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318050" y="3429000"/>
            <a:ext cx="4791342" cy="860425"/>
          </a:xfrm>
        </p:spPr>
        <p:txBody>
          <a:bodyPr>
            <a:normAutofit fontScale="90000"/>
          </a:bodyPr>
          <a:lstStyle/>
          <a:p>
            <a:r>
              <a:rPr lang="en-US" b="1" dirty="0">
                <a:solidFill>
                  <a:schemeClr val="tx1"/>
                </a:solidFill>
              </a:rPr>
              <a:t>Test Metrics Glossary</a:t>
            </a:r>
            <a:endParaRPr lang="en-US" dirty="0">
              <a:solidFill>
                <a:schemeClr val="tx1"/>
              </a:solidFill>
            </a:endParaRPr>
          </a:p>
        </p:txBody>
      </p:sp>
      <p:sp>
        <p:nvSpPr>
          <p:cNvPr id="3" name="Content Placeholder 2"/>
          <p:cNvSpPr>
            <a:spLocks noGrp="1"/>
          </p:cNvSpPr>
          <p:nvPr>
            <p:ph idx="4294967295"/>
          </p:nvPr>
        </p:nvSpPr>
        <p:spPr>
          <a:xfrm>
            <a:off x="279162" y="334295"/>
            <a:ext cx="11481318" cy="5651500"/>
          </a:xfrm>
        </p:spPr>
        <p:txBody>
          <a:bodyPr>
            <a:normAutofit lnSpcReduction="10000"/>
          </a:bodyPr>
          <a:lstStyle/>
          <a:p>
            <a:r>
              <a:rPr lang="en-US" sz="1200" b="1" dirty="0">
                <a:solidFill>
                  <a:schemeClr val="tx1"/>
                </a:solidFill>
              </a:rPr>
              <a:t>Rework Effort Ratio = </a:t>
            </a:r>
            <a:r>
              <a:rPr lang="en-US" sz="1200" dirty="0">
                <a:solidFill>
                  <a:schemeClr val="tx1"/>
                </a:solidFill>
              </a:rPr>
              <a:t>(Actual rework efforts spent in that phase/ total actual efforts spent in that phase) X 100</a:t>
            </a:r>
          </a:p>
          <a:p>
            <a:r>
              <a:rPr lang="en-US" sz="1200" b="1" dirty="0">
                <a:solidFill>
                  <a:schemeClr val="tx1"/>
                </a:solidFill>
              </a:rPr>
              <a:t>Requirement Creep = </a:t>
            </a:r>
            <a:r>
              <a:rPr lang="en-US" sz="1200" dirty="0">
                <a:solidFill>
                  <a:schemeClr val="tx1"/>
                </a:solidFill>
              </a:rPr>
              <a:t>( Total number of requirements added/No of initial requirements)X100</a:t>
            </a:r>
          </a:p>
          <a:p>
            <a:r>
              <a:rPr lang="en-US" sz="1200" b="1" dirty="0">
                <a:solidFill>
                  <a:schemeClr val="tx1"/>
                </a:solidFill>
              </a:rPr>
              <a:t>Schedule Variance =</a:t>
            </a:r>
            <a:r>
              <a:rPr lang="en-US" sz="1200" dirty="0">
                <a:solidFill>
                  <a:schemeClr val="tx1"/>
                </a:solidFill>
              </a:rPr>
              <a:t> (Actual Date of Delivery – Planned Date of Delivery)</a:t>
            </a:r>
          </a:p>
          <a:p>
            <a:r>
              <a:rPr lang="en-US" sz="1200" b="1" dirty="0">
                <a:solidFill>
                  <a:schemeClr val="tx1"/>
                </a:solidFill>
              </a:rPr>
              <a:t>Cost of finding a defect in testing =</a:t>
            </a:r>
            <a:r>
              <a:rPr lang="en-US" sz="1200" dirty="0">
                <a:solidFill>
                  <a:schemeClr val="tx1"/>
                </a:solidFill>
              </a:rPr>
              <a:t> ( Total effort spent on testing/ defects found in testing)</a:t>
            </a:r>
          </a:p>
          <a:p>
            <a:r>
              <a:rPr lang="en-US" sz="1200" b="1" dirty="0">
                <a:solidFill>
                  <a:schemeClr val="tx1"/>
                </a:solidFill>
              </a:rPr>
              <a:t>Schedule slippage = </a:t>
            </a:r>
            <a:r>
              <a:rPr lang="en-US" sz="1200" dirty="0">
                <a:solidFill>
                  <a:schemeClr val="tx1"/>
                </a:solidFill>
              </a:rPr>
              <a:t>(Actual end date – Estimated end date) / (Planned End Date – Planned Start Date) X 100</a:t>
            </a:r>
          </a:p>
          <a:p>
            <a:r>
              <a:rPr lang="en-US" sz="1200" b="1" dirty="0">
                <a:solidFill>
                  <a:schemeClr val="tx1"/>
                </a:solidFill>
              </a:rPr>
              <a:t>Passed Test Cases Percentage</a:t>
            </a:r>
            <a:r>
              <a:rPr lang="en-US" sz="1200" dirty="0">
                <a:solidFill>
                  <a:schemeClr val="tx1"/>
                </a:solidFill>
              </a:rPr>
              <a:t> = (Number of Passed Tests/Total number of tests executed) X 100</a:t>
            </a:r>
          </a:p>
          <a:p>
            <a:r>
              <a:rPr lang="en-US" sz="1200" b="1" dirty="0">
                <a:solidFill>
                  <a:schemeClr val="tx1"/>
                </a:solidFill>
              </a:rPr>
              <a:t>Failed Test Cases Percentage</a:t>
            </a:r>
            <a:r>
              <a:rPr lang="en-US" sz="1200" dirty="0">
                <a:solidFill>
                  <a:schemeClr val="tx1"/>
                </a:solidFill>
              </a:rPr>
              <a:t> = (Number of Failed Tests/Total number of tests executed) X 100</a:t>
            </a:r>
          </a:p>
          <a:p>
            <a:r>
              <a:rPr lang="en-US" sz="1200" b="1" dirty="0">
                <a:solidFill>
                  <a:schemeClr val="tx1"/>
                </a:solidFill>
              </a:rPr>
              <a:t>Blocked Test Cases Percentage</a:t>
            </a:r>
            <a:r>
              <a:rPr lang="en-US" sz="1200" dirty="0">
                <a:solidFill>
                  <a:schemeClr val="tx1"/>
                </a:solidFill>
              </a:rPr>
              <a:t> = (Number of Blocked Tests/Total number of tests executed) X 100</a:t>
            </a:r>
          </a:p>
          <a:p>
            <a:r>
              <a:rPr lang="en-US" sz="1200" b="1" dirty="0">
                <a:solidFill>
                  <a:schemeClr val="tx1"/>
                </a:solidFill>
              </a:rPr>
              <a:t>Fixed Defects Percentage</a:t>
            </a:r>
            <a:r>
              <a:rPr lang="en-US" sz="1200" dirty="0">
                <a:solidFill>
                  <a:schemeClr val="tx1"/>
                </a:solidFill>
              </a:rPr>
              <a:t> = (Defects Fixed/Defects Reported) X 100</a:t>
            </a:r>
          </a:p>
          <a:p>
            <a:r>
              <a:rPr lang="en-US" sz="1200" b="1" dirty="0">
                <a:solidFill>
                  <a:schemeClr val="tx1"/>
                </a:solidFill>
              </a:rPr>
              <a:t>Accepted Defects Percentage</a:t>
            </a:r>
            <a:r>
              <a:rPr lang="en-US" sz="1200" dirty="0">
                <a:solidFill>
                  <a:schemeClr val="tx1"/>
                </a:solidFill>
              </a:rPr>
              <a:t> = (Defects Accepted as Valid by Dev Team /Total Defects Reported) X 100</a:t>
            </a:r>
          </a:p>
          <a:p>
            <a:r>
              <a:rPr lang="en-US" sz="1200" b="1" dirty="0">
                <a:solidFill>
                  <a:schemeClr val="tx1"/>
                </a:solidFill>
              </a:rPr>
              <a:t>Defects Deferred Percentage</a:t>
            </a:r>
            <a:r>
              <a:rPr lang="en-US" sz="1200" dirty="0">
                <a:solidFill>
                  <a:schemeClr val="tx1"/>
                </a:solidFill>
              </a:rPr>
              <a:t> = (Defects deferred for future releases /Total Defects Reported) X 100</a:t>
            </a:r>
          </a:p>
          <a:p>
            <a:r>
              <a:rPr lang="en-US" sz="1200" b="1" dirty="0">
                <a:solidFill>
                  <a:schemeClr val="tx1"/>
                </a:solidFill>
              </a:rPr>
              <a:t>Critical Defects Percentage</a:t>
            </a:r>
            <a:r>
              <a:rPr lang="en-US" sz="1200" dirty="0">
                <a:solidFill>
                  <a:schemeClr val="tx1"/>
                </a:solidFill>
              </a:rPr>
              <a:t> = (Critical Defects / Total Defects Reported) X 100</a:t>
            </a:r>
          </a:p>
          <a:p>
            <a:r>
              <a:rPr lang="en-US" sz="1200" b="1" dirty="0">
                <a:solidFill>
                  <a:schemeClr val="tx1"/>
                </a:solidFill>
              </a:rPr>
              <a:t>Average time for a development team to repair defects</a:t>
            </a:r>
            <a:r>
              <a:rPr lang="en-US" sz="1200" dirty="0">
                <a:solidFill>
                  <a:schemeClr val="tx1"/>
                </a:solidFill>
              </a:rPr>
              <a:t> = (Total time taken for </a:t>
            </a:r>
            <a:r>
              <a:rPr lang="en-US" sz="1200" dirty="0" err="1">
                <a:solidFill>
                  <a:schemeClr val="tx1"/>
                </a:solidFill>
              </a:rPr>
              <a:t>bugfixes</a:t>
            </a:r>
            <a:r>
              <a:rPr lang="en-US" sz="1200" dirty="0">
                <a:solidFill>
                  <a:schemeClr val="tx1"/>
                </a:solidFill>
              </a:rPr>
              <a:t>/Number of bugs)</a:t>
            </a:r>
          </a:p>
          <a:p>
            <a:r>
              <a:rPr lang="en-US" sz="1200" b="1" dirty="0">
                <a:solidFill>
                  <a:schemeClr val="tx1"/>
                </a:solidFill>
              </a:rPr>
              <a:t>Number of tests run per time period</a:t>
            </a:r>
            <a:r>
              <a:rPr lang="en-US" sz="1200" dirty="0">
                <a:solidFill>
                  <a:schemeClr val="tx1"/>
                </a:solidFill>
              </a:rPr>
              <a:t> = Number of tests run/Total time</a:t>
            </a:r>
          </a:p>
          <a:p>
            <a:r>
              <a:rPr lang="en-US" sz="1200" b="1" dirty="0">
                <a:solidFill>
                  <a:schemeClr val="tx1"/>
                </a:solidFill>
              </a:rPr>
              <a:t>Test design efficiency</a:t>
            </a:r>
            <a:r>
              <a:rPr lang="en-US" sz="1200" dirty="0">
                <a:solidFill>
                  <a:schemeClr val="tx1"/>
                </a:solidFill>
              </a:rPr>
              <a:t> = Number of tests designed /Total time</a:t>
            </a:r>
          </a:p>
          <a:p>
            <a:r>
              <a:rPr lang="en-US" sz="1200" b="1" dirty="0">
                <a:solidFill>
                  <a:schemeClr val="tx1"/>
                </a:solidFill>
              </a:rPr>
              <a:t>Test review efficiency</a:t>
            </a:r>
            <a:r>
              <a:rPr lang="en-US" sz="1200" dirty="0">
                <a:solidFill>
                  <a:schemeClr val="tx1"/>
                </a:solidFill>
              </a:rPr>
              <a:t> = Number of tests reviewed /Total time</a:t>
            </a:r>
          </a:p>
          <a:p>
            <a:r>
              <a:rPr lang="en-US" sz="1200" b="1" dirty="0">
                <a:solidFill>
                  <a:schemeClr val="tx1"/>
                </a:solidFill>
              </a:rPr>
              <a:t>Bug find rote or Number of defects per test hour</a:t>
            </a:r>
            <a:r>
              <a:rPr lang="en-US" sz="1200" dirty="0">
                <a:solidFill>
                  <a:schemeClr val="tx1"/>
                </a:solidFill>
              </a:rPr>
              <a:t> = Total number of defects/Total number of test hours</a:t>
            </a:r>
          </a:p>
          <a:p>
            <a:endParaRPr lang="en-US" sz="1200" dirty="0">
              <a:solidFill>
                <a:schemeClr val="tx1"/>
              </a:solidFill>
            </a:endParaRPr>
          </a:p>
        </p:txBody>
      </p:sp>
    </p:spTree>
    <p:extLst>
      <p:ext uri="{BB962C8B-B14F-4D97-AF65-F5344CB8AC3E}">
        <p14:creationId xmlns:p14="http://schemas.microsoft.com/office/powerpoint/2010/main" val="3214571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Software Quality Models</a:t>
            </a:r>
          </a:p>
        </p:txBody>
      </p:sp>
      <p:sp>
        <p:nvSpPr>
          <p:cNvPr id="3" name="Content Placeholder 2"/>
          <p:cNvSpPr>
            <a:spLocks noGrp="1"/>
          </p:cNvSpPr>
          <p:nvPr>
            <p:ph idx="1"/>
          </p:nvPr>
        </p:nvSpPr>
        <p:spPr>
          <a:xfrm>
            <a:off x="592547" y="1737360"/>
            <a:ext cx="11006905" cy="4720799"/>
          </a:xfrm>
        </p:spPr>
        <p:txBody>
          <a:bodyPr>
            <a:normAutofit/>
          </a:bodyPr>
          <a:lstStyle/>
          <a:p>
            <a:pPr marL="496062" indent="-285750" algn="l" rtl="0" latinLnBrk="0">
              <a:spcBef>
                <a:spcPts val="360"/>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Software Quality Models are a standardized way of measuring a software product.</a:t>
            </a:r>
            <a:endParaRPr lang="en-US" sz="1600" b="0" i="0" dirty="0">
              <a:solidFill>
                <a:schemeClr val="tx1"/>
              </a:solidFill>
              <a:effectLst/>
              <a:latin typeface="Arial" panose="020B0604020202020204" pitchFamily="34" charset="0"/>
            </a:endParaRPr>
          </a:p>
          <a:p>
            <a:pPr marL="496062" indent="-285750" algn="l" rtl="0" latinLnBrk="0">
              <a:spcBef>
                <a:spcPts val="360"/>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With the increasing trend in the software industry, new applications are planned and developed everyday.</a:t>
            </a:r>
            <a:endParaRPr lang="en-US" sz="1600" b="0" i="0" dirty="0">
              <a:solidFill>
                <a:schemeClr val="tx1"/>
              </a:solidFill>
              <a:effectLst/>
              <a:latin typeface="Arial" panose="020B0604020202020204" pitchFamily="34" charset="0"/>
            </a:endParaRPr>
          </a:p>
          <a:p>
            <a:pPr marL="496062" indent="-285750" algn="l" rtl="0" latinLnBrk="0">
              <a:spcBef>
                <a:spcPts val="360"/>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This eventually gives rise to the need for reassuring that the product so built meets at least the expected standards.</a:t>
            </a:r>
            <a:endParaRPr lang="en-US" sz="1600" b="0" i="0" dirty="0">
              <a:solidFill>
                <a:schemeClr val="tx1"/>
              </a:solidFill>
              <a:effectLst/>
              <a:latin typeface="Arial" panose="020B0604020202020204" pitchFamily="34" charset="0"/>
            </a:endParaRPr>
          </a:p>
          <a:p>
            <a:pPr marL="496062" indent="-285750" algn="l" rtl="0" latinLnBrk="0">
              <a:spcBef>
                <a:spcPts val="360"/>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During this course, we have discussed some of the following main categories of software quality models:</a:t>
            </a:r>
            <a:endParaRPr lang="en-US" sz="1600" b="0" i="0" dirty="0">
              <a:solidFill>
                <a:schemeClr val="tx1"/>
              </a:solidFill>
              <a:effectLst/>
              <a:latin typeface="Arial" panose="020B0604020202020204" pitchFamily="34" charset="0"/>
            </a:endParaRPr>
          </a:p>
          <a:p>
            <a:pPr marL="496062" indent="-285750" algn="l" rtl="0" latinLnBrk="0">
              <a:spcBef>
                <a:spcPts val="360"/>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Quality Definition Models:</a:t>
            </a:r>
            <a:endParaRPr lang="en-US" sz="1600" b="0" i="0" dirty="0">
              <a:solidFill>
                <a:schemeClr val="tx1"/>
              </a:solidFill>
              <a:effectLst/>
              <a:latin typeface="Arial" panose="020B0604020202020204" pitchFamily="34" charset="0"/>
            </a:endParaRPr>
          </a:p>
          <a:p>
            <a:pPr marL="825246" indent="-285750" algn="l" rtl="0" latinLnBrk="0">
              <a:spcBef>
                <a:spcPts val="336"/>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McCall</a:t>
            </a:r>
            <a:endParaRPr lang="en-US" sz="1600" b="0" i="0" dirty="0">
              <a:solidFill>
                <a:schemeClr val="tx1"/>
              </a:solidFill>
              <a:effectLst/>
              <a:latin typeface="Arial" panose="020B0604020202020204" pitchFamily="34" charset="0"/>
            </a:endParaRPr>
          </a:p>
          <a:p>
            <a:pPr marL="825246" indent="-285750" algn="l" rtl="0" latinLnBrk="0">
              <a:spcBef>
                <a:spcPts val="336"/>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FURPS</a:t>
            </a:r>
            <a:endParaRPr lang="en-US" sz="1600" b="0" i="0" dirty="0">
              <a:solidFill>
                <a:schemeClr val="tx1"/>
              </a:solidFill>
              <a:effectLst/>
              <a:latin typeface="Arial" panose="020B0604020202020204" pitchFamily="34" charset="0"/>
            </a:endParaRPr>
          </a:p>
          <a:p>
            <a:pPr marL="825246" indent="-285750" algn="l" rtl="0" latinLnBrk="0">
              <a:spcBef>
                <a:spcPts val="336"/>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ISO 9126</a:t>
            </a:r>
            <a:endParaRPr lang="en-US" sz="1600" b="0" i="0" dirty="0">
              <a:solidFill>
                <a:schemeClr val="tx1"/>
              </a:solidFill>
              <a:effectLst/>
              <a:latin typeface="Arial" panose="020B0604020202020204" pitchFamily="34" charset="0"/>
            </a:endParaRPr>
          </a:p>
          <a:p>
            <a:pPr marL="825246" indent="-285750" algn="l" rtl="0" latinLnBrk="0">
              <a:spcBef>
                <a:spcPts val="336"/>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GQM</a:t>
            </a:r>
            <a:endParaRPr lang="en-US" sz="1600" b="0" i="0" dirty="0">
              <a:solidFill>
                <a:schemeClr val="tx1"/>
              </a:solidFill>
              <a:effectLst/>
              <a:latin typeface="Arial" panose="020B0604020202020204" pitchFamily="34" charset="0"/>
            </a:endParaRPr>
          </a:p>
          <a:p>
            <a:pPr marL="825246" indent="-285750" algn="l" rtl="0" latinLnBrk="0">
              <a:spcBef>
                <a:spcPts val="336"/>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CMMI</a:t>
            </a:r>
            <a:endParaRPr lang="en-US" sz="1600" b="0" i="0" dirty="0">
              <a:solidFill>
                <a:schemeClr val="tx1"/>
              </a:solidFill>
              <a:effectLst/>
              <a:latin typeface="Arial" panose="020B0604020202020204" pitchFamily="34" charset="0"/>
            </a:endParaRPr>
          </a:p>
          <a:p>
            <a:pPr marL="496062" indent="-285750" algn="l" rtl="0" latinLnBrk="0">
              <a:spcBef>
                <a:spcPts val="360"/>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Your task is to compare the above models and provide a critical analysis based on comparisons.</a:t>
            </a:r>
            <a:endParaRPr lang="en-US" sz="1600" dirty="0">
              <a:solidFill>
                <a:schemeClr val="tx1"/>
              </a:solidFill>
              <a:latin typeface="Arial" panose="020B0604020202020204" pitchFamily="34" charset="0"/>
            </a:endParaRPr>
          </a:p>
          <a:p>
            <a:pPr marL="496062" indent="-285750" algn="l" rtl="0" latinLnBrk="0">
              <a:spcBef>
                <a:spcPts val="360"/>
              </a:spcBef>
              <a:spcAft>
                <a:spcPts val="600"/>
              </a:spcAft>
              <a:buFont typeface="Arial" panose="020B0604020202020204" pitchFamily="34" charset="0"/>
              <a:buChar char="•"/>
            </a:pPr>
            <a:r>
              <a:rPr lang="en-US" sz="1800" b="0" i="0" dirty="0">
                <a:solidFill>
                  <a:schemeClr val="tx1"/>
                </a:solidFill>
                <a:effectLst/>
                <a:latin typeface="Gill Sans MT" panose="020B0502020104020203" pitchFamily="34" charset="0"/>
              </a:rPr>
              <a:t>Handwritten submission only.</a:t>
            </a:r>
            <a:endParaRPr lang="en-US" sz="1600" b="0" i="0" dirty="0">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774455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1989</TotalTime>
  <Words>2006</Words>
  <Application>Microsoft Office PowerPoint</Application>
  <PresentationFormat>Widescreen</PresentationFormat>
  <Paragraphs>220</Paragraphs>
  <Slides>23</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ＭＳ Ｐゴシック</vt:lpstr>
      <vt:lpstr>Aptos</vt:lpstr>
      <vt:lpstr>Arial</vt:lpstr>
      <vt:lpstr>Calibri</vt:lpstr>
      <vt:lpstr>Calibri Light</vt:lpstr>
      <vt:lpstr>Gill Sans MT</vt:lpstr>
      <vt:lpstr>Times New Roman</vt:lpstr>
      <vt:lpstr>Wingdings</vt:lpstr>
      <vt:lpstr>Retrospect</vt:lpstr>
      <vt:lpstr> Software Quality Engineering</vt:lpstr>
      <vt:lpstr>Today’s Outline</vt:lpstr>
      <vt:lpstr>Quality measurement</vt:lpstr>
      <vt:lpstr>QA Data and Analysis</vt:lpstr>
      <vt:lpstr>QA Models and Measures</vt:lpstr>
      <vt:lpstr>Quality Analysis </vt:lpstr>
      <vt:lpstr>Quality Models </vt:lpstr>
      <vt:lpstr>MODELS FOR QUALITY ASSESSMENT </vt:lpstr>
      <vt:lpstr>Generalized Models: Overall </vt:lpstr>
      <vt:lpstr>Generalized Models: Overall</vt:lpstr>
      <vt:lpstr>Generalized Models: Segmented</vt:lpstr>
      <vt:lpstr>Generalized Models: Dynamic </vt:lpstr>
      <vt:lpstr>PRODUCT-SPECIFIC MODELS (Psm)</vt:lpstr>
      <vt:lpstr>Semi-customized models </vt:lpstr>
      <vt:lpstr>PSM: Observation-Based </vt:lpstr>
      <vt:lpstr>PSM: Predictive</vt:lpstr>
      <vt:lpstr>MODEL COMPARISON AND INTERCONNECTIONS </vt:lpstr>
      <vt:lpstr>Summary of quality assessment models and their applications </vt:lpstr>
      <vt:lpstr>MODEL COMPARISON AND INTERCONNECTIONS </vt:lpstr>
      <vt:lpstr>MODEL COMPARISON AND INTERCONNECTIONS </vt:lpstr>
      <vt:lpstr>Software Testing Metrics</vt:lpstr>
      <vt:lpstr>Test Metrics Glossary</vt:lpstr>
      <vt:lpstr>Software Quality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55</cp:revision>
  <dcterms:created xsi:type="dcterms:W3CDTF">2024-08-09T06:58:16Z</dcterms:created>
  <dcterms:modified xsi:type="dcterms:W3CDTF">2024-11-29T04:46:49Z</dcterms:modified>
</cp:coreProperties>
</file>