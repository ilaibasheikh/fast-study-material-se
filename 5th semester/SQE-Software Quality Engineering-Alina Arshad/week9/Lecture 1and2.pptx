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8" r:id="rId3"/>
    <p:sldId id="314" r:id="rId4"/>
    <p:sldId id="315" r:id="rId5"/>
    <p:sldId id="324" r:id="rId6"/>
    <p:sldId id="316" r:id="rId7"/>
    <p:sldId id="326" r:id="rId8"/>
    <p:sldId id="317" r:id="rId9"/>
    <p:sldId id="318" r:id="rId10"/>
    <p:sldId id="319" r:id="rId11"/>
    <p:sldId id="325" r:id="rId12"/>
    <p:sldId id="320" r:id="rId13"/>
    <p:sldId id="321" r:id="rId14"/>
    <p:sldId id="322" r:id="rId15"/>
    <p:sldId id="27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5A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EC16EE-C6FC-4FFD-838E-BA7EDCB6100D}" v="2" dt="2024-10-13T14:42:53.1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41" autoAdjust="0"/>
    <p:restoredTop sz="90805" autoAdjust="0"/>
  </p:normalViewPr>
  <p:slideViewPr>
    <p:cSldViewPr snapToGrid="0">
      <p:cViewPr varScale="1">
        <p:scale>
          <a:sx n="70" d="100"/>
          <a:sy n="70" d="100"/>
        </p:scale>
        <p:origin x="7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6D99148A-78EC-44A5-895B-9E6E7F8E190D}"/>
    <pc:docChg chg="undo custSel delSld modSld">
      <pc:chgData name="Ms Alina Arshad" userId="cccdfd85-d35d-4453-9c6f-a463aae40722" providerId="ADAL" clId="{6D99148A-78EC-44A5-895B-9E6E7F8E190D}" dt="2024-08-30T09:52:56.715" v="36" actId="47"/>
      <pc:docMkLst>
        <pc:docMk/>
      </pc:docMkLst>
      <pc:sldChg chg="modSp mod">
        <pc:chgData name="Ms Alina Arshad" userId="cccdfd85-d35d-4453-9c6f-a463aae40722" providerId="ADAL" clId="{6D99148A-78EC-44A5-895B-9E6E7F8E190D}" dt="2024-08-30T09:51:42.777" v="9" actId="20577"/>
        <pc:sldMkLst>
          <pc:docMk/>
          <pc:sldMk cId="3322361034" sldId="256"/>
        </pc:sldMkLst>
        <pc:spChg chg="mod">
          <ac:chgData name="Ms Alina Arshad" userId="cccdfd85-d35d-4453-9c6f-a463aae40722" providerId="ADAL" clId="{6D99148A-78EC-44A5-895B-9E6E7F8E190D}" dt="2024-08-30T09:51:42.777" v="9" actId="20577"/>
          <ac:spMkLst>
            <pc:docMk/>
            <pc:sldMk cId="3322361034" sldId="256"/>
            <ac:spMk id="3" creationId="{44E9F82C-BBA7-3495-1097-BEDB54FFFDF4}"/>
          </ac:spMkLst>
        </pc:spChg>
      </pc:sldChg>
      <pc:sldChg chg="modNotesTx">
        <pc:chgData name="Ms Alina Arshad" userId="cccdfd85-d35d-4453-9c6f-a463aae40722" providerId="ADAL" clId="{6D99148A-78EC-44A5-895B-9E6E7F8E190D}" dt="2024-08-30T09:52:54.702" v="35" actId="5793"/>
        <pc:sldMkLst>
          <pc:docMk/>
          <pc:sldMk cId="515654138" sldId="410"/>
        </pc:sldMkLst>
      </pc:sldChg>
      <pc:sldChg chg="modSp del mod">
        <pc:chgData name="Ms Alina Arshad" userId="cccdfd85-d35d-4453-9c6f-a463aae40722" providerId="ADAL" clId="{6D99148A-78EC-44A5-895B-9E6E7F8E190D}" dt="2024-08-30T09:52:56.715" v="36" actId="47"/>
        <pc:sldMkLst>
          <pc:docMk/>
          <pc:sldMk cId="2400755825" sldId="414"/>
        </pc:sldMkLst>
        <pc:spChg chg="mod">
          <ac:chgData name="Ms Alina Arshad" userId="cccdfd85-d35d-4453-9c6f-a463aae40722" providerId="ADAL" clId="{6D99148A-78EC-44A5-895B-9E6E7F8E190D}" dt="2024-08-30T09:52:11.454" v="11" actId="27636"/>
          <ac:spMkLst>
            <pc:docMk/>
            <pc:sldMk cId="2400755825" sldId="414"/>
            <ac:spMk id="5" creationId="{6D2D65F8-7067-309B-2162-EDCA7F792D63}"/>
          </ac:spMkLst>
        </pc:spChg>
      </pc:sldChg>
    </pc:docChg>
  </pc:docChgLst>
  <pc:docChgLst>
    <pc:chgData name="Ms Alina Arshad" userId="cccdfd85-d35d-4453-9c6f-a463aae40722" providerId="ADAL" clId="{39EC16EE-C6FC-4FFD-838E-BA7EDCB6100D}"/>
    <pc:docChg chg="undo custSel addSld delSld modSld">
      <pc:chgData name="Ms Alina Arshad" userId="cccdfd85-d35d-4453-9c6f-a463aae40722" providerId="ADAL" clId="{39EC16EE-C6FC-4FFD-838E-BA7EDCB6100D}" dt="2024-10-15T13:08:28.718" v="225" actId="20577"/>
      <pc:docMkLst>
        <pc:docMk/>
      </pc:docMkLst>
      <pc:sldChg chg="modSp mod">
        <pc:chgData name="Ms Alina Arshad" userId="cccdfd85-d35d-4453-9c6f-a463aae40722" providerId="ADAL" clId="{39EC16EE-C6FC-4FFD-838E-BA7EDCB6100D}" dt="2024-10-15T13:08:28.718" v="225" actId="20577"/>
        <pc:sldMkLst>
          <pc:docMk/>
          <pc:sldMk cId="3322361034" sldId="256"/>
        </pc:sldMkLst>
        <pc:spChg chg="mod">
          <ac:chgData name="Ms Alina Arshad" userId="cccdfd85-d35d-4453-9c6f-a463aae40722" providerId="ADAL" clId="{39EC16EE-C6FC-4FFD-838E-BA7EDCB6100D}" dt="2024-10-15T13:08:28.718" v="225" actId="20577"/>
          <ac:spMkLst>
            <pc:docMk/>
            <pc:sldMk cId="3322361034" sldId="256"/>
            <ac:spMk id="3" creationId="{44E9F82C-BBA7-3495-1097-BEDB54FFFDF4}"/>
          </ac:spMkLst>
        </pc:spChg>
      </pc:sldChg>
      <pc:sldChg chg="delSp modSp add mod">
        <pc:chgData name="Ms Alina Arshad" userId="cccdfd85-d35d-4453-9c6f-a463aae40722" providerId="ADAL" clId="{39EC16EE-C6FC-4FFD-838E-BA7EDCB6100D}" dt="2024-10-12T07:27:47.735" v="156" actId="20577"/>
        <pc:sldMkLst>
          <pc:docMk/>
          <pc:sldMk cId="987785057" sldId="258"/>
        </pc:sldMkLst>
        <pc:spChg chg="del">
          <ac:chgData name="Ms Alina Arshad" userId="cccdfd85-d35d-4453-9c6f-a463aae40722" providerId="ADAL" clId="{39EC16EE-C6FC-4FFD-838E-BA7EDCB6100D}" dt="2024-10-12T07:14:43.833" v="38" actId="478"/>
          <ac:spMkLst>
            <pc:docMk/>
            <pc:sldMk cId="987785057" sldId="258"/>
            <ac:spMk id="2" creationId="{00000000-0000-0000-0000-000000000000}"/>
          </ac:spMkLst>
        </pc:spChg>
        <pc:spChg chg="del">
          <ac:chgData name="Ms Alina Arshad" userId="cccdfd85-d35d-4453-9c6f-a463aae40722" providerId="ADAL" clId="{39EC16EE-C6FC-4FFD-838E-BA7EDCB6100D}" dt="2024-10-12T07:14:45.718" v="39" actId="478"/>
          <ac:spMkLst>
            <pc:docMk/>
            <pc:sldMk cId="987785057" sldId="258"/>
            <ac:spMk id="5" creationId="{00000000-0000-0000-0000-000000000000}"/>
          </ac:spMkLst>
        </pc:spChg>
        <pc:spChg chg="mod">
          <ac:chgData name="Ms Alina Arshad" userId="cccdfd85-d35d-4453-9c6f-a463aae40722" providerId="ADAL" clId="{39EC16EE-C6FC-4FFD-838E-BA7EDCB6100D}" dt="2024-10-12T07:15:04.162" v="43" actId="207"/>
          <ac:spMkLst>
            <pc:docMk/>
            <pc:sldMk cId="987785057" sldId="258"/>
            <ac:spMk id="107522" creationId="{00000000-0000-0000-0000-000000000000}"/>
          </ac:spMkLst>
        </pc:spChg>
        <pc:spChg chg="mod">
          <ac:chgData name="Ms Alina Arshad" userId="cccdfd85-d35d-4453-9c6f-a463aae40722" providerId="ADAL" clId="{39EC16EE-C6FC-4FFD-838E-BA7EDCB6100D}" dt="2024-10-12T07:27:47.735" v="156" actId="20577"/>
          <ac:spMkLst>
            <pc:docMk/>
            <pc:sldMk cId="987785057" sldId="258"/>
            <ac:spMk id="107523" creationId="{00000000-0000-0000-0000-000000000000}"/>
          </ac:spMkLst>
        </pc:spChg>
      </pc:sldChg>
      <pc:sldChg chg="delSp modSp add mod">
        <pc:chgData name="Ms Alina Arshad" userId="cccdfd85-d35d-4453-9c6f-a463aae40722" providerId="ADAL" clId="{39EC16EE-C6FC-4FFD-838E-BA7EDCB6100D}" dt="2024-10-12T07:15:32.908" v="50" actId="207"/>
        <pc:sldMkLst>
          <pc:docMk/>
          <pc:sldMk cId="3694400136" sldId="314"/>
        </pc:sldMkLst>
        <pc:spChg chg="mod">
          <ac:chgData name="Ms Alina Arshad" userId="cccdfd85-d35d-4453-9c6f-a463aae40722" providerId="ADAL" clId="{39EC16EE-C6FC-4FFD-838E-BA7EDCB6100D}" dt="2024-10-12T07:15:22.791" v="47" actId="113"/>
          <ac:spMkLst>
            <pc:docMk/>
            <pc:sldMk cId="3694400136" sldId="314"/>
            <ac:spMk id="2" creationId="{00000000-0000-0000-0000-000000000000}"/>
          </ac:spMkLst>
        </pc:spChg>
        <pc:spChg chg="mod">
          <ac:chgData name="Ms Alina Arshad" userId="cccdfd85-d35d-4453-9c6f-a463aae40722" providerId="ADAL" clId="{39EC16EE-C6FC-4FFD-838E-BA7EDCB6100D}" dt="2024-10-12T07:15:32.908" v="50" actId="207"/>
          <ac:spMkLst>
            <pc:docMk/>
            <pc:sldMk cId="3694400136" sldId="314"/>
            <ac:spMk id="3" creationId="{00000000-0000-0000-0000-000000000000}"/>
          </ac:spMkLst>
        </pc:spChg>
        <pc:spChg chg="del">
          <ac:chgData name="Ms Alina Arshad" userId="cccdfd85-d35d-4453-9c6f-a463aae40722" providerId="ADAL" clId="{39EC16EE-C6FC-4FFD-838E-BA7EDCB6100D}" dt="2024-10-12T07:15:14.803" v="44" actId="478"/>
          <ac:spMkLst>
            <pc:docMk/>
            <pc:sldMk cId="3694400136" sldId="314"/>
            <ac:spMk id="4" creationId="{00000000-0000-0000-0000-000000000000}"/>
          </ac:spMkLst>
        </pc:spChg>
        <pc:spChg chg="del">
          <ac:chgData name="Ms Alina Arshad" userId="cccdfd85-d35d-4453-9c6f-a463aae40722" providerId="ADAL" clId="{39EC16EE-C6FC-4FFD-838E-BA7EDCB6100D}" dt="2024-10-12T07:15:17.512" v="45" actId="478"/>
          <ac:spMkLst>
            <pc:docMk/>
            <pc:sldMk cId="3694400136" sldId="314"/>
            <ac:spMk id="5" creationId="{00000000-0000-0000-0000-000000000000}"/>
          </ac:spMkLst>
        </pc:spChg>
      </pc:sldChg>
      <pc:sldChg chg="delSp modSp add mod">
        <pc:chgData name="Ms Alina Arshad" userId="cccdfd85-d35d-4453-9c6f-a463aae40722" providerId="ADAL" clId="{39EC16EE-C6FC-4FFD-838E-BA7EDCB6100D}" dt="2024-10-12T07:29:36.111" v="161" actId="20577"/>
        <pc:sldMkLst>
          <pc:docMk/>
          <pc:sldMk cId="2404423963" sldId="315"/>
        </pc:sldMkLst>
        <pc:spChg chg="mod">
          <ac:chgData name="Ms Alina Arshad" userId="cccdfd85-d35d-4453-9c6f-a463aae40722" providerId="ADAL" clId="{39EC16EE-C6FC-4FFD-838E-BA7EDCB6100D}" dt="2024-10-12T07:16:03.334" v="55" actId="207"/>
          <ac:spMkLst>
            <pc:docMk/>
            <pc:sldMk cId="2404423963" sldId="315"/>
            <ac:spMk id="2" creationId="{00000000-0000-0000-0000-000000000000}"/>
          </ac:spMkLst>
        </pc:spChg>
        <pc:spChg chg="mod">
          <ac:chgData name="Ms Alina Arshad" userId="cccdfd85-d35d-4453-9c6f-a463aae40722" providerId="ADAL" clId="{39EC16EE-C6FC-4FFD-838E-BA7EDCB6100D}" dt="2024-10-12T07:29:36.111" v="161" actId="20577"/>
          <ac:spMkLst>
            <pc:docMk/>
            <pc:sldMk cId="2404423963" sldId="315"/>
            <ac:spMk id="3" creationId="{00000000-0000-0000-0000-000000000000}"/>
          </ac:spMkLst>
        </pc:spChg>
        <pc:spChg chg="del">
          <ac:chgData name="Ms Alina Arshad" userId="cccdfd85-d35d-4453-9c6f-a463aae40722" providerId="ADAL" clId="{39EC16EE-C6FC-4FFD-838E-BA7EDCB6100D}" dt="2024-10-12T07:16:18.815" v="61" actId="478"/>
          <ac:spMkLst>
            <pc:docMk/>
            <pc:sldMk cId="2404423963" sldId="315"/>
            <ac:spMk id="4" creationId="{00000000-0000-0000-0000-000000000000}"/>
          </ac:spMkLst>
        </pc:spChg>
        <pc:spChg chg="del">
          <ac:chgData name="Ms Alina Arshad" userId="cccdfd85-d35d-4453-9c6f-a463aae40722" providerId="ADAL" clId="{39EC16EE-C6FC-4FFD-838E-BA7EDCB6100D}" dt="2024-10-12T07:16:22.584" v="62" actId="478"/>
          <ac:spMkLst>
            <pc:docMk/>
            <pc:sldMk cId="2404423963" sldId="315"/>
            <ac:spMk id="5" creationId="{00000000-0000-0000-0000-000000000000}"/>
          </ac:spMkLst>
        </pc:spChg>
      </pc:sldChg>
      <pc:sldChg chg="addSp delSp modSp add mod addAnim delAnim">
        <pc:chgData name="Ms Alina Arshad" userId="cccdfd85-d35d-4453-9c6f-a463aae40722" providerId="ADAL" clId="{39EC16EE-C6FC-4FFD-838E-BA7EDCB6100D}" dt="2024-10-13T14:43:43.873" v="207" actId="1076"/>
        <pc:sldMkLst>
          <pc:docMk/>
          <pc:sldMk cId="3480137613" sldId="316"/>
        </pc:sldMkLst>
        <pc:spChg chg="mod">
          <ac:chgData name="Ms Alina Arshad" userId="cccdfd85-d35d-4453-9c6f-a463aae40722" providerId="ADAL" clId="{39EC16EE-C6FC-4FFD-838E-BA7EDCB6100D}" dt="2024-10-12T07:17:26.849" v="77" actId="113"/>
          <ac:spMkLst>
            <pc:docMk/>
            <pc:sldMk cId="3480137613" sldId="316"/>
            <ac:spMk id="2" creationId="{00000000-0000-0000-0000-000000000000}"/>
          </ac:spMkLst>
        </pc:spChg>
        <pc:spChg chg="mod">
          <ac:chgData name="Ms Alina Arshad" userId="cccdfd85-d35d-4453-9c6f-a463aae40722" providerId="ADAL" clId="{39EC16EE-C6FC-4FFD-838E-BA7EDCB6100D}" dt="2024-10-13T14:43:28.795" v="200" actId="403"/>
          <ac:spMkLst>
            <pc:docMk/>
            <pc:sldMk cId="3480137613" sldId="316"/>
            <ac:spMk id="3" creationId="{00000000-0000-0000-0000-000000000000}"/>
          </ac:spMkLst>
        </pc:spChg>
        <pc:spChg chg="del">
          <ac:chgData name="Ms Alina Arshad" userId="cccdfd85-d35d-4453-9c6f-a463aae40722" providerId="ADAL" clId="{39EC16EE-C6FC-4FFD-838E-BA7EDCB6100D}" dt="2024-10-12T07:17:18.784" v="74" actId="478"/>
          <ac:spMkLst>
            <pc:docMk/>
            <pc:sldMk cId="3480137613" sldId="316"/>
            <ac:spMk id="4" creationId="{00000000-0000-0000-0000-000000000000}"/>
          </ac:spMkLst>
        </pc:spChg>
        <pc:spChg chg="del">
          <ac:chgData name="Ms Alina Arshad" userId="cccdfd85-d35d-4453-9c6f-a463aae40722" providerId="ADAL" clId="{39EC16EE-C6FC-4FFD-838E-BA7EDCB6100D}" dt="2024-10-12T07:17:20.888" v="75" actId="478"/>
          <ac:spMkLst>
            <pc:docMk/>
            <pc:sldMk cId="3480137613" sldId="316"/>
            <ac:spMk id="5" creationId="{00000000-0000-0000-0000-000000000000}"/>
          </ac:spMkLst>
        </pc:spChg>
        <pc:picChg chg="mod">
          <ac:chgData name="Ms Alina Arshad" userId="cccdfd85-d35d-4453-9c6f-a463aae40722" providerId="ADAL" clId="{39EC16EE-C6FC-4FFD-838E-BA7EDCB6100D}" dt="2024-10-13T14:43:43.873" v="207" actId="1076"/>
          <ac:picMkLst>
            <pc:docMk/>
            <pc:sldMk cId="3480137613" sldId="316"/>
            <ac:picMk id="6" creationId="{00000000-0000-0000-0000-000000000000}"/>
          </ac:picMkLst>
        </pc:picChg>
        <pc:picChg chg="add del mod">
          <ac:chgData name="Ms Alina Arshad" userId="cccdfd85-d35d-4453-9c6f-a463aae40722" providerId="ADAL" clId="{39EC16EE-C6FC-4FFD-838E-BA7EDCB6100D}" dt="2024-10-13T14:42:45.531" v="179" actId="21"/>
          <ac:picMkLst>
            <pc:docMk/>
            <pc:sldMk cId="3480137613" sldId="316"/>
            <ac:picMk id="8" creationId="{00000000-0000-0000-0000-000000000000}"/>
          </ac:picMkLst>
        </pc:picChg>
      </pc:sldChg>
      <pc:sldChg chg="delSp modSp add mod">
        <pc:chgData name="Ms Alina Arshad" userId="cccdfd85-d35d-4453-9c6f-a463aae40722" providerId="ADAL" clId="{39EC16EE-C6FC-4FFD-838E-BA7EDCB6100D}" dt="2024-10-12T07:18:37.781" v="96" actId="14100"/>
        <pc:sldMkLst>
          <pc:docMk/>
          <pc:sldMk cId="3806482133" sldId="317"/>
        </pc:sldMkLst>
        <pc:spChg chg="mod">
          <ac:chgData name="Ms Alina Arshad" userId="cccdfd85-d35d-4453-9c6f-a463aae40722" providerId="ADAL" clId="{39EC16EE-C6FC-4FFD-838E-BA7EDCB6100D}" dt="2024-10-12T07:18:07.385" v="90" actId="14100"/>
          <ac:spMkLst>
            <pc:docMk/>
            <pc:sldMk cId="3806482133" sldId="317"/>
            <ac:spMk id="2" creationId="{00000000-0000-0000-0000-000000000000}"/>
          </ac:spMkLst>
        </pc:spChg>
        <pc:spChg chg="mod">
          <ac:chgData name="Ms Alina Arshad" userId="cccdfd85-d35d-4453-9c6f-a463aae40722" providerId="ADAL" clId="{39EC16EE-C6FC-4FFD-838E-BA7EDCB6100D}" dt="2024-10-12T07:18:37.781" v="96" actId="14100"/>
          <ac:spMkLst>
            <pc:docMk/>
            <pc:sldMk cId="3806482133" sldId="317"/>
            <ac:spMk id="3" creationId="{00000000-0000-0000-0000-000000000000}"/>
          </ac:spMkLst>
        </pc:spChg>
        <pc:spChg chg="del">
          <ac:chgData name="Ms Alina Arshad" userId="cccdfd85-d35d-4453-9c6f-a463aae40722" providerId="ADAL" clId="{39EC16EE-C6FC-4FFD-838E-BA7EDCB6100D}" dt="2024-10-12T07:18:12.188" v="91" actId="478"/>
          <ac:spMkLst>
            <pc:docMk/>
            <pc:sldMk cId="3806482133" sldId="317"/>
            <ac:spMk id="4" creationId="{00000000-0000-0000-0000-000000000000}"/>
          </ac:spMkLst>
        </pc:spChg>
        <pc:spChg chg="del">
          <ac:chgData name="Ms Alina Arshad" userId="cccdfd85-d35d-4453-9c6f-a463aae40722" providerId="ADAL" clId="{39EC16EE-C6FC-4FFD-838E-BA7EDCB6100D}" dt="2024-10-12T07:18:13.991" v="92" actId="478"/>
          <ac:spMkLst>
            <pc:docMk/>
            <pc:sldMk cId="3806482133" sldId="317"/>
            <ac:spMk id="5" creationId="{00000000-0000-0000-0000-000000000000}"/>
          </ac:spMkLst>
        </pc:spChg>
      </pc:sldChg>
      <pc:sldChg chg="delSp modSp add mod">
        <pc:chgData name="Ms Alina Arshad" userId="cccdfd85-d35d-4453-9c6f-a463aae40722" providerId="ADAL" clId="{39EC16EE-C6FC-4FFD-838E-BA7EDCB6100D}" dt="2024-10-12T07:19:11" v="104" actId="20577"/>
        <pc:sldMkLst>
          <pc:docMk/>
          <pc:sldMk cId="1127190280" sldId="318"/>
        </pc:sldMkLst>
        <pc:spChg chg="mod">
          <ac:chgData name="Ms Alina Arshad" userId="cccdfd85-d35d-4453-9c6f-a463aae40722" providerId="ADAL" clId="{39EC16EE-C6FC-4FFD-838E-BA7EDCB6100D}" dt="2024-10-12T07:18:49.612" v="98" actId="113"/>
          <ac:spMkLst>
            <pc:docMk/>
            <pc:sldMk cId="1127190280" sldId="318"/>
            <ac:spMk id="2" creationId="{00000000-0000-0000-0000-000000000000}"/>
          </ac:spMkLst>
        </pc:spChg>
        <pc:spChg chg="mod">
          <ac:chgData name="Ms Alina Arshad" userId="cccdfd85-d35d-4453-9c6f-a463aae40722" providerId="ADAL" clId="{39EC16EE-C6FC-4FFD-838E-BA7EDCB6100D}" dt="2024-10-12T07:19:11" v="104" actId="20577"/>
          <ac:spMkLst>
            <pc:docMk/>
            <pc:sldMk cId="1127190280" sldId="318"/>
            <ac:spMk id="3" creationId="{00000000-0000-0000-0000-000000000000}"/>
          </ac:spMkLst>
        </pc:spChg>
        <pc:spChg chg="del">
          <ac:chgData name="Ms Alina Arshad" userId="cccdfd85-d35d-4453-9c6f-a463aae40722" providerId="ADAL" clId="{39EC16EE-C6FC-4FFD-838E-BA7EDCB6100D}" dt="2024-10-12T07:19:01.802" v="101" actId="478"/>
          <ac:spMkLst>
            <pc:docMk/>
            <pc:sldMk cId="1127190280" sldId="318"/>
            <ac:spMk id="4" creationId="{00000000-0000-0000-0000-000000000000}"/>
          </ac:spMkLst>
        </pc:spChg>
        <pc:spChg chg="del">
          <ac:chgData name="Ms Alina Arshad" userId="cccdfd85-d35d-4453-9c6f-a463aae40722" providerId="ADAL" clId="{39EC16EE-C6FC-4FFD-838E-BA7EDCB6100D}" dt="2024-10-12T07:19:04.503" v="102" actId="478"/>
          <ac:spMkLst>
            <pc:docMk/>
            <pc:sldMk cId="1127190280" sldId="318"/>
            <ac:spMk id="5" creationId="{00000000-0000-0000-0000-000000000000}"/>
          </ac:spMkLst>
        </pc:spChg>
      </pc:sldChg>
      <pc:sldChg chg="delSp modSp add mod">
        <pc:chgData name="Ms Alina Arshad" userId="cccdfd85-d35d-4453-9c6f-a463aae40722" providerId="ADAL" clId="{39EC16EE-C6FC-4FFD-838E-BA7EDCB6100D}" dt="2024-10-12T09:14:28.801" v="167" actId="1076"/>
        <pc:sldMkLst>
          <pc:docMk/>
          <pc:sldMk cId="1914829147" sldId="319"/>
        </pc:sldMkLst>
        <pc:spChg chg="mod">
          <ac:chgData name="Ms Alina Arshad" userId="cccdfd85-d35d-4453-9c6f-a463aae40722" providerId="ADAL" clId="{39EC16EE-C6FC-4FFD-838E-BA7EDCB6100D}" dt="2024-10-12T09:14:28.801" v="167" actId="1076"/>
          <ac:spMkLst>
            <pc:docMk/>
            <pc:sldMk cId="1914829147" sldId="319"/>
            <ac:spMk id="2" creationId="{00000000-0000-0000-0000-000000000000}"/>
          </ac:spMkLst>
        </pc:spChg>
        <pc:spChg chg="mod">
          <ac:chgData name="Ms Alina Arshad" userId="cccdfd85-d35d-4453-9c6f-a463aae40722" providerId="ADAL" clId="{39EC16EE-C6FC-4FFD-838E-BA7EDCB6100D}" dt="2024-10-12T09:05:53.633" v="166" actId="20577"/>
          <ac:spMkLst>
            <pc:docMk/>
            <pc:sldMk cId="1914829147" sldId="319"/>
            <ac:spMk id="3" creationId="{00000000-0000-0000-0000-000000000000}"/>
          </ac:spMkLst>
        </pc:spChg>
        <pc:spChg chg="del">
          <ac:chgData name="Ms Alina Arshad" userId="cccdfd85-d35d-4453-9c6f-a463aae40722" providerId="ADAL" clId="{39EC16EE-C6FC-4FFD-838E-BA7EDCB6100D}" dt="2024-10-12T07:23:20.954" v="105" actId="478"/>
          <ac:spMkLst>
            <pc:docMk/>
            <pc:sldMk cId="1914829147" sldId="319"/>
            <ac:spMk id="4" creationId="{00000000-0000-0000-0000-000000000000}"/>
          </ac:spMkLst>
        </pc:spChg>
        <pc:spChg chg="del">
          <ac:chgData name="Ms Alina Arshad" userId="cccdfd85-d35d-4453-9c6f-a463aae40722" providerId="ADAL" clId="{39EC16EE-C6FC-4FFD-838E-BA7EDCB6100D}" dt="2024-10-12T07:23:24.747" v="106" actId="478"/>
          <ac:spMkLst>
            <pc:docMk/>
            <pc:sldMk cId="1914829147" sldId="319"/>
            <ac:spMk id="5" creationId="{00000000-0000-0000-0000-000000000000}"/>
          </ac:spMkLst>
        </pc:spChg>
      </pc:sldChg>
      <pc:sldChg chg="delSp modSp add mod">
        <pc:chgData name="Ms Alina Arshad" userId="cccdfd85-d35d-4453-9c6f-a463aae40722" providerId="ADAL" clId="{39EC16EE-C6FC-4FFD-838E-BA7EDCB6100D}" dt="2024-10-12T09:28:59.233" v="178" actId="12"/>
        <pc:sldMkLst>
          <pc:docMk/>
          <pc:sldMk cId="1205320305" sldId="320"/>
        </pc:sldMkLst>
        <pc:spChg chg="mod">
          <ac:chgData name="Ms Alina Arshad" userId="cccdfd85-d35d-4453-9c6f-a463aae40722" providerId="ADAL" clId="{39EC16EE-C6FC-4FFD-838E-BA7EDCB6100D}" dt="2024-10-12T07:24:56.298" v="136" actId="113"/>
          <ac:spMkLst>
            <pc:docMk/>
            <pc:sldMk cId="1205320305" sldId="320"/>
            <ac:spMk id="2" creationId="{00000000-0000-0000-0000-000000000000}"/>
          </ac:spMkLst>
        </pc:spChg>
        <pc:spChg chg="mod">
          <ac:chgData name="Ms Alina Arshad" userId="cccdfd85-d35d-4453-9c6f-a463aae40722" providerId="ADAL" clId="{39EC16EE-C6FC-4FFD-838E-BA7EDCB6100D}" dt="2024-10-12T09:28:59.233" v="178" actId="12"/>
          <ac:spMkLst>
            <pc:docMk/>
            <pc:sldMk cId="1205320305" sldId="320"/>
            <ac:spMk id="3" creationId="{00000000-0000-0000-0000-000000000000}"/>
          </ac:spMkLst>
        </pc:spChg>
        <pc:spChg chg="del">
          <ac:chgData name="Ms Alina Arshad" userId="cccdfd85-d35d-4453-9c6f-a463aae40722" providerId="ADAL" clId="{39EC16EE-C6FC-4FFD-838E-BA7EDCB6100D}" dt="2024-10-12T07:25:02.603" v="138" actId="478"/>
          <ac:spMkLst>
            <pc:docMk/>
            <pc:sldMk cId="1205320305" sldId="320"/>
            <ac:spMk id="4" creationId="{00000000-0000-0000-0000-000000000000}"/>
          </ac:spMkLst>
        </pc:spChg>
        <pc:spChg chg="del">
          <ac:chgData name="Ms Alina Arshad" userId="cccdfd85-d35d-4453-9c6f-a463aae40722" providerId="ADAL" clId="{39EC16EE-C6FC-4FFD-838E-BA7EDCB6100D}" dt="2024-10-12T07:25:04.481" v="139" actId="478"/>
          <ac:spMkLst>
            <pc:docMk/>
            <pc:sldMk cId="1205320305" sldId="320"/>
            <ac:spMk id="5" creationId="{00000000-0000-0000-0000-000000000000}"/>
          </ac:spMkLst>
        </pc:spChg>
      </pc:sldChg>
      <pc:sldChg chg="delSp modSp add mod">
        <pc:chgData name="Ms Alina Arshad" userId="cccdfd85-d35d-4453-9c6f-a463aae40722" providerId="ADAL" clId="{39EC16EE-C6FC-4FFD-838E-BA7EDCB6100D}" dt="2024-10-12T07:27:20.032" v="149" actId="478"/>
        <pc:sldMkLst>
          <pc:docMk/>
          <pc:sldMk cId="367520401" sldId="321"/>
        </pc:sldMkLst>
        <pc:spChg chg="mod">
          <ac:chgData name="Ms Alina Arshad" userId="cccdfd85-d35d-4453-9c6f-a463aae40722" providerId="ADAL" clId="{39EC16EE-C6FC-4FFD-838E-BA7EDCB6100D}" dt="2024-10-12T07:27:01.216" v="142" actId="14100"/>
          <ac:spMkLst>
            <pc:docMk/>
            <pc:sldMk cId="367520401" sldId="321"/>
            <ac:spMk id="2" creationId="{00000000-0000-0000-0000-000000000000}"/>
          </ac:spMkLst>
        </pc:spChg>
        <pc:spChg chg="mod">
          <ac:chgData name="Ms Alina Arshad" userId="cccdfd85-d35d-4453-9c6f-a463aae40722" providerId="ADAL" clId="{39EC16EE-C6FC-4FFD-838E-BA7EDCB6100D}" dt="2024-10-12T07:27:09.427" v="145" actId="1076"/>
          <ac:spMkLst>
            <pc:docMk/>
            <pc:sldMk cId="367520401" sldId="321"/>
            <ac:spMk id="3" creationId="{00000000-0000-0000-0000-000000000000}"/>
          </ac:spMkLst>
        </pc:spChg>
        <pc:spChg chg="del">
          <ac:chgData name="Ms Alina Arshad" userId="cccdfd85-d35d-4453-9c6f-a463aae40722" providerId="ADAL" clId="{39EC16EE-C6FC-4FFD-838E-BA7EDCB6100D}" dt="2024-10-12T07:27:18.122" v="148" actId="478"/>
          <ac:spMkLst>
            <pc:docMk/>
            <pc:sldMk cId="367520401" sldId="321"/>
            <ac:spMk id="4" creationId="{00000000-0000-0000-0000-000000000000}"/>
          </ac:spMkLst>
        </pc:spChg>
        <pc:spChg chg="del">
          <ac:chgData name="Ms Alina Arshad" userId="cccdfd85-d35d-4453-9c6f-a463aae40722" providerId="ADAL" clId="{39EC16EE-C6FC-4FFD-838E-BA7EDCB6100D}" dt="2024-10-12T07:27:20.032" v="149" actId="478"/>
          <ac:spMkLst>
            <pc:docMk/>
            <pc:sldMk cId="367520401" sldId="321"/>
            <ac:spMk id="5" creationId="{00000000-0000-0000-0000-000000000000}"/>
          </ac:spMkLst>
        </pc:spChg>
        <pc:picChg chg="mod">
          <ac:chgData name="Ms Alina Arshad" userId="cccdfd85-d35d-4453-9c6f-a463aae40722" providerId="ADAL" clId="{39EC16EE-C6FC-4FFD-838E-BA7EDCB6100D}" dt="2024-10-12T07:27:14.524" v="147" actId="1076"/>
          <ac:picMkLst>
            <pc:docMk/>
            <pc:sldMk cId="367520401" sldId="321"/>
            <ac:picMk id="6" creationId="{00000000-0000-0000-0000-000000000000}"/>
          </ac:picMkLst>
        </pc:picChg>
      </pc:sldChg>
      <pc:sldChg chg="delSp modSp add mod">
        <pc:chgData name="Ms Alina Arshad" userId="cccdfd85-d35d-4453-9c6f-a463aae40722" providerId="ADAL" clId="{39EC16EE-C6FC-4FFD-838E-BA7EDCB6100D}" dt="2024-10-12T07:27:33.710" v="154" actId="478"/>
        <pc:sldMkLst>
          <pc:docMk/>
          <pc:sldMk cId="3784305902" sldId="322"/>
        </pc:sldMkLst>
        <pc:spChg chg="mod">
          <ac:chgData name="Ms Alina Arshad" userId="cccdfd85-d35d-4453-9c6f-a463aae40722" providerId="ADAL" clId="{39EC16EE-C6FC-4FFD-838E-BA7EDCB6100D}" dt="2024-10-12T07:27:25.360" v="151" actId="113"/>
          <ac:spMkLst>
            <pc:docMk/>
            <pc:sldMk cId="3784305902" sldId="322"/>
            <ac:spMk id="2" creationId="{00000000-0000-0000-0000-000000000000}"/>
          </ac:spMkLst>
        </pc:spChg>
        <pc:spChg chg="mod">
          <ac:chgData name="Ms Alina Arshad" userId="cccdfd85-d35d-4453-9c6f-a463aae40722" providerId="ADAL" clId="{39EC16EE-C6FC-4FFD-838E-BA7EDCB6100D}" dt="2024-10-12T07:27:28.305" v="152" actId="207"/>
          <ac:spMkLst>
            <pc:docMk/>
            <pc:sldMk cId="3784305902" sldId="322"/>
            <ac:spMk id="3" creationId="{00000000-0000-0000-0000-000000000000}"/>
          </ac:spMkLst>
        </pc:spChg>
        <pc:spChg chg="del">
          <ac:chgData name="Ms Alina Arshad" userId="cccdfd85-d35d-4453-9c6f-a463aae40722" providerId="ADAL" clId="{39EC16EE-C6FC-4FFD-838E-BA7EDCB6100D}" dt="2024-10-12T07:27:31.960" v="153" actId="478"/>
          <ac:spMkLst>
            <pc:docMk/>
            <pc:sldMk cId="3784305902" sldId="322"/>
            <ac:spMk id="4" creationId="{00000000-0000-0000-0000-000000000000}"/>
          </ac:spMkLst>
        </pc:spChg>
        <pc:spChg chg="del">
          <ac:chgData name="Ms Alina Arshad" userId="cccdfd85-d35d-4453-9c6f-a463aae40722" providerId="ADAL" clId="{39EC16EE-C6FC-4FFD-838E-BA7EDCB6100D}" dt="2024-10-12T07:27:33.710" v="154" actId="478"/>
          <ac:spMkLst>
            <pc:docMk/>
            <pc:sldMk cId="3784305902" sldId="322"/>
            <ac:spMk id="5" creationId="{00000000-0000-0000-0000-000000000000}"/>
          </ac:spMkLst>
        </pc:spChg>
      </pc:sldChg>
      <pc:sldChg chg="delSp modSp add mod">
        <pc:chgData name="Ms Alina Arshad" userId="cccdfd85-d35d-4453-9c6f-a463aae40722" providerId="ADAL" clId="{39EC16EE-C6FC-4FFD-838E-BA7EDCB6100D}" dt="2024-10-12T07:29:53.549" v="162" actId="113"/>
        <pc:sldMkLst>
          <pc:docMk/>
          <pc:sldMk cId="2562855607" sldId="324"/>
        </pc:sldMkLst>
        <pc:spChg chg="mod">
          <ac:chgData name="Ms Alina Arshad" userId="cccdfd85-d35d-4453-9c6f-a463aae40722" providerId="ADAL" clId="{39EC16EE-C6FC-4FFD-838E-BA7EDCB6100D}" dt="2024-10-12T07:29:53.549" v="162" actId="113"/>
          <ac:spMkLst>
            <pc:docMk/>
            <pc:sldMk cId="2562855607" sldId="324"/>
            <ac:spMk id="2" creationId="{00000000-0000-0000-0000-000000000000}"/>
          </ac:spMkLst>
        </pc:spChg>
        <pc:spChg chg="mod">
          <ac:chgData name="Ms Alina Arshad" userId="cccdfd85-d35d-4453-9c6f-a463aae40722" providerId="ADAL" clId="{39EC16EE-C6FC-4FFD-838E-BA7EDCB6100D}" dt="2024-10-12T07:16:56.852" v="70" actId="5793"/>
          <ac:spMkLst>
            <pc:docMk/>
            <pc:sldMk cId="2562855607" sldId="324"/>
            <ac:spMk id="3" creationId="{00000000-0000-0000-0000-000000000000}"/>
          </ac:spMkLst>
        </pc:spChg>
        <pc:spChg chg="del">
          <ac:chgData name="Ms Alina Arshad" userId="cccdfd85-d35d-4453-9c6f-a463aae40722" providerId="ADAL" clId="{39EC16EE-C6FC-4FFD-838E-BA7EDCB6100D}" dt="2024-10-12T07:16:46.646" v="68" actId="478"/>
          <ac:spMkLst>
            <pc:docMk/>
            <pc:sldMk cId="2562855607" sldId="324"/>
            <ac:spMk id="4" creationId="{00000000-0000-0000-0000-000000000000}"/>
          </ac:spMkLst>
        </pc:spChg>
        <pc:spChg chg="del">
          <ac:chgData name="Ms Alina Arshad" userId="cccdfd85-d35d-4453-9c6f-a463aae40722" providerId="ADAL" clId="{39EC16EE-C6FC-4FFD-838E-BA7EDCB6100D}" dt="2024-10-12T07:16:50.253" v="69" actId="478"/>
          <ac:spMkLst>
            <pc:docMk/>
            <pc:sldMk cId="2562855607" sldId="324"/>
            <ac:spMk id="5" creationId="{00000000-0000-0000-0000-000000000000}"/>
          </ac:spMkLst>
        </pc:spChg>
      </pc:sldChg>
      <pc:sldChg chg="modSp new mod">
        <pc:chgData name="Ms Alina Arshad" userId="cccdfd85-d35d-4453-9c6f-a463aae40722" providerId="ADAL" clId="{39EC16EE-C6FC-4FFD-838E-BA7EDCB6100D}" dt="2024-10-12T09:26:36.625" v="177" actId="20577"/>
        <pc:sldMkLst>
          <pc:docMk/>
          <pc:sldMk cId="624924059" sldId="325"/>
        </pc:sldMkLst>
        <pc:spChg chg="mod">
          <ac:chgData name="Ms Alina Arshad" userId="cccdfd85-d35d-4453-9c6f-a463aae40722" providerId="ADAL" clId="{39EC16EE-C6FC-4FFD-838E-BA7EDCB6100D}" dt="2024-10-12T07:24:43.368" v="131"/>
          <ac:spMkLst>
            <pc:docMk/>
            <pc:sldMk cId="624924059" sldId="325"/>
            <ac:spMk id="2" creationId="{102201E7-2642-B101-4EB8-F33124AECB52}"/>
          </ac:spMkLst>
        </pc:spChg>
        <pc:spChg chg="mod">
          <ac:chgData name="Ms Alina Arshad" userId="cccdfd85-d35d-4453-9c6f-a463aae40722" providerId="ADAL" clId="{39EC16EE-C6FC-4FFD-838E-BA7EDCB6100D}" dt="2024-10-12T09:26:36.625" v="177" actId="20577"/>
          <ac:spMkLst>
            <pc:docMk/>
            <pc:sldMk cId="624924059" sldId="325"/>
            <ac:spMk id="3" creationId="{23480502-266C-F514-BB46-148C5519E584}"/>
          </ac:spMkLst>
        </pc:spChg>
      </pc:sldChg>
      <pc:sldChg chg="addSp modSp new mod modAnim">
        <pc:chgData name="Ms Alina Arshad" userId="cccdfd85-d35d-4453-9c6f-a463aae40722" providerId="ADAL" clId="{39EC16EE-C6FC-4FFD-838E-BA7EDCB6100D}" dt="2024-10-13T14:42:58.137" v="184" actId="1076"/>
        <pc:sldMkLst>
          <pc:docMk/>
          <pc:sldMk cId="3562856338" sldId="326"/>
        </pc:sldMkLst>
        <pc:picChg chg="add mod">
          <ac:chgData name="Ms Alina Arshad" userId="cccdfd85-d35d-4453-9c6f-a463aae40722" providerId="ADAL" clId="{39EC16EE-C6FC-4FFD-838E-BA7EDCB6100D}" dt="2024-10-13T14:42:58.137" v="184" actId="1076"/>
          <ac:picMkLst>
            <pc:docMk/>
            <pc:sldMk cId="3562856338" sldId="326"/>
            <ac:picMk id="8" creationId="{00000000-0000-0000-0000-000000000000}"/>
          </ac:picMkLst>
        </pc:picChg>
      </pc:sldChg>
      <pc:sldChg chg="del">
        <pc:chgData name="Ms Alina Arshad" userId="cccdfd85-d35d-4453-9c6f-a463aae40722" providerId="ADAL" clId="{39EC16EE-C6FC-4FFD-838E-BA7EDCB6100D}" dt="2024-10-12T07:14:26.690" v="25" actId="47"/>
        <pc:sldMkLst>
          <pc:docMk/>
          <pc:sldMk cId="3595481221" sldId="492"/>
        </pc:sldMkLst>
      </pc:sldChg>
      <pc:sldChg chg="del">
        <pc:chgData name="Ms Alina Arshad" userId="cccdfd85-d35d-4453-9c6f-a463aae40722" providerId="ADAL" clId="{39EC16EE-C6FC-4FFD-838E-BA7EDCB6100D}" dt="2024-10-12T07:14:27.925" v="28" actId="47"/>
        <pc:sldMkLst>
          <pc:docMk/>
          <pc:sldMk cId="3384488715" sldId="493"/>
        </pc:sldMkLst>
      </pc:sldChg>
      <pc:sldChg chg="del">
        <pc:chgData name="Ms Alina Arshad" userId="cccdfd85-d35d-4453-9c6f-a463aae40722" providerId="ADAL" clId="{39EC16EE-C6FC-4FFD-838E-BA7EDCB6100D}" dt="2024-10-12T07:14:32.799" v="37" actId="47"/>
        <pc:sldMkLst>
          <pc:docMk/>
          <pc:sldMk cId="4273395344" sldId="495"/>
        </pc:sldMkLst>
      </pc:sldChg>
      <pc:sldChg chg="del">
        <pc:chgData name="Ms Alina Arshad" userId="cccdfd85-d35d-4453-9c6f-a463aae40722" providerId="ADAL" clId="{39EC16EE-C6FC-4FFD-838E-BA7EDCB6100D}" dt="2024-10-12T07:14:32.104" v="36" actId="47"/>
        <pc:sldMkLst>
          <pc:docMk/>
          <pc:sldMk cId="1571222058" sldId="496"/>
        </pc:sldMkLst>
      </pc:sldChg>
      <pc:sldChg chg="del">
        <pc:chgData name="Ms Alina Arshad" userId="cccdfd85-d35d-4453-9c6f-a463aae40722" providerId="ADAL" clId="{39EC16EE-C6FC-4FFD-838E-BA7EDCB6100D}" dt="2024-10-12T07:14:30.782" v="34" actId="47"/>
        <pc:sldMkLst>
          <pc:docMk/>
          <pc:sldMk cId="100074574" sldId="505"/>
        </pc:sldMkLst>
      </pc:sldChg>
      <pc:sldChg chg="del">
        <pc:chgData name="Ms Alina Arshad" userId="cccdfd85-d35d-4453-9c6f-a463aae40722" providerId="ADAL" clId="{39EC16EE-C6FC-4FFD-838E-BA7EDCB6100D}" dt="2024-10-12T07:14:31.407" v="35" actId="47"/>
        <pc:sldMkLst>
          <pc:docMk/>
          <pc:sldMk cId="960832018" sldId="506"/>
        </pc:sldMkLst>
      </pc:sldChg>
      <pc:sldChg chg="del">
        <pc:chgData name="Ms Alina Arshad" userId="cccdfd85-d35d-4453-9c6f-a463aae40722" providerId="ADAL" clId="{39EC16EE-C6FC-4FFD-838E-BA7EDCB6100D}" dt="2024-10-12T07:14:26.272" v="24" actId="47"/>
        <pc:sldMkLst>
          <pc:docMk/>
          <pc:sldMk cId="3654789932" sldId="525"/>
        </pc:sldMkLst>
      </pc:sldChg>
      <pc:sldChg chg="del">
        <pc:chgData name="Ms Alina Arshad" userId="cccdfd85-d35d-4453-9c6f-a463aae40722" providerId="ADAL" clId="{39EC16EE-C6FC-4FFD-838E-BA7EDCB6100D}" dt="2024-10-12T07:14:27.081" v="26" actId="47"/>
        <pc:sldMkLst>
          <pc:docMk/>
          <pc:sldMk cId="1051870460" sldId="527"/>
        </pc:sldMkLst>
      </pc:sldChg>
      <pc:sldChg chg="del">
        <pc:chgData name="Ms Alina Arshad" userId="cccdfd85-d35d-4453-9c6f-a463aae40722" providerId="ADAL" clId="{39EC16EE-C6FC-4FFD-838E-BA7EDCB6100D}" dt="2024-10-12T07:14:27.531" v="27" actId="47"/>
        <pc:sldMkLst>
          <pc:docMk/>
          <pc:sldMk cId="2613136086" sldId="529"/>
        </pc:sldMkLst>
      </pc:sldChg>
      <pc:sldChg chg="del">
        <pc:chgData name="Ms Alina Arshad" userId="cccdfd85-d35d-4453-9c6f-a463aae40722" providerId="ADAL" clId="{39EC16EE-C6FC-4FFD-838E-BA7EDCB6100D}" dt="2024-10-12T07:14:28.320" v="29" actId="47"/>
        <pc:sldMkLst>
          <pc:docMk/>
          <pc:sldMk cId="1875193234" sldId="530"/>
        </pc:sldMkLst>
      </pc:sldChg>
      <pc:sldChg chg="del">
        <pc:chgData name="Ms Alina Arshad" userId="cccdfd85-d35d-4453-9c6f-a463aae40722" providerId="ADAL" clId="{39EC16EE-C6FC-4FFD-838E-BA7EDCB6100D}" dt="2024-10-12T07:14:28.810" v="30" actId="47"/>
        <pc:sldMkLst>
          <pc:docMk/>
          <pc:sldMk cId="3545550237" sldId="532"/>
        </pc:sldMkLst>
      </pc:sldChg>
      <pc:sldChg chg="del">
        <pc:chgData name="Ms Alina Arshad" userId="cccdfd85-d35d-4453-9c6f-a463aae40722" providerId="ADAL" clId="{39EC16EE-C6FC-4FFD-838E-BA7EDCB6100D}" dt="2024-10-12T07:14:29.177" v="31" actId="47"/>
        <pc:sldMkLst>
          <pc:docMk/>
          <pc:sldMk cId="3162381277" sldId="534"/>
        </pc:sldMkLst>
      </pc:sldChg>
      <pc:sldChg chg="del">
        <pc:chgData name="Ms Alina Arshad" userId="cccdfd85-d35d-4453-9c6f-a463aae40722" providerId="ADAL" clId="{39EC16EE-C6FC-4FFD-838E-BA7EDCB6100D}" dt="2024-10-12T07:14:29.648" v="32" actId="47"/>
        <pc:sldMkLst>
          <pc:docMk/>
          <pc:sldMk cId="1199260640" sldId="535"/>
        </pc:sldMkLst>
      </pc:sldChg>
      <pc:sldChg chg="del">
        <pc:chgData name="Ms Alina Arshad" userId="cccdfd85-d35d-4453-9c6f-a463aae40722" providerId="ADAL" clId="{39EC16EE-C6FC-4FFD-838E-BA7EDCB6100D}" dt="2024-10-12T07:14:30.234" v="33" actId="47"/>
        <pc:sldMkLst>
          <pc:docMk/>
          <pc:sldMk cId="3317521878" sldId="536"/>
        </pc:sldMkLst>
      </pc:sldChg>
    </pc:docChg>
  </pc:docChgLst>
  <pc:docChgLst>
    <pc:chgData name="Ms Alina Arshad" userId="cccdfd85-d35d-4453-9c6f-a463aae40722" providerId="ADAL" clId="{A8F62292-C3D6-4926-9BC9-5B18711B6FF1}"/>
    <pc:docChg chg="undo custSel addSld delSld modSld sldOrd">
      <pc:chgData name="Ms Alina Arshad" userId="cccdfd85-d35d-4453-9c6f-a463aae40722" providerId="ADAL" clId="{A8F62292-C3D6-4926-9BC9-5B18711B6FF1}" dt="2024-10-06T12:45:22.828" v="2242"/>
      <pc:docMkLst>
        <pc:docMk/>
      </pc:docMkLst>
      <pc:sldChg chg="modSp mod">
        <pc:chgData name="Ms Alina Arshad" userId="cccdfd85-d35d-4453-9c6f-a463aae40722" providerId="ADAL" clId="{A8F62292-C3D6-4926-9BC9-5B18711B6FF1}" dt="2024-10-05T15:04:47.322" v="1" actId="20577"/>
        <pc:sldMkLst>
          <pc:docMk/>
          <pc:sldMk cId="3322361034" sldId="256"/>
        </pc:sldMkLst>
        <pc:spChg chg="mod">
          <ac:chgData name="Ms Alina Arshad" userId="cccdfd85-d35d-4453-9c6f-a463aae40722" providerId="ADAL" clId="{A8F62292-C3D6-4926-9BC9-5B18711B6FF1}" dt="2024-10-05T15:04:47.322" v="1" actId="20577"/>
          <ac:spMkLst>
            <pc:docMk/>
            <pc:sldMk cId="3322361034" sldId="256"/>
            <ac:spMk id="3" creationId="{44E9F82C-BBA7-3495-1097-BEDB54FFFDF4}"/>
          </ac:spMkLst>
        </pc:spChg>
      </pc:sldChg>
      <pc:sldChg chg="modSp mod">
        <pc:chgData name="Ms Alina Arshad" userId="cccdfd85-d35d-4453-9c6f-a463aae40722" providerId="ADAL" clId="{A8F62292-C3D6-4926-9BC9-5B18711B6FF1}" dt="2024-10-06T04:35:52.309" v="635" actId="255"/>
        <pc:sldMkLst>
          <pc:docMk/>
          <pc:sldMk cId="3595481221" sldId="492"/>
        </pc:sldMkLst>
        <pc:spChg chg="mod">
          <ac:chgData name="Ms Alina Arshad" userId="cccdfd85-d35d-4453-9c6f-a463aae40722" providerId="ADAL" clId="{A8F62292-C3D6-4926-9BC9-5B18711B6FF1}" dt="2024-10-05T15:05:02.423" v="3" actId="207"/>
          <ac:spMkLst>
            <pc:docMk/>
            <pc:sldMk cId="3595481221" sldId="492"/>
            <ac:spMk id="2" creationId="{00000000-0000-0000-0000-000000000000}"/>
          </ac:spMkLst>
        </pc:spChg>
        <pc:spChg chg="mod">
          <ac:chgData name="Ms Alina Arshad" userId="cccdfd85-d35d-4453-9c6f-a463aae40722" providerId="ADAL" clId="{A8F62292-C3D6-4926-9BC9-5B18711B6FF1}" dt="2024-10-06T04:35:52.309" v="635" actId="255"/>
          <ac:spMkLst>
            <pc:docMk/>
            <pc:sldMk cId="3595481221" sldId="492"/>
            <ac:spMk id="3" creationId="{00000000-0000-0000-0000-000000000000}"/>
          </ac:spMkLst>
        </pc:spChg>
      </pc:sldChg>
      <pc:sldChg chg="delSp modSp mod">
        <pc:chgData name="Ms Alina Arshad" userId="cccdfd85-d35d-4453-9c6f-a463aae40722" providerId="ADAL" clId="{A8F62292-C3D6-4926-9BC9-5B18711B6FF1}" dt="2024-10-06T04:38:52.629" v="661" actId="403"/>
        <pc:sldMkLst>
          <pc:docMk/>
          <pc:sldMk cId="3384488715" sldId="493"/>
        </pc:sldMkLst>
        <pc:spChg chg="mod">
          <ac:chgData name="Ms Alina Arshad" userId="cccdfd85-d35d-4453-9c6f-a463aae40722" providerId="ADAL" clId="{A8F62292-C3D6-4926-9BC9-5B18711B6FF1}" dt="2024-10-06T04:38:52.629" v="661" actId="403"/>
          <ac:spMkLst>
            <pc:docMk/>
            <pc:sldMk cId="3384488715" sldId="493"/>
            <ac:spMk id="3" creationId="{00000000-0000-0000-0000-000000000000}"/>
          </ac:spMkLst>
        </pc:spChg>
        <pc:picChg chg="del">
          <ac:chgData name="Ms Alina Arshad" userId="cccdfd85-d35d-4453-9c6f-a463aae40722" providerId="ADAL" clId="{A8F62292-C3D6-4926-9BC9-5B18711B6FF1}" dt="2024-10-06T04:38:36.879" v="657" actId="478"/>
          <ac:picMkLst>
            <pc:docMk/>
            <pc:sldMk cId="3384488715" sldId="493"/>
            <ac:picMk id="6" creationId="{00000000-0000-0000-0000-000000000000}"/>
          </ac:picMkLst>
        </pc:picChg>
      </pc:sldChg>
      <pc:sldChg chg="del">
        <pc:chgData name="Ms Alina Arshad" userId="cccdfd85-d35d-4453-9c6f-a463aae40722" providerId="ADAL" clId="{A8F62292-C3D6-4926-9BC9-5B18711B6FF1}" dt="2024-10-06T04:39:09.730" v="662" actId="47"/>
        <pc:sldMkLst>
          <pc:docMk/>
          <pc:sldMk cId="3386321733" sldId="494"/>
        </pc:sldMkLst>
      </pc:sldChg>
      <pc:sldChg chg="modSp mod">
        <pc:chgData name="Ms Alina Arshad" userId="cccdfd85-d35d-4453-9c6f-a463aae40722" providerId="ADAL" clId="{A8F62292-C3D6-4926-9BC9-5B18711B6FF1}" dt="2024-10-06T04:39:58.959" v="672" actId="1076"/>
        <pc:sldMkLst>
          <pc:docMk/>
          <pc:sldMk cId="4273395344" sldId="495"/>
        </pc:sldMkLst>
        <pc:spChg chg="mod">
          <ac:chgData name="Ms Alina Arshad" userId="cccdfd85-d35d-4453-9c6f-a463aae40722" providerId="ADAL" clId="{A8F62292-C3D6-4926-9BC9-5B18711B6FF1}" dt="2024-10-06T04:39:18.456" v="664" actId="207"/>
          <ac:spMkLst>
            <pc:docMk/>
            <pc:sldMk cId="4273395344" sldId="495"/>
            <ac:spMk id="2" creationId="{00000000-0000-0000-0000-000000000000}"/>
          </ac:spMkLst>
        </pc:spChg>
        <pc:spChg chg="mod">
          <ac:chgData name="Ms Alina Arshad" userId="cccdfd85-d35d-4453-9c6f-a463aae40722" providerId="ADAL" clId="{A8F62292-C3D6-4926-9BC9-5B18711B6FF1}" dt="2024-10-06T04:39:58.959" v="672" actId="1076"/>
          <ac:spMkLst>
            <pc:docMk/>
            <pc:sldMk cId="4273395344" sldId="495"/>
            <ac:spMk id="3" creationId="{00000000-0000-0000-0000-000000000000}"/>
          </ac:spMkLst>
        </pc:spChg>
      </pc:sldChg>
      <pc:sldChg chg="add del">
        <pc:chgData name="Ms Alina Arshad" userId="cccdfd85-d35d-4453-9c6f-a463aae40722" providerId="ADAL" clId="{A8F62292-C3D6-4926-9BC9-5B18711B6FF1}" dt="2024-10-06T12:45:15.076" v="2241" actId="2696"/>
        <pc:sldMkLst>
          <pc:docMk/>
          <pc:sldMk cId="1058188132" sldId="496"/>
        </pc:sldMkLst>
      </pc:sldChg>
      <pc:sldChg chg="add">
        <pc:chgData name="Ms Alina Arshad" userId="cccdfd85-d35d-4453-9c6f-a463aae40722" providerId="ADAL" clId="{A8F62292-C3D6-4926-9BC9-5B18711B6FF1}" dt="2024-10-06T12:45:22.828" v="2242"/>
        <pc:sldMkLst>
          <pc:docMk/>
          <pc:sldMk cId="1571222058" sldId="496"/>
        </pc:sldMkLst>
      </pc:sldChg>
      <pc:sldChg chg="del">
        <pc:chgData name="Ms Alina Arshad" userId="cccdfd85-d35d-4453-9c6f-a463aae40722" providerId="ADAL" clId="{A8F62292-C3D6-4926-9BC9-5B18711B6FF1}" dt="2024-10-06T05:10:03.761" v="1267" actId="47"/>
        <pc:sldMkLst>
          <pc:docMk/>
          <pc:sldMk cId="1132663045" sldId="497"/>
        </pc:sldMkLst>
      </pc:sldChg>
      <pc:sldChg chg="add">
        <pc:chgData name="Ms Alina Arshad" userId="cccdfd85-d35d-4453-9c6f-a463aae40722" providerId="ADAL" clId="{A8F62292-C3D6-4926-9BC9-5B18711B6FF1}" dt="2024-10-06T12:45:22.828" v="2242"/>
        <pc:sldMkLst>
          <pc:docMk/>
          <pc:sldMk cId="100074574" sldId="505"/>
        </pc:sldMkLst>
      </pc:sldChg>
      <pc:sldChg chg="modSp add del mod">
        <pc:chgData name="Ms Alina Arshad" userId="cccdfd85-d35d-4453-9c6f-a463aae40722" providerId="ADAL" clId="{A8F62292-C3D6-4926-9BC9-5B18711B6FF1}" dt="2024-10-06T12:45:15.076" v="2241" actId="2696"/>
        <pc:sldMkLst>
          <pc:docMk/>
          <pc:sldMk cId="1570724855" sldId="505"/>
        </pc:sldMkLst>
        <pc:picChg chg="mod modCrop">
          <ac:chgData name="Ms Alina Arshad" userId="cccdfd85-d35d-4453-9c6f-a463aae40722" providerId="ADAL" clId="{A8F62292-C3D6-4926-9BC9-5B18711B6FF1}" dt="2024-10-06T06:11:05.452" v="2228" actId="1076"/>
          <ac:picMkLst>
            <pc:docMk/>
            <pc:sldMk cId="1570724855" sldId="505"/>
            <ac:picMk id="6" creationId="{00000000-0000-0000-0000-000000000000}"/>
          </ac:picMkLst>
        </pc:picChg>
        <pc:picChg chg="mod">
          <ac:chgData name="Ms Alina Arshad" userId="cccdfd85-d35d-4453-9c6f-a463aae40722" providerId="ADAL" clId="{A8F62292-C3D6-4926-9BC9-5B18711B6FF1}" dt="2024-10-06T06:11:26.635" v="2240" actId="1038"/>
          <ac:picMkLst>
            <pc:docMk/>
            <pc:sldMk cId="1570724855" sldId="505"/>
            <ac:picMk id="7" creationId="{00000000-0000-0000-0000-000000000000}"/>
          </ac:picMkLst>
        </pc:picChg>
      </pc:sldChg>
      <pc:sldChg chg="add">
        <pc:chgData name="Ms Alina Arshad" userId="cccdfd85-d35d-4453-9c6f-a463aae40722" providerId="ADAL" clId="{A8F62292-C3D6-4926-9BC9-5B18711B6FF1}" dt="2024-10-06T12:45:22.828" v="2242"/>
        <pc:sldMkLst>
          <pc:docMk/>
          <pc:sldMk cId="960832018" sldId="506"/>
        </pc:sldMkLst>
      </pc:sldChg>
      <pc:sldChg chg="modSp add del mod">
        <pc:chgData name="Ms Alina Arshad" userId="cccdfd85-d35d-4453-9c6f-a463aae40722" providerId="ADAL" clId="{A8F62292-C3D6-4926-9BC9-5B18711B6FF1}" dt="2024-10-06T12:45:15.076" v="2241" actId="2696"/>
        <pc:sldMkLst>
          <pc:docMk/>
          <pc:sldMk cId="2421881517" sldId="506"/>
        </pc:sldMkLst>
        <pc:picChg chg="mod">
          <ac:chgData name="Ms Alina Arshad" userId="cccdfd85-d35d-4453-9c6f-a463aae40722" providerId="ADAL" clId="{A8F62292-C3D6-4926-9BC9-5B18711B6FF1}" dt="2024-10-06T05:56:29" v="2164" actId="1035"/>
          <ac:picMkLst>
            <pc:docMk/>
            <pc:sldMk cId="2421881517" sldId="506"/>
            <ac:picMk id="6" creationId="{00000000-0000-0000-0000-000000000000}"/>
          </ac:picMkLst>
        </pc:picChg>
      </pc:sldChg>
      <pc:sldChg chg="del">
        <pc:chgData name="Ms Alina Arshad" userId="cccdfd85-d35d-4453-9c6f-a463aae40722" providerId="ADAL" clId="{A8F62292-C3D6-4926-9BC9-5B18711B6FF1}" dt="2024-10-06T04:39:11.965" v="663" actId="47"/>
        <pc:sldMkLst>
          <pc:docMk/>
          <pc:sldMk cId="1799033065" sldId="507"/>
        </pc:sldMkLst>
      </pc:sldChg>
      <pc:sldChg chg="del">
        <pc:chgData name="Ms Alina Arshad" userId="cccdfd85-d35d-4453-9c6f-a463aae40722" providerId="ADAL" clId="{A8F62292-C3D6-4926-9BC9-5B18711B6FF1}" dt="2024-10-06T05:10:01.995" v="1264" actId="47"/>
        <pc:sldMkLst>
          <pc:docMk/>
          <pc:sldMk cId="163811022" sldId="511"/>
        </pc:sldMkLst>
      </pc:sldChg>
      <pc:sldChg chg="del">
        <pc:chgData name="Ms Alina Arshad" userId="cccdfd85-d35d-4453-9c6f-a463aae40722" providerId="ADAL" clId="{A8F62292-C3D6-4926-9BC9-5B18711B6FF1}" dt="2024-10-06T05:10:02.494" v="1265" actId="47"/>
        <pc:sldMkLst>
          <pc:docMk/>
          <pc:sldMk cId="1045239677" sldId="512"/>
        </pc:sldMkLst>
      </pc:sldChg>
      <pc:sldChg chg="del">
        <pc:chgData name="Ms Alina Arshad" userId="cccdfd85-d35d-4453-9c6f-a463aae40722" providerId="ADAL" clId="{A8F62292-C3D6-4926-9BC9-5B18711B6FF1}" dt="2024-10-06T05:10:03.094" v="1266" actId="47"/>
        <pc:sldMkLst>
          <pc:docMk/>
          <pc:sldMk cId="711124051" sldId="516"/>
        </pc:sldMkLst>
      </pc:sldChg>
      <pc:sldChg chg="del">
        <pc:chgData name="Ms Alina Arshad" userId="cccdfd85-d35d-4453-9c6f-a463aae40722" providerId="ADAL" clId="{A8F62292-C3D6-4926-9BC9-5B18711B6FF1}" dt="2024-10-06T05:10:04.668" v="1268" actId="47"/>
        <pc:sldMkLst>
          <pc:docMk/>
          <pc:sldMk cId="1747393571" sldId="518"/>
        </pc:sldMkLst>
      </pc:sldChg>
      <pc:sldChg chg="del">
        <pc:chgData name="Ms Alina Arshad" userId="cccdfd85-d35d-4453-9c6f-a463aae40722" providerId="ADAL" clId="{A8F62292-C3D6-4926-9BC9-5B18711B6FF1}" dt="2024-10-06T05:10:05.379" v="1269" actId="47"/>
        <pc:sldMkLst>
          <pc:docMk/>
          <pc:sldMk cId="275598820" sldId="519"/>
        </pc:sldMkLst>
      </pc:sldChg>
      <pc:sldChg chg="del">
        <pc:chgData name="Ms Alina Arshad" userId="cccdfd85-d35d-4453-9c6f-a463aae40722" providerId="ADAL" clId="{A8F62292-C3D6-4926-9BC9-5B18711B6FF1}" dt="2024-10-06T05:10:06.046" v="1270" actId="47"/>
        <pc:sldMkLst>
          <pc:docMk/>
          <pc:sldMk cId="3035140792" sldId="522"/>
        </pc:sldMkLst>
      </pc:sldChg>
      <pc:sldChg chg="del">
        <pc:chgData name="Ms Alina Arshad" userId="cccdfd85-d35d-4453-9c6f-a463aae40722" providerId="ADAL" clId="{A8F62292-C3D6-4926-9BC9-5B18711B6FF1}" dt="2024-10-06T05:10:06.723" v="1271" actId="47"/>
        <pc:sldMkLst>
          <pc:docMk/>
          <pc:sldMk cId="2350581562" sldId="523"/>
        </pc:sldMkLst>
      </pc:sldChg>
      <pc:sldChg chg="del">
        <pc:chgData name="Ms Alina Arshad" userId="cccdfd85-d35d-4453-9c6f-a463aae40722" providerId="ADAL" clId="{A8F62292-C3D6-4926-9BC9-5B18711B6FF1}" dt="2024-10-06T05:10:07.394" v="1272" actId="47"/>
        <pc:sldMkLst>
          <pc:docMk/>
          <pc:sldMk cId="627369714" sldId="524"/>
        </pc:sldMkLst>
      </pc:sldChg>
      <pc:sldChg chg="modSp new mod">
        <pc:chgData name="Ms Alina Arshad" userId="cccdfd85-d35d-4453-9c6f-a463aae40722" providerId="ADAL" clId="{A8F62292-C3D6-4926-9BC9-5B18711B6FF1}" dt="2024-10-06T04:34:09.200" v="575" actId="27636"/>
        <pc:sldMkLst>
          <pc:docMk/>
          <pc:sldMk cId="3654789932" sldId="525"/>
        </pc:sldMkLst>
        <pc:spChg chg="mod">
          <ac:chgData name="Ms Alina Arshad" userId="cccdfd85-d35d-4453-9c6f-a463aae40722" providerId="ADAL" clId="{A8F62292-C3D6-4926-9BC9-5B18711B6FF1}" dt="2024-10-06T04:32:24.541" v="545" actId="207"/>
          <ac:spMkLst>
            <pc:docMk/>
            <pc:sldMk cId="3654789932" sldId="525"/>
            <ac:spMk id="2" creationId="{98F2F3A0-6F3B-8C01-158E-C78C9D71DD82}"/>
          </ac:spMkLst>
        </pc:spChg>
        <pc:spChg chg="mod">
          <ac:chgData name="Ms Alina Arshad" userId="cccdfd85-d35d-4453-9c6f-a463aae40722" providerId="ADAL" clId="{A8F62292-C3D6-4926-9BC9-5B18711B6FF1}" dt="2024-10-06T04:34:09.200" v="575" actId="27636"/>
          <ac:spMkLst>
            <pc:docMk/>
            <pc:sldMk cId="3654789932" sldId="525"/>
            <ac:spMk id="3" creationId="{9A831400-11CD-74FE-91A4-F6C2DD118D6F}"/>
          </ac:spMkLst>
        </pc:spChg>
      </pc:sldChg>
      <pc:sldChg chg="modSp new del mod">
        <pc:chgData name="Ms Alina Arshad" userId="cccdfd85-d35d-4453-9c6f-a463aae40722" providerId="ADAL" clId="{A8F62292-C3D6-4926-9BC9-5B18711B6FF1}" dt="2024-10-06T04:35:58.918" v="636" actId="47"/>
        <pc:sldMkLst>
          <pc:docMk/>
          <pc:sldMk cId="1285450132" sldId="526"/>
        </pc:sldMkLst>
        <pc:spChg chg="mod">
          <ac:chgData name="Ms Alina Arshad" userId="cccdfd85-d35d-4453-9c6f-a463aae40722" providerId="ADAL" clId="{A8F62292-C3D6-4926-9BC9-5B18711B6FF1}" dt="2024-10-06T04:08:16.053" v="499" actId="20577"/>
          <ac:spMkLst>
            <pc:docMk/>
            <pc:sldMk cId="1285450132" sldId="526"/>
            <ac:spMk id="2" creationId="{6D2603C7-333C-1F44-94A9-A6EDE3260738}"/>
          </ac:spMkLst>
        </pc:spChg>
        <pc:spChg chg="mod">
          <ac:chgData name="Ms Alina Arshad" userId="cccdfd85-d35d-4453-9c6f-a463aae40722" providerId="ADAL" clId="{A8F62292-C3D6-4926-9BC9-5B18711B6FF1}" dt="2024-10-06T04:34:34.888" v="577" actId="21"/>
          <ac:spMkLst>
            <pc:docMk/>
            <pc:sldMk cId="1285450132" sldId="526"/>
            <ac:spMk id="3" creationId="{1BD5B6FC-BE51-CEFC-C5C9-97B2B6C1CD0E}"/>
          </ac:spMkLst>
        </pc:spChg>
      </pc:sldChg>
      <pc:sldChg chg="addSp delSp modSp new mod">
        <pc:chgData name="Ms Alina Arshad" userId="cccdfd85-d35d-4453-9c6f-a463aae40722" providerId="ADAL" clId="{A8F62292-C3D6-4926-9BC9-5B18711B6FF1}" dt="2024-10-06T05:13:57.173" v="1282" actId="113"/>
        <pc:sldMkLst>
          <pc:docMk/>
          <pc:sldMk cId="1051870460" sldId="527"/>
        </pc:sldMkLst>
        <pc:spChg chg="mod">
          <ac:chgData name="Ms Alina Arshad" userId="cccdfd85-d35d-4453-9c6f-a463aae40722" providerId="ADAL" clId="{A8F62292-C3D6-4926-9BC9-5B18711B6FF1}" dt="2024-10-06T05:13:57.173" v="1282" actId="113"/>
          <ac:spMkLst>
            <pc:docMk/>
            <pc:sldMk cId="1051870460" sldId="527"/>
            <ac:spMk id="2" creationId="{71E231F1-93FE-9646-AE27-86180FB6F288}"/>
          </ac:spMkLst>
        </pc:spChg>
        <pc:spChg chg="del">
          <ac:chgData name="Ms Alina Arshad" userId="cccdfd85-d35d-4453-9c6f-a463aae40722" providerId="ADAL" clId="{A8F62292-C3D6-4926-9BC9-5B18711B6FF1}" dt="2024-10-06T04:09:38.284" v="502" actId="22"/>
          <ac:spMkLst>
            <pc:docMk/>
            <pc:sldMk cId="1051870460" sldId="527"/>
            <ac:spMk id="3" creationId="{8A84921D-8057-70B7-43E4-5CD1BF5F9DD8}"/>
          </ac:spMkLst>
        </pc:spChg>
        <pc:picChg chg="add mod ord">
          <ac:chgData name="Ms Alina Arshad" userId="cccdfd85-d35d-4453-9c6f-a463aae40722" providerId="ADAL" clId="{A8F62292-C3D6-4926-9BC9-5B18711B6FF1}" dt="2024-10-06T04:09:51.372" v="514" actId="1076"/>
          <ac:picMkLst>
            <pc:docMk/>
            <pc:sldMk cId="1051870460" sldId="527"/>
            <ac:picMk id="5" creationId="{F63BED9D-1E5E-3D7D-CA6A-0569F637F64F}"/>
          </ac:picMkLst>
        </pc:picChg>
      </pc:sldChg>
      <pc:sldChg chg="addSp delSp modSp new del mod">
        <pc:chgData name="Ms Alina Arshad" userId="cccdfd85-d35d-4453-9c6f-a463aae40722" providerId="ADAL" clId="{A8F62292-C3D6-4926-9BC9-5B18711B6FF1}" dt="2024-10-06T05:45:01.545" v="2065" actId="47"/>
        <pc:sldMkLst>
          <pc:docMk/>
          <pc:sldMk cId="1758917919" sldId="528"/>
        </pc:sldMkLst>
        <pc:spChg chg="del">
          <ac:chgData name="Ms Alina Arshad" userId="cccdfd85-d35d-4453-9c6f-a463aae40722" providerId="ADAL" clId="{A8F62292-C3D6-4926-9BC9-5B18711B6FF1}" dt="2024-10-06T04:10:22.465" v="516" actId="22"/>
          <ac:spMkLst>
            <pc:docMk/>
            <pc:sldMk cId="1758917919" sldId="528"/>
            <ac:spMk id="3" creationId="{AD3E4215-54EB-2D55-F378-5EF4F9936AA9}"/>
          </ac:spMkLst>
        </pc:spChg>
        <pc:picChg chg="add mod ord">
          <ac:chgData name="Ms Alina Arshad" userId="cccdfd85-d35d-4453-9c6f-a463aae40722" providerId="ADAL" clId="{A8F62292-C3D6-4926-9BC9-5B18711B6FF1}" dt="2024-10-06T04:11:17.513" v="519" actId="1076"/>
          <ac:picMkLst>
            <pc:docMk/>
            <pc:sldMk cId="1758917919" sldId="528"/>
            <ac:picMk id="5" creationId="{1784CF38-96D5-3E2A-1345-15017DEB4132}"/>
          </ac:picMkLst>
        </pc:picChg>
      </pc:sldChg>
      <pc:sldChg chg="addSp delSp modSp new mod ord">
        <pc:chgData name="Ms Alina Arshad" userId="cccdfd85-d35d-4453-9c6f-a463aae40722" providerId="ADAL" clId="{A8F62292-C3D6-4926-9BC9-5B18711B6FF1}" dt="2024-10-06T05:58:34.826" v="2224" actId="1036"/>
        <pc:sldMkLst>
          <pc:docMk/>
          <pc:sldMk cId="2613136086" sldId="529"/>
        </pc:sldMkLst>
        <pc:spChg chg="mod">
          <ac:chgData name="Ms Alina Arshad" userId="cccdfd85-d35d-4453-9c6f-a463aae40722" providerId="ADAL" clId="{A8F62292-C3D6-4926-9BC9-5B18711B6FF1}" dt="2024-10-06T05:28:36.305" v="2064" actId="1076"/>
          <ac:spMkLst>
            <pc:docMk/>
            <pc:sldMk cId="2613136086" sldId="529"/>
            <ac:spMk id="2" creationId="{F91AFA57-3D6E-EEDC-CB33-82B94A6E739E}"/>
          </ac:spMkLst>
        </pc:spChg>
        <pc:spChg chg="del mod">
          <ac:chgData name="Ms Alina Arshad" userId="cccdfd85-d35d-4453-9c6f-a463aae40722" providerId="ADAL" clId="{A8F62292-C3D6-4926-9BC9-5B18711B6FF1}" dt="2024-10-06T04:11:45.254" v="523" actId="478"/>
          <ac:spMkLst>
            <pc:docMk/>
            <pc:sldMk cId="2613136086" sldId="529"/>
            <ac:spMk id="3" creationId="{6AD306E3-FF3A-F28D-F6BD-8AF7D5EF2C51}"/>
          </ac:spMkLst>
        </pc:spChg>
        <pc:spChg chg="add mod">
          <ac:chgData name="Ms Alina Arshad" userId="cccdfd85-d35d-4453-9c6f-a463aae40722" providerId="ADAL" clId="{A8F62292-C3D6-4926-9BC9-5B18711B6FF1}" dt="2024-10-06T05:58:21.111" v="2217" actId="1076"/>
          <ac:spMkLst>
            <pc:docMk/>
            <pc:sldMk cId="2613136086" sldId="529"/>
            <ac:spMk id="3" creationId="{F0D5554B-EFC5-BB11-D95E-91FE78A1C5C3}"/>
          </ac:spMkLst>
        </pc:spChg>
        <pc:spChg chg="add mod">
          <ac:chgData name="Ms Alina Arshad" userId="cccdfd85-d35d-4453-9c6f-a463aae40722" providerId="ADAL" clId="{A8F62292-C3D6-4926-9BC9-5B18711B6FF1}" dt="2024-10-06T05:58:07.646" v="2214" actId="20577"/>
          <ac:spMkLst>
            <pc:docMk/>
            <pc:sldMk cId="2613136086" sldId="529"/>
            <ac:spMk id="4" creationId="{3E05BF73-E989-3814-052F-354452D948EA}"/>
          </ac:spMkLst>
        </pc:spChg>
        <pc:spChg chg="add mod">
          <ac:chgData name="Ms Alina Arshad" userId="cccdfd85-d35d-4453-9c6f-a463aae40722" providerId="ADAL" clId="{A8F62292-C3D6-4926-9BC9-5B18711B6FF1}" dt="2024-10-06T05:58:13.738" v="2215" actId="1076"/>
          <ac:spMkLst>
            <pc:docMk/>
            <pc:sldMk cId="2613136086" sldId="529"/>
            <ac:spMk id="5" creationId="{A058D4A8-68B7-E296-EB4B-6F3ECEA36EFE}"/>
          </ac:spMkLst>
        </pc:spChg>
        <pc:spChg chg="add mod">
          <ac:chgData name="Ms Alina Arshad" userId="cccdfd85-d35d-4453-9c6f-a463aae40722" providerId="ADAL" clId="{A8F62292-C3D6-4926-9BC9-5B18711B6FF1}" dt="2024-10-06T05:58:18.107" v="2216" actId="1076"/>
          <ac:spMkLst>
            <pc:docMk/>
            <pc:sldMk cId="2613136086" sldId="529"/>
            <ac:spMk id="6" creationId="{DA8EBA41-E0BB-162F-5AA1-5C7BEB13F13E}"/>
          </ac:spMkLst>
        </pc:spChg>
        <pc:picChg chg="add del mod">
          <ac:chgData name="Ms Alina Arshad" userId="cccdfd85-d35d-4453-9c6f-a463aae40722" providerId="ADAL" clId="{A8F62292-C3D6-4926-9BC9-5B18711B6FF1}" dt="2024-10-06T05:25:53.043" v="1720" actId="478"/>
          <ac:picMkLst>
            <pc:docMk/>
            <pc:sldMk cId="2613136086" sldId="529"/>
            <ac:picMk id="1026" creationId="{ADA61062-260B-1A9C-9869-DA04445B3E08}"/>
          </ac:picMkLst>
        </pc:picChg>
        <pc:picChg chg="add mod">
          <ac:chgData name="Ms Alina Arshad" userId="cccdfd85-d35d-4453-9c6f-a463aae40722" providerId="ADAL" clId="{A8F62292-C3D6-4926-9BC9-5B18711B6FF1}" dt="2024-10-06T05:58:34.826" v="2224" actId="1036"/>
          <ac:picMkLst>
            <pc:docMk/>
            <pc:sldMk cId="2613136086" sldId="529"/>
            <ac:picMk id="1027" creationId="{22731AC4-95E9-3DA6-4033-9A8AF14C2392}"/>
          </ac:picMkLst>
        </pc:picChg>
        <pc:picChg chg="add del mod">
          <ac:chgData name="Ms Alina Arshad" userId="cccdfd85-d35d-4453-9c6f-a463aae40722" providerId="ADAL" clId="{A8F62292-C3D6-4926-9BC9-5B18711B6FF1}" dt="2024-10-06T05:27:02.416" v="1797" actId="478"/>
          <ac:picMkLst>
            <pc:docMk/>
            <pc:sldMk cId="2613136086" sldId="529"/>
            <ac:picMk id="1028" creationId="{4EABB25B-4C15-DE35-B1E0-330D969955E5}"/>
          </ac:picMkLst>
        </pc:picChg>
        <pc:picChg chg="add del mod">
          <ac:chgData name="Ms Alina Arshad" userId="cccdfd85-d35d-4453-9c6f-a463aae40722" providerId="ADAL" clId="{A8F62292-C3D6-4926-9BC9-5B18711B6FF1}" dt="2024-10-06T05:27:04.486" v="1798" actId="478"/>
          <ac:picMkLst>
            <pc:docMk/>
            <pc:sldMk cId="2613136086" sldId="529"/>
            <ac:picMk id="1029" creationId="{3DB78F31-E123-5706-48AB-7D3EB0B9B094}"/>
          </ac:picMkLst>
        </pc:picChg>
      </pc:sldChg>
      <pc:sldChg chg="modSp new mod ord">
        <pc:chgData name="Ms Alina Arshad" userId="cccdfd85-d35d-4453-9c6f-a463aae40722" providerId="ADAL" clId="{A8F62292-C3D6-4926-9BC9-5B18711B6FF1}" dt="2024-10-06T04:40:30.040" v="681" actId="2711"/>
        <pc:sldMkLst>
          <pc:docMk/>
          <pc:sldMk cId="1875193234" sldId="530"/>
        </pc:sldMkLst>
        <pc:spChg chg="mod">
          <ac:chgData name="Ms Alina Arshad" userId="cccdfd85-d35d-4453-9c6f-a463aae40722" providerId="ADAL" clId="{A8F62292-C3D6-4926-9BC9-5B18711B6FF1}" dt="2024-10-06T04:40:30.040" v="681" actId="2711"/>
          <ac:spMkLst>
            <pc:docMk/>
            <pc:sldMk cId="1875193234" sldId="530"/>
            <ac:spMk id="2" creationId="{88B496CB-83AA-033D-FEB0-6044F7B0DD2F}"/>
          </ac:spMkLst>
        </pc:spChg>
        <pc:spChg chg="mod">
          <ac:chgData name="Ms Alina Arshad" userId="cccdfd85-d35d-4453-9c6f-a463aae40722" providerId="ADAL" clId="{A8F62292-C3D6-4926-9BC9-5B18711B6FF1}" dt="2024-10-06T04:40:16.723" v="679" actId="14100"/>
          <ac:spMkLst>
            <pc:docMk/>
            <pc:sldMk cId="1875193234" sldId="530"/>
            <ac:spMk id="3" creationId="{BE0E0C63-0550-7810-0C46-2ABA7B01846D}"/>
          </ac:spMkLst>
        </pc:spChg>
      </pc:sldChg>
      <pc:sldChg chg="addSp delSp modSp new del mod ord">
        <pc:chgData name="Ms Alina Arshad" userId="cccdfd85-d35d-4453-9c6f-a463aae40722" providerId="ADAL" clId="{A8F62292-C3D6-4926-9BC9-5B18711B6FF1}" dt="2024-10-06T04:56:38.088" v="919" actId="47"/>
        <pc:sldMkLst>
          <pc:docMk/>
          <pc:sldMk cId="2729188232" sldId="531"/>
        </pc:sldMkLst>
        <pc:spChg chg="del">
          <ac:chgData name="Ms Alina Arshad" userId="cccdfd85-d35d-4453-9c6f-a463aae40722" providerId="ADAL" clId="{A8F62292-C3D6-4926-9BC9-5B18711B6FF1}" dt="2024-10-06T04:41:21.194" v="683" actId="478"/>
          <ac:spMkLst>
            <pc:docMk/>
            <pc:sldMk cId="2729188232" sldId="531"/>
            <ac:spMk id="3" creationId="{C4EC7ACE-3C77-4C93-DDB8-F5488302C478}"/>
          </ac:spMkLst>
        </pc:spChg>
        <pc:picChg chg="add mod">
          <ac:chgData name="Ms Alina Arshad" userId="cccdfd85-d35d-4453-9c6f-a463aae40722" providerId="ADAL" clId="{A8F62292-C3D6-4926-9BC9-5B18711B6FF1}" dt="2024-10-06T04:41:32.793" v="686" actId="1076"/>
          <ac:picMkLst>
            <pc:docMk/>
            <pc:sldMk cId="2729188232" sldId="531"/>
            <ac:picMk id="2050" creationId="{10A2C191-7A7F-1426-D248-4AF426D6E35D}"/>
          </ac:picMkLst>
        </pc:picChg>
        <pc:picChg chg="add">
          <ac:chgData name="Ms Alina Arshad" userId="cccdfd85-d35d-4453-9c6f-a463aae40722" providerId="ADAL" clId="{A8F62292-C3D6-4926-9BC9-5B18711B6FF1}" dt="2024-10-06T04:41:59.477" v="687"/>
          <ac:picMkLst>
            <pc:docMk/>
            <pc:sldMk cId="2729188232" sldId="531"/>
            <ac:picMk id="2052" creationId="{EB1705C7-F3A1-633F-B4C6-EE5D4AE1CA36}"/>
          </ac:picMkLst>
        </pc:picChg>
      </pc:sldChg>
      <pc:sldChg chg="addSp delSp modSp new mod">
        <pc:chgData name="Ms Alina Arshad" userId="cccdfd85-d35d-4453-9c6f-a463aae40722" providerId="ADAL" clId="{A8F62292-C3D6-4926-9BC9-5B18711B6FF1}" dt="2024-10-06T05:25:30.402" v="1719" actId="1036"/>
        <pc:sldMkLst>
          <pc:docMk/>
          <pc:sldMk cId="3545550237" sldId="532"/>
        </pc:sldMkLst>
        <pc:spChg chg="mod">
          <ac:chgData name="Ms Alina Arshad" userId="cccdfd85-d35d-4453-9c6f-a463aae40722" providerId="ADAL" clId="{A8F62292-C3D6-4926-9BC9-5B18711B6FF1}" dt="2024-10-06T05:25:30.402" v="1719" actId="1036"/>
          <ac:spMkLst>
            <pc:docMk/>
            <pc:sldMk cId="3545550237" sldId="532"/>
            <ac:spMk id="2" creationId="{D030AFEC-965B-F22F-B0B5-0BBB9AE23E50}"/>
          </ac:spMkLst>
        </pc:spChg>
        <pc:spChg chg="del">
          <ac:chgData name="Ms Alina Arshad" userId="cccdfd85-d35d-4453-9c6f-a463aae40722" providerId="ADAL" clId="{A8F62292-C3D6-4926-9BC9-5B18711B6FF1}" dt="2024-10-06T04:46:04.731" v="731" actId="478"/>
          <ac:spMkLst>
            <pc:docMk/>
            <pc:sldMk cId="3545550237" sldId="532"/>
            <ac:spMk id="3" creationId="{360585AC-CEB9-3660-A264-AD692CB9B531}"/>
          </ac:spMkLst>
        </pc:spChg>
        <pc:spChg chg="add del">
          <ac:chgData name="Ms Alina Arshad" userId="cccdfd85-d35d-4453-9c6f-a463aae40722" providerId="ADAL" clId="{A8F62292-C3D6-4926-9BC9-5B18711B6FF1}" dt="2024-10-06T05:16:25.727" v="1286" actId="478"/>
          <ac:spMkLst>
            <pc:docMk/>
            <pc:sldMk cId="3545550237" sldId="532"/>
            <ac:spMk id="3" creationId="{AD34B7C1-25BA-6FF7-D825-A00C145D7A65}"/>
          </ac:spMkLst>
        </pc:spChg>
        <pc:spChg chg="add del mod">
          <ac:chgData name="Ms Alina Arshad" userId="cccdfd85-d35d-4453-9c6f-a463aae40722" providerId="ADAL" clId="{A8F62292-C3D6-4926-9BC9-5B18711B6FF1}" dt="2024-10-06T05:18:03.522" v="1296" actId="478"/>
          <ac:spMkLst>
            <pc:docMk/>
            <pc:sldMk cId="3545550237" sldId="532"/>
            <ac:spMk id="4" creationId="{E8FDBE96-FFC2-FA16-5876-24DC810756B3}"/>
          </ac:spMkLst>
        </pc:spChg>
        <pc:spChg chg="add del mod">
          <ac:chgData name="Ms Alina Arshad" userId="cccdfd85-d35d-4453-9c6f-a463aae40722" providerId="ADAL" clId="{A8F62292-C3D6-4926-9BC9-5B18711B6FF1}" dt="2024-10-06T04:48:25.535" v="804" actId="478"/>
          <ac:spMkLst>
            <pc:docMk/>
            <pc:sldMk cId="3545550237" sldId="532"/>
            <ac:spMk id="5" creationId="{193D73B8-DA38-585B-9A7C-6FE8AEFDDC6D}"/>
          </ac:spMkLst>
        </pc:spChg>
        <pc:spChg chg="add mod">
          <ac:chgData name="Ms Alina Arshad" userId="cccdfd85-d35d-4453-9c6f-a463aae40722" providerId="ADAL" clId="{A8F62292-C3D6-4926-9BC9-5B18711B6FF1}" dt="2024-10-06T05:18:10.271" v="1298"/>
          <ac:spMkLst>
            <pc:docMk/>
            <pc:sldMk cId="3545550237" sldId="532"/>
            <ac:spMk id="5" creationId="{637DBD1B-F05D-5845-F4EC-DD995E60D8CE}"/>
          </ac:spMkLst>
        </pc:spChg>
        <pc:spChg chg="add del mod">
          <ac:chgData name="Ms Alina Arshad" userId="cccdfd85-d35d-4453-9c6f-a463aae40722" providerId="ADAL" clId="{A8F62292-C3D6-4926-9BC9-5B18711B6FF1}" dt="2024-10-06T05:22:30.205" v="1559" actId="478"/>
          <ac:spMkLst>
            <pc:docMk/>
            <pc:sldMk cId="3545550237" sldId="532"/>
            <ac:spMk id="6" creationId="{97E24E0D-BBD5-FA46-CD36-F7464C23C681}"/>
          </ac:spMkLst>
        </pc:spChg>
        <pc:spChg chg="add del mod">
          <ac:chgData name="Ms Alina Arshad" userId="cccdfd85-d35d-4453-9c6f-a463aae40722" providerId="ADAL" clId="{A8F62292-C3D6-4926-9BC9-5B18711B6FF1}" dt="2024-10-06T05:22:04.599" v="1429" actId="478"/>
          <ac:spMkLst>
            <pc:docMk/>
            <pc:sldMk cId="3545550237" sldId="532"/>
            <ac:spMk id="7" creationId="{2F1C7FD1-C084-A920-4810-9881E8E5E41C}"/>
          </ac:spMkLst>
        </pc:spChg>
        <pc:spChg chg="add del mod">
          <ac:chgData name="Ms Alina Arshad" userId="cccdfd85-d35d-4453-9c6f-a463aae40722" providerId="ADAL" clId="{A8F62292-C3D6-4926-9BC9-5B18711B6FF1}" dt="2024-10-06T05:18:25.146" v="1303" actId="478"/>
          <ac:spMkLst>
            <pc:docMk/>
            <pc:sldMk cId="3545550237" sldId="532"/>
            <ac:spMk id="8" creationId="{70AF3C1F-D287-2522-60A9-273B5AF32303}"/>
          </ac:spMkLst>
        </pc:spChg>
        <pc:spChg chg="add del mod">
          <ac:chgData name="Ms Alina Arshad" userId="cccdfd85-d35d-4453-9c6f-a463aae40722" providerId="ADAL" clId="{A8F62292-C3D6-4926-9BC9-5B18711B6FF1}" dt="2024-10-06T05:18:47.202" v="1308" actId="478"/>
          <ac:spMkLst>
            <pc:docMk/>
            <pc:sldMk cId="3545550237" sldId="532"/>
            <ac:spMk id="9" creationId="{77F2E839-7F85-5443-A52A-0A9133592D5F}"/>
          </ac:spMkLst>
        </pc:spChg>
        <pc:spChg chg="add del mod">
          <ac:chgData name="Ms Alina Arshad" userId="cccdfd85-d35d-4453-9c6f-a463aae40722" providerId="ADAL" clId="{A8F62292-C3D6-4926-9BC9-5B18711B6FF1}" dt="2024-10-06T05:18:54.199" v="1310" actId="478"/>
          <ac:spMkLst>
            <pc:docMk/>
            <pc:sldMk cId="3545550237" sldId="532"/>
            <ac:spMk id="10" creationId="{C1489C06-253E-42AE-2CD6-0634D54AC85F}"/>
          </ac:spMkLst>
        </pc:spChg>
        <pc:spChg chg="add mod">
          <ac:chgData name="Ms Alina Arshad" userId="cccdfd85-d35d-4453-9c6f-a463aae40722" providerId="ADAL" clId="{A8F62292-C3D6-4926-9BC9-5B18711B6FF1}" dt="2024-10-06T04:56:29.576" v="918" actId="1036"/>
          <ac:spMkLst>
            <pc:docMk/>
            <pc:sldMk cId="3545550237" sldId="532"/>
            <ac:spMk id="11" creationId="{6C3CD05F-311A-C2C9-ABF3-05BA661423E4}"/>
          </ac:spMkLst>
        </pc:spChg>
        <pc:spChg chg="add mod">
          <ac:chgData name="Ms Alina Arshad" userId="cccdfd85-d35d-4453-9c6f-a463aae40722" providerId="ADAL" clId="{A8F62292-C3D6-4926-9BC9-5B18711B6FF1}" dt="2024-10-06T04:56:29.576" v="918" actId="1036"/>
          <ac:spMkLst>
            <pc:docMk/>
            <pc:sldMk cId="3545550237" sldId="532"/>
            <ac:spMk id="12" creationId="{54E2ED62-C853-A247-2518-62428E6CA14B}"/>
          </ac:spMkLst>
        </pc:spChg>
        <pc:spChg chg="add del mod">
          <ac:chgData name="Ms Alina Arshad" userId="cccdfd85-d35d-4453-9c6f-a463aae40722" providerId="ADAL" clId="{A8F62292-C3D6-4926-9BC9-5B18711B6FF1}" dt="2024-10-06T04:48:09.460" v="800" actId="478"/>
          <ac:spMkLst>
            <pc:docMk/>
            <pc:sldMk cId="3545550237" sldId="532"/>
            <ac:spMk id="13" creationId="{5FC748D0-2040-9D33-BAC6-E07D824705EA}"/>
          </ac:spMkLst>
        </pc:spChg>
        <pc:spChg chg="add mod">
          <ac:chgData name="Ms Alina Arshad" userId="cccdfd85-d35d-4453-9c6f-a463aae40722" providerId="ADAL" clId="{A8F62292-C3D6-4926-9BC9-5B18711B6FF1}" dt="2024-10-06T05:24:20.545" v="1696" actId="207"/>
          <ac:spMkLst>
            <pc:docMk/>
            <pc:sldMk cId="3545550237" sldId="532"/>
            <ac:spMk id="13" creationId="{8ECCBEB1-5A4F-7EBE-4C36-0E438D4511FB}"/>
          </ac:spMkLst>
        </pc:spChg>
        <pc:spChg chg="add mod">
          <ac:chgData name="Ms Alina Arshad" userId="cccdfd85-d35d-4453-9c6f-a463aae40722" providerId="ADAL" clId="{A8F62292-C3D6-4926-9BC9-5B18711B6FF1}" dt="2024-10-06T04:56:29.576" v="918" actId="1036"/>
          <ac:spMkLst>
            <pc:docMk/>
            <pc:sldMk cId="3545550237" sldId="532"/>
            <ac:spMk id="14" creationId="{DC16D253-6027-3A36-D97D-F5FF63903729}"/>
          </ac:spMkLst>
        </pc:spChg>
        <pc:spChg chg="add mod">
          <ac:chgData name="Ms Alina Arshad" userId="cccdfd85-d35d-4453-9c6f-a463aae40722" providerId="ADAL" clId="{A8F62292-C3D6-4926-9BC9-5B18711B6FF1}" dt="2024-10-06T04:56:29.576" v="918" actId="1036"/>
          <ac:spMkLst>
            <pc:docMk/>
            <pc:sldMk cId="3545550237" sldId="532"/>
            <ac:spMk id="15" creationId="{C1F190D9-EEF0-7506-62A9-F5D57A1D4365}"/>
          </ac:spMkLst>
        </pc:spChg>
        <pc:spChg chg="add mod">
          <ac:chgData name="Ms Alina Arshad" userId="cccdfd85-d35d-4453-9c6f-a463aae40722" providerId="ADAL" clId="{A8F62292-C3D6-4926-9BC9-5B18711B6FF1}" dt="2024-10-06T05:25:16.684" v="1709" actId="1036"/>
          <ac:spMkLst>
            <pc:docMk/>
            <pc:sldMk cId="3545550237" sldId="532"/>
            <ac:spMk id="16" creationId="{DDCAE6F2-3BBE-816F-2703-9999ABC5AB28}"/>
          </ac:spMkLst>
        </pc:spChg>
        <pc:spChg chg="add mod">
          <ac:chgData name="Ms Alina Arshad" userId="cccdfd85-d35d-4453-9c6f-a463aae40722" providerId="ADAL" clId="{A8F62292-C3D6-4926-9BC9-5B18711B6FF1}" dt="2024-10-06T05:20:41.468" v="1342" actId="1035"/>
          <ac:spMkLst>
            <pc:docMk/>
            <pc:sldMk cId="3545550237" sldId="532"/>
            <ac:spMk id="17" creationId="{47F02330-B651-1BFD-2100-B72FD02E3876}"/>
          </ac:spMkLst>
        </pc:spChg>
        <pc:spChg chg="add mod">
          <ac:chgData name="Ms Alina Arshad" userId="cccdfd85-d35d-4453-9c6f-a463aae40722" providerId="ADAL" clId="{A8F62292-C3D6-4926-9BC9-5B18711B6FF1}" dt="2024-10-06T05:20:09.865" v="1334" actId="1036"/>
          <ac:spMkLst>
            <pc:docMk/>
            <pc:sldMk cId="3545550237" sldId="532"/>
            <ac:spMk id="18" creationId="{B2EBB152-ABA8-8205-9E81-48FC8DEA95DF}"/>
          </ac:spMkLst>
        </pc:spChg>
        <pc:spChg chg="add mod">
          <ac:chgData name="Ms Alina Arshad" userId="cccdfd85-d35d-4453-9c6f-a463aae40722" providerId="ADAL" clId="{A8F62292-C3D6-4926-9BC9-5B18711B6FF1}" dt="2024-10-06T05:19:45.251" v="1324" actId="1037"/>
          <ac:spMkLst>
            <pc:docMk/>
            <pc:sldMk cId="3545550237" sldId="532"/>
            <ac:spMk id="19" creationId="{F047D76A-3F98-2937-ECF1-261166E4A139}"/>
          </ac:spMkLst>
        </pc:spChg>
        <pc:spChg chg="add mod">
          <ac:chgData name="Ms Alina Arshad" userId="cccdfd85-d35d-4453-9c6f-a463aae40722" providerId="ADAL" clId="{A8F62292-C3D6-4926-9BC9-5B18711B6FF1}" dt="2024-10-06T05:24:23.333" v="1697" actId="207"/>
          <ac:spMkLst>
            <pc:docMk/>
            <pc:sldMk cId="3545550237" sldId="532"/>
            <ac:spMk id="20" creationId="{117910C1-5583-E7AD-72AD-761CC58DC27F}"/>
          </ac:spMkLst>
        </pc:spChg>
        <pc:spChg chg="add mod">
          <ac:chgData name="Ms Alina Arshad" userId="cccdfd85-d35d-4453-9c6f-a463aae40722" providerId="ADAL" clId="{A8F62292-C3D6-4926-9BC9-5B18711B6FF1}" dt="2024-10-06T05:24:26.634" v="1698" actId="207"/>
          <ac:spMkLst>
            <pc:docMk/>
            <pc:sldMk cId="3545550237" sldId="532"/>
            <ac:spMk id="22" creationId="{3C2B756D-920D-A4B3-581B-B71C03DD76DC}"/>
          </ac:spMkLst>
        </pc:spChg>
        <pc:spChg chg="add mod">
          <ac:chgData name="Ms Alina Arshad" userId="cccdfd85-d35d-4453-9c6f-a463aae40722" providerId="ADAL" clId="{A8F62292-C3D6-4926-9BC9-5B18711B6FF1}" dt="2024-10-06T05:23:42.628" v="1693" actId="1035"/>
          <ac:spMkLst>
            <pc:docMk/>
            <pc:sldMk cId="3545550237" sldId="532"/>
            <ac:spMk id="31" creationId="{18A0CCB9-2F4F-C684-480C-51562FA93127}"/>
          </ac:spMkLst>
        </pc:spChg>
        <pc:spChg chg="add mod">
          <ac:chgData name="Ms Alina Arshad" userId="cccdfd85-d35d-4453-9c6f-a463aae40722" providerId="ADAL" clId="{A8F62292-C3D6-4926-9BC9-5B18711B6FF1}" dt="2024-10-06T05:24:33.428" v="1699" actId="207"/>
          <ac:spMkLst>
            <pc:docMk/>
            <pc:sldMk cId="3545550237" sldId="532"/>
            <ac:spMk id="32" creationId="{88B5A884-31F5-000A-D0FB-4DBE3965E553}"/>
          </ac:spMkLst>
        </pc:spChg>
        <pc:cxnChg chg="add mod">
          <ac:chgData name="Ms Alina Arshad" userId="cccdfd85-d35d-4453-9c6f-a463aae40722" providerId="ADAL" clId="{A8F62292-C3D6-4926-9BC9-5B18711B6FF1}" dt="2024-10-06T05:23:47.732" v="1694" actId="14100"/>
          <ac:cxnSpMkLst>
            <pc:docMk/>
            <pc:sldMk cId="3545550237" sldId="532"/>
            <ac:cxnSpMk id="21" creationId="{9702C17C-F06A-1138-783D-1B72682A289C}"/>
          </ac:cxnSpMkLst>
        </pc:cxnChg>
        <pc:cxnChg chg="add mod">
          <ac:chgData name="Ms Alina Arshad" userId="cccdfd85-d35d-4453-9c6f-a463aae40722" providerId="ADAL" clId="{A8F62292-C3D6-4926-9BC9-5B18711B6FF1}" dt="2024-10-06T05:23:53.046" v="1695" actId="14100"/>
          <ac:cxnSpMkLst>
            <pc:docMk/>
            <pc:sldMk cId="3545550237" sldId="532"/>
            <ac:cxnSpMk id="23" creationId="{F2718462-25F0-0C98-751F-E439918AD78B}"/>
          </ac:cxnSpMkLst>
        </pc:cxnChg>
        <pc:cxnChg chg="add mod">
          <ac:chgData name="Ms Alina Arshad" userId="cccdfd85-d35d-4453-9c6f-a463aae40722" providerId="ADAL" clId="{A8F62292-C3D6-4926-9BC9-5B18711B6FF1}" dt="2024-10-06T05:20:55.567" v="1344" actId="14100"/>
          <ac:cxnSpMkLst>
            <pc:docMk/>
            <pc:sldMk cId="3545550237" sldId="532"/>
            <ac:cxnSpMk id="26" creationId="{14EE53DC-DC8C-BA44-CB05-4FA5F7100CCE}"/>
          </ac:cxnSpMkLst>
        </pc:cxnChg>
        <pc:cxnChg chg="add mod">
          <ac:chgData name="Ms Alina Arshad" userId="cccdfd85-d35d-4453-9c6f-a463aae40722" providerId="ADAL" clId="{A8F62292-C3D6-4926-9BC9-5B18711B6FF1}" dt="2024-10-06T05:20:50.281" v="1343" actId="14100"/>
          <ac:cxnSpMkLst>
            <pc:docMk/>
            <pc:sldMk cId="3545550237" sldId="532"/>
            <ac:cxnSpMk id="27" creationId="{0E38D9F2-EC66-1099-7616-8B9D4D83E30D}"/>
          </ac:cxnSpMkLst>
        </pc:cxnChg>
        <pc:cxnChg chg="add mod">
          <ac:chgData name="Ms Alina Arshad" userId="cccdfd85-d35d-4453-9c6f-a463aae40722" providerId="ADAL" clId="{A8F62292-C3D6-4926-9BC9-5B18711B6FF1}" dt="2024-10-06T05:21:00.967" v="1345" actId="14100"/>
          <ac:cxnSpMkLst>
            <pc:docMk/>
            <pc:sldMk cId="3545550237" sldId="532"/>
            <ac:cxnSpMk id="30" creationId="{D60394C6-4F38-BFF4-44B2-F34E378B95D6}"/>
          </ac:cxnSpMkLst>
        </pc:cxnChg>
        <pc:cxnChg chg="add mod">
          <ac:chgData name="Ms Alina Arshad" userId="cccdfd85-d35d-4453-9c6f-a463aae40722" providerId="ADAL" clId="{A8F62292-C3D6-4926-9BC9-5B18711B6FF1}" dt="2024-10-06T05:25:16.684" v="1709" actId="1036"/>
          <ac:cxnSpMkLst>
            <pc:docMk/>
            <pc:sldMk cId="3545550237" sldId="532"/>
            <ac:cxnSpMk id="33" creationId="{F67CC95A-7436-8A77-88A6-E5E24734FB89}"/>
          </ac:cxnSpMkLst>
        </pc:cxnChg>
        <pc:cxnChg chg="add mod">
          <ac:chgData name="Ms Alina Arshad" userId="cccdfd85-d35d-4453-9c6f-a463aae40722" providerId="ADAL" clId="{A8F62292-C3D6-4926-9BC9-5B18711B6FF1}" dt="2024-10-06T05:25:16.684" v="1709" actId="1036"/>
          <ac:cxnSpMkLst>
            <pc:docMk/>
            <pc:sldMk cId="3545550237" sldId="532"/>
            <ac:cxnSpMk id="37" creationId="{BFE28554-187E-773B-D5CB-CFF822C7723A}"/>
          </ac:cxnSpMkLst>
        </pc:cxnChg>
      </pc:sldChg>
      <pc:sldChg chg="addSp modSp new del mod">
        <pc:chgData name="Ms Alina Arshad" userId="cccdfd85-d35d-4453-9c6f-a463aae40722" providerId="ADAL" clId="{A8F62292-C3D6-4926-9BC9-5B18711B6FF1}" dt="2024-10-06T05:06:24.433" v="1226" actId="47"/>
        <pc:sldMkLst>
          <pc:docMk/>
          <pc:sldMk cId="2054905135" sldId="533"/>
        </pc:sldMkLst>
        <pc:graphicFrameChg chg="add mod modGraphic">
          <ac:chgData name="Ms Alina Arshad" userId="cccdfd85-d35d-4453-9c6f-a463aae40722" providerId="ADAL" clId="{A8F62292-C3D6-4926-9BC9-5B18711B6FF1}" dt="2024-10-06T05:06:02.768" v="1222" actId="1076"/>
          <ac:graphicFrameMkLst>
            <pc:docMk/>
            <pc:sldMk cId="2054905135" sldId="533"/>
            <ac:graphicFrameMk id="2" creationId="{FC398764-79EA-68BC-ECBC-5FC1A79EC2C5}"/>
          </ac:graphicFrameMkLst>
        </pc:graphicFrameChg>
      </pc:sldChg>
      <pc:sldChg chg="addSp modSp new mod">
        <pc:chgData name="Ms Alina Arshad" userId="cccdfd85-d35d-4453-9c6f-a463aae40722" providerId="ADAL" clId="{A8F62292-C3D6-4926-9BC9-5B18711B6FF1}" dt="2024-10-06T05:06:47.625" v="1243" actId="1076"/>
        <pc:sldMkLst>
          <pc:docMk/>
          <pc:sldMk cId="3162381277" sldId="534"/>
        </pc:sldMkLst>
        <pc:spChg chg="mod">
          <ac:chgData name="Ms Alina Arshad" userId="cccdfd85-d35d-4453-9c6f-a463aae40722" providerId="ADAL" clId="{A8F62292-C3D6-4926-9BC9-5B18711B6FF1}" dt="2024-10-06T05:06:40.074" v="1240" actId="14100"/>
          <ac:spMkLst>
            <pc:docMk/>
            <pc:sldMk cId="3162381277" sldId="534"/>
            <ac:spMk id="2" creationId="{485A7A91-CB93-852E-32FB-484830C62884}"/>
          </ac:spMkLst>
        </pc:spChg>
        <pc:graphicFrameChg chg="add mod modGraphic">
          <ac:chgData name="Ms Alina Arshad" userId="cccdfd85-d35d-4453-9c6f-a463aae40722" providerId="ADAL" clId="{A8F62292-C3D6-4926-9BC9-5B18711B6FF1}" dt="2024-10-06T05:06:47.625" v="1243" actId="1076"/>
          <ac:graphicFrameMkLst>
            <pc:docMk/>
            <pc:sldMk cId="3162381277" sldId="534"/>
            <ac:graphicFrameMk id="4" creationId="{BC1A96F8-75CE-398D-1083-6347D11F64B9}"/>
          </ac:graphicFrameMkLst>
        </pc:graphicFrameChg>
      </pc:sldChg>
      <pc:sldChg chg="modSp new mod">
        <pc:chgData name="Ms Alina Arshad" userId="cccdfd85-d35d-4453-9c6f-a463aae40722" providerId="ADAL" clId="{A8F62292-C3D6-4926-9BC9-5B18711B6FF1}" dt="2024-10-06T05:53:12.208" v="2162" actId="20577"/>
        <pc:sldMkLst>
          <pc:docMk/>
          <pc:sldMk cId="1199260640" sldId="535"/>
        </pc:sldMkLst>
        <pc:spChg chg="mod">
          <ac:chgData name="Ms Alina Arshad" userId="cccdfd85-d35d-4453-9c6f-a463aae40722" providerId="ADAL" clId="{A8F62292-C3D6-4926-9BC9-5B18711B6FF1}" dt="2024-10-06T05:09:35.700" v="1260" actId="20577"/>
          <ac:spMkLst>
            <pc:docMk/>
            <pc:sldMk cId="1199260640" sldId="535"/>
            <ac:spMk id="2" creationId="{02106BE8-DF64-9A48-B1D3-308FEDC4CC7F}"/>
          </ac:spMkLst>
        </pc:spChg>
        <pc:spChg chg="mod">
          <ac:chgData name="Ms Alina Arshad" userId="cccdfd85-d35d-4453-9c6f-a463aae40722" providerId="ADAL" clId="{A8F62292-C3D6-4926-9BC9-5B18711B6FF1}" dt="2024-10-06T05:53:12.208" v="2162" actId="20577"/>
          <ac:spMkLst>
            <pc:docMk/>
            <pc:sldMk cId="1199260640" sldId="535"/>
            <ac:spMk id="3" creationId="{F572B3B7-8AC4-17B3-8E63-73657D18ED3A}"/>
          </ac:spMkLst>
        </pc:spChg>
      </pc:sldChg>
      <pc:sldChg chg="modSp new mod ord">
        <pc:chgData name="Ms Alina Arshad" userId="cccdfd85-d35d-4453-9c6f-a463aae40722" providerId="ADAL" clId="{A8F62292-C3D6-4926-9BC9-5B18711B6FF1}" dt="2024-10-06T05:53:01.362" v="2159"/>
        <pc:sldMkLst>
          <pc:docMk/>
          <pc:sldMk cId="3317521878" sldId="536"/>
        </pc:sldMkLst>
        <pc:spChg chg="mod">
          <ac:chgData name="Ms Alina Arshad" userId="cccdfd85-d35d-4453-9c6f-a463aae40722" providerId="ADAL" clId="{A8F62292-C3D6-4926-9BC9-5B18711B6FF1}" dt="2024-10-06T05:52:53.437" v="2157" actId="1076"/>
          <ac:spMkLst>
            <pc:docMk/>
            <pc:sldMk cId="3317521878" sldId="536"/>
            <ac:spMk id="2" creationId="{B64A155D-2959-4830-E57B-8C185D4316E9}"/>
          </ac:spMkLst>
        </pc:spChg>
        <pc:spChg chg="mod">
          <ac:chgData name="Ms Alina Arshad" userId="cccdfd85-d35d-4453-9c6f-a463aae40722" providerId="ADAL" clId="{A8F62292-C3D6-4926-9BC9-5B18711B6FF1}" dt="2024-10-06T05:52:44.919" v="2155" actId="14100"/>
          <ac:spMkLst>
            <pc:docMk/>
            <pc:sldMk cId="3317521878" sldId="536"/>
            <ac:spMk id="3" creationId="{143B09A1-D1FD-DE41-A926-B108BF10EE43}"/>
          </ac:spMkLst>
        </pc:spChg>
        <pc:spChg chg="mod">
          <ac:chgData name="Ms Alina Arshad" userId="cccdfd85-d35d-4453-9c6f-a463aae40722" providerId="ADAL" clId="{A8F62292-C3D6-4926-9BC9-5B18711B6FF1}" dt="2024-10-06T05:52:40.655" v="2153" actId="27636"/>
          <ac:spMkLst>
            <pc:docMk/>
            <pc:sldMk cId="3317521878" sldId="536"/>
            <ac:spMk id="4" creationId="{93A3061D-1F06-0D3D-9595-232468880D45}"/>
          </ac:spMkLst>
        </pc:spChg>
      </pc:sldChg>
    </pc:docChg>
  </pc:docChgLst>
  <pc:docChgLst>
    <pc:chgData name="Ms Alina Arshad" userId="cccdfd85-d35d-4453-9c6f-a463aae40722" providerId="ADAL" clId="{32985948-661D-45EF-9212-3BF9750EF1D6}"/>
    <pc:docChg chg="undo custSel addSld delSld modSld">
      <pc:chgData name="Ms Alina Arshad" userId="cccdfd85-d35d-4453-9c6f-a463aae40722" providerId="ADAL" clId="{32985948-661D-45EF-9212-3BF9750EF1D6}" dt="2024-09-29T11:40:01.801" v="677" actId="20577"/>
      <pc:docMkLst>
        <pc:docMk/>
      </pc:docMkLst>
      <pc:sldChg chg="modSp mod">
        <pc:chgData name="Ms Alina Arshad" userId="cccdfd85-d35d-4453-9c6f-a463aae40722" providerId="ADAL" clId="{32985948-661D-45EF-9212-3BF9750EF1D6}" dt="2024-09-29T04:49:30.477" v="45" actId="1076"/>
        <pc:sldMkLst>
          <pc:docMk/>
          <pc:sldMk cId="3322361034" sldId="256"/>
        </pc:sldMkLst>
        <pc:spChg chg="mod">
          <ac:chgData name="Ms Alina Arshad" userId="cccdfd85-d35d-4453-9c6f-a463aae40722" providerId="ADAL" clId="{32985948-661D-45EF-9212-3BF9750EF1D6}" dt="2024-09-29T04:49:30.477" v="45" actId="1076"/>
          <ac:spMkLst>
            <pc:docMk/>
            <pc:sldMk cId="3322361034" sldId="256"/>
            <ac:spMk id="3" creationId="{44E9F82C-BBA7-3495-1097-BEDB54FFFDF4}"/>
          </ac:spMkLst>
        </pc:spChg>
        <pc:spChg chg="mod">
          <ac:chgData name="Ms Alina Arshad" userId="cccdfd85-d35d-4453-9c6f-a463aae40722" providerId="ADAL" clId="{32985948-661D-45EF-9212-3BF9750EF1D6}" dt="2024-09-29T04:49:26.874" v="44" actId="1076"/>
          <ac:spMkLst>
            <pc:docMk/>
            <pc:sldMk cId="3322361034" sldId="256"/>
            <ac:spMk id="5" creationId="{75DE143E-53E3-798D-07E7-8D85DD770A95}"/>
          </ac:spMkLst>
        </pc:spChg>
      </pc:sldChg>
      <pc:sldChg chg="add del">
        <pc:chgData name="Ms Alina Arshad" userId="cccdfd85-d35d-4453-9c6f-a463aae40722" providerId="ADAL" clId="{32985948-661D-45EF-9212-3BF9750EF1D6}" dt="2024-09-29T04:49:39.110" v="47" actId="47"/>
        <pc:sldMkLst>
          <pc:docMk/>
          <pc:sldMk cId="987785057" sldId="258"/>
        </pc:sldMkLst>
      </pc:sldChg>
      <pc:sldChg chg="modSp add del mod">
        <pc:chgData name="Ms Alina Arshad" userId="cccdfd85-d35d-4453-9c6f-a463aae40722" providerId="ADAL" clId="{32985948-661D-45EF-9212-3BF9750EF1D6}" dt="2024-09-29T04:49:34.214" v="46" actId="47"/>
        <pc:sldMkLst>
          <pc:docMk/>
          <pc:sldMk cId="2348086917" sldId="280"/>
        </pc:sldMkLst>
        <pc:spChg chg="mod">
          <ac:chgData name="Ms Alina Arshad" userId="cccdfd85-d35d-4453-9c6f-a463aae40722" providerId="ADAL" clId="{32985948-661D-45EF-9212-3BF9750EF1D6}" dt="2024-09-29T04:48:48.551" v="10" actId="368"/>
          <ac:spMkLst>
            <pc:docMk/>
            <pc:sldMk cId="2348086917" sldId="280"/>
            <ac:spMk id="5" creationId="{00000000-0000-0000-0000-000000000000}"/>
          </ac:spMkLst>
        </pc:spChg>
      </pc:sldChg>
      <pc:sldChg chg="add del">
        <pc:chgData name="Ms Alina Arshad" userId="cccdfd85-d35d-4453-9c6f-a463aae40722" providerId="ADAL" clId="{32985948-661D-45EF-9212-3BF9750EF1D6}" dt="2024-09-29T04:49:54.369" v="48" actId="47"/>
        <pc:sldMkLst>
          <pc:docMk/>
          <pc:sldMk cId="1032267902" sldId="313"/>
        </pc:sldMkLst>
      </pc:sldChg>
      <pc:sldChg chg="del">
        <pc:chgData name="Ms Alina Arshad" userId="cccdfd85-d35d-4453-9c6f-a463aae40722" providerId="ADAL" clId="{32985948-661D-45EF-9212-3BF9750EF1D6}" dt="2024-09-29T04:47:46.044" v="1" actId="47"/>
        <pc:sldMkLst>
          <pc:docMk/>
          <pc:sldMk cId="3502560203" sldId="465"/>
        </pc:sldMkLst>
      </pc:sldChg>
      <pc:sldChg chg="del">
        <pc:chgData name="Ms Alina Arshad" userId="cccdfd85-d35d-4453-9c6f-a463aae40722" providerId="ADAL" clId="{32985948-661D-45EF-9212-3BF9750EF1D6}" dt="2024-09-29T04:47:46.450" v="2" actId="47"/>
        <pc:sldMkLst>
          <pc:docMk/>
          <pc:sldMk cId="4240682665" sldId="466"/>
        </pc:sldMkLst>
      </pc:sldChg>
      <pc:sldChg chg="del">
        <pc:chgData name="Ms Alina Arshad" userId="cccdfd85-d35d-4453-9c6f-a463aae40722" providerId="ADAL" clId="{32985948-661D-45EF-9212-3BF9750EF1D6}" dt="2024-09-29T04:47:46.804" v="3" actId="47"/>
        <pc:sldMkLst>
          <pc:docMk/>
          <pc:sldMk cId="1253061490" sldId="467"/>
        </pc:sldMkLst>
      </pc:sldChg>
      <pc:sldChg chg="del">
        <pc:chgData name="Ms Alina Arshad" userId="cccdfd85-d35d-4453-9c6f-a463aae40722" providerId="ADAL" clId="{32985948-661D-45EF-9212-3BF9750EF1D6}" dt="2024-09-29T04:47:47.168" v="4" actId="47"/>
        <pc:sldMkLst>
          <pc:docMk/>
          <pc:sldMk cId="1729599593" sldId="468"/>
        </pc:sldMkLst>
      </pc:sldChg>
      <pc:sldChg chg="del">
        <pc:chgData name="Ms Alina Arshad" userId="cccdfd85-d35d-4453-9c6f-a463aae40722" providerId="ADAL" clId="{32985948-661D-45EF-9212-3BF9750EF1D6}" dt="2024-09-29T04:47:47.478" v="5" actId="47"/>
        <pc:sldMkLst>
          <pc:docMk/>
          <pc:sldMk cId="174372872" sldId="469"/>
        </pc:sldMkLst>
      </pc:sldChg>
      <pc:sldChg chg="del">
        <pc:chgData name="Ms Alina Arshad" userId="cccdfd85-d35d-4453-9c6f-a463aae40722" providerId="ADAL" clId="{32985948-661D-45EF-9212-3BF9750EF1D6}" dt="2024-09-29T04:47:48.252" v="7" actId="47"/>
        <pc:sldMkLst>
          <pc:docMk/>
          <pc:sldMk cId="1593451177" sldId="472"/>
        </pc:sldMkLst>
      </pc:sldChg>
      <pc:sldChg chg="del">
        <pc:chgData name="Ms Alina Arshad" userId="cccdfd85-d35d-4453-9c6f-a463aae40722" providerId="ADAL" clId="{32985948-661D-45EF-9212-3BF9750EF1D6}" dt="2024-09-29T04:47:45.581" v="0" actId="47"/>
        <pc:sldMkLst>
          <pc:docMk/>
          <pc:sldMk cId="3011208458" sldId="473"/>
        </pc:sldMkLst>
      </pc:sldChg>
      <pc:sldChg chg="del">
        <pc:chgData name="Ms Alina Arshad" userId="cccdfd85-d35d-4453-9c6f-a463aae40722" providerId="ADAL" clId="{32985948-661D-45EF-9212-3BF9750EF1D6}" dt="2024-09-29T04:47:47.777" v="6" actId="47"/>
        <pc:sldMkLst>
          <pc:docMk/>
          <pc:sldMk cId="457050581" sldId="475"/>
        </pc:sldMkLst>
      </pc:sldChg>
      <pc:sldChg chg="delSp modSp add mod delAnim">
        <pc:chgData name="Ms Alina Arshad" userId="cccdfd85-d35d-4453-9c6f-a463aae40722" providerId="ADAL" clId="{32985948-661D-45EF-9212-3BF9750EF1D6}" dt="2024-09-29T11:40:01.801" v="677" actId="20577"/>
        <pc:sldMkLst>
          <pc:docMk/>
          <pc:sldMk cId="1317028974" sldId="475"/>
        </pc:sldMkLst>
        <pc:spChg chg="mod">
          <ac:chgData name="Ms Alina Arshad" userId="cccdfd85-d35d-4453-9c6f-a463aae40722" providerId="ADAL" clId="{32985948-661D-45EF-9212-3BF9750EF1D6}" dt="2024-09-29T11:40:01.801" v="677" actId="20577"/>
          <ac:spMkLst>
            <pc:docMk/>
            <pc:sldMk cId="1317028974" sldId="475"/>
            <ac:spMk id="2" creationId="{00000000-0000-0000-0000-000000000000}"/>
          </ac:spMkLst>
        </pc:spChg>
        <pc:spChg chg="mod">
          <ac:chgData name="Ms Alina Arshad" userId="cccdfd85-d35d-4453-9c6f-a463aae40722" providerId="ADAL" clId="{32985948-661D-45EF-9212-3BF9750EF1D6}" dt="2024-09-29T07:59:38.105" v="330" actId="20577"/>
          <ac:spMkLst>
            <pc:docMk/>
            <pc:sldMk cId="1317028974" sldId="475"/>
            <ac:spMk id="3" creationId="{00000000-0000-0000-0000-000000000000}"/>
          </ac:spMkLst>
        </pc:spChg>
        <pc:spChg chg="del">
          <ac:chgData name="Ms Alina Arshad" userId="cccdfd85-d35d-4453-9c6f-a463aae40722" providerId="ADAL" clId="{32985948-661D-45EF-9212-3BF9750EF1D6}" dt="2024-09-29T04:50:29.988" v="51" actId="478"/>
          <ac:spMkLst>
            <pc:docMk/>
            <pc:sldMk cId="1317028974" sldId="475"/>
            <ac:spMk id="4" creationId="{00000000-0000-0000-0000-000000000000}"/>
          </ac:spMkLst>
        </pc:spChg>
        <pc:spChg chg="del">
          <ac:chgData name="Ms Alina Arshad" userId="cccdfd85-d35d-4453-9c6f-a463aae40722" providerId="ADAL" clId="{32985948-661D-45EF-9212-3BF9750EF1D6}" dt="2024-09-29T07:57:49.173" v="252" actId="478"/>
          <ac:spMkLst>
            <pc:docMk/>
            <pc:sldMk cId="1317028974" sldId="475"/>
            <ac:spMk id="5" creationId="{00000000-0000-0000-0000-000000000000}"/>
          </ac:spMkLst>
        </pc:spChg>
        <pc:picChg chg="del mod">
          <ac:chgData name="Ms Alina Arshad" userId="cccdfd85-d35d-4453-9c6f-a463aae40722" providerId="ADAL" clId="{32985948-661D-45EF-9212-3BF9750EF1D6}" dt="2024-09-29T07:57:47.155" v="251" actId="478"/>
          <ac:picMkLst>
            <pc:docMk/>
            <pc:sldMk cId="1317028974" sldId="475"/>
            <ac:picMk id="6" creationId="{00000000-0000-0000-0000-000000000000}"/>
          </ac:picMkLst>
        </pc:picChg>
      </pc:sldChg>
      <pc:sldChg chg="addSp delSp modSp add mod delAnim">
        <pc:chgData name="Ms Alina Arshad" userId="cccdfd85-d35d-4453-9c6f-a463aae40722" providerId="ADAL" clId="{32985948-661D-45EF-9212-3BF9750EF1D6}" dt="2024-09-29T08:06:47.981" v="374" actId="1076"/>
        <pc:sldMkLst>
          <pc:docMk/>
          <pc:sldMk cId="1999589581" sldId="476"/>
        </pc:sldMkLst>
        <pc:spChg chg="mod">
          <ac:chgData name="Ms Alina Arshad" userId="cccdfd85-d35d-4453-9c6f-a463aae40722" providerId="ADAL" clId="{32985948-661D-45EF-9212-3BF9750EF1D6}" dt="2024-09-29T08:01:18.508" v="331" actId="207"/>
          <ac:spMkLst>
            <pc:docMk/>
            <pc:sldMk cId="1999589581" sldId="476"/>
            <ac:spMk id="2" creationId="{00000000-0000-0000-0000-000000000000}"/>
          </ac:spMkLst>
        </pc:spChg>
        <pc:spChg chg="mod">
          <ac:chgData name="Ms Alina Arshad" userId="cccdfd85-d35d-4453-9c6f-a463aae40722" providerId="ADAL" clId="{32985948-661D-45EF-9212-3BF9750EF1D6}" dt="2024-09-29T08:06:37.805" v="373" actId="403"/>
          <ac:spMkLst>
            <pc:docMk/>
            <pc:sldMk cId="1999589581" sldId="476"/>
            <ac:spMk id="3" creationId="{00000000-0000-0000-0000-000000000000}"/>
          </ac:spMkLst>
        </pc:spChg>
        <pc:spChg chg="del">
          <ac:chgData name="Ms Alina Arshad" userId="cccdfd85-d35d-4453-9c6f-a463aae40722" providerId="ADAL" clId="{32985948-661D-45EF-9212-3BF9750EF1D6}" dt="2024-09-29T04:51:22.726" v="67" actId="478"/>
          <ac:spMkLst>
            <pc:docMk/>
            <pc:sldMk cId="1999589581" sldId="476"/>
            <ac:spMk id="4" creationId="{00000000-0000-0000-0000-000000000000}"/>
          </ac:spMkLst>
        </pc:spChg>
        <pc:spChg chg="del">
          <ac:chgData name="Ms Alina Arshad" userId="cccdfd85-d35d-4453-9c6f-a463aae40722" providerId="ADAL" clId="{32985948-661D-45EF-9212-3BF9750EF1D6}" dt="2024-09-29T04:51:24.730" v="68" actId="478"/>
          <ac:spMkLst>
            <pc:docMk/>
            <pc:sldMk cId="1999589581" sldId="476"/>
            <ac:spMk id="5" creationId="{00000000-0000-0000-0000-000000000000}"/>
          </ac:spMkLst>
        </pc:spChg>
        <pc:spChg chg="add mod">
          <ac:chgData name="Ms Alina Arshad" userId="cccdfd85-d35d-4453-9c6f-a463aae40722" providerId="ADAL" clId="{32985948-661D-45EF-9212-3BF9750EF1D6}" dt="2024-09-29T08:06:29.680" v="370" actId="207"/>
          <ac:spMkLst>
            <pc:docMk/>
            <pc:sldMk cId="1999589581" sldId="476"/>
            <ac:spMk id="5" creationId="{F0FC1B4B-EFA7-313C-F90C-846A894B9230}"/>
          </ac:spMkLst>
        </pc:spChg>
        <pc:picChg chg="mod">
          <ac:chgData name="Ms Alina Arshad" userId="cccdfd85-d35d-4453-9c6f-a463aae40722" providerId="ADAL" clId="{32985948-661D-45EF-9212-3BF9750EF1D6}" dt="2024-09-29T08:06:47.981" v="374" actId="1076"/>
          <ac:picMkLst>
            <pc:docMk/>
            <pc:sldMk cId="1999589581" sldId="476"/>
            <ac:picMk id="6" creationId="{00000000-0000-0000-0000-000000000000}"/>
          </ac:picMkLst>
        </pc:picChg>
        <pc:picChg chg="del mod">
          <ac:chgData name="Ms Alina Arshad" userId="cccdfd85-d35d-4453-9c6f-a463aae40722" providerId="ADAL" clId="{32985948-661D-45EF-9212-3BF9750EF1D6}" dt="2024-09-29T08:04:51.266" v="333" actId="478"/>
          <ac:picMkLst>
            <pc:docMk/>
            <pc:sldMk cId="1999589581" sldId="476"/>
            <ac:picMk id="8" creationId="{00000000-0000-0000-0000-000000000000}"/>
          </ac:picMkLst>
        </pc:picChg>
      </pc:sldChg>
      <pc:sldChg chg="addSp delSp modSp add mod modNotesTx">
        <pc:chgData name="Ms Alina Arshad" userId="cccdfd85-d35d-4453-9c6f-a463aae40722" providerId="ADAL" clId="{32985948-661D-45EF-9212-3BF9750EF1D6}" dt="2024-09-29T09:05:12.947" v="502" actId="1036"/>
        <pc:sldMkLst>
          <pc:docMk/>
          <pc:sldMk cId="4056107159" sldId="477"/>
        </pc:sldMkLst>
        <pc:spChg chg="mod">
          <ac:chgData name="Ms Alina Arshad" userId="cccdfd85-d35d-4453-9c6f-a463aae40722" providerId="ADAL" clId="{32985948-661D-45EF-9212-3BF9750EF1D6}" dt="2024-09-29T04:51:55.633" v="75" actId="113"/>
          <ac:spMkLst>
            <pc:docMk/>
            <pc:sldMk cId="4056107159" sldId="477"/>
            <ac:spMk id="2" creationId="{00000000-0000-0000-0000-000000000000}"/>
          </ac:spMkLst>
        </pc:spChg>
        <pc:spChg chg="del">
          <ac:chgData name="Ms Alina Arshad" userId="cccdfd85-d35d-4453-9c6f-a463aae40722" providerId="ADAL" clId="{32985948-661D-45EF-9212-3BF9750EF1D6}" dt="2024-09-29T04:53:00.586" v="90" actId="478"/>
          <ac:spMkLst>
            <pc:docMk/>
            <pc:sldMk cId="4056107159" sldId="477"/>
            <ac:spMk id="4" creationId="{00000000-0000-0000-0000-000000000000}"/>
          </ac:spMkLst>
        </pc:spChg>
        <pc:spChg chg="del">
          <ac:chgData name="Ms Alina Arshad" userId="cccdfd85-d35d-4453-9c6f-a463aae40722" providerId="ADAL" clId="{32985948-661D-45EF-9212-3BF9750EF1D6}" dt="2024-09-29T04:52:53.893" v="89" actId="478"/>
          <ac:spMkLst>
            <pc:docMk/>
            <pc:sldMk cId="4056107159" sldId="477"/>
            <ac:spMk id="5" creationId="{00000000-0000-0000-0000-000000000000}"/>
          </ac:spMkLst>
        </pc:spChg>
        <pc:spChg chg="add mod">
          <ac:chgData name="Ms Alina Arshad" userId="cccdfd85-d35d-4453-9c6f-a463aae40722" providerId="ADAL" clId="{32985948-661D-45EF-9212-3BF9750EF1D6}" dt="2024-09-29T09:05:12.947" v="502" actId="1036"/>
          <ac:spMkLst>
            <pc:docMk/>
            <pc:sldMk cId="4056107159" sldId="477"/>
            <ac:spMk id="5" creationId="{23586CC7-BCFB-60C9-94BB-FF3EBB06A1D4}"/>
          </ac:spMkLst>
        </pc:spChg>
        <pc:picChg chg="del mod">
          <ac:chgData name="Ms Alina Arshad" userId="cccdfd85-d35d-4453-9c6f-a463aae40722" providerId="ADAL" clId="{32985948-661D-45EF-9212-3BF9750EF1D6}" dt="2024-09-29T04:53:21.891" v="92" actId="478"/>
          <ac:picMkLst>
            <pc:docMk/>
            <pc:sldMk cId="4056107159" sldId="477"/>
            <ac:picMk id="6" creationId="{00000000-0000-0000-0000-000000000000}"/>
          </ac:picMkLst>
        </pc:picChg>
        <pc:picChg chg="del mod">
          <ac:chgData name="Ms Alina Arshad" userId="cccdfd85-d35d-4453-9c6f-a463aae40722" providerId="ADAL" clId="{32985948-661D-45EF-9212-3BF9750EF1D6}" dt="2024-09-29T08:07:12.619" v="375" actId="478"/>
          <ac:picMkLst>
            <pc:docMk/>
            <pc:sldMk cId="4056107159" sldId="477"/>
            <ac:picMk id="7" creationId="{00000000-0000-0000-0000-000000000000}"/>
          </ac:picMkLst>
        </pc:picChg>
        <pc:picChg chg="del mod">
          <ac:chgData name="Ms Alina Arshad" userId="cccdfd85-d35d-4453-9c6f-a463aae40722" providerId="ADAL" clId="{32985948-661D-45EF-9212-3BF9750EF1D6}" dt="2024-09-29T04:53:23.715" v="93" actId="478"/>
          <ac:picMkLst>
            <pc:docMk/>
            <pc:sldMk cId="4056107159" sldId="477"/>
            <ac:picMk id="8" creationId="{00000000-0000-0000-0000-000000000000}"/>
          </ac:picMkLst>
        </pc:picChg>
      </pc:sldChg>
      <pc:sldChg chg="addSp delSp modSp add mod delAnim">
        <pc:chgData name="Ms Alina Arshad" userId="cccdfd85-d35d-4453-9c6f-a463aae40722" providerId="ADAL" clId="{32985948-661D-45EF-9212-3BF9750EF1D6}" dt="2024-09-29T08:15:06.065" v="479" actId="20577"/>
        <pc:sldMkLst>
          <pc:docMk/>
          <pc:sldMk cId="3142530740" sldId="478"/>
        </pc:sldMkLst>
        <pc:spChg chg="mod">
          <ac:chgData name="Ms Alina Arshad" userId="cccdfd85-d35d-4453-9c6f-a463aae40722" providerId="ADAL" clId="{32985948-661D-45EF-9212-3BF9750EF1D6}" dt="2024-09-29T04:54:29.523" v="102" actId="113"/>
          <ac:spMkLst>
            <pc:docMk/>
            <pc:sldMk cId="3142530740" sldId="478"/>
            <ac:spMk id="2" creationId="{00000000-0000-0000-0000-000000000000}"/>
          </ac:spMkLst>
        </pc:spChg>
        <pc:spChg chg="mod">
          <ac:chgData name="Ms Alina Arshad" userId="cccdfd85-d35d-4453-9c6f-a463aae40722" providerId="ADAL" clId="{32985948-661D-45EF-9212-3BF9750EF1D6}" dt="2024-09-29T08:13:59.233" v="464"/>
          <ac:spMkLst>
            <pc:docMk/>
            <pc:sldMk cId="3142530740" sldId="478"/>
            <ac:spMk id="3" creationId="{00000000-0000-0000-0000-000000000000}"/>
          </ac:spMkLst>
        </pc:spChg>
        <pc:spChg chg="del">
          <ac:chgData name="Ms Alina Arshad" userId="cccdfd85-d35d-4453-9c6f-a463aae40722" providerId="ADAL" clId="{32985948-661D-45EF-9212-3BF9750EF1D6}" dt="2024-09-29T04:55:16.885" v="119" actId="478"/>
          <ac:spMkLst>
            <pc:docMk/>
            <pc:sldMk cId="3142530740" sldId="478"/>
            <ac:spMk id="4" creationId="{00000000-0000-0000-0000-000000000000}"/>
          </ac:spMkLst>
        </pc:spChg>
        <pc:spChg chg="del">
          <ac:chgData name="Ms Alina Arshad" userId="cccdfd85-d35d-4453-9c6f-a463aae40722" providerId="ADAL" clId="{32985948-661D-45EF-9212-3BF9750EF1D6}" dt="2024-09-29T04:55:18.892" v="120" actId="478"/>
          <ac:spMkLst>
            <pc:docMk/>
            <pc:sldMk cId="3142530740" sldId="478"/>
            <ac:spMk id="5" creationId="{00000000-0000-0000-0000-000000000000}"/>
          </ac:spMkLst>
        </pc:spChg>
        <pc:spChg chg="add mod">
          <ac:chgData name="Ms Alina Arshad" userId="cccdfd85-d35d-4453-9c6f-a463aae40722" providerId="ADAL" clId="{32985948-661D-45EF-9212-3BF9750EF1D6}" dt="2024-09-29T08:15:06.065" v="479" actId="20577"/>
          <ac:spMkLst>
            <pc:docMk/>
            <pc:sldMk cId="3142530740" sldId="478"/>
            <ac:spMk id="5" creationId="{BB6A54B0-BC62-4B83-BA65-03696D78FBA8}"/>
          </ac:spMkLst>
        </pc:spChg>
        <pc:spChg chg="add mod">
          <ac:chgData name="Ms Alina Arshad" userId="cccdfd85-d35d-4453-9c6f-a463aae40722" providerId="ADAL" clId="{32985948-661D-45EF-9212-3BF9750EF1D6}" dt="2024-09-29T08:14:36.689" v="473" actId="1076"/>
          <ac:spMkLst>
            <pc:docMk/>
            <pc:sldMk cId="3142530740" sldId="478"/>
            <ac:spMk id="8" creationId="{EECA2D44-D37B-E53E-E9E8-1E944B4ED565}"/>
          </ac:spMkLst>
        </pc:spChg>
        <pc:picChg chg="del mod modCrop">
          <ac:chgData name="Ms Alina Arshad" userId="cccdfd85-d35d-4453-9c6f-a463aae40722" providerId="ADAL" clId="{32985948-661D-45EF-9212-3BF9750EF1D6}" dt="2024-09-29T08:12:25.409" v="441" actId="478"/>
          <ac:picMkLst>
            <pc:docMk/>
            <pc:sldMk cId="3142530740" sldId="478"/>
            <ac:picMk id="6" creationId="{00000000-0000-0000-0000-000000000000}"/>
          </ac:picMkLst>
        </pc:picChg>
      </pc:sldChg>
      <pc:sldChg chg="delSp modSp add mod">
        <pc:chgData name="Ms Alina Arshad" userId="cccdfd85-d35d-4453-9c6f-a463aae40722" providerId="ADAL" clId="{32985948-661D-45EF-9212-3BF9750EF1D6}" dt="2024-09-29T04:55:55.321" v="132" actId="207"/>
        <pc:sldMkLst>
          <pc:docMk/>
          <pc:sldMk cId="3718238795" sldId="479"/>
        </pc:sldMkLst>
        <pc:spChg chg="mod">
          <ac:chgData name="Ms Alina Arshad" userId="cccdfd85-d35d-4453-9c6f-a463aae40722" providerId="ADAL" clId="{32985948-661D-45EF-9212-3BF9750EF1D6}" dt="2024-09-29T04:55:46.840" v="129" actId="113"/>
          <ac:spMkLst>
            <pc:docMk/>
            <pc:sldMk cId="3718238795" sldId="479"/>
            <ac:spMk id="2" creationId="{00000000-0000-0000-0000-000000000000}"/>
          </ac:spMkLst>
        </pc:spChg>
        <pc:spChg chg="mod">
          <ac:chgData name="Ms Alina Arshad" userId="cccdfd85-d35d-4453-9c6f-a463aae40722" providerId="ADAL" clId="{32985948-661D-45EF-9212-3BF9750EF1D6}" dt="2024-09-29T04:55:55.321" v="132" actId="207"/>
          <ac:spMkLst>
            <pc:docMk/>
            <pc:sldMk cId="3718238795" sldId="479"/>
            <ac:spMk id="3" creationId="{00000000-0000-0000-0000-000000000000}"/>
          </ac:spMkLst>
        </pc:spChg>
        <pc:spChg chg="del">
          <ac:chgData name="Ms Alina Arshad" userId="cccdfd85-d35d-4453-9c6f-a463aae40722" providerId="ADAL" clId="{32985948-661D-45EF-9212-3BF9750EF1D6}" dt="2024-09-29T04:55:49.250" v="130" actId="478"/>
          <ac:spMkLst>
            <pc:docMk/>
            <pc:sldMk cId="3718238795" sldId="479"/>
            <ac:spMk id="4" creationId="{00000000-0000-0000-0000-000000000000}"/>
          </ac:spMkLst>
        </pc:spChg>
        <pc:spChg chg="del">
          <ac:chgData name="Ms Alina Arshad" userId="cccdfd85-d35d-4453-9c6f-a463aae40722" providerId="ADAL" clId="{32985948-661D-45EF-9212-3BF9750EF1D6}" dt="2024-09-29T04:55:51.210" v="131" actId="478"/>
          <ac:spMkLst>
            <pc:docMk/>
            <pc:sldMk cId="3718238795" sldId="479"/>
            <ac:spMk id="5" creationId="{00000000-0000-0000-0000-000000000000}"/>
          </ac:spMkLst>
        </pc:spChg>
      </pc:sldChg>
      <pc:sldChg chg="delSp modSp add mod">
        <pc:chgData name="Ms Alina Arshad" userId="cccdfd85-d35d-4453-9c6f-a463aae40722" providerId="ADAL" clId="{32985948-661D-45EF-9212-3BF9750EF1D6}" dt="2024-09-29T05:01:04.287" v="233" actId="207"/>
        <pc:sldMkLst>
          <pc:docMk/>
          <pc:sldMk cId="3737652639" sldId="482"/>
        </pc:sldMkLst>
        <pc:spChg chg="del">
          <ac:chgData name="Ms Alina Arshad" userId="cccdfd85-d35d-4453-9c6f-a463aae40722" providerId="ADAL" clId="{32985948-661D-45EF-9212-3BF9750EF1D6}" dt="2024-09-29T05:01:00.790" v="232" actId="478"/>
          <ac:spMkLst>
            <pc:docMk/>
            <pc:sldMk cId="3737652639" sldId="482"/>
            <ac:spMk id="2" creationId="{00000000-0000-0000-0000-000000000000}"/>
          </ac:spMkLst>
        </pc:spChg>
        <pc:spChg chg="mod">
          <ac:chgData name="Ms Alina Arshad" userId="cccdfd85-d35d-4453-9c6f-a463aae40722" providerId="ADAL" clId="{32985948-661D-45EF-9212-3BF9750EF1D6}" dt="2024-09-29T05:01:04.287" v="233" actId="207"/>
          <ac:spMkLst>
            <pc:docMk/>
            <pc:sldMk cId="3737652639" sldId="482"/>
            <ac:spMk id="3" creationId="{00000000-0000-0000-0000-000000000000}"/>
          </ac:spMkLst>
        </pc:spChg>
        <pc:spChg chg="del">
          <ac:chgData name="Ms Alina Arshad" userId="cccdfd85-d35d-4453-9c6f-a463aae40722" providerId="ADAL" clId="{32985948-661D-45EF-9212-3BF9750EF1D6}" dt="2024-09-29T04:58:00.263" v="173" actId="478"/>
          <ac:spMkLst>
            <pc:docMk/>
            <pc:sldMk cId="3737652639" sldId="482"/>
            <ac:spMk id="4" creationId="{00000000-0000-0000-0000-000000000000}"/>
          </ac:spMkLst>
        </pc:spChg>
        <pc:spChg chg="del">
          <ac:chgData name="Ms Alina Arshad" userId="cccdfd85-d35d-4453-9c6f-a463aae40722" providerId="ADAL" clId="{32985948-661D-45EF-9212-3BF9750EF1D6}" dt="2024-09-29T04:58:02.125" v="174" actId="478"/>
          <ac:spMkLst>
            <pc:docMk/>
            <pc:sldMk cId="3737652639" sldId="482"/>
            <ac:spMk id="5" creationId="{00000000-0000-0000-0000-000000000000}"/>
          </ac:spMkLst>
        </pc:spChg>
      </pc:sldChg>
      <pc:sldChg chg="delSp modSp add mod">
        <pc:chgData name="Ms Alina Arshad" userId="cccdfd85-d35d-4453-9c6f-a463aae40722" providerId="ADAL" clId="{32985948-661D-45EF-9212-3BF9750EF1D6}" dt="2024-09-29T04:58:18.837" v="179" actId="1076"/>
        <pc:sldMkLst>
          <pc:docMk/>
          <pc:sldMk cId="2818035381" sldId="483"/>
        </pc:sldMkLst>
        <pc:spChg chg="mod">
          <ac:chgData name="Ms Alina Arshad" userId="cccdfd85-d35d-4453-9c6f-a463aae40722" providerId="ADAL" clId="{32985948-661D-45EF-9212-3BF9750EF1D6}" dt="2024-09-29T04:58:08.310" v="175" actId="207"/>
          <ac:spMkLst>
            <pc:docMk/>
            <pc:sldMk cId="2818035381" sldId="483"/>
            <ac:spMk id="2" creationId="{00000000-0000-0000-0000-000000000000}"/>
          </ac:spMkLst>
        </pc:spChg>
        <pc:spChg chg="del">
          <ac:chgData name="Ms Alina Arshad" userId="cccdfd85-d35d-4453-9c6f-a463aae40722" providerId="ADAL" clId="{32985948-661D-45EF-9212-3BF9750EF1D6}" dt="2024-09-29T04:58:11.149" v="176" actId="478"/>
          <ac:spMkLst>
            <pc:docMk/>
            <pc:sldMk cId="2818035381" sldId="483"/>
            <ac:spMk id="4" creationId="{00000000-0000-0000-0000-000000000000}"/>
          </ac:spMkLst>
        </pc:spChg>
        <pc:spChg chg="del">
          <ac:chgData name="Ms Alina Arshad" userId="cccdfd85-d35d-4453-9c6f-a463aae40722" providerId="ADAL" clId="{32985948-661D-45EF-9212-3BF9750EF1D6}" dt="2024-09-29T04:58:12.842" v="177" actId="478"/>
          <ac:spMkLst>
            <pc:docMk/>
            <pc:sldMk cId="2818035381" sldId="483"/>
            <ac:spMk id="5" creationId="{00000000-0000-0000-0000-000000000000}"/>
          </ac:spMkLst>
        </pc:spChg>
        <pc:picChg chg="mod">
          <ac:chgData name="Ms Alina Arshad" userId="cccdfd85-d35d-4453-9c6f-a463aae40722" providerId="ADAL" clId="{32985948-661D-45EF-9212-3BF9750EF1D6}" dt="2024-09-29T04:58:18.837" v="179" actId="1076"/>
          <ac:picMkLst>
            <pc:docMk/>
            <pc:sldMk cId="2818035381" sldId="483"/>
            <ac:picMk id="6" creationId="{00000000-0000-0000-0000-000000000000}"/>
          </ac:picMkLst>
        </pc:picChg>
      </pc:sldChg>
      <pc:sldChg chg="delSp modSp add mod">
        <pc:chgData name="Ms Alina Arshad" userId="cccdfd85-d35d-4453-9c6f-a463aae40722" providerId="ADAL" clId="{32985948-661D-45EF-9212-3BF9750EF1D6}" dt="2024-09-29T04:56:39.564" v="145" actId="478"/>
        <pc:sldMkLst>
          <pc:docMk/>
          <pc:sldMk cId="267361801" sldId="484"/>
        </pc:sldMkLst>
        <pc:spChg chg="mod">
          <ac:chgData name="Ms Alina Arshad" userId="cccdfd85-d35d-4453-9c6f-a463aae40722" providerId="ADAL" clId="{32985948-661D-45EF-9212-3BF9750EF1D6}" dt="2024-09-29T04:56:03.073" v="134" actId="113"/>
          <ac:spMkLst>
            <pc:docMk/>
            <pc:sldMk cId="267361801" sldId="484"/>
            <ac:spMk id="2" creationId="{00000000-0000-0000-0000-000000000000}"/>
          </ac:spMkLst>
        </pc:spChg>
        <pc:spChg chg="mod">
          <ac:chgData name="Ms Alina Arshad" userId="cccdfd85-d35d-4453-9c6f-a463aae40722" providerId="ADAL" clId="{32985948-661D-45EF-9212-3BF9750EF1D6}" dt="2024-09-29T04:56:33.338" v="141" actId="207"/>
          <ac:spMkLst>
            <pc:docMk/>
            <pc:sldMk cId="267361801" sldId="484"/>
            <ac:spMk id="3" creationId="{00000000-0000-0000-0000-000000000000}"/>
          </ac:spMkLst>
        </pc:spChg>
        <pc:spChg chg="del mod">
          <ac:chgData name="Ms Alina Arshad" userId="cccdfd85-d35d-4453-9c6f-a463aae40722" providerId="ADAL" clId="{32985948-661D-45EF-9212-3BF9750EF1D6}" dt="2024-09-29T04:56:37.688" v="144" actId="478"/>
          <ac:spMkLst>
            <pc:docMk/>
            <pc:sldMk cId="267361801" sldId="484"/>
            <ac:spMk id="4" creationId="{00000000-0000-0000-0000-000000000000}"/>
          </ac:spMkLst>
        </pc:spChg>
        <pc:spChg chg="del">
          <ac:chgData name="Ms Alina Arshad" userId="cccdfd85-d35d-4453-9c6f-a463aae40722" providerId="ADAL" clId="{32985948-661D-45EF-9212-3BF9750EF1D6}" dt="2024-09-29T04:56:39.564" v="145" actId="478"/>
          <ac:spMkLst>
            <pc:docMk/>
            <pc:sldMk cId="267361801" sldId="484"/>
            <ac:spMk id="5" creationId="{00000000-0000-0000-0000-000000000000}"/>
          </ac:spMkLst>
        </pc:spChg>
      </pc:sldChg>
      <pc:sldChg chg="addSp delSp modSp add mod">
        <pc:chgData name="Ms Alina Arshad" userId="cccdfd85-d35d-4453-9c6f-a463aae40722" providerId="ADAL" clId="{32985948-661D-45EF-9212-3BF9750EF1D6}" dt="2024-09-29T09:22:13.220" v="673" actId="14100"/>
        <pc:sldMkLst>
          <pc:docMk/>
          <pc:sldMk cId="2146923405" sldId="485"/>
        </pc:sldMkLst>
        <pc:spChg chg="mod">
          <ac:chgData name="Ms Alina Arshad" userId="cccdfd85-d35d-4453-9c6f-a463aae40722" providerId="ADAL" clId="{32985948-661D-45EF-9212-3BF9750EF1D6}" dt="2024-09-29T09:22:13.220" v="673" actId="14100"/>
          <ac:spMkLst>
            <pc:docMk/>
            <pc:sldMk cId="2146923405" sldId="485"/>
            <ac:spMk id="2" creationId="{00000000-0000-0000-0000-000000000000}"/>
          </ac:spMkLst>
        </pc:spChg>
        <pc:spChg chg="del">
          <ac:chgData name="Ms Alina Arshad" userId="cccdfd85-d35d-4453-9c6f-a463aae40722" providerId="ADAL" clId="{32985948-661D-45EF-9212-3BF9750EF1D6}" dt="2024-09-29T04:55:25.845" v="121" actId="478"/>
          <ac:spMkLst>
            <pc:docMk/>
            <pc:sldMk cId="2146923405" sldId="485"/>
            <ac:spMk id="4" creationId="{00000000-0000-0000-0000-000000000000}"/>
          </ac:spMkLst>
        </pc:spChg>
        <pc:spChg chg="add mod">
          <ac:chgData name="Ms Alina Arshad" userId="cccdfd85-d35d-4453-9c6f-a463aae40722" providerId="ADAL" clId="{32985948-661D-45EF-9212-3BF9750EF1D6}" dt="2024-09-29T09:18:29.911" v="606" actId="20577"/>
          <ac:spMkLst>
            <pc:docMk/>
            <pc:sldMk cId="2146923405" sldId="485"/>
            <ac:spMk id="4" creationId="{32DBD649-80B3-AACA-CD0B-976727483B58}"/>
          </ac:spMkLst>
        </pc:spChg>
        <pc:spChg chg="del mod">
          <ac:chgData name="Ms Alina Arshad" userId="cccdfd85-d35d-4453-9c6f-a463aae40722" providerId="ADAL" clId="{32985948-661D-45EF-9212-3BF9750EF1D6}" dt="2024-09-29T04:55:32.064" v="126" actId="478"/>
          <ac:spMkLst>
            <pc:docMk/>
            <pc:sldMk cId="2146923405" sldId="485"/>
            <ac:spMk id="5" creationId="{00000000-0000-0000-0000-000000000000}"/>
          </ac:spMkLst>
        </pc:spChg>
        <pc:picChg chg="mod">
          <ac:chgData name="Ms Alina Arshad" userId="cccdfd85-d35d-4453-9c6f-a463aae40722" providerId="ADAL" clId="{32985948-661D-45EF-9212-3BF9750EF1D6}" dt="2024-09-29T09:21:09.379" v="672" actId="1036"/>
          <ac:picMkLst>
            <pc:docMk/>
            <pc:sldMk cId="2146923405" sldId="485"/>
            <ac:picMk id="6" creationId="{00000000-0000-0000-0000-000000000000}"/>
          </ac:picMkLst>
        </pc:picChg>
      </pc:sldChg>
      <pc:sldChg chg="delSp modSp add mod">
        <pc:chgData name="Ms Alina Arshad" userId="cccdfd85-d35d-4453-9c6f-a463aae40722" providerId="ADAL" clId="{32985948-661D-45EF-9212-3BF9750EF1D6}" dt="2024-09-29T11:32:32.367" v="675" actId="20577"/>
        <pc:sldMkLst>
          <pc:docMk/>
          <pc:sldMk cId="3895319384" sldId="486"/>
        </pc:sldMkLst>
        <pc:spChg chg="mod">
          <ac:chgData name="Ms Alina Arshad" userId="cccdfd85-d35d-4453-9c6f-a463aae40722" providerId="ADAL" clId="{32985948-661D-45EF-9212-3BF9750EF1D6}" dt="2024-09-29T04:57:26.429" v="166" actId="1076"/>
          <ac:spMkLst>
            <pc:docMk/>
            <pc:sldMk cId="3895319384" sldId="486"/>
            <ac:spMk id="2" creationId="{00000000-0000-0000-0000-000000000000}"/>
          </ac:spMkLst>
        </pc:spChg>
        <pc:spChg chg="mod">
          <ac:chgData name="Ms Alina Arshad" userId="cccdfd85-d35d-4453-9c6f-a463aae40722" providerId="ADAL" clId="{32985948-661D-45EF-9212-3BF9750EF1D6}" dt="2024-09-29T11:32:32.367" v="675" actId="20577"/>
          <ac:spMkLst>
            <pc:docMk/>
            <pc:sldMk cId="3895319384" sldId="486"/>
            <ac:spMk id="3" creationId="{00000000-0000-0000-0000-000000000000}"/>
          </ac:spMkLst>
        </pc:spChg>
        <pc:spChg chg="del">
          <ac:chgData name="Ms Alina Arshad" userId="cccdfd85-d35d-4453-9c6f-a463aae40722" providerId="ADAL" clId="{32985948-661D-45EF-9212-3BF9750EF1D6}" dt="2024-09-29T04:57:10.756" v="161" actId="478"/>
          <ac:spMkLst>
            <pc:docMk/>
            <pc:sldMk cId="3895319384" sldId="486"/>
            <ac:spMk id="4" creationId="{00000000-0000-0000-0000-000000000000}"/>
          </ac:spMkLst>
        </pc:spChg>
        <pc:spChg chg="del">
          <ac:chgData name="Ms Alina Arshad" userId="cccdfd85-d35d-4453-9c6f-a463aae40722" providerId="ADAL" clId="{32985948-661D-45EF-9212-3BF9750EF1D6}" dt="2024-09-29T04:57:16.047" v="162" actId="478"/>
          <ac:spMkLst>
            <pc:docMk/>
            <pc:sldMk cId="3895319384" sldId="486"/>
            <ac:spMk id="5" creationId="{00000000-0000-0000-0000-000000000000}"/>
          </ac:spMkLst>
        </pc:spChg>
      </pc:sldChg>
      <pc:sldChg chg="delSp modSp add mod">
        <pc:chgData name="Ms Alina Arshad" userId="cccdfd85-d35d-4453-9c6f-a463aae40722" providerId="ADAL" clId="{32985948-661D-45EF-9212-3BF9750EF1D6}" dt="2024-09-29T05:00:52.503" v="231" actId="113"/>
        <pc:sldMkLst>
          <pc:docMk/>
          <pc:sldMk cId="2382187672" sldId="488"/>
        </pc:sldMkLst>
        <pc:spChg chg="mod">
          <ac:chgData name="Ms Alina Arshad" userId="cccdfd85-d35d-4453-9c6f-a463aae40722" providerId="ADAL" clId="{32985948-661D-45EF-9212-3BF9750EF1D6}" dt="2024-09-29T04:58:31.403" v="183" actId="20577"/>
          <ac:spMkLst>
            <pc:docMk/>
            <pc:sldMk cId="2382187672" sldId="488"/>
            <ac:spMk id="2" creationId="{00000000-0000-0000-0000-000000000000}"/>
          </ac:spMkLst>
        </pc:spChg>
        <pc:spChg chg="mod">
          <ac:chgData name="Ms Alina Arshad" userId="cccdfd85-d35d-4453-9c6f-a463aae40722" providerId="ADAL" clId="{32985948-661D-45EF-9212-3BF9750EF1D6}" dt="2024-09-29T05:00:52.503" v="231" actId="113"/>
          <ac:spMkLst>
            <pc:docMk/>
            <pc:sldMk cId="2382187672" sldId="488"/>
            <ac:spMk id="3" creationId="{00000000-0000-0000-0000-000000000000}"/>
          </ac:spMkLst>
        </pc:spChg>
        <pc:spChg chg="del">
          <ac:chgData name="Ms Alina Arshad" userId="cccdfd85-d35d-4453-9c6f-a463aae40722" providerId="ADAL" clId="{32985948-661D-45EF-9212-3BF9750EF1D6}" dt="2024-09-29T04:59:08.548" v="191" actId="478"/>
          <ac:spMkLst>
            <pc:docMk/>
            <pc:sldMk cId="2382187672" sldId="488"/>
            <ac:spMk id="4" creationId="{00000000-0000-0000-0000-000000000000}"/>
          </ac:spMkLst>
        </pc:spChg>
        <pc:spChg chg="del">
          <ac:chgData name="Ms Alina Arshad" userId="cccdfd85-d35d-4453-9c6f-a463aae40722" providerId="ADAL" clId="{32985948-661D-45EF-9212-3BF9750EF1D6}" dt="2024-09-29T04:59:10.277" v="192" actId="478"/>
          <ac:spMkLst>
            <pc:docMk/>
            <pc:sldMk cId="2382187672" sldId="488"/>
            <ac:spMk id="5" creationId="{00000000-0000-0000-0000-000000000000}"/>
          </ac:spMkLst>
        </pc:spChg>
        <pc:spChg chg="del mod">
          <ac:chgData name="Ms Alina Arshad" userId="cccdfd85-d35d-4453-9c6f-a463aae40722" providerId="ADAL" clId="{32985948-661D-45EF-9212-3BF9750EF1D6}" dt="2024-09-29T04:59:39.422" v="199" actId="478"/>
          <ac:spMkLst>
            <pc:docMk/>
            <pc:sldMk cId="2382187672" sldId="488"/>
            <ac:spMk id="6" creationId="{00000000-0000-0000-0000-000000000000}"/>
          </ac:spMkLst>
        </pc:spChg>
      </pc:sldChg>
      <pc:sldChg chg="delSp modSp add mod">
        <pc:chgData name="Ms Alina Arshad" userId="cccdfd85-d35d-4453-9c6f-a463aae40722" providerId="ADAL" clId="{32985948-661D-45EF-9212-3BF9750EF1D6}" dt="2024-09-29T04:57:48.366" v="172" actId="478"/>
        <pc:sldMkLst>
          <pc:docMk/>
          <pc:sldMk cId="2466836527" sldId="490"/>
        </pc:sldMkLst>
        <pc:spChg chg="mod">
          <ac:chgData name="Ms Alina Arshad" userId="cccdfd85-d35d-4453-9c6f-a463aae40722" providerId="ADAL" clId="{32985948-661D-45EF-9212-3BF9750EF1D6}" dt="2024-09-29T04:57:38.511" v="168" actId="113"/>
          <ac:spMkLst>
            <pc:docMk/>
            <pc:sldMk cId="2466836527" sldId="490"/>
            <ac:spMk id="2" creationId="{00000000-0000-0000-0000-000000000000}"/>
          </ac:spMkLst>
        </pc:spChg>
        <pc:spChg chg="del">
          <ac:chgData name="Ms Alina Arshad" userId="cccdfd85-d35d-4453-9c6f-a463aae40722" providerId="ADAL" clId="{32985948-661D-45EF-9212-3BF9750EF1D6}" dt="2024-09-29T04:57:46.352" v="171" actId="478"/>
          <ac:spMkLst>
            <pc:docMk/>
            <pc:sldMk cId="2466836527" sldId="490"/>
            <ac:spMk id="4" creationId="{00000000-0000-0000-0000-000000000000}"/>
          </ac:spMkLst>
        </pc:spChg>
        <pc:spChg chg="del">
          <ac:chgData name="Ms Alina Arshad" userId="cccdfd85-d35d-4453-9c6f-a463aae40722" providerId="ADAL" clId="{32985948-661D-45EF-9212-3BF9750EF1D6}" dt="2024-09-29T04:57:48.366" v="172" actId="478"/>
          <ac:spMkLst>
            <pc:docMk/>
            <pc:sldMk cId="2466836527" sldId="490"/>
            <ac:spMk id="5" creationId="{00000000-0000-0000-0000-000000000000}"/>
          </ac:spMkLst>
        </pc:spChg>
        <pc:spChg chg="del">
          <ac:chgData name="Ms Alina Arshad" userId="cccdfd85-d35d-4453-9c6f-a463aae40722" providerId="ADAL" clId="{32985948-661D-45EF-9212-3BF9750EF1D6}" dt="2024-09-29T04:57:41.296" v="169" actId="478"/>
          <ac:spMkLst>
            <pc:docMk/>
            <pc:sldMk cId="2466836527" sldId="490"/>
            <ac:spMk id="8" creationId="{00000000-0000-0000-0000-000000000000}"/>
          </ac:spMkLst>
        </pc:spChg>
        <pc:picChg chg="mod">
          <ac:chgData name="Ms Alina Arshad" userId="cccdfd85-d35d-4453-9c6f-a463aae40722" providerId="ADAL" clId="{32985948-661D-45EF-9212-3BF9750EF1D6}" dt="2024-09-29T04:57:44.064" v="170" actId="1076"/>
          <ac:picMkLst>
            <pc:docMk/>
            <pc:sldMk cId="2466836527" sldId="490"/>
            <ac:picMk id="7" creationId="{00000000-0000-0000-0000-000000000000}"/>
          </ac:picMkLst>
        </pc:picChg>
      </pc:sldChg>
      <pc:sldChg chg="delSp modSp add mod">
        <pc:chgData name="Ms Alina Arshad" userId="cccdfd85-d35d-4453-9c6f-a463aae40722" providerId="ADAL" clId="{32985948-661D-45EF-9212-3BF9750EF1D6}" dt="2024-09-29T08:10:20.046" v="421" actId="1076"/>
        <pc:sldMkLst>
          <pc:docMk/>
          <pc:sldMk cId="1501064082" sldId="491"/>
        </pc:sldMkLst>
        <pc:picChg chg="mod">
          <ac:chgData name="Ms Alina Arshad" userId="cccdfd85-d35d-4453-9c6f-a463aae40722" providerId="ADAL" clId="{32985948-661D-45EF-9212-3BF9750EF1D6}" dt="2024-09-29T08:10:20.046" v="421" actId="1076"/>
          <ac:picMkLst>
            <pc:docMk/>
            <pc:sldMk cId="1501064082" sldId="491"/>
            <ac:picMk id="6" creationId="{00000000-0000-0000-0000-000000000000}"/>
          </ac:picMkLst>
        </pc:picChg>
        <pc:picChg chg="del">
          <ac:chgData name="Ms Alina Arshad" userId="cccdfd85-d35d-4453-9c6f-a463aae40722" providerId="ADAL" clId="{32985948-661D-45EF-9212-3BF9750EF1D6}" dt="2024-09-29T04:53:27.602" v="94" actId="478"/>
          <ac:picMkLst>
            <pc:docMk/>
            <pc:sldMk cId="1501064082" sldId="491"/>
            <ac:picMk id="7" creationId="{00000000-0000-0000-0000-000000000000}"/>
          </ac:picMkLst>
        </pc:picChg>
        <pc:picChg chg="del mod">
          <ac:chgData name="Ms Alina Arshad" userId="cccdfd85-d35d-4453-9c6f-a463aae40722" providerId="ADAL" clId="{32985948-661D-45EF-9212-3BF9750EF1D6}" dt="2024-09-29T08:10:10.255" v="416" actId="478"/>
          <ac:picMkLst>
            <pc:docMk/>
            <pc:sldMk cId="1501064082" sldId="491"/>
            <ac:picMk id="8" creationId="{00000000-0000-0000-0000-000000000000}"/>
          </ac:picMkLst>
        </pc:picChg>
      </pc:sldChg>
      <pc:sldChg chg="addSp delSp modSp add mod">
        <pc:chgData name="Ms Alina Arshad" userId="cccdfd85-d35d-4453-9c6f-a463aae40722" providerId="ADAL" clId="{32985948-661D-45EF-9212-3BF9750EF1D6}" dt="2024-09-29T07:57:43.687" v="250" actId="1076"/>
        <pc:sldMkLst>
          <pc:docMk/>
          <pc:sldMk cId="746752752" sldId="492"/>
        </pc:sldMkLst>
        <pc:spChg chg="mod">
          <ac:chgData name="Ms Alina Arshad" userId="cccdfd85-d35d-4453-9c6f-a463aae40722" providerId="ADAL" clId="{32985948-661D-45EF-9212-3BF9750EF1D6}" dt="2024-09-29T07:57:34.799" v="246" actId="1076"/>
          <ac:spMkLst>
            <pc:docMk/>
            <pc:sldMk cId="746752752" sldId="492"/>
            <ac:spMk id="2" creationId="{00000000-0000-0000-0000-000000000000}"/>
          </ac:spMkLst>
        </pc:spChg>
        <pc:spChg chg="del">
          <ac:chgData name="Ms Alina Arshad" userId="cccdfd85-d35d-4453-9c6f-a463aae40722" providerId="ADAL" clId="{32985948-661D-45EF-9212-3BF9750EF1D6}" dt="2024-09-29T07:57:18.852" v="238" actId="478"/>
          <ac:spMkLst>
            <pc:docMk/>
            <pc:sldMk cId="746752752" sldId="492"/>
            <ac:spMk id="3" creationId="{00000000-0000-0000-0000-000000000000}"/>
          </ac:spMkLst>
        </pc:spChg>
        <pc:spChg chg="del">
          <ac:chgData name="Ms Alina Arshad" userId="cccdfd85-d35d-4453-9c6f-a463aae40722" providerId="ADAL" clId="{32985948-661D-45EF-9212-3BF9750EF1D6}" dt="2024-09-29T07:57:38.417" v="248" actId="478"/>
          <ac:spMkLst>
            <pc:docMk/>
            <pc:sldMk cId="746752752" sldId="492"/>
            <ac:spMk id="5" creationId="{00000000-0000-0000-0000-000000000000}"/>
          </ac:spMkLst>
        </pc:spChg>
        <pc:spChg chg="add del mod">
          <ac:chgData name="Ms Alina Arshad" userId="cccdfd85-d35d-4453-9c6f-a463aae40722" providerId="ADAL" clId="{32985948-661D-45EF-9212-3BF9750EF1D6}" dt="2024-09-29T07:57:21.829" v="239" actId="478"/>
          <ac:spMkLst>
            <pc:docMk/>
            <pc:sldMk cId="746752752" sldId="492"/>
            <ac:spMk id="7" creationId="{F175443F-0E9F-67F5-61E0-5244B3B38723}"/>
          </ac:spMkLst>
        </pc:spChg>
        <pc:picChg chg="mod">
          <ac:chgData name="Ms Alina Arshad" userId="cccdfd85-d35d-4453-9c6f-a463aae40722" providerId="ADAL" clId="{32985948-661D-45EF-9212-3BF9750EF1D6}" dt="2024-09-29T07:57:43.687" v="250" actId="1076"/>
          <ac:picMkLst>
            <pc:docMk/>
            <pc:sldMk cId="746752752" sldId="492"/>
            <ac:picMk id="6" creationId="{00000000-0000-0000-0000-000000000000}"/>
          </ac:picMkLst>
        </pc:picChg>
      </pc:sldChg>
    </pc:docChg>
  </pc:docChgLst>
  <pc:docChgLst>
    <pc:chgData name="Ms Alina Arshad" userId="cccdfd85-d35d-4453-9c6f-a463aae40722" providerId="ADAL" clId="{9D070D90-1526-4C33-8966-8ADF4EF98FAB}"/>
    <pc:docChg chg="undo custSel addSld delSld modSld sldOrd">
      <pc:chgData name="Ms Alina Arshad" userId="cccdfd85-d35d-4453-9c6f-a463aae40722" providerId="ADAL" clId="{9D070D90-1526-4C33-8966-8ADF4EF98FAB}" dt="2024-08-27T08:37:18.370" v="480" actId="1076"/>
      <pc:docMkLst>
        <pc:docMk/>
      </pc:docMkLst>
      <pc:sldChg chg="delSp modSp mod modAnim">
        <pc:chgData name="Ms Alina Arshad" userId="cccdfd85-d35d-4453-9c6f-a463aae40722" providerId="ADAL" clId="{9D070D90-1526-4C33-8966-8ADF4EF98FAB}" dt="2024-08-26T08:55:30.162" v="20" actId="27636"/>
        <pc:sldMkLst>
          <pc:docMk/>
          <pc:sldMk cId="0" sldId="351"/>
        </pc:sldMkLst>
        <pc:spChg chg="mod">
          <ac:chgData name="Ms Alina Arshad" userId="cccdfd85-d35d-4453-9c6f-a463aae40722" providerId="ADAL" clId="{9D070D90-1526-4C33-8966-8ADF4EF98FAB}" dt="2024-08-26T08:55:30.162" v="20" actId="27636"/>
          <ac:spMkLst>
            <pc:docMk/>
            <pc:sldMk cId="0" sldId="351"/>
            <ac:spMk id="3" creationId="{C0C22FA1-E5B0-AD82-96B5-C98C4EA3D56C}"/>
          </ac:spMkLst>
        </pc:spChg>
        <pc:grpChg chg="del">
          <ac:chgData name="Ms Alina Arshad" userId="cccdfd85-d35d-4453-9c6f-a463aae40722" providerId="ADAL" clId="{9D070D90-1526-4C33-8966-8ADF4EF98FAB}" dt="2024-08-26T08:52:15.902" v="6" actId="478"/>
          <ac:grpSpMkLst>
            <pc:docMk/>
            <pc:sldMk cId="0" sldId="351"/>
            <ac:grpSpMk id="2" creationId="{7F9631C9-A4A1-9EC8-8B28-D2C54EDAAC8E}"/>
          </ac:grpSpMkLst>
        </pc:grpChg>
      </pc:sldChg>
      <pc:sldChg chg="modSp mod">
        <pc:chgData name="Ms Alina Arshad" userId="cccdfd85-d35d-4453-9c6f-a463aae40722" providerId="ADAL" clId="{9D070D90-1526-4C33-8966-8ADF4EF98FAB}" dt="2024-08-27T08:37:18.370" v="480" actId="1076"/>
        <pc:sldMkLst>
          <pc:docMk/>
          <pc:sldMk cId="0" sldId="354"/>
        </pc:sldMkLst>
        <pc:spChg chg="mod">
          <ac:chgData name="Ms Alina Arshad" userId="cccdfd85-d35d-4453-9c6f-a463aae40722" providerId="ADAL" clId="{9D070D90-1526-4C33-8966-8ADF4EF98FAB}" dt="2024-08-27T08:37:18.370" v="480" actId="1076"/>
          <ac:spMkLst>
            <pc:docMk/>
            <pc:sldMk cId="0" sldId="354"/>
            <ac:spMk id="8" creationId="{643E073A-7DD6-73B9-FE08-31C2814707E7}"/>
          </ac:spMkLst>
        </pc:spChg>
        <pc:spChg chg="mod">
          <ac:chgData name="Ms Alina Arshad" userId="cccdfd85-d35d-4453-9c6f-a463aae40722" providerId="ADAL" clId="{9D070D90-1526-4C33-8966-8ADF4EF98FAB}" dt="2024-08-27T08:37:15.907" v="479" actId="1076"/>
          <ac:spMkLst>
            <pc:docMk/>
            <pc:sldMk cId="0" sldId="354"/>
            <ac:spMk id="25603" creationId="{BF524721-A574-8A8A-2F01-CF97DC19A676}"/>
          </ac:spMkLst>
        </pc:spChg>
      </pc:sldChg>
      <pc:sldChg chg="modSp mod">
        <pc:chgData name="Ms Alina Arshad" userId="cccdfd85-d35d-4453-9c6f-a463aae40722" providerId="ADAL" clId="{9D070D90-1526-4C33-8966-8ADF4EF98FAB}" dt="2024-08-26T08:55:46.777" v="21" actId="1076"/>
        <pc:sldMkLst>
          <pc:docMk/>
          <pc:sldMk cId="0" sldId="356"/>
        </pc:sldMkLst>
        <pc:spChg chg="mod">
          <ac:chgData name="Ms Alina Arshad" userId="cccdfd85-d35d-4453-9c6f-a463aae40722" providerId="ADAL" clId="{9D070D90-1526-4C33-8966-8ADF4EF98FAB}" dt="2024-08-26T06:59:26.289" v="3" actId="207"/>
          <ac:spMkLst>
            <pc:docMk/>
            <pc:sldMk cId="0" sldId="356"/>
            <ac:spMk id="3" creationId="{A0C26980-5FCF-11CE-42EA-C789EFC81BF9}"/>
          </ac:spMkLst>
        </pc:spChg>
        <pc:spChg chg="mod">
          <ac:chgData name="Ms Alina Arshad" userId="cccdfd85-d35d-4453-9c6f-a463aae40722" providerId="ADAL" clId="{9D070D90-1526-4C33-8966-8ADF4EF98FAB}" dt="2024-08-26T08:55:46.777" v="21" actId="1076"/>
          <ac:spMkLst>
            <pc:docMk/>
            <pc:sldMk cId="0" sldId="356"/>
            <ac:spMk id="21506" creationId="{2FDC0C03-1A50-AFEA-680D-11CB0080FD7C}"/>
          </ac:spMkLst>
        </pc:spChg>
      </pc:sldChg>
      <pc:sldChg chg="modSp mod">
        <pc:chgData name="Ms Alina Arshad" userId="cccdfd85-d35d-4453-9c6f-a463aae40722" providerId="ADAL" clId="{9D070D90-1526-4C33-8966-8ADF4EF98FAB}" dt="2024-08-26T08:57:57.549" v="23" actId="207"/>
        <pc:sldMkLst>
          <pc:docMk/>
          <pc:sldMk cId="0" sldId="357"/>
        </pc:sldMkLst>
        <pc:spChg chg="mod">
          <ac:chgData name="Ms Alina Arshad" userId="cccdfd85-d35d-4453-9c6f-a463aae40722" providerId="ADAL" clId="{9D070D90-1526-4C33-8966-8ADF4EF98FAB}" dt="2024-08-26T08:57:57.549" v="23" actId="207"/>
          <ac:spMkLst>
            <pc:docMk/>
            <pc:sldMk cId="0" sldId="357"/>
            <ac:spMk id="23554" creationId="{715C96A0-76EB-2410-6028-7CC970A627D0}"/>
          </ac:spMkLst>
        </pc:spChg>
      </pc:sldChg>
      <pc:sldChg chg="modSp mod">
        <pc:chgData name="Ms Alina Arshad" userId="cccdfd85-d35d-4453-9c6f-a463aae40722" providerId="ADAL" clId="{9D070D90-1526-4C33-8966-8ADF4EF98FAB}" dt="2024-08-26T08:59:32.937" v="31" actId="113"/>
        <pc:sldMkLst>
          <pc:docMk/>
          <pc:sldMk cId="0" sldId="359"/>
        </pc:sldMkLst>
        <pc:spChg chg="mod">
          <ac:chgData name="Ms Alina Arshad" userId="cccdfd85-d35d-4453-9c6f-a463aae40722" providerId="ADAL" clId="{9D070D90-1526-4C33-8966-8ADF4EF98FAB}" dt="2024-08-26T08:59:32.937" v="31" actId="113"/>
          <ac:spMkLst>
            <pc:docMk/>
            <pc:sldMk cId="0" sldId="359"/>
            <ac:spMk id="27650" creationId="{3601D225-8BCB-CD61-89F6-BD0091383FA4}"/>
          </ac:spMkLst>
        </pc:spChg>
      </pc:sldChg>
      <pc:sldChg chg="modSp mod">
        <pc:chgData name="Ms Alina Arshad" userId="cccdfd85-d35d-4453-9c6f-a463aae40722" providerId="ADAL" clId="{9D070D90-1526-4C33-8966-8ADF4EF98FAB}" dt="2024-08-26T09:01:41.296" v="33" actId="207"/>
        <pc:sldMkLst>
          <pc:docMk/>
          <pc:sldMk cId="0" sldId="360"/>
        </pc:sldMkLst>
        <pc:spChg chg="mod">
          <ac:chgData name="Ms Alina Arshad" userId="cccdfd85-d35d-4453-9c6f-a463aae40722" providerId="ADAL" clId="{9D070D90-1526-4C33-8966-8ADF4EF98FAB}" dt="2024-08-26T09:01:41.296" v="33" actId="207"/>
          <ac:spMkLst>
            <pc:docMk/>
            <pc:sldMk cId="0" sldId="360"/>
            <ac:spMk id="3" creationId="{5A29B148-68E9-42A4-AAEF-21C44FB97CC8}"/>
          </ac:spMkLst>
        </pc:spChg>
        <pc:spChg chg="mod">
          <ac:chgData name="Ms Alina Arshad" userId="cccdfd85-d35d-4453-9c6f-a463aae40722" providerId="ADAL" clId="{9D070D90-1526-4C33-8966-8ADF4EF98FAB}" dt="2024-08-26T08:59:33.484" v="32" actId="113"/>
          <ac:spMkLst>
            <pc:docMk/>
            <pc:sldMk cId="0" sldId="360"/>
            <ac:spMk id="28674" creationId="{5DF05B7C-3FB9-7AAD-79F2-F672F7AE8C7B}"/>
          </ac:spMkLst>
        </pc:spChg>
      </pc:sldChg>
      <pc:sldChg chg="modSp mod">
        <pc:chgData name="Ms Alina Arshad" userId="cccdfd85-d35d-4453-9c6f-a463aae40722" providerId="ADAL" clId="{9D070D90-1526-4C33-8966-8ADF4EF98FAB}" dt="2024-08-26T08:59:31.922" v="30" actId="113"/>
        <pc:sldMkLst>
          <pc:docMk/>
          <pc:sldMk cId="0" sldId="369"/>
        </pc:sldMkLst>
        <pc:spChg chg="mod">
          <ac:chgData name="Ms Alina Arshad" userId="cccdfd85-d35d-4453-9c6f-a463aae40722" providerId="ADAL" clId="{9D070D90-1526-4C33-8966-8ADF4EF98FAB}" dt="2024-08-26T08:59:31.922" v="30" actId="113"/>
          <ac:spMkLst>
            <pc:docMk/>
            <pc:sldMk cId="0" sldId="369"/>
            <ac:spMk id="26626" creationId="{A4F027D1-2AC1-1C80-C6CA-8BCE00F02C1D}"/>
          </ac:spMkLst>
        </pc:spChg>
      </pc:sldChg>
      <pc:sldChg chg="del">
        <pc:chgData name="Ms Alina Arshad" userId="cccdfd85-d35d-4453-9c6f-a463aae40722" providerId="ADAL" clId="{9D070D90-1526-4C33-8966-8ADF4EF98FAB}" dt="2024-08-26T09:03:11.641" v="34" actId="47"/>
        <pc:sldMkLst>
          <pc:docMk/>
          <pc:sldMk cId="3002628608" sldId="371"/>
        </pc:sldMkLst>
      </pc:sldChg>
      <pc:sldChg chg="modSp del mod">
        <pc:chgData name="Ms Alina Arshad" userId="cccdfd85-d35d-4453-9c6f-a463aae40722" providerId="ADAL" clId="{9D070D90-1526-4C33-8966-8ADF4EF98FAB}" dt="2024-08-26T09:03:53.121" v="36" actId="47"/>
        <pc:sldMkLst>
          <pc:docMk/>
          <pc:sldMk cId="0" sldId="372"/>
        </pc:sldMkLst>
        <pc:spChg chg="mod">
          <ac:chgData name="Ms Alina Arshad" userId="cccdfd85-d35d-4453-9c6f-a463aae40722" providerId="ADAL" clId="{9D070D90-1526-4C33-8966-8ADF4EF98FAB}" dt="2024-08-26T09:03:17.065" v="35" actId="207"/>
          <ac:spMkLst>
            <pc:docMk/>
            <pc:sldMk cId="0" sldId="372"/>
            <ac:spMk id="33794" creationId="{21B4FF6A-7A53-1B02-2C5F-197ADE8BB9A5}"/>
          </ac:spMkLst>
        </pc:spChg>
      </pc:sldChg>
      <pc:sldChg chg="modSp mod ord">
        <pc:chgData name="Ms Alina Arshad" userId="cccdfd85-d35d-4453-9c6f-a463aae40722" providerId="ADAL" clId="{9D070D90-1526-4C33-8966-8ADF4EF98FAB}" dt="2024-08-26T09:04:28.044" v="40"/>
        <pc:sldMkLst>
          <pc:docMk/>
          <pc:sldMk cId="511546327" sldId="385"/>
        </pc:sldMkLst>
        <pc:spChg chg="mod">
          <ac:chgData name="Ms Alina Arshad" userId="cccdfd85-d35d-4453-9c6f-a463aae40722" providerId="ADAL" clId="{9D070D90-1526-4C33-8966-8ADF4EF98FAB}" dt="2024-08-26T09:03:57.994" v="37" actId="207"/>
          <ac:spMkLst>
            <pc:docMk/>
            <pc:sldMk cId="511546327" sldId="385"/>
            <ac:spMk id="2" creationId="{00000000-0000-0000-0000-000000000000}"/>
          </ac:spMkLst>
        </pc:spChg>
        <pc:picChg chg="mod">
          <ac:chgData name="Ms Alina Arshad" userId="cccdfd85-d35d-4453-9c6f-a463aae40722" providerId="ADAL" clId="{9D070D90-1526-4C33-8966-8ADF4EF98FAB}" dt="2024-08-26T09:04:01.816" v="38" actId="1076"/>
          <ac:picMkLst>
            <pc:docMk/>
            <pc:sldMk cId="511546327" sldId="385"/>
            <ac:picMk id="6" creationId="{00000000-0000-0000-0000-000000000000}"/>
          </ac:picMkLst>
        </pc:picChg>
      </pc:sldChg>
      <pc:sldChg chg="del">
        <pc:chgData name="Ms Alina Arshad" userId="cccdfd85-d35d-4453-9c6f-a463aae40722" providerId="ADAL" clId="{9D070D90-1526-4C33-8966-8ADF4EF98FAB}" dt="2024-08-26T09:04:38.339" v="41" actId="47"/>
        <pc:sldMkLst>
          <pc:docMk/>
          <pc:sldMk cId="938158308" sldId="390"/>
        </pc:sldMkLst>
        <pc:spChg chg="mod">
          <ac:chgData name="Ms Alina Arshad" userId="cccdfd85-d35d-4453-9c6f-a463aae40722" providerId="ADAL" clId="{9D070D90-1526-4C33-8966-8ADF4EF98FAB}" dt="2024-08-26T09:06:18.885" v="52" actId="14100"/>
          <ac:spMkLst>
            <pc:docMk/>
            <pc:sldMk cId="938158308" sldId="390"/>
            <ac:spMk id="2" creationId="{CCD37E2F-361C-46F4-BD07-2D803DB23F9E}"/>
          </ac:spMkLst>
        </pc:spChg>
        <pc:spChg chg="mod">
          <ac:chgData name="Ms Alina Arshad" userId="cccdfd85-d35d-4453-9c6f-a463aae40722" providerId="ADAL" clId="{9D070D90-1526-4C33-8966-8ADF4EF98FAB}" dt="2024-08-26T09:06:10.008" v="47" actId="207"/>
          <ac:spMkLst>
            <pc:docMk/>
            <pc:sldMk cId="938158308" sldId="390"/>
            <ac:spMk id="3" creationId="{F59BCEDC-C5D1-42CB-8414-D9DBEA47ECB0}"/>
          </ac:spMkLst>
        </pc:spChg>
        <pc:spChg chg="del">
          <ac:chgData name="Ms Alina Arshad" userId="cccdfd85-d35d-4453-9c6f-a463aae40722" providerId="ADAL" clId="{9D070D90-1526-4C33-8966-8ADF4EF98FAB}" dt="2024-08-26T09:05:58.458" v="43" actId="478"/>
          <ac:spMkLst>
            <pc:docMk/>
            <pc:sldMk cId="938158308" sldId="390"/>
            <ac:spMk id="4" creationId="{00000000-0000-0000-0000-000000000000}"/>
          </ac:spMkLst>
        </pc:spChg>
        <pc:spChg chg="del">
          <ac:chgData name="Ms Alina Arshad" userId="cccdfd85-d35d-4453-9c6f-a463aae40722" providerId="ADAL" clId="{9D070D90-1526-4C33-8966-8ADF4EF98FAB}" dt="2024-08-26T09:06:01.138" v="44" actId="478"/>
          <ac:spMkLst>
            <pc:docMk/>
            <pc:sldMk cId="938158308" sldId="390"/>
            <ac:spMk id="5" creationId="{00000000-0000-0000-0000-000000000000}"/>
          </ac:spMkLst>
        </pc:spChg>
      </pc:sldChg>
      <pc:sldChg chg="delSp modSp add mod">
        <pc:chgData name="Ms Alina Arshad" userId="cccdfd85-d35d-4453-9c6f-a463aae40722" providerId="ADAL" clId="{9D070D90-1526-4C33-8966-8ADF4EF98FAB}" dt="2024-08-26T09:06:52.848" v="55" actId="1076"/>
        <pc:sldMkLst>
          <pc:docMk/>
          <pc:sldMk cId="3237861477" sldId="391"/>
        </pc:sldMkLst>
        <pc:spChg chg="mod">
          <ac:chgData name="Ms Alina Arshad" userId="cccdfd85-d35d-4453-9c6f-a463aae40722" providerId="ADAL" clId="{9D070D90-1526-4C33-8966-8ADF4EF98FAB}" dt="2024-08-26T09:06:52.848" v="55" actId="1076"/>
          <ac:spMkLst>
            <pc:docMk/>
            <pc:sldMk cId="3237861477" sldId="391"/>
            <ac:spMk id="2" creationId="{EDA72679-0F98-43B0-9C8E-609711DDE88A}"/>
          </ac:spMkLst>
        </pc:spChg>
        <pc:spChg chg="mod">
          <ac:chgData name="Ms Alina Arshad" userId="cccdfd85-d35d-4453-9c6f-a463aae40722" providerId="ADAL" clId="{9D070D90-1526-4C33-8966-8ADF4EF98FAB}" dt="2024-08-26T09:06:49.005" v="53" actId="207"/>
          <ac:spMkLst>
            <pc:docMk/>
            <pc:sldMk cId="3237861477" sldId="391"/>
            <ac:spMk id="3" creationId="{9F621F65-B7BE-4B1B-8A4D-34D27C89D961}"/>
          </ac:spMkLst>
        </pc:spChg>
        <pc:spChg chg="del">
          <ac:chgData name="Ms Alina Arshad" userId="cccdfd85-d35d-4453-9c6f-a463aae40722" providerId="ADAL" clId="{9D070D90-1526-4C33-8966-8ADF4EF98FAB}" dt="2024-08-26T09:06:04.744" v="45" actId="478"/>
          <ac:spMkLst>
            <pc:docMk/>
            <pc:sldMk cId="3237861477" sldId="391"/>
            <ac:spMk id="4" creationId="{00000000-0000-0000-0000-000000000000}"/>
          </ac:spMkLst>
        </pc:spChg>
        <pc:spChg chg="del">
          <ac:chgData name="Ms Alina Arshad" userId="cccdfd85-d35d-4453-9c6f-a463aae40722" providerId="ADAL" clId="{9D070D90-1526-4C33-8966-8ADF4EF98FAB}" dt="2024-08-26T09:06:06.196" v="46" actId="478"/>
          <ac:spMkLst>
            <pc:docMk/>
            <pc:sldMk cId="3237861477" sldId="391"/>
            <ac:spMk id="5" creationId="{00000000-0000-0000-0000-000000000000}"/>
          </ac:spMkLst>
        </pc:spChg>
      </pc:sldChg>
      <pc:sldChg chg="modSp new mod ord">
        <pc:chgData name="Ms Alina Arshad" userId="cccdfd85-d35d-4453-9c6f-a463aae40722" providerId="ADAL" clId="{9D070D90-1526-4C33-8966-8ADF4EF98FAB}" dt="2024-08-26T09:14:19.288" v="94"/>
        <pc:sldMkLst>
          <pc:docMk/>
          <pc:sldMk cId="3171797292" sldId="392"/>
        </pc:sldMkLst>
        <pc:spChg chg="mod">
          <ac:chgData name="Ms Alina Arshad" userId="cccdfd85-d35d-4453-9c6f-a463aae40722" providerId="ADAL" clId="{9D070D90-1526-4C33-8966-8ADF4EF98FAB}" dt="2024-08-26T09:08:44.241" v="76" actId="207"/>
          <ac:spMkLst>
            <pc:docMk/>
            <pc:sldMk cId="3171797292" sldId="392"/>
            <ac:spMk id="2" creationId="{71C7E6DC-E247-A1A6-4433-2D99DE757456}"/>
          </ac:spMkLst>
        </pc:spChg>
        <pc:spChg chg="mod">
          <ac:chgData name="Ms Alina Arshad" userId="cccdfd85-d35d-4453-9c6f-a463aae40722" providerId="ADAL" clId="{9D070D90-1526-4C33-8966-8ADF4EF98FAB}" dt="2024-08-26T09:09:47.517" v="87" actId="207"/>
          <ac:spMkLst>
            <pc:docMk/>
            <pc:sldMk cId="3171797292" sldId="392"/>
            <ac:spMk id="3" creationId="{8945664E-4C57-92F9-8D47-FA41D2EC3675}"/>
          </ac:spMkLst>
        </pc:spChg>
      </pc:sldChg>
      <pc:sldChg chg="new del">
        <pc:chgData name="Ms Alina Arshad" userId="cccdfd85-d35d-4453-9c6f-a463aae40722" providerId="ADAL" clId="{9D070D90-1526-4C33-8966-8ADF4EF98FAB}" dt="2024-08-26T09:08:28.926" v="57" actId="47"/>
        <pc:sldMkLst>
          <pc:docMk/>
          <pc:sldMk cId="3427654478" sldId="392"/>
        </pc:sldMkLst>
      </pc:sldChg>
      <pc:sldChg chg="delSp new del mod">
        <pc:chgData name="Ms Alina Arshad" userId="cccdfd85-d35d-4453-9c6f-a463aae40722" providerId="ADAL" clId="{9D070D90-1526-4C33-8966-8ADF4EF98FAB}" dt="2024-08-26T09:16:59.706" v="226" actId="47"/>
        <pc:sldMkLst>
          <pc:docMk/>
          <pc:sldMk cId="1468559554" sldId="393"/>
        </pc:sldMkLst>
        <pc:spChg chg="del">
          <ac:chgData name="Ms Alina Arshad" userId="cccdfd85-d35d-4453-9c6f-a463aae40722" providerId="ADAL" clId="{9D070D90-1526-4C33-8966-8ADF4EF98FAB}" dt="2024-08-26T09:14:10.928" v="92" actId="478"/>
          <ac:spMkLst>
            <pc:docMk/>
            <pc:sldMk cId="1468559554" sldId="393"/>
            <ac:spMk id="2" creationId="{7B3096DD-7254-94FB-B361-91D1E30F9BF0}"/>
          </ac:spMkLst>
        </pc:spChg>
        <pc:spChg chg="del">
          <ac:chgData name="Ms Alina Arshad" userId="cccdfd85-d35d-4453-9c6f-a463aae40722" providerId="ADAL" clId="{9D070D90-1526-4C33-8966-8ADF4EF98FAB}" dt="2024-08-26T09:14:09.350" v="91" actId="478"/>
          <ac:spMkLst>
            <pc:docMk/>
            <pc:sldMk cId="1468559554" sldId="393"/>
            <ac:spMk id="3" creationId="{D78851B1-4A44-FD00-8C39-D0F0F275E549}"/>
          </ac:spMkLst>
        </pc:spChg>
      </pc:sldChg>
      <pc:sldChg chg="modSp new mod">
        <pc:chgData name="Ms Alina Arshad" userId="cccdfd85-d35d-4453-9c6f-a463aae40722" providerId="ADAL" clId="{9D070D90-1526-4C33-8966-8ADF4EF98FAB}" dt="2024-08-26T09:16:54.548" v="225"/>
        <pc:sldMkLst>
          <pc:docMk/>
          <pc:sldMk cId="3643065844" sldId="394"/>
        </pc:sldMkLst>
        <pc:spChg chg="mod">
          <ac:chgData name="Ms Alina Arshad" userId="cccdfd85-d35d-4453-9c6f-a463aae40722" providerId="ADAL" clId="{9D070D90-1526-4C33-8966-8ADF4EF98FAB}" dt="2024-08-26T09:16:54.548" v="225"/>
          <ac:spMkLst>
            <pc:docMk/>
            <pc:sldMk cId="3643065844" sldId="394"/>
            <ac:spMk id="2" creationId="{56FB64E0-A331-330A-441B-B3C636221533}"/>
          </ac:spMkLst>
        </pc:spChg>
        <pc:spChg chg="mod">
          <ac:chgData name="Ms Alina Arshad" userId="cccdfd85-d35d-4453-9c6f-a463aae40722" providerId="ADAL" clId="{9D070D90-1526-4C33-8966-8ADF4EF98FAB}" dt="2024-08-26T09:16:41.558" v="224" actId="20577"/>
          <ac:spMkLst>
            <pc:docMk/>
            <pc:sldMk cId="3643065844" sldId="394"/>
            <ac:spMk id="3" creationId="{22ACE35B-3318-313E-A6ED-E9C39A6CC46C}"/>
          </ac:spMkLst>
        </pc:spChg>
      </pc:sldChg>
      <pc:sldChg chg="addSp modSp new mod">
        <pc:chgData name="Ms Alina Arshad" userId="cccdfd85-d35d-4453-9c6f-a463aae40722" providerId="ADAL" clId="{9D070D90-1526-4C33-8966-8ADF4EF98FAB}" dt="2024-08-26T09:19:42.253" v="237" actId="1076"/>
        <pc:sldMkLst>
          <pc:docMk/>
          <pc:sldMk cId="129645018" sldId="395"/>
        </pc:sldMkLst>
        <pc:spChg chg="add mod">
          <ac:chgData name="Ms Alina Arshad" userId="cccdfd85-d35d-4453-9c6f-a463aae40722" providerId="ADAL" clId="{9D070D90-1526-4C33-8966-8ADF4EF98FAB}" dt="2024-08-26T09:19:10.813" v="231" actId="1076"/>
          <ac:spMkLst>
            <pc:docMk/>
            <pc:sldMk cId="129645018" sldId="395"/>
            <ac:spMk id="3" creationId="{AE48E4DB-1020-2267-9323-EA4B0A7A40F7}"/>
          </ac:spMkLst>
        </pc:spChg>
        <pc:spChg chg="add mod">
          <ac:chgData name="Ms Alina Arshad" userId="cccdfd85-d35d-4453-9c6f-a463aae40722" providerId="ADAL" clId="{9D070D90-1526-4C33-8966-8ADF4EF98FAB}" dt="2024-08-26T09:19:42.253" v="237" actId="1076"/>
          <ac:spMkLst>
            <pc:docMk/>
            <pc:sldMk cId="129645018" sldId="395"/>
            <ac:spMk id="4" creationId="{E314460D-0C28-0074-04BC-D8A2FC53EC0F}"/>
          </ac:spMkLst>
        </pc:spChg>
      </pc:sldChg>
      <pc:sldChg chg="addSp delSp modSp new del mod">
        <pc:chgData name="Ms Alina Arshad" userId="cccdfd85-d35d-4453-9c6f-a463aae40722" providerId="ADAL" clId="{9D070D90-1526-4C33-8966-8ADF4EF98FAB}" dt="2024-08-26T09:50:52.084" v="253" actId="47"/>
        <pc:sldMkLst>
          <pc:docMk/>
          <pc:sldMk cId="195136698" sldId="396"/>
        </pc:sldMkLst>
        <pc:spChg chg="del">
          <ac:chgData name="Ms Alina Arshad" userId="cccdfd85-d35d-4453-9c6f-a463aae40722" providerId="ADAL" clId="{9D070D90-1526-4C33-8966-8ADF4EF98FAB}" dt="2024-08-26T09:50:10.617" v="243" actId="478"/>
          <ac:spMkLst>
            <pc:docMk/>
            <pc:sldMk cId="195136698" sldId="396"/>
            <ac:spMk id="2" creationId="{339A6985-72FC-5A91-A4DF-3F5B5298DCF8}"/>
          </ac:spMkLst>
        </pc:spChg>
        <pc:spChg chg="del">
          <ac:chgData name="Ms Alina Arshad" userId="cccdfd85-d35d-4453-9c6f-a463aae40722" providerId="ADAL" clId="{9D070D90-1526-4C33-8966-8ADF4EF98FAB}" dt="2024-08-26T09:49:52.682" v="240" actId="478"/>
          <ac:spMkLst>
            <pc:docMk/>
            <pc:sldMk cId="195136698" sldId="396"/>
            <ac:spMk id="3" creationId="{7878009F-28FC-5074-A45A-CC4FA57569B8}"/>
          </ac:spMkLst>
        </pc:spChg>
        <pc:spChg chg="add mod">
          <ac:chgData name="Ms Alina Arshad" userId="cccdfd85-d35d-4453-9c6f-a463aae40722" providerId="ADAL" clId="{9D070D90-1526-4C33-8966-8ADF4EF98FAB}" dt="2024-08-26T09:49:59.992" v="242" actId="14100"/>
          <ac:spMkLst>
            <pc:docMk/>
            <pc:sldMk cId="195136698" sldId="396"/>
            <ac:spMk id="4" creationId="{EC782C3C-54D3-9B18-19A8-E0A2A4D1DF4A}"/>
          </ac:spMkLst>
        </pc:spChg>
        <pc:spChg chg="add">
          <ac:chgData name="Ms Alina Arshad" userId="cccdfd85-d35d-4453-9c6f-a463aae40722" providerId="ADAL" clId="{9D070D90-1526-4C33-8966-8ADF4EF98FAB}" dt="2024-08-26T09:49:45.156" v="239"/>
          <ac:spMkLst>
            <pc:docMk/>
            <pc:sldMk cId="195136698" sldId="396"/>
            <ac:spMk id="5" creationId="{DD9F2442-6369-3A35-4A3E-0B47D0C8A4F0}"/>
          </ac:spMkLst>
        </pc:spChg>
        <pc:spChg chg="add">
          <ac:chgData name="Ms Alina Arshad" userId="cccdfd85-d35d-4453-9c6f-a463aae40722" providerId="ADAL" clId="{9D070D90-1526-4C33-8966-8ADF4EF98FAB}" dt="2024-08-26T09:49:45.156" v="239"/>
          <ac:spMkLst>
            <pc:docMk/>
            <pc:sldMk cId="195136698" sldId="396"/>
            <ac:spMk id="6" creationId="{DFEC5ACE-098C-E847-DA0F-9EEFCAC48C76}"/>
          </ac:spMkLst>
        </pc:spChg>
      </pc:sldChg>
      <pc:sldChg chg="addSp delSp modSp new mod">
        <pc:chgData name="Ms Alina Arshad" userId="cccdfd85-d35d-4453-9c6f-a463aae40722" providerId="ADAL" clId="{9D070D90-1526-4C33-8966-8ADF4EF98FAB}" dt="2024-08-27T04:54:01.181" v="478" actId="20577"/>
        <pc:sldMkLst>
          <pc:docMk/>
          <pc:sldMk cId="2801136258" sldId="397"/>
        </pc:sldMkLst>
        <pc:spChg chg="add mod">
          <ac:chgData name="Ms Alina Arshad" userId="cccdfd85-d35d-4453-9c6f-a463aae40722" providerId="ADAL" clId="{9D070D90-1526-4C33-8966-8ADF4EF98FAB}" dt="2024-08-27T04:54:01.181" v="478" actId="20577"/>
          <ac:spMkLst>
            <pc:docMk/>
            <pc:sldMk cId="2801136258" sldId="397"/>
            <ac:spMk id="2" creationId="{0AA35CFD-1519-F917-F636-053D59CFD9D1}"/>
          </ac:spMkLst>
        </pc:spChg>
        <pc:spChg chg="add">
          <ac:chgData name="Ms Alina Arshad" userId="cccdfd85-d35d-4453-9c6f-a463aae40722" providerId="ADAL" clId="{9D070D90-1526-4C33-8966-8ADF4EF98FAB}" dt="2024-08-27T04:49:53.463" v="336"/>
          <ac:spMkLst>
            <pc:docMk/>
            <pc:sldMk cId="2801136258" sldId="397"/>
            <ac:spMk id="3" creationId="{1A518913-A396-ACDA-F801-842CC2F63381}"/>
          </ac:spMkLst>
        </pc:spChg>
        <pc:spChg chg="add del mod">
          <ac:chgData name="Ms Alina Arshad" userId="cccdfd85-d35d-4453-9c6f-a463aae40722" providerId="ADAL" clId="{9D070D90-1526-4C33-8966-8ADF4EF98FAB}" dt="2024-08-26T09:51:37.534" v="264" actId="478"/>
          <ac:spMkLst>
            <pc:docMk/>
            <pc:sldMk cId="2801136258" sldId="397"/>
            <ac:spMk id="3" creationId="{D417D5B8-68C8-6DC5-BEEC-D1BEBA8C2A61}"/>
          </ac:spMkLst>
        </pc:spChg>
        <pc:spChg chg="add mod">
          <ac:chgData name="Ms Alina Arshad" userId="cccdfd85-d35d-4453-9c6f-a463aae40722" providerId="ADAL" clId="{9D070D90-1526-4C33-8966-8ADF4EF98FAB}" dt="2024-08-26T09:51:57.527" v="269" actId="1076"/>
          <ac:spMkLst>
            <pc:docMk/>
            <pc:sldMk cId="2801136258" sldId="397"/>
            <ac:spMk id="4" creationId="{9F6CA550-4BA9-D211-315D-511871109AFE}"/>
          </ac:spMkLst>
        </pc:spChg>
      </pc:sldChg>
      <pc:sldChg chg="new del">
        <pc:chgData name="Ms Alina Arshad" userId="cccdfd85-d35d-4453-9c6f-a463aae40722" providerId="ADAL" clId="{9D070D90-1526-4C33-8966-8ADF4EF98FAB}" dt="2024-08-27T04:43:07.654" v="271" actId="47"/>
        <pc:sldMkLst>
          <pc:docMk/>
          <pc:sldMk cId="1625032331" sldId="398"/>
        </pc:sldMkLst>
      </pc:sldChg>
      <pc:sldChg chg="addSp modSp new mod">
        <pc:chgData name="Ms Alina Arshad" userId="cccdfd85-d35d-4453-9c6f-a463aae40722" providerId="ADAL" clId="{9D070D90-1526-4C33-8966-8ADF4EF98FAB}" dt="2024-08-27T04:46:49.038" v="312" actId="21"/>
        <pc:sldMkLst>
          <pc:docMk/>
          <pc:sldMk cId="2310894512" sldId="398"/>
        </pc:sldMkLst>
        <pc:graphicFrameChg chg="add mod modGraphic">
          <ac:chgData name="Ms Alina Arshad" userId="cccdfd85-d35d-4453-9c6f-a463aae40722" providerId="ADAL" clId="{9D070D90-1526-4C33-8966-8ADF4EF98FAB}" dt="2024-08-27T04:46:49.038" v="312" actId="21"/>
          <ac:graphicFrameMkLst>
            <pc:docMk/>
            <pc:sldMk cId="2310894512" sldId="398"/>
            <ac:graphicFrameMk id="2" creationId="{0805F1E4-B84C-1BA4-9718-16AA4D217A43}"/>
          </ac:graphicFrameMkLst>
        </pc:graphicFrameChg>
      </pc:sldChg>
      <pc:sldChg chg="addSp modSp new mod">
        <pc:chgData name="Ms Alina Arshad" userId="cccdfd85-d35d-4453-9c6f-a463aae40722" providerId="ADAL" clId="{9D070D90-1526-4C33-8966-8ADF4EF98FAB}" dt="2024-08-27T04:48:27.289" v="332" actId="1076"/>
        <pc:sldMkLst>
          <pc:docMk/>
          <pc:sldMk cId="4103277343" sldId="399"/>
        </pc:sldMkLst>
        <pc:spChg chg="add mod">
          <ac:chgData name="Ms Alina Arshad" userId="cccdfd85-d35d-4453-9c6f-a463aae40722" providerId="ADAL" clId="{9D070D90-1526-4C33-8966-8ADF4EF98FAB}" dt="2024-08-27T04:48:27.289" v="332" actId="1076"/>
          <ac:spMkLst>
            <pc:docMk/>
            <pc:sldMk cId="4103277343" sldId="399"/>
            <ac:spMk id="4" creationId="{4C670BC4-2223-4809-FDC3-575B071F5472}"/>
          </ac:spMkLst>
        </pc:spChg>
        <pc:graphicFrameChg chg="add mod modGraphic">
          <ac:chgData name="Ms Alina Arshad" userId="cccdfd85-d35d-4453-9c6f-a463aae40722" providerId="ADAL" clId="{9D070D90-1526-4C33-8966-8ADF4EF98FAB}" dt="2024-08-27T04:48:11.618" v="325" actId="1076"/>
          <ac:graphicFrameMkLst>
            <pc:docMk/>
            <pc:sldMk cId="4103277343" sldId="399"/>
            <ac:graphicFrameMk id="2" creationId="{6D781DE9-F107-AAE6-19E7-A44FE0997EAB}"/>
          </ac:graphicFrameMkLst>
        </pc:graphicFrameChg>
      </pc:sldChg>
    </pc:docChg>
  </pc:docChgLst>
  <pc:docChgLst>
    <pc:chgData name="Ms Alina Arshad" userId="cccdfd85-d35d-4453-9c6f-a463aae40722" providerId="ADAL" clId="{03F3768F-5344-4E5A-B293-BE1259BC470C}"/>
    <pc:docChg chg="custSel addSld delSld modSld">
      <pc:chgData name="Ms Alina Arshad" userId="cccdfd85-d35d-4453-9c6f-a463aae40722" providerId="ADAL" clId="{03F3768F-5344-4E5A-B293-BE1259BC470C}" dt="2024-09-17T13:46:43.871" v="246" actId="12"/>
      <pc:docMkLst>
        <pc:docMk/>
      </pc:docMkLst>
      <pc:sldChg chg="del">
        <pc:chgData name="Ms Alina Arshad" userId="cccdfd85-d35d-4453-9c6f-a463aae40722" providerId="ADAL" clId="{03F3768F-5344-4E5A-B293-BE1259BC470C}" dt="2024-09-15T06:19:30.239" v="49" actId="47"/>
        <pc:sldMkLst>
          <pc:docMk/>
          <pc:sldMk cId="987785057" sldId="258"/>
        </pc:sldMkLst>
      </pc:sldChg>
      <pc:sldChg chg="modSp add mod">
        <pc:chgData name="Ms Alina Arshad" userId="cccdfd85-d35d-4453-9c6f-a463aae40722" providerId="ADAL" clId="{03F3768F-5344-4E5A-B293-BE1259BC470C}" dt="2024-09-17T13:39:19.174" v="208" actId="207"/>
        <pc:sldMkLst>
          <pc:docMk/>
          <pc:sldMk cId="0" sldId="386"/>
        </pc:sldMkLst>
        <pc:spChg chg="mod">
          <ac:chgData name="Ms Alina Arshad" userId="cccdfd85-d35d-4453-9c6f-a463aae40722" providerId="ADAL" clId="{03F3768F-5344-4E5A-B293-BE1259BC470C}" dt="2024-09-17T13:39:19.174" v="208" actId="207"/>
          <ac:spMkLst>
            <pc:docMk/>
            <pc:sldMk cId="0" sldId="386"/>
            <ac:spMk id="3" creationId="{746FE3BF-273E-CE1C-B58B-B5937FB4FDCA}"/>
          </ac:spMkLst>
        </pc:spChg>
        <pc:spChg chg="mod">
          <ac:chgData name="Ms Alina Arshad" userId="cccdfd85-d35d-4453-9c6f-a463aae40722" providerId="ADAL" clId="{03F3768F-5344-4E5A-B293-BE1259BC470C}" dt="2024-09-17T13:39:00.053" v="204" actId="1076"/>
          <ac:spMkLst>
            <pc:docMk/>
            <pc:sldMk cId="0" sldId="386"/>
            <ac:spMk id="18434" creationId="{D0231127-0A0A-57D3-2C1F-FC07E3FE6787}"/>
          </ac:spMkLst>
        </pc:spChg>
      </pc:sldChg>
      <pc:sldChg chg="modSp add mod">
        <pc:chgData name="Ms Alina Arshad" userId="cccdfd85-d35d-4453-9c6f-a463aae40722" providerId="ADAL" clId="{03F3768F-5344-4E5A-B293-BE1259BC470C}" dt="2024-09-17T13:39:40.216" v="213" actId="207"/>
        <pc:sldMkLst>
          <pc:docMk/>
          <pc:sldMk cId="0" sldId="387"/>
        </pc:sldMkLst>
        <pc:spChg chg="mod">
          <ac:chgData name="Ms Alina Arshad" userId="cccdfd85-d35d-4453-9c6f-a463aae40722" providerId="ADAL" clId="{03F3768F-5344-4E5A-B293-BE1259BC470C}" dt="2024-09-17T13:39:40.216" v="213" actId="207"/>
          <ac:spMkLst>
            <pc:docMk/>
            <pc:sldMk cId="0" sldId="387"/>
            <ac:spMk id="16386" creationId="{E92B245A-9B5F-2589-B515-A06EFC2B2B4C}"/>
          </ac:spMkLst>
        </pc:spChg>
        <pc:spChg chg="mod">
          <ac:chgData name="Ms Alina Arshad" userId="cccdfd85-d35d-4453-9c6f-a463aae40722" providerId="ADAL" clId="{03F3768F-5344-4E5A-B293-BE1259BC470C}" dt="2024-09-17T13:39:36.480" v="212" actId="207"/>
          <ac:spMkLst>
            <pc:docMk/>
            <pc:sldMk cId="0" sldId="387"/>
            <ac:spMk id="20483" creationId="{22E8BEA8-D2E3-B374-6221-0A36B07C7CA7}"/>
          </ac:spMkLst>
        </pc:spChg>
      </pc:sldChg>
      <pc:sldChg chg="modSp add mod">
        <pc:chgData name="Ms Alina Arshad" userId="cccdfd85-d35d-4453-9c6f-a463aae40722" providerId="ADAL" clId="{03F3768F-5344-4E5A-B293-BE1259BC470C}" dt="2024-09-17T13:40:17.880" v="218" actId="113"/>
        <pc:sldMkLst>
          <pc:docMk/>
          <pc:sldMk cId="0" sldId="388"/>
        </pc:sldMkLst>
        <pc:spChg chg="mod">
          <ac:chgData name="Ms Alina Arshad" userId="cccdfd85-d35d-4453-9c6f-a463aae40722" providerId="ADAL" clId="{03F3768F-5344-4E5A-B293-BE1259BC470C}" dt="2024-09-17T13:40:14.774" v="217" actId="207"/>
          <ac:spMkLst>
            <pc:docMk/>
            <pc:sldMk cId="0" sldId="388"/>
            <ac:spMk id="3" creationId="{CC3D0619-68B9-E6B7-1F59-66EB4AA60045}"/>
          </ac:spMkLst>
        </pc:spChg>
        <pc:spChg chg="mod">
          <ac:chgData name="Ms Alina Arshad" userId="cccdfd85-d35d-4453-9c6f-a463aae40722" providerId="ADAL" clId="{03F3768F-5344-4E5A-B293-BE1259BC470C}" dt="2024-09-17T13:40:17.880" v="218" actId="113"/>
          <ac:spMkLst>
            <pc:docMk/>
            <pc:sldMk cId="0" sldId="388"/>
            <ac:spMk id="17410" creationId="{D2EEC780-56FA-0048-CA6F-E5FBF9128A3B}"/>
          </ac:spMkLst>
        </pc:spChg>
      </pc:sldChg>
      <pc:sldChg chg="modSp add mod">
        <pc:chgData name="Ms Alina Arshad" userId="cccdfd85-d35d-4453-9c6f-a463aae40722" providerId="ADAL" clId="{03F3768F-5344-4E5A-B293-BE1259BC470C}" dt="2024-09-17T13:41:00.101" v="224" actId="207"/>
        <pc:sldMkLst>
          <pc:docMk/>
          <pc:sldMk cId="0" sldId="389"/>
        </pc:sldMkLst>
        <pc:spChg chg="mod">
          <ac:chgData name="Ms Alina Arshad" userId="cccdfd85-d35d-4453-9c6f-a463aae40722" providerId="ADAL" clId="{03F3768F-5344-4E5A-B293-BE1259BC470C}" dt="2024-09-17T13:40:49.971" v="220" actId="113"/>
          <ac:spMkLst>
            <pc:docMk/>
            <pc:sldMk cId="0" sldId="389"/>
            <ac:spMk id="18434" creationId="{9B7DC386-4AC3-0F65-E605-F51840DD5C1C}"/>
          </ac:spMkLst>
        </pc:spChg>
        <pc:spChg chg="mod">
          <ac:chgData name="Ms Alina Arshad" userId="cccdfd85-d35d-4453-9c6f-a463aae40722" providerId="ADAL" clId="{03F3768F-5344-4E5A-B293-BE1259BC470C}" dt="2024-09-17T13:41:00.101" v="224" actId="207"/>
          <ac:spMkLst>
            <pc:docMk/>
            <pc:sldMk cId="0" sldId="389"/>
            <ac:spMk id="19459" creationId="{ACA6224F-9799-178D-D933-1C62B7EC23E3}"/>
          </ac:spMkLst>
        </pc:spChg>
      </pc:sldChg>
      <pc:sldChg chg="modSp add mod">
        <pc:chgData name="Ms Alina Arshad" userId="cccdfd85-d35d-4453-9c6f-a463aae40722" providerId="ADAL" clId="{03F3768F-5344-4E5A-B293-BE1259BC470C}" dt="2024-09-17T13:41:43.983" v="230" actId="207"/>
        <pc:sldMkLst>
          <pc:docMk/>
          <pc:sldMk cId="0" sldId="390"/>
        </pc:sldMkLst>
        <pc:spChg chg="mod">
          <ac:chgData name="Ms Alina Arshad" userId="cccdfd85-d35d-4453-9c6f-a463aae40722" providerId="ADAL" clId="{03F3768F-5344-4E5A-B293-BE1259BC470C}" dt="2024-09-17T13:41:43.983" v="230" actId="207"/>
          <ac:spMkLst>
            <pc:docMk/>
            <pc:sldMk cId="0" sldId="390"/>
            <ac:spMk id="3" creationId="{FDE3EE85-3B99-FA9B-16FB-C60CC3D1A5BD}"/>
          </ac:spMkLst>
        </pc:spChg>
        <pc:spChg chg="mod">
          <ac:chgData name="Ms Alina Arshad" userId="cccdfd85-d35d-4453-9c6f-a463aae40722" providerId="ADAL" clId="{03F3768F-5344-4E5A-B293-BE1259BC470C}" dt="2024-09-17T13:41:27.965" v="225" actId="113"/>
          <ac:spMkLst>
            <pc:docMk/>
            <pc:sldMk cId="0" sldId="390"/>
            <ac:spMk id="19458" creationId="{81C82C7A-DD18-1772-7B91-BA06A9B7ED44}"/>
          </ac:spMkLst>
        </pc:spChg>
      </pc:sldChg>
      <pc:sldChg chg="modSp add mod">
        <pc:chgData name="Ms Alina Arshad" userId="cccdfd85-d35d-4453-9c6f-a463aae40722" providerId="ADAL" clId="{03F3768F-5344-4E5A-B293-BE1259BC470C}" dt="2024-09-17T13:42:49.035" v="235" actId="207"/>
        <pc:sldMkLst>
          <pc:docMk/>
          <pc:sldMk cId="0" sldId="391"/>
        </pc:sldMkLst>
        <pc:spChg chg="mod">
          <ac:chgData name="Ms Alina Arshad" userId="cccdfd85-d35d-4453-9c6f-a463aae40722" providerId="ADAL" clId="{03F3768F-5344-4E5A-B293-BE1259BC470C}" dt="2024-09-17T13:42:49.035" v="235" actId="207"/>
          <ac:spMkLst>
            <pc:docMk/>
            <pc:sldMk cId="0" sldId="391"/>
            <ac:spMk id="3" creationId="{23B298CD-E0BE-E34B-EE83-5EAC5F249733}"/>
          </ac:spMkLst>
        </pc:spChg>
        <pc:spChg chg="mod">
          <ac:chgData name="Ms Alina Arshad" userId="cccdfd85-d35d-4453-9c6f-a463aae40722" providerId="ADAL" clId="{03F3768F-5344-4E5A-B293-BE1259BC470C}" dt="2024-09-17T13:42:36.973" v="231" actId="113"/>
          <ac:spMkLst>
            <pc:docMk/>
            <pc:sldMk cId="0" sldId="391"/>
            <ac:spMk id="20482" creationId="{65E34859-55F2-6869-3330-F00023AA7697}"/>
          </ac:spMkLst>
        </pc:spChg>
      </pc:sldChg>
      <pc:sldChg chg="modSp add mod">
        <pc:chgData name="Ms Alina Arshad" userId="cccdfd85-d35d-4453-9c6f-a463aae40722" providerId="ADAL" clId="{03F3768F-5344-4E5A-B293-BE1259BC470C}" dt="2024-09-17T13:43:11.213" v="241" actId="207"/>
        <pc:sldMkLst>
          <pc:docMk/>
          <pc:sldMk cId="0" sldId="392"/>
        </pc:sldMkLst>
        <pc:spChg chg="mod">
          <ac:chgData name="Ms Alina Arshad" userId="cccdfd85-d35d-4453-9c6f-a463aae40722" providerId="ADAL" clId="{03F3768F-5344-4E5A-B293-BE1259BC470C}" dt="2024-09-17T13:43:11.213" v="241" actId="207"/>
          <ac:spMkLst>
            <pc:docMk/>
            <pc:sldMk cId="0" sldId="392"/>
            <ac:spMk id="3" creationId="{BD3578C5-9FB1-957E-51D3-E5FAC44DF0CB}"/>
          </ac:spMkLst>
        </pc:spChg>
        <pc:spChg chg="mod">
          <ac:chgData name="Ms Alina Arshad" userId="cccdfd85-d35d-4453-9c6f-a463aae40722" providerId="ADAL" clId="{03F3768F-5344-4E5A-B293-BE1259BC470C}" dt="2024-09-17T13:42:59.088" v="237" actId="14100"/>
          <ac:spMkLst>
            <pc:docMk/>
            <pc:sldMk cId="0" sldId="392"/>
            <ac:spMk id="21506" creationId="{284475D3-C7F9-89A6-A9C1-21E2D8ACB125}"/>
          </ac:spMkLst>
        </pc:spChg>
      </pc:sldChg>
      <pc:sldChg chg="modSp add mod">
        <pc:chgData name="Ms Alina Arshad" userId="cccdfd85-d35d-4453-9c6f-a463aae40722" providerId="ADAL" clId="{03F3768F-5344-4E5A-B293-BE1259BC470C}" dt="2024-09-17T13:44:11.378" v="245" actId="14100"/>
        <pc:sldMkLst>
          <pc:docMk/>
          <pc:sldMk cId="0" sldId="394"/>
        </pc:sldMkLst>
        <pc:spChg chg="mod">
          <ac:chgData name="Ms Alina Arshad" userId="cccdfd85-d35d-4453-9c6f-a463aae40722" providerId="ADAL" clId="{03F3768F-5344-4E5A-B293-BE1259BC470C}" dt="2024-09-17T13:44:04.430" v="242" actId="113"/>
          <ac:spMkLst>
            <pc:docMk/>
            <pc:sldMk cId="0" sldId="394"/>
            <ac:spMk id="21506" creationId="{FBD72B6B-756E-622C-CB19-1300F8168DD5}"/>
          </ac:spMkLst>
        </pc:spChg>
        <pc:spChg chg="mod">
          <ac:chgData name="Ms Alina Arshad" userId="cccdfd85-d35d-4453-9c6f-a463aae40722" providerId="ADAL" clId="{03F3768F-5344-4E5A-B293-BE1259BC470C}" dt="2024-09-17T13:44:11.378" v="245" actId="14100"/>
          <ac:spMkLst>
            <pc:docMk/>
            <pc:sldMk cId="0" sldId="394"/>
            <ac:spMk id="26627" creationId="{9B22326B-6B8F-96AA-268A-3F878AE180CC}"/>
          </ac:spMkLst>
        </pc:spChg>
      </pc:sldChg>
      <pc:sldChg chg="modSp add mod">
        <pc:chgData name="Ms Alina Arshad" userId="cccdfd85-d35d-4453-9c6f-a463aae40722" providerId="ADAL" clId="{03F3768F-5344-4E5A-B293-BE1259BC470C}" dt="2024-09-17T13:38:52.277" v="201" actId="113"/>
        <pc:sldMkLst>
          <pc:docMk/>
          <pc:sldMk cId="0" sldId="395"/>
        </pc:sldMkLst>
        <pc:spChg chg="mod">
          <ac:chgData name="Ms Alina Arshad" userId="cccdfd85-d35d-4453-9c6f-a463aae40722" providerId="ADAL" clId="{03F3768F-5344-4E5A-B293-BE1259BC470C}" dt="2024-09-17T13:38:52.277" v="201" actId="113"/>
          <ac:spMkLst>
            <pc:docMk/>
            <pc:sldMk cId="0" sldId="395"/>
            <ac:spMk id="17410" creationId="{A5E5E90F-809A-8C29-0A13-67E8CD91E805}"/>
          </ac:spMkLst>
        </pc:spChg>
        <pc:picChg chg="mod">
          <ac:chgData name="Ms Alina Arshad" userId="cccdfd85-d35d-4453-9c6f-a463aae40722" providerId="ADAL" clId="{03F3768F-5344-4E5A-B293-BE1259BC470C}" dt="2024-09-17T13:38:24.222" v="199" actId="1076"/>
          <ac:picMkLst>
            <pc:docMk/>
            <pc:sldMk cId="0" sldId="395"/>
            <ac:picMk id="17411" creationId="{7C787678-F63B-F6E3-98E0-43A886AF8B91}"/>
          </ac:picMkLst>
        </pc:picChg>
      </pc:sldChg>
      <pc:sldChg chg="addSp modSp new mod">
        <pc:chgData name="Ms Alina Arshad" userId="cccdfd85-d35d-4453-9c6f-a463aae40722" providerId="ADAL" clId="{03F3768F-5344-4E5A-B293-BE1259BC470C}" dt="2024-09-12T11:56:43.426" v="7" actId="1076"/>
        <pc:sldMkLst>
          <pc:docMk/>
          <pc:sldMk cId="2342459706" sldId="447"/>
        </pc:sldMkLst>
        <pc:spChg chg="add mod">
          <ac:chgData name="Ms Alina Arshad" userId="cccdfd85-d35d-4453-9c6f-a463aae40722" providerId="ADAL" clId="{03F3768F-5344-4E5A-B293-BE1259BC470C}" dt="2024-09-12T11:56:43.426" v="7" actId="1076"/>
          <ac:spMkLst>
            <pc:docMk/>
            <pc:sldMk cId="2342459706" sldId="447"/>
            <ac:spMk id="4" creationId="{887797D9-A663-D2C6-552E-4EBC5B78E9D7}"/>
          </ac:spMkLst>
        </pc:spChg>
        <pc:picChg chg="add mod">
          <ac:chgData name="Ms Alina Arshad" userId="cccdfd85-d35d-4453-9c6f-a463aae40722" providerId="ADAL" clId="{03F3768F-5344-4E5A-B293-BE1259BC470C}" dt="2024-09-12T11:56:31.661" v="5" actId="1076"/>
          <ac:picMkLst>
            <pc:docMk/>
            <pc:sldMk cId="2342459706" sldId="447"/>
            <ac:picMk id="2" creationId="{552D4A0C-07D1-C5F2-28BF-77125F167C87}"/>
          </ac:picMkLst>
        </pc:picChg>
      </pc:sldChg>
      <pc:sldChg chg="modSp mod">
        <pc:chgData name="Ms Alina Arshad" userId="cccdfd85-d35d-4453-9c6f-a463aae40722" providerId="ADAL" clId="{03F3768F-5344-4E5A-B293-BE1259BC470C}" dt="2024-09-15T06:19:35.738" v="50" actId="207"/>
        <pc:sldMkLst>
          <pc:docMk/>
          <pc:sldMk cId="719467134" sldId="458"/>
        </pc:sldMkLst>
        <pc:spChg chg="mod">
          <ac:chgData name="Ms Alina Arshad" userId="cccdfd85-d35d-4453-9c6f-a463aae40722" providerId="ADAL" clId="{03F3768F-5344-4E5A-B293-BE1259BC470C}" dt="2024-09-15T06:19:35.738" v="50" actId="207"/>
          <ac:spMkLst>
            <pc:docMk/>
            <pc:sldMk cId="719467134" sldId="458"/>
            <ac:spMk id="2" creationId="{00000000-0000-0000-0000-000000000000}"/>
          </ac:spMkLst>
        </pc:spChg>
        <pc:spChg chg="mod">
          <ac:chgData name="Ms Alina Arshad" userId="cccdfd85-d35d-4453-9c6f-a463aae40722" providerId="ADAL" clId="{03F3768F-5344-4E5A-B293-BE1259BC470C}" dt="2024-09-14T05:26:08.105" v="12" actId="207"/>
          <ac:spMkLst>
            <pc:docMk/>
            <pc:sldMk cId="719467134" sldId="458"/>
            <ac:spMk id="3" creationId="{00000000-0000-0000-0000-000000000000}"/>
          </ac:spMkLst>
        </pc:spChg>
      </pc:sldChg>
      <pc:sldChg chg="delSp modSp mod">
        <pc:chgData name="Ms Alina Arshad" userId="cccdfd85-d35d-4453-9c6f-a463aae40722" providerId="ADAL" clId="{03F3768F-5344-4E5A-B293-BE1259BC470C}" dt="2024-09-14T05:27:05.784" v="23" actId="207"/>
        <pc:sldMkLst>
          <pc:docMk/>
          <pc:sldMk cId="379126886" sldId="459"/>
        </pc:sldMkLst>
        <pc:spChg chg="mod">
          <ac:chgData name="Ms Alina Arshad" userId="cccdfd85-d35d-4453-9c6f-a463aae40722" providerId="ADAL" clId="{03F3768F-5344-4E5A-B293-BE1259BC470C}" dt="2024-09-14T05:27:01.210" v="22" actId="207"/>
          <ac:spMkLst>
            <pc:docMk/>
            <pc:sldMk cId="379126886" sldId="459"/>
            <ac:spMk id="2" creationId="{00000000-0000-0000-0000-000000000000}"/>
          </ac:spMkLst>
        </pc:spChg>
        <pc:spChg chg="mod">
          <ac:chgData name="Ms Alina Arshad" userId="cccdfd85-d35d-4453-9c6f-a463aae40722" providerId="ADAL" clId="{03F3768F-5344-4E5A-B293-BE1259BC470C}" dt="2024-09-14T05:27:05.784" v="23" actId="207"/>
          <ac:spMkLst>
            <pc:docMk/>
            <pc:sldMk cId="379126886" sldId="459"/>
            <ac:spMk id="3" creationId="{00000000-0000-0000-0000-000000000000}"/>
          </ac:spMkLst>
        </pc:spChg>
        <pc:spChg chg="del">
          <ac:chgData name="Ms Alina Arshad" userId="cccdfd85-d35d-4453-9c6f-a463aae40722" providerId="ADAL" clId="{03F3768F-5344-4E5A-B293-BE1259BC470C}" dt="2024-09-14T05:26:52.415" v="20" actId="478"/>
          <ac:spMkLst>
            <pc:docMk/>
            <pc:sldMk cId="379126886" sldId="459"/>
            <ac:spMk id="4" creationId="{00000000-0000-0000-0000-000000000000}"/>
          </ac:spMkLst>
        </pc:spChg>
        <pc:spChg chg="del">
          <ac:chgData name="Ms Alina Arshad" userId="cccdfd85-d35d-4453-9c6f-a463aae40722" providerId="ADAL" clId="{03F3768F-5344-4E5A-B293-BE1259BC470C}" dt="2024-09-14T05:26:54.475" v="21" actId="478"/>
          <ac:spMkLst>
            <pc:docMk/>
            <pc:sldMk cId="379126886" sldId="459"/>
            <ac:spMk id="5" creationId="{00000000-0000-0000-0000-000000000000}"/>
          </ac:spMkLst>
        </pc:spChg>
        <pc:picChg chg="mod">
          <ac:chgData name="Ms Alina Arshad" userId="cccdfd85-d35d-4453-9c6f-a463aae40722" providerId="ADAL" clId="{03F3768F-5344-4E5A-B293-BE1259BC470C}" dt="2024-09-14T05:26:50.845" v="19" actId="1076"/>
          <ac:picMkLst>
            <pc:docMk/>
            <pc:sldMk cId="379126886" sldId="459"/>
            <ac:picMk id="6" creationId="{00000000-0000-0000-0000-000000000000}"/>
          </ac:picMkLst>
        </pc:picChg>
        <pc:picChg chg="mod">
          <ac:chgData name="Ms Alina Arshad" userId="cccdfd85-d35d-4453-9c6f-a463aae40722" providerId="ADAL" clId="{03F3768F-5344-4E5A-B293-BE1259BC470C}" dt="2024-09-14T05:26:46.545" v="18" actId="1076"/>
          <ac:picMkLst>
            <pc:docMk/>
            <pc:sldMk cId="379126886" sldId="459"/>
            <ac:picMk id="7" creationId="{00000000-0000-0000-0000-000000000000}"/>
          </ac:picMkLst>
        </pc:picChg>
      </pc:sldChg>
      <pc:sldChg chg="delSp modSp mod">
        <pc:chgData name="Ms Alina Arshad" userId="cccdfd85-d35d-4453-9c6f-a463aae40722" providerId="ADAL" clId="{03F3768F-5344-4E5A-B293-BE1259BC470C}" dt="2024-09-14T05:27:29.476" v="30" actId="478"/>
        <pc:sldMkLst>
          <pc:docMk/>
          <pc:sldMk cId="475468520" sldId="461"/>
        </pc:sldMkLst>
        <pc:spChg chg="mod">
          <ac:chgData name="Ms Alina Arshad" userId="cccdfd85-d35d-4453-9c6f-a463aae40722" providerId="ADAL" clId="{03F3768F-5344-4E5A-B293-BE1259BC470C}" dt="2024-09-14T05:27:24.384" v="28" actId="20577"/>
          <ac:spMkLst>
            <pc:docMk/>
            <pc:sldMk cId="475468520" sldId="461"/>
            <ac:spMk id="2" creationId="{00000000-0000-0000-0000-000000000000}"/>
          </ac:spMkLst>
        </pc:spChg>
        <pc:spChg chg="del">
          <ac:chgData name="Ms Alina Arshad" userId="cccdfd85-d35d-4453-9c6f-a463aae40722" providerId="ADAL" clId="{03F3768F-5344-4E5A-B293-BE1259BC470C}" dt="2024-09-14T05:27:27.484" v="29" actId="478"/>
          <ac:spMkLst>
            <pc:docMk/>
            <pc:sldMk cId="475468520" sldId="461"/>
            <ac:spMk id="4" creationId="{00000000-0000-0000-0000-000000000000}"/>
          </ac:spMkLst>
        </pc:spChg>
        <pc:spChg chg="del">
          <ac:chgData name="Ms Alina Arshad" userId="cccdfd85-d35d-4453-9c6f-a463aae40722" providerId="ADAL" clId="{03F3768F-5344-4E5A-B293-BE1259BC470C}" dt="2024-09-14T05:27:29.476" v="30" actId="478"/>
          <ac:spMkLst>
            <pc:docMk/>
            <pc:sldMk cId="475468520" sldId="461"/>
            <ac:spMk id="5" creationId="{00000000-0000-0000-0000-000000000000}"/>
          </ac:spMkLst>
        </pc:spChg>
        <pc:picChg chg="mod">
          <ac:chgData name="Ms Alina Arshad" userId="cccdfd85-d35d-4453-9c6f-a463aae40722" providerId="ADAL" clId="{03F3768F-5344-4E5A-B293-BE1259BC470C}" dt="2024-09-14T05:27:12.725" v="24" actId="1076"/>
          <ac:picMkLst>
            <pc:docMk/>
            <pc:sldMk cId="475468520" sldId="461"/>
            <ac:picMk id="7" creationId="{00000000-0000-0000-0000-000000000000}"/>
          </ac:picMkLst>
        </pc:picChg>
      </pc:sldChg>
      <pc:sldChg chg="delSp modSp mod">
        <pc:chgData name="Ms Alina Arshad" userId="cccdfd85-d35d-4453-9c6f-a463aae40722" providerId="ADAL" clId="{03F3768F-5344-4E5A-B293-BE1259BC470C}" dt="2024-09-14T05:28:00.386" v="37" actId="1076"/>
        <pc:sldMkLst>
          <pc:docMk/>
          <pc:sldMk cId="1755260321" sldId="462"/>
        </pc:sldMkLst>
        <pc:spChg chg="mod">
          <ac:chgData name="Ms Alina Arshad" userId="cccdfd85-d35d-4453-9c6f-a463aae40722" providerId="ADAL" clId="{03F3768F-5344-4E5A-B293-BE1259BC470C}" dt="2024-09-14T05:27:46.454" v="33" actId="14100"/>
          <ac:spMkLst>
            <pc:docMk/>
            <pc:sldMk cId="1755260321" sldId="462"/>
            <ac:spMk id="2" creationId="{00000000-0000-0000-0000-000000000000}"/>
          </ac:spMkLst>
        </pc:spChg>
        <pc:spChg chg="del">
          <ac:chgData name="Ms Alina Arshad" userId="cccdfd85-d35d-4453-9c6f-a463aae40722" providerId="ADAL" clId="{03F3768F-5344-4E5A-B293-BE1259BC470C}" dt="2024-09-14T05:27:49.285" v="34" actId="478"/>
          <ac:spMkLst>
            <pc:docMk/>
            <pc:sldMk cId="1755260321" sldId="462"/>
            <ac:spMk id="4" creationId="{00000000-0000-0000-0000-000000000000}"/>
          </ac:spMkLst>
        </pc:spChg>
        <pc:spChg chg="del">
          <ac:chgData name="Ms Alina Arshad" userId="cccdfd85-d35d-4453-9c6f-a463aae40722" providerId="ADAL" clId="{03F3768F-5344-4E5A-B293-BE1259BC470C}" dt="2024-09-14T05:27:52.165" v="35" actId="478"/>
          <ac:spMkLst>
            <pc:docMk/>
            <pc:sldMk cId="1755260321" sldId="462"/>
            <ac:spMk id="5" creationId="{00000000-0000-0000-0000-000000000000}"/>
          </ac:spMkLst>
        </pc:spChg>
        <pc:picChg chg="mod">
          <ac:chgData name="Ms Alina Arshad" userId="cccdfd85-d35d-4453-9c6f-a463aae40722" providerId="ADAL" clId="{03F3768F-5344-4E5A-B293-BE1259BC470C}" dt="2024-09-14T05:28:00.386" v="37" actId="1076"/>
          <ac:picMkLst>
            <pc:docMk/>
            <pc:sldMk cId="1755260321" sldId="462"/>
            <ac:picMk id="8" creationId="{00000000-0000-0000-0000-000000000000}"/>
          </ac:picMkLst>
        </pc:picChg>
      </pc:sldChg>
      <pc:sldChg chg="delSp modSp mod">
        <pc:chgData name="Ms Alina Arshad" userId="cccdfd85-d35d-4453-9c6f-a463aae40722" providerId="ADAL" clId="{03F3768F-5344-4E5A-B293-BE1259BC470C}" dt="2024-09-15T07:26:11.282" v="68" actId="404"/>
        <pc:sldMkLst>
          <pc:docMk/>
          <pc:sldMk cId="3175048454" sldId="463"/>
        </pc:sldMkLst>
        <pc:spChg chg="mod">
          <ac:chgData name="Ms Alina Arshad" userId="cccdfd85-d35d-4453-9c6f-a463aae40722" providerId="ADAL" clId="{03F3768F-5344-4E5A-B293-BE1259BC470C}" dt="2024-09-14T05:28:29.612" v="45" actId="113"/>
          <ac:spMkLst>
            <pc:docMk/>
            <pc:sldMk cId="3175048454" sldId="463"/>
            <ac:spMk id="2" creationId="{00000000-0000-0000-0000-000000000000}"/>
          </ac:spMkLst>
        </pc:spChg>
        <pc:spChg chg="mod">
          <ac:chgData name="Ms Alina Arshad" userId="cccdfd85-d35d-4453-9c6f-a463aae40722" providerId="ADAL" clId="{03F3768F-5344-4E5A-B293-BE1259BC470C}" dt="2024-09-15T07:26:11.282" v="68" actId="404"/>
          <ac:spMkLst>
            <pc:docMk/>
            <pc:sldMk cId="3175048454" sldId="463"/>
            <ac:spMk id="3" creationId="{00000000-0000-0000-0000-000000000000}"/>
          </ac:spMkLst>
        </pc:spChg>
        <pc:spChg chg="del">
          <ac:chgData name="Ms Alina Arshad" userId="cccdfd85-d35d-4453-9c6f-a463aae40722" providerId="ADAL" clId="{03F3768F-5344-4E5A-B293-BE1259BC470C}" dt="2024-09-14T05:28:36.584" v="47" actId="478"/>
          <ac:spMkLst>
            <pc:docMk/>
            <pc:sldMk cId="3175048454" sldId="463"/>
            <ac:spMk id="4" creationId="{00000000-0000-0000-0000-000000000000}"/>
          </ac:spMkLst>
        </pc:spChg>
        <pc:spChg chg="del">
          <ac:chgData name="Ms Alina Arshad" userId="cccdfd85-d35d-4453-9c6f-a463aae40722" providerId="ADAL" clId="{03F3768F-5344-4E5A-B293-BE1259BC470C}" dt="2024-09-14T05:28:38.365" v="48" actId="478"/>
          <ac:spMkLst>
            <pc:docMk/>
            <pc:sldMk cId="3175048454" sldId="463"/>
            <ac:spMk id="5" creationId="{00000000-0000-0000-0000-000000000000}"/>
          </ac:spMkLst>
        </pc:spChg>
      </pc:sldChg>
      <pc:sldChg chg="delSp modSp mod">
        <pc:chgData name="Ms Alina Arshad" userId="cccdfd85-d35d-4453-9c6f-a463aae40722" providerId="ADAL" clId="{03F3768F-5344-4E5A-B293-BE1259BC470C}" dt="2024-09-14T05:28:22.835" v="43" actId="478"/>
        <pc:sldMkLst>
          <pc:docMk/>
          <pc:sldMk cId="2524428318" sldId="464"/>
        </pc:sldMkLst>
        <pc:spChg chg="mod">
          <ac:chgData name="Ms Alina Arshad" userId="cccdfd85-d35d-4453-9c6f-a463aae40722" providerId="ADAL" clId="{03F3768F-5344-4E5A-B293-BE1259BC470C}" dt="2024-09-14T05:28:06.649" v="39" actId="113"/>
          <ac:spMkLst>
            <pc:docMk/>
            <pc:sldMk cId="2524428318" sldId="464"/>
            <ac:spMk id="2" creationId="{00000000-0000-0000-0000-000000000000}"/>
          </ac:spMkLst>
        </pc:spChg>
        <pc:spChg chg="mod">
          <ac:chgData name="Ms Alina Arshad" userId="cccdfd85-d35d-4453-9c6f-a463aae40722" providerId="ADAL" clId="{03F3768F-5344-4E5A-B293-BE1259BC470C}" dt="2024-09-14T05:28:18.686" v="41" actId="12"/>
          <ac:spMkLst>
            <pc:docMk/>
            <pc:sldMk cId="2524428318" sldId="464"/>
            <ac:spMk id="3" creationId="{00000000-0000-0000-0000-000000000000}"/>
          </ac:spMkLst>
        </pc:spChg>
        <pc:spChg chg="del">
          <ac:chgData name="Ms Alina Arshad" userId="cccdfd85-d35d-4453-9c6f-a463aae40722" providerId="ADAL" clId="{03F3768F-5344-4E5A-B293-BE1259BC470C}" dt="2024-09-14T05:28:20.785" v="42" actId="478"/>
          <ac:spMkLst>
            <pc:docMk/>
            <pc:sldMk cId="2524428318" sldId="464"/>
            <ac:spMk id="4" creationId="{00000000-0000-0000-0000-000000000000}"/>
          </ac:spMkLst>
        </pc:spChg>
        <pc:spChg chg="del">
          <ac:chgData name="Ms Alina Arshad" userId="cccdfd85-d35d-4453-9c6f-a463aae40722" providerId="ADAL" clId="{03F3768F-5344-4E5A-B293-BE1259BC470C}" dt="2024-09-14T05:28:22.835" v="43" actId="478"/>
          <ac:spMkLst>
            <pc:docMk/>
            <pc:sldMk cId="2524428318" sldId="464"/>
            <ac:spMk id="5" creationId="{00000000-0000-0000-0000-000000000000}"/>
          </ac:spMkLst>
        </pc:spChg>
      </pc:sldChg>
      <pc:sldChg chg="delSp modSp mod">
        <pc:chgData name="Ms Alina Arshad" userId="cccdfd85-d35d-4453-9c6f-a463aae40722" providerId="ADAL" clId="{03F3768F-5344-4E5A-B293-BE1259BC470C}" dt="2024-09-15T07:26:58.244" v="78" actId="1036"/>
        <pc:sldMkLst>
          <pc:docMk/>
          <pc:sldMk cId="3502560203" sldId="465"/>
        </pc:sldMkLst>
        <pc:spChg chg="mod">
          <ac:chgData name="Ms Alina Arshad" userId="cccdfd85-d35d-4453-9c6f-a463aae40722" providerId="ADAL" clId="{03F3768F-5344-4E5A-B293-BE1259BC470C}" dt="2024-09-15T07:26:39.671" v="72" actId="113"/>
          <ac:spMkLst>
            <pc:docMk/>
            <pc:sldMk cId="3502560203" sldId="465"/>
            <ac:spMk id="2" creationId="{00000000-0000-0000-0000-000000000000}"/>
          </ac:spMkLst>
        </pc:spChg>
        <pc:spChg chg="mod">
          <ac:chgData name="Ms Alina Arshad" userId="cccdfd85-d35d-4453-9c6f-a463aae40722" providerId="ADAL" clId="{03F3768F-5344-4E5A-B293-BE1259BC470C}" dt="2024-09-15T07:26:58.244" v="78" actId="1036"/>
          <ac:spMkLst>
            <pc:docMk/>
            <pc:sldMk cId="3502560203" sldId="465"/>
            <ac:spMk id="3" creationId="{00000000-0000-0000-0000-000000000000}"/>
          </ac:spMkLst>
        </pc:spChg>
        <pc:spChg chg="del">
          <ac:chgData name="Ms Alina Arshad" userId="cccdfd85-d35d-4453-9c6f-a463aae40722" providerId="ADAL" clId="{03F3768F-5344-4E5A-B293-BE1259BC470C}" dt="2024-09-15T07:15:34.293" v="55" actId="478"/>
          <ac:spMkLst>
            <pc:docMk/>
            <pc:sldMk cId="3502560203" sldId="465"/>
            <ac:spMk id="4" creationId="{00000000-0000-0000-0000-000000000000}"/>
          </ac:spMkLst>
        </pc:spChg>
        <pc:spChg chg="del">
          <ac:chgData name="Ms Alina Arshad" userId="cccdfd85-d35d-4453-9c6f-a463aae40722" providerId="ADAL" clId="{03F3768F-5344-4E5A-B293-BE1259BC470C}" dt="2024-09-15T07:15:37.788" v="56" actId="478"/>
          <ac:spMkLst>
            <pc:docMk/>
            <pc:sldMk cId="3502560203" sldId="465"/>
            <ac:spMk id="5" creationId="{00000000-0000-0000-0000-000000000000}"/>
          </ac:spMkLst>
        </pc:spChg>
        <pc:picChg chg="mod">
          <ac:chgData name="Ms Alina Arshad" userId="cccdfd85-d35d-4453-9c6f-a463aae40722" providerId="ADAL" clId="{03F3768F-5344-4E5A-B293-BE1259BC470C}" dt="2024-09-15T07:26:54.568" v="76" actId="1076"/>
          <ac:picMkLst>
            <pc:docMk/>
            <pc:sldMk cId="3502560203" sldId="465"/>
            <ac:picMk id="6" creationId="{00000000-0000-0000-0000-000000000000}"/>
          </ac:picMkLst>
        </pc:picChg>
        <pc:picChg chg="mod">
          <ac:chgData name="Ms Alina Arshad" userId="cccdfd85-d35d-4453-9c6f-a463aae40722" providerId="ADAL" clId="{03F3768F-5344-4E5A-B293-BE1259BC470C}" dt="2024-09-15T07:26:57.173" v="77" actId="1076"/>
          <ac:picMkLst>
            <pc:docMk/>
            <pc:sldMk cId="3502560203" sldId="465"/>
            <ac:picMk id="7" creationId="{00000000-0000-0000-0000-000000000000}"/>
          </ac:picMkLst>
        </pc:picChg>
      </pc:sldChg>
      <pc:sldChg chg="delSp modSp mod">
        <pc:chgData name="Ms Alina Arshad" userId="cccdfd85-d35d-4453-9c6f-a463aae40722" providerId="ADAL" clId="{03F3768F-5344-4E5A-B293-BE1259BC470C}" dt="2024-09-17T13:46:43.871" v="246" actId="12"/>
        <pc:sldMkLst>
          <pc:docMk/>
          <pc:sldMk cId="4240682665" sldId="466"/>
        </pc:sldMkLst>
        <pc:spChg chg="mod">
          <ac:chgData name="Ms Alina Arshad" userId="cccdfd85-d35d-4453-9c6f-a463aae40722" providerId="ADAL" clId="{03F3768F-5344-4E5A-B293-BE1259BC470C}" dt="2024-09-15T07:27:06.716" v="80" actId="113"/>
          <ac:spMkLst>
            <pc:docMk/>
            <pc:sldMk cId="4240682665" sldId="466"/>
            <ac:spMk id="2" creationId="{00000000-0000-0000-0000-000000000000}"/>
          </ac:spMkLst>
        </pc:spChg>
        <pc:spChg chg="mod">
          <ac:chgData name="Ms Alina Arshad" userId="cccdfd85-d35d-4453-9c6f-a463aae40722" providerId="ADAL" clId="{03F3768F-5344-4E5A-B293-BE1259BC470C}" dt="2024-09-17T13:46:43.871" v="246" actId="12"/>
          <ac:spMkLst>
            <pc:docMk/>
            <pc:sldMk cId="4240682665" sldId="466"/>
            <ac:spMk id="3" creationId="{00000000-0000-0000-0000-000000000000}"/>
          </ac:spMkLst>
        </pc:spChg>
        <pc:spChg chg="del">
          <ac:chgData name="Ms Alina Arshad" userId="cccdfd85-d35d-4453-9c6f-a463aae40722" providerId="ADAL" clId="{03F3768F-5344-4E5A-B293-BE1259BC470C}" dt="2024-09-15T07:15:28.002" v="53" actId="478"/>
          <ac:spMkLst>
            <pc:docMk/>
            <pc:sldMk cId="4240682665" sldId="466"/>
            <ac:spMk id="4" creationId="{00000000-0000-0000-0000-000000000000}"/>
          </ac:spMkLst>
        </pc:spChg>
        <pc:spChg chg="del">
          <ac:chgData name="Ms Alina Arshad" userId="cccdfd85-d35d-4453-9c6f-a463aae40722" providerId="ADAL" clId="{03F3768F-5344-4E5A-B293-BE1259BC470C}" dt="2024-09-15T07:15:30.106" v="54" actId="478"/>
          <ac:spMkLst>
            <pc:docMk/>
            <pc:sldMk cId="4240682665" sldId="466"/>
            <ac:spMk id="5" creationId="{00000000-0000-0000-0000-000000000000}"/>
          </ac:spMkLst>
        </pc:spChg>
      </pc:sldChg>
      <pc:sldChg chg="delSp modSp mod">
        <pc:chgData name="Ms Alina Arshad" userId="cccdfd85-d35d-4453-9c6f-a463aae40722" providerId="ADAL" clId="{03F3768F-5344-4E5A-B293-BE1259BC470C}" dt="2024-09-15T07:28:15.867" v="89" actId="1036"/>
        <pc:sldMkLst>
          <pc:docMk/>
          <pc:sldMk cId="1253061490" sldId="467"/>
        </pc:sldMkLst>
        <pc:spChg chg="mod">
          <ac:chgData name="Ms Alina Arshad" userId="cccdfd85-d35d-4453-9c6f-a463aae40722" providerId="ADAL" clId="{03F3768F-5344-4E5A-B293-BE1259BC470C}" dt="2024-09-15T07:28:05.545" v="85" actId="113"/>
          <ac:spMkLst>
            <pc:docMk/>
            <pc:sldMk cId="1253061490" sldId="467"/>
            <ac:spMk id="2" creationId="{00000000-0000-0000-0000-000000000000}"/>
          </ac:spMkLst>
        </pc:spChg>
        <pc:spChg chg="del mod">
          <ac:chgData name="Ms Alina Arshad" userId="cccdfd85-d35d-4453-9c6f-a463aae40722" providerId="ADAL" clId="{03F3768F-5344-4E5A-B293-BE1259BC470C}" dt="2024-09-15T07:28:11.939" v="87" actId="478"/>
          <ac:spMkLst>
            <pc:docMk/>
            <pc:sldMk cId="1253061490" sldId="467"/>
            <ac:spMk id="3" creationId="{00000000-0000-0000-0000-000000000000}"/>
          </ac:spMkLst>
        </pc:spChg>
        <pc:spChg chg="del">
          <ac:chgData name="Ms Alina Arshad" userId="cccdfd85-d35d-4453-9c6f-a463aae40722" providerId="ADAL" clId="{03F3768F-5344-4E5A-B293-BE1259BC470C}" dt="2024-09-15T07:15:42.453" v="57" actId="478"/>
          <ac:spMkLst>
            <pc:docMk/>
            <pc:sldMk cId="1253061490" sldId="467"/>
            <ac:spMk id="4" creationId="{00000000-0000-0000-0000-000000000000}"/>
          </ac:spMkLst>
        </pc:spChg>
        <pc:spChg chg="del">
          <ac:chgData name="Ms Alina Arshad" userId="cccdfd85-d35d-4453-9c6f-a463aae40722" providerId="ADAL" clId="{03F3768F-5344-4E5A-B293-BE1259BC470C}" dt="2024-09-15T07:15:44.657" v="58" actId="478"/>
          <ac:spMkLst>
            <pc:docMk/>
            <pc:sldMk cId="1253061490" sldId="467"/>
            <ac:spMk id="5" creationId="{00000000-0000-0000-0000-000000000000}"/>
          </ac:spMkLst>
        </pc:spChg>
        <pc:picChg chg="mod">
          <ac:chgData name="Ms Alina Arshad" userId="cccdfd85-d35d-4453-9c6f-a463aae40722" providerId="ADAL" clId="{03F3768F-5344-4E5A-B293-BE1259BC470C}" dt="2024-09-15T07:28:15.867" v="89" actId="1036"/>
          <ac:picMkLst>
            <pc:docMk/>
            <pc:sldMk cId="1253061490" sldId="467"/>
            <ac:picMk id="7" creationId="{00000000-0000-0000-0000-000000000000}"/>
          </ac:picMkLst>
        </pc:picChg>
      </pc:sldChg>
      <pc:sldChg chg="delSp modSp mod">
        <pc:chgData name="Ms Alina Arshad" userId="cccdfd85-d35d-4453-9c6f-a463aae40722" providerId="ADAL" clId="{03F3768F-5344-4E5A-B293-BE1259BC470C}" dt="2024-09-15T07:28:25.745" v="92" actId="207"/>
        <pc:sldMkLst>
          <pc:docMk/>
          <pc:sldMk cId="1729599593" sldId="468"/>
        </pc:sldMkLst>
        <pc:spChg chg="mod">
          <ac:chgData name="Ms Alina Arshad" userId="cccdfd85-d35d-4453-9c6f-a463aae40722" providerId="ADAL" clId="{03F3768F-5344-4E5A-B293-BE1259BC470C}" dt="2024-09-15T07:28:25.745" v="92" actId="207"/>
          <ac:spMkLst>
            <pc:docMk/>
            <pc:sldMk cId="1729599593" sldId="468"/>
            <ac:spMk id="2" creationId="{00000000-0000-0000-0000-000000000000}"/>
          </ac:spMkLst>
        </pc:spChg>
        <pc:spChg chg="mod">
          <ac:chgData name="Ms Alina Arshad" userId="cccdfd85-d35d-4453-9c6f-a463aae40722" providerId="ADAL" clId="{03F3768F-5344-4E5A-B293-BE1259BC470C}" dt="2024-09-15T07:28:21.071" v="90" actId="207"/>
          <ac:spMkLst>
            <pc:docMk/>
            <pc:sldMk cId="1729599593" sldId="468"/>
            <ac:spMk id="3" creationId="{00000000-0000-0000-0000-000000000000}"/>
          </ac:spMkLst>
        </pc:spChg>
        <pc:spChg chg="del">
          <ac:chgData name="Ms Alina Arshad" userId="cccdfd85-d35d-4453-9c6f-a463aae40722" providerId="ADAL" clId="{03F3768F-5344-4E5A-B293-BE1259BC470C}" dt="2024-09-15T07:15:51.890" v="59" actId="478"/>
          <ac:spMkLst>
            <pc:docMk/>
            <pc:sldMk cId="1729599593" sldId="468"/>
            <ac:spMk id="4" creationId="{00000000-0000-0000-0000-000000000000}"/>
          </ac:spMkLst>
        </pc:spChg>
        <pc:spChg chg="del">
          <ac:chgData name="Ms Alina Arshad" userId="cccdfd85-d35d-4453-9c6f-a463aae40722" providerId="ADAL" clId="{03F3768F-5344-4E5A-B293-BE1259BC470C}" dt="2024-09-15T07:15:55.306" v="60" actId="478"/>
          <ac:spMkLst>
            <pc:docMk/>
            <pc:sldMk cId="1729599593" sldId="468"/>
            <ac:spMk id="5" creationId="{00000000-0000-0000-0000-000000000000}"/>
          </ac:spMkLst>
        </pc:spChg>
      </pc:sldChg>
      <pc:sldChg chg="delSp modSp mod">
        <pc:chgData name="Ms Alina Arshad" userId="cccdfd85-d35d-4453-9c6f-a463aae40722" providerId="ADAL" clId="{03F3768F-5344-4E5A-B293-BE1259BC470C}" dt="2024-09-15T07:28:38.185" v="97" actId="1076"/>
        <pc:sldMkLst>
          <pc:docMk/>
          <pc:sldMk cId="174372872" sldId="469"/>
        </pc:sldMkLst>
        <pc:spChg chg="del">
          <ac:chgData name="Ms Alina Arshad" userId="cccdfd85-d35d-4453-9c6f-a463aae40722" providerId="ADAL" clId="{03F3768F-5344-4E5A-B293-BE1259BC470C}" dt="2024-09-15T07:28:30.595" v="93" actId="478"/>
          <ac:spMkLst>
            <pc:docMk/>
            <pc:sldMk cId="174372872" sldId="469"/>
            <ac:spMk id="2" creationId="{00000000-0000-0000-0000-000000000000}"/>
          </ac:spMkLst>
        </pc:spChg>
        <pc:spChg chg="del">
          <ac:chgData name="Ms Alina Arshad" userId="cccdfd85-d35d-4453-9c6f-a463aae40722" providerId="ADAL" clId="{03F3768F-5344-4E5A-B293-BE1259BC470C}" dt="2024-09-15T07:15:59.748" v="61" actId="478"/>
          <ac:spMkLst>
            <pc:docMk/>
            <pc:sldMk cId="174372872" sldId="469"/>
            <ac:spMk id="4" creationId="{00000000-0000-0000-0000-000000000000}"/>
          </ac:spMkLst>
        </pc:spChg>
        <pc:spChg chg="del">
          <ac:chgData name="Ms Alina Arshad" userId="cccdfd85-d35d-4453-9c6f-a463aae40722" providerId="ADAL" clId="{03F3768F-5344-4E5A-B293-BE1259BC470C}" dt="2024-09-15T07:16:02.767" v="62" actId="478"/>
          <ac:spMkLst>
            <pc:docMk/>
            <pc:sldMk cId="174372872" sldId="469"/>
            <ac:spMk id="5" creationId="{00000000-0000-0000-0000-000000000000}"/>
          </ac:spMkLst>
        </pc:spChg>
        <pc:picChg chg="mod">
          <ac:chgData name="Ms Alina Arshad" userId="cccdfd85-d35d-4453-9c6f-a463aae40722" providerId="ADAL" clId="{03F3768F-5344-4E5A-B293-BE1259BC470C}" dt="2024-09-15T07:28:38.185" v="97" actId="1076"/>
          <ac:picMkLst>
            <pc:docMk/>
            <pc:sldMk cId="174372872" sldId="469"/>
            <ac:picMk id="6" creationId="{00000000-0000-0000-0000-000000000000}"/>
          </ac:picMkLst>
        </pc:picChg>
      </pc:sldChg>
      <pc:sldChg chg="delSp modSp mod">
        <pc:chgData name="Ms Alina Arshad" userId="cccdfd85-d35d-4453-9c6f-a463aae40722" providerId="ADAL" clId="{03F3768F-5344-4E5A-B293-BE1259BC470C}" dt="2024-09-15T07:28:59.921" v="103" actId="207"/>
        <pc:sldMkLst>
          <pc:docMk/>
          <pc:sldMk cId="1593451177" sldId="472"/>
        </pc:sldMkLst>
        <pc:spChg chg="mod">
          <ac:chgData name="Ms Alina Arshad" userId="cccdfd85-d35d-4453-9c6f-a463aae40722" providerId="ADAL" clId="{03F3768F-5344-4E5A-B293-BE1259BC470C}" dt="2024-09-15T07:28:59.921" v="103" actId="207"/>
          <ac:spMkLst>
            <pc:docMk/>
            <pc:sldMk cId="1593451177" sldId="472"/>
            <ac:spMk id="2" creationId="{00000000-0000-0000-0000-000000000000}"/>
          </ac:spMkLst>
        </pc:spChg>
        <pc:spChg chg="mod">
          <ac:chgData name="Ms Alina Arshad" userId="cccdfd85-d35d-4453-9c6f-a463aae40722" providerId="ADAL" clId="{03F3768F-5344-4E5A-B293-BE1259BC470C}" dt="2024-09-15T07:28:55.842" v="101" actId="207"/>
          <ac:spMkLst>
            <pc:docMk/>
            <pc:sldMk cId="1593451177" sldId="472"/>
            <ac:spMk id="3" creationId="{00000000-0000-0000-0000-000000000000}"/>
          </ac:spMkLst>
        </pc:spChg>
        <pc:spChg chg="del">
          <ac:chgData name="Ms Alina Arshad" userId="cccdfd85-d35d-4453-9c6f-a463aae40722" providerId="ADAL" clId="{03F3768F-5344-4E5A-B293-BE1259BC470C}" dt="2024-09-15T07:18:11.404" v="66" actId="478"/>
          <ac:spMkLst>
            <pc:docMk/>
            <pc:sldMk cId="1593451177" sldId="472"/>
            <ac:spMk id="4" creationId="{00000000-0000-0000-0000-000000000000}"/>
          </ac:spMkLst>
        </pc:spChg>
        <pc:spChg chg="del">
          <ac:chgData name="Ms Alina Arshad" userId="cccdfd85-d35d-4453-9c6f-a463aae40722" providerId="ADAL" clId="{03F3768F-5344-4E5A-B293-BE1259BC470C}" dt="2024-09-15T07:18:13.819" v="67" actId="478"/>
          <ac:spMkLst>
            <pc:docMk/>
            <pc:sldMk cId="1593451177" sldId="472"/>
            <ac:spMk id="5" creationId="{00000000-0000-0000-0000-000000000000}"/>
          </ac:spMkLst>
        </pc:spChg>
      </pc:sldChg>
      <pc:sldChg chg="delSp modSp mod">
        <pc:chgData name="Ms Alina Arshad" userId="cccdfd85-d35d-4453-9c6f-a463aae40722" providerId="ADAL" clId="{03F3768F-5344-4E5A-B293-BE1259BC470C}" dt="2024-09-15T07:27:35.272" v="83" actId="113"/>
        <pc:sldMkLst>
          <pc:docMk/>
          <pc:sldMk cId="3011208458" sldId="473"/>
        </pc:sldMkLst>
        <pc:spChg chg="mod">
          <ac:chgData name="Ms Alina Arshad" userId="cccdfd85-d35d-4453-9c6f-a463aae40722" providerId="ADAL" clId="{03F3768F-5344-4E5A-B293-BE1259BC470C}" dt="2024-09-15T07:27:35.272" v="83" actId="113"/>
          <ac:spMkLst>
            <pc:docMk/>
            <pc:sldMk cId="3011208458" sldId="473"/>
            <ac:spMk id="2" creationId="{00000000-0000-0000-0000-000000000000}"/>
          </ac:spMkLst>
        </pc:spChg>
        <pc:spChg chg="mod">
          <ac:chgData name="Ms Alina Arshad" userId="cccdfd85-d35d-4453-9c6f-a463aae40722" providerId="ADAL" clId="{03F3768F-5344-4E5A-B293-BE1259BC470C}" dt="2024-09-15T07:26:33.422" v="70" actId="5793"/>
          <ac:spMkLst>
            <pc:docMk/>
            <pc:sldMk cId="3011208458" sldId="473"/>
            <ac:spMk id="3" creationId="{00000000-0000-0000-0000-000000000000}"/>
          </ac:spMkLst>
        </pc:spChg>
        <pc:spChg chg="del">
          <ac:chgData name="Ms Alina Arshad" userId="cccdfd85-d35d-4453-9c6f-a463aae40722" providerId="ADAL" clId="{03F3768F-5344-4E5A-B293-BE1259BC470C}" dt="2024-09-15T06:55:50.682" v="51" actId="478"/>
          <ac:spMkLst>
            <pc:docMk/>
            <pc:sldMk cId="3011208458" sldId="473"/>
            <ac:spMk id="4" creationId="{00000000-0000-0000-0000-000000000000}"/>
          </ac:spMkLst>
        </pc:spChg>
        <pc:spChg chg="del">
          <ac:chgData name="Ms Alina Arshad" userId="cccdfd85-d35d-4453-9c6f-a463aae40722" providerId="ADAL" clId="{03F3768F-5344-4E5A-B293-BE1259BC470C}" dt="2024-09-15T06:55:53.265" v="52" actId="478"/>
          <ac:spMkLst>
            <pc:docMk/>
            <pc:sldMk cId="3011208458" sldId="473"/>
            <ac:spMk id="5" creationId="{00000000-0000-0000-0000-000000000000}"/>
          </ac:spMkLst>
        </pc:spChg>
      </pc:sldChg>
      <pc:sldChg chg="delSp modSp mod">
        <pc:chgData name="Ms Alina Arshad" userId="cccdfd85-d35d-4453-9c6f-a463aae40722" providerId="ADAL" clId="{03F3768F-5344-4E5A-B293-BE1259BC470C}" dt="2024-09-15T07:28:49.455" v="100" actId="207"/>
        <pc:sldMkLst>
          <pc:docMk/>
          <pc:sldMk cId="457050581" sldId="475"/>
        </pc:sldMkLst>
        <pc:spChg chg="mod">
          <ac:chgData name="Ms Alina Arshad" userId="cccdfd85-d35d-4453-9c6f-a463aae40722" providerId="ADAL" clId="{03F3768F-5344-4E5A-B293-BE1259BC470C}" dt="2024-09-15T07:28:44.663" v="99" actId="113"/>
          <ac:spMkLst>
            <pc:docMk/>
            <pc:sldMk cId="457050581" sldId="475"/>
            <ac:spMk id="2" creationId="{00000000-0000-0000-0000-000000000000}"/>
          </ac:spMkLst>
        </pc:spChg>
        <pc:spChg chg="mod">
          <ac:chgData name="Ms Alina Arshad" userId="cccdfd85-d35d-4453-9c6f-a463aae40722" providerId="ADAL" clId="{03F3768F-5344-4E5A-B293-BE1259BC470C}" dt="2024-09-15T07:28:49.455" v="100" actId="207"/>
          <ac:spMkLst>
            <pc:docMk/>
            <pc:sldMk cId="457050581" sldId="475"/>
            <ac:spMk id="3" creationId="{00000000-0000-0000-0000-000000000000}"/>
          </ac:spMkLst>
        </pc:spChg>
        <pc:spChg chg="del">
          <ac:chgData name="Ms Alina Arshad" userId="cccdfd85-d35d-4453-9c6f-a463aae40722" providerId="ADAL" clId="{03F3768F-5344-4E5A-B293-BE1259BC470C}" dt="2024-09-15T07:16:06.344" v="63" actId="478"/>
          <ac:spMkLst>
            <pc:docMk/>
            <pc:sldMk cId="457050581" sldId="475"/>
            <ac:spMk id="4" creationId="{00000000-0000-0000-0000-000000000000}"/>
          </ac:spMkLst>
        </pc:spChg>
        <pc:spChg chg="del">
          <ac:chgData name="Ms Alina Arshad" userId="cccdfd85-d35d-4453-9c6f-a463aae40722" providerId="ADAL" clId="{03F3768F-5344-4E5A-B293-BE1259BC470C}" dt="2024-09-15T07:16:09.550" v="64" actId="478"/>
          <ac:spMkLst>
            <pc:docMk/>
            <pc:sldMk cId="457050581" sldId="475"/>
            <ac:spMk id="5" creationId="{00000000-0000-0000-0000-000000000000}"/>
          </ac:spMkLst>
        </pc:spChg>
      </pc:sldChg>
      <pc:sldChg chg="addSp modSp new mod">
        <pc:chgData name="Ms Alina Arshad" userId="cccdfd85-d35d-4453-9c6f-a463aae40722" providerId="ADAL" clId="{03F3768F-5344-4E5A-B293-BE1259BC470C}" dt="2024-09-15T14:22:14.265" v="119" actId="1076"/>
        <pc:sldMkLst>
          <pc:docMk/>
          <pc:sldMk cId="1229924645" sldId="476"/>
        </pc:sldMkLst>
        <pc:spChg chg="add mod">
          <ac:chgData name="Ms Alina Arshad" userId="cccdfd85-d35d-4453-9c6f-a463aae40722" providerId="ADAL" clId="{03F3768F-5344-4E5A-B293-BE1259BC470C}" dt="2024-09-15T14:22:14.265" v="119" actId="1076"/>
          <ac:spMkLst>
            <pc:docMk/>
            <pc:sldMk cId="1229924645" sldId="476"/>
            <ac:spMk id="3" creationId="{9E02BD07-5194-85B6-EFCE-6195A5F9FA2D}"/>
          </ac:spMkLst>
        </pc:spChg>
      </pc:sldChg>
      <pc:sldChg chg="addSp modSp new mod">
        <pc:chgData name="Ms Alina Arshad" userId="cccdfd85-d35d-4453-9c6f-a463aae40722" providerId="ADAL" clId="{03F3768F-5344-4E5A-B293-BE1259BC470C}" dt="2024-09-15T14:22:56.262" v="125" actId="1076"/>
        <pc:sldMkLst>
          <pc:docMk/>
          <pc:sldMk cId="2716896203" sldId="477"/>
        </pc:sldMkLst>
        <pc:picChg chg="add mod">
          <ac:chgData name="Ms Alina Arshad" userId="cccdfd85-d35d-4453-9c6f-a463aae40722" providerId="ADAL" clId="{03F3768F-5344-4E5A-B293-BE1259BC470C}" dt="2024-09-15T14:22:56.262" v="125" actId="1076"/>
          <ac:picMkLst>
            <pc:docMk/>
            <pc:sldMk cId="2716896203" sldId="477"/>
            <ac:picMk id="3" creationId="{CEC37F5B-D7E9-C7D7-A3FC-A6BFAA6D7D52}"/>
          </ac:picMkLst>
        </pc:picChg>
      </pc:sldChg>
      <pc:sldChg chg="addSp delSp modSp new mod">
        <pc:chgData name="Ms Alina Arshad" userId="cccdfd85-d35d-4453-9c6f-a463aae40722" providerId="ADAL" clId="{03F3768F-5344-4E5A-B293-BE1259BC470C}" dt="2024-09-15T14:37:15.065" v="188" actId="1076"/>
        <pc:sldMkLst>
          <pc:docMk/>
          <pc:sldMk cId="1539764836" sldId="478"/>
        </pc:sldMkLst>
        <pc:spChg chg="add del mod">
          <ac:chgData name="Ms Alina Arshad" userId="cccdfd85-d35d-4453-9c6f-a463aae40722" providerId="ADAL" clId="{03F3768F-5344-4E5A-B293-BE1259BC470C}" dt="2024-09-15T14:35:58.164" v="175" actId="478"/>
          <ac:spMkLst>
            <pc:docMk/>
            <pc:sldMk cId="1539764836" sldId="478"/>
            <ac:spMk id="3" creationId="{DE9F3615-82D7-D530-232F-134EC036A9F8}"/>
          </ac:spMkLst>
        </pc:spChg>
        <pc:spChg chg="add del mod">
          <ac:chgData name="Ms Alina Arshad" userId="cccdfd85-d35d-4453-9c6f-a463aae40722" providerId="ADAL" clId="{03F3768F-5344-4E5A-B293-BE1259BC470C}" dt="2024-09-15T14:36:00.568" v="176" actId="478"/>
          <ac:spMkLst>
            <pc:docMk/>
            <pc:sldMk cId="1539764836" sldId="478"/>
            <ac:spMk id="5" creationId="{FFB33835-B197-8C99-1F1B-D7A9E740DC8C}"/>
          </ac:spMkLst>
        </pc:spChg>
        <pc:picChg chg="add mod">
          <ac:chgData name="Ms Alina Arshad" userId="cccdfd85-d35d-4453-9c6f-a463aae40722" providerId="ADAL" clId="{03F3768F-5344-4E5A-B293-BE1259BC470C}" dt="2024-09-15T14:37:10.667" v="187" actId="14100"/>
          <ac:picMkLst>
            <pc:docMk/>
            <pc:sldMk cId="1539764836" sldId="478"/>
            <ac:picMk id="7" creationId="{F8D8019B-1533-A540-0238-00FE1B71E986}"/>
          </ac:picMkLst>
        </pc:picChg>
        <pc:picChg chg="add mod">
          <ac:chgData name="Ms Alina Arshad" userId="cccdfd85-d35d-4453-9c6f-a463aae40722" providerId="ADAL" clId="{03F3768F-5344-4E5A-B293-BE1259BC470C}" dt="2024-09-15T14:37:15.065" v="188" actId="1076"/>
          <ac:picMkLst>
            <pc:docMk/>
            <pc:sldMk cId="1539764836" sldId="478"/>
            <ac:picMk id="9" creationId="{7456819B-0B75-7F65-462A-907D44DEE7F2}"/>
          </ac:picMkLst>
        </pc:picChg>
      </pc:sldChg>
      <pc:sldChg chg="addSp modSp new mod">
        <pc:chgData name="Ms Alina Arshad" userId="cccdfd85-d35d-4453-9c6f-a463aae40722" providerId="ADAL" clId="{03F3768F-5344-4E5A-B293-BE1259BC470C}" dt="2024-09-15T14:38:10.439" v="195" actId="1076"/>
        <pc:sldMkLst>
          <pc:docMk/>
          <pc:sldMk cId="3784571307" sldId="479"/>
        </pc:sldMkLst>
        <pc:picChg chg="add mod">
          <ac:chgData name="Ms Alina Arshad" userId="cccdfd85-d35d-4453-9c6f-a463aae40722" providerId="ADAL" clId="{03F3768F-5344-4E5A-B293-BE1259BC470C}" dt="2024-09-15T14:38:10.439" v="195" actId="1076"/>
          <ac:picMkLst>
            <pc:docMk/>
            <pc:sldMk cId="3784571307" sldId="479"/>
            <ac:picMk id="3" creationId="{86476297-C38B-769A-0DB1-48DC457E7C69}"/>
          </ac:picMkLst>
        </pc:picChg>
      </pc:sldChg>
    </pc:docChg>
  </pc:docChgLst>
  <pc:docChgLst>
    <pc:chgData name="Ms Alina Arshad" userId="cccdfd85-d35d-4453-9c6f-a463aae40722" providerId="ADAL" clId="{2DC180FD-F18C-4625-AB1F-E76E8B18C48B}"/>
    <pc:docChg chg="undo custSel addSld delSld modSld">
      <pc:chgData name="Ms Alina Arshad" userId="cccdfd85-d35d-4453-9c6f-a463aae40722" providerId="ADAL" clId="{2DC180FD-F18C-4625-AB1F-E76E8B18C48B}" dt="2024-09-03T05:38:11.505" v="436" actId="5793"/>
      <pc:docMkLst>
        <pc:docMk/>
      </pc:docMkLst>
      <pc:sldChg chg="modSp mod">
        <pc:chgData name="Ms Alina Arshad" userId="cccdfd85-d35d-4453-9c6f-a463aae40722" providerId="ADAL" clId="{2DC180FD-F18C-4625-AB1F-E76E8B18C48B}" dt="2024-09-02T08:51:50.113" v="330"/>
        <pc:sldMkLst>
          <pc:docMk/>
          <pc:sldMk cId="3322361034" sldId="256"/>
        </pc:sldMkLst>
        <pc:spChg chg="mod">
          <ac:chgData name="Ms Alina Arshad" userId="cccdfd85-d35d-4453-9c6f-a463aae40722" providerId="ADAL" clId="{2DC180FD-F18C-4625-AB1F-E76E8B18C48B}" dt="2024-09-02T08:51:50.113" v="330"/>
          <ac:spMkLst>
            <pc:docMk/>
            <pc:sldMk cId="3322361034" sldId="256"/>
            <ac:spMk id="3" creationId="{44E9F82C-BBA7-3495-1097-BEDB54FFFDF4}"/>
          </ac:spMkLst>
        </pc:spChg>
      </pc:sldChg>
      <pc:sldChg chg="del">
        <pc:chgData name="Ms Alina Arshad" userId="cccdfd85-d35d-4453-9c6f-a463aae40722" providerId="ADAL" clId="{2DC180FD-F18C-4625-AB1F-E76E8B18C48B}" dt="2024-08-30T04:31:20.525" v="5" actId="47"/>
        <pc:sldMkLst>
          <pc:docMk/>
          <pc:sldMk cId="0" sldId="350"/>
        </pc:sldMkLst>
      </pc:sldChg>
      <pc:sldChg chg="del">
        <pc:chgData name="Ms Alina Arshad" userId="cccdfd85-d35d-4453-9c6f-a463aae40722" providerId="ADAL" clId="{2DC180FD-F18C-4625-AB1F-E76E8B18C48B}" dt="2024-08-30T04:31:21.134" v="7" actId="47"/>
        <pc:sldMkLst>
          <pc:docMk/>
          <pc:sldMk cId="0" sldId="351"/>
        </pc:sldMkLst>
      </pc:sldChg>
      <pc:sldChg chg="del">
        <pc:chgData name="Ms Alina Arshad" userId="cccdfd85-d35d-4453-9c6f-a463aae40722" providerId="ADAL" clId="{2DC180FD-F18C-4625-AB1F-E76E8B18C48B}" dt="2024-08-30T04:31:21.759" v="9" actId="47"/>
        <pc:sldMkLst>
          <pc:docMk/>
          <pc:sldMk cId="0" sldId="352"/>
        </pc:sldMkLst>
      </pc:sldChg>
      <pc:sldChg chg="del">
        <pc:chgData name="Ms Alina Arshad" userId="cccdfd85-d35d-4453-9c6f-a463aae40722" providerId="ADAL" clId="{2DC180FD-F18C-4625-AB1F-E76E8B18C48B}" dt="2024-08-30T04:31:22.331" v="11" actId="47"/>
        <pc:sldMkLst>
          <pc:docMk/>
          <pc:sldMk cId="0" sldId="353"/>
        </pc:sldMkLst>
      </pc:sldChg>
      <pc:sldChg chg="del">
        <pc:chgData name="Ms Alina Arshad" userId="cccdfd85-d35d-4453-9c6f-a463aae40722" providerId="ADAL" clId="{2DC180FD-F18C-4625-AB1F-E76E8B18C48B}" dt="2024-08-30T04:31:22.800" v="12" actId="47"/>
        <pc:sldMkLst>
          <pc:docMk/>
          <pc:sldMk cId="0" sldId="354"/>
        </pc:sldMkLst>
      </pc:sldChg>
      <pc:sldChg chg="del">
        <pc:chgData name="Ms Alina Arshad" userId="cccdfd85-d35d-4453-9c6f-a463aae40722" providerId="ADAL" clId="{2DC180FD-F18C-4625-AB1F-E76E8B18C48B}" dt="2024-08-30T04:31:20.197" v="4" actId="47"/>
        <pc:sldMkLst>
          <pc:docMk/>
          <pc:sldMk cId="0" sldId="355"/>
        </pc:sldMkLst>
      </pc:sldChg>
      <pc:sldChg chg="del">
        <pc:chgData name="Ms Alina Arshad" userId="cccdfd85-d35d-4453-9c6f-a463aae40722" providerId="ADAL" clId="{2DC180FD-F18C-4625-AB1F-E76E8B18C48B}" dt="2024-08-30T04:31:21.431" v="8" actId="47"/>
        <pc:sldMkLst>
          <pc:docMk/>
          <pc:sldMk cId="0" sldId="356"/>
        </pc:sldMkLst>
      </pc:sldChg>
      <pc:sldChg chg="del">
        <pc:chgData name="Ms Alina Arshad" userId="cccdfd85-d35d-4453-9c6f-a463aae40722" providerId="ADAL" clId="{2DC180FD-F18C-4625-AB1F-E76E8B18C48B}" dt="2024-08-30T04:31:22.034" v="10" actId="47"/>
        <pc:sldMkLst>
          <pc:docMk/>
          <pc:sldMk cId="0" sldId="357"/>
        </pc:sldMkLst>
      </pc:sldChg>
      <pc:sldChg chg="del">
        <pc:chgData name="Ms Alina Arshad" userId="cccdfd85-d35d-4453-9c6f-a463aae40722" providerId="ADAL" clId="{2DC180FD-F18C-4625-AB1F-E76E8B18C48B}" dt="2024-08-30T04:31:25.753" v="19" actId="47"/>
        <pc:sldMkLst>
          <pc:docMk/>
          <pc:sldMk cId="0" sldId="359"/>
        </pc:sldMkLst>
      </pc:sldChg>
      <pc:sldChg chg="del">
        <pc:chgData name="Ms Alina Arshad" userId="cccdfd85-d35d-4453-9c6f-a463aae40722" providerId="ADAL" clId="{2DC180FD-F18C-4625-AB1F-E76E8B18C48B}" dt="2024-08-30T04:31:26.112" v="20" actId="47"/>
        <pc:sldMkLst>
          <pc:docMk/>
          <pc:sldMk cId="0" sldId="360"/>
        </pc:sldMkLst>
      </pc:sldChg>
      <pc:sldChg chg="del">
        <pc:chgData name="Ms Alina Arshad" userId="cccdfd85-d35d-4453-9c6f-a463aae40722" providerId="ADAL" clId="{2DC180FD-F18C-4625-AB1F-E76E8B18C48B}" dt="2024-08-30T04:31:27.753" v="23" actId="47"/>
        <pc:sldMkLst>
          <pc:docMk/>
          <pc:sldMk cId="0" sldId="368"/>
        </pc:sldMkLst>
      </pc:sldChg>
      <pc:sldChg chg="del">
        <pc:chgData name="Ms Alina Arshad" userId="cccdfd85-d35d-4453-9c6f-a463aae40722" providerId="ADAL" clId="{2DC180FD-F18C-4625-AB1F-E76E8B18C48B}" dt="2024-08-30T04:31:25.237" v="18" actId="47"/>
        <pc:sldMkLst>
          <pc:docMk/>
          <pc:sldMk cId="0" sldId="369"/>
        </pc:sldMkLst>
      </pc:sldChg>
      <pc:sldChg chg="modSp add mod">
        <pc:chgData name="Ms Alina Arshad" userId="cccdfd85-d35d-4453-9c6f-a463aae40722" providerId="ADAL" clId="{2DC180FD-F18C-4625-AB1F-E76E8B18C48B}" dt="2024-08-30T05:02:55.440" v="315" actId="20577"/>
        <pc:sldMkLst>
          <pc:docMk/>
          <pc:sldMk cId="3002628608" sldId="371"/>
        </pc:sldMkLst>
        <pc:spChg chg="mod">
          <ac:chgData name="Ms Alina Arshad" userId="cccdfd85-d35d-4453-9c6f-a463aae40722" providerId="ADAL" clId="{2DC180FD-F18C-4625-AB1F-E76E8B18C48B}" dt="2024-08-30T05:02:41.621" v="307" actId="113"/>
          <ac:spMkLst>
            <pc:docMk/>
            <pc:sldMk cId="3002628608" sldId="371"/>
            <ac:spMk id="2" creationId="{00000000-0000-0000-0000-000000000000}"/>
          </ac:spMkLst>
        </pc:spChg>
        <pc:spChg chg="mod">
          <ac:chgData name="Ms Alina Arshad" userId="cccdfd85-d35d-4453-9c6f-a463aae40722" providerId="ADAL" clId="{2DC180FD-F18C-4625-AB1F-E76E8B18C48B}" dt="2024-08-30T05:02:55.440" v="315" actId="20577"/>
          <ac:spMkLst>
            <pc:docMk/>
            <pc:sldMk cId="3002628608" sldId="371"/>
            <ac:spMk id="3" creationId="{00000000-0000-0000-0000-000000000000}"/>
          </ac:spMkLst>
        </pc:spChg>
      </pc:sldChg>
      <pc:sldChg chg="del">
        <pc:chgData name="Ms Alina Arshad" userId="cccdfd85-d35d-4453-9c6f-a463aae40722" providerId="ADAL" clId="{2DC180FD-F18C-4625-AB1F-E76E8B18C48B}" dt="2024-08-30T04:31:20.853" v="6" actId="47"/>
        <pc:sldMkLst>
          <pc:docMk/>
          <pc:sldMk cId="0" sldId="374"/>
        </pc:sldMkLst>
      </pc:sldChg>
      <pc:sldChg chg="del">
        <pc:chgData name="Ms Alina Arshad" userId="cccdfd85-d35d-4453-9c6f-a463aae40722" providerId="ADAL" clId="{2DC180FD-F18C-4625-AB1F-E76E8B18C48B}" dt="2024-08-30T04:31:19.806" v="3" actId="47"/>
        <pc:sldMkLst>
          <pc:docMk/>
          <pc:sldMk cId="0" sldId="377"/>
        </pc:sldMkLst>
      </pc:sldChg>
      <pc:sldChg chg="del">
        <pc:chgData name="Ms Alina Arshad" userId="cccdfd85-d35d-4453-9c6f-a463aae40722" providerId="ADAL" clId="{2DC180FD-F18C-4625-AB1F-E76E8B18C48B}" dt="2024-08-30T04:31:26.972" v="22" actId="47"/>
        <pc:sldMkLst>
          <pc:docMk/>
          <pc:sldMk cId="511546327" sldId="385"/>
        </pc:sldMkLst>
      </pc:sldChg>
      <pc:sldChg chg="del">
        <pc:chgData name="Ms Alina Arshad" userId="cccdfd85-d35d-4453-9c6f-a463aae40722" providerId="ADAL" clId="{2DC180FD-F18C-4625-AB1F-E76E8B18C48B}" dt="2024-08-30T04:31:18.931" v="1" actId="47"/>
        <pc:sldMkLst>
          <pc:docMk/>
          <pc:sldMk cId="0" sldId="387"/>
        </pc:sldMkLst>
      </pc:sldChg>
      <pc:sldChg chg="del">
        <pc:chgData name="Ms Alina Arshad" userId="cccdfd85-d35d-4453-9c6f-a463aae40722" providerId="ADAL" clId="{2DC180FD-F18C-4625-AB1F-E76E8B18C48B}" dt="2024-08-30T04:31:19.462" v="2" actId="47"/>
        <pc:sldMkLst>
          <pc:docMk/>
          <pc:sldMk cId="0" sldId="388"/>
        </pc:sldMkLst>
      </pc:sldChg>
      <pc:sldChg chg="del">
        <pc:chgData name="Ms Alina Arshad" userId="cccdfd85-d35d-4453-9c6f-a463aae40722" providerId="ADAL" clId="{2DC180FD-F18C-4625-AB1F-E76E8B18C48B}" dt="2024-08-30T04:31:26.628" v="21" actId="47"/>
        <pc:sldMkLst>
          <pc:docMk/>
          <pc:sldMk cId="0" sldId="389"/>
        </pc:sldMkLst>
      </pc:sldChg>
      <pc:sldChg chg="del">
        <pc:chgData name="Ms Alina Arshad" userId="cccdfd85-d35d-4453-9c6f-a463aae40722" providerId="ADAL" clId="{2DC180FD-F18C-4625-AB1F-E76E8B18C48B}" dt="2024-08-30T04:31:23.175" v="13" actId="47"/>
        <pc:sldMkLst>
          <pc:docMk/>
          <pc:sldMk cId="938158308" sldId="390"/>
        </pc:sldMkLst>
      </pc:sldChg>
      <pc:sldChg chg="del">
        <pc:chgData name="Ms Alina Arshad" userId="cccdfd85-d35d-4453-9c6f-a463aae40722" providerId="ADAL" clId="{2DC180FD-F18C-4625-AB1F-E76E8B18C48B}" dt="2024-08-30T04:31:23.441" v="14" actId="47"/>
        <pc:sldMkLst>
          <pc:docMk/>
          <pc:sldMk cId="3237861477" sldId="391"/>
        </pc:sldMkLst>
      </pc:sldChg>
      <pc:sldChg chg="del">
        <pc:chgData name="Ms Alina Arshad" userId="cccdfd85-d35d-4453-9c6f-a463aae40722" providerId="ADAL" clId="{2DC180FD-F18C-4625-AB1F-E76E8B18C48B}" dt="2024-08-30T04:31:24.191" v="15" actId="47"/>
        <pc:sldMkLst>
          <pc:docMk/>
          <pc:sldMk cId="3171797292" sldId="392"/>
        </pc:sldMkLst>
      </pc:sldChg>
      <pc:sldChg chg="modSp add mod modNotesTx">
        <pc:chgData name="Ms Alina Arshad" userId="cccdfd85-d35d-4453-9c6f-a463aae40722" providerId="ADAL" clId="{2DC180FD-F18C-4625-AB1F-E76E8B18C48B}" dt="2024-09-03T05:36:37.436" v="434" actId="207"/>
        <pc:sldMkLst>
          <pc:docMk/>
          <pc:sldMk cId="3567501205" sldId="393"/>
        </pc:sldMkLst>
        <pc:spChg chg="mod">
          <ac:chgData name="Ms Alina Arshad" userId="cccdfd85-d35d-4453-9c6f-a463aae40722" providerId="ADAL" clId="{2DC180FD-F18C-4625-AB1F-E76E8B18C48B}" dt="2024-09-03T04:36:57.156" v="374" actId="207"/>
          <ac:spMkLst>
            <pc:docMk/>
            <pc:sldMk cId="3567501205" sldId="393"/>
            <ac:spMk id="2" creationId="{00000000-0000-0000-0000-000000000000}"/>
          </ac:spMkLst>
        </pc:spChg>
        <pc:spChg chg="mod">
          <ac:chgData name="Ms Alina Arshad" userId="cccdfd85-d35d-4453-9c6f-a463aae40722" providerId="ADAL" clId="{2DC180FD-F18C-4625-AB1F-E76E8B18C48B}" dt="2024-09-03T05:36:37.436" v="434" actId="207"/>
          <ac:spMkLst>
            <pc:docMk/>
            <pc:sldMk cId="3567501205" sldId="393"/>
            <ac:spMk id="3" creationId="{00000000-0000-0000-0000-000000000000}"/>
          </ac:spMkLst>
        </pc:spChg>
      </pc:sldChg>
      <pc:sldChg chg="del">
        <pc:chgData name="Ms Alina Arshad" userId="cccdfd85-d35d-4453-9c6f-a463aae40722" providerId="ADAL" clId="{2DC180FD-F18C-4625-AB1F-E76E8B18C48B}" dt="2024-08-30T04:31:24.519" v="16" actId="47"/>
        <pc:sldMkLst>
          <pc:docMk/>
          <pc:sldMk cId="3643065844" sldId="394"/>
        </pc:sldMkLst>
      </pc:sldChg>
      <pc:sldChg chg="del">
        <pc:chgData name="Ms Alina Arshad" userId="cccdfd85-d35d-4453-9c6f-a463aae40722" providerId="ADAL" clId="{2DC180FD-F18C-4625-AB1F-E76E8B18C48B}" dt="2024-08-30T04:31:28.940" v="25" actId="47"/>
        <pc:sldMkLst>
          <pc:docMk/>
          <pc:sldMk cId="129645018" sldId="395"/>
        </pc:sldMkLst>
      </pc:sldChg>
      <pc:sldChg chg="modSp add mod">
        <pc:chgData name="Ms Alina Arshad" userId="cccdfd85-d35d-4453-9c6f-a463aae40722" providerId="ADAL" clId="{2DC180FD-F18C-4625-AB1F-E76E8B18C48B}" dt="2024-09-03T05:38:11.505" v="436" actId="5793"/>
        <pc:sldMkLst>
          <pc:docMk/>
          <pc:sldMk cId="2835579431" sldId="396"/>
        </pc:sldMkLst>
        <pc:spChg chg="mod">
          <ac:chgData name="Ms Alina Arshad" userId="cccdfd85-d35d-4453-9c6f-a463aae40722" providerId="ADAL" clId="{2DC180FD-F18C-4625-AB1F-E76E8B18C48B}" dt="2024-08-30T04:34:29.245" v="73" actId="113"/>
          <ac:spMkLst>
            <pc:docMk/>
            <pc:sldMk cId="2835579431" sldId="396"/>
            <ac:spMk id="2" creationId="{00000000-0000-0000-0000-000000000000}"/>
          </ac:spMkLst>
        </pc:spChg>
        <pc:spChg chg="mod">
          <ac:chgData name="Ms Alina Arshad" userId="cccdfd85-d35d-4453-9c6f-a463aae40722" providerId="ADAL" clId="{2DC180FD-F18C-4625-AB1F-E76E8B18C48B}" dt="2024-09-03T05:38:11.505" v="436" actId="5793"/>
          <ac:spMkLst>
            <pc:docMk/>
            <pc:sldMk cId="2835579431" sldId="396"/>
            <ac:spMk id="3" creationId="{00000000-0000-0000-0000-000000000000}"/>
          </ac:spMkLst>
        </pc:spChg>
      </pc:sldChg>
      <pc:sldChg chg="del">
        <pc:chgData name="Ms Alina Arshad" userId="cccdfd85-d35d-4453-9c6f-a463aae40722" providerId="ADAL" clId="{2DC180FD-F18C-4625-AB1F-E76E8B18C48B}" dt="2024-08-30T04:31:29.442" v="26" actId="47"/>
        <pc:sldMkLst>
          <pc:docMk/>
          <pc:sldMk cId="2801136258" sldId="397"/>
        </pc:sldMkLst>
      </pc:sldChg>
      <pc:sldChg chg="del">
        <pc:chgData name="Ms Alina Arshad" userId="cccdfd85-d35d-4453-9c6f-a463aae40722" providerId="ADAL" clId="{2DC180FD-F18C-4625-AB1F-E76E8B18C48B}" dt="2024-08-30T04:31:25.003" v="17" actId="47"/>
        <pc:sldMkLst>
          <pc:docMk/>
          <pc:sldMk cId="2310894512" sldId="398"/>
        </pc:sldMkLst>
      </pc:sldChg>
      <pc:sldChg chg="del">
        <pc:chgData name="Ms Alina Arshad" userId="cccdfd85-d35d-4453-9c6f-a463aae40722" providerId="ADAL" clId="{2DC180FD-F18C-4625-AB1F-E76E8B18C48B}" dt="2024-08-30T04:31:28.097" v="24" actId="47"/>
        <pc:sldMkLst>
          <pc:docMk/>
          <pc:sldMk cId="4103277343" sldId="399"/>
        </pc:sldMkLst>
      </pc:sldChg>
      <pc:sldChg chg="modSp add mod modAnim">
        <pc:chgData name="Ms Alina Arshad" userId="cccdfd85-d35d-4453-9c6f-a463aae40722" providerId="ADAL" clId="{2DC180FD-F18C-4625-AB1F-E76E8B18C48B}" dt="2024-09-02T09:08:18.724" v="341" actId="14100"/>
        <pc:sldMkLst>
          <pc:docMk/>
          <pc:sldMk cId="3038092496" sldId="400"/>
        </pc:sldMkLst>
        <pc:spChg chg="mod">
          <ac:chgData name="Ms Alina Arshad" userId="cccdfd85-d35d-4453-9c6f-a463aae40722" providerId="ADAL" clId="{2DC180FD-F18C-4625-AB1F-E76E8B18C48B}" dt="2024-09-02T09:08:15.561" v="340" actId="113"/>
          <ac:spMkLst>
            <pc:docMk/>
            <pc:sldMk cId="3038092496" sldId="400"/>
            <ac:spMk id="2" creationId="{00000000-0000-0000-0000-000000000000}"/>
          </ac:spMkLst>
        </pc:spChg>
        <pc:spChg chg="mod">
          <ac:chgData name="Ms Alina Arshad" userId="cccdfd85-d35d-4453-9c6f-a463aae40722" providerId="ADAL" clId="{2DC180FD-F18C-4625-AB1F-E76E8B18C48B}" dt="2024-09-02T09:08:18.724" v="341" actId="14100"/>
          <ac:spMkLst>
            <pc:docMk/>
            <pc:sldMk cId="3038092496" sldId="400"/>
            <ac:spMk id="3" creationId="{00000000-0000-0000-0000-000000000000}"/>
          </ac:spMkLst>
        </pc:spChg>
      </pc:sldChg>
      <pc:sldChg chg="delSp modSp add mod">
        <pc:chgData name="Ms Alina Arshad" userId="cccdfd85-d35d-4453-9c6f-a463aae40722" providerId="ADAL" clId="{2DC180FD-F18C-4625-AB1F-E76E8B18C48B}" dt="2024-08-30T06:37:53.683" v="329" actId="207"/>
        <pc:sldMkLst>
          <pc:docMk/>
          <pc:sldMk cId="2157527746" sldId="401"/>
        </pc:sldMkLst>
        <pc:spChg chg="del mod">
          <ac:chgData name="Ms Alina Arshad" userId="cccdfd85-d35d-4453-9c6f-a463aae40722" providerId="ADAL" clId="{2DC180FD-F18C-4625-AB1F-E76E8B18C48B}" dt="2024-08-30T04:34:15.526" v="70" actId="478"/>
          <ac:spMkLst>
            <pc:docMk/>
            <pc:sldMk cId="2157527746" sldId="401"/>
            <ac:spMk id="4" creationId="{00000000-0000-0000-0000-000000000000}"/>
          </ac:spMkLst>
        </pc:spChg>
        <pc:spChg chg="mod">
          <ac:chgData name="Ms Alina Arshad" userId="cccdfd85-d35d-4453-9c6f-a463aae40722" providerId="ADAL" clId="{2DC180FD-F18C-4625-AB1F-E76E8B18C48B}" dt="2024-08-30T06:37:53.683" v="329" actId="207"/>
          <ac:spMkLst>
            <pc:docMk/>
            <pc:sldMk cId="2157527746" sldId="401"/>
            <ac:spMk id="7" creationId="{E6A48FC6-A99B-4FA8-A440-FEC0FDD782EA}"/>
          </ac:spMkLst>
        </pc:spChg>
        <pc:picChg chg="mod">
          <ac:chgData name="Ms Alina Arshad" userId="cccdfd85-d35d-4453-9c6f-a463aae40722" providerId="ADAL" clId="{2DC180FD-F18C-4625-AB1F-E76E8B18C48B}" dt="2024-08-30T04:34:21.717" v="71" actId="1076"/>
          <ac:picMkLst>
            <pc:docMk/>
            <pc:sldMk cId="2157527746" sldId="401"/>
            <ac:picMk id="1026" creationId="{00000000-0000-0000-0000-000000000000}"/>
          </ac:picMkLst>
        </pc:picChg>
      </pc:sldChg>
      <pc:sldChg chg="modSp add mod">
        <pc:chgData name="Ms Alina Arshad" userId="cccdfd85-d35d-4453-9c6f-a463aae40722" providerId="ADAL" clId="{2DC180FD-F18C-4625-AB1F-E76E8B18C48B}" dt="2024-08-30T04:40:39.796" v="191" actId="207"/>
        <pc:sldMkLst>
          <pc:docMk/>
          <pc:sldMk cId="2990775597" sldId="402"/>
        </pc:sldMkLst>
        <pc:spChg chg="mod">
          <ac:chgData name="Ms Alina Arshad" userId="cccdfd85-d35d-4453-9c6f-a463aae40722" providerId="ADAL" clId="{2DC180FD-F18C-4625-AB1F-E76E8B18C48B}" dt="2024-08-30T04:37:33.296" v="176" actId="14100"/>
          <ac:spMkLst>
            <pc:docMk/>
            <pc:sldMk cId="2990775597" sldId="402"/>
            <ac:spMk id="2" creationId="{00000000-0000-0000-0000-000000000000}"/>
          </ac:spMkLst>
        </pc:spChg>
        <pc:spChg chg="mod">
          <ac:chgData name="Ms Alina Arshad" userId="cccdfd85-d35d-4453-9c6f-a463aae40722" providerId="ADAL" clId="{2DC180FD-F18C-4625-AB1F-E76E8B18C48B}" dt="2024-08-30T04:40:39.796" v="191" actId="207"/>
          <ac:spMkLst>
            <pc:docMk/>
            <pc:sldMk cId="2990775597" sldId="402"/>
            <ac:spMk id="3" creationId="{00000000-0000-0000-0000-000000000000}"/>
          </ac:spMkLst>
        </pc:spChg>
      </pc:sldChg>
      <pc:sldChg chg="modSp add mod modAnim">
        <pc:chgData name="Ms Alina Arshad" userId="cccdfd85-d35d-4453-9c6f-a463aae40722" providerId="ADAL" clId="{2DC180FD-F18C-4625-AB1F-E76E8B18C48B}" dt="2024-09-02T09:16:55.922" v="361" actId="403"/>
        <pc:sldMkLst>
          <pc:docMk/>
          <pc:sldMk cId="1130882444" sldId="403"/>
        </pc:sldMkLst>
        <pc:spChg chg="mod">
          <ac:chgData name="Ms Alina Arshad" userId="cccdfd85-d35d-4453-9c6f-a463aae40722" providerId="ADAL" clId="{2DC180FD-F18C-4625-AB1F-E76E8B18C48B}" dt="2024-08-30T04:48:46.558" v="208" actId="14100"/>
          <ac:spMkLst>
            <pc:docMk/>
            <pc:sldMk cId="1130882444" sldId="403"/>
            <ac:spMk id="2" creationId="{00000000-0000-0000-0000-000000000000}"/>
          </ac:spMkLst>
        </pc:spChg>
        <pc:spChg chg="mod">
          <ac:chgData name="Ms Alina Arshad" userId="cccdfd85-d35d-4453-9c6f-a463aae40722" providerId="ADAL" clId="{2DC180FD-F18C-4625-AB1F-E76E8B18C48B}" dt="2024-09-02T09:16:55.922" v="361" actId="403"/>
          <ac:spMkLst>
            <pc:docMk/>
            <pc:sldMk cId="1130882444" sldId="403"/>
            <ac:spMk id="3" creationId="{00000000-0000-0000-0000-000000000000}"/>
          </ac:spMkLst>
        </pc:spChg>
      </pc:sldChg>
      <pc:sldChg chg="modSp add mod">
        <pc:chgData name="Ms Alina Arshad" userId="cccdfd85-d35d-4453-9c6f-a463aae40722" providerId="ADAL" clId="{2DC180FD-F18C-4625-AB1F-E76E8B18C48B}" dt="2024-08-30T04:54:17.369" v="217" actId="207"/>
        <pc:sldMkLst>
          <pc:docMk/>
          <pc:sldMk cId="1416402" sldId="404"/>
        </pc:sldMkLst>
        <pc:spChg chg="mod">
          <ac:chgData name="Ms Alina Arshad" userId="cccdfd85-d35d-4453-9c6f-a463aae40722" providerId="ADAL" clId="{2DC180FD-F18C-4625-AB1F-E76E8B18C48B}" dt="2024-08-30T04:53:59.536" v="213" actId="1076"/>
          <ac:spMkLst>
            <pc:docMk/>
            <pc:sldMk cId="1416402" sldId="404"/>
            <ac:spMk id="2" creationId="{00000000-0000-0000-0000-000000000000}"/>
          </ac:spMkLst>
        </pc:spChg>
        <pc:spChg chg="mod">
          <ac:chgData name="Ms Alina Arshad" userId="cccdfd85-d35d-4453-9c6f-a463aae40722" providerId="ADAL" clId="{2DC180FD-F18C-4625-AB1F-E76E8B18C48B}" dt="2024-08-30T04:54:17.369" v="217" actId="207"/>
          <ac:spMkLst>
            <pc:docMk/>
            <pc:sldMk cId="1416402" sldId="404"/>
            <ac:spMk id="3" creationId="{00000000-0000-0000-0000-000000000000}"/>
          </ac:spMkLst>
        </pc:spChg>
      </pc:sldChg>
      <pc:sldChg chg="modSp add mod">
        <pc:chgData name="Ms Alina Arshad" userId="cccdfd85-d35d-4453-9c6f-a463aae40722" providerId="ADAL" clId="{2DC180FD-F18C-4625-AB1F-E76E8B18C48B}" dt="2024-08-30T04:54:51.487" v="230" actId="207"/>
        <pc:sldMkLst>
          <pc:docMk/>
          <pc:sldMk cId="3071036191" sldId="405"/>
        </pc:sldMkLst>
        <pc:spChg chg="mod">
          <ac:chgData name="Ms Alina Arshad" userId="cccdfd85-d35d-4453-9c6f-a463aae40722" providerId="ADAL" clId="{2DC180FD-F18C-4625-AB1F-E76E8B18C48B}" dt="2024-08-30T04:54:27.659" v="219" actId="207"/>
          <ac:spMkLst>
            <pc:docMk/>
            <pc:sldMk cId="3071036191" sldId="405"/>
            <ac:spMk id="2" creationId="{E0D201D3-B15F-4934-887A-5FCE7F2DF401}"/>
          </ac:spMkLst>
        </pc:spChg>
        <pc:spChg chg="mod">
          <ac:chgData name="Ms Alina Arshad" userId="cccdfd85-d35d-4453-9c6f-a463aae40722" providerId="ADAL" clId="{2DC180FD-F18C-4625-AB1F-E76E8B18C48B}" dt="2024-08-30T04:54:51.487" v="230" actId="207"/>
          <ac:spMkLst>
            <pc:docMk/>
            <pc:sldMk cId="3071036191" sldId="405"/>
            <ac:spMk id="3" creationId="{B06DAE9B-D257-4D59-AF08-5FC3CA34B519}"/>
          </ac:spMkLst>
        </pc:spChg>
      </pc:sldChg>
      <pc:sldChg chg="addSp delSp modSp add mod">
        <pc:chgData name="Ms Alina Arshad" userId="cccdfd85-d35d-4453-9c6f-a463aae40722" providerId="ADAL" clId="{2DC180FD-F18C-4625-AB1F-E76E8B18C48B}" dt="2024-09-02T09:18:24.468" v="367" actId="1076"/>
        <pc:sldMkLst>
          <pc:docMk/>
          <pc:sldMk cId="1110637184" sldId="406"/>
        </pc:sldMkLst>
        <pc:spChg chg="mod">
          <ac:chgData name="Ms Alina Arshad" userId="cccdfd85-d35d-4453-9c6f-a463aae40722" providerId="ADAL" clId="{2DC180FD-F18C-4625-AB1F-E76E8B18C48B}" dt="2024-08-30T04:55:02.050" v="234" actId="113"/>
          <ac:spMkLst>
            <pc:docMk/>
            <pc:sldMk cId="1110637184" sldId="406"/>
            <ac:spMk id="2" creationId="{00000000-0000-0000-0000-000000000000}"/>
          </ac:spMkLst>
        </pc:spChg>
        <pc:picChg chg="add mod">
          <ac:chgData name="Ms Alina Arshad" userId="cccdfd85-d35d-4453-9c6f-a463aae40722" providerId="ADAL" clId="{2DC180FD-F18C-4625-AB1F-E76E8B18C48B}" dt="2024-09-02T09:18:24.468" v="367" actId="1076"/>
          <ac:picMkLst>
            <pc:docMk/>
            <pc:sldMk cId="1110637184" sldId="406"/>
            <ac:picMk id="1026" creationId="{2323452F-E9F2-364A-6D76-808115144BEA}"/>
          </ac:picMkLst>
        </pc:picChg>
        <pc:picChg chg="del mod">
          <ac:chgData name="Ms Alina Arshad" userId="cccdfd85-d35d-4453-9c6f-a463aae40722" providerId="ADAL" clId="{2DC180FD-F18C-4625-AB1F-E76E8B18C48B}" dt="2024-09-02T09:18:18.784" v="362" actId="478"/>
          <ac:picMkLst>
            <pc:docMk/>
            <pc:sldMk cId="1110637184" sldId="406"/>
            <ac:picMk id="2050" creationId="{00000000-0000-0000-0000-000000000000}"/>
          </ac:picMkLst>
        </pc:picChg>
      </pc:sldChg>
      <pc:sldChg chg="modSp add mod">
        <pc:chgData name="Ms Alina Arshad" userId="cccdfd85-d35d-4453-9c6f-a463aae40722" providerId="ADAL" clId="{2DC180FD-F18C-4625-AB1F-E76E8B18C48B}" dt="2024-09-02T09:18:45.418" v="368" actId="207"/>
        <pc:sldMkLst>
          <pc:docMk/>
          <pc:sldMk cId="261616852" sldId="407"/>
        </pc:sldMkLst>
        <pc:spChg chg="mod">
          <ac:chgData name="Ms Alina Arshad" userId="cccdfd85-d35d-4453-9c6f-a463aae40722" providerId="ADAL" clId="{2DC180FD-F18C-4625-AB1F-E76E8B18C48B}" dt="2024-08-30T04:56:00.727" v="248" actId="1076"/>
          <ac:spMkLst>
            <pc:docMk/>
            <pc:sldMk cId="261616852" sldId="407"/>
            <ac:spMk id="2" creationId="{00000000-0000-0000-0000-000000000000}"/>
          </ac:spMkLst>
        </pc:spChg>
        <pc:spChg chg="mod">
          <ac:chgData name="Ms Alina Arshad" userId="cccdfd85-d35d-4453-9c6f-a463aae40722" providerId="ADAL" clId="{2DC180FD-F18C-4625-AB1F-E76E8B18C48B}" dt="2024-09-02T09:18:45.418" v="368" actId="207"/>
          <ac:spMkLst>
            <pc:docMk/>
            <pc:sldMk cId="261616852" sldId="407"/>
            <ac:spMk id="3" creationId="{00000000-0000-0000-0000-000000000000}"/>
          </ac:spMkLst>
        </pc:spChg>
      </pc:sldChg>
      <pc:sldChg chg="modSp add del mod">
        <pc:chgData name="Ms Alina Arshad" userId="cccdfd85-d35d-4453-9c6f-a463aae40722" providerId="ADAL" clId="{2DC180FD-F18C-4625-AB1F-E76E8B18C48B}" dt="2024-08-30T04:56:30.069" v="255" actId="47"/>
        <pc:sldMkLst>
          <pc:docMk/>
          <pc:sldMk cId="2685411724" sldId="408"/>
        </pc:sldMkLst>
        <pc:spChg chg="mod">
          <ac:chgData name="Ms Alina Arshad" userId="cccdfd85-d35d-4453-9c6f-a463aae40722" providerId="ADAL" clId="{2DC180FD-F18C-4625-AB1F-E76E8B18C48B}" dt="2024-08-30T04:56:05.438" v="249" actId="21"/>
          <ac:spMkLst>
            <pc:docMk/>
            <pc:sldMk cId="2685411724" sldId="408"/>
            <ac:spMk id="3" creationId="{00000000-0000-0000-0000-000000000000}"/>
          </ac:spMkLst>
        </pc:spChg>
      </pc:sldChg>
      <pc:sldChg chg="modSp add mod modAnim">
        <pc:chgData name="Ms Alina Arshad" userId="cccdfd85-d35d-4453-9c6f-a463aae40722" providerId="ADAL" clId="{2DC180FD-F18C-4625-AB1F-E76E8B18C48B}" dt="2024-09-02T09:19:48.597" v="373" actId="14"/>
        <pc:sldMkLst>
          <pc:docMk/>
          <pc:sldMk cId="2553615988" sldId="409"/>
        </pc:sldMkLst>
        <pc:spChg chg="mod">
          <ac:chgData name="Ms Alina Arshad" userId="cccdfd85-d35d-4453-9c6f-a463aae40722" providerId="ADAL" clId="{2DC180FD-F18C-4625-AB1F-E76E8B18C48B}" dt="2024-08-30T04:57:40.923" v="273" actId="403"/>
          <ac:spMkLst>
            <pc:docMk/>
            <pc:sldMk cId="2553615988" sldId="409"/>
            <ac:spMk id="2" creationId="{00000000-0000-0000-0000-000000000000}"/>
          </ac:spMkLst>
        </pc:spChg>
        <pc:spChg chg="mod">
          <ac:chgData name="Ms Alina Arshad" userId="cccdfd85-d35d-4453-9c6f-a463aae40722" providerId="ADAL" clId="{2DC180FD-F18C-4625-AB1F-E76E8B18C48B}" dt="2024-09-02T09:19:48.597" v="373" actId="14"/>
          <ac:spMkLst>
            <pc:docMk/>
            <pc:sldMk cId="2553615988" sldId="409"/>
            <ac:spMk id="3" creationId="{00000000-0000-0000-0000-000000000000}"/>
          </ac:spMkLst>
        </pc:spChg>
      </pc:sldChg>
      <pc:sldChg chg="modSp add mod">
        <pc:chgData name="Ms Alina Arshad" userId="cccdfd85-d35d-4453-9c6f-a463aae40722" providerId="ADAL" clId="{2DC180FD-F18C-4625-AB1F-E76E8B18C48B}" dt="2024-08-30T05:01:52.923" v="293" actId="33524"/>
        <pc:sldMkLst>
          <pc:docMk/>
          <pc:sldMk cId="515654138" sldId="410"/>
        </pc:sldMkLst>
        <pc:spChg chg="mod">
          <ac:chgData name="Ms Alina Arshad" userId="cccdfd85-d35d-4453-9c6f-a463aae40722" providerId="ADAL" clId="{2DC180FD-F18C-4625-AB1F-E76E8B18C48B}" dt="2024-08-30T04:59:04.600" v="284" actId="403"/>
          <ac:spMkLst>
            <pc:docMk/>
            <pc:sldMk cId="515654138" sldId="410"/>
            <ac:spMk id="2" creationId="{00000000-0000-0000-0000-000000000000}"/>
          </ac:spMkLst>
        </pc:spChg>
        <pc:spChg chg="mod">
          <ac:chgData name="Ms Alina Arshad" userId="cccdfd85-d35d-4453-9c6f-a463aae40722" providerId="ADAL" clId="{2DC180FD-F18C-4625-AB1F-E76E8B18C48B}" dt="2024-08-30T05:01:52.923" v="293" actId="33524"/>
          <ac:spMkLst>
            <pc:docMk/>
            <pc:sldMk cId="515654138" sldId="410"/>
            <ac:spMk id="3" creationId="{00000000-0000-0000-0000-000000000000}"/>
          </ac:spMkLst>
        </pc:spChg>
      </pc:sldChg>
      <pc:sldChg chg="modSp add del mod">
        <pc:chgData name="Ms Alina Arshad" userId="cccdfd85-d35d-4453-9c6f-a463aae40722" providerId="ADAL" clId="{2DC180FD-F18C-4625-AB1F-E76E8B18C48B}" dt="2024-08-30T05:03:27.610" v="321" actId="47"/>
        <pc:sldMkLst>
          <pc:docMk/>
          <pc:sldMk cId="1166324033" sldId="411"/>
        </pc:sldMkLst>
        <pc:spChg chg="mod">
          <ac:chgData name="Ms Alina Arshad" userId="cccdfd85-d35d-4453-9c6f-a463aae40722" providerId="ADAL" clId="{2DC180FD-F18C-4625-AB1F-E76E8B18C48B}" dt="2024-08-30T05:02:32.228" v="305" actId="14100"/>
          <ac:spMkLst>
            <pc:docMk/>
            <pc:sldMk cId="1166324033" sldId="411"/>
            <ac:spMk id="2" creationId="{00000000-0000-0000-0000-000000000000}"/>
          </ac:spMkLst>
        </pc:spChg>
        <pc:spChg chg="mod">
          <ac:chgData name="Ms Alina Arshad" userId="cccdfd85-d35d-4453-9c6f-a463aae40722" providerId="ADAL" clId="{2DC180FD-F18C-4625-AB1F-E76E8B18C48B}" dt="2024-08-30T05:02:25.322" v="299" actId="27636"/>
          <ac:spMkLst>
            <pc:docMk/>
            <pc:sldMk cId="1166324033" sldId="411"/>
            <ac:spMk id="3" creationId="{00000000-0000-0000-0000-000000000000}"/>
          </ac:spMkLst>
        </pc:spChg>
      </pc:sldChg>
      <pc:sldChg chg="delSp modSp add mod">
        <pc:chgData name="Ms Alina Arshad" userId="cccdfd85-d35d-4453-9c6f-a463aae40722" providerId="ADAL" clId="{2DC180FD-F18C-4625-AB1F-E76E8B18C48B}" dt="2024-08-30T05:03:15.926" v="319" actId="478"/>
        <pc:sldMkLst>
          <pc:docMk/>
          <pc:sldMk cId="317315783" sldId="412"/>
        </pc:sldMkLst>
        <pc:spChg chg="mod">
          <ac:chgData name="Ms Alina Arshad" userId="cccdfd85-d35d-4453-9c6f-a463aae40722" providerId="ADAL" clId="{2DC180FD-F18C-4625-AB1F-E76E8B18C48B}" dt="2024-08-30T05:03:11.221" v="317" actId="113"/>
          <ac:spMkLst>
            <pc:docMk/>
            <pc:sldMk cId="317315783" sldId="412"/>
            <ac:spMk id="2" creationId="{00000000-0000-0000-0000-000000000000}"/>
          </ac:spMkLst>
        </pc:spChg>
        <pc:spChg chg="mod">
          <ac:chgData name="Ms Alina Arshad" userId="cccdfd85-d35d-4453-9c6f-a463aae40722" providerId="ADAL" clId="{2DC180FD-F18C-4625-AB1F-E76E8B18C48B}" dt="2024-08-30T05:03:07.056" v="316" actId="207"/>
          <ac:spMkLst>
            <pc:docMk/>
            <pc:sldMk cId="317315783" sldId="412"/>
            <ac:spMk id="3" creationId="{00000000-0000-0000-0000-000000000000}"/>
          </ac:spMkLst>
        </pc:spChg>
        <pc:spChg chg="del">
          <ac:chgData name="Ms Alina Arshad" userId="cccdfd85-d35d-4453-9c6f-a463aae40722" providerId="ADAL" clId="{2DC180FD-F18C-4625-AB1F-E76E8B18C48B}" dt="2024-08-30T05:03:14.398" v="318" actId="478"/>
          <ac:spMkLst>
            <pc:docMk/>
            <pc:sldMk cId="317315783" sldId="412"/>
            <ac:spMk id="4" creationId="{00000000-0000-0000-0000-000000000000}"/>
          </ac:spMkLst>
        </pc:spChg>
        <pc:spChg chg="del">
          <ac:chgData name="Ms Alina Arshad" userId="cccdfd85-d35d-4453-9c6f-a463aae40722" providerId="ADAL" clId="{2DC180FD-F18C-4625-AB1F-E76E8B18C48B}" dt="2024-08-30T05:03:15.926" v="319" actId="478"/>
          <ac:spMkLst>
            <pc:docMk/>
            <pc:sldMk cId="317315783" sldId="412"/>
            <ac:spMk id="5" creationId="{00000000-0000-0000-0000-000000000000}"/>
          </ac:spMkLst>
        </pc:spChg>
      </pc:sldChg>
      <pc:sldChg chg="add del">
        <pc:chgData name="Ms Alina Arshad" userId="cccdfd85-d35d-4453-9c6f-a463aae40722" providerId="ADAL" clId="{2DC180FD-F18C-4625-AB1F-E76E8B18C48B}" dt="2024-08-30T05:04:12.713" v="328" actId="47"/>
        <pc:sldMkLst>
          <pc:docMk/>
          <pc:sldMk cId="3728980149" sldId="413"/>
        </pc:sldMkLst>
      </pc:sldChg>
      <pc:sldChg chg="new del">
        <pc:chgData name="Ms Alina Arshad" userId="cccdfd85-d35d-4453-9c6f-a463aae40722" providerId="ADAL" clId="{2DC180FD-F18C-4625-AB1F-E76E8B18C48B}" dt="2024-08-30T05:03:53.190" v="323" actId="47"/>
        <pc:sldMkLst>
          <pc:docMk/>
          <pc:sldMk cId="1613639856" sldId="414"/>
        </pc:sldMkLst>
      </pc:sldChg>
      <pc:sldChg chg="addSp delSp modSp new mod">
        <pc:chgData name="Ms Alina Arshad" userId="cccdfd85-d35d-4453-9c6f-a463aae40722" providerId="ADAL" clId="{2DC180FD-F18C-4625-AB1F-E76E8B18C48B}" dt="2024-08-30T05:04:09.868" v="327" actId="478"/>
        <pc:sldMkLst>
          <pc:docMk/>
          <pc:sldMk cId="2400755825" sldId="414"/>
        </pc:sldMkLst>
        <pc:spChg chg="del">
          <ac:chgData name="Ms Alina Arshad" userId="cccdfd85-d35d-4453-9c6f-a463aae40722" providerId="ADAL" clId="{2DC180FD-F18C-4625-AB1F-E76E8B18C48B}" dt="2024-08-30T05:04:09.868" v="327" actId="478"/>
          <ac:spMkLst>
            <pc:docMk/>
            <pc:sldMk cId="2400755825" sldId="414"/>
            <ac:spMk id="2" creationId="{12C4D42B-3827-A9BA-1272-BAAED7039507}"/>
          </ac:spMkLst>
        </pc:spChg>
        <pc:spChg chg="del">
          <ac:chgData name="Ms Alina Arshad" userId="cccdfd85-d35d-4453-9c6f-a463aae40722" providerId="ADAL" clId="{2DC180FD-F18C-4625-AB1F-E76E8B18C48B}" dt="2024-08-30T05:04:08.047" v="326" actId="478"/>
          <ac:spMkLst>
            <pc:docMk/>
            <pc:sldMk cId="2400755825" sldId="414"/>
            <ac:spMk id="3" creationId="{279481B2-0BCE-C230-6D15-9B44E227864D}"/>
          </ac:spMkLst>
        </pc:spChg>
        <pc:spChg chg="add mod">
          <ac:chgData name="Ms Alina Arshad" userId="cccdfd85-d35d-4453-9c6f-a463aae40722" providerId="ADAL" clId="{2DC180FD-F18C-4625-AB1F-E76E8B18C48B}" dt="2024-08-30T05:04:05.804" v="325"/>
          <ac:spMkLst>
            <pc:docMk/>
            <pc:sldMk cId="2400755825" sldId="414"/>
            <ac:spMk id="4" creationId="{B7916EF2-DCF0-0573-80BA-3C20ED469E9E}"/>
          </ac:spMkLst>
        </pc:spChg>
        <pc:spChg chg="add mod">
          <ac:chgData name="Ms Alina Arshad" userId="cccdfd85-d35d-4453-9c6f-a463aae40722" providerId="ADAL" clId="{2DC180FD-F18C-4625-AB1F-E76E8B18C48B}" dt="2024-08-30T05:04:05.804" v="325"/>
          <ac:spMkLst>
            <pc:docMk/>
            <pc:sldMk cId="2400755825" sldId="414"/>
            <ac:spMk id="5" creationId="{6D2D65F8-7067-309B-2162-EDCA7F792D63}"/>
          </ac:spMkLst>
        </pc:spChg>
      </pc:sldChg>
    </pc:docChg>
  </pc:docChgLst>
  <pc:docChgLst>
    <pc:chgData name="Ms Alina Arshad" userId="cccdfd85-d35d-4453-9c6f-a463aae40722" providerId="ADAL" clId="{2FEB24EE-2666-4060-89BA-CD0A06313B23}"/>
    <pc:docChg chg="custSel addSld delSld modSld">
      <pc:chgData name="Ms Alina Arshad" userId="cccdfd85-d35d-4453-9c6f-a463aae40722" providerId="ADAL" clId="{2FEB24EE-2666-4060-89BA-CD0A06313B23}" dt="2024-09-07T15:30:07.645" v="78" actId="1076"/>
      <pc:docMkLst>
        <pc:docMk/>
      </pc:docMkLst>
      <pc:sldChg chg="modSp mod">
        <pc:chgData name="Ms Alina Arshad" userId="cccdfd85-d35d-4453-9c6f-a463aae40722" providerId="ADAL" clId="{2FEB24EE-2666-4060-89BA-CD0A06313B23}" dt="2024-09-07T14:12:40.520" v="22" actId="20577"/>
        <pc:sldMkLst>
          <pc:docMk/>
          <pc:sldMk cId="3322361034" sldId="256"/>
        </pc:sldMkLst>
        <pc:spChg chg="mod">
          <ac:chgData name="Ms Alina Arshad" userId="cccdfd85-d35d-4453-9c6f-a463aae40722" providerId="ADAL" clId="{2FEB24EE-2666-4060-89BA-CD0A06313B23}" dt="2024-09-07T14:12:40.520" v="22" actId="20577"/>
          <ac:spMkLst>
            <pc:docMk/>
            <pc:sldMk cId="3322361034" sldId="256"/>
            <ac:spMk id="3" creationId="{44E9F82C-BBA7-3495-1097-BEDB54FFFDF4}"/>
          </ac:spMkLst>
        </pc:spChg>
      </pc:sldChg>
      <pc:sldChg chg="modSp mod">
        <pc:chgData name="Ms Alina Arshad" userId="cccdfd85-d35d-4453-9c6f-a463aae40722" providerId="ADAL" clId="{2FEB24EE-2666-4060-89BA-CD0A06313B23}" dt="2024-09-07T15:27:11.022" v="71" actId="20577"/>
        <pc:sldMkLst>
          <pc:docMk/>
          <pc:sldMk cId="0" sldId="372"/>
        </pc:sldMkLst>
        <pc:spChg chg="mod">
          <ac:chgData name="Ms Alina Arshad" userId="cccdfd85-d35d-4453-9c6f-a463aae40722" providerId="ADAL" clId="{2FEB24EE-2666-4060-89BA-CD0A06313B23}" dt="2024-09-07T15:27:11.022" v="71" actId="20577"/>
          <ac:spMkLst>
            <pc:docMk/>
            <pc:sldMk cId="0" sldId="372"/>
            <ac:spMk id="3" creationId="{3CE06910-2266-68E8-32AE-E6FCE586718E}"/>
          </ac:spMkLst>
        </pc:spChg>
      </pc:sldChg>
      <pc:sldChg chg="del">
        <pc:chgData name="Ms Alina Arshad" userId="cccdfd85-d35d-4453-9c6f-a463aae40722" providerId="ADAL" clId="{2FEB24EE-2666-4060-89BA-CD0A06313B23}" dt="2024-09-07T14:11:32.691" v="18" actId="2696"/>
        <pc:sldMkLst>
          <pc:docMk/>
          <pc:sldMk cId="0" sldId="376"/>
        </pc:sldMkLst>
      </pc:sldChg>
      <pc:sldChg chg="del">
        <pc:chgData name="Ms Alina Arshad" userId="cccdfd85-d35d-4453-9c6f-a463aae40722" providerId="ADAL" clId="{2FEB24EE-2666-4060-89BA-CD0A06313B23}" dt="2024-09-07T14:11:32.691" v="18" actId="2696"/>
        <pc:sldMkLst>
          <pc:docMk/>
          <pc:sldMk cId="0" sldId="377"/>
        </pc:sldMkLst>
      </pc:sldChg>
      <pc:sldChg chg="del">
        <pc:chgData name="Ms Alina Arshad" userId="cccdfd85-d35d-4453-9c6f-a463aae40722" providerId="ADAL" clId="{2FEB24EE-2666-4060-89BA-CD0A06313B23}" dt="2024-09-07T14:11:32.691" v="18" actId="2696"/>
        <pc:sldMkLst>
          <pc:docMk/>
          <pc:sldMk cId="0" sldId="387"/>
        </pc:sldMkLst>
      </pc:sldChg>
      <pc:sldChg chg="del">
        <pc:chgData name="Ms Alina Arshad" userId="cccdfd85-d35d-4453-9c6f-a463aae40722" providerId="ADAL" clId="{2FEB24EE-2666-4060-89BA-CD0A06313B23}" dt="2024-09-07T14:11:32.691" v="18" actId="2696"/>
        <pc:sldMkLst>
          <pc:docMk/>
          <pc:sldMk cId="0" sldId="388"/>
        </pc:sldMkLst>
      </pc:sldChg>
      <pc:sldChg chg="modSp del mod">
        <pc:chgData name="Ms Alina Arshad" userId="cccdfd85-d35d-4453-9c6f-a463aae40722" providerId="ADAL" clId="{2FEB24EE-2666-4060-89BA-CD0A06313B23}" dt="2024-09-07T14:11:32.691" v="18" actId="2696"/>
        <pc:sldMkLst>
          <pc:docMk/>
          <pc:sldMk cId="0" sldId="389"/>
        </pc:sldMkLst>
        <pc:spChg chg="mod">
          <ac:chgData name="Ms Alina Arshad" userId="cccdfd85-d35d-4453-9c6f-a463aae40722" providerId="ADAL" clId="{2FEB24EE-2666-4060-89BA-CD0A06313B23}" dt="2024-09-07T14:04:23.480" v="10" actId="5793"/>
          <ac:spMkLst>
            <pc:docMk/>
            <pc:sldMk cId="0" sldId="389"/>
            <ac:spMk id="13315" creationId="{5AEC1019-6C33-068D-89FF-73F14DD73519}"/>
          </ac:spMkLst>
        </pc:spChg>
        <pc:spChg chg="mod">
          <ac:chgData name="Ms Alina Arshad" userId="cccdfd85-d35d-4453-9c6f-a463aae40722" providerId="ADAL" clId="{2FEB24EE-2666-4060-89BA-CD0A06313B23}" dt="2024-09-07T14:04:04.382" v="4" actId="27636"/>
          <ac:spMkLst>
            <pc:docMk/>
            <pc:sldMk cId="0" sldId="389"/>
            <ac:spMk id="24578" creationId="{305B7E1E-5597-3B12-6D73-B24294AD131D}"/>
          </ac:spMkLst>
        </pc:spChg>
      </pc:sldChg>
      <pc:sldChg chg="modSp del mod">
        <pc:chgData name="Ms Alina Arshad" userId="cccdfd85-d35d-4453-9c6f-a463aae40722" providerId="ADAL" clId="{2FEB24EE-2666-4060-89BA-CD0A06313B23}" dt="2024-09-07T14:11:32.691" v="18" actId="2696"/>
        <pc:sldMkLst>
          <pc:docMk/>
          <pc:sldMk cId="0" sldId="391"/>
        </pc:sldMkLst>
        <pc:spChg chg="mod">
          <ac:chgData name="Ms Alina Arshad" userId="cccdfd85-d35d-4453-9c6f-a463aae40722" providerId="ADAL" clId="{2FEB24EE-2666-4060-89BA-CD0A06313B23}" dt="2024-09-07T14:04:40.295" v="17" actId="20577"/>
          <ac:spMkLst>
            <pc:docMk/>
            <pc:sldMk cId="0" sldId="391"/>
            <ac:spMk id="26626" creationId="{0FEEB420-FF9F-896C-19FE-30B0D95ADF93}"/>
          </ac:spMkLst>
        </pc:spChg>
      </pc:sldChg>
      <pc:sldChg chg="modSp add mod">
        <pc:chgData name="Ms Alina Arshad" userId="cccdfd85-d35d-4453-9c6f-a463aae40722" providerId="ADAL" clId="{2FEB24EE-2666-4060-89BA-CD0A06313B23}" dt="2024-09-07T14:26:37.570" v="48" actId="20577"/>
        <pc:sldMkLst>
          <pc:docMk/>
          <pc:sldMk cId="1227695002" sldId="429"/>
        </pc:sldMkLst>
        <pc:spChg chg="mod">
          <ac:chgData name="Ms Alina Arshad" userId="cccdfd85-d35d-4453-9c6f-a463aae40722" providerId="ADAL" clId="{2FEB24EE-2666-4060-89BA-CD0A06313B23}" dt="2024-09-07T14:16:40.823" v="36" actId="14100"/>
          <ac:spMkLst>
            <pc:docMk/>
            <pc:sldMk cId="1227695002" sldId="429"/>
            <ac:spMk id="2" creationId="{00000000-0000-0000-0000-000000000000}"/>
          </ac:spMkLst>
        </pc:spChg>
        <pc:spChg chg="mod">
          <ac:chgData name="Ms Alina Arshad" userId="cccdfd85-d35d-4453-9c6f-a463aae40722" providerId="ADAL" clId="{2FEB24EE-2666-4060-89BA-CD0A06313B23}" dt="2024-09-07T14:26:37.570" v="48" actId="20577"/>
          <ac:spMkLst>
            <pc:docMk/>
            <pc:sldMk cId="1227695002" sldId="429"/>
            <ac:spMk id="3" creationId="{00000000-0000-0000-0000-000000000000}"/>
          </ac:spMkLst>
        </pc:spChg>
      </pc:sldChg>
      <pc:sldChg chg="modSp add mod">
        <pc:chgData name="Ms Alina Arshad" userId="cccdfd85-d35d-4453-9c6f-a463aae40722" providerId="ADAL" clId="{2FEB24EE-2666-4060-89BA-CD0A06313B23}" dt="2024-09-07T14:28:10.057" v="50" actId="20577"/>
        <pc:sldMkLst>
          <pc:docMk/>
          <pc:sldMk cId="4289592975" sldId="430"/>
        </pc:sldMkLst>
        <pc:spChg chg="mod">
          <ac:chgData name="Ms Alina Arshad" userId="cccdfd85-d35d-4453-9c6f-a463aae40722" providerId="ADAL" clId="{2FEB24EE-2666-4060-89BA-CD0A06313B23}" dt="2024-09-07T14:28:10.057" v="50" actId="20577"/>
          <ac:spMkLst>
            <pc:docMk/>
            <pc:sldMk cId="4289592975" sldId="430"/>
            <ac:spMk id="3" creationId="{00000000-0000-0000-0000-000000000000}"/>
          </ac:spMkLst>
        </pc:spChg>
      </pc:sldChg>
      <pc:sldChg chg="modSp add mod">
        <pc:chgData name="Ms Alina Arshad" userId="cccdfd85-d35d-4453-9c6f-a463aae40722" providerId="ADAL" clId="{2FEB24EE-2666-4060-89BA-CD0A06313B23}" dt="2024-09-07T14:33:40.207" v="55" actId="207"/>
        <pc:sldMkLst>
          <pc:docMk/>
          <pc:sldMk cId="1008177089" sldId="433"/>
        </pc:sldMkLst>
        <pc:spChg chg="mod">
          <ac:chgData name="Ms Alina Arshad" userId="cccdfd85-d35d-4453-9c6f-a463aae40722" providerId="ADAL" clId="{2FEB24EE-2666-4060-89BA-CD0A06313B23}" dt="2024-09-07T14:33:40.207" v="55" actId="207"/>
          <ac:spMkLst>
            <pc:docMk/>
            <pc:sldMk cId="1008177089" sldId="433"/>
            <ac:spMk id="3" creationId="{00000000-0000-0000-0000-000000000000}"/>
          </ac:spMkLst>
        </pc:spChg>
      </pc:sldChg>
      <pc:sldChg chg="modSp add mod">
        <pc:chgData name="Ms Alina Arshad" userId="cccdfd85-d35d-4453-9c6f-a463aae40722" providerId="ADAL" clId="{2FEB24EE-2666-4060-89BA-CD0A06313B23}" dt="2024-09-07T14:38:19.708" v="62" actId="20577"/>
        <pc:sldMkLst>
          <pc:docMk/>
          <pc:sldMk cId="4177771332" sldId="434"/>
        </pc:sldMkLst>
        <pc:spChg chg="mod">
          <ac:chgData name="Ms Alina Arshad" userId="cccdfd85-d35d-4453-9c6f-a463aae40722" providerId="ADAL" clId="{2FEB24EE-2666-4060-89BA-CD0A06313B23}" dt="2024-09-07T14:37:16.352" v="58" actId="1076"/>
          <ac:spMkLst>
            <pc:docMk/>
            <pc:sldMk cId="4177771332" sldId="434"/>
            <ac:spMk id="2" creationId="{00000000-0000-0000-0000-000000000000}"/>
          </ac:spMkLst>
        </pc:spChg>
        <pc:spChg chg="mod">
          <ac:chgData name="Ms Alina Arshad" userId="cccdfd85-d35d-4453-9c6f-a463aae40722" providerId="ADAL" clId="{2FEB24EE-2666-4060-89BA-CD0A06313B23}" dt="2024-09-07T14:38:19.708" v="62" actId="20577"/>
          <ac:spMkLst>
            <pc:docMk/>
            <pc:sldMk cId="4177771332" sldId="434"/>
            <ac:spMk id="3" creationId="{00000000-0000-0000-0000-000000000000}"/>
          </ac:spMkLst>
        </pc:spChg>
      </pc:sldChg>
      <pc:sldChg chg="modSp add mod">
        <pc:chgData name="Ms Alina Arshad" userId="cccdfd85-d35d-4453-9c6f-a463aae40722" providerId="ADAL" clId="{2FEB24EE-2666-4060-89BA-CD0A06313B23}" dt="2024-09-07T14:38:53.527" v="63" actId="404"/>
        <pc:sldMkLst>
          <pc:docMk/>
          <pc:sldMk cId="2642975351" sldId="435"/>
        </pc:sldMkLst>
        <pc:spChg chg="mod">
          <ac:chgData name="Ms Alina Arshad" userId="cccdfd85-d35d-4453-9c6f-a463aae40722" providerId="ADAL" clId="{2FEB24EE-2666-4060-89BA-CD0A06313B23}" dt="2024-09-07T14:38:53.527" v="63" actId="404"/>
          <ac:spMkLst>
            <pc:docMk/>
            <pc:sldMk cId="2642975351" sldId="435"/>
            <ac:spMk id="3" creationId="{00000000-0000-0000-0000-000000000000}"/>
          </ac:spMkLst>
        </pc:spChg>
      </pc:sldChg>
      <pc:sldChg chg="modSp add mod">
        <pc:chgData name="Ms Alina Arshad" userId="cccdfd85-d35d-4453-9c6f-a463aae40722" providerId="ADAL" clId="{2FEB24EE-2666-4060-89BA-CD0A06313B23}" dt="2024-09-07T14:42:05.679" v="66" actId="207"/>
        <pc:sldMkLst>
          <pc:docMk/>
          <pc:sldMk cId="8447295" sldId="436"/>
        </pc:sldMkLst>
        <pc:spChg chg="mod">
          <ac:chgData name="Ms Alina Arshad" userId="cccdfd85-d35d-4453-9c6f-a463aae40722" providerId="ADAL" clId="{2FEB24EE-2666-4060-89BA-CD0A06313B23}" dt="2024-09-07T14:41:44.573" v="64" actId="33524"/>
          <ac:spMkLst>
            <pc:docMk/>
            <pc:sldMk cId="8447295" sldId="436"/>
            <ac:spMk id="2" creationId="{00000000-0000-0000-0000-000000000000}"/>
          </ac:spMkLst>
        </pc:spChg>
        <pc:spChg chg="mod">
          <ac:chgData name="Ms Alina Arshad" userId="cccdfd85-d35d-4453-9c6f-a463aae40722" providerId="ADAL" clId="{2FEB24EE-2666-4060-89BA-CD0A06313B23}" dt="2024-09-07T14:42:05.679" v="66" actId="207"/>
          <ac:spMkLst>
            <pc:docMk/>
            <pc:sldMk cId="8447295" sldId="436"/>
            <ac:spMk id="3" creationId="{00000000-0000-0000-0000-000000000000}"/>
          </ac:spMkLst>
        </pc:spChg>
      </pc:sldChg>
      <pc:sldChg chg="modSp mod">
        <pc:chgData name="Ms Alina Arshad" userId="cccdfd85-d35d-4453-9c6f-a463aae40722" providerId="ADAL" clId="{2FEB24EE-2666-4060-89BA-CD0A06313B23}" dt="2024-09-07T15:07:51.624" v="70" actId="20577"/>
        <pc:sldMkLst>
          <pc:docMk/>
          <pc:sldMk cId="1737629093" sldId="438"/>
        </pc:sldMkLst>
        <pc:spChg chg="mod">
          <ac:chgData name="Ms Alina Arshad" userId="cccdfd85-d35d-4453-9c6f-a463aae40722" providerId="ADAL" clId="{2FEB24EE-2666-4060-89BA-CD0A06313B23}" dt="2024-09-07T15:07:51.624" v="70" actId="20577"/>
          <ac:spMkLst>
            <pc:docMk/>
            <pc:sldMk cId="1737629093" sldId="438"/>
            <ac:spMk id="3" creationId="{00000000-0000-0000-0000-000000000000}"/>
          </ac:spMkLst>
        </pc:spChg>
      </pc:sldChg>
      <pc:sldChg chg="addSp modSp">
        <pc:chgData name="Ms Alina Arshad" userId="cccdfd85-d35d-4453-9c6f-a463aae40722" providerId="ADAL" clId="{2FEB24EE-2666-4060-89BA-CD0A06313B23}" dt="2024-09-07T15:30:07.645" v="78" actId="1076"/>
        <pc:sldMkLst>
          <pc:docMk/>
          <pc:sldMk cId="2279120568" sldId="446"/>
        </pc:sldMkLst>
        <pc:spChg chg="mod">
          <ac:chgData name="Ms Alina Arshad" userId="cccdfd85-d35d-4453-9c6f-a463aae40722" providerId="ADAL" clId="{2FEB24EE-2666-4060-89BA-CD0A06313B23}" dt="2024-09-07T15:29:56.694" v="75" actId="14100"/>
          <ac:spMkLst>
            <pc:docMk/>
            <pc:sldMk cId="2279120568" sldId="446"/>
            <ac:spMk id="3" creationId="{00000000-0000-0000-0000-000000000000}"/>
          </ac:spMkLst>
        </pc:spChg>
        <pc:picChg chg="add mod">
          <ac:chgData name="Ms Alina Arshad" userId="cccdfd85-d35d-4453-9c6f-a463aae40722" providerId="ADAL" clId="{2FEB24EE-2666-4060-89BA-CD0A06313B23}" dt="2024-09-07T15:30:07.645" v="78" actId="1076"/>
          <ac:picMkLst>
            <pc:docMk/>
            <pc:sldMk cId="2279120568" sldId="446"/>
            <ac:picMk id="1026" creationId="{33CCDCAF-3759-99D5-6506-736BA3E5DF0B}"/>
          </ac:picMkLst>
        </pc:picChg>
      </pc:sldChg>
    </pc:docChg>
  </pc:docChgLst>
  <pc:docChgLst>
    <pc:chgData name="Ms Alina Arshad" userId="cccdfd85-d35d-4453-9c6f-a463aae40722" providerId="ADAL" clId="{CCDD98BF-CD6D-4DFE-B52E-0B39A9A67B48}"/>
    <pc:docChg chg="delSld">
      <pc:chgData name="Ms Alina Arshad" userId="cccdfd85-d35d-4453-9c6f-a463aae40722" providerId="ADAL" clId="{CCDD98BF-CD6D-4DFE-B52E-0B39A9A67B48}" dt="2024-09-19T05:11:23.804" v="16" actId="47"/>
      <pc:docMkLst>
        <pc:docMk/>
      </pc:docMkLst>
      <pc:sldChg chg="del">
        <pc:chgData name="Ms Alina Arshad" userId="cccdfd85-d35d-4453-9c6f-a463aae40722" providerId="ADAL" clId="{CCDD98BF-CD6D-4DFE-B52E-0B39A9A67B48}" dt="2024-09-19T05:11:20.849" v="9" actId="47"/>
        <pc:sldMkLst>
          <pc:docMk/>
          <pc:sldMk cId="0" sldId="386"/>
        </pc:sldMkLst>
      </pc:sldChg>
      <pc:sldChg chg="del">
        <pc:chgData name="Ms Alina Arshad" userId="cccdfd85-d35d-4453-9c6f-a463aae40722" providerId="ADAL" clId="{CCDD98BF-CD6D-4DFE-B52E-0B39A9A67B48}" dt="2024-09-19T05:11:21.493" v="10" actId="47"/>
        <pc:sldMkLst>
          <pc:docMk/>
          <pc:sldMk cId="0" sldId="387"/>
        </pc:sldMkLst>
      </pc:sldChg>
      <pc:sldChg chg="del">
        <pc:chgData name="Ms Alina Arshad" userId="cccdfd85-d35d-4453-9c6f-a463aae40722" providerId="ADAL" clId="{CCDD98BF-CD6D-4DFE-B52E-0B39A9A67B48}" dt="2024-09-19T05:11:21.868" v="11" actId="47"/>
        <pc:sldMkLst>
          <pc:docMk/>
          <pc:sldMk cId="0" sldId="388"/>
        </pc:sldMkLst>
      </pc:sldChg>
      <pc:sldChg chg="del">
        <pc:chgData name="Ms Alina Arshad" userId="cccdfd85-d35d-4453-9c6f-a463aae40722" providerId="ADAL" clId="{CCDD98BF-CD6D-4DFE-B52E-0B39A9A67B48}" dt="2024-09-19T05:11:22.086" v="12" actId="47"/>
        <pc:sldMkLst>
          <pc:docMk/>
          <pc:sldMk cId="0" sldId="389"/>
        </pc:sldMkLst>
      </pc:sldChg>
      <pc:sldChg chg="del">
        <pc:chgData name="Ms Alina Arshad" userId="cccdfd85-d35d-4453-9c6f-a463aae40722" providerId="ADAL" clId="{CCDD98BF-CD6D-4DFE-B52E-0B39A9A67B48}" dt="2024-09-19T05:11:22.508" v="13" actId="47"/>
        <pc:sldMkLst>
          <pc:docMk/>
          <pc:sldMk cId="0" sldId="390"/>
        </pc:sldMkLst>
      </pc:sldChg>
      <pc:sldChg chg="del">
        <pc:chgData name="Ms Alina Arshad" userId="cccdfd85-d35d-4453-9c6f-a463aae40722" providerId="ADAL" clId="{CCDD98BF-CD6D-4DFE-B52E-0B39A9A67B48}" dt="2024-09-19T05:11:22.898" v="14" actId="47"/>
        <pc:sldMkLst>
          <pc:docMk/>
          <pc:sldMk cId="0" sldId="391"/>
        </pc:sldMkLst>
      </pc:sldChg>
      <pc:sldChg chg="del">
        <pc:chgData name="Ms Alina Arshad" userId="cccdfd85-d35d-4453-9c6f-a463aae40722" providerId="ADAL" clId="{CCDD98BF-CD6D-4DFE-B52E-0B39A9A67B48}" dt="2024-09-19T05:11:23.320" v="15" actId="47"/>
        <pc:sldMkLst>
          <pc:docMk/>
          <pc:sldMk cId="0" sldId="392"/>
        </pc:sldMkLst>
      </pc:sldChg>
      <pc:sldChg chg="del">
        <pc:chgData name="Ms Alina Arshad" userId="cccdfd85-d35d-4453-9c6f-a463aae40722" providerId="ADAL" clId="{CCDD98BF-CD6D-4DFE-B52E-0B39A9A67B48}" dt="2024-09-19T05:11:23.804" v="16" actId="47"/>
        <pc:sldMkLst>
          <pc:docMk/>
          <pc:sldMk cId="0" sldId="394"/>
        </pc:sldMkLst>
      </pc:sldChg>
      <pc:sldChg chg="del">
        <pc:chgData name="Ms Alina Arshad" userId="cccdfd85-d35d-4453-9c6f-a463aae40722" providerId="ADAL" clId="{CCDD98BF-CD6D-4DFE-B52E-0B39A9A67B48}" dt="2024-09-19T05:11:20.646" v="8" actId="47"/>
        <pc:sldMkLst>
          <pc:docMk/>
          <pc:sldMk cId="0" sldId="395"/>
        </pc:sldMkLst>
      </pc:sldChg>
      <pc:sldChg chg="del">
        <pc:chgData name="Ms Alina Arshad" userId="cccdfd85-d35d-4453-9c6f-a463aae40722" providerId="ADAL" clId="{CCDD98BF-CD6D-4DFE-B52E-0B39A9A67B48}" dt="2024-09-19T05:11:17.979" v="0" actId="47"/>
        <pc:sldMkLst>
          <pc:docMk/>
          <pc:sldMk cId="719467134" sldId="458"/>
        </pc:sldMkLst>
      </pc:sldChg>
      <pc:sldChg chg="del">
        <pc:chgData name="Ms Alina Arshad" userId="cccdfd85-d35d-4453-9c6f-a463aae40722" providerId="ADAL" clId="{CCDD98BF-CD6D-4DFE-B52E-0B39A9A67B48}" dt="2024-09-19T05:11:18.463" v="1" actId="47"/>
        <pc:sldMkLst>
          <pc:docMk/>
          <pc:sldMk cId="379126886" sldId="459"/>
        </pc:sldMkLst>
      </pc:sldChg>
      <pc:sldChg chg="del">
        <pc:chgData name="Ms Alina Arshad" userId="cccdfd85-d35d-4453-9c6f-a463aae40722" providerId="ADAL" clId="{CCDD98BF-CD6D-4DFE-B52E-0B39A9A67B48}" dt="2024-09-19T05:11:18.666" v="2" actId="47"/>
        <pc:sldMkLst>
          <pc:docMk/>
          <pc:sldMk cId="475468520" sldId="461"/>
        </pc:sldMkLst>
      </pc:sldChg>
      <pc:sldChg chg="del">
        <pc:chgData name="Ms Alina Arshad" userId="cccdfd85-d35d-4453-9c6f-a463aae40722" providerId="ADAL" clId="{CCDD98BF-CD6D-4DFE-B52E-0B39A9A67B48}" dt="2024-09-19T05:11:18.869" v="3" actId="47"/>
        <pc:sldMkLst>
          <pc:docMk/>
          <pc:sldMk cId="1755260321" sldId="462"/>
        </pc:sldMkLst>
      </pc:sldChg>
      <pc:sldChg chg="del">
        <pc:chgData name="Ms Alina Arshad" userId="cccdfd85-d35d-4453-9c6f-a463aae40722" providerId="ADAL" clId="{CCDD98BF-CD6D-4DFE-B52E-0B39A9A67B48}" dt="2024-09-19T05:11:19.444" v="5" actId="47"/>
        <pc:sldMkLst>
          <pc:docMk/>
          <pc:sldMk cId="3175048454" sldId="463"/>
        </pc:sldMkLst>
      </pc:sldChg>
      <pc:sldChg chg="del">
        <pc:chgData name="Ms Alina Arshad" userId="cccdfd85-d35d-4453-9c6f-a463aae40722" providerId="ADAL" clId="{CCDD98BF-CD6D-4DFE-B52E-0B39A9A67B48}" dt="2024-09-19T05:11:19.240" v="4" actId="47"/>
        <pc:sldMkLst>
          <pc:docMk/>
          <pc:sldMk cId="2524428318" sldId="464"/>
        </pc:sldMkLst>
      </pc:sldChg>
      <pc:sldChg chg="del">
        <pc:chgData name="Ms Alina Arshad" userId="cccdfd85-d35d-4453-9c6f-a463aae40722" providerId="ADAL" clId="{CCDD98BF-CD6D-4DFE-B52E-0B39A9A67B48}" dt="2024-09-19T05:11:19.631" v="6" actId="47"/>
        <pc:sldMkLst>
          <pc:docMk/>
          <pc:sldMk cId="1539764836" sldId="478"/>
        </pc:sldMkLst>
      </pc:sldChg>
      <pc:sldChg chg="del">
        <pc:chgData name="Ms Alina Arshad" userId="cccdfd85-d35d-4453-9c6f-a463aae40722" providerId="ADAL" clId="{CCDD98BF-CD6D-4DFE-B52E-0B39A9A67B48}" dt="2024-09-19T05:11:20.037" v="7" actId="47"/>
        <pc:sldMkLst>
          <pc:docMk/>
          <pc:sldMk cId="3784571307" sldId="479"/>
        </pc:sldMkLst>
      </pc:sldChg>
    </pc:docChg>
  </pc:docChgLst>
  <pc:docChgLst>
    <pc:chgData name="Ms Alina Arshad" userId="cccdfd85-d35d-4453-9c6f-a463aae40722" providerId="ADAL" clId="{889ED1B4-3B5C-4371-ABF8-B9437E0A75AE}"/>
    <pc:docChg chg="custSel addSld delSld modSld">
      <pc:chgData name="Ms Alina Arshad" userId="cccdfd85-d35d-4453-9c6f-a463aae40722" providerId="ADAL" clId="{889ED1B4-3B5C-4371-ABF8-B9437E0A75AE}" dt="2024-09-19T05:09:47.152" v="38" actId="47"/>
      <pc:docMkLst>
        <pc:docMk/>
      </pc:docMkLst>
      <pc:sldChg chg="delSp modSp add mod">
        <pc:chgData name="Ms Alina Arshad" userId="cccdfd85-d35d-4453-9c6f-a463aae40722" providerId="ADAL" clId="{889ED1B4-3B5C-4371-ABF8-B9437E0A75AE}" dt="2024-09-13T05:08:52.831" v="31" actId="1076"/>
        <pc:sldMkLst>
          <pc:docMk/>
          <pc:sldMk cId="987785057" sldId="258"/>
        </pc:sldMkLst>
        <pc:spChg chg="del">
          <ac:chgData name="Ms Alina Arshad" userId="cccdfd85-d35d-4453-9c6f-a463aae40722" providerId="ADAL" clId="{889ED1B4-3B5C-4371-ABF8-B9437E0A75AE}" dt="2024-09-13T05:08:43.192" v="28" actId="478"/>
          <ac:spMkLst>
            <pc:docMk/>
            <pc:sldMk cId="987785057" sldId="258"/>
            <ac:spMk id="2" creationId="{00000000-0000-0000-0000-000000000000}"/>
          </ac:spMkLst>
        </pc:spChg>
        <pc:spChg chg="del">
          <ac:chgData name="Ms Alina Arshad" userId="cccdfd85-d35d-4453-9c6f-a463aae40722" providerId="ADAL" clId="{889ED1B4-3B5C-4371-ABF8-B9437E0A75AE}" dt="2024-09-13T05:08:45.155" v="29" actId="478"/>
          <ac:spMkLst>
            <pc:docMk/>
            <pc:sldMk cId="987785057" sldId="258"/>
            <ac:spMk id="5" creationId="{00000000-0000-0000-0000-000000000000}"/>
          </ac:spMkLst>
        </pc:spChg>
        <pc:spChg chg="mod">
          <ac:chgData name="Ms Alina Arshad" userId="cccdfd85-d35d-4453-9c6f-a463aae40722" providerId="ADAL" clId="{889ED1B4-3B5C-4371-ABF8-B9437E0A75AE}" dt="2024-09-13T05:08:49.517" v="30" actId="207"/>
          <ac:spMkLst>
            <pc:docMk/>
            <pc:sldMk cId="987785057" sldId="258"/>
            <ac:spMk id="107522" creationId="{00000000-0000-0000-0000-000000000000}"/>
          </ac:spMkLst>
        </pc:spChg>
        <pc:spChg chg="mod">
          <ac:chgData name="Ms Alina Arshad" userId="cccdfd85-d35d-4453-9c6f-a463aae40722" providerId="ADAL" clId="{889ED1B4-3B5C-4371-ABF8-B9437E0A75AE}" dt="2024-09-13T05:08:52.831" v="31" actId="1076"/>
          <ac:spMkLst>
            <pc:docMk/>
            <pc:sldMk cId="987785057" sldId="258"/>
            <ac:spMk id="107523" creationId="{00000000-0000-0000-0000-000000000000}"/>
          </ac:spMkLst>
        </pc:spChg>
      </pc:sldChg>
      <pc:sldChg chg="add del">
        <pc:chgData name="Ms Alina Arshad" userId="cccdfd85-d35d-4453-9c6f-a463aae40722" providerId="ADAL" clId="{889ED1B4-3B5C-4371-ABF8-B9437E0A75AE}" dt="2024-09-13T05:08:20.368" v="1" actId="47"/>
        <pc:sldMkLst>
          <pc:docMk/>
          <pc:sldMk cId="1032267902" sldId="313"/>
        </pc:sldMkLst>
      </pc:sldChg>
      <pc:sldChg chg="del">
        <pc:chgData name="Ms Alina Arshad" userId="cccdfd85-d35d-4453-9c6f-a463aae40722" providerId="ADAL" clId="{889ED1B4-3B5C-4371-ABF8-B9437E0A75AE}" dt="2024-09-13T05:08:25.525" v="15" actId="47"/>
        <pc:sldMkLst>
          <pc:docMk/>
          <pc:sldMk cId="0" sldId="361"/>
        </pc:sldMkLst>
      </pc:sldChg>
      <pc:sldChg chg="del">
        <pc:chgData name="Ms Alina Arshad" userId="cccdfd85-d35d-4453-9c6f-a463aae40722" providerId="ADAL" clId="{889ED1B4-3B5C-4371-ABF8-B9437E0A75AE}" dt="2024-09-13T05:08:29.024" v="21" actId="47"/>
        <pc:sldMkLst>
          <pc:docMk/>
          <pc:sldMk cId="0" sldId="369"/>
        </pc:sldMkLst>
      </pc:sldChg>
      <pc:sldChg chg="del">
        <pc:chgData name="Ms Alina Arshad" userId="cccdfd85-d35d-4453-9c6f-a463aae40722" providerId="ADAL" clId="{889ED1B4-3B5C-4371-ABF8-B9437E0A75AE}" dt="2024-09-13T05:08:30.024" v="23" actId="47"/>
        <pc:sldMkLst>
          <pc:docMk/>
          <pc:sldMk cId="0" sldId="370"/>
        </pc:sldMkLst>
      </pc:sldChg>
      <pc:sldChg chg="del">
        <pc:chgData name="Ms Alina Arshad" userId="cccdfd85-d35d-4453-9c6f-a463aae40722" providerId="ADAL" clId="{889ED1B4-3B5C-4371-ABF8-B9437E0A75AE}" dt="2024-09-13T05:08:29.227" v="22" actId="47"/>
        <pc:sldMkLst>
          <pc:docMk/>
          <pc:sldMk cId="0" sldId="371"/>
        </pc:sldMkLst>
      </pc:sldChg>
      <pc:sldChg chg="del">
        <pc:chgData name="Ms Alina Arshad" userId="cccdfd85-d35d-4453-9c6f-a463aae40722" providerId="ADAL" clId="{889ED1B4-3B5C-4371-ABF8-B9437E0A75AE}" dt="2024-09-13T05:08:30.367" v="24" actId="47"/>
        <pc:sldMkLst>
          <pc:docMk/>
          <pc:sldMk cId="0" sldId="372"/>
        </pc:sldMkLst>
      </pc:sldChg>
      <pc:sldChg chg="del">
        <pc:chgData name="Ms Alina Arshad" userId="cccdfd85-d35d-4453-9c6f-a463aae40722" providerId="ADAL" clId="{889ED1B4-3B5C-4371-ABF8-B9437E0A75AE}" dt="2024-09-13T05:08:27.859" v="19" actId="47"/>
        <pc:sldMkLst>
          <pc:docMk/>
          <pc:sldMk cId="0" sldId="378"/>
        </pc:sldMkLst>
      </pc:sldChg>
      <pc:sldChg chg="del">
        <pc:chgData name="Ms Alina Arshad" userId="cccdfd85-d35d-4453-9c6f-a463aae40722" providerId="ADAL" clId="{889ED1B4-3B5C-4371-ABF8-B9437E0A75AE}" dt="2024-09-13T05:08:28.383" v="20" actId="47"/>
        <pc:sldMkLst>
          <pc:docMk/>
          <pc:sldMk cId="0" sldId="379"/>
        </pc:sldMkLst>
      </pc:sldChg>
      <pc:sldChg chg="del">
        <pc:chgData name="Ms Alina Arshad" userId="cccdfd85-d35d-4453-9c6f-a463aae40722" providerId="ADAL" clId="{889ED1B4-3B5C-4371-ABF8-B9437E0A75AE}" dt="2024-09-13T05:08:22.493" v="8" actId="47"/>
        <pc:sldMkLst>
          <pc:docMk/>
          <pc:sldMk cId="0" sldId="383"/>
        </pc:sldMkLst>
      </pc:sldChg>
      <pc:sldChg chg="del">
        <pc:chgData name="Ms Alina Arshad" userId="cccdfd85-d35d-4453-9c6f-a463aae40722" providerId="ADAL" clId="{889ED1B4-3B5C-4371-ABF8-B9437E0A75AE}" dt="2024-09-13T05:08:22.727" v="9" actId="47"/>
        <pc:sldMkLst>
          <pc:docMk/>
          <pc:sldMk cId="0" sldId="384"/>
        </pc:sldMkLst>
      </pc:sldChg>
      <pc:sldChg chg="del">
        <pc:chgData name="Ms Alina Arshad" userId="cccdfd85-d35d-4453-9c6f-a463aae40722" providerId="ADAL" clId="{889ED1B4-3B5C-4371-ABF8-B9437E0A75AE}" dt="2024-09-13T05:08:26.559" v="17" actId="47"/>
        <pc:sldMkLst>
          <pc:docMk/>
          <pc:sldMk cId="0" sldId="385"/>
        </pc:sldMkLst>
      </pc:sldChg>
      <pc:sldChg chg="del">
        <pc:chgData name="Ms Alina Arshad" userId="cccdfd85-d35d-4453-9c6f-a463aae40722" providerId="ADAL" clId="{889ED1B4-3B5C-4371-ABF8-B9437E0A75AE}" dt="2024-09-13T05:08:27.218" v="18" actId="47"/>
        <pc:sldMkLst>
          <pc:docMk/>
          <pc:sldMk cId="0" sldId="386"/>
        </pc:sldMkLst>
      </pc:sldChg>
      <pc:sldChg chg="del">
        <pc:chgData name="Ms Alina Arshad" userId="cccdfd85-d35d-4453-9c6f-a463aae40722" providerId="ADAL" clId="{889ED1B4-3B5C-4371-ABF8-B9437E0A75AE}" dt="2024-09-13T05:08:26.278" v="16" actId="47"/>
        <pc:sldMkLst>
          <pc:docMk/>
          <pc:sldMk cId="0" sldId="390"/>
        </pc:sldMkLst>
      </pc:sldChg>
      <pc:sldChg chg="del">
        <pc:chgData name="Ms Alina Arshad" userId="cccdfd85-d35d-4453-9c6f-a463aae40722" providerId="ADAL" clId="{889ED1B4-3B5C-4371-ABF8-B9437E0A75AE}" dt="2024-09-13T05:08:20.618" v="2" actId="47"/>
        <pc:sldMkLst>
          <pc:docMk/>
          <pc:sldMk cId="1227695002" sldId="429"/>
        </pc:sldMkLst>
      </pc:sldChg>
      <pc:sldChg chg="del">
        <pc:chgData name="Ms Alina Arshad" userId="cccdfd85-d35d-4453-9c6f-a463aae40722" providerId="ADAL" clId="{889ED1B4-3B5C-4371-ABF8-B9437E0A75AE}" dt="2024-09-13T05:08:20.900" v="3" actId="47"/>
        <pc:sldMkLst>
          <pc:docMk/>
          <pc:sldMk cId="4289592975" sldId="430"/>
        </pc:sldMkLst>
      </pc:sldChg>
      <pc:sldChg chg="del">
        <pc:chgData name="Ms Alina Arshad" userId="cccdfd85-d35d-4453-9c6f-a463aae40722" providerId="ADAL" clId="{889ED1B4-3B5C-4371-ABF8-B9437E0A75AE}" dt="2024-09-13T05:08:21.118" v="4" actId="47"/>
        <pc:sldMkLst>
          <pc:docMk/>
          <pc:sldMk cId="1008177089" sldId="433"/>
        </pc:sldMkLst>
      </pc:sldChg>
      <pc:sldChg chg="del">
        <pc:chgData name="Ms Alina Arshad" userId="cccdfd85-d35d-4453-9c6f-a463aae40722" providerId="ADAL" clId="{889ED1B4-3B5C-4371-ABF8-B9437E0A75AE}" dt="2024-09-13T05:08:21.337" v="5" actId="47"/>
        <pc:sldMkLst>
          <pc:docMk/>
          <pc:sldMk cId="4177771332" sldId="434"/>
        </pc:sldMkLst>
      </pc:sldChg>
      <pc:sldChg chg="del">
        <pc:chgData name="Ms Alina Arshad" userId="cccdfd85-d35d-4453-9c6f-a463aae40722" providerId="ADAL" clId="{889ED1B4-3B5C-4371-ABF8-B9437E0A75AE}" dt="2024-09-13T05:08:21.446" v="6" actId="47"/>
        <pc:sldMkLst>
          <pc:docMk/>
          <pc:sldMk cId="2642975351" sldId="435"/>
        </pc:sldMkLst>
      </pc:sldChg>
      <pc:sldChg chg="del">
        <pc:chgData name="Ms Alina Arshad" userId="cccdfd85-d35d-4453-9c6f-a463aae40722" providerId="ADAL" clId="{889ED1B4-3B5C-4371-ABF8-B9437E0A75AE}" dt="2024-09-13T05:08:21.634" v="7" actId="47"/>
        <pc:sldMkLst>
          <pc:docMk/>
          <pc:sldMk cId="8447295" sldId="436"/>
        </pc:sldMkLst>
      </pc:sldChg>
      <pc:sldChg chg="del">
        <pc:chgData name="Ms Alina Arshad" userId="cccdfd85-d35d-4453-9c6f-a463aae40722" providerId="ADAL" clId="{889ED1B4-3B5C-4371-ABF8-B9437E0A75AE}" dt="2024-09-13T05:08:24.008" v="10" actId="47"/>
        <pc:sldMkLst>
          <pc:docMk/>
          <pc:sldMk cId="1737629093" sldId="438"/>
        </pc:sldMkLst>
      </pc:sldChg>
      <pc:sldChg chg="del">
        <pc:chgData name="Ms Alina Arshad" userId="cccdfd85-d35d-4453-9c6f-a463aae40722" providerId="ADAL" clId="{889ED1B4-3B5C-4371-ABF8-B9437E0A75AE}" dt="2024-09-13T05:08:24.336" v="12" actId="47"/>
        <pc:sldMkLst>
          <pc:docMk/>
          <pc:sldMk cId="2841578013" sldId="439"/>
        </pc:sldMkLst>
      </pc:sldChg>
      <pc:sldChg chg="del">
        <pc:chgData name="Ms Alina Arshad" userId="cccdfd85-d35d-4453-9c6f-a463aae40722" providerId="ADAL" clId="{889ED1B4-3B5C-4371-ABF8-B9437E0A75AE}" dt="2024-09-13T05:08:25.180" v="13" actId="47"/>
        <pc:sldMkLst>
          <pc:docMk/>
          <pc:sldMk cId="3081461208" sldId="440"/>
        </pc:sldMkLst>
      </pc:sldChg>
      <pc:sldChg chg="del">
        <pc:chgData name="Ms Alina Arshad" userId="cccdfd85-d35d-4453-9c6f-a463aae40722" providerId="ADAL" clId="{889ED1B4-3B5C-4371-ABF8-B9437E0A75AE}" dt="2024-09-13T05:08:24.211" v="11" actId="47"/>
        <pc:sldMkLst>
          <pc:docMk/>
          <pc:sldMk cId="4115417814" sldId="441"/>
        </pc:sldMkLst>
      </pc:sldChg>
      <pc:sldChg chg="del">
        <pc:chgData name="Ms Alina Arshad" userId="cccdfd85-d35d-4453-9c6f-a463aae40722" providerId="ADAL" clId="{889ED1B4-3B5C-4371-ABF8-B9437E0A75AE}" dt="2024-09-13T05:08:30.867" v="25" actId="47"/>
        <pc:sldMkLst>
          <pc:docMk/>
          <pc:sldMk cId="2279120568" sldId="446"/>
        </pc:sldMkLst>
      </pc:sldChg>
      <pc:sldChg chg="del">
        <pc:chgData name="Ms Alina Arshad" userId="cccdfd85-d35d-4453-9c6f-a463aae40722" providerId="ADAL" clId="{889ED1B4-3B5C-4371-ABF8-B9437E0A75AE}" dt="2024-09-13T05:08:25.353" v="14" actId="47"/>
        <pc:sldMkLst>
          <pc:docMk/>
          <pc:sldMk cId="2342459706" sldId="447"/>
        </pc:sldMkLst>
      </pc:sldChg>
      <pc:sldChg chg="modSp add del mod">
        <pc:chgData name="Ms Alina Arshad" userId="cccdfd85-d35d-4453-9c6f-a463aae40722" providerId="ADAL" clId="{889ED1B4-3B5C-4371-ABF8-B9437E0A75AE}" dt="2024-09-13T05:08:37.521" v="27" actId="47"/>
        <pc:sldMkLst>
          <pc:docMk/>
          <pc:sldMk cId="2348086917" sldId="448"/>
        </pc:sldMkLst>
        <pc:spChg chg="mod">
          <ac:chgData name="Ms Alina Arshad" userId="cccdfd85-d35d-4453-9c6f-a463aae40722" providerId="ADAL" clId="{889ED1B4-3B5C-4371-ABF8-B9437E0A75AE}" dt="2024-09-13T05:08:35.856" v="26" actId="6549"/>
          <ac:spMkLst>
            <pc:docMk/>
            <pc:sldMk cId="2348086917" sldId="448"/>
            <ac:spMk id="2" creationId="{00000000-0000-0000-0000-000000000000}"/>
          </ac:spMkLst>
        </pc:spChg>
      </pc:sldChg>
      <pc:sldChg chg="delSp modSp add mod">
        <pc:chgData name="Ms Alina Arshad" userId="cccdfd85-d35d-4453-9c6f-a463aae40722" providerId="ADAL" clId="{889ED1B4-3B5C-4371-ABF8-B9437E0A75AE}" dt="2024-09-13T05:09:06.731" v="36" actId="207"/>
        <pc:sldMkLst>
          <pc:docMk/>
          <pc:sldMk cId="719467134" sldId="458"/>
        </pc:sldMkLst>
        <pc:spChg chg="mod">
          <ac:chgData name="Ms Alina Arshad" userId="cccdfd85-d35d-4453-9c6f-a463aae40722" providerId="ADAL" clId="{889ED1B4-3B5C-4371-ABF8-B9437E0A75AE}" dt="2024-09-13T05:09:06.731" v="36" actId="207"/>
          <ac:spMkLst>
            <pc:docMk/>
            <pc:sldMk cId="719467134" sldId="458"/>
            <ac:spMk id="2" creationId="{00000000-0000-0000-0000-000000000000}"/>
          </ac:spMkLst>
        </pc:spChg>
        <pc:spChg chg="mod">
          <ac:chgData name="Ms Alina Arshad" userId="cccdfd85-d35d-4453-9c6f-a463aae40722" providerId="ADAL" clId="{889ED1B4-3B5C-4371-ABF8-B9437E0A75AE}" dt="2024-09-13T05:09:04.427" v="35" actId="207"/>
          <ac:spMkLst>
            <pc:docMk/>
            <pc:sldMk cId="719467134" sldId="458"/>
            <ac:spMk id="3" creationId="{00000000-0000-0000-0000-000000000000}"/>
          </ac:spMkLst>
        </pc:spChg>
        <pc:spChg chg="del">
          <ac:chgData name="Ms Alina Arshad" userId="cccdfd85-d35d-4453-9c6f-a463aae40722" providerId="ADAL" clId="{889ED1B4-3B5C-4371-ABF8-B9437E0A75AE}" dt="2024-09-13T05:08:59.495" v="33" actId="478"/>
          <ac:spMkLst>
            <pc:docMk/>
            <pc:sldMk cId="719467134" sldId="458"/>
            <ac:spMk id="4" creationId="{00000000-0000-0000-0000-000000000000}"/>
          </ac:spMkLst>
        </pc:spChg>
        <pc:spChg chg="del">
          <ac:chgData name="Ms Alina Arshad" userId="cccdfd85-d35d-4453-9c6f-a463aae40722" providerId="ADAL" clId="{889ED1B4-3B5C-4371-ABF8-B9437E0A75AE}" dt="2024-09-13T05:09:01.600" v="34" actId="478"/>
          <ac:spMkLst>
            <pc:docMk/>
            <pc:sldMk cId="719467134" sldId="458"/>
            <ac:spMk id="5" creationId="{00000000-0000-0000-0000-000000000000}"/>
          </ac:spMkLst>
        </pc:spChg>
      </pc:sldChg>
      <pc:sldChg chg="add">
        <pc:chgData name="Ms Alina Arshad" userId="cccdfd85-d35d-4453-9c6f-a463aae40722" providerId="ADAL" clId="{889ED1B4-3B5C-4371-ABF8-B9437E0A75AE}" dt="2024-09-13T05:08:13.467" v="0"/>
        <pc:sldMkLst>
          <pc:docMk/>
          <pc:sldMk cId="379126886" sldId="459"/>
        </pc:sldMkLst>
      </pc:sldChg>
      <pc:sldChg chg="add">
        <pc:chgData name="Ms Alina Arshad" userId="cccdfd85-d35d-4453-9c6f-a463aae40722" providerId="ADAL" clId="{889ED1B4-3B5C-4371-ABF8-B9437E0A75AE}" dt="2024-09-13T05:08:13.467" v="0"/>
        <pc:sldMkLst>
          <pc:docMk/>
          <pc:sldMk cId="475468520" sldId="461"/>
        </pc:sldMkLst>
      </pc:sldChg>
      <pc:sldChg chg="add">
        <pc:chgData name="Ms Alina Arshad" userId="cccdfd85-d35d-4453-9c6f-a463aae40722" providerId="ADAL" clId="{889ED1B4-3B5C-4371-ABF8-B9437E0A75AE}" dt="2024-09-13T05:08:13.467" v="0"/>
        <pc:sldMkLst>
          <pc:docMk/>
          <pc:sldMk cId="1755260321" sldId="462"/>
        </pc:sldMkLst>
      </pc:sldChg>
      <pc:sldChg chg="add">
        <pc:chgData name="Ms Alina Arshad" userId="cccdfd85-d35d-4453-9c6f-a463aae40722" providerId="ADAL" clId="{889ED1B4-3B5C-4371-ABF8-B9437E0A75AE}" dt="2024-09-13T05:08:13.467" v="0"/>
        <pc:sldMkLst>
          <pc:docMk/>
          <pc:sldMk cId="3175048454" sldId="463"/>
        </pc:sldMkLst>
      </pc:sldChg>
      <pc:sldChg chg="add">
        <pc:chgData name="Ms Alina Arshad" userId="cccdfd85-d35d-4453-9c6f-a463aae40722" providerId="ADAL" clId="{889ED1B4-3B5C-4371-ABF8-B9437E0A75AE}" dt="2024-09-13T05:08:13.467" v="0"/>
        <pc:sldMkLst>
          <pc:docMk/>
          <pc:sldMk cId="2524428318" sldId="464"/>
        </pc:sldMkLst>
      </pc:sldChg>
      <pc:sldChg chg="add">
        <pc:chgData name="Ms Alina Arshad" userId="cccdfd85-d35d-4453-9c6f-a463aae40722" providerId="ADAL" clId="{889ED1B4-3B5C-4371-ABF8-B9437E0A75AE}" dt="2024-09-13T05:08:13.467" v="0"/>
        <pc:sldMkLst>
          <pc:docMk/>
          <pc:sldMk cId="3502560203" sldId="465"/>
        </pc:sldMkLst>
      </pc:sldChg>
      <pc:sldChg chg="add">
        <pc:chgData name="Ms Alina Arshad" userId="cccdfd85-d35d-4453-9c6f-a463aae40722" providerId="ADAL" clId="{889ED1B4-3B5C-4371-ABF8-B9437E0A75AE}" dt="2024-09-13T05:08:13.467" v="0"/>
        <pc:sldMkLst>
          <pc:docMk/>
          <pc:sldMk cId="4240682665" sldId="466"/>
        </pc:sldMkLst>
      </pc:sldChg>
      <pc:sldChg chg="add">
        <pc:chgData name="Ms Alina Arshad" userId="cccdfd85-d35d-4453-9c6f-a463aae40722" providerId="ADAL" clId="{889ED1B4-3B5C-4371-ABF8-B9437E0A75AE}" dt="2024-09-13T05:08:13.467" v="0"/>
        <pc:sldMkLst>
          <pc:docMk/>
          <pc:sldMk cId="1253061490" sldId="467"/>
        </pc:sldMkLst>
      </pc:sldChg>
      <pc:sldChg chg="add">
        <pc:chgData name="Ms Alina Arshad" userId="cccdfd85-d35d-4453-9c6f-a463aae40722" providerId="ADAL" clId="{889ED1B4-3B5C-4371-ABF8-B9437E0A75AE}" dt="2024-09-13T05:08:13.467" v="0"/>
        <pc:sldMkLst>
          <pc:docMk/>
          <pc:sldMk cId="1729599593" sldId="468"/>
        </pc:sldMkLst>
      </pc:sldChg>
      <pc:sldChg chg="add">
        <pc:chgData name="Ms Alina Arshad" userId="cccdfd85-d35d-4453-9c6f-a463aae40722" providerId="ADAL" clId="{889ED1B4-3B5C-4371-ABF8-B9437E0A75AE}" dt="2024-09-13T05:08:13.467" v="0"/>
        <pc:sldMkLst>
          <pc:docMk/>
          <pc:sldMk cId="174372872" sldId="469"/>
        </pc:sldMkLst>
      </pc:sldChg>
      <pc:sldChg chg="add">
        <pc:chgData name="Ms Alina Arshad" userId="cccdfd85-d35d-4453-9c6f-a463aae40722" providerId="ADAL" clId="{889ED1B4-3B5C-4371-ABF8-B9437E0A75AE}" dt="2024-09-13T05:08:13.467" v="0"/>
        <pc:sldMkLst>
          <pc:docMk/>
          <pc:sldMk cId="1593451177" sldId="472"/>
        </pc:sldMkLst>
      </pc:sldChg>
      <pc:sldChg chg="add">
        <pc:chgData name="Ms Alina Arshad" userId="cccdfd85-d35d-4453-9c6f-a463aae40722" providerId="ADAL" clId="{889ED1B4-3B5C-4371-ABF8-B9437E0A75AE}" dt="2024-09-13T05:08:13.467" v="0"/>
        <pc:sldMkLst>
          <pc:docMk/>
          <pc:sldMk cId="3011208458" sldId="473"/>
        </pc:sldMkLst>
      </pc:sldChg>
      <pc:sldChg chg="add">
        <pc:chgData name="Ms Alina Arshad" userId="cccdfd85-d35d-4453-9c6f-a463aae40722" providerId="ADAL" clId="{889ED1B4-3B5C-4371-ABF8-B9437E0A75AE}" dt="2024-09-13T05:08:13.467" v="0"/>
        <pc:sldMkLst>
          <pc:docMk/>
          <pc:sldMk cId="457050581" sldId="475"/>
        </pc:sldMkLst>
      </pc:sldChg>
      <pc:sldChg chg="del">
        <pc:chgData name="Ms Alina Arshad" userId="cccdfd85-d35d-4453-9c6f-a463aae40722" providerId="ADAL" clId="{889ED1B4-3B5C-4371-ABF8-B9437E0A75AE}" dt="2024-09-19T05:09:46.230" v="37" actId="47"/>
        <pc:sldMkLst>
          <pc:docMk/>
          <pc:sldMk cId="1229924645" sldId="476"/>
        </pc:sldMkLst>
      </pc:sldChg>
      <pc:sldChg chg="del">
        <pc:chgData name="Ms Alina Arshad" userId="cccdfd85-d35d-4453-9c6f-a463aae40722" providerId="ADAL" clId="{889ED1B4-3B5C-4371-ABF8-B9437E0A75AE}" dt="2024-09-19T05:09:47.152" v="38" actId="47"/>
        <pc:sldMkLst>
          <pc:docMk/>
          <pc:sldMk cId="2716896203" sldId="477"/>
        </pc:sldMkLst>
      </pc:sldChg>
    </pc:docChg>
  </pc:docChgLst>
  <pc:docChgLst>
    <pc:chgData name="Ms Alina Arshad" userId="cccdfd85-d35d-4453-9c6f-a463aae40722" providerId="ADAL" clId="{2B0BDB09-5917-47B2-9AD9-E52B3C1731B6}"/>
    <pc:docChg chg="custSel addSld delSld modSld">
      <pc:chgData name="Ms Alina Arshad" userId="cccdfd85-d35d-4453-9c6f-a463aae40722" providerId="ADAL" clId="{2B0BDB09-5917-47B2-9AD9-E52B3C1731B6}" dt="2024-09-29T12:03:26.108" v="155" actId="47"/>
      <pc:docMkLst>
        <pc:docMk/>
      </pc:docMkLst>
      <pc:sldChg chg="modSp mod">
        <pc:chgData name="Ms Alina Arshad" userId="cccdfd85-d35d-4453-9c6f-a463aae40722" providerId="ADAL" clId="{2B0BDB09-5917-47B2-9AD9-E52B3C1731B6}" dt="2024-09-29T11:56:12.791" v="21" actId="20577"/>
        <pc:sldMkLst>
          <pc:docMk/>
          <pc:sldMk cId="3322361034" sldId="256"/>
        </pc:sldMkLst>
        <pc:spChg chg="mod">
          <ac:chgData name="Ms Alina Arshad" userId="cccdfd85-d35d-4453-9c6f-a463aae40722" providerId="ADAL" clId="{2B0BDB09-5917-47B2-9AD9-E52B3C1731B6}" dt="2024-09-29T11:56:12.791" v="21" actId="20577"/>
          <ac:spMkLst>
            <pc:docMk/>
            <pc:sldMk cId="3322361034" sldId="256"/>
            <ac:spMk id="3" creationId="{44E9F82C-BBA7-3495-1097-BEDB54FFFDF4}"/>
          </ac:spMkLst>
        </pc:spChg>
      </pc:sldChg>
      <pc:sldChg chg="delSp add del mod">
        <pc:chgData name="Ms Alina Arshad" userId="cccdfd85-d35d-4453-9c6f-a463aae40722" providerId="ADAL" clId="{2B0BDB09-5917-47B2-9AD9-E52B3C1731B6}" dt="2024-09-29T11:56:28.698" v="24" actId="47"/>
        <pc:sldMkLst>
          <pc:docMk/>
          <pc:sldMk cId="987785057" sldId="258"/>
        </pc:sldMkLst>
        <pc:spChg chg="del">
          <ac:chgData name="Ms Alina Arshad" userId="cccdfd85-d35d-4453-9c6f-a463aae40722" providerId="ADAL" clId="{2B0BDB09-5917-47B2-9AD9-E52B3C1731B6}" dt="2024-09-29T11:56:18.480" v="22" actId="478"/>
          <ac:spMkLst>
            <pc:docMk/>
            <pc:sldMk cId="987785057" sldId="258"/>
            <ac:spMk id="2" creationId="{00000000-0000-0000-0000-000000000000}"/>
          </ac:spMkLst>
        </pc:spChg>
        <pc:spChg chg="del">
          <ac:chgData name="Ms Alina Arshad" userId="cccdfd85-d35d-4453-9c6f-a463aae40722" providerId="ADAL" clId="{2B0BDB09-5917-47B2-9AD9-E52B3C1731B6}" dt="2024-09-29T11:56:20.475" v="23" actId="478"/>
          <ac:spMkLst>
            <pc:docMk/>
            <pc:sldMk cId="987785057" sldId="258"/>
            <ac:spMk id="5" creationId="{00000000-0000-0000-0000-000000000000}"/>
          </ac:spMkLst>
        </pc:spChg>
      </pc:sldChg>
      <pc:sldChg chg="modSp add del mod">
        <pc:chgData name="Ms Alina Arshad" userId="cccdfd85-d35d-4453-9c6f-a463aae40722" providerId="ADAL" clId="{2B0BDB09-5917-47B2-9AD9-E52B3C1731B6}" dt="2024-09-29T11:56:09.183" v="19" actId="47"/>
        <pc:sldMkLst>
          <pc:docMk/>
          <pc:sldMk cId="2348086917" sldId="280"/>
        </pc:sldMkLst>
        <pc:spChg chg="mod">
          <ac:chgData name="Ms Alina Arshad" userId="cccdfd85-d35d-4453-9c6f-a463aae40722" providerId="ADAL" clId="{2B0BDB09-5917-47B2-9AD9-E52B3C1731B6}" dt="2024-09-29T11:55:58.441" v="18" actId="207"/>
          <ac:spMkLst>
            <pc:docMk/>
            <pc:sldMk cId="2348086917" sldId="280"/>
            <ac:spMk id="2" creationId="{00000000-0000-0000-0000-000000000000}"/>
          </ac:spMkLst>
        </pc:spChg>
        <pc:spChg chg="mod">
          <ac:chgData name="Ms Alina Arshad" userId="cccdfd85-d35d-4453-9c6f-a463aae40722" providerId="ADAL" clId="{2B0BDB09-5917-47B2-9AD9-E52B3C1731B6}" dt="2024-09-29T11:55:58.441" v="18" actId="207"/>
          <ac:spMkLst>
            <pc:docMk/>
            <pc:sldMk cId="2348086917" sldId="280"/>
            <ac:spMk id="3" creationId="{00000000-0000-0000-0000-000000000000}"/>
          </ac:spMkLst>
        </pc:spChg>
        <pc:spChg chg="mod">
          <ac:chgData name="Ms Alina Arshad" userId="cccdfd85-d35d-4453-9c6f-a463aae40722" providerId="ADAL" clId="{2B0BDB09-5917-47B2-9AD9-E52B3C1731B6}" dt="2024-09-29T11:55:58.441" v="18" actId="207"/>
          <ac:spMkLst>
            <pc:docMk/>
            <pc:sldMk cId="2348086917" sldId="280"/>
            <ac:spMk id="5" creationId="{00000000-0000-0000-0000-000000000000}"/>
          </ac:spMkLst>
        </pc:spChg>
      </pc:sldChg>
      <pc:sldChg chg="add del">
        <pc:chgData name="Ms Alina Arshad" userId="cccdfd85-d35d-4453-9c6f-a463aae40722" providerId="ADAL" clId="{2B0BDB09-5917-47B2-9AD9-E52B3C1731B6}" dt="2024-09-29T12:03:26.108" v="155" actId="47"/>
        <pc:sldMkLst>
          <pc:docMk/>
          <pc:sldMk cId="1032267902" sldId="313"/>
        </pc:sldMkLst>
      </pc:sldChg>
      <pc:sldChg chg="del">
        <pc:chgData name="Ms Alina Arshad" userId="cccdfd85-d35d-4453-9c6f-a463aae40722" providerId="ADAL" clId="{2B0BDB09-5917-47B2-9AD9-E52B3C1731B6}" dt="2024-09-29T11:55:39.253" v="0" actId="47"/>
        <pc:sldMkLst>
          <pc:docMk/>
          <pc:sldMk cId="1317028974" sldId="475"/>
        </pc:sldMkLst>
      </pc:sldChg>
      <pc:sldChg chg="del">
        <pc:chgData name="Ms Alina Arshad" userId="cccdfd85-d35d-4453-9c6f-a463aae40722" providerId="ADAL" clId="{2B0BDB09-5917-47B2-9AD9-E52B3C1731B6}" dt="2024-09-29T11:55:41.199" v="2" actId="47"/>
        <pc:sldMkLst>
          <pc:docMk/>
          <pc:sldMk cId="1999589581" sldId="476"/>
        </pc:sldMkLst>
      </pc:sldChg>
      <pc:sldChg chg="del">
        <pc:chgData name="Ms Alina Arshad" userId="cccdfd85-d35d-4453-9c6f-a463aae40722" providerId="ADAL" clId="{2B0BDB09-5917-47B2-9AD9-E52B3C1731B6}" dt="2024-09-29T11:55:41.501" v="3" actId="47"/>
        <pc:sldMkLst>
          <pc:docMk/>
          <pc:sldMk cId="4056107159" sldId="477"/>
        </pc:sldMkLst>
      </pc:sldChg>
      <pc:sldChg chg="del">
        <pc:chgData name="Ms Alina Arshad" userId="cccdfd85-d35d-4453-9c6f-a463aae40722" providerId="ADAL" clId="{2B0BDB09-5917-47B2-9AD9-E52B3C1731B6}" dt="2024-09-29T11:55:42.027" v="5" actId="47"/>
        <pc:sldMkLst>
          <pc:docMk/>
          <pc:sldMk cId="3142530740" sldId="478"/>
        </pc:sldMkLst>
      </pc:sldChg>
      <pc:sldChg chg="del">
        <pc:chgData name="Ms Alina Arshad" userId="cccdfd85-d35d-4453-9c6f-a463aae40722" providerId="ADAL" clId="{2B0BDB09-5917-47B2-9AD9-E52B3C1731B6}" dt="2024-09-29T11:55:42.629" v="7" actId="47"/>
        <pc:sldMkLst>
          <pc:docMk/>
          <pc:sldMk cId="3718238795" sldId="479"/>
        </pc:sldMkLst>
      </pc:sldChg>
      <pc:sldChg chg="del">
        <pc:chgData name="Ms Alina Arshad" userId="cccdfd85-d35d-4453-9c6f-a463aae40722" providerId="ADAL" clId="{2B0BDB09-5917-47B2-9AD9-E52B3C1731B6}" dt="2024-09-29T11:55:43.590" v="11" actId="47"/>
        <pc:sldMkLst>
          <pc:docMk/>
          <pc:sldMk cId="3737652639" sldId="482"/>
        </pc:sldMkLst>
      </pc:sldChg>
      <pc:sldChg chg="del">
        <pc:chgData name="Ms Alina Arshad" userId="cccdfd85-d35d-4453-9c6f-a463aae40722" providerId="ADAL" clId="{2B0BDB09-5917-47B2-9AD9-E52B3C1731B6}" dt="2024-09-29T11:55:43.872" v="12" actId="47"/>
        <pc:sldMkLst>
          <pc:docMk/>
          <pc:sldMk cId="2818035381" sldId="483"/>
        </pc:sldMkLst>
      </pc:sldChg>
      <pc:sldChg chg="del">
        <pc:chgData name="Ms Alina Arshad" userId="cccdfd85-d35d-4453-9c6f-a463aae40722" providerId="ADAL" clId="{2B0BDB09-5917-47B2-9AD9-E52B3C1731B6}" dt="2024-09-29T11:55:42.898" v="8" actId="47"/>
        <pc:sldMkLst>
          <pc:docMk/>
          <pc:sldMk cId="267361801" sldId="484"/>
        </pc:sldMkLst>
      </pc:sldChg>
      <pc:sldChg chg="del">
        <pc:chgData name="Ms Alina Arshad" userId="cccdfd85-d35d-4453-9c6f-a463aae40722" providerId="ADAL" clId="{2B0BDB09-5917-47B2-9AD9-E52B3C1731B6}" dt="2024-09-29T11:55:42.294" v="6" actId="47"/>
        <pc:sldMkLst>
          <pc:docMk/>
          <pc:sldMk cId="2146923405" sldId="485"/>
        </pc:sldMkLst>
      </pc:sldChg>
      <pc:sldChg chg="del">
        <pc:chgData name="Ms Alina Arshad" userId="cccdfd85-d35d-4453-9c6f-a463aae40722" providerId="ADAL" clId="{2B0BDB09-5917-47B2-9AD9-E52B3C1731B6}" dt="2024-09-29T11:55:43.133" v="9" actId="47"/>
        <pc:sldMkLst>
          <pc:docMk/>
          <pc:sldMk cId="3895319384" sldId="486"/>
        </pc:sldMkLst>
      </pc:sldChg>
      <pc:sldChg chg="del">
        <pc:chgData name="Ms Alina Arshad" userId="cccdfd85-d35d-4453-9c6f-a463aae40722" providerId="ADAL" clId="{2B0BDB09-5917-47B2-9AD9-E52B3C1731B6}" dt="2024-09-29T11:55:44.367" v="13" actId="47"/>
        <pc:sldMkLst>
          <pc:docMk/>
          <pc:sldMk cId="2382187672" sldId="488"/>
        </pc:sldMkLst>
      </pc:sldChg>
      <pc:sldChg chg="del">
        <pc:chgData name="Ms Alina Arshad" userId="cccdfd85-d35d-4453-9c6f-a463aae40722" providerId="ADAL" clId="{2B0BDB09-5917-47B2-9AD9-E52B3C1731B6}" dt="2024-09-29T11:55:43.374" v="10" actId="47"/>
        <pc:sldMkLst>
          <pc:docMk/>
          <pc:sldMk cId="2466836527" sldId="490"/>
        </pc:sldMkLst>
      </pc:sldChg>
      <pc:sldChg chg="del">
        <pc:chgData name="Ms Alina Arshad" userId="cccdfd85-d35d-4453-9c6f-a463aae40722" providerId="ADAL" clId="{2B0BDB09-5917-47B2-9AD9-E52B3C1731B6}" dt="2024-09-29T11:55:41.782" v="4" actId="47"/>
        <pc:sldMkLst>
          <pc:docMk/>
          <pc:sldMk cId="1501064082" sldId="491"/>
        </pc:sldMkLst>
      </pc:sldChg>
      <pc:sldChg chg="del">
        <pc:chgData name="Ms Alina Arshad" userId="cccdfd85-d35d-4453-9c6f-a463aae40722" providerId="ADAL" clId="{2B0BDB09-5917-47B2-9AD9-E52B3C1731B6}" dt="2024-09-29T11:55:40.800" v="1" actId="47"/>
        <pc:sldMkLst>
          <pc:docMk/>
          <pc:sldMk cId="746752752" sldId="492"/>
        </pc:sldMkLst>
      </pc:sldChg>
      <pc:sldChg chg="delSp modSp add mod">
        <pc:chgData name="Ms Alina Arshad" userId="cccdfd85-d35d-4453-9c6f-a463aae40722" providerId="ADAL" clId="{2B0BDB09-5917-47B2-9AD9-E52B3C1731B6}" dt="2024-09-29T11:56:53.572" v="29" actId="207"/>
        <pc:sldMkLst>
          <pc:docMk/>
          <pc:sldMk cId="3595481221" sldId="492"/>
        </pc:sldMkLst>
        <pc:spChg chg="mod">
          <ac:chgData name="Ms Alina Arshad" userId="cccdfd85-d35d-4453-9c6f-a463aae40722" providerId="ADAL" clId="{2B0BDB09-5917-47B2-9AD9-E52B3C1731B6}" dt="2024-09-29T11:56:47.976" v="28" actId="113"/>
          <ac:spMkLst>
            <pc:docMk/>
            <pc:sldMk cId="3595481221" sldId="492"/>
            <ac:spMk id="2" creationId="{00000000-0000-0000-0000-000000000000}"/>
          </ac:spMkLst>
        </pc:spChg>
        <pc:spChg chg="mod">
          <ac:chgData name="Ms Alina Arshad" userId="cccdfd85-d35d-4453-9c6f-a463aae40722" providerId="ADAL" clId="{2B0BDB09-5917-47B2-9AD9-E52B3C1731B6}" dt="2024-09-29T11:56:53.572" v="29" actId="207"/>
          <ac:spMkLst>
            <pc:docMk/>
            <pc:sldMk cId="3595481221" sldId="492"/>
            <ac:spMk id="3" creationId="{00000000-0000-0000-0000-000000000000}"/>
          </ac:spMkLst>
        </pc:spChg>
        <pc:spChg chg="del">
          <ac:chgData name="Ms Alina Arshad" userId="cccdfd85-d35d-4453-9c6f-a463aae40722" providerId="ADAL" clId="{2B0BDB09-5917-47B2-9AD9-E52B3C1731B6}" dt="2024-09-29T11:56:33.333" v="25" actId="478"/>
          <ac:spMkLst>
            <pc:docMk/>
            <pc:sldMk cId="3595481221" sldId="492"/>
            <ac:spMk id="4" creationId="{00000000-0000-0000-0000-000000000000}"/>
          </ac:spMkLst>
        </pc:spChg>
        <pc:spChg chg="del">
          <ac:chgData name="Ms Alina Arshad" userId="cccdfd85-d35d-4453-9c6f-a463aae40722" providerId="ADAL" clId="{2B0BDB09-5917-47B2-9AD9-E52B3C1731B6}" dt="2024-09-29T11:56:36.486" v="26" actId="478"/>
          <ac:spMkLst>
            <pc:docMk/>
            <pc:sldMk cId="3595481221" sldId="492"/>
            <ac:spMk id="5" creationId="{00000000-0000-0000-0000-000000000000}"/>
          </ac:spMkLst>
        </pc:spChg>
      </pc:sldChg>
      <pc:sldChg chg="delSp modSp add mod">
        <pc:chgData name="Ms Alina Arshad" userId="cccdfd85-d35d-4453-9c6f-a463aae40722" providerId="ADAL" clId="{2B0BDB09-5917-47B2-9AD9-E52B3C1731B6}" dt="2024-09-29T11:57:34.158" v="42" actId="12"/>
        <pc:sldMkLst>
          <pc:docMk/>
          <pc:sldMk cId="3384488715" sldId="493"/>
        </pc:sldMkLst>
        <pc:spChg chg="mod">
          <ac:chgData name="Ms Alina Arshad" userId="cccdfd85-d35d-4453-9c6f-a463aae40722" providerId="ADAL" clId="{2B0BDB09-5917-47B2-9AD9-E52B3C1731B6}" dt="2024-09-29T11:57:11.536" v="34" actId="113"/>
          <ac:spMkLst>
            <pc:docMk/>
            <pc:sldMk cId="3384488715" sldId="493"/>
            <ac:spMk id="2" creationId="{00000000-0000-0000-0000-000000000000}"/>
          </ac:spMkLst>
        </pc:spChg>
        <pc:spChg chg="mod">
          <ac:chgData name="Ms Alina Arshad" userId="cccdfd85-d35d-4453-9c6f-a463aae40722" providerId="ADAL" clId="{2B0BDB09-5917-47B2-9AD9-E52B3C1731B6}" dt="2024-09-29T11:57:34.158" v="42" actId="12"/>
          <ac:spMkLst>
            <pc:docMk/>
            <pc:sldMk cId="3384488715" sldId="493"/>
            <ac:spMk id="3" creationId="{00000000-0000-0000-0000-000000000000}"/>
          </ac:spMkLst>
        </pc:spChg>
        <pc:spChg chg="del">
          <ac:chgData name="Ms Alina Arshad" userId="cccdfd85-d35d-4453-9c6f-a463aae40722" providerId="ADAL" clId="{2B0BDB09-5917-47B2-9AD9-E52B3C1731B6}" dt="2024-09-29T11:56:58.578" v="30" actId="478"/>
          <ac:spMkLst>
            <pc:docMk/>
            <pc:sldMk cId="3384488715" sldId="493"/>
            <ac:spMk id="4" creationId="{00000000-0000-0000-0000-000000000000}"/>
          </ac:spMkLst>
        </pc:spChg>
        <pc:spChg chg="del">
          <ac:chgData name="Ms Alina Arshad" userId="cccdfd85-d35d-4453-9c6f-a463aae40722" providerId="ADAL" clId="{2B0BDB09-5917-47B2-9AD9-E52B3C1731B6}" dt="2024-09-29T11:57:00.519" v="31" actId="478"/>
          <ac:spMkLst>
            <pc:docMk/>
            <pc:sldMk cId="3384488715" sldId="493"/>
            <ac:spMk id="5" creationId="{00000000-0000-0000-0000-000000000000}"/>
          </ac:spMkLst>
        </pc:spChg>
        <pc:picChg chg="mod">
          <ac:chgData name="Ms Alina Arshad" userId="cccdfd85-d35d-4453-9c6f-a463aae40722" providerId="ADAL" clId="{2B0BDB09-5917-47B2-9AD9-E52B3C1731B6}" dt="2024-09-29T11:57:28.124" v="41" actId="1076"/>
          <ac:picMkLst>
            <pc:docMk/>
            <pc:sldMk cId="3384488715" sldId="493"/>
            <ac:picMk id="6" creationId="{00000000-0000-0000-0000-000000000000}"/>
          </ac:picMkLst>
        </pc:picChg>
      </pc:sldChg>
      <pc:sldChg chg="delSp modSp add mod">
        <pc:chgData name="Ms Alina Arshad" userId="cccdfd85-d35d-4453-9c6f-a463aae40722" providerId="ADAL" clId="{2B0BDB09-5917-47B2-9AD9-E52B3C1731B6}" dt="2024-09-29T11:58:08.886" v="52" actId="1076"/>
        <pc:sldMkLst>
          <pc:docMk/>
          <pc:sldMk cId="3386321733" sldId="494"/>
        </pc:sldMkLst>
        <pc:spChg chg="mod">
          <ac:chgData name="Ms Alina Arshad" userId="cccdfd85-d35d-4453-9c6f-a463aae40722" providerId="ADAL" clId="{2B0BDB09-5917-47B2-9AD9-E52B3C1731B6}" dt="2024-09-29T11:58:08.886" v="52" actId="1076"/>
          <ac:spMkLst>
            <pc:docMk/>
            <pc:sldMk cId="3386321733" sldId="494"/>
            <ac:spMk id="2" creationId="{00000000-0000-0000-0000-000000000000}"/>
          </ac:spMkLst>
        </pc:spChg>
        <pc:spChg chg="mod">
          <ac:chgData name="Ms Alina Arshad" userId="cccdfd85-d35d-4453-9c6f-a463aae40722" providerId="ADAL" clId="{2B0BDB09-5917-47B2-9AD9-E52B3C1731B6}" dt="2024-09-29T11:58:03.553" v="51" actId="1076"/>
          <ac:spMkLst>
            <pc:docMk/>
            <pc:sldMk cId="3386321733" sldId="494"/>
            <ac:spMk id="3" creationId="{00000000-0000-0000-0000-000000000000}"/>
          </ac:spMkLst>
        </pc:spChg>
        <pc:spChg chg="del">
          <ac:chgData name="Ms Alina Arshad" userId="cccdfd85-d35d-4453-9c6f-a463aae40722" providerId="ADAL" clId="{2B0BDB09-5917-47B2-9AD9-E52B3C1731B6}" dt="2024-09-29T11:57:39.081" v="43" actId="478"/>
          <ac:spMkLst>
            <pc:docMk/>
            <pc:sldMk cId="3386321733" sldId="494"/>
            <ac:spMk id="4" creationId="{00000000-0000-0000-0000-000000000000}"/>
          </ac:spMkLst>
        </pc:spChg>
        <pc:spChg chg="del">
          <ac:chgData name="Ms Alina Arshad" userId="cccdfd85-d35d-4453-9c6f-a463aae40722" providerId="ADAL" clId="{2B0BDB09-5917-47B2-9AD9-E52B3C1731B6}" dt="2024-09-29T11:57:40.847" v="44" actId="478"/>
          <ac:spMkLst>
            <pc:docMk/>
            <pc:sldMk cId="3386321733" sldId="494"/>
            <ac:spMk id="5" creationId="{00000000-0000-0000-0000-000000000000}"/>
          </ac:spMkLst>
        </pc:spChg>
      </pc:sldChg>
      <pc:sldChg chg="delSp modSp add mod">
        <pc:chgData name="Ms Alina Arshad" userId="cccdfd85-d35d-4453-9c6f-a463aae40722" providerId="ADAL" clId="{2B0BDB09-5917-47B2-9AD9-E52B3C1731B6}" dt="2024-09-29T11:59:00.649" v="70" actId="12"/>
        <pc:sldMkLst>
          <pc:docMk/>
          <pc:sldMk cId="4273395344" sldId="495"/>
        </pc:sldMkLst>
        <pc:spChg chg="mod">
          <ac:chgData name="Ms Alina Arshad" userId="cccdfd85-d35d-4453-9c6f-a463aae40722" providerId="ADAL" clId="{2B0BDB09-5917-47B2-9AD9-E52B3C1731B6}" dt="2024-09-29T11:58:41.524" v="63" actId="113"/>
          <ac:spMkLst>
            <pc:docMk/>
            <pc:sldMk cId="4273395344" sldId="495"/>
            <ac:spMk id="2" creationId="{00000000-0000-0000-0000-000000000000}"/>
          </ac:spMkLst>
        </pc:spChg>
        <pc:spChg chg="mod">
          <ac:chgData name="Ms Alina Arshad" userId="cccdfd85-d35d-4453-9c6f-a463aae40722" providerId="ADAL" clId="{2B0BDB09-5917-47B2-9AD9-E52B3C1731B6}" dt="2024-09-29T11:59:00.649" v="70" actId="12"/>
          <ac:spMkLst>
            <pc:docMk/>
            <pc:sldMk cId="4273395344" sldId="495"/>
            <ac:spMk id="3" creationId="{00000000-0000-0000-0000-000000000000}"/>
          </ac:spMkLst>
        </pc:spChg>
        <pc:spChg chg="del">
          <ac:chgData name="Ms Alina Arshad" userId="cccdfd85-d35d-4453-9c6f-a463aae40722" providerId="ADAL" clId="{2B0BDB09-5917-47B2-9AD9-E52B3C1731B6}" dt="2024-09-29T11:58:44.982" v="64" actId="478"/>
          <ac:spMkLst>
            <pc:docMk/>
            <pc:sldMk cId="4273395344" sldId="495"/>
            <ac:spMk id="4" creationId="{00000000-0000-0000-0000-000000000000}"/>
          </ac:spMkLst>
        </pc:spChg>
        <pc:spChg chg="del">
          <ac:chgData name="Ms Alina Arshad" userId="cccdfd85-d35d-4453-9c6f-a463aae40722" providerId="ADAL" clId="{2B0BDB09-5917-47B2-9AD9-E52B3C1731B6}" dt="2024-09-29T11:58:46.496" v="65" actId="478"/>
          <ac:spMkLst>
            <pc:docMk/>
            <pc:sldMk cId="4273395344" sldId="495"/>
            <ac:spMk id="5" creationId="{00000000-0000-0000-0000-000000000000}"/>
          </ac:spMkLst>
        </pc:spChg>
      </pc:sldChg>
      <pc:sldChg chg="delSp modSp add mod">
        <pc:chgData name="Ms Alina Arshad" userId="cccdfd85-d35d-4453-9c6f-a463aae40722" providerId="ADAL" clId="{2B0BDB09-5917-47B2-9AD9-E52B3C1731B6}" dt="2024-09-29T12:00:23.716" v="98" actId="403"/>
        <pc:sldMkLst>
          <pc:docMk/>
          <pc:sldMk cId="1058188132" sldId="496"/>
        </pc:sldMkLst>
        <pc:spChg chg="mod">
          <ac:chgData name="Ms Alina Arshad" userId="cccdfd85-d35d-4453-9c6f-a463aae40722" providerId="ADAL" clId="{2B0BDB09-5917-47B2-9AD9-E52B3C1731B6}" dt="2024-09-29T12:00:12.718" v="95" actId="113"/>
          <ac:spMkLst>
            <pc:docMk/>
            <pc:sldMk cId="1058188132" sldId="496"/>
            <ac:spMk id="2" creationId="{00000000-0000-0000-0000-000000000000}"/>
          </ac:spMkLst>
        </pc:spChg>
        <pc:spChg chg="mod">
          <ac:chgData name="Ms Alina Arshad" userId="cccdfd85-d35d-4453-9c6f-a463aae40722" providerId="ADAL" clId="{2B0BDB09-5917-47B2-9AD9-E52B3C1731B6}" dt="2024-09-29T12:00:23.716" v="98" actId="403"/>
          <ac:spMkLst>
            <pc:docMk/>
            <pc:sldMk cId="1058188132" sldId="496"/>
            <ac:spMk id="3" creationId="{00000000-0000-0000-0000-000000000000}"/>
          </ac:spMkLst>
        </pc:spChg>
        <pc:spChg chg="del">
          <ac:chgData name="Ms Alina Arshad" userId="cccdfd85-d35d-4453-9c6f-a463aae40722" providerId="ADAL" clId="{2B0BDB09-5917-47B2-9AD9-E52B3C1731B6}" dt="2024-09-29T12:00:06.071" v="92" actId="478"/>
          <ac:spMkLst>
            <pc:docMk/>
            <pc:sldMk cId="1058188132" sldId="496"/>
            <ac:spMk id="4" creationId="{00000000-0000-0000-0000-000000000000}"/>
          </ac:spMkLst>
        </pc:spChg>
        <pc:spChg chg="del">
          <ac:chgData name="Ms Alina Arshad" userId="cccdfd85-d35d-4453-9c6f-a463aae40722" providerId="ADAL" clId="{2B0BDB09-5917-47B2-9AD9-E52B3C1731B6}" dt="2024-09-29T12:00:08.060" v="93" actId="478"/>
          <ac:spMkLst>
            <pc:docMk/>
            <pc:sldMk cId="1058188132" sldId="496"/>
            <ac:spMk id="5" creationId="{00000000-0000-0000-0000-000000000000}"/>
          </ac:spMkLst>
        </pc:spChg>
      </pc:sldChg>
      <pc:sldChg chg="delSp modSp add mod">
        <pc:chgData name="Ms Alina Arshad" userId="cccdfd85-d35d-4453-9c6f-a463aae40722" providerId="ADAL" clId="{2B0BDB09-5917-47B2-9AD9-E52B3C1731B6}" dt="2024-09-29T12:01:50.418" v="124" actId="478"/>
        <pc:sldMkLst>
          <pc:docMk/>
          <pc:sldMk cId="1132663045" sldId="497"/>
        </pc:sldMkLst>
        <pc:spChg chg="mod">
          <ac:chgData name="Ms Alina Arshad" userId="cccdfd85-d35d-4453-9c6f-a463aae40722" providerId="ADAL" clId="{2B0BDB09-5917-47B2-9AD9-E52B3C1731B6}" dt="2024-09-29T12:01:40.109" v="120" actId="113"/>
          <ac:spMkLst>
            <pc:docMk/>
            <pc:sldMk cId="1132663045" sldId="497"/>
            <ac:spMk id="2" creationId="{00000000-0000-0000-0000-000000000000}"/>
          </ac:spMkLst>
        </pc:spChg>
        <pc:spChg chg="mod">
          <ac:chgData name="Ms Alina Arshad" userId="cccdfd85-d35d-4453-9c6f-a463aae40722" providerId="ADAL" clId="{2B0BDB09-5917-47B2-9AD9-E52B3C1731B6}" dt="2024-09-29T12:01:47.026" v="122" actId="12"/>
          <ac:spMkLst>
            <pc:docMk/>
            <pc:sldMk cId="1132663045" sldId="497"/>
            <ac:spMk id="3" creationId="{00000000-0000-0000-0000-000000000000}"/>
          </ac:spMkLst>
        </pc:spChg>
        <pc:spChg chg="del">
          <ac:chgData name="Ms Alina Arshad" userId="cccdfd85-d35d-4453-9c6f-a463aae40722" providerId="ADAL" clId="{2B0BDB09-5917-47B2-9AD9-E52B3C1731B6}" dt="2024-09-29T12:01:48.726" v="123" actId="478"/>
          <ac:spMkLst>
            <pc:docMk/>
            <pc:sldMk cId="1132663045" sldId="497"/>
            <ac:spMk id="4" creationId="{00000000-0000-0000-0000-000000000000}"/>
          </ac:spMkLst>
        </pc:spChg>
        <pc:spChg chg="del">
          <ac:chgData name="Ms Alina Arshad" userId="cccdfd85-d35d-4453-9c6f-a463aae40722" providerId="ADAL" clId="{2B0BDB09-5917-47B2-9AD9-E52B3C1731B6}" dt="2024-09-29T12:01:50.418" v="124" actId="478"/>
          <ac:spMkLst>
            <pc:docMk/>
            <pc:sldMk cId="1132663045" sldId="497"/>
            <ac:spMk id="5" creationId="{00000000-0000-0000-0000-000000000000}"/>
          </ac:spMkLst>
        </pc:spChg>
      </pc:sldChg>
      <pc:sldChg chg="delSp modSp add mod">
        <pc:chgData name="Ms Alina Arshad" userId="cccdfd85-d35d-4453-9c6f-a463aae40722" providerId="ADAL" clId="{2B0BDB09-5917-47B2-9AD9-E52B3C1731B6}" dt="2024-09-29T11:59:26.248" v="79" actId="478"/>
        <pc:sldMkLst>
          <pc:docMk/>
          <pc:sldMk cId="1570724855" sldId="505"/>
        </pc:sldMkLst>
        <pc:spChg chg="mod">
          <ac:chgData name="Ms Alina Arshad" userId="cccdfd85-d35d-4453-9c6f-a463aae40722" providerId="ADAL" clId="{2B0BDB09-5917-47B2-9AD9-E52B3C1731B6}" dt="2024-09-29T11:59:11.914" v="73" actId="14100"/>
          <ac:spMkLst>
            <pc:docMk/>
            <pc:sldMk cId="1570724855" sldId="505"/>
            <ac:spMk id="2" creationId="{00000000-0000-0000-0000-000000000000}"/>
          </ac:spMkLst>
        </pc:spChg>
        <pc:spChg chg="del">
          <ac:chgData name="Ms Alina Arshad" userId="cccdfd85-d35d-4453-9c6f-a463aae40722" providerId="ADAL" clId="{2B0BDB09-5917-47B2-9AD9-E52B3C1731B6}" dt="2024-09-29T11:59:24.430" v="78" actId="478"/>
          <ac:spMkLst>
            <pc:docMk/>
            <pc:sldMk cId="1570724855" sldId="505"/>
            <ac:spMk id="4" creationId="{00000000-0000-0000-0000-000000000000}"/>
          </ac:spMkLst>
        </pc:spChg>
        <pc:spChg chg="del">
          <ac:chgData name="Ms Alina Arshad" userId="cccdfd85-d35d-4453-9c6f-a463aae40722" providerId="ADAL" clId="{2B0BDB09-5917-47B2-9AD9-E52B3C1731B6}" dt="2024-09-29T11:59:26.248" v="79" actId="478"/>
          <ac:spMkLst>
            <pc:docMk/>
            <pc:sldMk cId="1570724855" sldId="505"/>
            <ac:spMk id="5" creationId="{00000000-0000-0000-0000-000000000000}"/>
          </ac:spMkLst>
        </pc:spChg>
        <pc:picChg chg="mod">
          <ac:chgData name="Ms Alina Arshad" userId="cccdfd85-d35d-4453-9c6f-a463aae40722" providerId="ADAL" clId="{2B0BDB09-5917-47B2-9AD9-E52B3C1731B6}" dt="2024-09-29T11:59:22.229" v="77" actId="1076"/>
          <ac:picMkLst>
            <pc:docMk/>
            <pc:sldMk cId="1570724855" sldId="505"/>
            <ac:picMk id="6" creationId="{00000000-0000-0000-0000-000000000000}"/>
          </ac:picMkLst>
        </pc:picChg>
        <pc:picChg chg="mod">
          <ac:chgData name="Ms Alina Arshad" userId="cccdfd85-d35d-4453-9c6f-a463aae40722" providerId="ADAL" clId="{2B0BDB09-5917-47B2-9AD9-E52B3C1731B6}" dt="2024-09-29T11:59:20.384" v="76" actId="1076"/>
          <ac:picMkLst>
            <pc:docMk/>
            <pc:sldMk cId="1570724855" sldId="505"/>
            <ac:picMk id="7" creationId="{00000000-0000-0000-0000-000000000000}"/>
          </ac:picMkLst>
        </pc:picChg>
      </pc:sldChg>
      <pc:sldChg chg="delSp modSp add mod">
        <pc:chgData name="Ms Alina Arshad" userId="cccdfd85-d35d-4453-9c6f-a463aae40722" providerId="ADAL" clId="{2B0BDB09-5917-47B2-9AD9-E52B3C1731B6}" dt="2024-09-29T11:59:57.001" v="91" actId="1076"/>
        <pc:sldMkLst>
          <pc:docMk/>
          <pc:sldMk cId="2421881517" sldId="506"/>
        </pc:sldMkLst>
        <pc:spChg chg="del">
          <ac:chgData name="Ms Alina Arshad" userId="cccdfd85-d35d-4453-9c6f-a463aae40722" providerId="ADAL" clId="{2B0BDB09-5917-47B2-9AD9-E52B3C1731B6}" dt="2024-09-29T11:59:36.340" v="83" actId="478"/>
          <ac:spMkLst>
            <pc:docMk/>
            <pc:sldMk cId="2421881517" sldId="506"/>
            <ac:spMk id="2" creationId="{00000000-0000-0000-0000-000000000000}"/>
          </ac:spMkLst>
        </pc:spChg>
        <pc:spChg chg="del">
          <ac:chgData name="Ms Alina Arshad" userId="cccdfd85-d35d-4453-9c6f-a463aae40722" providerId="ADAL" clId="{2B0BDB09-5917-47B2-9AD9-E52B3C1731B6}" dt="2024-09-29T11:59:32.382" v="81" actId="478"/>
          <ac:spMkLst>
            <pc:docMk/>
            <pc:sldMk cId="2421881517" sldId="506"/>
            <ac:spMk id="4" creationId="{00000000-0000-0000-0000-000000000000}"/>
          </ac:spMkLst>
        </pc:spChg>
        <pc:spChg chg="del">
          <ac:chgData name="Ms Alina Arshad" userId="cccdfd85-d35d-4453-9c6f-a463aae40722" providerId="ADAL" clId="{2B0BDB09-5917-47B2-9AD9-E52B3C1731B6}" dt="2024-09-29T11:59:34.023" v="82" actId="478"/>
          <ac:spMkLst>
            <pc:docMk/>
            <pc:sldMk cId="2421881517" sldId="506"/>
            <ac:spMk id="5" creationId="{00000000-0000-0000-0000-000000000000}"/>
          </ac:spMkLst>
        </pc:spChg>
        <pc:picChg chg="mod">
          <ac:chgData name="Ms Alina Arshad" userId="cccdfd85-d35d-4453-9c6f-a463aae40722" providerId="ADAL" clId="{2B0BDB09-5917-47B2-9AD9-E52B3C1731B6}" dt="2024-09-29T11:59:57.001" v="91" actId="1076"/>
          <ac:picMkLst>
            <pc:docMk/>
            <pc:sldMk cId="2421881517" sldId="506"/>
            <ac:picMk id="6" creationId="{00000000-0000-0000-0000-000000000000}"/>
          </ac:picMkLst>
        </pc:picChg>
      </pc:sldChg>
      <pc:sldChg chg="delSp modSp add mod">
        <pc:chgData name="Ms Alina Arshad" userId="cccdfd85-d35d-4453-9c6f-a463aae40722" providerId="ADAL" clId="{2B0BDB09-5917-47B2-9AD9-E52B3C1731B6}" dt="2024-09-29T11:58:33.476" v="61" actId="1076"/>
        <pc:sldMkLst>
          <pc:docMk/>
          <pc:sldMk cId="1799033065" sldId="507"/>
        </pc:sldMkLst>
        <pc:spChg chg="mod">
          <ac:chgData name="Ms Alina Arshad" userId="cccdfd85-d35d-4453-9c6f-a463aae40722" providerId="ADAL" clId="{2B0BDB09-5917-47B2-9AD9-E52B3C1731B6}" dt="2024-09-29T11:58:16.306" v="54" actId="113"/>
          <ac:spMkLst>
            <pc:docMk/>
            <pc:sldMk cId="1799033065" sldId="507"/>
            <ac:spMk id="2" creationId="{00000000-0000-0000-0000-000000000000}"/>
          </ac:spMkLst>
        </pc:spChg>
        <pc:spChg chg="del">
          <ac:chgData name="Ms Alina Arshad" userId="cccdfd85-d35d-4453-9c6f-a463aae40722" providerId="ADAL" clId="{2B0BDB09-5917-47B2-9AD9-E52B3C1731B6}" dt="2024-09-29T11:58:29.802" v="59" actId="478"/>
          <ac:spMkLst>
            <pc:docMk/>
            <pc:sldMk cId="1799033065" sldId="507"/>
            <ac:spMk id="4" creationId="{00000000-0000-0000-0000-000000000000}"/>
          </ac:spMkLst>
        </pc:spChg>
        <pc:spChg chg="del">
          <ac:chgData name="Ms Alina Arshad" userId="cccdfd85-d35d-4453-9c6f-a463aae40722" providerId="ADAL" clId="{2B0BDB09-5917-47B2-9AD9-E52B3C1731B6}" dt="2024-09-29T11:58:31.558" v="60" actId="478"/>
          <ac:spMkLst>
            <pc:docMk/>
            <pc:sldMk cId="1799033065" sldId="507"/>
            <ac:spMk id="5" creationId="{00000000-0000-0000-0000-000000000000}"/>
          </ac:spMkLst>
        </pc:spChg>
        <pc:spChg chg="mod">
          <ac:chgData name="Ms Alina Arshad" userId="cccdfd85-d35d-4453-9c6f-a463aae40722" providerId="ADAL" clId="{2B0BDB09-5917-47B2-9AD9-E52B3C1731B6}" dt="2024-09-29T11:58:20.780" v="56" actId="113"/>
          <ac:spMkLst>
            <pc:docMk/>
            <pc:sldMk cId="1799033065" sldId="507"/>
            <ac:spMk id="7" creationId="{00000000-0000-0000-0000-000000000000}"/>
          </ac:spMkLst>
        </pc:spChg>
        <pc:picChg chg="mod">
          <ac:chgData name="Ms Alina Arshad" userId="cccdfd85-d35d-4453-9c6f-a463aae40722" providerId="ADAL" clId="{2B0BDB09-5917-47B2-9AD9-E52B3C1731B6}" dt="2024-09-29T11:58:33.476" v="61" actId="1076"/>
          <ac:picMkLst>
            <pc:docMk/>
            <pc:sldMk cId="1799033065" sldId="507"/>
            <ac:picMk id="8" creationId="{00000000-0000-0000-0000-000000000000}"/>
          </ac:picMkLst>
        </pc:picChg>
      </pc:sldChg>
      <pc:sldChg chg="delSp modSp add mod">
        <pc:chgData name="Ms Alina Arshad" userId="cccdfd85-d35d-4453-9c6f-a463aae40722" providerId="ADAL" clId="{2B0BDB09-5917-47B2-9AD9-E52B3C1731B6}" dt="2024-09-29T12:00:42.638" v="104" actId="12"/>
        <pc:sldMkLst>
          <pc:docMk/>
          <pc:sldMk cId="163811022" sldId="511"/>
        </pc:sldMkLst>
        <pc:spChg chg="mod">
          <ac:chgData name="Ms Alina Arshad" userId="cccdfd85-d35d-4453-9c6f-a463aae40722" providerId="ADAL" clId="{2B0BDB09-5917-47B2-9AD9-E52B3C1731B6}" dt="2024-09-29T12:00:30.945" v="100" actId="113"/>
          <ac:spMkLst>
            <pc:docMk/>
            <pc:sldMk cId="163811022" sldId="511"/>
            <ac:spMk id="2" creationId="{00000000-0000-0000-0000-000000000000}"/>
          </ac:spMkLst>
        </pc:spChg>
        <pc:spChg chg="mod">
          <ac:chgData name="Ms Alina Arshad" userId="cccdfd85-d35d-4453-9c6f-a463aae40722" providerId="ADAL" clId="{2B0BDB09-5917-47B2-9AD9-E52B3C1731B6}" dt="2024-09-29T12:00:42.638" v="104" actId="12"/>
          <ac:spMkLst>
            <pc:docMk/>
            <pc:sldMk cId="163811022" sldId="511"/>
            <ac:spMk id="3" creationId="{00000000-0000-0000-0000-000000000000}"/>
          </ac:spMkLst>
        </pc:spChg>
        <pc:spChg chg="del">
          <ac:chgData name="Ms Alina Arshad" userId="cccdfd85-d35d-4453-9c6f-a463aae40722" providerId="ADAL" clId="{2B0BDB09-5917-47B2-9AD9-E52B3C1731B6}" dt="2024-09-29T12:00:33.391" v="101" actId="478"/>
          <ac:spMkLst>
            <pc:docMk/>
            <pc:sldMk cId="163811022" sldId="511"/>
            <ac:spMk id="4" creationId="{00000000-0000-0000-0000-000000000000}"/>
          </ac:spMkLst>
        </pc:spChg>
        <pc:spChg chg="del">
          <ac:chgData name="Ms Alina Arshad" userId="cccdfd85-d35d-4453-9c6f-a463aae40722" providerId="ADAL" clId="{2B0BDB09-5917-47B2-9AD9-E52B3C1731B6}" dt="2024-09-29T12:00:34.984" v="102" actId="478"/>
          <ac:spMkLst>
            <pc:docMk/>
            <pc:sldMk cId="163811022" sldId="511"/>
            <ac:spMk id="5" creationId="{00000000-0000-0000-0000-000000000000}"/>
          </ac:spMkLst>
        </pc:spChg>
      </pc:sldChg>
      <pc:sldChg chg="delSp modSp add mod">
        <pc:chgData name="Ms Alina Arshad" userId="cccdfd85-d35d-4453-9c6f-a463aae40722" providerId="ADAL" clId="{2B0BDB09-5917-47B2-9AD9-E52B3C1731B6}" dt="2024-09-29T12:01:01.172" v="109" actId="207"/>
        <pc:sldMkLst>
          <pc:docMk/>
          <pc:sldMk cId="1045239677" sldId="512"/>
        </pc:sldMkLst>
        <pc:spChg chg="mod">
          <ac:chgData name="Ms Alina Arshad" userId="cccdfd85-d35d-4453-9c6f-a463aae40722" providerId="ADAL" clId="{2B0BDB09-5917-47B2-9AD9-E52B3C1731B6}" dt="2024-09-29T12:00:49.099" v="105" actId="207"/>
          <ac:spMkLst>
            <pc:docMk/>
            <pc:sldMk cId="1045239677" sldId="512"/>
            <ac:spMk id="2" creationId="{00000000-0000-0000-0000-000000000000}"/>
          </ac:spMkLst>
        </pc:spChg>
        <pc:spChg chg="mod">
          <ac:chgData name="Ms Alina Arshad" userId="cccdfd85-d35d-4453-9c6f-a463aae40722" providerId="ADAL" clId="{2B0BDB09-5917-47B2-9AD9-E52B3C1731B6}" dt="2024-09-29T12:01:01.172" v="109" actId="207"/>
          <ac:spMkLst>
            <pc:docMk/>
            <pc:sldMk cId="1045239677" sldId="512"/>
            <ac:spMk id="3" creationId="{00000000-0000-0000-0000-000000000000}"/>
          </ac:spMkLst>
        </pc:spChg>
        <pc:spChg chg="del mod">
          <ac:chgData name="Ms Alina Arshad" userId="cccdfd85-d35d-4453-9c6f-a463aae40722" providerId="ADAL" clId="{2B0BDB09-5917-47B2-9AD9-E52B3C1731B6}" dt="2024-09-29T12:00:53.437" v="107" actId="478"/>
          <ac:spMkLst>
            <pc:docMk/>
            <pc:sldMk cId="1045239677" sldId="512"/>
            <ac:spMk id="4" creationId="{00000000-0000-0000-0000-000000000000}"/>
          </ac:spMkLst>
        </pc:spChg>
        <pc:spChg chg="del">
          <ac:chgData name="Ms Alina Arshad" userId="cccdfd85-d35d-4453-9c6f-a463aae40722" providerId="ADAL" clId="{2B0BDB09-5917-47B2-9AD9-E52B3C1731B6}" dt="2024-09-29T12:00:56.800" v="108" actId="478"/>
          <ac:spMkLst>
            <pc:docMk/>
            <pc:sldMk cId="1045239677" sldId="512"/>
            <ac:spMk id="5" creationId="{00000000-0000-0000-0000-000000000000}"/>
          </ac:spMkLst>
        </pc:spChg>
      </pc:sldChg>
      <pc:sldChg chg="delSp modSp add mod">
        <pc:chgData name="Ms Alina Arshad" userId="cccdfd85-d35d-4453-9c6f-a463aae40722" providerId="ADAL" clId="{2B0BDB09-5917-47B2-9AD9-E52B3C1731B6}" dt="2024-09-29T12:01:32.686" v="118" actId="207"/>
        <pc:sldMkLst>
          <pc:docMk/>
          <pc:sldMk cId="711124051" sldId="516"/>
        </pc:sldMkLst>
        <pc:spChg chg="mod">
          <ac:chgData name="Ms Alina Arshad" userId="cccdfd85-d35d-4453-9c6f-a463aae40722" providerId="ADAL" clId="{2B0BDB09-5917-47B2-9AD9-E52B3C1731B6}" dt="2024-09-29T12:01:15.530" v="113" actId="27636"/>
          <ac:spMkLst>
            <pc:docMk/>
            <pc:sldMk cId="711124051" sldId="516"/>
            <ac:spMk id="2" creationId="{00000000-0000-0000-0000-000000000000}"/>
          </ac:spMkLst>
        </pc:spChg>
        <pc:spChg chg="mod">
          <ac:chgData name="Ms Alina Arshad" userId="cccdfd85-d35d-4453-9c6f-a463aae40722" providerId="ADAL" clId="{2B0BDB09-5917-47B2-9AD9-E52B3C1731B6}" dt="2024-09-29T12:01:32.686" v="118" actId="207"/>
          <ac:spMkLst>
            <pc:docMk/>
            <pc:sldMk cId="711124051" sldId="516"/>
            <ac:spMk id="3" creationId="{00000000-0000-0000-0000-000000000000}"/>
          </ac:spMkLst>
        </pc:spChg>
        <pc:spChg chg="del">
          <ac:chgData name="Ms Alina Arshad" userId="cccdfd85-d35d-4453-9c6f-a463aae40722" providerId="ADAL" clId="{2B0BDB09-5917-47B2-9AD9-E52B3C1731B6}" dt="2024-09-29T12:01:26.565" v="116" actId="478"/>
          <ac:spMkLst>
            <pc:docMk/>
            <pc:sldMk cId="711124051" sldId="516"/>
            <ac:spMk id="4" creationId="{00000000-0000-0000-0000-000000000000}"/>
          </ac:spMkLst>
        </pc:spChg>
        <pc:spChg chg="del">
          <ac:chgData name="Ms Alina Arshad" userId="cccdfd85-d35d-4453-9c6f-a463aae40722" providerId="ADAL" clId="{2B0BDB09-5917-47B2-9AD9-E52B3C1731B6}" dt="2024-09-29T12:01:28.676" v="117" actId="478"/>
          <ac:spMkLst>
            <pc:docMk/>
            <pc:sldMk cId="711124051" sldId="516"/>
            <ac:spMk id="5" creationId="{00000000-0000-0000-0000-000000000000}"/>
          </ac:spMkLst>
        </pc:spChg>
      </pc:sldChg>
      <pc:sldChg chg="delSp modSp add mod">
        <pc:chgData name="Ms Alina Arshad" userId="cccdfd85-d35d-4453-9c6f-a463aae40722" providerId="ADAL" clId="{2B0BDB09-5917-47B2-9AD9-E52B3C1731B6}" dt="2024-09-29T12:02:10.794" v="129" actId="478"/>
        <pc:sldMkLst>
          <pc:docMk/>
          <pc:sldMk cId="1747393571" sldId="518"/>
        </pc:sldMkLst>
        <pc:spChg chg="mod">
          <ac:chgData name="Ms Alina Arshad" userId="cccdfd85-d35d-4453-9c6f-a463aae40722" providerId="ADAL" clId="{2B0BDB09-5917-47B2-9AD9-E52B3C1731B6}" dt="2024-09-29T12:01:58.662" v="126" actId="113"/>
          <ac:spMkLst>
            <pc:docMk/>
            <pc:sldMk cId="1747393571" sldId="518"/>
            <ac:spMk id="2" creationId="{00000000-0000-0000-0000-000000000000}"/>
          </ac:spMkLst>
        </pc:spChg>
        <pc:spChg chg="mod">
          <ac:chgData name="Ms Alina Arshad" userId="cccdfd85-d35d-4453-9c6f-a463aae40722" providerId="ADAL" clId="{2B0BDB09-5917-47B2-9AD9-E52B3C1731B6}" dt="2024-09-29T12:02:03.066" v="127" actId="207"/>
          <ac:spMkLst>
            <pc:docMk/>
            <pc:sldMk cId="1747393571" sldId="518"/>
            <ac:spMk id="3" creationId="{00000000-0000-0000-0000-000000000000}"/>
          </ac:spMkLst>
        </pc:spChg>
        <pc:spChg chg="del">
          <ac:chgData name="Ms Alina Arshad" userId="cccdfd85-d35d-4453-9c6f-a463aae40722" providerId="ADAL" clId="{2B0BDB09-5917-47B2-9AD9-E52B3C1731B6}" dt="2024-09-29T12:02:09.041" v="128" actId="478"/>
          <ac:spMkLst>
            <pc:docMk/>
            <pc:sldMk cId="1747393571" sldId="518"/>
            <ac:spMk id="4" creationId="{00000000-0000-0000-0000-000000000000}"/>
          </ac:spMkLst>
        </pc:spChg>
        <pc:spChg chg="del">
          <ac:chgData name="Ms Alina Arshad" userId="cccdfd85-d35d-4453-9c6f-a463aae40722" providerId="ADAL" clId="{2B0BDB09-5917-47B2-9AD9-E52B3C1731B6}" dt="2024-09-29T12:02:10.794" v="129" actId="478"/>
          <ac:spMkLst>
            <pc:docMk/>
            <pc:sldMk cId="1747393571" sldId="518"/>
            <ac:spMk id="5" creationId="{00000000-0000-0000-0000-000000000000}"/>
          </ac:spMkLst>
        </pc:spChg>
      </pc:sldChg>
      <pc:sldChg chg="delSp modSp add mod">
        <pc:chgData name="Ms Alina Arshad" userId="cccdfd85-d35d-4453-9c6f-a463aae40722" providerId="ADAL" clId="{2B0BDB09-5917-47B2-9AD9-E52B3C1731B6}" dt="2024-09-29T12:02:32.238" v="134" actId="478"/>
        <pc:sldMkLst>
          <pc:docMk/>
          <pc:sldMk cId="275598820" sldId="519"/>
        </pc:sldMkLst>
        <pc:spChg chg="mod">
          <ac:chgData name="Ms Alina Arshad" userId="cccdfd85-d35d-4453-9c6f-a463aae40722" providerId="ADAL" clId="{2B0BDB09-5917-47B2-9AD9-E52B3C1731B6}" dt="2024-09-29T12:02:19.653" v="131" actId="14100"/>
          <ac:spMkLst>
            <pc:docMk/>
            <pc:sldMk cId="275598820" sldId="519"/>
            <ac:spMk id="2" creationId="{00000000-0000-0000-0000-000000000000}"/>
          </ac:spMkLst>
        </pc:spChg>
        <pc:spChg chg="mod">
          <ac:chgData name="Ms Alina Arshad" userId="cccdfd85-d35d-4453-9c6f-a463aae40722" providerId="ADAL" clId="{2B0BDB09-5917-47B2-9AD9-E52B3C1731B6}" dt="2024-09-29T12:02:24.162" v="132" actId="207"/>
          <ac:spMkLst>
            <pc:docMk/>
            <pc:sldMk cId="275598820" sldId="519"/>
            <ac:spMk id="3" creationId="{00000000-0000-0000-0000-000000000000}"/>
          </ac:spMkLst>
        </pc:spChg>
        <pc:spChg chg="del">
          <ac:chgData name="Ms Alina Arshad" userId="cccdfd85-d35d-4453-9c6f-a463aae40722" providerId="ADAL" clId="{2B0BDB09-5917-47B2-9AD9-E52B3C1731B6}" dt="2024-09-29T12:02:30.769" v="133" actId="478"/>
          <ac:spMkLst>
            <pc:docMk/>
            <pc:sldMk cId="275598820" sldId="519"/>
            <ac:spMk id="4" creationId="{00000000-0000-0000-0000-000000000000}"/>
          </ac:spMkLst>
        </pc:spChg>
        <pc:spChg chg="del">
          <ac:chgData name="Ms Alina Arshad" userId="cccdfd85-d35d-4453-9c6f-a463aae40722" providerId="ADAL" clId="{2B0BDB09-5917-47B2-9AD9-E52B3C1731B6}" dt="2024-09-29T12:02:32.238" v="134" actId="478"/>
          <ac:spMkLst>
            <pc:docMk/>
            <pc:sldMk cId="275598820" sldId="519"/>
            <ac:spMk id="5" creationId="{00000000-0000-0000-0000-000000000000}"/>
          </ac:spMkLst>
        </pc:spChg>
      </pc:sldChg>
      <pc:sldChg chg="delSp modSp add mod">
        <pc:chgData name="Ms Alina Arshad" userId="cccdfd85-d35d-4453-9c6f-a463aae40722" providerId="ADAL" clId="{2B0BDB09-5917-47B2-9AD9-E52B3C1731B6}" dt="2024-09-29T12:02:50.938" v="144" actId="478"/>
        <pc:sldMkLst>
          <pc:docMk/>
          <pc:sldMk cId="3035140792" sldId="522"/>
        </pc:sldMkLst>
        <pc:spChg chg="mod">
          <ac:chgData name="Ms Alina Arshad" userId="cccdfd85-d35d-4453-9c6f-a463aae40722" providerId="ADAL" clId="{2B0BDB09-5917-47B2-9AD9-E52B3C1731B6}" dt="2024-09-29T12:02:36.992" v="136" actId="5793"/>
          <ac:spMkLst>
            <pc:docMk/>
            <pc:sldMk cId="3035140792" sldId="522"/>
            <ac:spMk id="2" creationId="{00000000-0000-0000-0000-000000000000}"/>
          </ac:spMkLst>
        </pc:spChg>
        <pc:spChg chg="del mod">
          <ac:chgData name="Ms Alina Arshad" userId="cccdfd85-d35d-4453-9c6f-a463aae40722" providerId="ADAL" clId="{2B0BDB09-5917-47B2-9AD9-E52B3C1731B6}" dt="2024-09-29T12:02:48.318" v="143" actId="478"/>
          <ac:spMkLst>
            <pc:docMk/>
            <pc:sldMk cId="3035140792" sldId="522"/>
            <ac:spMk id="4" creationId="{00000000-0000-0000-0000-000000000000}"/>
          </ac:spMkLst>
        </pc:spChg>
        <pc:spChg chg="del">
          <ac:chgData name="Ms Alina Arshad" userId="cccdfd85-d35d-4453-9c6f-a463aae40722" providerId="ADAL" clId="{2B0BDB09-5917-47B2-9AD9-E52B3C1731B6}" dt="2024-09-29T12:02:50.938" v="144" actId="478"/>
          <ac:spMkLst>
            <pc:docMk/>
            <pc:sldMk cId="3035140792" sldId="522"/>
            <ac:spMk id="5" creationId="{00000000-0000-0000-0000-000000000000}"/>
          </ac:spMkLst>
        </pc:spChg>
        <pc:picChg chg="mod">
          <ac:chgData name="Ms Alina Arshad" userId="cccdfd85-d35d-4453-9c6f-a463aae40722" providerId="ADAL" clId="{2B0BDB09-5917-47B2-9AD9-E52B3C1731B6}" dt="2024-09-29T12:02:40.114" v="137" actId="1076"/>
          <ac:picMkLst>
            <pc:docMk/>
            <pc:sldMk cId="3035140792" sldId="522"/>
            <ac:picMk id="6" creationId="{00000000-0000-0000-0000-000000000000}"/>
          </ac:picMkLst>
        </pc:picChg>
      </pc:sldChg>
      <pc:sldChg chg="delSp modSp add mod">
        <pc:chgData name="Ms Alina Arshad" userId="cccdfd85-d35d-4453-9c6f-a463aae40722" providerId="ADAL" clId="{2B0BDB09-5917-47B2-9AD9-E52B3C1731B6}" dt="2024-09-29T12:03:06.343" v="148" actId="478"/>
        <pc:sldMkLst>
          <pc:docMk/>
          <pc:sldMk cId="2350581562" sldId="523"/>
        </pc:sldMkLst>
        <pc:spChg chg="mod">
          <ac:chgData name="Ms Alina Arshad" userId="cccdfd85-d35d-4453-9c6f-a463aae40722" providerId="ADAL" clId="{2B0BDB09-5917-47B2-9AD9-E52B3C1731B6}" dt="2024-09-29T12:02:59.595" v="146" actId="5793"/>
          <ac:spMkLst>
            <pc:docMk/>
            <pc:sldMk cId="2350581562" sldId="523"/>
            <ac:spMk id="2" creationId="{00000000-0000-0000-0000-000000000000}"/>
          </ac:spMkLst>
        </pc:spChg>
        <pc:spChg chg="del">
          <ac:chgData name="Ms Alina Arshad" userId="cccdfd85-d35d-4453-9c6f-a463aae40722" providerId="ADAL" clId="{2B0BDB09-5917-47B2-9AD9-E52B3C1731B6}" dt="2024-09-29T12:03:04.385" v="147" actId="478"/>
          <ac:spMkLst>
            <pc:docMk/>
            <pc:sldMk cId="2350581562" sldId="523"/>
            <ac:spMk id="4" creationId="{00000000-0000-0000-0000-000000000000}"/>
          </ac:spMkLst>
        </pc:spChg>
        <pc:spChg chg="del">
          <ac:chgData name="Ms Alina Arshad" userId="cccdfd85-d35d-4453-9c6f-a463aae40722" providerId="ADAL" clId="{2B0BDB09-5917-47B2-9AD9-E52B3C1731B6}" dt="2024-09-29T12:03:06.343" v="148" actId="478"/>
          <ac:spMkLst>
            <pc:docMk/>
            <pc:sldMk cId="2350581562" sldId="523"/>
            <ac:spMk id="5" creationId="{00000000-0000-0000-0000-000000000000}"/>
          </ac:spMkLst>
        </pc:spChg>
      </pc:sldChg>
      <pc:sldChg chg="delSp modSp add mod">
        <pc:chgData name="Ms Alina Arshad" userId="cccdfd85-d35d-4453-9c6f-a463aae40722" providerId="ADAL" clId="{2B0BDB09-5917-47B2-9AD9-E52B3C1731B6}" dt="2024-09-29T12:03:22.543" v="154" actId="478"/>
        <pc:sldMkLst>
          <pc:docMk/>
          <pc:sldMk cId="627369714" sldId="524"/>
        </pc:sldMkLst>
        <pc:spChg chg="mod">
          <ac:chgData name="Ms Alina Arshad" userId="cccdfd85-d35d-4453-9c6f-a463aae40722" providerId="ADAL" clId="{2B0BDB09-5917-47B2-9AD9-E52B3C1731B6}" dt="2024-09-29T12:03:11.628" v="150" actId="5793"/>
          <ac:spMkLst>
            <pc:docMk/>
            <pc:sldMk cId="627369714" sldId="524"/>
            <ac:spMk id="2" creationId="{00000000-0000-0000-0000-000000000000}"/>
          </ac:spMkLst>
        </pc:spChg>
        <pc:spChg chg="del">
          <ac:chgData name="Ms Alina Arshad" userId="cccdfd85-d35d-4453-9c6f-a463aae40722" providerId="ADAL" clId="{2B0BDB09-5917-47B2-9AD9-E52B3C1731B6}" dt="2024-09-29T12:03:19.840" v="153" actId="478"/>
          <ac:spMkLst>
            <pc:docMk/>
            <pc:sldMk cId="627369714" sldId="524"/>
            <ac:spMk id="4" creationId="{00000000-0000-0000-0000-000000000000}"/>
          </ac:spMkLst>
        </pc:spChg>
        <pc:spChg chg="del">
          <ac:chgData name="Ms Alina Arshad" userId="cccdfd85-d35d-4453-9c6f-a463aae40722" providerId="ADAL" clId="{2B0BDB09-5917-47B2-9AD9-E52B3C1731B6}" dt="2024-09-29T12:03:22.543" v="154" actId="478"/>
          <ac:spMkLst>
            <pc:docMk/>
            <pc:sldMk cId="627369714" sldId="524"/>
            <ac:spMk id="5" creationId="{00000000-0000-0000-0000-000000000000}"/>
          </ac:spMkLst>
        </pc:spChg>
        <pc:picChg chg="mod">
          <ac:chgData name="Ms Alina Arshad" userId="cccdfd85-d35d-4453-9c6f-a463aae40722" providerId="ADAL" clId="{2B0BDB09-5917-47B2-9AD9-E52B3C1731B6}" dt="2024-09-29T12:03:14.850" v="151" actId="1076"/>
          <ac:picMkLst>
            <pc:docMk/>
            <pc:sldMk cId="627369714" sldId="524"/>
            <ac:picMk id="6" creationId="{00000000-0000-0000-0000-000000000000}"/>
          </ac:picMkLst>
        </pc:picChg>
        <pc:picChg chg="mod">
          <ac:chgData name="Ms Alina Arshad" userId="cccdfd85-d35d-4453-9c6f-a463aae40722" providerId="ADAL" clId="{2B0BDB09-5917-47B2-9AD9-E52B3C1731B6}" dt="2024-09-29T12:03:18.261" v="152" actId="1076"/>
          <ac:picMkLst>
            <pc:docMk/>
            <pc:sldMk cId="627369714" sldId="524"/>
            <ac:picMk id="8" creationId="{00000000-0000-0000-0000-000000000000}"/>
          </ac:picMkLst>
        </pc:picChg>
      </pc:sldChg>
    </pc:docChg>
  </pc:docChgLst>
  <pc:docChgLst>
    <pc:chgData name="Ms Alina Arshad" userId="cccdfd85-d35d-4453-9c6f-a463aae40722" providerId="ADAL" clId="{1C05DFB1-C023-4755-8788-6BFDA6690735}"/>
    <pc:docChg chg="undo custSel addSld delSld modSld sldOrd">
      <pc:chgData name="Ms Alina Arshad" userId="cccdfd85-d35d-4453-9c6f-a463aae40722" providerId="ADAL" clId="{1C05DFB1-C023-4755-8788-6BFDA6690735}" dt="2024-09-05T08:41:59.376" v="433" actId="20577"/>
      <pc:docMkLst>
        <pc:docMk/>
      </pc:docMkLst>
      <pc:sldChg chg="addSp delSp modSp mod">
        <pc:chgData name="Ms Alina Arshad" userId="cccdfd85-d35d-4453-9c6f-a463aae40722" providerId="ADAL" clId="{1C05DFB1-C023-4755-8788-6BFDA6690735}" dt="2024-09-05T08:41:59.376" v="433" actId="20577"/>
        <pc:sldMkLst>
          <pc:docMk/>
          <pc:sldMk cId="3322361034" sldId="256"/>
        </pc:sldMkLst>
        <pc:spChg chg="mod">
          <ac:chgData name="Ms Alina Arshad" userId="cccdfd85-d35d-4453-9c6f-a463aae40722" providerId="ADAL" clId="{1C05DFB1-C023-4755-8788-6BFDA6690735}" dt="2024-09-05T08:41:59.376" v="433" actId="20577"/>
          <ac:spMkLst>
            <pc:docMk/>
            <pc:sldMk cId="3322361034" sldId="256"/>
            <ac:spMk id="3" creationId="{44E9F82C-BBA7-3495-1097-BEDB54FFFDF4}"/>
          </ac:spMkLst>
        </pc:spChg>
        <pc:spChg chg="add del">
          <ac:chgData name="Ms Alina Arshad" userId="cccdfd85-d35d-4453-9c6f-a463aae40722" providerId="ADAL" clId="{1C05DFB1-C023-4755-8788-6BFDA6690735}" dt="2024-09-05T07:34:55.610" v="146" actId="22"/>
          <ac:spMkLst>
            <pc:docMk/>
            <pc:sldMk cId="3322361034" sldId="256"/>
            <ac:spMk id="6" creationId="{3CA1EAAA-F942-5EDF-87BE-7AA035157A05}"/>
          </ac:spMkLst>
        </pc:spChg>
      </pc:sldChg>
      <pc:sldChg chg="modSp add mod ord">
        <pc:chgData name="Ms Alina Arshad" userId="cccdfd85-d35d-4453-9c6f-a463aae40722" providerId="ADAL" clId="{1C05DFB1-C023-4755-8788-6BFDA6690735}" dt="2024-09-05T07:56:57.780" v="375"/>
        <pc:sldMkLst>
          <pc:docMk/>
          <pc:sldMk cId="0" sldId="361"/>
        </pc:sldMkLst>
        <pc:spChg chg="mod">
          <ac:chgData name="Ms Alina Arshad" userId="cccdfd85-d35d-4453-9c6f-a463aae40722" providerId="ADAL" clId="{1C05DFB1-C023-4755-8788-6BFDA6690735}" dt="2024-09-05T07:45:06.953" v="192" actId="1076"/>
          <ac:spMkLst>
            <pc:docMk/>
            <pc:sldMk cId="0" sldId="361"/>
            <ac:spMk id="11266" creationId="{CDFEA5A7-DD76-DB88-8CE1-C136689A729E}"/>
          </ac:spMkLst>
        </pc:spChg>
        <pc:picChg chg="mod">
          <ac:chgData name="Ms Alina Arshad" userId="cccdfd85-d35d-4453-9c6f-a463aae40722" providerId="ADAL" clId="{1C05DFB1-C023-4755-8788-6BFDA6690735}" dt="2024-09-05T07:45:09.937" v="193" actId="1076"/>
          <ac:picMkLst>
            <pc:docMk/>
            <pc:sldMk cId="0" sldId="361"/>
            <ac:picMk id="11267" creationId="{E07318DB-010A-9C35-EA2F-B3B619FB4F96}"/>
          </ac:picMkLst>
        </pc:picChg>
      </pc:sldChg>
      <pc:sldChg chg="modSp add mod ord">
        <pc:chgData name="Ms Alina Arshad" userId="cccdfd85-d35d-4453-9c6f-a463aae40722" providerId="ADAL" clId="{1C05DFB1-C023-4755-8788-6BFDA6690735}" dt="2024-09-05T08:14:11.075" v="401"/>
        <pc:sldMkLst>
          <pc:docMk/>
          <pc:sldMk cId="0" sldId="369"/>
        </pc:sldMkLst>
        <pc:spChg chg="mod">
          <ac:chgData name="Ms Alina Arshad" userId="cccdfd85-d35d-4453-9c6f-a463aae40722" providerId="ADAL" clId="{1C05DFB1-C023-4755-8788-6BFDA6690735}" dt="2024-09-05T07:50:23.356" v="262" actId="404"/>
          <ac:spMkLst>
            <pc:docMk/>
            <pc:sldMk cId="0" sldId="369"/>
            <ac:spMk id="4" creationId="{8E987808-8596-9880-3716-1A0FF1EDC058}"/>
          </ac:spMkLst>
        </pc:spChg>
        <pc:spChg chg="mod">
          <ac:chgData name="Ms Alina Arshad" userId="cccdfd85-d35d-4453-9c6f-a463aae40722" providerId="ADAL" clId="{1C05DFB1-C023-4755-8788-6BFDA6690735}" dt="2024-09-05T07:50:03.718" v="254" actId="1076"/>
          <ac:spMkLst>
            <pc:docMk/>
            <pc:sldMk cId="0" sldId="369"/>
            <ac:spMk id="17410" creationId="{DD6089CE-4A31-4A96-1F98-DDBB2C23FF42}"/>
          </ac:spMkLst>
        </pc:spChg>
        <pc:picChg chg="mod">
          <ac:chgData name="Ms Alina Arshad" userId="cccdfd85-d35d-4453-9c6f-a463aae40722" providerId="ADAL" clId="{1C05DFB1-C023-4755-8788-6BFDA6690735}" dt="2024-09-05T07:50:25.414" v="263" actId="1076"/>
          <ac:picMkLst>
            <pc:docMk/>
            <pc:sldMk cId="0" sldId="369"/>
            <ac:picMk id="17412" creationId="{A99781B3-ECFD-C897-E252-4DA1744B8C9F}"/>
          </ac:picMkLst>
        </pc:picChg>
      </pc:sldChg>
      <pc:sldChg chg="modSp add mod ord modAnim">
        <pc:chgData name="Ms Alina Arshad" userId="cccdfd85-d35d-4453-9c6f-a463aae40722" providerId="ADAL" clId="{1C05DFB1-C023-4755-8788-6BFDA6690735}" dt="2024-09-05T08:15:10.231" v="421"/>
        <pc:sldMkLst>
          <pc:docMk/>
          <pc:sldMk cId="0" sldId="370"/>
        </pc:sldMkLst>
        <pc:spChg chg="mod">
          <ac:chgData name="Ms Alina Arshad" userId="cccdfd85-d35d-4453-9c6f-a463aae40722" providerId="ADAL" clId="{1C05DFB1-C023-4755-8788-6BFDA6690735}" dt="2024-09-05T08:15:07.606" v="419" actId="12"/>
          <ac:spMkLst>
            <pc:docMk/>
            <pc:sldMk cId="0" sldId="370"/>
            <ac:spMk id="4" creationId="{1BF07008-22A4-D676-C9D6-7038ABDE0606}"/>
          </ac:spMkLst>
        </pc:spChg>
        <pc:spChg chg="mod">
          <ac:chgData name="Ms Alina Arshad" userId="cccdfd85-d35d-4453-9c6f-a463aae40722" providerId="ADAL" clId="{1C05DFB1-C023-4755-8788-6BFDA6690735}" dt="2024-09-05T07:51:17.485" v="281" actId="1076"/>
          <ac:spMkLst>
            <pc:docMk/>
            <pc:sldMk cId="0" sldId="370"/>
            <ac:spMk id="19458" creationId="{36059FCC-18D6-6332-D685-7C398C657D85}"/>
          </ac:spMkLst>
        </pc:spChg>
        <pc:picChg chg="mod">
          <ac:chgData name="Ms Alina Arshad" userId="cccdfd85-d35d-4453-9c6f-a463aae40722" providerId="ADAL" clId="{1C05DFB1-C023-4755-8788-6BFDA6690735}" dt="2024-09-05T07:51:56.269" v="290" actId="1076"/>
          <ac:picMkLst>
            <pc:docMk/>
            <pc:sldMk cId="0" sldId="370"/>
            <ac:picMk id="19460" creationId="{A9A59423-9CB7-223E-698D-5348E408B2CE}"/>
          </ac:picMkLst>
        </pc:picChg>
      </pc:sldChg>
      <pc:sldChg chg="modSp add mod ord">
        <pc:chgData name="Ms Alina Arshad" userId="cccdfd85-d35d-4453-9c6f-a463aae40722" providerId="ADAL" clId="{1C05DFB1-C023-4755-8788-6BFDA6690735}" dt="2024-09-05T08:14:54.414" v="413"/>
        <pc:sldMkLst>
          <pc:docMk/>
          <pc:sldMk cId="0" sldId="371"/>
        </pc:sldMkLst>
        <pc:spChg chg="mod">
          <ac:chgData name="Ms Alina Arshad" userId="cccdfd85-d35d-4453-9c6f-a463aae40722" providerId="ADAL" clId="{1C05DFB1-C023-4755-8788-6BFDA6690735}" dt="2024-09-05T07:51:07.444" v="278" actId="12"/>
          <ac:spMkLst>
            <pc:docMk/>
            <pc:sldMk cId="0" sldId="371"/>
            <ac:spMk id="6" creationId="{BFF2EC28-54EE-BE7B-18AD-61866F6E4477}"/>
          </ac:spMkLst>
        </pc:spChg>
        <pc:spChg chg="mod">
          <ac:chgData name="Ms Alina Arshad" userId="cccdfd85-d35d-4453-9c6f-a463aae40722" providerId="ADAL" clId="{1C05DFB1-C023-4755-8788-6BFDA6690735}" dt="2024-09-05T07:50:36.990" v="267" actId="1076"/>
          <ac:spMkLst>
            <pc:docMk/>
            <pc:sldMk cId="0" sldId="371"/>
            <ac:spMk id="18434" creationId="{CC853854-2B92-E747-813E-1CCD9BE5A87A}"/>
          </ac:spMkLst>
        </pc:spChg>
      </pc:sldChg>
      <pc:sldChg chg="del">
        <pc:chgData name="Ms Alina Arshad" userId="cccdfd85-d35d-4453-9c6f-a463aae40722" providerId="ADAL" clId="{1C05DFB1-C023-4755-8788-6BFDA6690735}" dt="2024-09-05T06:57:39.431" v="12" actId="47"/>
        <pc:sldMkLst>
          <pc:docMk/>
          <pc:sldMk cId="3002628608" sldId="371"/>
        </pc:sldMkLst>
      </pc:sldChg>
      <pc:sldChg chg="modSp add mod ord">
        <pc:chgData name="Ms Alina Arshad" userId="cccdfd85-d35d-4453-9c6f-a463aae40722" providerId="ADAL" clId="{1C05DFB1-C023-4755-8788-6BFDA6690735}" dt="2024-09-05T08:15:20.321" v="423"/>
        <pc:sldMkLst>
          <pc:docMk/>
          <pc:sldMk cId="0" sldId="372"/>
        </pc:sldMkLst>
        <pc:spChg chg="mod">
          <ac:chgData name="Ms Alina Arshad" userId="cccdfd85-d35d-4453-9c6f-a463aae40722" providerId="ADAL" clId="{1C05DFB1-C023-4755-8788-6BFDA6690735}" dt="2024-09-05T07:52:20.715" v="298" actId="12"/>
          <ac:spMkLst>
            <pc:docMk/>
            <pc:sldMk cId="0" sldId="372"/>
            <ac:spMk id="3" creationId="{3CE06910-2266-68E8-32AE-E6FCE586718E}"/>
          </ac:spMkLst>
        </pc:spChg>
        <pc:spChg chg="mod">
          <ac:chgData name="Ms Alina Arshad" userId="cccdfd85-d35d-4453-9c6f-a463aae40722" providerId="ADAL" clId="{1C05DFB1-C023-4755-8788-6BFDA6690735}" dt="2024-09-05T07:52:06.262" v="293" actId="1076"/>
          <ac:spMkLst>
            <pc:docMk/>
            <pc:sldMk cId="0" sldId="372"/>
            <ac:spMk id="20482" creationId="{66081410-0D97-977C-9351-D99DD14E7278}"/>
          </ac:spMkLst>
        </pc:spChg>
      </pc:sldChg>
      <pc:sldChg chg="modSp add mod">
        <pc:chgData name="Ms Alina Arshad" userId="cccdfd85-d35d-4453-9c6f-a463aae40722" providerId="ADAL" clId="{1C05DFB1-C023-4755-8788-6BFDA6690735}" dt="2024-09-05T07:52:36.823" v="306" actId="12"/>
        <pc:sldMkLst>
          <pc:docMk/>
          <pc:sldMk cId="0" sldId="376"/>
        </pc:sldMkLst>
        <pc:spChg chg="mod">
          <ac:chgData name="Ms Alina Arshad" userId="cccdfd85-d35d-4453-9c6f-a463aae40722" providerId="ADAL" clId="{1C05DFB1-C023-4755-8788-6BFDA6690735}" dt="2024-09-05T07:52:36.823" v="306" actId="12"/>
          <ac:spMkLst>
            <pc:docMk/>
            <pc:sldMk cId="0" sldId="376"/>
            <ac:spMk id="14339" creationId="{94A197E7-6DCB-57DA-E27C-724B31356253}"/>
          </ac:spMkLst>
        </pc:spChg>
        <pc:spChg chg="mod">
          <ac:chgData name="Ms Alina Arshad" userId="cccdfd85-d35d-4453-9c6f-a463aae40722" providerId="ADAL" clId="{1C05DFB1-C023-4755-8788-6BFDA6690735}" dt="2024-09-05T07:52:26.389" v="300" actId="113"/>
          <ac:spMkLst>
            <pc:docMk/>
            <pc:sldMk cId="0" sldId="376"/>
            <ac:spMk id="21506" creationId="{94B96EC9-3772-F192-36A7-9AEC2591F83D}"/>
          </ac:spMkLst>
        </pc:spChg>
      </pc:sldChg>
      <pc:sldChg chg="modSp add mod">
        <pc:chgData name="Ms Alina Arshad" userId="cccdfd85-d35d-4453-9c6f-a463aae40722" providerId="ADAL" clId="{1C05DFB1-C023-4755-8788-6BFDA6690735}" dt="2024-09-05T07:53:06.340" v="318" actId="113"/>
        <pc:sldMkLst>
          <pc:docMk/>
          <pc:sldMk cId="0" sldId="377"/>
        </pc:sldMkLst>
        <pc:spChg chg="mod">
          <ac:chgData name="Ms Alina Arshad" userId="cccdfd85-d35d-4453-9c6f-a463aae40722" providerId="ADAL" clId="{1C05DFB1-C023-4755-8788-6BFDA6690735}" dt="2024-09-05T07:53:06.340" v="318" actId="113"/>
          <ac:spMkLst>
            <pc:docMk/>
            <pc:sldMk cId="0" sldId="377"/>
            <ac:spMk id="14339" creationId="{146A747E-9050-5C65-BC4A-8D4836FF8395}"/>
          </ac:spMkLst>
        </pc:spChg>
        <pc:spChg chg="mod">
          <ac:chgData name="Ms Alina Arshad" userId="cccdfd85-d35d-4453-9c6f-a463aae40722" providerId="ADAL" clId="{1C05DFB1-C023-4755-8788-6BFDA6690735}" dt="2024-09-05T07:52:44.618" v="309" actId="14100"/>
          <ac:spMkLst>
            <pc:docMk/>
            <pc:sldMk cId="0" sldId="377"/>
            <ac:spMk id="22530" creationId="{7FF264FD-3FAC-696B-B23E-80C7D4989C57}"/>
          </ac:spMkLst>
        </pc:spChg>
      </pc:sldChg>
      <pc:sldChg chg="modSp add mod">
        <pc:chgData name="Ms Alina Arshad" userId="cccdfd85-d35d-4453-9c6f-a463aae40722" providerId="ADAL" clId="{1C05DFB1-C023-4755-8788-6BFDA6690735}" dt="2024-09-05T07:47:40.697" v="240" actId="5793"/>
        <pc:sldMkLst>
          <pc:docMk/>
          <pc:sldMk cId="0" sldId="378"/>
        </pc:sldMkLst>
        <pc:spChg chg="mod">
          <ac:chgData name="Ms Alina Arshad" userId="cccdfd85-d35d-4453-9c6f-a463aae40722" providerId="ADAL" clId="{1C05DFB1-C023-4755-8788-6BFDA6690735}" dt="2024-09-05T07:47:40.697" v="240" actId="5793"/>
          <ac:spMkLst>
            <pc:docMk/>
            <pc:sldMk cId="0" sldId="378"/>
            <ac:spMk id="3" creationId="{4D92009B-F46A-5A2A-9F0D-713E31A909F0}"/>
          </ac:spMkLst>
        </pc:spChg>
        <pc:spChg chg="mod">
          <ac:chgData name="Ms Alina Arshad" userId="cccdfd85-d35d-4453-9c6f-a463aae40722" providerId="ADAL" clId="{1C05DFB1-C023-4755-8788-6BFDA6690735}" dt="2024-09-05T07:47:30.328" v="235" actId="1076"/>
          <ac:spMkLst>
            <pc:docMk/>
            <pc:sldMk cId="0" sldId="378"/>
            <ac:spMk id="15362" creationId="{3442C437-2A5E-2C29-35CE-ED5EFF025000}"/>
          </ac:spMkLst>
        </pc:spChg>
      </pc:sldChg>
      <pc:sldChg chg="modSp add mod modAnim">
        <pc:chgData name="Ms Alina Arshad" userId="cccdfd85-d35d-4453-9c6f-a463aae40722" providerId="ADAL" clId="{1C05DFB1-C023-4755-8788-6BFDA6690735}" dt="2024-09-05T08:14:51.102" v="411" actId="20577"/>
        <pc:sldMkLst>
          <pc:docMk/>
          <pc:sldMk cId="0" sldId="379"/>
        </pc:sldMkLst>
        <pc:spChg chg="mod">
          <ac:chgData name="Ms Alina Arshad" userId="cccdfd85-d35d-4453-9c6f-a463aae40722" providerId="ADAL" clId="{1C05DFB1-C023-4755-8788-6BFDA6690735}" dt="2024-09-05T08:14:51.102" v="411" actId="20577"/>
          <ac:spMkLst>
            <pc:docMk/>
            <pc:sldMk cId="0" sldId="379"/>
            <ac:spMk id="3" creationId="{61195190-11D2-11B5-78F3-47F19F95C21B}"/>
          </ac:spMkLst>
        </pc:spChg>
        <pc:spChg chg="mod">
          <ac:chgData name="Ms Alina Arshad" userId="cccdfd85-d35d-4453-9c6f-a463aae40722" providerId="ADAL" clId="{1C05DFB1-C023-4755-8788-6BFDA6690735}" dt="2024-09-05T07:47:52.400" v="243" actId="1076"/>
          <ac:spMkLst>
            <pc:docMk/>
            <pc:sldMk cId="0" sldId="379"/>
            <ac:spMk id="16386" creationId="{0F49AA23-905E-F20F-088A-5E8560F2BB65}"/>
          </ac:spMkLst>
        </pc:spChg>
      </pc:sldChg>
      <pc:sldChg chg="modSp add mod modAnim">
        <pc:chgData name="Ms Alina Arshad" userId="cccdfd85-d35d-4453-9c6f-a463aae40722" providerId="ADAL" clId="{1C05DFB1-C023-4755-8788-6BFDA6690735}" dt="2024-09-05T07:43:18.362" v="180" actId="5793"/>
        <pc:sldMkLst>
          <pc:docMk/>
          <pc:sldMk cId="0" sldId="383"/>
        </pc:sldMkLst>
        <pc:spChg chg="mod">
          <ac:chgData name="Ms Alina Arshad" userId="cccdfd85-d35d-4453-9c6f-a463aae40722" providerId="ADAL" clId="{1C05DFB1-C023-4755-8788-6BFDA6690735}" dt="2024-09-05T07:43:18.362" v="180" actId="5793"/>
          <ac:spMkLst>
            <pc:docMk/>
            <pc:sldMk cId="0" sldId="383"/>
            <ac:spMk id="3" creationId="{C2FC69E0-7DD3-4C45-6AFE-2872EF17DC2F}"/>
          </ac:spMkLst>
        </pc:spChg>
        <pc:spChg chg="mod">
          <ac:chgData name="Ms Alina Arshad" userId="cccdfd85-d35d-4453-9c6f-a463aae40722" providerId="ADAL" clId="{1C05DFB1-C023-4755-8788-6BFDA6690735}" dt="2024-09-05T07:42:53.024" v="172" actId="20577"/>
          <ac:spMkLst>
            <pc:docMk/>
            <pc:sldMk cId="0" sldId="383"/>
            <ac:spMk id="9218" creationId="{7D46923B-4293-0392-7CA6-15541CC5E291}"/>
          </ac:spMkLst>
        </pc:spChg>
      </pc:sldChg>
      <pc:sldChg chg="modSp add mod">
        <pc:chgData name="Ms Alina Arshad" userId="cccdfd85-d35d-4453-9c6f-a463aae40722" providerId="ADAL" clId="{1C05DFB1-C023-4755-8788-6BFDA6690735}" dt="2024-09-05T07:44:56.003" v="189" actId="14100"/>
        <pc:sldMkLst>
          <pc:docMk/>
          <pc:sldMk cId="0" sldId="384"/>
        </pc:sldMkLst>
        <pc:spChg chg="mod">
          <ac:chgData name="Ms Alina Arshad" userId="cccdfd85-d35d-4453-9c6f-a463aae40722" providerId="ADAL" clId="{1C05DFB1-C023-4755-8788-6BFDA6690735}" dt="2024-09-05T07:44:56.003" v="189" actId="14100"/>
          <ac:spMkLst>
            <pc:docMk/>
            <pc:sldMk cId="0" sldId="384"/>
            <ac:spMk id="3" creationId="{C634E1DB-E2BA-2AFF-7108-3E751B986BF9}"/>
          </ac:spMkLst>
        </pc:spChg>
        <pc:spChg chg="mod">
          <ac:chgData name="Ms Alina Arshad" userId="cccdfd85-d35d-4453-9c6f-a463aae40722" providerId="ADAL" clId="{1C05DFB1-C023-4755-8788-6BFDA6690735}" dt="2024-09-05T07:44:40.769" v="183" actId="1076"/>
          <ac:spMkLst>
            <pc:docMk/>
            <pc:sldMk cId="0" sldId="384"/>
            <ac:spMk id="10242" creationId="{50DB1E3C-43B1-2632-8424-D1FFA8841F47}"/>
          </ac:spMkLst>
        </pc:spChg>
      </pc:sldChg>
      <pc:sldChg chg="modSp add mod">
        <pc:chgData name="Ms Alina Arshad" userId="cccdfd85-d35d-4453-9c6f-a463aae40722" providerId="ADAL" clId="{1C05DFB1-C023-4755-8788-6BFDA6690735}" dt="2024-09-05T07:46:39.842" v="219" actId="12"/>
        <pc:sldMkLst>
          <pc:docMk/>
          <pc:sldMk cId="0" sldId="385"/>
        </pc:sldMkLst>
        <pc:spChg chg="mod">
          <ac:chgData name="Ms Alina Arshad" userId="cccdfd85-d35d-4453-9c6f-a463aae40722" providerId="ADAL" clId="{1C05DFB1-C023-4755-8788-6BFDA6690735}" dt="2024-09-05T07:46:39.842" v="219" actId="12"/>
          <ac:spMkLst>
            <pc:docMk/>
            <pc:sldMk cId="0" sldId="385"/>
            <ac:spMk id="3" creationId="{379A78FA-6D74-14F8-2672-ED7E5F387EF1}"/>
          </ac:spMkLst>
        </pc:spChg>
        <pc:spChg chg="mod">
          <ac:chgData name="Ms Alina Arshad" userId="cccdfd85-d35d-4453-9c6f-a463aae40722" providerId="ADAL" clId="{1C05DFB1-C023-4755-8788-6BFDA6690735}" dt="2024-09-05T07:46:15.304" v="212" actId="1076"/>
          <ac:spMkLst>
            <pc:docMk/>
            <pc:sldMk cId="0" sldId="385"/>
            <ac:spMk id="13314" creationId="{732ED189-5E03-CB9F-F411-B5D3F802C357}"/>
          </ac:spMkLst>
        </pc:spChg>
      </pc:sldChg>
      <pc:sldChg chg="modSp add mod">
        <pc:chgData name="Ms Alina Arshad" userId="cccdfd85-d35d-4453-9c6f-a463aae40722" providerId="ADAL" clId="{1C05DFB1-C023-4755-8788-6BFDA6690735}" dt="2024-09-05T07:47:20.829" v="232" actId="403"/>
        <pc:sldMkLst>
          <pc:docMk/>
          <pc:sldMk cId="0" sldId="386"/>
        </pc:sldMkLst>
        <pc:spChg chg="mod">
          <ac:chgData name="Ms Alina Arshad" userId="cccdfd85-d35d-4453-9c6f-a463aae40722" providerId="ADAL" clId="{1C05DFB1-C023-4755-8788-6BFDA6690735}" dt="2024-09-05T07:47:20.829" v="232" actId="403"/>
          <ac:spMkLst>
            <pc:docMk/>
            <pc:sldMk cId="0" sldId="386"/>
            <ac:spMk id="3" creationId="{0ADDFDD8-BEF2-6FD9-6843-39FB18C7F97C}"/>
          </ac:spMkLst>
        </pc:spChg>
        <pc:spChg chg="mod">
          <ac:chgData name="Ms Alina Arshad" userId="cccdfd85-d35d-4453-9c6f-a463aae40722" providerId="ADAL" clId="{1C05DFB1-C023-4755-8788-6BFDA6690735}" dt="2024-09-05T07:46:47.656" v="222" actId="1076"/>
          <ac:spMkLst>
            <pc:docMk/>
            <pc:sldMk cId="0" sldId="386"/>
            <ac:spMk id="14338" creationId="{B83E9FFA-704B-66F4-F1D7-6A91C9C11149}"/>
          </ac:spMkLst>
        </pc:spChg>
      </pc:sldChg>
      <pc:sldChg chg="modSp add mod modAnim">
        <pc:chgData name="Ms Alina Arshad" userId="cccdfd85-d35d-4453-9c6f-a463aae40722" providerId="ADAL" clId="{1C05DFB1-C023-4755-8788-6BFDA6690735}" dt="2024-09-05T07:54:35.206" v="338" actId="20577"/>
        <pc:sldMkLst>
          <pc:docMk/>
          <pc:sldMk cId="0" sldId="387"/>
        </pc:sldMkLst>
        <pc:spChg chg="mod">
          <ac:chgData name="Ms Alina Arshad" userId="cccdfd85-d35d-4453-9c6f-a463aae40722" providerId="ADAL" clId="{1C05DFB1-C023-4755-8788-6BFDA6690735}" dt="2024-09-05T07:54:35.206" v="338" actId="20577"/>
          <ac:spMkLst>
            <pc:docMk/>
            <pc:sldMk cId="0" sldId="387"/>
            <ac:spMk id="13315" creationId="{531687A9-A3D6-897B-44B5-C9FB8F83C570}"/>
          </ac:spMkLst>
        </pc:spChg>
        <pc:spChg chg="mod">
          <ac:chgData name="Ms Alina Arshad" userId="cccdfd85-d35d-4453-9c6f-a463aae40722" providerId="ADAL" clId="{1C05DFB1-C023-4755-8788-6BFDA6690735}" dt="2024-09-05T07:53:54.999" v="320" actId="113"/>
          <ac:spMkLst>
            <pc:docMk/>
            <pc:sldMk cId="0" sldId="387"/>
            <ac:spMk id="23554" creationId="{5CC3658E-AF25-BB3C-3809-6442770ED61D}"/>
          </ac:spMkLst>
        </pc:spChg>
      </pc:sldChg>
      <pc:sldChg chg="modSp add mod">
        <pc:chgData name="Ms Alina Arshad" userId="cccdfd85-d35d-4453-9c6f-a463aae40722" providerId="ADAL" clId="{1C05DFB1-C023-4755-8788-6BFDA6690735}" dt="2024-09-05T07:55:35.887" v="366" actId="404"/>
        <pc:sldMkLst>
          <pc:docMk/>
          <pc:sldMk cId="0" sldId="388"/>
        </pc:sldMkLst>
        <pc:spChg chg="mod">
          <ac:chgData name="Ms Alina Arshad" userId="cccdfd85-d35d-4453-9c6f-a463aae40722" providerId="ADAL" clId="{1C05DFB1-C023-4755-8788-6BFDA6690735}" dt="2024-09-05T07:55:35.887" v="366" actId="404"/>
          <ac:spMkLst>
            <pc:docMk/>
            <pc:sldMk cId="0" sldId="388"/>
            <ac:spMk id="12291" creationId="{A4229261-4050-E940-E2CC-E6C349C00026}"/>
          </ac:spMkLst>
        </pc:spChg>
        <pc:spChg chg="mod">
          <ac:chgData name="Ms Alina Arshad" userId="cccdfd85-d35d-4453-9c6f-a463aae40722" providerId="ADAL" clId="{1C05DFB1-C023-4755-8788-6BFDA6690735}" dt="2024-09-05T07:54:43.782" v="340" actId="113"/>
          <ac:spMkLst>
            <pc:docMk/>
            <pc:sldMk cId="0" sldId="388"/>
            <ac:spMk id="25602" creationId="{B6BE0445-8A2A-E89B-D80A-2E7BB69D894C}"/>
          </ac:spMkLst>
        </pc:spChg>
        <pc:picChg chg="mod">
          <ac:chgData name="Ms Alina Arshad" userId="cccdfd85-d35d-4453-9c6f-a463aae40722" providerId="ADAL" clId="{1C05DFB1-C023-4755-8788-6BFDA6690735}" dt="2024-09-05T07:55:30.652" v="363" actId="1076"/>
          <ac:picMkLst>
            <pc:docMk/>
            <pc:sldMk cId="0" sldId="388"/>
            <ac:picMk id="4" creationId="{DC97E133-31CE-26D9-EDB0-C1FF1455F237}"/>
          </ac:picMkLst>
        </pc:picChg>
      </pc:sldChg>
      <pc:sldChg chg="add">
        <pc:chgData name="Ms Alina Arshad" userId="cccdfd85-d35d-4453-9c6f-a463aae40722" providerId="ADAL" clId="{1C05DFB1-C023-4755-8788-6BFDA6690735}" dt="2024-09-05T07:35:18.954" v="147"/>
        <pc:sldMkLst>
          <pc:docMk/>
          <pc:sldMk cId="0" sldId="389"/>
        </pc:sldMkLst>
      </pc:sldChg>
      <pc:sldChg chg="modSp add mod">
        <pc:chgData name="Ms Alina Arshad" userId="cccdfd85-d35d-4453-9c6f-a463aae40722" providerId="ADAL" clId="{1C05DFB1-C023-4755-8788-6BFDA6690735}" dt="2024-09-05T07:46:09.888" v="210" actId="1076"/>
        <pc:sldMkLst>
          <pc:docMk/>
          <pc:sldMk cId="0" sldId="390"/>
        </pc:sldMkLst>
        <pc:spChg chg="mod">
          <ac:chgData name="Ms Alina Arshad" userId="cccdfd85-d35d-4453-9c6f-a463aae40722" providerId="ADAL" clId="{1C05DFB1-C023-4755-8788-6BFDA6690735}" dt="2024-09-05T07:45:21.202" v="195" actId="207"/>
          <ac:spMkLst>
            <pc:docMk/>
            <pc:sldMk cId="0" sldId="390"/>
            <ac:spMk id="12290" creationId="{8E0F0A77-C487-B84C-9097-D4771F55B8EE}"/>
          </ac:spMkLst>
        </pc:spChg>
        <pc:spChg chg="mod">
          <ac:chgData name="Ms Alina Arshad" userId="cccdfd85-d35d-4453-9c6f-a463aae40722" providerId="ADAL" clId="{1C05DFB1-C023-4755-8788-6BFDA6690735}" dt="2024-09-05T07:46:09.888" v="210" actId="1076"/>
          <ac:spMkLst>
            <pc:docMk/>
            <pc:sldMk cId="0" sldId="390"/>
            <ac:spMk id="14339" creationId="{0243372F-21F0-51E3-14C0-24B5D136C36E}"/>
          </ac:spMkLst>
        </pc:spChg>
      </pc:sldChg>
      <pc:sldChg chg="modSp add mod">
        <pc:chgData name="Ms Alina Arshad" userId="cccdfd85-d35d-4453-9c6f-a463aae40722" providerId="ADAL" clId="{1C05DFB1-C023-4755-8788-6BFDA6690735}" dt="2024-09-05T07:55:45.781" v="369" actId="1076"/>
        <pc:sldMkLst>
          <pc:docMk/>
          <pc:sldMk cId="0" sldId="391"/>
        </pc:sldMkLst>
        <pc:spChg chg="mod">
          <ac:chgData name="Ms Alina Arshad" userId="cccdfd85-d35d-4453-9c6f-a463aae40722" providerId="ADAL" clId="{1C05DFB1-C023-4755-8788-6BFDA6690735}" dt="2024-09-05T07:55:45.781" v="369" actId="1076"/>
          <ac:spMkLst>
            <pc:docMk/>
            <pc:sldMk cId="0" sldId="391"/>
            <ac:spMk id="26626" creationId="{0FEEB420-FF9F-896C-19FE-30B0D95ADF93}"/>
          </ac:spMkLst>
        </pc:spChg>
      </pc:sldChg>
      <pc:sldChg chg="del">
        <pc:chgData name="Ms Alina Arshad" userId="cccdfd85-d35d-4453-9c6f-a463aae40722" providerId="ADAL" clId="{1C05DFB1-C023-4755-8788-6BFDA6690735}" dt="2024-09-05T06:57:35.413" v="0" actId="47"/>
        <pc:sldMkLst>
          <pc:docMk/>
          <pc:sldMk cId="3567501205" sldId="393"/>
        </pc:sldMkLst>
      </pc:sldChg>
      <pc:sldChg chg="del">
        <pc:chgData name="Ms Alina Arshad" userId="cccdfd85-d35d-4453-9c6f-a463aae40722" providerId="ADAL" clId="{1C05DFB1-C023-4755-8788-6BFDA6690735}" dt="2024-09-05T06:57:36.202" v="3" actId="47"/>
        <pc:sldMkLst>
          <pc:docMk/>
          <pc:sldMk cId="2835579431" sldId="396"/>
        </pc:sldMkLst>
      </pc:sldChg>
      <pc:sldChg chg="del">
        <pc:chgData name="Ms Alina Arshad" userId="cccdfd85-d35d-4453-9c6f-a463aae40722" providerId="ADAL" clId="{1C05DFB1-C023-4755-8788-6BFDA6690735}" dt="2024-09-05T06:57:35.685" v="1" actId="47"/>
        <pc:sldMkLst>
          <pc:docMk/>
          <pc:sldMk cId="3038092496" sldId="400"/>
        </pc:sldMkLst>
      </pc:sldChg>
      <pc:sldChg chg="del">
        <pc:chgData name="Ms Alina Arshad" userId="cccdfd85-d35d-4453-9c6f-a463aae40722" providerId="ADAL" clId="{1C05DFB1-C023-4755-8788-6BFDA6690735}" dt="2024-09-05T06:57:35.968" v="2" actId="47"/>
        <pc:sldMkLst>
          <pc:docMk/>
          <pc:sldMk cId="2157527746" sldId="401"/>
        </pc:sldMkLst>
      </pc:sldChg>
      <pc:sldChg chg="del">
        <pc:chgData name="Ms Alina Arshad" userId="cccdfd85-d35d-4453-9c6f-a463aae40722" providerId="ADAL" clId="{1C05DFB1-C023-4755-8788-6BFDA6690735}" dt="2024-09-05T06:57:36.358" v="4" actId="47"/>
        <pc:sldMkLst>
          <pc:docMk/>
          <pc:sldMk cId="2990775597" sldId="402"/>
        </pc:sldMkLst>
      </pc:sldChg>
      <pc:sldChg chg="del">
        <pc:chgData name="Ms Alina Arshad" userId="cccdfd85-d35d-4453-9c6f-a463aae40722" providerId="ADAL" clId="{1C05DFB1-C023-4755-8788-6BFDA6690735}" dt="2024-09-05T06:57:36.546" v="5" actId="47"/>
        <pc:sldMkLst>
          <pc:docMk/>
          <pc:sldMk cId="1130882444" sldId="403"/>
        </pc:sldMkLst>
      </pc:sldChg>
      <pc:sldChg chg="del">
        <pc:chgData name="Ms Alina Arshad" userId="cccdfd85-d35d-4453-9c6f-a463aae40722" providerId="ADAL" clId="{1C05DFB1-C023-4755-8788-6BFDA6690735}" dt="2024-09-05T06:57:36.694" v="6" actId="47"/>
        <pc:sldMkLst>
          <pc:docMk/>
          <pc:sldMk cId="1416402" sldId="404"/>
        </pc:sldMkLst>
      </pc:sldChg>
      <pc:sldChg chg="del">
        <pc:chgData name="Ms Alina Arshad" userId="cccdfd85-d35d-4453-9c6f-a463aae40722" providerId="ADAL" clId="{1C05DFB1-C023-4755-8788-6BFDA6690735}" dt="2024-09-05T06:57:38.006" v="7" actId="47"/>
        <pc:sldMkLst>
          <pc:docMk/>
          <pc:sldMk cId="3071036191" sldId="405"/>
        </pc:sldMkLst>
      </pc:sldChg>
      <pc:sldChg chg="del">
        <pc:chgData name="Ms Alina Arshad" userId="cccdfd85-d35d-4453-9c6f-a463aae40722" providerId="ADAL" clId="{1C05DFB1-C023-4755-8788-6BFDA6690735}" dt="2024-09-05T06:57:38.244" v="8" actId="47"/>
        <pc:sldMkLst>
          <pc:docMk/>
          <pc:sldMk cId="1110637184" sldId="406"/>
        </pc:sldMkLst>
      </pc:sldChg>
      <pc:sldChg chg="del">
        <pc:chgData name="Ms Alina Arshad" userId="cccdfd85-d35d-4453-9c6f-a463aae40722" providerId="ADAL" clId="{1C05DFB1-C023-4755-8788-6BFDA6690735}" dt="2024-09-05T06:57:38.415" v="9" actId="47"/>
        <pc:sldMkLst>
          <pc:docMk/>
          <pc:sldMk cId="261616852" sldId="407"/>
        </pc:sldMkLst>
      </pc:sldChg>
      <pc:sldChg chg="del">
        <pc:chgData name="Ms Alina Arshad" userId="cccdfd85-d35d-4453-9c6f-a463aae40722" providerId="ADAL" clId="{1C05DFB1-C023-4755-8788-6BFDA6690735}" dt="2024-09-05T06:57:38.587" v="10" actId="47"/>
        <pc:sldMkLst>
          <pc:docMk/>
          <pc:sldMk cId="2553615988" sldId="409"/>
        </pc:sldMkLst>
      </pc:sldChg>
      <pc:sldChg chg="del">
        <pc:chgData name="Ms Alina Arshad" userId="cccdfd85-d35d-4453-9c6f-a463aae40722" providerId="ADAL" clId="{1C05DFB1-C023-4755-8788-6BFDA6690735}" dt="2024-09-05T06:57:38.947" v="11" actId="47"/>
        <pc:sldMkLst>
          <pc:docMk/>
          <pc:sldMk cId="515654138" sldId="410"/>
        </pc:sldMkLst>
      </pc:sldChg>
      <pc:sldChg chg="del">
        <pc:chgData name="Ms Alina Arshad" userId="cccdfd85-d35d-4453-9c6f-a463aae40722" providerId="ADAL" clId="{1C05DFB1-C023-4755-8788-6BFDA6690735}" dt="2024-09-05T06:57:39.759" v="13" actId="47"/>
        <pc:sldMkLst>
          <pc:docMk/>
          <pc:sldMk cId="317315783" sldId="412"/>
        </pc:sldMkLst>
      </pc:sldChg>
      <pc:sldChg chg="delSp modSp add del mod">
        <pc:chgData name="Ms Alina Arshad" userId="cccdfd85-d35d-4453-9c6f-a463aae40722" providerId="ADAL" clId="{1C05DFB1-C023-4755-8788-6BFDA6690735}" dt="2024-09-05T07:16:52.386" v="23" actId="47"/>
        <pc:sldMkLst>
          <pc:docMk/>
          <pc:sldMk cId="8447295" sldId="436"/>
        </pc:sldMkLst>
        <pc:spChg chg="mod">
          <ac:chgData name="Ms Alina Arshad" userId="cccdfd85-d35d-4453-9c6f-a463aae40722" providerId="ADAL" clId="{1C05DFB1-C023-4755-8788-6BFDA6690735}" dt="2024-09-05T07:12:06.985" v="21" actId="1076"/>
          <ac:spMkLst>
            <pc:docMk/>
            <pc:sldMk cId="8447295" sldId="436"/>
            <ac:spMk id="2" creationId="{00000000-0000-0000-0000-000000000000}"/>
          </ac:spMkLst>
        </pc:spChg>
        <pc:spChg chg="del">
          <ac:chgData name="Ms Alina Arshad" userId="cccdfd85-d35d-4453-9c6f-a463aae40722" providerId="ADAL" clId="{1C05DFB1-C023-4755-8788-6BFDA6690735}" dt="2024-09-05T07:12:10.600" v="22" actId="478"/>
          <ac:spMkLst>
            <pc:docMk/>
            <pc:sldMk cId="8447295" sldId="436"/>
            <ac:spMk id="4" creationId="{00000000-0000-0000-0000-000000000000}"/>
          </ac:spMkLst>
        </pc:spChg>
      </pc:sldChg>
      <pc:sldChg chg="delSp modSp add mod ord">
        <pc:chgData name="Ms Alina Arshad" userId="cccdfd85-d35d-4453-9c6f-a463aae40722" providerId="ADAL" clId="{1C05DFB1-C023-4755-8788-6BFDA6690735}" dt="2024-09-05T07:56:56.253" v="373"/>
        <pc:sldMkLst>
          <pc:docMk/>
          <pc:sldMk cId="1737629093" sldId="438"/>
        </pc:sldMkLst>
        <pc:spChg chg="mod">
          <ac:chgData name="Ms Alina Arshad" userId="cccdfd85-d35d-4453-9c6f-a463aae40722" providerId="ADAL" clId="{1C05DFB1-C023-4755-8788-6BFDA6690735}" dt="2024-09-05T07:18:13.492" v="31" actId="20577"/>
          <ac:spMkLst>
            <pc:docMk/>
            <pc:sldMk cId="1737629093" sldId="438"/>
            <ac:spMk id="2" creationId="{00000000-0000-0000-0000-000000000000}"/>
          </ac:spMkLst>
        </pc:spChg>
        <pc:spChg chg="mod">
          <ac:chgData name="Ms Alina Arshad" userId="cccdfd85-d35d-4453-9c6f-a463aae40722" providerId="ADAL" clId="{1C05DFB1-C023-4755-8788-6BFDA6690735}" dt="2024-09-05T07:19:24.244" v="46" actId="12"/>
          <ac:spMkLst>
            <pc:docMk/>
            <pc:sldMk cId="1737629093" sldId="438"/>
            <ac:spMk id="3" creationId="{00000000-0000-0000-0000-000000000000}"/>
          </ac:spMkLst>
        </pc:spChg>
        <pc:spChg chg="del">
          <ac:chgData name="Ms Alina Arshad" userId="cccdfd85-d35d-4453-9c6f-a463aae40722" providerId="ADAL" clId="{1C05DFB1-C023-4755-8788-6BFDA6690735}" dt="2024-09-05T07:17:30.423" v="29" actId="478"/>
          <ac:spMkLst>
            <pc:docMk/>
            <pc:sldMk cId="1737629093" sldId="438"/>
            <ac:spMk id="4" creationId="{00000000-0000-0000-0000-000000000000}"/>
          </ac:spMkLst>
        </pc:spChg>
        <pc:spChg chg="del">
          <ac:chgData name="Ms Alina Arshad" userId="cccdfd85-d35d-4453-9c6f-a463aae40722" providerId="ADAL" clId="{1C05DFB1-C023-4755-8788-6BFDA6690735}" dt="2024-09-05T07:17:33.157" v="30" actId="478"/>
          <ac:spMkLst>
            <pc:docMk/>
            <pc:sldMk cId="1737629093" sldId="438"/>
            <ac:spMk id="5" creationId="{00000000-0000-0000-0000-000000000000}"/>
          </ac:spMkLst>
        </pc:spChg>
      </pc:sldChg>
      <pc:sldChg chg="add">
        <pc:chgData name="Ms Alina Arshad" userId="cccdfd85-d35d-4453-9c6f-a463aae40722" providerId="ADAL" clId="{1C05DFB1-C023-4755-8788-6BFDA6690735}" dt="2024-09-05T07:57:33.427" v="377"/>
        <pc:sldMkLst>
          <pc:docMk/>
          <pc:sldMk cId="2841578013" sldId="439"/>
        </pc:sldMkLst>
      </pc:sldChg>
      <pc:sldChg chg="delSp modSp add del mod">
        <pc:chgData name="Ms Alina Arshad" userId="cccdfd85-d35d-4453-9c6f-a463aae40722" providerId="ADAL" clId="{1C05DFB1-C023-4755-8788-6BFDA6690735}" dt="2024-09-05T07:57:27.448" v="376" actId="2696"/>
        <pc:sldMkLst>
          <pc:docMk/>
          <pc:sldMk cId="4097389567" sldId="439"/>
        </pc:sldMkLst>
        <pc:spChg chg="mod">
          <ac:chgData name="Ms Alina Arshad" userId="cccdfd85-d35d-4453-9c6f-a463aae40722" providerId="ADAL" clId="{1C05DFB1-C023-4755-8788-6BFDA6690735}" dt="2024-09-05T07:18:53.327" v="37" actId="27636"/>
          <ac:spMkLst>
            <pc:docMk/>
            <pc:sldMk cId="4097389567" sldId="439"/>
            <ac:spMk id="2" creationId="{00000000-0000-0000-0000-000000000000}"/>
          </ac:spMkLst>
        </pc:spChg>
        <pc:spChg chg="del">
          <ac:chgData name="Ms Alina Arshad" userId="cccdfd85-d35d-4453-9c6f-a463aae40722" providerId="ADAL" clId="{1C05DFB1-C023-4755-8788-6BFDA6690735}" dt="2024-09-05T07:18:55.967" v="38" actId="478"/>
          <ac:spMkLst>
            <pc:docMk/>
            <pc:sldMk cId="4097389567" sldId="439"/>
            <ac:spMk id="4" creationId="{00000000-0000-0000-0000-000000000000}"/>
          </ac:spMkLst>
        </pc:spChg>
        <pc:spChg chg="del">
          <ac:chgData name="Ms Alina Arshad" userId="cccdfd85-d35d-4453-9c6f-a463aae40722" providerId="ADAL" clId="{1C05DFB1-C023-4755-8788-6BFDA6690735}" dt="2024-09-05T07:18:57.947" v="39" actId="478"/>
          <ac:spMkLst>
            <pc:docMk/>
            <pc:sldMk cId="4097389567" sldId="439"/>
            <ac:spMk id="5" creationId="{00000000-0000-0000-0000-000000000000}"/>
          </ac:spMkLst>
        </pc:spChg>
      </pc:sldChg>
      <pc:sldChg chg="delSp modSp add del mod">
        <pc:chgData name="Ms Alina Arshad" userId="cccdfd85-d35d-4453-9c6f-a463aae40722" providerId="ADAL" clId="{1C05DFB1-C023-4755-8788-6BFDA6690735}" dt="2024-09-05T07:57:27.448" v="376" actId="2696"/>
        <pc:sldMkLst>
          <pc:docMk/>
          <pc:sldMk cId="1869326336" sldId="440"/>
        </pc:sldMkLst>
        <pc:spChg chg="mod">
          <ac:chgData name="Ms Alina Arshad" userId="cccdfd85-d35d-4453-9c6f-a463aae40722" providerId="ADAL" clId="{1C05DFB1-C023-4755-8788-6BFDA6690735}" dt="2024-09-05T07:21:34.853" v="52" actId="14100"/>
          <ac:spMkLst>
            <pc:docMk/>
            <pc:sldMk cId="1869326336" sldId="440"/>
            <ac:spMk id="2" creationId="{00000000-0000-0000-0000-000000000000}"/>
          </ac:spMkLst>
        </pc:spChg>
        <pc:spChg chg="del">
          <ac:chgData name="Ms Alina Arshad" userId="cccdfd85-d35d-4453-9c6f-a463aae40722" providerId="ADAL" clId="{1C05DFB1-C023-4755-8788-6BFDA6690735}" dt="2024-09-05T07:21:23.813" v="47" actId="478"/>
          <ac:spMkLst>
            <pc:docMk/>
            <pc:sldMk cId="1869326336" sldId="440"/>
            <ac:spMk id="4" creationId="{00000000-0000-0000-0000-000000000000}"/>
          </ac:spMkLst>
        </pc:spChg>
        <pc:spChg chg="del">
          <ac:chgData name="Ms Alina Arshad" userId="cccdfd85-d35d-4453-9c6f-a463aae40722" providerId="ADAL" clId="{1C05DFB1-C023-4755-8788-6BFDA6690735}" dt="2024-09-05T07:21:25.622" v="48" actId="478"/>
          <ac:spMkLst>
            <pc:docMk/>
            <pc:sldMk cId="1869326336" sldId="440"/>
            <ac:spMk id="5" creationId="{00000000-0000-0000-0000-000000000000}"/>
          </ac:spMkLst>
        </pc:spChg>
        <pc:picChg chg="mod">
          <ac:chgData name="Ms Alina Arshad" userId="cccdfd85-d35d-4453-9c6f-a463aae40722" providerId="ADAL" clId="{1C05DFB1-C023-4755-8788-6BFDA6690735}" dt="2024-09-05T07:21:38.145" v="53" actId="1076"/>
          <ac:picMkLst>
            <pc:docMk/>
            <pc:sldMk cId="1869326336" sldId="440"/>
            <ac:picMk id="6" creationId="{00000000-0000-0000-0000-000000000000}"/>
          </ac:picMkLst>
        </pc:picChg>
      </pc:sldChg>
      <pc:sldChg chg="add">
        <pc:chgData name="Ms Alina Arshad" userId="cccdfd85-d35d-4453-9c6f-a463aae40722" providerId="ADAL" clId="{1C05DFB1-C023-4755-8788-6BFDA6690735}" dt="2024-09-05T07:57:33.427" v="377"/>
        <pc:sldMkLst>
          <pc:docMk/>
          <pc:sldMk cId="3081461208" sldId="440"/>
        </pc:sldMkLst>
      </pc:sldChg>
      <pc:sldChg chg="delSp modSp add del mod">
        <pc:chgData name="Ms Alina Arshad" userId="cccdfd85-d35d-4453-9c6f-a463aae40722" providerId="ADAL" clId="{1C05DFB1-C023-4755-8788-6BFDA6690735}" dt="2024-09-05T07:57:54.173" v="378" actId="2696"/>
        <pc:sldMkLst>
          <pc:docMk/>
          <pc:sldMk cId="2656535664" sldId="441"/>
        </pc:sldMkLst>
        <pc:spChg chg="mod">
          <ac:chgData name="Ms Alina Arshad" userId="cccdfd85-d35d-4453-9c6f-a463aae40722" providerId="ADAL" clId="{1C05DFB1-C023-4755-8788-6BFDA6690735}" dt="2024-09-05T07:21:45.032" v="56" actId="14100"/>
          <ac:spMkLst>
            <pc:docMk/>
            <pc:sldMk cId="2656535664" sldId="441"/>
            <ac:spMk id="2" creationId="{00000000-0000-0000-0000-000000000000}"/>
          </ac:spMkLst>
        </pc:spChg>
        <pc:spChg chg="mod">
          <ac:chgData name="Ms Alina Arshad" userId="cccdfd85-d35d-4453-9c6f-a463aae40722" providerId="ADAL" clId="{1C05DFB1-C023-4755-8788-6BFDA6690735}" dt="2024-09-05T07:23:15.383" v="86" actId="113"/>
          <ac:spMkLst>
            <pc:docMk/>
            <pc:sldMk cId="2656535664" sldId="441"/>
            <ac:spMk id="3" creationId="{00000000-0000-0000-0000-000000000000}"/>
          </ac:spMkLst>
        </pc:spChg>
        <pc:spChg chg="del">
          <ac:chgData name="Ms Alina Arshad" userId="cccdfd85-d35d-4453-9c6f-a463aae40722" providerId="ADAL" clId="{1C05DFB1-C023-4755-8788-6BFDA6690735}" dt="2024-09-05T07:21:47.120" v="57" actId="478"/>
          <ac:spMkLst>
            <pc:docMk/>
            <pc:sldMk cId="2656535664" sldId="441"/>
            <ac:spMk id="4" creationId="{00000000-0000-0000-0000-000000000000}"/>
          </ac:spMkLst>
        </pc:spChg>
        <pc:spChg chg="del">
          <ac:chgData name="Ms Alina Arshad" userId="cccdfd85-d35d-4453-9c6f-a463aae40722" providerId="ADAL" clId="{1C05DFB1-C023-4755-8788-6BFDA6690735}" dt="2024-09-05T07:21:49.444" v="58" actId="478"/>
          <ac:spMkLst>
            <pc:docMk/>
            <pc:sldMk cId="2656535664" sldId="441"/>
            <ac:spMk id="5" creationId="{00000000-0000-0000-0000-000000000000}"/>
          </ac:spMkLst>
        </pc:spChg>
      </pc:sldChg>
      <pc:sldChg chg="add">
        <pc:chgData name="Ms Alina Arshad" userId="cccdfd85-d35d-4453-9c6f-a463aae40722" providerId="ADAL" clId="{1C05DFB1-C023-4755-8788-6BFDA6690735}" dt="2024-09-05T07:58:02.432" v="379"/>
        <pc:sldMkLst>
          <pc:docMk/>
          <pc:sldMk cId="4115417814" sldId="441"/>
        </pc:sldMkLst>
      </pc:sldChg>
      <pc:sldChg chg="delSp modSp add del mod">
        <pc:chgData name="Ms Alina Arshad" userId="cccdfd85-d35d-4453-9c6f-a463aae40722" providerId="ADAL" clId="{1C05DFB1-C023-4755-8788-6BFDA6690735}" dt="2024-09-05T08:17:07.446" v="430" actId="2696"/>
        <pc:sldMkLst>
          <pc:docMk/>
          <pc:sldMk cId="2646742664" sldId="443"/>
        </pc:sldMkLst>
        <pc:spChg chg="mod">
          <ac:chgData name="Ms Alina Arshad" userId="cccdfd85-d35d-4453-9c6f-a463aae40722" providerId="ADAL" clId="{1C05DFB1-C023-4755-8788-6BFDA6690735}" dt="2024-09-05T07:22:01.285" v="62" actId="207"/>
          <ac:spMkLst>
            <pc:docMk/>
            <pc:sldMk cId="2646742664" sldId="443"/>
            <ac:spMk id="2" creationId="{00000000-0000-0000-0000-000000000000}"/>
          </ac:spMkLst>
        </pc:spChg>
        <pc:spChg chg="mod">
          <ac:chgData name="Ms Alina Arshad" userId="cccdfd85-d35d-4453-9c6f-a463aae40722" providerId="ADAL" clId="{1C05DFB1-C023-4755-8788-6BFDA6690735}" dt="2024-09-05T07:23:10.157" v="85" actId="14100"/>
          <ac:spMkLst>
            <pc:docMk/>
            <pc:sldMk cId="2646742664" sldId="443"/>
            <ac:spMk id="3" creationId="{00000000-0000-0000-0000-000000000000}"/>
          </ac:spMkLst>
        </pc:spChg>
        <pc:spChg chg="del">
          <ac:chgData name="Ms Alina Arshad" userId="cccdfd85-d35d-4453-9c6f-a463aae40722" providerId="ADAL" clId="{1C05DFB1-C023-4755-8788-6BFDA6690735}" dt="2024-09-05T07:22:08.503" v="64" actId="478"/>
          <ac:spMkLst>
            <pc:docMk/>
            <pc:sldMk cId="2646742664" sldId="443"/>
            <ac:spMk id="4" creationId="{00000000-0000-0000-0000-000000000000}"/>
          </ac:spMkLst>
        </pc:spChg>
        <pc:spChg chg="del">
          <ac:chgData name="Ms Alina Arshad" userId="cccdfd85-d35d-4453-9c6f-a463aae40722" providerId="ADAL" clId="{1C05DFB1-C023-4755-8788-6BFDA6690735}" dt="2024-09-05T07:22:10.204" v="65" actId="478"/>
          <ac:spMkLst>
            <pc:docMk/>
            <pc:sldMk cId="2646742664" sldId="443"/>
            <ac:spMk id="5"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132114375" sldId="444"/>
        </pc:sldMkLst>
        <pc:spChg chg="mod">
          <ac:chgData name="Ms Alina Arshad" userId="cccdfd85-d35d-4453-9c6f-a463aae40722" providerId="ADAL" clId="{1C05DFB1-C023-4755-8788-6BFDA6690735}" dt="2024-09-05T07:22:21.935" v="68" actId="14100"/>
          <ac:spMkLst>
            <pc:docMk/>
            <pc:sldMk cId="132114375" sldId="444"/>
            <ac:spMk id="2" creationId="{00000000-0000-0000-0000-000000000000}"/>
          </ac:spMkLst>
        </pc:spChg>
        <pc:spChg chg="mod">
          <ac:chgData name="Ms Alina Arshad" userId="cccdfd85-d35d-4453-9c6f-a463aae40722" providerId="ADAL" clId="{1C05DFB1-C023-4755-8788-6BFDA6690735}" dt="2024-09-05T07:22:53.825" v="79" actId="113"/>
          <ac:spMkLst>
            <pc:docMk/>
            <pc:sldMk cId="132114375" sldId="444"/>
            <ac:spMk id="3" creationId="{00000000-0000-0000-0000-000000000000}"/>
          </ac:spMkLst>
        </pc:spChg>
        <pc:spChg chg="del">
          <ac:chgData name="Ms Alina Arshad" userId="cccdfd85-d35d-4453-9c6f-a463aae40722" providerId="ADAL" clId="{1C05DFB1-C023-4755-8788-6BFDA6690735}" dt="2024-09-05T07:22:23.883" v="69" actId="478"/>
          <ac:spMkLst>
            <pc:docMk/>
            <pc:sldMk cId="132114375" sldId="444"/>
            <ac:spMk id="4" creationId="{00000000-0000-0000-0000-000000000000}"/>
          </ac:spMkLst>
        </pc:spChg>
        <pc:spChg chg="del">
          <ac:chgData name="Ms Alina Arshad" userId="cccdfd85-d35d-4453-9c6f-a463aae40722" providerId="ADAL" clId="{1C05DFB1-C023-4755-8788-6BFDA6690735}" dt="2024-09-05T07:22:28.146" v="70" actId="478"/>
          <ac:spMkLst>
            <pc:docMk/>
            <pc:sldMk cId="132114375" sldId="444"/>
            <ac:spMk id="5" creationId="{00000000-0000-0000-0000-000000000000}"/>
          </ac:spMkLst>
        </pc:spChg>
      </pc:sldChg>
      <pc:sldChg chg="add del">
        <pc:chgData name="Ms Alina Arshad" userId="cccdfd85-d35d-4453-9c6f-a463aae40722" providerId="ADAL" clId="{1C05DFB1-C023-4755-8788-6BFDA6690735}" dt="2024-09-05T08:14:26.302" v="402" actId="47"/>
        <pc:sldMkLst>
          <pc:docMk/>
          <pc:sldMk cId="2565756905" sldId="444"/>
        </pc:sldMkLst>
      </pc:sldChg>
      <pc:sldChg chg="add del">
        <pc:chgData name="Ms Alina Arshad" userId="cccdfd85-d35d-4453-9c6f-a463aae40722" providerId="ADAL" clId="{1C05DFB1-C023-4755-8788-6BFDA6690735}" dt="2024-09-05T08:00:24.115" v="399" actId="47"/>
        <pc:sldMkLst>
          <pc:docMk/>
          <pc:sldMk cId="1449205093" sldId="445"/>
        </pc:sldMkLst>
      </pc:sldChg>
      <pc:sldChg chg="delSp modSp add del mod">
        <pc:chgData name="Ms Alina Arshad" userId="cccdfd85-d35d-4453-9c6f-a463aae40722" providerId="ADAL" clId="{1C05DFB1-C023-4755-8788-6BFDA6690735}" dt="2024-09-05T07:58:32.647" v="380" actId="2696"/>
        <pc:sldMkLst>
          <pc:docMk/>
          <pc:sldMk cId="1534966288" sldId="445"/>
        </pc:sldMkLst>
        <pc:spChg chg="mod">
          <ac:chgData name="Ms Alina Arshad" userId="cccdfd85-d35d-4453-9c6f-a463aae40722" providerId="ADAL" clId="{1C05DFB1-C023-4755-8788-6BFDA6690735}" dt="2024-09-05T07:23:30.157" v="89" actId="207"/>
          <ac:spMkLst>
            <pc:docMk/>
            <pc:sldMk cId="1534966288" sldId="445"/>
            <ac:spMk id="2" creationId="{00000000-0000-0000-0000-000000000000}"/>
          </ac:spMkLst>
        </pc:spChg>
        <pc:spChg chg="mod">
          <ac:chgData name="Ms Alina Arshad" userId="cccdfd85-d35d-4453-9c6f-a463aae40722" providerId="ADAL" clId="{1C05DFB1-C023-4755-8788-6BFDA6690735}" dt="2024-09-05T07:25:12.027" v="96" actId="12"/>
          <ac:spMkLst>
            <pc:docMk/>
            <pc:sldMk cId="1534966288" sldId="445"/>
            <ac:spMk id="3" creationId="{00000000-0000-0000-0000-000000000000}"/>
          </ac:spMkLst>
        </pc:spChg>
        <pc:spChg chg="del">
          <ac:chgData name="Ms Alina Arshad" userId="cccdfd85-d35d-4453-9c6f-a463aae40722" providerId="ADAL" clId="{1C05DFB1-C023-4755-8788-6BFDA6690735}" dt="2024-09-05T07:23:37.088" v="92" actId="478"/>
          <ac:spMkLst>
            <pc:docMk/>
            <pc:sldMk cId="1534966288" sldId="445"/>
            <ac:spMk id="4" creationId="{00000000-0000-0000-0000-000000000000}"/>
          </ac:spMkLst>
        </pc:spChg>
        <pc:spChg chg="del">
          <ac:chgData name="Ms Alina Arshad" userId="cccdfd85-d35d-4453-9c6f-a463aae40722" providerId="ADAL" clId="{1C05DFB1-C023-4755-8788-6BFDA6690735}" dt="2024-09-05T07:23:39.624" v="93" actId="478"/>
          <ac:spMkLst>
            <pc:docMk/>
            <pc:sldMk cId="1534966288" sldId="445"/>
            <ac:spMk id="5" creationId="{00000000-0000-0000-0000-000000000000}"/>
          </ac:spMkLst>
        </pc:spChg>
        <pc:picChg chg="mod">
          <ac:chgData name="Ms Alina Arshad" userId="cccdfd85-d35d-4453-9c6f-a463aae40722" providerId="ADAL" clId="{1C05DFB1-C023-4755-8788-6BFDA6690735}" dt="2024-09-05T07:23:35.603" v="91" actId="14100"/>
          <ac:picMkLst>
            <pc:docMk/>
            <pc:sldMk cId="1534966288" sldId="445"/>
            <ac:picMk id="6" creationId="{00000000-0000-0000-0000-000000000000}"/>
          </ac:picMkLst>
        </pc:picChg>
      </pc:sldChg>
      <pc:sldChg chg="delSp modSp add del mod">
        <pc:chgData name="Ms Alina Arshad" userId="cccdfd85-d35d-4453-9c6f-a463aae40722" providerId="ADAL" clId="{1C05DFB1-C023-4755-8788-6BFDA6690735}" dt="2024-09-05T07:58:32.647" v="380" actId="2696"/>
        <pc:sldMkLst>
          <pc:docMk/>
          <pc:sldMk cId="1014349081" sldId="446"/>
        </pc:sldMkLst>
        <pc:spChg chg="mod">
          <ac:chgData name="Ms Alina Arshad" userId="cccdfd85-d35d-4453-9c6f-a463aae40722" providerId="ADAL" clId="{1C05DFB1-C023-4755-8788-6BFDA6690735}" dt="2024-09-05T07:26:17.254" v="98" actId="207"/>
          <ac:spMkLst>
            <pc:docMk/>
            <pc:sldMk cId="1014349081" sldId="446"/>
            <ac:spMk id="2" creationId="{00000000-0000-0000-0000-000000000000}"/>
          </ac:spMkLst>
        </pc:spChg>
        <pc:spChg chg="mod">
          <ac:chgData name="Ms Alina Arshad" userId="cccdfd85-d35d-4453-9c6f-a463aae40722" providerId="ADAL" clId="{1C05DFB1-C023-4755-8788-6BFDA6690735}" dt="2024-09-05T07:26:23.209" v="100" actId="12"/>
          <ac:spMkLst>
            <pc:docMk/>
            <pc:sldMk cId="1014349081" sldId="446"/>
            <ac:spMk id="3" creationId="{00000000-0000-0000-0000-000000000000}"/>
          </ac:spMkLst>
        </pc:spChg>
        <pc:spChg chg="del">
          <ac:chgData name="Ms Alina Arshad" userId="cccdfd85-d35d-4453-9c6f-a463aae40722" providerId="ADAL" clId="{1C05DFB1-C023-4755-8788-6BFDA6690735}" dt="2024-09-05T07:26:26.563" v="101" actId="478"/>
          <ac:spMkLst>
            <pc:docMk/>
            <pc:sldMk cId="1014349081" sldId="446"/>
            <ac:spMk id="4" creationId="{00000000-0000-0000-0000-000000000000}"/>
          </ac:spMkLst>
        </pc:spChg>
        <pc:spChg chg="del">
          <ac:chgData name="Ms Alina Arshad" userId="cccdfd85-d35d-4453-9c6f-a463aae40722" providerId="ADAL" clId="{1C05DFB1-C023-4755-8788-6BFDA6690735}" dt="2024-09-05T07:26:27.910" v="102" actId="478"/>
          <ac:spMkLst>
            <pc:docMk/>
            <pc:sldMk cId="1014349081" sldId="446"/>
            <ac:spMk id="5" creationId="{00000000-0000-0000-0000-000000000000}"/>
          </ac:spMkLst>
        </pc:spChg>
      </pc:sldChg>
      <pc:sldChg chg="modSp add mod">
        <pc:chgData name="Ms Alina Arshad" userId="cccdfd85-d35d-4453-9c6f-a463aae40722" providerId="ADAL" clId="{1C05DFB1-C023-4755-8788-6BFDA6690735}" dt="2024-09-05T08:14:44.713" v="409" actId="20577"/>
        <pc:sldMkLst>
          <pc:docMk/>
          <pc:sldMk cId="2279120568" sldId="446"/>
        </pc:sldMkLst>
        <pc:spChg chg="mod">
          <ac:chgData name="Ms Alina Arshad" userId="cccdfd85-d35d-4453-9c6f-a463aae40722" providerId="ADAL" clId="{1C05DFB1-C023-4755-8788-6BFDA6690735}" dt="2024-09-05T08:14:44.713" v="409" actId="20577"/>
          <ac:spMkLst>
            <pc:docMk/>
            <pc:sldMk cId="2279120568" sldId="446"/>
            <ac:spMk id="2"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674788557" sldId="447"/>
        </pc:sldMkLst>
        <pc:spChg chg="mod">
          <ac:chgData name="Ms Alina Arshad" userId="cccdfd85-d35d-4453-9c6f-a463aae40722" providerId="ADAL" clId="{1C05DFB1-C023-4755-8788-6BFDA6690735}" dt="2024-09-05T07:26:46.771" v="110" actId="5793"/>
          <ac:spMkLst>
            <pc:docMk/>
            <pc:sldMk cId="674788557" sldId="447"/>
            <ac:spMk id="3" creationId="{00000000-0000-0000-0000-000000000000}"/>
          </ac:spMkLst>
        </pc:spChg>
        <pc:spChg chg="del">
          <ac:chgData name="Ms Alina Arshad" userId="cccdfd85-d35d-4453-9c6f-a463aae40722" providerId="ADAL" clId="{1C05DFB1-C023-4755-8788-6BFDA6690735}" dt="2024-09-05T07:26:33.920" v="103" actId="478"/>
          <ac:spMkLst>
            <pc:docMk/>
            <pc:sldMk cId="674788557" sldId="447"/>
            <ac:spMk id="4" creationId="{00000000-0000-0000-0000-000000000000}"/>
          </ac:spMkLst>
        </pc:spChg>
        <pc:spChg chg="del">
          <ac:chgData name="Ms Alina Arshad" userId="cccdfd85-d35d-4453-9c6f-a463aae40722" providerId="ADAL" clId="{1C05DFB1-C023-4755-8788-6BFDA6690735}" dt="2024-09-05T07:26:35.837" v="104" actId="478"/>
          <ac:spMkLst>
            <pc:docMk/>
            <pc:sldMk cId="674788557" sldId="447"/>
            <ac:spMk id="5" creationId="{00000000-0000-0000-0000-000000000000}"/>
          </ac:spMkLst>
        </pc:spChg>
      </pc:sldChg>
      <pc:sldChg chg="modSp add del mod ord">
        <pc:chgData name="Ms Alina Arshad" userId="cccdfd85-d35d-4453-9c6f-a463aae40722" providerId="ADAL" clId="{1C05DFB1-C023-4755-8788-6BFDA6690735}" dt="2024-09-05T08:15:24.936" v="424" actId="47"/>
        <pc:sldMkLst>
          <pc:docMk/>
          <pc:sldMk cId="4044279338" sldId="447"/>
        </pc:sldMkLst>
        <pc:spChg chg="mod">
          <ac:chgData name="Ms Alina Arshad" userId="cccdfd85-d35d-4453-9c6f-a463aae40722" providerId="ADAL" clId="{1C05DFB1-C023-4755-8788-6BFDA6690735}" dt="2024-09-05T08:14:36.068" v="406" actId="207"/>
          <ac:spMkLst>
            <pc:docMk/>
            <pc:sldMk cId="4044279338" sldId="447"/>
            <ac:spMk id="2" creationId="{00000000-0000-0000-0000-000000000000}"/>
          </ac:spMkLst>
        </pc:spChg>
        <pc:spChg chg="mod">
          <ac:chgData name="Ms Alina Arshad" userId="cccdfd85-d35d-4453-9c6f-a463aae40722" providerId="ADAL" clId="{1C05DFB1-C023-4755-8788-6BFDA6690735}" dt="2024-09-05T08:14:40.402" v="407" actId="403"/>
          <ac:spMkLst>
            <pc:docMk/>
            <pc:sldMk cId="4044279338" sldId="447"/>
            <ac:spMk id="3" creationId="{00000000-0000-0000-0000-000000000000}"/>
          </ac:spMkLst>
        </pc:spChg>
      </pc:sldChg>
      <pc:sldChg chg="delSp modSp add del mod">
        <pc:chgData name="Ms Alina Arshad" userId="cccdfd85-d35d-4453-9c6f-a463aae40722" providerId="ADAL" clId="{1C05DFB1-C023-4755-8788-6BFDA6690735}" dt="2024-09-05T08:15:41.873" v="425" actId="47"/>
        <pc:sldMkLst>
          <pc:docMk/>
          <pc:sldMk cId="2809709330" sldId="448"/>
        </pc:sldMkLst>
        <pc:spChg chg="mod">
          <ac:chgData name="Ms Alina Arshad" userId="cccdfd85-d35d-4453-9c6f-a463aae40722" providerId="ADAL" clId="{1C05DFB1-C023-4755-8788-6BFDA6690735}" dt="2024-09-05T07:27:15.172" v="118" actId="1076"/>
          <ac:spMkLst>
            <pc:docMk/>
            <pc:sldMk cId="2809709330" sldId="448"/>
            <ac:spMk id="2" creationId="{00000000-0000-0000-0000-000000000000}"/>
          </ac:spMkLst>
        </pc:spChg>
        <pc:spChg chg="mod">
          <ac:chgData name="Ms Alina Arshad" userId="cccdfd85-d35d-4453-9c6f-a463aae40722" providerId="ADAL" clId="{1C05DFB1-C023-4755-8788-6BFDA6690735}" dt="2024-09-05T07:27:27.486" v="122" actId="12"/>
          <ac:spMkLst>
            <pc:docMk/>
            <pc:sldMk cId="2809709330" sldId="448"/>
            <ac:spMk id="3" creationId="{00000000-0000-0000-0000-000000000000}"/>
          </ac:spMkLst>
        </pc:spChg>
        <pc:spChg chg="del">
          <ac:chgData name="Ms Alina Arshad" userId="cccdfd85-d35d-4453-9c6f-a463aae40722" providerId="ADAL" clId="{1C05DFB1-C023-4755-8788-6BFDA6690735}" dt="2024-09-05T07:27:20.389" v="120" actId="478"/>
          <ac:spMkLst>
            <pc:docMk/>
            <pc:sldMk cId="2809709330" sldId="448"/>
            <ac:spMk id="4" creationId="{00000000-0000-0000-0000-000000000000}"/>
          </ac:spMkLst>
        </pc:spChg>
        <pc:spChg chg="del">
          <ac:chgData name="Ms Alina Arshad" userId="cccdfd85-d35d-4453-9c6f-a463aae40722" providerId="ADAL" clId="{1C05DFB1-C023-4755-8788-6BFDA6690735}" dt="2024-09-05T07:27:17.872" v="119" actId="478"/>
          <ac:spMkLst>
            <pc:docMk/>
            <pc:sldMk cId="2809709330" sldId="448"/>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81688199" sldId="449"/>
        </pc:sldMkLst>
        <pc:spChg chg="mod">
          <ac:chgData name="Ms Alina Arshad" userId="cccdfd85-d35d-4453-9c6f-a463aae40722" providerId="ADAL" clId="{1C05DFB1-C023-4755-8788-6BFDA6690735}" dt="2024-09-05T07:27:33.612" v="124" actId="207"/>
          <ac:spMkLst>
            <pc:docMk/>
            <pc:sldMk cId="1681688199" sldId="449"/>
            <ac:spMk id="2" creationId="{00000000-0000-0000-0000-000000000000}"/>
          </ac:spMkLst>
        </pc:spChg>
        <pc:spChg chg="mod">
          <ac:chgData name="Ms Alina Arshad" userId="cccdfd85-d35d-4453-9c6f-a463aae40722" providerId="ADAL" clId="{1C05DFB1-C023-4755-8788-6BFDA6690735}" dt="2024-09-05T07:27:42.827" v="127" actId="12"/>
          <ac:spMkLst>
            <pc:docMk/>
            <pc:sldMk cId="1681688199" sldId="449"/>
            <ac:spMk id="3" creationId="{00000000-0000-0000-0000-000000000000}"/>
          </ac:spMkLst>
        </pc:spChg>
        <pc:spChg chg="del">
          <ac:chgData name="Ms Alina Arshad" userId="cccdfd85-d35d-4453-9c6f-a463aae40722" providerId="ADAL" clId="{1C05DFB1-C023-4755-8788-6BFDA6690735}" dt="2024-09-05T07:27:36.632" v="125" actId="478"/>
          <ac:spMkLst>
            <pc:docMk/>
            <pc:sldMk cId="1681688199" sldId="449"/>
            <ac:spMk id="4" creationId="{00000000-0000-0000-0000-000000000000}"/>
          </ac:spMkLst>
        </pc:spChg>
        <pc:spChg chg="del">
          <ac:chgData name="Ms Alina Arshad" userId="cccdfd85-d35d-4453-9c6f-a463aae40722" providerId="ADAL" clId="{1C05DFB1-C023-4755-8788-6BFDA6690735}" dt="2024-09-05T07:27:38.225" v="126" actId="478"/>
          <ac:spMkLst>
            <pc:docMk/>
            <pc:sldMk cId="1681688199" sldId="449"/>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242073716" sldId="450"/>
        </pc:sldMkLst>
        <pc:spChg chg="mod">
          <ac:chgData name="Ms Alina Arshad" userId="cccdfd85-d35d-4453-9c6f-a463aae40722" providerId="ADAL" clId="{1C05DFB1-C023-4755-8788-6BFDA6690735}" dt="2024-09-05T07:27:53.868" v="130"/>
          <ac:spMkLst>
            <pc:docMk/>
            <pc:sldMk cId="242073716" sldId="450"/>
            <ac:spMk id="2" creationId="{00000000-0000-0000-0000-000000000000}"/>
          </ac:spMkLst>
        </pc:spChg>
        <pc:spChg chg="mod">
          <ac:chgData name="Ms Alina Arshad" userId="cccdfd85-d35d-4453-9c6f-a463aae40722" providerId="ADAL" clId="{1C05DFB1-C023-4755-8788-6BFDA6690735}" dt="2024-09-05T07:28:27.093" v="141" actId="12"/>
          <ac:spMkLst>
            <pc:docMk/>
            <pc:sldMk cId="242073716" sldId="450"/>
            <ac:spMk id="3" creationId="{00000000-0000-0000-0000-000000000000}"/>
          </ac:spMkLst>
        </pc:spChg>
        <pc:spChg chg="del">
          <ac:chgData name="Ms Alina Arshad" userId="cccdfd85-d35d-4453-9c6f-a463aae40722" providerId="ADAL" clId="{1C05DFB1-C023-4755-8788-6BFDA6690735}" dt="2024-09-05T07:27:58.463" v="131" actId="478"/>
          <ac:spMkLst>
            <pc:docMk/>
            <pc:sldMk cId="242073716" sldId="450"/>
            <ac:spMk id="4" creationId="{00000000-0000-0000-0000-000000000000}"/>
          </ac:spMkLst>
        </pc:spChg>
        <pc:spChg chg="del">
          <ac:chgData name="Ms Alina Arshad" userId="cccdfd85-d35d-4453-9c6f-a463aae40722" providerId="ADAL" clId="{1C05DFB1-C023-4755-8788-6BFDA6690735}" dt="2024-09-05T07:28:01.743" v="132" actId="478"/>
          <ac:spMkLst>
            <pc:docMk/>
            <pc:sldMk cId="242073716" sldId="450"/>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37132292" sldId="451"/>
        </pc:sldMkLst>
        <pc:spChg chg="mod">
          <ac:chgData name="Ms Alina Arshad" userId="cccdfd85-d35d-4453-9c6f-a463aae40722" providerId="ADAL" clId="{1C05DFB1-C023-4755-8788-6BFDA6690735}" dt="2024-09-05T07:33:02.749" v="143" actId="113"/>
          <ac:spMkLst>
            <pc:docMk/>
            <pc:sldMk cId="1637132292" sldId="451"/>
            <ac:spMk id="2" creationId="{00000000-0000-0000-0000-000000000000}"/>
          </ac:spMkLst>
        </pc:spChg>
        <pc:spChg chg="del">
          <ac:chgData name="Ms Alina Arshad" userId="cccdfd85-d35d-4453-9c6f-a463aae40722" providerId="ADAL" clId="{1C05DFB1-C023-4755-8788-6BFDA6690735}" dt="2024-09-05T08:16:01.026" v="428" actId="478"/>
          <ac:spMkLst>
            <pc:docMk/>
            <pc:sldMk cId="1637132292" sldId="451"/>
            <ac:spMk id="4" creationId="{00000000-0000-0000-0000-000000000000}"/>
          </ac:spMkLst>
        </pc:spChg>
        <pc:spChg chg="del">
          <ac:chgData name="Ms Alina Arshad" userId="cccdfd85-d35d-4453-9c6f-a463aae40722" providerId="ADAL" clId="{1C05DFB1-C023-4755-8788-6BFDA6690735}" dt="2024-09-05T08:16:02.792" v="429" actId="478"/>
          <ac:spMkLst>
            <pc:docMk/>
            <pc:sldMk cId="1637132292" sldId="451"/>
            <ac:spMk id="5" creationId="{00000000-0000-0000-0000-000000000000}"/>
          </ac:spMkLst>
        </pc:spChg>
        <pc:picChg chg="mod">
          <ac:chgData name="Ms Alina Arshad" userId="cccdfd85-d35d-4453-9c6f-a463aae40722" providerId="ADAL" clId="{1C05DFB1-C023-4755-8788-6BFDA6690735}" dt="2024-09-05T07:33:07.044" v="144" actId="1076"/>
          <ac:picMkLst>
            <pc:docMk/>
            <pc:sldMk cId="1637132292" sldId="451"/>
            <ac:picMk id="7" creationId="{00000000-0000-0000-0000-000000000000}"/>
          </ac:picMkLst>
        </pc:picChg>
      </pc:sldChg>
      <pc:sldChg chg="delSp add del mod">
        <pc:chgData name="Ms Alina Arshad" userId="cccdfd85-d35d-4453-9c6f-a463aae40722" providerId="ADAL" clId="{1C05DFB1-C023-4755-8788-6BFDA6690735}" dt="2024-09-05T08:17:07.446" v="430" actId="2696"/>
        <pc:sldMkLst>
          <pc:docMk/>
          <pc:sldMk cId="723443559" sldId="452"/>
        </pc:sldMkLst>
        <pc:spChg chg="del">
          <ac:chgData name="Ms Alina Arshad" userId="cccdfd85-d35d-4453-9c6f-a463aae40722" providerId="ADAL" clId="{1C05DFB1-C023-4755-8788-6BFDA6690735}" dt="2024-09-05T08:15:53.419" v="426" actId="478"/>
          <ac:spMkLst>
            <pc:docMk/>
            <pc:sldMk cId="723443559" sldId="452"/>
            <ac:spMk id="4" creationId="{00000000-0000-0000-0000-000000000000}"/>
          </ac:spMkLst>
        </pc:spChg>
        <pc:spChg chg="del">
          <ac:chgData name="Ms Alina Arshad" userId="cccdfd85-d35d-4453-9c6f-a463aae40722" providerId="ADAL" clId="{1C05DFB1-C023-4755-8788-6BFDA6690735}" dt="2024-09-05T08:15:55.747" v="427" actId="478"/>
          <ac:spMkLst>
            <pc:docMk/>
            <pc:sldMk cId="723443559" sldId="452"/>
            <ac:spMk id="5" creationId="{00000000-0000-0000-0000-000000000000}"/>
          </ac:spMkLst>
        </pc:spChg>
      </pc:sldChg>
    </pc:docChg>
  </pc:docChgLst>
  <pc:docChgLst>
    <pc:chgData name="Ms Alina Arshad" userId="cccdfd85-d35d-4453-9c6f-a463aae40722" providerId="ADAL" clId="{EADAEE91-4A7C-4065-A245-779568A60DD0}"/>
    <pc:docChg chg="undo custSel addSld delSld modSld sldOrd">
      <pc:chgData name="Ms Alina Arshad" userId="cccdfd85-d35d-4453-9c6f-a463aae40722" providerId="ADAL" clId="{EADAEE91-4A7C-4065-A245-779568A60DD0}" dt="2024-08-25T15:14:04.534" v="324" actId="2696"/>
      <pc:docMkLst>
        <pc:docMk/>
      </pc:docMkLst>
      <pc:sldChg chg="del">
        <pc:chgData name="Ms Alina Arshad" userId="cccdfd85-d35d-4453-9c6f-a463aae40722" providerId="ADAL" clId="{EADAEE91-4A7C-4065-A245-779568A60DD0}" dt="2024-08-25T13:34:30.844" v="2" actId="47"/>
        <pc:sldMkLst>
          <pc:docMk/>
          <pc:sldMk cId="3829966237" sldId="341"/>
        </pc:sldMkLst>
      </pc:sldChg>
      <pc:sldChg chg="del">
        <pc:chgData name="Ms Alina Arshad" userId="cccdfd85-d35d-4453-9c6f-a463aae40722" providerId="ADAL" clId="{EADAEE91-4A7C-4065-A245-779568A60DD0}" dt="2024-08-25T13:34:31.597" v="3" actId="47"/>
        <pc:sldMkLst>
          <pc:docMk/>
          <pc:sldMk cId="1130609535" sldId="342"/>
        </pc:sldMkLst>
      </pc:sldChg>
      <pc:sldChg chg="delSp modSp del mod">
        <pc:chgData name="Ms Alina Arshad" userId="cccdfd85-d35d-4453-9c6f-a463aae40722" providerId="ADAL" clId="{EADAEE91-4A7C-4065-A245-779568A60DD0}" dt="2024-08-25T15:09:29.508" v="302" actId="47"/>
        <pc:sldMkLst>
          <pc:docMk/>
          <pc:sldMk cId="47593581" sldId="345"/>
        </pc:sldMkLst>
        <pc:spChg chg="mod">
          <ac:chgData name="Ms Alina Arshad" userId="cccdfd85-d35d-4453-9c6f-a463aae40722" providerId="ADAL" clId="{EADAEE91-4A7C-4065-A245-779568A60DD0}" dt="2024-08-25T13:41:42.034" v="13" actId="14100"/>
          <ac:spMkLst>
            <pc:docMk/>
            <pc:sldMk cId="47593581" sldId="345"/>
            <ac:spMk id="2" creationId="{7E51EDD7-5122-4590-8B7F-DC837E23C380}"/>
          </ac:spMkLst>
        </pc:spChg>
        <pc:spChg chg="mod">
          <ac:chgData name="Ms Alina Arshad" userId="cccdfd85-d35d-4453-9c6f-a463aae40722" providerId="ADAL" clId="{EADAEE91-4A7C-4065-A245-779568A60DD0}" dt="2024-08-25T13:58:46.017" v="100" actId="12"/>
          <ac:spMkLst>
            <pc:docMk/>
            <pc:sldMk cId="47593581" sldId="345"/>
            <ac:spMk id="3" creationId="{2DFF783D-CE62-42B7-AF33-34074E4461A2}"/>
          </ac:spMkLst>
        </pc:spChg>
        <pc:spChg chg="del">
          <ac:chgData name="Ms Alina Arshad" userId="cccdfd85-d35d-4453-9c6f-a463aae40722" providerId="ADAL" clId="{EADAEE91-4A7C-4065-A245-779568A60DD0}" dt="2024-08-25T13:41:32.883" v="10" actId="478"/>
          <ac:spMkLst>
            <pc:docMk/>
            <pc:sldMk cId="47593581" sldId="345"/>
            <ac:spMk id="4" creationId="{00000000-0000-0000-0000-000000000000}"/>
          </ac:spMkLst>
        </pc:spChg>
        <pc:spChg chg="del">
          <ac:chgData name="Ms Alina Arshad" userId="cccdfd85-d35d-4453-9c6f-a463aae40722" providerId="ADAL" clId="{EADAEE91-4A7C-4065-A245-779568A60DD0}" dt="2024-08-25T13:41:34.842" v="11" actId="478"/>
          <ac:spMkLst>
            <pc:docMk/>
            <pc:sldMk cId="47593581" sldId="345"/>
            <ac:spMk id="5" creationId="{00000000-0000-0000-0000-000000000000}"/>
          </ac:spMkLst>
        </pc:spChg>
      </pc:sldChg>
      <pc:sldChg chg="delSp modSp del mod">
        <pc:chgData name="Ms Alina Arshad" userId="cccdfd85-d35d-4453-9c6f-a463aae40722" providerId="ADAL" clId="{EADAEE91-4A7C-4065-A245-779568A60DD0}" dt="2024-08-25T15:09:30.905" v="303" actId="47"/>
        <pc:sldMkLst>
          <pc:docMk/>
          <pc:sldMk cId="4118113692" sldId="346"/>
        </pc:sldMkLst>
        <pc:spChg chg="mod">
          <ac:chgData name="Ms Alina Arshad" userId="cccdfd85-d35d-4453-9c6f-a463aae40722" providerId="ADAL" clId="{EADAEE91-4A7C-4065-A245-779568A60DD0}" dt="2024-08-25T13:42:05.951" v="20" actId="1076"/>
          <ac:spMkLst>
            <pc:docMk/>
            <pc:sldMk cId="4118113692" sldId="346"/>
            <ac:spMk id="2" creationId="{189AF601-8D70-417E-83F0-4C2544ACF381}"/>
          </ac:spMkLst>
        </pc:spChg>
        <pc:spChg chg="mod">
          <ac:chgData name="Ms Alina Arshad" userId="cccdfd85-d35d-4453-9c6f-a463aae40722" providerId="ADAL" clId="{EADAEE91-4A7C-4065-A245-779568A60DD0}" dt="2024-08-25T13:42:08.883" v="21" actId="207"/>
          <ac:spMkLst>
            <pc:docMk/>
            <pc:sldMk cId="4118113692" sldId="346"/>
            <ac:spMk id="3" creationId="{7994D1C3-C6BD-49FE-ADD7-107918564080}"/>
          </ac:spMkLst>
        </pc:spChg>
        <pc:spChg chg="del">
          <ac:chgData name="Ms Alina Arshad" userId="cccdfd85-d35d-4453-9c6f-a463aae40722" providerId="ADAL" clId="{EADAEE91-4A7C-4065-A245-779568A60DD0}" dt="2024-08-25T13:41:52.482" v="15" actId="478"/>
          <ac:spMkLst>
            <pc:docMk/>
            <pc:sldMk cId="4118113692" sldId="346"/>
            <ac:spMk id="4" creationId="{00000000-0000-0000-0000-000000000000}"/>
          </ac:spMkLst>
        </pc:spChg>
        <pc:spChg chg="del">
          <ac:chgData name="Ms Alina Arshad" userId="cccdfd85-d35d-4453-9c6f-a463aae40722" providerId="ADAL" clId="{EADAEE91-4A7C-4065-A245-779568A60DD0}" dt="2024-08-25T13:41:54.245" v="16" actId="478"/>
          <ac:spMkLst>
            <pc:docMk/>
            <pc:sldMk cId="4118113692" sldId="346"/>
            <ac:spMk id="5" creationId="{00000000-0000-0000-0000-000000000000}"/>
          </ac:spMkLst>
        </pc:spChg>
      </pc:sldChg>
      <pc:sldChg chg="delSp modSp del mod">
        <pc:chgData name="Ms Alina Arshad" userId="cccdfd85-d35d-4453-9c6f-a463aae40722" providerId="ADAL" clId="{EADAEE91-4A7C-4065-A245-779568A60DD0}" dt="2024-08-25T15:09:31.592" v="304" actId="47"/>
        <pc:sldMkLst>
          <pc:docMk/>
          <pc:sldMk cId="1592470958" sldId="347"/>
        </pc:sldMkLst>
        <pc:spChg chg="mod">
          <ac:chgData name="Ms Alina Arshad" userId="cccdfd85-d35d-4453-9c6f-a463aae40722" providerId="ADAL" clId="{EADAEE91-4A7C-4065-A245-779568A60DD0}" dt="2024-08-25T13:42:20.300" v="24" actId="1076"/>
          <ac:spMkLst>
            <pc:docMk/>
            <pc:sldMk cId="1592470958" sldId="347"/>
            <ac:spMk id="2" creationId="{4095D5A0-FF21-4C13-A9F4-11F27B882005}"/>
          </ac:spMkLst>
        </pc:spChg>
        <pc:spChg chg="mod">
          <ac:chgData name="Ms Alina Arshad" userId="cccdfd85-d35d-4453-9c6f-a463aae40722" providerId="ADAL" clId="{EADAEE91-4A7C-4065-A245-779568A60DD0}" dt="2024-08-25T13:42:28.221" v="27" actId="255"/>
          <ac:spMkLst>
            <pc:docMk/>
            <pc:sldMk cId="1592470958" sldId="347"/>
            <ac:spMk id="3" creationId="{D93D2A2A-F7B4-4BEE-A16C-64E5A2B22228}"/>
          </ac:spMkLst>
        </pc:spChg>
        <pc:spChg chg="del">
          <ac:chgData name="Ms Alina Arshad" userId="cccdfd85-d35d-4453-9c6f-a463aae40722" providerId="ADAL" clId="{EADAEE91-4A7C-4065-A245-779568A60DD0}" dt="2024-08-25T13:42:31.109" v="28" actId="478"/>
          <ac:spMkLst>
            <pc:docMk/>
            <pc:sldMk cId="1592470958" sldId="347"/>
            <ac:spMk id="4" creationId="{00000000-0000-0000-0000-000000000000}"/>
          </ac:spMkLst>
        </pc:spChg>
        <pc:spChg chg="del">
          <ac:chgData name="Ms Alina Arshad" userId="cccdfd85-d35d-4453-9c6f-a463aae40722" providerId="ADAL" clId="{EADAEE91-4A7C-4065-A245-779568A60DD0}" dt="2024-08-25T13:42:33.014" v="29" actId="478"/>
          <ac:spMkLst>
            <pc:docMk/>
            <pc:sldMk cId="1592470958" sldId="347"/>
            <ac:spMk id="5" creationId="{00000000-0000-0000-0000-000000000000}"/>
          </ac:spMkLst>
        </pc:spChg>
      </pc:sldChg>
      <pc:sldChg chg="delSp modSp del mod">
        <pc:chgData name="Ms Alina Arshad" userId="cccdfd85-d35d-4453-9c6f-a463aae40722" providerId="ADAL" clId="{EADAEE91-4A7C-4065-A245-779568A60DD0}" dt="2024-08-25T15:09:32.177" v="305" actId="47"/>
        <pc:sldMkLst>
          <pc:docMk/>
          <pc:sldMk cId="2505751039" sldId="348"/>
        </pc:sldMkLst>
        <pc:spChg chg="mod">
          <ac:chgData name="Ms Alina Arshad" userId="cccdfd85-d35d-4453-9c6f-a463aae40722" providerId="ADAL" clId="{EADAEE91-4A7C-4065-A245-779568A60DD0}" dt="2024-08-25T13:42:47.129" v="31" actId="1076"/>
          <ac:spMkLst>
            <pc:docMk/>
            <pc:sldMk cId="2505751039" sldId="348"/>
            <ac:spMk id="2" creationId="{09840C44-A6AE-44E7-AB9D-97CB7C1C0B3B}"/>
          </ac:spMkLst>
        </pc:spChg>
        <pc:spChg chg="mod">
          <ac:chgData name="Ms Alina Arshad" userId="cccdfd85-d35d-4453-9c6f-a463aae40722" providerId="ADAL" clId="{EADAEE91-4A7C-4065-A245-779568A60DD0}" dt="2024-08-25T13:42:54.716" v="33" actId="207"/>
          <ac:spMkLst>
            <pc:docMk/>
            <pc:sldMk cId="2505751039" sldId="348"/>
            <ac:spMk id="3" creationId="{D9B437DC-A3DB-401E-B265-1B37EED2AEE1}"/>
          </ac:spMkLst>
        </pc:spChg>
        <pc:spChg chg="del">
          <ac:chgData name="Ms Alina Arshad" userId="cccdfd85-d35d-4453-9c6f-a463aae40722" providerId="ADAL" clId="{EADAEE91-4A7C-4065-A245-779568A60DD0}" dt="2024-08-25T13:42:58.434" v="34" actId="478"/>
          <ac:spMkLst>
            <pc:docMk/>
            <pc:sldMk cId="2505751039" sldId="348"/>
            <ac:spMk id="4" creationId="{00000000-0000-0000-0000-000000000000}"/>
          </ac:spMkLst>
        </pc:spChg>
        <pc:spChg chg="del">
          <ac:chgData name="Ms Alina Arshad" userId="cccdfd85-d35d-4453-9c6f-a463aae40722" providerId="ADAL" clId="{EADAEE91-4A7C-4065-A245-779568A60DD0}" dt="2024-08-25T13:43:01.831" v="35" actId="478"/>
          <ac:spMkLst>
            <pc:docMk/>
            <pc:sldMk cId="2505751039" sldId="348"/>
            <ac:spMk id="5" creationId="{00000000-0000-0000-0000-000000000000}"/>
          </ac:spMkLst>
        </pc:spChg>
      </pc:sldChg>
      <pc:sldChg chg="delSp modSp del mod">
        <pc:chgData name="Ms Alina Arshad" userId="cccdfd85-d35d-4453-9c6f-a463aae40722" providerId="ADAL" clId="{EADAEE91-4A7C-4065-A245-779568A60DD0}" dt="2024-08-25T15:09:32.959" v="306" actId="47"/>
        <pc:sldMkLst>
          <pc:docMk/>
          <pc:sldMk cId="662195488" sldId="349"/>
        </pc:sldMkLst>
        <pc:spChg chg="mod">
          <ac:chgData name="Ms Alina Arshad" userId="cccdfd85-d35d-4453-9c6f-a463aae40722" providerId="ADAL" clId="{EADAEE91-4A7C-4065-A245-779568A60DD0}" dt="2024-08-25T13:43:11.222" v="38" actId="207"/>
          <ac:spMkLst>
            <pc:docMk/>
            <pc:sldMk cId="662195488" sldId="349"/>
            <ac:spMk id="2" creationId="{E948826E-E54E-49E5-A1BB-A247D73F4654}"/>
          </ac:spMkLst>
        </pc:spChg>
        <pc:spChg chg="mod">
          <ac:chgData name="Ms Alina Arshad" userId="cccdfd85-d35d-4453-9c6f-a463aae40722" providerId="ADAL" clId="{EADAEE91-4A7C-4065-A245-779568A60DD0}" dt="2024-08-25T13:43:30.275" v="42" actId="207"/>
          <ac:spMkLst>
            <pc:docMk/>
            <pc:sldMk cId="662195488" sldId="349"/>
            <ac:spMk id="3" creationId="{73CAB96E-5D26-4FBA-93D4-48E335D0109C}"/>
          </ac:spMkLst>
        </pc:spChg>
        <pc:spChg chg="del">
          <ac:chgData name="Ms Alina Arshad" userId="cccdfd85-d35d-4453-9c6f-a463aae40722" providerId="ADAL" clId="{EADAEE91-4A7C-4065-A245-779568A60DD0}" dt="2024-08-25T13:43:21.984" v="40" actId="478"/>
          <ac:spMkLst>
            <pc:docMk/>
            <pc:sldMk cId="662195488" sldId="349"/>
            <ac:spMk id="4" creationId="{00000000-0000-0000-0000-000000000000}"/>
          </ac:spMkLst>
        </pc:spChg>
        <pc:spChg chg="del">
          <ac:chgData name="Ms Alina Arshad" userId="cccdfd85-d35d-4453-9c6f-a463aae40722" providerId="ADAL" clId="{EADAEE91-4A7C-4065-A245-779568A60DD0}" dt="2024-08-25T13:43:25.868" v="41" actId="478"/>
          <ac:spMkLst>
            <pc:docMk/>
            <pc:sldMk cId="662195488" sldId="349"/>
            <ac:spMk id="5" creationId="{00000000-0000-0000-0000-000000000000}"/>
          </ac:spMkLst>
        </pc:spChg>
      </pc:sldChg>
      <pc:sldChg chg="modSp add mod">
        <pc:chgData name="Ms Alina Arshad" userId="cccdfd85-d35d-4453-9c6f-a463aae40722" providerId="ADAL" clId="{EADAEE91-4A7C-4065-A245-779568A60DD0}" dt="2024-08-25T14:58:19.557" v="149" actId="207"/>
        <pc:sldMkLst>
          <pc:docMk/>
          <pc:sldMk cId="0" sldId="350"/>
        </pc:sldMkLst>
        <pc:spChg chg="mod">
          <ac:chgData name="Ms Alina Arshad" userId="cccdfd85-d35d-4453-9c6f-a463aae40722" providerId="ADAL" clId="{EADAEE91-4A7C-4065-A245-779568A60DD0}" dt="2024-08-25T14:58:19.557" v="149" actId="207"/>
          <ac:spMkLst>
            <pc:docMk/>
            <pc:sldMk cId="0" sldId="350"/>
            <ac:spMk id="18434" creationId="{A577BD20-D1FF-1BEE-9621-64AB62F59F87}"/>
          </ac:spMkLst>
        </pc:spChg>
      </pc:sldChg>
      <pc:sldChg chg="modSp add mod">
        <pc:chgData name="Ms Alina Arshad" userId="cccdfd85-d35d-4453-9c6f-a463aae40722" providerId="ADAL" clId="{EADAEE91-4A7C-4065-A245-779568A60DD0}" dt="2024-08-25T14:59:22.631" v="165" actId="27636"/>
        <pc:sldMkLst>
          <pc:docMk/>
          <pc:sldMk cId="0" sldId="351"/>
        </pc:sldMkLst>
        <pc:spChg chg="mod">
          <ac:chgData name="Ms Alina Arshad" userId="cccdfd85-d35d-4453-9c6f-a463aae40722" providerId="ADAL" clId="{EADAEE91-4A7C-4065-A245-779568A60DD0}" dt="2024-08-25T14:59:22.631" v="165" actId="27636"/>
          <ac:spMkLst>
            <pc:docMk/>
            <pc:sldMk cId="0" sldId="351"/>
            <ac:spMk id="3" creationId="{C0C22FA1-E5B0-AD82-96B5-C98C4EA3D56C}"/>
          </ac:spMkLst>
        </pc:spChg>
        <pc:spChg chg="mod">
          <ac:chgData name="Ms Alina Arshad" userId="cccdfd85-d35d-4453-9c6f-a463aae40722" providerId="ADAL" clId="{EADAEE91-4A7C-4065-A245-779568A60DD0}" dt="2024-08-25T14:58:57.020" v="157" actId="1076"/>
          <ac:spMkLst>
            <pc:docMk/>
            <pc:sldMk cId="0" sldId="351"/>
            <ac:spMk id="20482" creationId="{BBAA9927-7645-6E75-19D7-0A3279220EAB}"/>
          </ac:spMkLst>
        </pc:spChg>
        <pc:spChg chg="mod">
          <ac:chgData name="Ms Alina Arshad" userId="cccdfd85-d35d-4453-9c6f-a463aae40722" providerId="ADAL" clId="{EADAEE91-4A7C-4065-A245-779568A60DD0}" dt="2024-08-25T14:59:06.519" v="160" actId="1076"/>
          <ac:spMkLst>
            <pc:docMk/>
            <pc:sldMk cId="0" sldId="351"/>
            <ac:spMk id="20490" creationId="{633463A3-DE25-CA28-40E4-8C3D91E44508}"/>
          </ac:spMkLst>
        </pc:spChg>
        <pc:spChg chg="mod">
          <ac:chgData name="Ms Alina Arshad" userId="cccdfd85-d35d-4453-9c6f-a463aae40722" providerId="ADAL" clId="{EADAEE91-4A7C-4065-A245-779568A60DD0}" dt="2024-08-25T14:59:06.519" v="160" actId="1076"/>
          <ac:spMkLst>
            <pc:docMk/>
            <pc:sldMk cId="0" sldId="351"/>
            <ac:spMk id="20491" creationId="{D7881945-A53A-8D17-791D-162E4ADC9F1A}"/>
          </ac:spMkLst>
        </pc:spChg>
        <pc:spChg chg="mod">
          <ac:chgData name="Ms Alina Arshad" userId="cccdfd85-d35d-4453-9c6f-a463aae40722" providerId="ADAL" clId="{EADAEE91-4A7C-4065-A245-779568A60DD0}" dt="2024-08-25T14:59:06.519" v="160" actId="1076"/>
          <ac:spMkLst>
            <pc:docMk/>
            <pc:sldMk cId="0" sldId="351"/>
            <ac:spMk id="20495" creationId="{30D2EC8A-7B00-E22A-A5F0-C7C377536AE3}"/>
          </ac:spMkLst>
        </pc:spChg>
        <pc:spChg chg="mod">
          <ac:chgData name="Ms Alina Arshad" userId="cccdfd85-d35d-4453-9c6f-a463aae40722" providerId="ADAL" clId="{EADAEE91-4A7C-4065-A245-779568A60DD0}" dt="2024-08-25T14:59:06.519" v="160" actId="1076"/>
          <ac:spMkLst>
            <pc:docMk/>
            <pc:sldMk cId="0" sldId="351"/>
            <ac:spMk id="20496" creationId="{42E8223A-9727-18BC-F219-76783C6B7987}"/>
          </ac:spMkLst>
        </pc:spChg>
        <pc:spChg chg="mod">
          <ac:chgData name="Ms Alina Arshad" userId="cccdfd85-d35d-4453-9c6f-a463aae40722" providerId="ADAL" clId="{EADAEE91-4A7C-4065-A245-779568A60DD0}" dt="2024-08-25T14:59:06.519" v="160" actId="1076"/>
          <ac:spMkLst>
            <pc:docMk/>
            <pc:sldMk cId="0" sldId="351"/>
            <ac:spMk id="20497" creationId="{8CC3DB45-73B0-CB58-0A96-E1B87974EC72}"/>
          </ac:spMkLst>
        </pc:spChg>
        <pc:spChg chg="mod">
          <ac:chgData name="Ms Alina Arshad" userId="cccdfd85-d35d-4453-9c6f-a463aae40722" providerId="ADAL" clId="{EADAEE91-4A7C-4065-A245-779568A60DD0}" dt="2024-08-25T14:59:06.519" v="160" actId="1076"/>
          <ac:spMkLst>
            <pc:docMk/>
            <pc:sldMk cId="0" sldId="351"/>
            <ac:spMk id="20498" creationId="{6B2D9AAB-1FD8-024E-2C7E-CD197AB3F167}"/>
          </ac:spMkLst>
        </pc:spChg>
        <pc:spChg chg="mod">
          <ac:chgData name="Ms Alina Arshad" userId="cccdfd85-d35d-4453-9c6f-a463aae40722" providerId="ADAL" clId="{EADAEE91-4A7C-4065-A245-779568A60DD0}" dt="2024-08-25T14:59:06.519" v="160" actId="1076"/>
          <ac:spMkLst>
            <pc:docMk/>
            <pc:sldMk cId="0" sldId="351"/>
            <ac:spMk id="20499" creationId="{B21B324D-B54B-AB2A-35F9-0B2633DCB27E}"/>
          </ac:spMkLst>
        </pc:spChg>
        <pc:spChg chg="mod">
          <ac:chgData name="Ms Alina Arshad" userId="cccdfd85-d35d-4453-9c6f-a463aae40722" providerId="ADAL" clId="{EADAEE91-4A7C-4065-A245-779568A60DD0}" dt="2024-08-25T14:59:06.519" v="160" actId="1076"/>
          <ac:spMkLst>
            <pc:docMk/>
            <pc:sldMk cId="0" sldId="351"/>
            <ac:spMk id="20500" creationId="{368DA16C-FD8C-D0D7-7F0E-66A1775A49F1}"/>
          </ac:spMkLst>
        </pc:spChg>
        <pc:spChg chg="mod">
          <ac:chgData name="Ms Alina Arshad" userId="cccdfd85-d35d-4453-9c6f-a463aae40722" providerId="ADAL" clId="{EADAEE91-4A7C-4065-A245-779568A60DD0}" dt="2024-08-25T14:59:06.519" v="160" actId="1076"/>
          <ac:spMkLst>
            <pc:docMk/>
            <pc:sldMk cId="0" sldId="351"/>
            <ac:spMk id="20501" creationId="{BBE25917-92B5-29DD-2D43-C206AE6FAD3F}"/>
          </ac:spMkLst>
        </pc:spChg>
        <pc:spChg chg="mod">
          <ac:chgData name="Ms Alina Arshad" userId="cccdfd85-d35d-4453-9c6f-a463aae40722" providerId="ADAL" clId="{EADAEE91-4A7C-4065-A245-779568A60DD0}" dt="2024-08-25T14:59:06.519" v="160" actId="1076"/>
          <ac:spMkLst>
            <pc:docMk/>
            <pc:sldMk cId="0" sldId="351"/>
            <ac:spMk id="20502" creationId="{5B7BB921-3413-4F30-B079-54C603A5CA86}"/>
          </ac:spMkLst>
        </pc:spChg>
        <pc:spChg chg="mod">
          <ac:chgData name="Ms Alina Arshad" userId="cccdfd85-d35d-4453-9c6f-a463aae40722" providerId="ADAL" clId="{EADAEE91-4A7C-4065-A245-779568A60DD0}" dt="2024-08-25T14:59:06.519" v="160" actId="1076"/>
          <ac:spMkLst>
            <pc:docMk/>
            <pc:sldMk cId="0" sldId="351"/>
            <ac:spMk id="20503" creationId="{33B1CDDC-6023-5CD5-5C24-0D8879304E02}"/>
          </ac:spMkLst>
        </pc:spChg>
        <pc:spChg chg="mod">
          <ac:chgData name="Ms Alina Arshad" userId="cccdfd85-d35d-4453-9c6f-a463aae40722" providerId="ADAL" clId="{EADAEE91-4A7C-4065-A245-779568A60DD0}" dt="2024-08-25T14:59:06.519" v="160" actId="1076"/>
          <ac:spMkLst>
            <pc:docMk/>
            <pc:sldMk cId="0" sldId="351"/>
            <ac:spMk id="20504" creationId="{64F24335-C1B3-911B-8406-E9E34E828CE1}"/>
          </ac:spMkLst>
        </pc:spChg>
        <pc:spChg chg="mod">
          <ac:chgData name="Ms Alina Arshad" userId="cccdfd85-d35d-4453-9c6f-a463aae40722" providerId="ADAL" clId="{EADAEE91-4A7C-4065-A245-779568A60DD0}" dt="2024-08-25T14:59:06.519" v="160" actId="1076"/>
          <ac:spMkLst>
            <pc:docMk/>
            <pc:sldMk cId="0" sldId="351"/>
            <ac:spMk id="20506" creationId="{9B3659CD-6C1E-2B5A-5A04-DE082428E653}"/>
          </ac:spMkLst>
        </pc:spChg>
        <pc:spChg chg="mod">
          <ac:chgData name="Ms Alina Arshad" userId="cccdfd85-d35d-4453-9c6f-a463aae40722" providerId="ADAL" clId="{EADAEE91-4A7C-4065-A245-779568A60DD0}" dt="2024-08-25T14:59:06.519" v="160" actId="1076"/>
          <ac:spMkLst>
            <pc:docMk/>
            <pc:sldMk cId="0" sldId="351"/>
            <ac:spMk id="20508" creationId="{B622AB96-288F-81CD-5E4A-A96A8645BC6A}"/>
          </ac:spMkLst>
        </pc:spChg>
        <pc:spChg chg="mod">
          <ac:chgData name="Ms Alina Arshad" userId="cccdfd85-d35d-4453-9c6f-a463aae40722" providerId="ADAL" clId="{EADAEE91-4A7C-4065-A245-779568A60DD0}" dt="2024-08-25T14:59:06.519" v="160" actId="1076"/>
          <ac:spMkLst>
            <pc:docMk/>
            <pc:sldMk cId="0" sldId="351"/>
            <ac:spMk id="20509" creationId="{89A1CA44-16E9-8216-7022-7920138E5E17}"/>
          </ac:spMkLst>
        </pc:spChg>
        <pc:spChg chg="mod">
          <ac:chgData name="Ms Alina Arshad" userId="cccdfd85-d35d-4453-9c6f-a463aae40722" providerId="ADAL" clId="{EADAEE91-4A7C-4065-A245-779568A60DD0}" dt="2024-08-25T14:59:06.519" v="160" actId="1076"/>
          <ac:spMkLst>
            <pc:docMk/>
            <pc:sldMk cId="0" sldId="351"/>
            <ac:spMk id="20510" creationId="{EE6AD805-7BC0-6284-A5A6-E5975E600F61}"/>
          </ac:spMkLst>
        </pc:spChg>
        <pc:spChg chg="mod">
          <ac:chgData name="Ms Alina Arshad" userId="cccdfd85-d35d-4453-9c6f-a463aae40722" providerId="ADAL" clId="{EADAEE91-4A7C-4065-A245-779568A60DD0}" dt="2024-08-25T14:59:06.519" v="160" actId="1076"/>
          <ac:spMkLst>
            <pc:docMk/>
            <pc:sldMk cId="0" sldId="351"/>
            <ac:spMk id="20511" creationId="{1C9AA088-7E22-4D43-1279-63DD018115AA}"/>
          </ac:spMkLst>
        </pc:spChg>
        <pc:spChg chg="mod">
          <ac:chgData name="Ms Alina Arshad" userId="cccdfd85-d35d-4453-9c6f-a463aae40722" providerId="ADAL" clId="{EADAEE91-4A7C-4065-A245-779568A60DD0}" dt="2024-08-25T14:59:06.519" v="160" actId="1076"/>
          <ac:spMkLst>
            <pc:docMk/>
            <pc:sldMk cId="0" sldId="351"/>
            <ac:spMk id="20512" creationId="{BB11CD00-1F5F-6793-EC2D-87C49775945D}"/>
          </ac:spMkLst>
        </pc:spChg>
        <pc:spChg chg="mod">
          <ac:chgData name="Ms Alina Arshad" userId="cccdfd85-d35d-4453-9c6f-a463aae40722" providerId="ADAL" clId="{EADAEE91-4A7C-4065-A245-779568A60DD0}" dt="2024-08-25T14:59:06.519" v="160" actId="1076"/>
          <ac:spMkLst>
            <pc:docMk/>
            <pc:sldMk cId="0" sldId="351"/>
            <ac:spMk id="20513" creationId="{FCC19961-6BBD-7936-C553-6162DC2475FF}"/>
          </ac:spMkLst>
        </pc:spChg>
        <pc:spChg chg="mod">
          <ac:chgData name="Ms Alina Arshad" userId="cccdfd85-d35d-4453-9c6f-a463aae40722" providerId="ADAL" clId="{EADAEE91-4A7C-4065-A245-779568A60DD0}" dt="2024-08-25T14:59:06.519" v="160" actId="1076"/>
          <ac:spMkLst>
            <pc:docMk/>
            <pc:sldMk cId="0" sldId="351"/>
            <ac:spMk id="20514" creationId="{43DD98F7-450E-0791-BFCC-67C8C437F27A}"/>
          </ac:spMkLst>
        </pc:spChg>
        <pc:spChg chg="mod">
          <ac:chgData name="Ms Alina Arshad" userId="cccdfd85-d35d-4453-9c6f-a463aae40722" providerId="ADAL" clId="{EADAEE91-4A7C-4065-A245-779568A60DD0}" dt="2024-08-25T14:59:06.519" v="160" actId="1076"/>
          <ac:spMkLst>
            <pc:docMk/>
            <pc:sldMk cId="0" sldId="351"/>
            <ac:spMk id="20515" creationId="{909C4666-C7D2-5CFD-2A9D-E6C939F855DB}"/>
          </ac:spMkLst>
        </pc:spChg>
        <pc:spChg chg="mod">
          <ac:chgData name="Ms Alina Arshad" userId="cccdfd85-d35d-4453-9c6f-a463aae40722" providerId="ADAL" clId="{EADAEE91-4A7C-4065-A245-779568A60DD0}" dt="2024-08-25T14:59:06.519" v="160" actId="1076"/>
          <ac:spMkLst>
            <pc:docMk/>
            <pc:sldMk cId="0" sldId="351"/>
            <ac:spMk id="20516" creationId="{F559048E-5AEA-BFAA-4AB2-A79BD77B4E64}"/>
          </ac:spMkLst>
        </pc:spChg>
        <pc:spChg chg="mod">
          <ac:chgData name="Ms Alina Arshad" userId="cccdfd85-d35d-4453-9c6f-a463aae40722" providerId="ADAL" clId="{EADAEE91-4A7C-4065-A245-779568A60DD0}" dt="2024-08-25T14:59:06.519" v="160" actId="1076"/>
          <ac:spMkLst>
            <pc:docMk/>
            <pc:sldMk cId="0" sldId="351"/>
            <ac:spMk id="20518" creationId="{A73BE407-30D4-0E52-57AB-73F9CF23B9C0}"/>
          </ac:spMkLst>
        </pc:spChg>
        <pc:spChg chg="mod">
          <ac:chgData name="Ms Alina Arshad" userId="cccdfd85-d35d-4453-9c6f-a463aae40722" providerId="ADAL" clId="{EADAEE91-4A7C-4065-A245-779568A60DD0}" dt="2024-08-25T14:59:06.519" v="160" actId="1076"/>
          <ac:spMkLst>
            <pc:docMk/>
            <pc:sldMk cId="0" sldId="351"/>
            <ac:spMk id="20519" creationId="{3D2DE760-CDA8-026D-2727-1D2422A40053}"/>
          </ac:spMkLst>
        </pc:spChg>
        <pc:spChg chg="mod">
          <ac:chgData name="Ms Alina Arshad" userId="cccdfd85-d35d-4453-9c6f-a463aae40722" providerId="ADAL" clId="{EADAEE91-4A7C-4065-A245-779568A60DD0}" dt="2024-08-25T14:59:06.519" v="160" actId="1076"/>
          <ac:spMkLst>
            <pc:docMk/>
            <pc:sldMk cId="0" sldId="351"/>
            <ac:spMk id="20522" creationId="{724AC8D3-447F-303D-8B23-332CAB41837E}"/>
          </ac:spMkLst>
        </pc:spChg>
        <pc:spChg chg="mod">
          <ac:chgData name="Ms Alina Arshad" userId="cccdfd85-d35d-4453-9c6f-a463aae40722" providerId="ADAL" clId="{EADAEE91-4A7C-4065-A245-779568A60DD0}" dt="2024-08-25T14:59:06.519" v="160" actId="1076"/>
          <ac:spMkLst>
            <pc:docMk/>
            <pc:sldMk cId="0" sldId="351"/>
            <ac:spMk id="20523" creationId="{F261ED58-EC46-D0CB-EF10-36FDD01A018A}"/>
          </ac:spMkLst>
        </pc:spChg>
        <pc:spChg chg="mod">
          <ac:chgData name="Ms Alina Arshad" userId="cccdfd85-d35d-4453-9c6f-a463aae40722" providerId="ADAL" clId="{EADAEE91-4A7C-4065-A245-779568A60DD0}" dt="2024-08-25T14:59:06.519" v="160" actId="1076"/>
          <ac:spMkLst>
            <pc:docMk/>
            <pc:sldMk cId="0" sldId="351"/>
            <ac:spMk id="20524" creationId="{2978236F-238F-63A3-A9C6-1BC14C387C7A}"/>
          </ac:spMkLst>
        </pc:spChg>
        <pc:spChg chg="mod">
          <ac:chgData name="Ms Alina Arshad" userId="cccdfd85-d35d-4453-9c6f-a463aae40722" providerId="ADAL" clId="{EADAEE91-4A7C-4065-A245-779568A60DD0}" dt="2024-08-25T14:59:06.519" v="160" actId="1076"/>
          <ac:spMkLst>
            <pc:docMk/>
            <pc:sldMk cId="0" sldId="351"/>
            <ac:spMk id="20525" creationId="{3A10A80B-598C-6F80-B20E-D83391B4DAFE}"/>
          </ac:spMkLst>
        </pc:spChg>
        <pc:spChg chg="mod">
          <ac:chgData name="Ms Alina Arshad" userId="cccdfd85-d35d-4453-9c6f-a463aae40722" providerId="ADAL" clId="{EADAEE91-4A7C-4065-A245-779568A60DD0}" dt="2024-08-25T14:59:06.519" v="160" actId="1076"/>
          <ac:spMkLst>
            <pc:docMk/>
            <pc:sldMk cId="0" sldId="351"/>
            <ac:spMk id="20526" creationId="{DE8A2B8B-C132-773A-4325-63EA471A82E6}"/>
          </ac:spMkLst>
        </pc:spChg>
        <pc:spChg chg="mod">
          <ac:chgData name="Ms Alina Arshad" userId="cccdfd85-d35d-4453-9c6f-a463aae40722" providerId="ADAL" clId="{EADAEE91-4A7C-4065-A245-779568A60DD0}" dt="2024-08-25T14:59:06.519" v="160" actId="1076"/>
          <ac:spMkLst>
            <pc:docMk/>
            <pc:sldMk cId="0" sldId="351"/>
            <ac:spMk id="20527" creationId="{A7378887-B4EE-0D36-3B40-BF7373A0A755}"/>
          </ac:spMkLst>
        </pc:spChg>
        <pc:spChg chg="mod">
          <ac:chgData name="Ms Alina Arshad" userId="cccdfd85-d35d-4453-9c6f-a463aae40722" providerId="ADAL" clId="{EADAEE91-4A7C-4065-A245-779568A60DD0}" dt="2024-08-25T14:59:06.519" v="160" actId="1076"/>
          <ac:spMkLst>
            <pc:docMk/>
            <pc:sldMk cId="0" sldId="351"/>
            <ac:spMk id="20528" creationId="{CBA19445-DC40-B276-D8A2-FB7B5D7C6931}"/>
          </ac:spMkLst>
        </pc:spChg>
        <pc:spChg chg="mod">
          <ac:chgData name="Ms Alina Arshad" userId="cccdfd85-d35d-4453-9c6f-a463aae40722" providerId="ADAL" clId="{EADAEE91-4A7C-4065-A245-779568A60DD0}" dt="2024-08-25T14:59:06.519" v="160" actId="1076"/>
          <ac:spMkLst>
            <pc:docMk/>
            <pc:sldMk cId="0" sldId="351"/>
            <ac:spMk id="20529" creationId="{3D9C512B-90B6-61AE-0FE2-301DA8BF6166}"/>
          </ac:spMkLst>
        </pc:spChg>
        <pc:spChg chg="mod">
          <ac:chgData name="Ms Alina Arshad" userId="cccdfd85-d35d-4453-9c6f-a463aae40722" providerId="ADAL" clId="{EADAEE91-4A7C-4065-A245-779568A60DD0}" dt="2024-08-25T14:59:06.519" v="160" actId="1076"/>
          <ac:spMkLst>
            <pc:docMk/>
            <pc:sldMk cId="0" sldId="351"/>
            <ac:spMk id="20532" creationId="{01F75FB1-FA05-E792-5677-1408EBFE4895}"/>
          </ac:spMkLst>
        </pc:spChg>
        <pc:spChg chg="mod">
          <ac:chgData name="Ms Alina Arshad" userId="cccdfd85-d35d-4453-9c6f-a463aae40722" providerId="ADAL" clId="{EADAEE91-4A7C-4065-A245-779568A60DD0}" dt="2024-08-25T14:59:06.519" v="160" actId="1076"/>
          <ac:spMkLst>
            <pc:docMk/>
            <pc:sldMk cId="0" sldId="351"/>
            <ac:spMk id="20535" creationId="{B248B2D8-4FD5-CC0D-B842-158AE12C4F74}"/>
          </ac:spMkLst>
        </pc:spChg>
        <pc:spChg chg="mod">
          <ac:chgData name="Ms Alina Arshad" userId="cccdfd85-d35d-4453-9c6f-a463aae40722" providerId="ADAL" clId="{EADAEE91-4A7C-4065-A245-779568A60DD0}" dt="2024-08-25T14:59:06.519" v="160" actId="1076"/>
          <ac:spMkLst>
            <pc:docMk/>
            <pc:sldMk cId="0" sldId="351"/>
            <ac:spMk id="20536" creationId="{BC821949-4409-B6D2-0B76-CF34243713C4}"/>
          </ac:spMkLst>
        </pc:spChg>
        <pc:spChg chg="mod">
          <ac:chgData name="Ms Alina Arshad" userId="cccdfd85-d35d-4453-9c6f-a463aae40722" providerId="ADAL" clId="{EADAEE91-4A7C-4065-A245-779568A60DD0}" dt="2024-08-25T14:59:06.519" v="160" actId="1076"/>
          <ac:spMkLst>
            <pc:docMk/>
            <pc:sldMk cId="0" sldId="351"/>
            <ac:spMk id="20537" creationId="{D2F2A971-F446-C273-87FD-620558105FC1}"/>
          </ac:spMkLst>
        </pc:spChg>
        <pc:spChg chg="mod">
          <ac:chgData name="Ms Alina Arshad" userId="cccdfd85-d35d-4453-9c6f-a463aae40722" providerId="ADAL" clId="{EADAEE91-4A7C-4065-A245-779568A60DD0}" dt="2024-08-25T14:59:06.519" v="160" actId="1076"/>
          <ac:spMkLst>
            <pc:docMk/>
            <pc:sldMk cId="0" sldId="351"/>
            <ac:spMk id="20538" creationId="{8D694FCD-8075-29AA-7B6F-E3033267B8FA}"/>
          </ac:spMkLst>
        </pc:spChg>
        <pc:spChg chg="mod">
          <ac:chgData name="Ms Alina Arshad" userId="cccdfd85-d35d-4453-9c6f-a463aae40722" providerId="ADAL" clId="{EADAEE91-4A7C-4065-A245-779568A60DD0}" dt="2024-08-25T14:59:06.519" v="160" actId="1076"/>
          <ac:spMkLst>
            <pc:docMk/>
            <pc:sldMk cId="0" sldId="351"/>
            <ac:spMk id="20539" creationId="{C2E3A1C5-308C-D8E1-DF3B-D3F666024944}"/>
          </ac:spMkLst>
        </pc:spChg>
        <pc:spChg chg="mod">
          <ac:chgData name="Ms Alina Arshad" userId="cccdfd85-d35d-4453-9c6f-a463aae40722" providerId="ADAL" clId="{EADAEE91-4A7C-4065-A245-779568A60DD0}" dt="2024-08-25T14:59:06.519" v="160" actId="1076"/>
          <ac:spMkLst>
            <pc:docMk/>
            <pc:sldMk cId="0" sldId="351"/>
            <ac:spMk id="20540" creationId="{3D348CA4-5DDE-5C56-5FA0-AF17C8561F35}"/>
          </ac:spMkLst>
        </pc:spChg>
        <pc:spChg chg="mod">
          <ac:chgData name="Ms Alina Arshad" userId="cccdfd85-d35d-4453-9c6f-a463aae40722" providerId="ADAL" clId="{EADAEE91-4A7C-4065-A245-779568A60DD0}" dt="2024-08-25T14:59:06.519" v="160" actId="1076"/>
          <ac:spMkLst>
            <pc:docMk/>
            <pc:sldMk cId="0" sldId="351"/>
            <ac:spMk id="20541" creationId="{AFBDDBF6-D876-C151-24EF-4F8278F2BA34}"/>
          </ac:spMkLst>
        </pc:spChg>
        <pc:spChg chg="mod">
          <ac:chgData name="Ms Alina Arshad" userId="cccdfd85-d35d-4453-9c6f-a463aae40722" providerId="ADAL" clId="{EADAEE91-4A7C-4065-A245-779568A60DD0}" dt="2024-08-25T14:59:06.519" v="160" actId="1076"/>
          <ac:spMkLst>
            <pc:docMk/>
            <pc:sldMk cId="0" sldId="351"/>
            <ac:spMk id="20542" creationId="{DBB3D900-774B-536F-785C-E839802B58ED}"/>
          </ac:spMkLst>
        </pc:spChg>
        <pc:spChg chg="mod">
          <ac:chgData name="Ms Alina Arshad" userId="cccdfd85-d35d-4453-9c6f-a463aae40722" providerId="ADAL" clId="{EADAEE91-4A7C-4065-A245-779568A60DD0}" dt="2024-08-25T14:59:06.519" v="160" actId="1076"/>
          <ac:spMkLst>
            <pc:docMk/>
            <pc:sldMk cId="0" sldId="351"/>
            <ac:spMk id="20543" creationId="{0952B678-AF27-EA9B-4BB4-76D04C4889D8}"/>
          </ac:spMkLst>
        </pc:spChg>
        <pc:spChg chg="mod">
          <ac:chgData name="Ms Alina Arshad" userId="cccdfd85-d35d-4453-9c6f-a463aae40722" providerId="ADAL" clId="{EADAEE91-4A7C-4065-A245-779568A60DD0}" dt="2024-08-25T14:59:06.519" v="160" actId="1076"/>
          <ac:spMkLst>
            <pc:docMk/>
            <pc:sldMk cId="0" sldId="351"/>
            <ac:spMk id="20544" creationId="{82380CB0-76D2-D7C4-10F0-DE56CAED63AE}"/>
          </ac:spMkLst>
        </pc:spChg>
        <pc:grpChg chg="mod">
          <ac:chgData name="Ms Alina Arshad" userId="cccdfd85-d35d-4453-9c6f-a463aae40722" providerId="ADAL" clId="{EADAEE91-4A7C-4065-A245-779568A60DD0}" dt="2024-08-25T14:59:06.519" v="160" actId="1076"/>
          <ac:grpSpMkLst>
            <pc:docMk/>
            <pc:sldMk cId="0" sldId="351"/>
            <ac:grpSpMk id="2" creationId="{7F9631C9-A4A1-9EC8-8B28-D2C54EDAAC8E}"/>
          </ac:grpSpMkLst>
        </pc:grpChg>
        <pc:grpChg chg="mod">
          <ac:chgData name="Ms Alina Arshad" userId="cccdfd85-d35d-4453-9c6f-a463aae40722" providerId="ADAL" clId="{EADAEE91-4A7C-4065-A245-779568A60DD0}" dt="2024-08-25T14:59:06.519" v="160" actId="1076"/>
          <ac:grpSpMkLst>
            <pc:docMk/>
            <pc:sldMk cId="0" sldId="351"/>
            <ac:grpSpMk id="20485" creationId="{B7A9110E-17AF-7A9A-94CA-09682B01ADA7}"/>
          </ac:grpSpMkLst>
        </pc:grpChg>
        <pc:grpChg chg="mod">
          <ac:chgData name="Ms Alina Arshad" userId="cccdfd85-d35d-4453-9c6f-a463aae40722" providerId="ADAL" clId="{EADAEE91-4A7C-4065-A245-779568A60DD0}" dt="2024-08-25T14:59:06.519" v="160" actId="1076"/>
          <ac:grpSpMkLst>
            <pc:docMk/>
            <pc:sldMk cId="0" sldId="351"/>
            <ac:grpSpMk id="20486" creationId="{C87A5648-2ED0-13A1-E987-3804502F5DB1}"/>
          </ac:grpSpMkLst>
        </pc:grpChg>
        <pc:grpChg chg="mod">
          <ac:chgData name="Ms Alina Arshad" userId="cccdfd85-d35d-4453-9c6f-a463aae40722" providerId="ADAL" clId="{EADAEE91-4A7C-4065-A245-779568A60DD0}" dt="2024-08-25T14:59:06.519" v="160" actId="1076"/>
          <ac:grpSpMkLst>
            <pc:docMk/>
            <pc:sldMk cId="0" sldId="351"/>
            <ac:grpSpMk id="20487" creationId="{FEF07A09-23EB-692B-E7F8-931D9A1688D3}"/>
          </ac:grpSpMkLst>
        </pc:grpChg>
        <pc:grpChg chg="mod">
          <ac:chgData name="Ms Alina Arshad" userId="cccdfd85-d35d-4453-9c6f-a463aae40722" providerId="ADAL" clId="{EADAEE91-4A7C-4065-A245-779568A60DD0}" dt="2024-08-25T14:59:06.519" v="160" actId="1076"/>
          <ac:grpSpMkLst>
            <pc:docMk/>
            <pc:sldMk cId="0" sldId="351"/>
            <ac:grpSpMk id="20488" creationId="{4F49DAD8-804A-D178-31DD-036F4BAAAE47}"/>
          </ac:grpSpMkLst>
        </pc:grpChg>
        <pc:grpChg chg="mod">
          <ac:chgData name="Ms Alina Arshad" userId="cccdfd85-d35d-4453-9c6f-a463aae40722" providerId="ADAL" clId="{EADAEE91-4A7C-4065-A245-779568A60DD0}" dt="2024-08-25T14:59:06.519" v="160" actId="1076"/>
          <ac:grpSpMkLst>
            <pc:docMk/>
            <pc:sldMk cId="0" sldId="351"/>
            <ac:grpSpMk id="20489" creationId="{95027C7D-621B-B27C-733C-C9EC585D5C2C}"/>
          </ac:grpSpMkLst>
        </pc:grpChg>
        <pc:grpChg chg="mod">
          <ac:chgData name="Ms Alina Arshad" userId="cccdfd85-d35d-4453-9c6f-a463aae40722" providerId="ADAL" clId="{EADAEE91-4A7C-4065-A245-779568A60DD0}" dt="2024-08-25T14:59:06.519" v="160" actId="1076"/>
          <ac:grpSpMkLst>
            <pc:docMk/>
            <pc:sldMk cId="0" sldId="351"/>
            <ac:grpSpMk id="20492" creationId="{054DD1F6-623A-E71F-F6E2-064F30277D12}"/>
          </ac:grpSpMkLst>
        </pc:grpChg>
        <pc:grpChg chg="mod">
          <ac:chgData name="Ms Alina Arshad" userId="cccdfd85-d35d-4453-9c6f-a463aae40722" providerId="ADAL" clId="{EADAEE91-4A7C-4065-A245-779568A60DD0}" dt="2024-08-25T14:59:06.519" v="160" actId="1076"/>
          <ac:grpSpMkLst>
            <pc:docMk/>
            <pc:sldMk cId="0" sldId="351"/>
            <ac:grpSpMk id="20493" creationId="{6ECA2E41-720C-F599-9154-426F329E4A57}"/>
          </ac:grpSpMkLst>
        </pc:grpChg>
        <pc:grpChg chg="mod">
          <ac:chgData name="Ms Alina Arshad" userId="cccdfd85-d35d-4453-9c6f-a463aae40722" providerId="ADAL" clId="{EADAEE91-4A7C-4065-A245-779568A60DD0}" dt="2024-08-25T14:59:06.519" v="160" actId="1076"/>
          <ac:grpSpMkLst>
            <pc:docMk/>
            <pc:sldMk cId="0" sldId="351"/>
            <ac:grpSpMk id="20494" creationId="{1E4BF6B6-F9CB-5FE1-F3F4-5BA86F870DB1}"/>
          </ac:grpSpMkLst>
        </pc:grpChg>
        <pc:grpChg chg="mod">
          <ac:chgData name="Ms Alina Arshad" userId="cccdfd85-d35d-4453-9c6f-a463aae40722" providerId="ADAL" clId="{EADAEE91-4A7C-4065-A245-779568A60DD0}" dt="2024-08-25T14:59:06.519" v="160" actId="1076"/>
          <ac:grpSpMkLst>
            <pc:docMk/>
            <pc:sldMk cId="0" sldId="351"/>
            <ac:grpSpMk id="20505" creationId="{93453CF6-B129-40D6-76E3-5DC20D6CDA59}"/>
          </ac:grpSpMkLst>
        </pc:grpChg>
        <pc:grpChg chg="mod">
          <ac:chgData name="Ms Alina Arshad" userId="cccdfd85-d35d-4453-9c6f-a463aae40722" providerId="ADAL" clId="{EADAEE91-4A7C-4065-A245-779568A60DD0}" dt="2024-08-25T14:59:06.519" v="160" actId="1076"/>
          <ac:grpSpMkLst>
            <pc:docMk/>
            <pc:sldMk cId="0" sldId="351"/>
            <ac:grpSpMk id="20507" creationId="{DFBB99D5-D52B-1F57-9535-CF9B7EE26221}"/>
          </ac:grpSpMkLst>
        </pc:grpChg>
        <pc:grpChg chg="mod">
          <ac:chgData name="Ms Alina Arshad" userId="cccdfd85-d35d-4453-9c6f-a463aae40722" providerId="ADAL" clId="{EADAEE91-4A7C-4065-A245-779568A60DD0}" dt="2024-08-25T14:59:06.519" v="160" actId="1076"/>
          <ac:grpSpMkLst>
            <pc:docMk/>
            <pc:sldMk cId="0" sldId="351"/>
            <ac:grpSpMk id="20517" creationId="{264FBE28-AF63-C31F-376E-2E336D6CE572}"/>
          </ac:grpSpMkLst>
        </pc:grpChg>
        <pc:grpChg chg="mod">
          <ac:chgData name="Ms Alina Arshad" userId="cccdfd85-d35d-4453-9c6f-a463aae40722" providerId="ADAL" clId="{EADAEE91-4A7C-4065-A245-779568A60DD0}" dt="2024-08-25T14:59:06.519" v="160" actId="1076"/>
          <ac:grpSpMkLst>
            <pc:docMk/>
            <pc:sldMk cId="0" sldId="351"/>
            <ac:grpSpMk id="20520" creationId="{FC154E7D-4B1D-54F5-535F-267395724150}"/>
          </ac:grpSpMkLst>
        </pc:grpChg>
        <pc:grpChg chg="mod">
          <ac:chgData name="Ms Alina Arshad" userId="cccdfd85-d35d-4453-9c6f-a463aae40722" providerId="ADAL" clId="{EADAEE91-4A7C-4065-A245-779568A60DD0}" dt="2024-08-25T14:59:06.519" v="160" actId="1076"/>
          <ac:grpSpMkLst>
            <pc:docMk/>
            <pc:sldMk cId="0" sldId="351"/>
            <ac:grpSpMk id="20521" creationId="{D3F057E2-1931-2A47-5DEE-9A1C6D847247}"/>
          </ac:grpSpMkLst>
        </pc:grpChg>
        <pc:grpChg chg="mod">
          <ac:chgData name="Ms Alina Arshad" userId="cccdfd85-d35d-4453-9c6f-a463aae40722" providerId="ADAL" clId="{EADAEE91-4A7C-4065-A245-779568A60DD0}" dt="2024-08-25T14:59:06.519" v="160" actId="1076"/>
          <ac:grpSpMkLst>
            <pc:docMk/>
            <pc:sldMk cId="0" sldId="351"/>
            <ac:grpSpMk id="20530" creationId="{9329A31E-5CC2-8249-4436-0A6A6E596555}"/>
          </ac:grpSpMkLst>
        </pc:grpChg>
        <pc:grpChg chg="mod">
          <ac:chgData name="Ms Alina Arshad" userId="cccdfd85-d35d-4453-9c6f-a463aae40722" providerId="ADAL" clId="{EADAEE91-4A7C-4065-A245-779568A60DD0}" dt="2024-08-25T14:59:06.519" v="160" actId="1076"/>
          <ac:grpSpMkLst>
            <pc:docMk/>
            <pc:sldMk cId="0" sldId="351"/>
            <ac:grpSpMk id="20531" creationId="{84BB47A9-E83E-AEFB-27FA-6B66D827416E}"/>
          </ac:grpSpMkLst>
        </pc:grpChg>
        <pc:grpChg chg="mod">
          <ac:chgData name="Ms Alina Arshad" userId="cccdfd85-d35d-4453-9c6f-a463aae40722" providerId="ADAL" clId="{EADAEE91-4A7C-4065-A245-779568A60DD0}" dt="2024-08-25T14:59:06.519" v="160" actId="1076"/>
          <ac:grpSpMkLst>
            <pc:docMk/>
            <pc:sldMk cId="0" sldId="351"/>
            <ac:grpSpMk id="20533" creationId="{201B7CCB-5F34-F678-758F-0661DE8D959C}"/>
          </ac:grpSpMkLst>
        </pc:grpChg>
        <pc:grpChg chg="mod">
          <ac:chgData name="Ms Alina Arshad" userId="cccdfd85-d35d-4453-9c6f-a463aae40722" providerId="ADAL" clId="{EADAEE91-4A7C-4065-A245-779568A60DD0}" dt="2024-08-25T14:59:06.519" v="160" actId="1076"/>
          <ac:grpSpMkLst>
            <pc:docMk/>
            <pc:sldMk cId="0" sldId="351"/>
            <ac:grpSpMk id="20534" creationId="{0E9C74A4-0952-6E8E-DB45-32A6E2651681}"/>
          </ac:grpSpMkLst>
        </pc:grpChg>
      </pc:sldChg>
      <pc:sldChg chg="modSp add mod modAnim">
        <pc:chgData name="Ms Alina Arshad" userId="cccdfd85-d35d-4453-9c6f-a463aae40722" providerId="ADAL" clId="{EADAEE91-4A7C-4065-A245-779568A60DD0}" dt="2024-08-25T15:02:43.628" v="201" actId="12"/>
        <pc:sldMkLst>
          <pc:docMk/>
          <pc:sldMk cId="0" sldId="352"/>
        </pc:sldMkLst>
        <pc:spChg chg="mod">
          <ac:chgData name="Ms Alina Arshad" userId="cccdfd85-d35d-4453-9c6f-a463aae40722" providerId="ADAL" clId="{EADAEE91-4A7C-4065-A245-779568A60DD0}" dt="2024-08-25T15:02:43.628" v="201" actId="12"/>
          <ac:spMkLst>
            <pc:docMk/>
            <pc:sldMk cId="0" sldId="352"/>
            <ac:spMk id="2052" creationId="{B4DE60EB-A6E8-8EBF-8E19-B399561545C9}"/>
          </ac:spMkLst>
        </pc:spChg>
        <pc:spChg chg="mod">
          <ac:chgData name="Ms Alina Arshad" userId="cccdfd85-d35d-4453-9c6f-a463aae40722" providerId="ADAL" clId="{EADAEE91-4A7C-4065-A245-779568A60DD0}" dt="2024-08-25T15:01:36.327" v="178" actId="207"/>
          <ac:spMkLst>
            <pc:docMk/>
            <pc:sldMk cId="0" sldId="352"/>
            <ac:spMk id="22530" creationId="{81E4A2DE-EED4-BE27-0CBC-60AC4B3515B2}"/>
          </ac:spMkLst>
        </pc:spChg>
        <pc:graphicFrameChg chg="mod">
          <ac:chgData name="Ms Alina Arshad" userId="cccdfd85-d35d-4453-9c6f-a463aae40722" providerId="ADAL" clId="{EADAEE91-4A7C-4065-A245-779568A60DD0}" dt="2024-08-25T15:01:54.126" v="183" actId="1076"/>
          <ac:graphicFrameMkLst>
            <pc:docMk/>
            <pc:sldMk cId="0" sldId="352"/>
            <ac:graphicFrameMk id="2050" creationId="{69F5B8D4-45C1-7EAE-504B-933840C40481}"/>
          </ac:graphicFrameMkLst>
        </pc:graphicFrameChg>
      </pc:sldChg>
      <pc:sldChg chg="modSp add mod">
        <pc:chgData name="Ms Alina Arshad" userId="cccdfd85-d35d-4453-9c6f-a463aae40722" providerId="ADAL" clId="{EADAEE91-4A7C-4065-A245-779568A60DD0}" dt="2024-08-25T15:04:31.039" v="226" actId="1076"/>
        <pc:sldMkLst>
          <pc:docMk/>
          <pc:sldMk cId="0" sldId="353"/>
        </pc:sldMkLst>
        <pc:spChg chg="mod">
          <ac:chgData name="Ms Alina Arshad" userId="cccdfd85-d35d-4453-9c6f-a463aae40722" providerId="ADAL" clId="{EADAEE91-4A7C-4065-A245-779568A60DD0}" dt="2024-08-25T15:04:31.039" v="226" actId="1076"/>
          <ac:spMkLst>
            <pc:docMk/>
            <pc:sldMk cId="0" sldId="353"/>
            <ac:spMk id="12" creationId="{1B6A82AF-111F-D1BE-2D7D-3590FC2DDAC9}"/>
          </ac:spMkLst>
        </pc:spChg>
        <pc:spChg chg="mod">
          <ac:chgData name="Ms Alina Arshad" userId="cccdfd85-d35d-4453-9c6f-a463aae40722" providerId="ADAL" clId="{EADAEE91-4A7C-4065-A245-779568A60DD0}" dt="2024-08-25T15:04:18.556" v="222" actId="207"/>
          <ac:spMkLst>
            <pc:docMk/>
            <pc:sldMk cId="0" sldId="353"/>
            <ac:spMk id="13" creationId="{40BD6F9F-8B0E-8151-5595-E398BA5B69BC}"/>
          </ac:spMkLst>
        </pc:spChg>
        <pc:spChg chg="mod">
          <ac:chgData name="Ms Alina Arshad" userId="cccdfd85-d35d-4453-9c6f-a463aae40722" providerId="ADAL" clId="{EADAEE91-4A7C-4065-A245-779568A60DD0}" dt="2024-08-25T15:03:57.441" v="219" actId="207"/>
          <ac:spMkLst>
            <pc:docMk/>
            <pc:sldMk cId="0" sldId="353"/>
            <ac:spMk id="24578" creationId="{A6AAA39F-8495-7D22-ACDD-646A2CF1F432}"/>
          </ac:spMkLst>
        </pc:spChg>
        <pc:spChg chg="mod">
          <ac:chgData name="Ms Alina Arshad" userId="cccdfd85-d35d-4453-9c6f-a463aae40722" providerId="ADAL" clId="{EADAEE91-4A7C-4065-A245-779568A60DD0}" dt="2024-08-25T15:04:21.653" v="223" actId="207"/>
          <ac:spMkLst>
            <pc:docMk/>
            <pc:sldMk cId="0" sldId="353"/>
            <ac:spMk id="24579" creationId="{1D3E6F96-66D0-4256-B3BD-7CD77460DDD7}"/>
          </ac:spMkLst>
        </pc:spChg>
        <pc:spChg chg="mod">
          <ac:chgData name="Ms Alina Arshad" userId="cccdfd85-d35d-4453-9c6f-a463aae40722" providerId="ADAL" clId="{EADAEE91-4A7C-4065-A245-779568A60DD0}" dt="2024-08-25T15:04:25.363" v="224" actId="113"/>
          <ac:spMkLst>
            <pc:docMk/>
            <pc:sldMk cId="0" sldId="353"/>
            <ac:spMk id="24581" creationId="{AC6072E2-E180-4510-5672-05CB4006ADFA}"/>
          </ac:spMkLst>
        </pc:spChg>
      </pc:sldChg>
      <pc:sldChg chg="modSp add mod">
        <pc:chgData name="Ms Alina Arshad" userId="cccdfd85-d35d-4453-9c6f-a463aae40722" providerId="ADAL" clId="{EADAEE91-4A7C-4065-A245-779568A60DD0}" dt="2024-08-25T15:04:55.549" v="232" actId="113"/>
        <pc:sldMkLst>
          <pc:docMk/>
          <pc:sldMk cId="0" sldId="354"/>
        </pc:sldMkLst>
        <pc:spChg chg="mod">
          <ac:chgData name="Ms Alina Arshad" userId="cccdfd85-d35d-4453-9c6f-a463aae40722" providerId="ADAL" clId="{EADAEE91-4A7C-4065-A245-779568A60DD0}" dt="2024-08-25T15:04:44.641" v="229" actId="207"/>
          <ac:spMkLst>
            <pc:docMk/>
            <pc:sldMk cId="0" sldId="354"/>
            <ac:spMk id="8" creationId="{643E073A-7DD6-73B9-FE08-31C2814707E7}"/>
          </ac:spMkLst>
        </pc:spChg>
        <pc:spChg chg="mod">
          <ac:chgData name="Ms Alina Arshad" userId="cccdfd85-d35d-4453-9c6f-a463aae40722" providerId="ADAL" clId="{EADAEE91-4A7C-4065-A245-779568A60DD0}" dt="2024-08-25T15:04:55.549" v="232" actId="113"/>
          <ac:spMkLst>
            <pc:docMk/>
            <pc:sldMk cId="0" sldId="354"/>
            <ac:spMk id="15" creationId="{220352EF-14A6-A74A-D1D9-AE269D4104D5}"/>
          </ac:spMkLst>
        </pc:spChg>
        <pc:spChg chg="mod">
          <ac:chgData name="Ms Alina Arshad" userId="cccdfd85-d35d-4453-9c6f-a463aae40722" providerId="ADAL" clId="{EADAEE91-4A7C-4065-A245-779568A60DD0}" dt="2024-08-25T15:04:37.382" v="227" actId="207"/>
          <ac:spMkLst>
            <pc:docMk/>
            <pc:sldMk cId="0" sldId="354"/>
            <ac:spMk id="25602" creationId="{763249DC-6058-8C52-C85A-8BDD92970B7F}"/>
          </ac:spMkLst>
        </pc:spChg>
        <pc:spChg chg="mod">
          <ac:chgData name="Ms Alina Arshad" userId="cccdfd85-d35d-4453-9c6f-a463aae40722" providerId="ADAL" clId="{EADAEE91-4A7C-4065-A245-779568A60DD0}" dt="2024-08-25T15:04:41.757" v="228" actId="207"/>
          <ac:spMkLst>
            <pc:docMk/>
            <pc:sldMk cId="0" sldId="354"/>
            <ac:spMk id="25603" creationId="{BF524721-A574-8A8A-2F01-CF97DC19A676}"/>
          </ac:spMkLst>
        </pc:spChg>
        <pc:spChg chg="mod">
          <ac:chgData name="Ms Alina Arshad" userId="cccdfd85-d35d-4453-9c6f-a463aae40722" providerId="ADAL" clId="{EADAEE91-4A7C-4065-A245-779568A60DD0}" dt="2024-08-25T15:04:51.278" v="231" actId="1076"/>
          <ac:spMkLst>
            <pc:docMk/>
            <pc:sldMk cId="0" sldId="354"/>
            <ac:spMk id="25605" creationId="{4AD958AC-ED29-36C3-55AE-161AB81FAC71}"/>
          </ac:spMkLst>
        </pc:spChg>
      </pc:sldChg>
      <pc:sldChg chg="modSp add mod">
        <pc:chgData name="Ms Alina Arshad" userId="cccdfd85-d35d-4453-9c6f-a463aae40722" providerId="ADAL" clId="{EADAEE91-4A7C-4065-A245-779568A60DD0}" dt="2024-08-25T14:58:07.978" v="147" actId="207"/>
        <pc:sldMkLst>
          <pc:docMk/>
          <pc:sldMk cId="0" sldId="355"/>
        </pc:sldMkLst>
        <pc:spChg chg="mod">
          <ac:chgData name="Ms Alina Arshad" userId="cccdfd85-d35d-4453-9c6f-a463aae40722" providerId="ADAL" clId="{EADAEE91-4A7C-4065-A245-779568A60DD0}" dt="2024-08-25T14:58:07.978" v="147" actId="207"/>
          <ac:spMkLst>
            <pc:docMk/>
            <pc:sldMk cId="0" sldId="355"/>
            <ac:spMk id="3" creationId="{D85BE8BD-8465-2E9F-8E33-04A29E3523A4}"/>
          </ac:spMkLst>
        </pc:spChg>
        <pc:spChg chg="mod">
          <ac:chgData name="Ms Alina Arshad" userId="cccdfd85-d35d-4453-9c6f-a463aae40722" providerId="ADAL" clId="{EADAEE91-4A7C-4065-A245-779568A60DD0}" dt="2024-08-25T14:57:47.486" v="142" actId="207"/>
          <ac:spMkLst>
            <pc:docMk/>
            <pc:sldMk cId="0" sldId="355"/>
            <ac:spMk id="17410" creationId="{C3FC1DD1-B58D-09D5-C15F-8926BFD5C267}"/>
          </ac:spMkLst>
        </pc:spChg>
      </pc:sldChg>
      <pc:sldChg chg="modSp add mod modAnim">
        <pc:chgData name="Ms Alina Arshad" userId="cccdfd85-d35d-4453-9c6f-a463aae40722" providerId="ADAL" clId="{EADAEE91-4A7C-4065-A245-779568A60DD0}" dt="2024-08-25T15:03:12.680" v="212" actId="12"/>
        <pc:sldMkLst>
          <pc:docMk/>
          <pc:sldMk cId="0" sldId="356"/>
        </pc:sldMkLst>
        <pc:spChg chg="mod">
          <ac:chgData name="Ms Alina Arshad" userId="cccdfd85-d35d-4453-9c6f-a463aae40722" providerId="ADAL" clId="{EADAEE91-4A7C-4065-A245-779568A60DD0}" dt="2024-08-25T15:03:12.680" v="212" actId="12"/>
          <ac:spMkLst>
            <pc:docMk/>
            <pc:sldMk cId="0" sldId="356"/>
            <ac:spMk id="3" creationId="{A0C26980-5FCF-11CE-42EA-C789EFC81BF9}"/>
          </ac:spMkLst>
        </pc:spChg>
        <pc:spChg chg="mod">
          <ac:chgData name="Ms Alina Arshad" userId="cccdfd85-d35d-4453-9c6f-a463aae40722" providerId="ADAL" clId="{EADAEE91-4A7C-4065-A245-779568A60DD0}" dt="2024-08-25T14:59:50.347" v="170" actId="1076"/>
          <ac:spMkLst>
            <pc:docMk/>
            <pc:sldMk cId="0" sldId="356"/>
            <ac:spMk id="6" creationId="{E1E67165-1674-230D-4202-24CCC9DB983B}"/>
          </ac:spMkLst>
        </pc:spChg>
        <pc:spChg chg="mod">
          <ac:chgData name="Ms Alina Arshad" userId="cccdfd85-d35d-4453-9c6f-a463aae40722" providerId="ADAL" clId="{EADAEE91-4A7C-4065-A245-779568A60DD0}" dt="2024-08-25T14:59:34.753" v="167" actId="207"/>
          <ac:spMkLst>
            <pc:docMk/>
            <pc:sldMk cId="0" sldId="356"/>
            <ac:spMk id="21506" creationId="{2FDC0C03-1A50-AFEA-680D-11CB0080FD7C}"/>
          </ac:spMkLst>
        </pc:spChg>
        <pc:graphicFrameChg chg="mod">
          <ac:chgData name="Ms Alina Arshad" userId="cccdfd85-d35d-4453-9c6f-a463aae40722" providerId="ADAL" clId="{EADAEE91-4A7C-4065-A245-779568A60DD0}" dt="2024-08-25T14:59:45.178" v="169" actId="1076"/>
          <ac:graphicFrameMkLst>
            <pc:docMk/>
            <pc:sldMk cId="0" sldId="356"/>
            <ac:graphicFrameMk id="21509" creationId="{81D7D4B2-F8DF-09C0-AA5D-0071884A3BF6}"/>
          </ac:graphicFrameMkLst>
        </pc:graphicFrameChg>
      </pc:sldChg>
      <pc:sldChg chg="modSp add mod">
        <pc:chgData name="Ms Alina Arshad" userId="cccdfd85-d35d-4453-9c6f-a463aae40722" providerId="ADAL" clId="{EADAEE91-4A7C-4065-A245-779568A60DD0}" dt="2024-08-25T15:03:39.380" v="218" actId="1036"/>
        <pc:sldMkLst>
          <pc:docMk/>
          <pc:sldMk cId="0" sldId="357"/>
        </pc:sldMkLst>
        <pc:spChg chg="mod">
          <ac:chgData name="Ms Alina Arshad" userId="cccdfd85-d35d-4453-9c6f-a463aae40722" providerId="ADAL" clId="{EADAEE91-4A7C-4065-A245-779568A60DD0}" dt="2024-08-25T15:03:35.390" v="215" actId="1076"/>
          <ac:spMkLst>
            <pc:docMk/>
            <pc:sldMk cId="0" sldId="357"/>
            <ac:spMk id="23554" creationId="{715C96A0-76EB-2410-6028-7CC970A627D0}"/>
          </ac:spMkLst>
        </pc:spChg>
        <pc:graphicFrameChg chg="mod">
          <ac:chgData name="Ms Alina Arshad" userId="cccdfd85-d35d-4453-9c6f-a463aae40722" providerId="ADAL" clId="{EADAEE91-4A7C-4065-A245-779568A60DD0}" dt="2024-08-25T15:03:39.380" v="218" actId="1036"/>
          <ac:graphicFrameMkLst>
            <pc:docMk/>
            <pc:sldMk cId="0" sldId="357"/>
            <ac:graphicFrameMk id="4" creationId="{B1D77928-E685-A06F-FA78-FDDCC75A6255}"/>
          </ac:graphicFrameMkLst>
        </pc:graphicFrameChg>
      </pc:sldChg>
      <pc:sldChg chg="modSp add mod">
        <pc:chgData name="Ms Alina Arshad" userId="cccdfd85-d35d-4453-9c6f-a463aae40722" providerId="ADAL" clId="{EADAEE91-4A7C-4065-A245-779568A60DD0}" dt="2024-08-25T15:05:45.451" v="243" actId="14100"/>
        <pc:sldMkLst>
          <pc:docMk/>
          <pc:sldMk cId="0" sldId="359"/>
        </pc:sldMkLst>
        <pc:spChg chg="mod">
          <ac:chgData name="Ms Alina Arshad" userId="cccdfd85-d35d-4453-9c6f-a463aae40722" providerId="ADAL" clId="{EADAEE91-4A7C-4065-A245-779568A60DD0}" dt="2024-08-25T15:05:45.451" v="243" actId="14100"/>
          <ac:spMkLst>
            <pc:docMk/>
            <pc:sldMk cId="0" sldId="359"/>
            <ac:spMk id="3" creationId="{69781428-DBFB-ECB6-E9C1-D0A247A45649}"/>
          </ac:spMkLst>
        </pc:spChg>
        <pc:spChg chg="mod">
          <ac:chgData name="Ms Alina Arshad" userId="cccdfd85-d35d-4453-9c6f-a463aae40722" providerId="ADAL" clId="{EADAEE91-4A7C-4065-A245-779568A60DD0}" dt="2024-08-25T15:05:24.436" v="236" actId="207"/>
          <ac:spMkLst>
            <pc:docMk/>
            <pc:sldMk cId="0" sldId="359"/>
            <ac:spMk id="27650" creationId="{3601D225-8BCB-CD61-89F6-BD0091383FA4}"/>
          </ac:spMkLst>
        </pc:spChg>
      </pc:sldChg>
      <pc:sldChg chg="modSp add mod">
        <pc:chgData name="Ms Alina Arshad" userId="cccdfd85-d35d-4453-9c6f-a463aae40722" providerId="ADAL" clId="{EADAEE91-4A7C-4065-A245-779568A60DD0}" dt="2024-08-25T15:06:27.309" v="255" actId="1076"/>
        <pc:sldMkLst>
          <pc:docMk/>
          <pc:sldMk cId="0" sldId="360"/>
        </pc:sldMkLst>
        <pc:spChg chg="mod">
          <ac:chgData name="Ms Alina Arshad" userId="cccdfd85-d35d-4453-9c6f-a463aae40722" providerId="ADAL" clId="{EADAEE91-4A7C-4065-A245-779568A60DD0}" dt="2024-08-25T15:06:12.105" v="252" actId="14100"/>
          <ac:spMkLst>
            <pc:docMk/>
            <pc:sldMk cId="0" sldId="360"/>
            <ac:spMk id="3" creationId="{5A29B148-68E9-42A4-AAEF-21C44FB97CC8}"/>
          </ac:spMkLst>
        </pc:spChg>
        <pc:spChg chg="mod">
          <ac:chgData name="Ms Alina Arshad" userId="cccdfd85-d35d-4453-9c6f-a463aae40722" providerId="ADAL" clId="{EADAEE91-4A7C-4065-A245-779568A60DD0}" dt="2024-08-25T15:06:27.309" v="255" actId="1076"/>
          <ac:spMkLst>
            <pc:docMk/>
            <pc:sldMk cId="0" sldId="360"/>
            <ac:spMk id="28674" creationId="{5DF05B7C-3FB9-7AAD-79F2-F672F7AE8C7B}"/>
          </ac:spMkLst>
        </pc:spChg>
      </pc:sldChg>
      <pc:sldChg chg="delSp del mod">
        <pc:chgData name="Ms Alina Arshad" userId="cccdfd85-d35d-4453-9c6f-a463aae40722" providerId="ADAL" clId="{EADAEE91-4A7C-4065-A245-779568A60DD0}" dt="2024-08-25T15:14:04.534" v="324" actId="2696"/>
        <pc:sldMkLst>
          <pc:docMk/>
          <pc:sldMk cId="1781116589" sldId="366"/>
        </pc:sldMkLst>
        <pc:spChg chg="del">
          <ac:chgData name="Ms Alina Arshad" userId="cccdfd85-d35d-4453-9c6f-a463aae40722" providerId="ADAL" clId="{EADAEE91-4A7C-4065-A245-779568A60DD0}" dt="2024-08-25T13:49:30.341" v="85" actId="478"/>
          <ac:spMkLst>
            <pc:docMk/>
            <pc:sldMk cId="1781116589" sldId="366"/>
            <ac:spMk id="4" creationId="{00000000-0000-0000-0000-000000000000}"/>
          </ac:spMkLst>
        </pc:spChg>
      </pc:sldChg>
      <pc:sldChg chg="delSp modSp del mod">
        <pc:chgData name="Ms Alina Arshad" userId="cccdfd85-d35d-4453-9c6f-a463aae40722" providerId="ADAL" clId="{EADAEE91-4A7C-4065-A245-779568A60DD0}" dt="2024-08-25T15:13:48.352" v="323" actId="2696"/>
        <pc:sldMkLst>
          <pc:docMk/>
          <pc:sldMk cId="2646350301" sldId="367"/>
        </pc:sldMkLst>
        <pc:spChg chg="mod">
          <ac:chgData name="Ms Alina Arshad" userId="cccdfd85-d35d-4453-9c6f-a463aae40722" providerId="ADAL" clId="{EADAEE91-4A7C-4065-A245-779568A60DD0}" dt="2024-08-25T15:13:28.452" v="322" actId="207"/>
          <ac:spMkLst>
            <pc:docMk/>
            <pc:sldMk cId="2646350301" sldId="367"/>
            <ac:spMk id="3" creationId="{2518979F-5DCB-4663-9049-A6A42C1D2313}"/>
          </ac:spMkLst>
        </pc:spChg>
        <pc:spChg chg="del">
          <ac:chgData name="Ms Alina Arshad" userId="cccdfd85-d35d-4453-9c6f-a463aae40722" providerId="ADAL" clId="{EADAEE91-4A7C-4065-A245-779568A60DD0}" dt="2024-08-25T13:49:36.906" v="86" actId="478"/>
          <ac:spMkLst>
            <pc:docMk/>
            <pc:sldMk cId="2646350301" sldId="367"/>
            <ac:spMk id="4" creationId="{00000000-0000-0000-0000-000000000000}"/>
          </ac:spMkLst>
        </pc:spChg>
        <pc:spChg chg="del">
          <ac:chgData name="Ms Alina Arshad" userId="cccdfd85-d35d-4453-9c6f-a463aae40722" providerId="ADAL" clId="{EADAEE91-4A7C-4065-A245-779568A60DD0}" dt="2024-08-25T13:49:42.150" v="87" actId="478"/>
          <ac:spMkLst>
            <pc:docMk/>
            <pc:sldMk cId="2646350301" sldId="367"/>
            <ac:spMk id="5" creationId="{00000000-0000-0000-0000-000000000000}"/>
          </ac:spMkLst>
        </pc:spChg>
      </pc:sldChg>
      <pc:sldChg chg="modSp add mod">
        <pc:chgData name="Ms Alina Arshad" userId="cccdfd85-d35d-4453-9c6f-a463aae40722" providerId="ADAL" clId="{EADAEE91-4A7C-4065-A245-779568A60DD0}" dt="2024-08-25T15:08:15.486" v="296" actId="207"/>
        <pc:sldMkLst>
          <pc:docMk/>
          <pc:sldMk cId="0" sldId="368"/>
        </pc:sldMkLst>
        <pc:spChg chg="mod">
          <ac:chgData name="Ms Alina Arshad" userId="cccdfd85-d35d-4453-9c6f-a463aae40722" providerId="ADAL" clId="{EADAEE91-4A7C-4065-A245-779568A60DD0}" dt="2024-08-25T15:08:15.486" v="296" actId="207"/>
          <ac:spMkLst>
            <pc:docMk/>
            <pc:sldMk cId="0" sldId="368"/>
            <ac:spMk id="31746" creationId="{3F73AF0F-32BB-BF3D-2A46-896C3B9747AB}"/>
          </ac:spMkLst>
        </pc:spChg>
      </pc:sldChg>
      <pc:sldChg chg="modSp add mod">
        <pc:chgData name="Ms Alina Arshad" userId="cccdfd85-d35d-4453-9c6f-a463aae40722" providerId="ADAL" clId="{EADAEE91-4A7C-4065-A245-779568A60DD0}" dt="2024-08-25T15:05:05.625" v="234" actId="207"/>
        <pc:sldMkLst>
          <pc:docMk/>
          <pc:sldMk cId="0" sldId="369"/>
        </pc:sldMkLst>
        <pc:spChg chg="mod">
          <ac:chgData name="Ms Alina Arshad" userId="cccdfd85-d35d-4453-9c6f-a463aae40722" providerId="ADAL" clId="{EADAEE91-4A7C-4065-A245-779568A60DD0}" dt="2024-08-25T15:05:05.625" v="234" actId="207"/>
          <ac:spMkLst>
            <pc:docMk/>
            <pc:sldMk cId="0" sldId="369"/>
            <ac:spMk id="26626" creationId="{A4F027D1-2AC1-1C80-C6CA-8BCE00F02C1D}"/>
          </ac:spMkLst>
        </pc:spChg>
      </pc:sldChg>
      <pc:sldChg chg="delSp add del mod">
        <pc:chgData name="Ms Alina Arshad" userId="cccdfd85-d35d-4453-9c6f-a463aae40722" providerId="ADAL" clId="{EADAEE91-4A7C-4065-A245-779568A60DD0}" dt="2024-08-25T15:13:48.352" v="323" actId="2696"/>
        <pc:sldMkLst>
          <pc:docMk/>
          <pc:sldMk cId="894339878" sldId="370"/>
        </pc:sldMkLst>
        <pc:spChg chg="del">
          <ac:chgData name="Ms Alina Arshad" userId="cccdfd85-d35d-4453-9c6f-a463aae40722" providerId="ADAL" clId="{EADAEE91-4A7C-4065-A245-779568A60DD0}" dt="2024-08-25T13:51:31.553" v="92" actId="478"/>
          <ac:spMkLst>
            <pc:docMk/>
            <pc:sldMk cId="894339878" sldId="370"/>
            <ac:spMk id="2" creationId="{00000000-0000-0000-0000-000000000000}"/>
          </ac:spMkLst>
        </pc:spChg>
        <pc:spChg chg="del">
          <ac:chgData name="Ms Alina Arshad" userId="cccdfd85-d35d-4453-9c6f-a463aae40722" providerId="ADAL" clId="{EADAEE91-4A7C-4065-A245-779568A60DD0}" dt="2024-08-25T13:51:33.286" v="93" actId="478"/>
          <ac:spMkLst>
            <pc:docMk/>
            <pc:sldMk cId="894339878" sldId="370"/>
            <ac:spMk id="5" creationId="{00000000-0000-0000-0000-000000000000}"/>
          </ac:spMkLst>
        </pc:spChg>
      </pc:sldChg>
      <pc:sldChg chg="modSp add mod">
        <pc:chgData name="Ms Alina Arshad" userId="cccdfd85-d35d-4453-9c6f-a463aae40722" providerId="ADAL" clId="{EADAEE91-4A7C-4065-A245-779568A60DD0}" dt="2024-08-25T15:08:38.988" v="299" actId="1076"/>
        <pc:sldMkLst>
          <pc:docMk/>
          <pc:sldMk cId="3002628608" sldId="371"/>
        </pc:sldMkLst>
        <pc:spChg chg="mod">
          <ac:chgData name="Ms Alina Arshad" userId="cccdfd85-d35d-4453-9c6f-a463aae40722" providerId="ADAL" clId="{EADAEE91-4A7C-4065-A245-779568A60DD0}" dt="2024-08-25T15:08:38.988" v="299" actId="1076"/>
          <ac:spMkLst>
            <pc:docMk/>
            <pc:sldMk cId="3002628608" sldId="371"/>
            <ac:spMk id="4" creationId="{94D4E49B-D791-29C0-F6A5-C1046AC56CDE}"/>
          </ac:spMkLst>
        </pc:spChg>
        <pc:spChg chg="mod">
          <ac:chgData name="Ms Alina Arshad" userId="cccdfd85-d35d-4453-9c6f-a463aae40722" providerId="ADAL" clId="{EADAEE91-4A7C-4065-A245-779568A60DD0}" dt="2024-08-25T15:08:30.414" v="298" actId="1076"/>
          <ac:spMkLst>
            <pc:docMk/>
            <pc:sldMk cId="3002628608" sldId="371"/>
            <ac:spMk id="32770" creationId="{FA441A40-7A87-2958-591E-25A88C4756ED}"/>
          </ac:spMkLst>
        </pc:spChg>
      </pc:sldChg>
      <pc:sldChg chg="modSp add mod">
        <pc:chgData name="Ms Alina Arshad" userId="cccdfd85-d35d-4453-9c6f-a463aae40722" providerId="ADAL" clId="{EADAEE91-4A7C-4065-A245-779568A60DD0}" dt="2024-08-25T15:08:51.078" v="301" actId="207"/>
        <pc:sldMkLst>
          <pc:docMk/>
          <pc:sldMk cId="0" sldId="372"/>
        </pc:sldMkLst>
        <pc:spChg chg="mod">
          <ac:chgData name="Ms Alina Arshad" userId="cccdfd85-d35d-4453-9c6f-a463aae40722" providerId="ADAL" clId="{EADAEE91-4A7C-4065-A245-779568A60DD0}" dt="2024-08-25T15:08:51.078" v="301" actId="207"/>
          <ac:spMkLst>
            <pc:docMk/>
            <pc:sldMk cId="0" sldId="372"/>
            <ac:spMk id="33794" creationId="{21B4FF6A-7A53-1B02-2C5F-197ADE8BB9A5}"/>
          </ac:spMkLst>
        </pc:spChg>
      </pc:sldChg>
      <pc:sldChg chg="delSp modSp add del mod">
        <pc:chgData name="Ms Alina Arshad" userId="cccdfd85-d35d-4453-9c6f-a463aae40722" providerId="ADAL" clId="{EADAEE91-4A7C-4065-A245-779568A60DD0}" dt="2024-08-25T15:13:48.352" v="323" actId="2696"/>
        <pc:sldMkLst>
          <pc:docMk/>
          <pc:sldMk cId="2581933320" sldId="373"/>
        </pc:sldMkLst>
        <pc:spChg chg="del">
          <ac:chgData name="Ms Alina Arshad" userId="cccdfd85-d35d-4453-9c6f-a463aae40722" providerId="ADAL" clId="{EADAEE91-4A7C-4065-A245-779568A60DD0}" dt="2024-08-25T13:51:25.425" v="90" actId="478"/>
          <ac:spMkLst>
            <pc:docMk/>
            <pc:sldMk cId="2581933320" sldId="373"/>
            <ac:spMk id="5" creationId="{00000000-0000-0000-0000-000000000000}"/>
          </ac:spMkLst>
        </pc:spChg>
        <pc:spChg chg="del">
          <ac:chgData name="Ms Alina Arshad" userId="cccdfd85-d35d-4453-9c6f-a463aae40722" providerId="ADAL" clId="{EADAEE91-4A7C-4065-A245-779568A60DD0}" dt="2024-08-25T13:51:27.178" v="91" actId="478"/>
          <ac:spMkLst>
            <pc:docMk/>
            <pc:sldMk cId="2581933320" sldId="373"/>
            <ac:spMk id="6" creationId="{00000000-0000-0000-0000-000000000000}"/>
          </ac:spMkLst>
        </pc:spChg>
        <pc:picChg chg="mod">
          <ac:chgData name="Ms Alina Arshad" userId="cccdfd85-d35d-4453-9c6f-a463aae40722" providerId="ADAL" clId="{EADAEE91-4A7C-4065-A245-779568A60DD0}" dt="2024-08-25T13:51:23.578" v="89" actId="1076"/>
          <ac:picMkLst>
            <pc:docMk/>
            <pc:sldMk cId="2581933320" sldId="373"/>
            <ac:picMk id="4" creationId="{47E901C3-88FE-4B0F-8736-32CA0B98907C}"/>
          </ac:picMkLst>
        </pc:picChg>
      </pc:sldChg>
      <pc:sldChg chg="modSp add mod">
        <pc:chgData name="Ms Alina Arshad" userId="cccdfd85-d35d-4453-9c6f-a463aae40722" providerId="ADAL" clId="{EADAEE91-4A7C-4065-A245-779568A60DD0}" dt="2024-08-25T14:58:46.193" v="155" actId="14100"/>
        <pc:sldMkLst>
          <pc:docMk/>
          <pc:sldMk cId="0" sldId="374"/>
        </pc:sldMkLst>
        <pc:spChg chg="mod">
          <ac:chgData name="Ms Alina Arshad" userId="cccdfd85-d35d-4453-9c6f-a463aae40722" providerId="ADAL" clId="{EADAEE91-4A7C-4065-A245-779568A60DD0}" dt="2024-08-25T14:58:41.662" v="153" actId="1076"/>
          <ac:spMkLst>
            <pc:docMk/>
            <pc:sldMk cId="0" sldId="374"/>
            <ac:spMk id="19458" creationId="{257D38D8-EC6F-DB19-5669-DB3AFD529775}"/>
          </ac:spMkLst>
        </pc:spChg>
        <pc:picChg chg="mod">
          <ac:chgData name="Ms Alina Arshad" userId="cccdfd85-d35d-4453-9c6f-a463aae40722" providerId="ADAL" clId="{EADAEE91-4A7C-4065-A245-779568A60DD0}" dt="2024-08-25T14:58:46.193" v="155" actId="14100"/>
          <ac:picMkLst>
            <pc:docMk/>
            <pc:sldMk cId="0" sldId="374"/>
            <ac:picMk id="19459" creationId="{08D96F9A-03EF-D418-E75A-0E6D82E325DD}"/>
          </ac:picMkLst>
        </pc:picChg>
      </pc:sldChg>
      <pc:sldChg chg="del">
        <pc:chgData name="Ms Alina Arshad" userId="cccdfd85-d35d-4453-9c6f-a463aae40722" providerId="ADAL" clId="{EADAEE91-4A7C-4065-A245-779568A60DD0}" dt="2024-08-25T13:34:25.062" v="0" actId="47"/>
        <pc:sldMkLst>
          <pc:docMk/>
          <pc:sldMk cId="50377824" sldId="375"/>
        </pc:sldMkLst>
      </pc:sldChg>
      <pc:sldChg chg="del">
        <pc:chgData name="Ms Alina Arshad" userId="cccdfd85-d35d-4453-9c6f-a463aae40722" providerId="ADAL" clId="{EADAEE91-4A7C-4065-A245-779568A60DD0}" dt="2024-08-25T13:34:25.561" v="1" actId="47"/>
        <pc:sldMkLst>
          <pc:docMk/>
          <pc:sldMk cId="387448209" sldId="376"/>
        </pc:sldMkLst>
      </pc:sldChg>
      <pc:sldChg chg="modSp add mod">
        <pc:chgData name="Ms Alina Arshad" userId="cccdfd85-d35d-4453-9c6f-a463aae40722" providerId="ADAL" clId="{EADAEE91-4A7C-4065-A245-779568A60DD0}" dt="2024-08-25T15:10:28.603" v="313" actId="14100"/>
        <pc:sldMkLst>
          <pc:docMk/>
          <pc:sldMk cId="0" sldId="377"/>
        </pc:sldMkLst>
        <pc:spChg chg="mod">
          <ac:chgData name="Ms Alina Arshad" userId="cccdfd85-d35d-4453-9c6f-a463aae40722" providerId="ADAL" clId="{EADAEE91-4A7C-4065-A245-779568A60DD0}" dt="2024-08-25T15:10:28.603" v="313" actId="14100"/>
          <ac:spMkLst>
            <pc:docMk/>
            <pc:sldMk cId="0" sldId="377"/>
            <ac:spMk id="3" creationId="{9C77C349-0A59-5576-A92B-0169D43EA6ED}"/>
          </ac:spMkLst>
        </pc:spChg>
        <pc:spChg chg="mod">
          <ac:chgData name="Ms Alina Arshad" userId="cccdfd85-d35d-4453-9c6f-a463aae40722" providerId="ADAL" clId="{EADAEE91-4A7C-4065-A245-779568A60DD0}" dt="2024-08-25T14:57:11.438" v="131" actId="207"/>
          <ac:spMkLst>
            <pc:docMk/>
            <pc:sldMk cId="0" sldId="377"/>
            <ac:spMk id="16386" creationId="{D17D7E4F-39CA-AA82-79C3-3E53DD62665E}"/>
          </ac:spMkLst>
        </pc:spChg>
      </pc:sldChg>
      <pc:sldChg chg="del">
        <pc:chgData name="Ms Alina Arshad" userId="cccdfd85-d35d-4453-9c6f-a463aae40722" providerId="ADAL" clId="{EADAEE91-4A7C-4065-A245-779568A60DD0}" dt="2024-08-25T13:35:28.486" v="4" actId="2696"/>
        <pc:sldMkLst>
          <pc:docMk/>
          <pc:sldMk cId="878700326" sldId="377"/>
        </pc:sldMkLst>
      </pc:sldChg>
      <pc:sldChg chg="delSp modSp del mod ord">
        <pc:chgData name="Ms Alina Arshad" userId="cccdfd85-d35d-4453-9c6f-a463aae40722" providerId="ADAL" clId="{EADAEE91-4A7C-4065-A245-779568A60DD0}" dt="2024-08-25T15:10:58.195" v="314" actId="47"/>
        <pc:sldMkLst>
          <pc:docMk/>
          <pc:sldMk cId="4064093034" sldId="378"/>
        </pc:sldMkLst>
        <pc:spChg chg="mod">
          <ac:chgData name="Ms Alina Arshad" userId="cccdfd85-d35d-4453-9c6f-a463aae40722" providerId="ADAL" clId="{EADAEE91-4A7C-4065-A245-779568A60DD0}" dt="2024-08-25T14:52:44.627" v="101" actId="207"/>
          <ac:spMkLst>
            <pc:docMk/>
            <pc:sldMk cId="4064093034" sldId="378"/>
            <ac:spMk id="2" creationId="{5968DE79-4CF3-4764-A498-BFA5C2621DBE}"/>
          </ac:spMkLst>
        </pc:spChg>
        <pc:spChg chg="mod">
          <ac:chgData name="Ms Alina Arshad" userId="cccdfd85-d35d-4453-9c6f-a463aae40722" providerId="ADAL" clId="{EADAEE91-4A7C-4065-A245-779568A60DD0}" dt="2024-08-25T14:52:44.627" v="101" actId="207"/>
          <ac:spMkLst>
            <pc:docMk/>
            <pc:sldMk cId="4064093034" sldId="378"/>
            <ac:spMk id="3" creationId="{43DC346B-280B-4E52-8205-38BC91F5925A}"/>
          </ac:spMkLst>
        </pc:spChg>
        <pc:spChg chg="del">
          <ac:chgData name="Ms Alina Arshad" userId="cccdfd85-d35d-4453-9c6f-a463aae40722" providerId="ADAL" clId="{EADAEE91-4A7C-4065-A245-779568A60DD0}" dt="2024-08-25T13:41:07.411" v="7" actId="478"/>
          <ac:spMkLst>
            <pc:docMk/>
            <pc:sldMk cId="4064093034" sldId="378"/>
            <ac:spMk id="5" creationId="{00000000-0000-0000-0000-000000000000}"/>
          </ac:spMkLst>
        </pc:spChg>
        <pc:spChg chg="del">
          <ac:chgData name="Ms Alina Arshad" userId="cccdfd85-d35d-4453-9c6f-a463aae40722" providerId="ADAL" clId="{EADAEE91-4A7C-4065-A245-779568A60DD0}" dt="2024-08-25T13:41:10.096" v="8" actId="478"/>
          <ac:spMkLst>
            <pc:docMk/>
            <pc:sldMk cId="4064093034" sldId="378"/>
            <ac:spMk id="6" creationId="{00000000-0000-0000-0000-000000000000}"/>
          </ac:spMkLst>
        </pc:spChg>
        <pc:picChg chg="mod">
          <ac:chgData name="Ms Alina Arshad" userId="cccdfd85-d35d-4453-9c6f-a463aae40722" providerId="ADAL" clId="{EADAEE91-4A7C-4065-A245-779568A60DD0}" dt="2024-08-25T13:41:13.480" v="9" actId="1076"/>
          <ac:picMkLst>
            <pc:docMk/>
            <pc:sldMk cId="4064093034" sldId="378"/>
            <ac:picMk id="4" creationId="{3DBBE8BF-96C3-4767-8BE0-EE4991F19397}"/>
          </ac:picMkLst>
        </pc:picChg>
      </pc:sldChg>
      <pc:sldChg chg="delSp modSp del mod">
        <pc:chgData name="Ms Alina Arshad" userId="cccdfd85-d35d-4453-9c6f-a463aae40722" providerId="ADAL" clId="{EADAEE91-4A7C-4065-A245-779568A60DD0}" dt="2024-08-25T14:53:42.332" v="102" actId="47"/>
        <pc:sldMkLst>
          <pc:docMk/>
          <pc:sldMk cId="1461775536" sldId="379"/>
        </pc:sldMkLst>
        <pc:spChg chg="mod">
          <ac:chgData name="Ms Alina Arshad" userId="cccdfd85-d35d-4453-9c6f-a463aae40722" providerId="ADAL" clId="{EADAEE91-4A7C-4065-A245-779568A60DD0}" dt="2024-08-25T13:43:42.744" v="45" actId="1076"/>
          <ac:spMkLst>
            <pc:docMk/>
            <pc:sldMk cId="1461775536" sldId="379"/>
            <ac:spMk id="2" creationId="{D78211DC-DCD2-47C1-B8A3-58D1AA2D7DC9}"/>
          </ac:spMkLst>
        </pc:spChg>
        <pc:spChg chg="mod">
          <ac:chgData name="Ms Alina Arshad" userId="cccdfd85-d35d-4453-9c6f-a463aae40722" providerId="ADAL" clId="{EADAEE91-4A7C-4065-A245-779568A60DD0}" dt="2024-08-25T13:43:54.193" v="49" actId="14100"/>
          <ac:spMkLst>
            <pc:docMk/>
            <pc:sldMk cId="1461775536" sldId="379"/>
            <ac:spMk id="3" creationId="{C5C165DD-8B1C-4A87-83B9-18B35B126F92}"/>
          </ac:spMkLst>
        </pc:spChg>
        <pc:spChg chg="del">
          <ac:chgData name="Ms Alina Arshad" userId="cccdfd85-d35d-4453-9c6f-a463aae40722" providerId="ADAL" clId="{EADAEE91-4A7C-4065-A245-779568A60DD0}" dt="2024-08-25T13:43:56.477" v="50" actId="478"/>
          <ac:spMkLst>
            <pc:docMk/>
            <pc:sldMk cId="1461775536" sldId="379"/>
            <ac:spMk id="4" creationId="{00000000-0000-0000-0000-000000000000}"/>
          </ac:spMkLst>
        </pc:spChg>
        <pc:spChg chg="del">
          <ac:chgData name="Ms Alina Arshad" userId="cccdfd85-d35d-4453-9c6f-a463aae40722" providerId="ADAL" clId="{EADAEE91-4A7C-4065-A245-779568A60DD0}" dt="2024-08-25T13:43:59.873" v="51" actId="478"/>
          <ac:spMkLst>
            <pc:docMk/>
            <pc:sldMk cId="1461775536" sldId="379"/>
            <ac:spMk id="5" creationId="{00000000-0000-0000-0000-000000000000}"/>
          </ac:spMkLst>
        </pc:spChg>
      </pc:sldChg>
      <pc:sldChg chg="delSp modSp del mod">
        <pc:chgData name="Ms Alina Arshad" userId="cccdfd85-d35d-4453-9c6f-a463aae40722" providerId="ADAL" clId="{EADAEE91-4A7C-4065-A245-779568A60DD0}" dt="2024-08-25T14:53:43.340" v="103" actId="47"/>
        <pc:sldMkLst>
          <pc:docMk/>
          <pc:sldMk cId="1822324932" sldId="380"/>
        </pc:sldMkLst>
        <pc:spChg chg="mod">
          <ac:chgData name="Ms Alina Arshad" userId="cccdfd85-d35d-4453-9c6f-a463aae40722" providerId="ADAL" clId="{EADAEE91-4A7C-4065-A245-779568A60DD0}" dt="2024-08-25T13:44:11.452" v="54" actId="207"/>
          <ac:spMkLst>
            <pc:docMk/>
            <pc:sldMk cId="1822324932" sldId="380"/>
            <ac:spMk id="2" creationId="{D0A3B775-4D7B-444A-BAC6-72B54826614E}"/>
          </ac:spMkLst>
        </pc:spChg>
        <pc:spChg chg="mod">
          <ac:chgData name="Ms Alina Arshad" userId="cccdfd85-d35d-4453-9c6f-a463aae40722" providerId="ADAL" clId="{EADAEE91-4A7C-4065-A245-779568A60DD0}" dt="2024-08-25T13:44:52.564" v="58" actId="255"/>
          <ac:spMkLst>
            <pc:docMk/>
            <pc:sldMk cId="1822324932" sldId="380"/>
            <ac:spMk id="3" creationId="{EAB04FEA-9BA2-4990-A45A-478A844BEA75}"/>
          </ac:spMkLst>
        </pc:spChg>
        <pc:spChg chg="del">
          <ac:chgData name="Ms Alina Arshad" userId="cccdfd85-d35d-4453-9c6f-a463aae40722" providerId="ADAL" clId="{EADAEE91-4A7C-4065-A245-779568A60DD0}" dt="2024-08-25T13:44:16.661" v="55" actId="478"/>
          <ac:spMkLst>
            <pc:docMk/>
            <pc:sldMk cId="1822324932" sldId="380"/>
            <ac:spMk id="4" creationId="{00000000-0000-0000-0000-000000000000}"/>
          </ac:spMkLst>
        </pc:spChg>
        <pc:spChg chg="del">
          <ac:chgData name="Ms Alina Arshad" userId="cccdfd85-d35d-4453-9c6f-a463aae40722" providerId="ADAL" clId="{EADAEE91-4A7C-4065-A245-779568A60DD0}" dt="2024-08-25T13:44:41.318" v="56" actId="478"/>
          <ac:spMkLst>
            <pc:docMk/>
            <pc:sldMk cId="1822324932" sldId="380"/>
            <ac:spMk id="5" creationId="{00000000-0000-0000-0000-000000000000}"/>
          </ac:spMkLst>
        </pc:spChg>
      </pc:sldChg>
      <pc:sldChg chg="delSp modSp del mod">
        <pc:chgData name="Ms Alina Arshad" userId="cccdfd85-d35d-4453-9c6f-a463aae40722" providerId="ADAL" clId="{EADAEE91-4A7C-4065-A245-779568A60DD0}" dt="2024-08-25T14:53:50.254" v="104" actId="47"/>
        <pc:sldMkLst>
          <pc:docMk/>
          <pc:sldMk cId="4242572248" sldId="381"/>
        </pc:sldMkLst>
        <pc:spChg chg="mod">
          <ac:chgData name="Ms Alina Arshad" userId="cccdfd85-d35d-4453-9c6f-a463aae40722" providerId="ADAL" clId="{EADAEE91-4A7C-4065-A245-779568A60DD0}" dt="2024-08-25T13:45:14.185" v="61" actId="207"/>
          <ac:spMkLst>
            <pc:docMk/>
            <pc:sldMk cId="4242572248" sldId="381"/>
            <ac:spMk id="2" creationId="{4F73BFD3-DE5B-4C37-8B49-6083EEF64986}"/>
          </ac:spMkLst>
        </pc:spChg>
        <pc:spChg chg="mod">
          <ac:chgData name="Ms Alina Arshad" userId="cccdfd85-d35d-4453-9c6f-a463aae40722" providerId="ADAL" clId="{EADAEE91-4A7C-4065-A245-779568A60DD0}" dt="2024-08-25T13:45:18.401" v="62" actId="207"/>
          <ac:spMkLst>
            <pc:docMk/>
            <pc:sldMk cId="4242572248" sldId="381"/>
            <ac:spMk id="3" creationId="{F2238212-6622-4C4B-824C-18A1C8DB74A1}"/>
          </ac:spMkLst>
        </pc:spChg>
        <pc:spChg chg="del">
          <ac:chgData name="Ms Alina Arshad" userId="cccdfd85-d35d-4453-9c6f-a463aae40722" providerId="ADAL" clId="{EADAEE91-4A7C-4065-A245-779568A60DD0}" dt="2024-08-25T13:45:22.876" v="63" actId="478"/>
          <ac:spMkLst>
            <pc:docMk/>
            <pc:sldMk cId="4242572248" sldId="381"/>
            <ac:spMk id="4" creationId="{00000000-0000-0000-0000-000000000000}"/>
          </ac:spMkLst>
        </pc:spChg>
        <pc:spChg chg="del">
          <ac:chgData name="Ms Alina Arshad" userId="cccdfd85-d35d-4453-9c6f-a463aae40722" providerId="ADAL" clId="{EADAEE91-4A7C-4065-A245-779568A60DD0}" dt="2024-08-25T13:45:32.146" v="64" actId="478"/>
          <ac:spMkLst>
            <pc:docMk/>
            <pc:sldMk cId="4242572248" sldId="381"/>
            <ac:spMk id="5" creationId="{00000000-0000-0000-0000-000000000000}"/>
          </ac:spMkLst>
        </pc:spChg>
      </pc:sldChg>
      <pc:sldChg chg="delSp modSp del mod">
        <pc:chgData name="Ms Alina Arshad" userId="cccdfd85-d35d-4453-9c6f-a463aae40722" providerId="ADAL" clId="{EADAEE91-4A7C-4065-A245-779568A60DD0}" dt="2024-08-25T15:09:34.247" v="307" actId="47"/>
        <pc:sldMkLst>
          <pc:docMk/>
          <pc:sldMk cId="2023843453" sldId="382"/>
        </pc:sldMkLst>
        <pc:spChg chg="mod">
          <ac:chgData name="Ms Alina Arshad" userId="cccdfd85-d35d-4453-9c6f-a463aae40722" providerId="ADAL" clId="{EADAEE91-4A7C-4065-A245-779568A60DD0}" dt="2024-08-25T13:45:46.060" v="68" actId="207"/>
          <ac:spMkLst>
            <pc:docMk/>
            <pc:sldMk cId="2023843453" sldId="382"/>
            <ac:spMk id="2" creationId="{538BF2FB-FC35-43EB-BA77-A3228EA47211}"/>
          </ac:spMkLst>
        </pc:spChg>
        <pc:spChg chg="mod">
          <ac:chgData name="Ms Alina Arshad" userId="cccdfd85-d35d-4453-9c6f-a463aae40722" providerId="ADAL" clId="{EADAEE91-4A7C-4065-A245-779568A60DD0}" dt="2024-08-25T13:46:00.816" v="72" actId="14100"/>
          <ac:spMkLst>
            <pc:docMk/>
            <pc:sldMk cId="2023843453" sldId="382"/>
            <ac:spMk id="3" creationId="{5AE28F7A-B346-45F1-9C9B-99DF1EEE1C65}"/>
          </ac:spMkLst>
        </pc:spChg>
        <pc:spChg chg="del">
          <ac:chgData name="Ms Alina Arshad" userId="cccdfd85-d35d-4453-9c6f-a463aae40722" providerId="ADAL" clId="{EADAEE91-4A7C-4065-A245-779568A60DD0}" dt="2024-08-25T13:46:07.394" v="74" actId="478"/>
          <ac:spMkLst>
            <pc:docMk/>
            <pc:sldMk cId="2023843453" sldId="382"/>
            <ac:spMk id="5" creationId="{00000000-0000-0000-0000-000000000000}"/>
          </ac:spMkLst>
        </pc:spChg>
        <pc:spChg chg="del">
          <ac:chgData name="Ms Alina Arshad" userId="cccdfd85-d35d-4453-9c6f-a463aae40722" providerId="ADAL" clId="{EADAEE91-4A7C-4065-A245-779568A60DD0}" dt="2024-08-25T13:46:09.421" v="75" actId="478"/>
          <ac:spMkLst>
            <pc:docMk/>
            <pc:sldMk cId="2023843453" sldId="382"/>
            <ac:spMk id="6" creationId="{00000000-0000-0000-0000-000000000000}"/>
          </ac:spMkLst>
        </pc:spChg>
        <pc:picChg chg="mod">
          <ac:chgData name="Ms Alina Arshad" userId="cccdfd85-d35d-4453-9c6f-a463aae40722" providerId="ADAL" clId="{EADAEE91-4A7C-4065-A245-779568A60DD0}" dt="2024-08-25T13:46:04.469" v="73" actId="1076"/>
          <ac:picMkLst>
            <pc:docMk/>
            <pc:sldMk cId="2023843453" sldId="382"/>
            <ac:picMk id="4" creationId="{E3038F35-9107-48C4-8C73-EA2DFE362B9E}"/>
          </ac:picMkLst>
        </pc:picChg>
      </pc:sldChg>
      <pc:sldChg chg="delSp modSp del mod ord">
        <pc:chgData name="Ms Alina Arshad" userId="cccdfd85-d35d-4453-9c6f-a463aae40722" providerId="ADAL" clId="{EADAEE91-4A7C-4065-A245-779568A60DD0}" dt="2024-08-25T15:09:35.215" v="308" actId="47"/>
        <pc:sldMkLst>
          <pc:docMk/>
          <pc:sldMk cId="938158308" sldId="383"/>
        </pc:sldMkLst>
        <pc:spChg chg="mod">
          <ac:chgData name="Ms Alina Arshad" userId="cccdfd85-d35d-4453-9c6f-a463aae40722" providerId="ADAL" clId="{EADAEE91-4A7C-4065-A245-779568A60DD0}" dt="2024-08-25T13:46:30.186" v="80" actId="207"/>
          <ac:spMkLst>
            <pc:docMk/>
            <pc:sldMk cId="938158308" sldId="383"/>
            <ac:spMk id="2" creationId="{CCD37E2F-361C-46F4-BD07-2D803DB23F9E}"/>
          </ac:spMkLst>
        </pc:spChg>
        <pc:spChg chg="del">
          <ac:chgData name="Ms Alina Arshad" userId="cccdfd85-d35d-4453-9c6f-a463aae40722" providerId="ADAL" clId="{EADAEE91-4A7C-4065-A245-779568A60DD0}" dt="2024-08-25T13:51:54.195" v="98" actId="478"/>
          <ac:spMkLst>
            <pc:docMk/>
            <pc:sldMk cId="938158308" sldId="383"/>
            <ac:spMk id="4" creationId="{00000000-0000-0000-0000-000000000000}"/>
          </ac:spMkLst>
        </pc:spChg>
        <pc:spChg chg="del">
          <ac:chgData name="Ms Alina Arshad" userId="cccdfd85-d35d-4453-9c6f-a463aae40722" providerId="ADAL" clId="{EADAEE91-4A7C-4065-A245-779568A60DD0}" dt="2024-08-25T13:51:56.090" v="99" actId="478"/>
          <ac:spMkLst>
            <pc:docMk/>
            <pc:sldMk cId="938158308" sldId="383"/>
            <ac:spMk id="5" creationId="{00000000-0000-0000-0000-000000000000}"/>
          </ac:spMkLst>
        </pc:spChg>
      </pc:sldChg>
      <pc:sldChg chg="delSp del mod">
        <pc:chgData name="Ms Alina Arshad" userId="cccdfd85-d35d-4453-9c6f-a463aae40722" providerId="ADAL" clId="{EADAEE91-4A7C-4065-A245-779568A60DD0}" dt="2024-08-25T15:09:36.010" v="309" actId="47"/>
        <pc:sldMkLst>
          <pc:docMk/>
          <pc:sldMk cId="3237861477" sldId="384"/>
        </pc:sldMkLst>
        <pc:spChg chg="del">
          <ac:chgData name="Ms Alina Arshad" userId="cccdfd85-d35d-4453-9c6f-a463aae40722" providerId="ADAL" clId="{EADAEE91-4A7C-4065-A245-779568A60DD0}" dt="2024-08-25T13:48:33.764" v="81" actId="478"/>
          <ac:spMkLst>
            <pc:docMk/>
            <pc:sldMk cId="3237861477" sldId="384"/>
            <ac:spMk id="4" creationId="{00000000-0000-0000-0000-000000000000}"/>
          </ac:spMkLst>
        </pc:spChg>
        <pc:spChg chg="del">
          <ac:chgData name="Ms Alina Arshad" userId="cccdfd85-d35d-4453-9c6f-a463aae40722" providerId="ADAL" clId="{EADAEE91-4A7C-4065-A245-779568A60DD0}" dt="2024-08-25T13:49:21.739" v="84" actId="478"/>
          <ac:spMkLst>
            <pc:docMk/>
            <pc:sldMk cId="3237861477" sldId="384"/>
            <ac:spMk id="5" creationId="{00000000-0000-0000-0000-000000000000}"/>
          </ac:spMkLst>
        </pc:spChg>
      </pc:sldChg>
      <pc:sldChg chg="delSp mod">
        <pc:chgData name="Ms Alina Arshad" userId="cccdfd85-d35d-4453-9c6f-a463aae40722" providerId="ADAL" clId="{EADAEE91-4A7C-4065-A245-779568A60DD0}" dt="2024-08-25T13:48:49.110" v="83" actId="478"/>
        <pc:sldMkLst>
          <pc:docMk/>
          <pc:sldMk cId="511546327" sldId="385"/>
        </pc:sldMkLst>
        <pc:spChg chg="del">
          <ac:chgData name="Ms Alina Arshad" userId="cccdfd85-d35d-4453-9c6f-a463aae40722" providerId="ADAL" clId="{EADAEE91-4A7C-4065-A245-779568A60DD0}" dt="2024-08-25T13:48:45.157" v="82" actId="478"/>
          <ac:spMkLst>
            <pc:docMk/>
            <pc:sldMk cId="511546327" sldId="385"/>
            <ac:spMk id="4" creationId="{00000000-0000-0000-0000-000000000000}"/>
          </ac:spMkLst>
        </pc:spChg>
        <pc:spChg chg="del">
          <ac:chgData name="Ms Alina Arshad" userId="cccdfd85-d35d-4453-9c6f-a463aae40722" providerId="ADAL" clId="{EADAEE91-4A7C-4065-A245-779568A60DD0}" dt="2024-08-25T13:48:49.110" v="83" actId="478"/>
          <ac:spMkLst>
            <pc:docMk/>
            <pc:sldMk cId="511546327" sldId="385"/>
            <ac:spMk id="5" creationId="{00000000-0000-0000-0000-000000000000}"/>
          </ac:spMkLst>
        </pc:spChg>
      </pc:sldChg>
      <pc:sldChg chg="delSp add del mod">
        <pc:chgData name="Ms Alina Arshad" userId="cccdfd85-d35d-4453-9c6f-a463aae40722" providerId="ADAL" clId="{EADAEE91-4A7C-4065-A245-779568A60DD0}" dt="2024-08-25T15:13:48.352" v="323" actId="2696"/>
        <pc:sldMkLst>
          <pc:docMk/>
          <pc:sldMk cId="1584583967" sldId="386"/>
        </pc:sldMkLst>
        <pc:spChg chg="del">
          <ac:chgData name="Ms Alina Arshad" userId="cccdfd85-d35d-4453-9c6f-a463aae40722" providerId="ADAL" clId="{EADAEE91-4A7C-4065-A245-779568A60DD0}" dt="2024-08-25T13:51:36.422" v="94" actId="478"/>
          <ac:spMkLst>
            <pc:docMk/>
            <pc:sldMk cId="1584583967" sldId="386"/>
            <ac:spMk id="4" creationId="{00000000-0000-0000-0000-000000000000}"/>
          </ac:spMkLst>
        </pc:spChg>
        <pc:spChg chg="del">
          <ac:chgData name="Ms Alina Arshad" userId="cccdfd85-d35d-4453-9c6f-a463aae40722" providerId="ADAL" clId="{EADAEE91-4A7C-4065-A245-779568A60DD0}" dt="2024-08-25T13:51:38.372" v="95" actId="478"/>
          <ac:spMkLst>
            <pc:docMk/>
            <pc:sldMk cId="1584583967" sldId="386"/>
            <ac:spMk id="5" creationId="{00000000-0000-0000-0000-000000000000}"/>
          </ac:spMkLst>
        </pc:spChg>
      </pc:sldChg>
      <pc:sldChg chg="modSp add mod">
        <pc:chgData name="Ms Alina Arshad" userId="cccdfd85-d35d-4453-9c6f-a463aae40722" providerId="ADAL" clId="{EADAEE91-4A7C-4065-A245-779568A60DD0}" dt="2024-08-25T14:56:27.787" v="121" actId="207"/>
        <pc:sldMkLst>
          <pc:docMk/>
          <pc:sldMk cId="0" sldId="387"/>
        </pc:sldMkLst>
        <pc:spChg chg="mod">
          <ac:chgData name="Ms Alina Arshad" userId="cccdfd85-d35d-4453-9c6f-a463aae40722" providerId="ADAL" clId="{EADAEE91-4A7C-4065-A245-779568A60DD0}" dt="2024-08-25T14:56:03.653" v="117" actId="207"/>
          <ac:spMkLst>
            <pc:docMk/>
            <pc:sldMk cId="0" sldId="387"/>
            <ac:spMk id="14338" creationId="{81533B99-E9C6-177C-C5E3-C137C5976086}"/>
          </ac:spMkLst>
        </pc:spChg>
        <pc:spChg chg="mod">
          <ac:chgData name="Ms Alina Arshad" userId="cccdfd85-d35d-4453-9c6f-a463aae40722" providerId="ADAL" clId="{EADAEE91-4A7C-4065-A245-779568A60DD0}" dt="2024-08-25T14:56:27.787" v="121" actId="207"/>
          <ac:spMkLst>
            <pc:docMk/>
            <pc:sldMk cId="0" sldId="387"/>
            <ac:spMk id="29699" creationId="{B29985D4-6109-961B-1AE6-8442985EB065}"/>
          </ac:spMkLst>
        </pc:spChg>
      </pc:sldChg>
      <pc:sldChg chg="modSp add mod">
        <pc:chgData name="Ms Alina Arshad" userId="cccdfd85-d35d-4453-9c6f-a463aae40722" providerId="ADAL" clId="{EADAEE91-4A7C-4065-A245-779568A60DD0}" dt="2024-08-25T15:10:23.068" v="312" actId="255"/>
        <pc:sldMkLst>
          <pc:docMk/>
          <pc:sldMk cId="0" sldId="388"/>
        </pc:sldMkLst>
        <pc:spChg chg="mod">
          <ac:chgData name="Ms Alina Arshad" userId="cccdfd85-d35d-4453-9c6f-a463aae40722" providerId="ADAL" clId="{EADAEE91-4A7C-4065-A245-779568A60DD0}" dt="2024-08-25T15:10:23.068" v="312" actId="255"/>
          <ac:spMkLst>
            <pc:docMk/>
            <pc:sldMk cId="0" sldId="388"/>
            <ac:spMk id="3" creationId="{AC66B0F0-3DFF-05B3-759F-1E7F3B2FAA83}"/>
          </ac:spMkLst>
        </pc:spChg>
        <pc:spChg chg="mod">
          <ac:chgData name="Ms Alina Arshad" userId="cccdfd85-d35d-4453-9c6f-a463aae40722" providerId="ADAL" clId="{EADAEE91-4A7C-4065-A245-779568A60DD0}" dt="2024-08-25T14:56:36.138" v="123" actId="207"/>
          <ac:spMkLst>
            <pc:docMk/>
            <pc:sldMk cId="0" sldId="388"/>
            <ac:spMk id="15362" creationId="{B5D5958D-6E5F-9718-7AE6-E98B7E13C061}"/>
          </ac:spMkLst>
        </pc:spChg>
      </pc:sldChg>
      <pc:sldChg chg="addSp delSp modSp add mod">
        <pc:chgData name="Ms Alina Arshad" userId="cccdfd85-d35d-4453-9c6f-a463aae40722" providerId="ADAL" clId="{EADAEE91-4A7C-4065-A245-779568A60DD0}" dt="2024-08-25T15:07:59.774" v="292" actId="1076"/>
        <pc:sldMkLst>
          <pc:docMk/>
          <pc:sldMk cId="0" sldId="389"/>
        </pc:sldMkLst>
        <pc:spChg chg="add del mod">
          <ac:chgData name="Ms Alina Arshad" userId="cccdfd85-d35d-4453-9c6f-a463aae40722" providerId="ADAL" clId="{EADAEE91-4A7C-4065-A245-779568A60DD0}" dt="2024-08-25T15:07:37.186" v="260" actId="478"/>
          <ac:spMkLst>
            <pc:docMk/>
            <pc:sldMk cId="0" sldId="389"/>
            <ac:spMk id="2" creationId="{0CE23F3B-4239-597E-A5B0-E94D1CCE768F}"/>
          </ac:spMkLst>
        </pc:spChg>
        <pc:spChg chg="add mod">
          <ac:chgData name="Ms Alina Arshad" userId="cccdfd85-d35d-4453-9c6f-a463aae40722" providerId="ADAL" clId="{EADAEE91-4A7C-4065-A245-779568A60DD0}" dt="2024-08-25T15:07:59.774" v="292" actId="1076"/>
          <ac:spMkLst>
            <pc:docMk/>
            <pc:sldMk cId="0" sldId="389"/>
            <ac:spMk id="3" creationId="{0173BDB6-055B-979D-8CAA-5632A73BCD82}"/>
          </ac:spMkLst>
        </pc:spChg>
        <pc:spChg chg="add mod">
          <ac:chgData name="Ms Alina Arshad" userId="cccdfd85-d35d-4453-9c6f-a463aae40722" providerId="ADAL" clId="{EADAEE91-4A7C-4065-A245-779568A60DD0}" dt="2024-08-25T15:07:55.518" v="291" actId="1038"/>
          <ac:spMkLst>
            <pc:docMk/>
            <pc:sldMk cId="0" sldId="389"/>
            <ac:spMk id="4" creationId="{7FFE77F7-77BD-6779-7B8A-D5B59F9F7530}"/>
          </ac:spMkLst>
        </pc:spChg>
        <pc:spChg chg="add mod">
          <ac:chgData name="Ms Alina Arshad" userId="cccdfd85-d35d-4453-9c6f-a463aae40722" providerId="ADAL" clId="{EADAEE91-4A7C-4065-A245-779568A60DD0}" dt="2024-08-25T15:07:55.518" v="291" actId="1038"/>
          <ac:spMkLst>
            <pc:docMk/>
            <pc:sldMk cId="0" sldId="389"/>
            <ac:spMk id="5" creationId="{C4414AD6-34B1-DAA7-03FC-7EC433EC04E6}"/>
          </ac:spMkLst>
        </pc:spChg>
        <pc:spChg chg="add mod">
          <ac:chgData name="Ms Alina Arshad" userId="cccdfd85-d35d-4453-9c6f-a463aae40722" providerId="ADAL" clId="{EADAEE91-4A7C-4065-A245-779568A60DD0}" dt="2024-08-25T15:07:55.518" v="291" actId="1038"/>
          <ac:spMkLst>
            <pc:docMk/>
            <pc:sldMk cId="0" sldId="389"/>
            <ac:spMk id="6" creationId="{2E05F920-12EE-20C9-465F-E850967F1A78}"/>
          </ac:spMkLst>
        </pc:spChg>
        <pc:spChg chg="add mod">
          <ac:chgData name="Ms Alina Arshad" userId="cccdfd85-d35d-4453-9c6f-a463aae40722" providerId="ADAL" clId="{EADAEE91-4A7C-4065-A245-779568A60DD0}" dt="2024-08-25T15:07:55.518" v="291" actId="1038"/>
          <ac:spMkLst>
            <pc:docMk/>
            <pc:sldMk cId="0" sldId="389"/>
            <ac:spMk id="7" creationId="{36DDBCEF-D6D2-C158-E99C-C9CDC65F8F3D}"/>
          </ac:spMkLst>
        </pc:spChg>
        <pc:spChg chg="add mod">
          <ac:chgData name="Ms Alina Arshad" userId="cccdfd85-d35d-4453-9c6f-a463aae40722" providerId="ADAL" clId="{EADAEE91-4A7C-4065-A245-779568A60DD0}" dt="2024-08-25T15:07:55.518" v="291" actId="1038"/>
          <ac:spMkLst>
            <pc:docMk/>
            <pc:sldMk cId="0" sldId="389"/>
            <ac:spMk id="8" creationId="{17AE233E-13F0-77C2-B86F-7FEFD7F1B9F0}"/>
          </ac:spMkLst>
        </pc:spChg>
        <pc:spChg chg="add mod">
          <ac:chgData name="Ms Alina Arshad" userId="cccdfd85-d35d-4453-9c6f-a463aae40722" providerId="ADAL" clId="{EADAEE91-4A7C-4065-A245-779568A60DD0}" dt="2024-08-25T15:07:55.518" v="291" actId="1038"/>
          <ac:spMkLst>
            <pc:docMk/>
            <pc:sldMk cId="0" sldId="389"/>
            <ac:spMk id="9" creationId="{E7365357-B5DB-3CEF-F010-5742156B8C1B}"/>
          </ac:spMkLst>
        </pc:spChg>
        <pc:spChg chg="add mod">
          <ac:chgData name="Ms Alina Arshad" userId="cccdfd85-d35d-4453-9c6f-a463aae40722" providerId="ADAL" clId="{EADAEE91-4A7C-4065-A245-779568A60DD0}" dt="2024-08-25T15:07:55.518" v="291" actId="1038"/>
          <ac:spMkLst>
            <pc:docMk/>
            <pc:sldMk cId="0" sldId="389"/>
            <ac:spMk id="10" creationId="{8CE65B31-5F33-1B6C-2F06-BE41749D91AA}"/>
          </ac:spMkLst>
        </pc:spChg>
        <pc:spChg chg="add mod">
          <ac:chgData name="Ms Alina Arshad" userId="cccdfd85-d35d-4453-9c6f-a463aae40722" providerId="ADAL" clId="{EADAEE91-4A7C-4065-A245-779568A60DD0}" dt="2024-08-25T15:07:55.518" v="291" actId="1038"/>
          <ac:spMkLst>
            <pc:docMk/>
            <pc:sldMk cId="0" sldId="389"/>
            <ac:spMk id="11" creationId="{FA3B8632-49AD-498A-2A42-49E15FDFC5F6}"/>
          </ac:spMkLst>
        </pc:spChg>
        <pc:spChg chg="add mod">
          <ac:chgData name="Ms Alina Arshad" userId="cccdfd85-d35d-4453-9c6f-a463aae40722" providerId="ADAL" clId="{EADAEE91-4A7C-4065-A245-779568A60DD0}" dt="2024-08-25T15:07:55.518" v="291" actId="1038"/>
          <ac:spMkLst>
            <pc:docMk/>
            <pc:sldMk cId="0" sldId="389"/>
            <ac:spMk id="12" creationId="{6655D55A-3EB4-FB45-E5DF-E05B85B6EFCC}"/>
          </ac:spMkLst>
        </pc:spChg>
        <pc:spChg chg="add mod">
          <ac:chgData name="Ms Alina Arshad" userId="cccdfd85-d35d-4453-9c6f-a463aae40722" providerId="ADAL" clId="{EADAEE91-4A7C-4065-A245-779568A60DD0}" dt="2024-08-25T15:07:55.518" v="291" actId="1038"/>
          <ac:spMkLst>
            <pc:docMk/>
            <pc:sldMk cId="0" sldId="389"/>
            <ac:spMk id="13" creationId="{692A058E-6B2D-06E0-A7A9-05EC5DC3395C}"/>
          </ac:spMkLst>
        </pc:spChg>
        <pc:spChg chg="add mod">
          <ac:chgData name="Ms Alina Arshad" userId="cccdfd85-d35d-4453-9c6f-a463aae40722" providerId="ADAL" clId="{EADAEE91-4A7C-4065-A245-779568A60DD0}" dt="2024-08-25T15:07:55.518" v="291" actId="1038"/>
          <ac:spMkLst>
            <pc:docMk/>
            <pc:sldMk cId="0" sldId="389"/>
            <ac:spMk id="14" creationId="{23AB970B-A864-362B-B887-403304B23151}"/>
          </ac:spMkLst>
        </pc:spChg>
        <pc:spChg chg="add mod">
          <ac:chgData name="Ms Alina Arshad" userId="cccdfd85-d35d-4453-9c6f-a463aae40722" providerId="ADAL" clId="{EADAEE91-4A7C-4065-A245-779568A60DD0}" dt="2024-08-25T15:07:55.518" v="291" actId="1038"/>
          <ac:spMkLst>
            <pc:docMk/>
            <pc:sldMk cId="0" sldId="389"/>
            <ac:spMk id="15" creationId="{A5773E1F-E06B-EAEB-0D02-BD6A2BF6D1E7}"/>
          </ac:spMkLst>
        </pc:spChg>
        <pc:spChg chg="add mod">
          <ac:chgData name="Ms Alina Arshad" userId="cccdfd85-d35d-4453-9c6f-a463aae40722" providerId="ADAL" clId="{EADAEE91-4A7C-4065-A245-779568A60DD0}" dt="2024-08-25T15:07:55.518" v="291" actId="1038"/>
          <ac:spMkLst>
            <pc:docMk/>
            <pc:sldMk cId="0" sldId="389"/>
            <ac:spMk id="16" creationId="{879FA89E-6923-A723-4FD9-B6426E00E8DD}"/>
          </ac:spMkLst>
        </pc:spChg>
        <pc:spChg chg="del">
          <ac:chgData name="Ms Alina Arshad" userId="cccdfd85-d35d-4453-9c6f-a463aae40722" providerId="ADAL" clId="{EADAEE91-4A7C-4065-A245-779568A60DD0}" dt="2024-08-25T15:07:25.790" v="256" actId="478"/>
          <ac:spMkLst>
            <pc:docMk/>
            <pc:sldMk cId="0" sldId="389"/>
            <ac:spMk id="29698" creationId="{3F6F46F1-E6AC-8DD6-6673-7538B5C3F5BC}"/>
          </ac:spMkLst>
        </pc:spChg>
        <pc:spChg chg="del">
          <ac:chgData name="Ms Alina Arshad" userId="cccdfd85-d35d-4453-9c6f-a463aae40722" providerId="ADAL" clId="{EADAEE91-4A7C-4065-A245-779568A60DD0}" dt="2024-08-25T15:07:25.790" v="256" actId="478"/>
          <ac:spMkLst>
            <pc:docMk/>
            <pc:sldMk cId="0" sldId="389"/>
            <ac:spMk id="29699" creationId="{FC5184A2-F2B9-49F6-1654-ACACAB5C79AF}"/>
          </ac:spMkLst>
        </pc:spChg>
        <pc:spChg chg="del">
          <ac:chgData name="Ms Alina Arshad" userId="cccdfd85-d35d-4453-9c6f-a463aae40722" providerId="ADAL" clId="{EADAEE91-4A7C-4065-A245-779568A60DD0}" dt="2024-08-25T15:07:25.790" v="256" actId="478"/>
          <ac:spMkLst>
            <pc:docMk/>
            <pc:sldMk cId="0" sldId="389"/>
            <ac:spMk id="29700" creationId="{F4DE8B67-78F5-A9E1-6315-6FAB587D180D}"/>
          </ac:spMkLst>
        </pc:spChg>
        <pc:spChg chg="del">
          <ac:chgData name="Ms Alina Arshad" userId="cccdfd85-d35d-4453-9c6f-a463aae40722" providerId="ADAL" clId="{EADAEE91-4A7C-4065-A245-779568A60DD0}" dt="2024-08-25T15:07:25.790" v="256" actId="478"/>
          <ac:spMkLst>
            <pc:docMk/>
            <pc:sldMk cId="0" sldId="389"/>
            <ac:spMk id="29701" creationId="{C2D1E451-E89C-E4E6-FD6F-C8D7A163B35D}"/>
          </ac:spMkLst>
        </pc:spChg>
        <pc:spChg chg="del">
          <ac:chgData name="Ms Alina Arshad" userId="cccdfd85-d35d-4453-9c6f-a463aae40722" providerId="ADAL" clId="{EADAEE91-4A7C-4065-A245-779568A60DD0}" dt="2024-08-25T15:07:25.790" v="256" actId="478"/>
          <ac:spMkLst>
            <pc:docMk/>
            <pc:sldMk cId="0" sldId="389"/>
            <ac:spMk id="34822" creationId="{B08645AD-AE88-D2C7-F504-F425F4BE939B}"/>
          </ac:spMkLst>
        </pc:spChg>
        <pc:spChg chg="del">
          <ac:chgData name="Ms Alina Arshad" userId="cccdfd85-d35d-4453-9c6f-a463aae40722" providerId="ADAL" clId="{EADAEE91-4A7C-4065-A245-779568A60DD0}" dt="2024-08-25T15:07:25.790" v="256" actId="478"/>
          <ac:spMkLst>
            <pc:docMk/>
            <pc:sldMk cId="0" sldId="389"/>
            <ac:spMk id="34823" creationId="{5B6FBF83-817F-D141-D33E-459F0621F826}"/>
          </ac:spMkLst>
        </pc:spChg>
        <pc:spChg chg="del">
          <ac:chgData name="Ms Alina Arshad" userId="cccdfd85-d35d-4453-9c6f-a463aae40722" providerId="ADAL" clId="{EADAEE91-4A7C-4065-A245-779568A60DD0}" dt="2024-08-25T15:07:25.790" v="256" actId="478"/>
          <ac:spMkLst>
            <pc:docMk/>
            <pc:sldMk cId="0" sldId="389"/>
            <ac:spMk id="34824" creationId="{DB589E3A-BF2E-E221-E6B6-993A216E442E}"/>
          </ac:spMkLst>
        </pc:spChg>
        <pc:spChg chg="del">
          <ac:chgData name="Ms Alina Arshad" userId="cccdfd85-d35d-4453-9c6f-a463aae40722" providerId="ADAL" clId="{EADAEE91-4A7C-4065-A245-779568A60DD0}" dt="2024-08-25T15:07:25.790" v="256" actId="478"/>
          <ac:spMkLst>
            <pc:docMk/>
            <pc:sldMk cId="0" sldId="389"/>
            <ac:spMk id="34825" creationId="{38F3E364-724E-BA6F-FE49-BD3C10B1F1B8}"/>
          </ac:spMkLst>
        </pc:spChg>
        <pc:spChg chg="del">
          <ac:chgData name="Ms Alina Arshad" userId="cccdfd85-d35d-4453-9c6f-a463aae40722" providerId="ADAL" clId="{EADAEE91-4A7C-4065-A245-779568A60DD0}" dt="2024-08-25T15:07:25.790" v="256" actId="478"/>
          <ac:spMkLst>
            <pc:docMk/>
            <pc:sldMk cId="0" sldId="389"/>
            <ac:spMk id="34826" creationId="{D01EE884-8180-E26C-E572-2C33F3FCE09C}"/>
          </ac:spMkLst>
        </pc:spChg>
        <pc:spChg chg="del">
          <ac:chgData name="Ms Alina Arshad" userId="cccdfd85-d35d-4453-9c6f-a463aae40722" providerId="ADAL" clId="{EADAEE91-4A7C-4065-A245-779568A60DD0}" dt="2024-08-25T15:07:25.790" v="256" actId="478"/>
          <ac:spMkLst>
            <pc:docMk/>
            <pc:sldMk cId="0" sldId="389"/>
            <ac:spMk id="34827" creationId="{6CB2A977-4DC5-7FC7-496F-3B2CA32A8D68}"/>
          </ac:spMkLst>
        </pc:spChg>
        <pc:spChg chg="del">
          <ac:chgData name="Ms Alina Arshad" userId="cccdfd85-d35d-4453-9c6f-a463aae40722" providerId="ADAL" clId="{EADAEE91-4A7C-4065-A245-779568A60DD0}" dt="2024-08-25T15:07:25.790" v="256" actId="478"/>
          <ac:spMkLst>
            <pc:docMk/>
            <pc:sldMk cId="0" sldId="389"/>
            <ac:spMk id="34828" creationId="{65EBF1BE-A165-21EE-2058-AE2B633A1A64}"/>
          </ac:spMkLst>
        </pc:spChg>
        <pc:spChg chg="del">
          <ac:chgData name="Ms Alina Arshad" userId="cccdfd85-d35d-4453-9c6f-a463aae40722" providerId="ADAL" clId="{EADAEE91-4A7C-4065-A245-779568A60DD0}" dt="2024-08-25T15:07:25.790" v="256" actId="478"/>
          <ac:spMkLst>
            <pc:docMk/>
            <pc:sldMk cId="0" sldId="389"/>
            <ac:spMk id="34829" creationId="{AB1D4614-1815-DA2B-F9AF-FACE083AC6E5}"/>
          </ac:spMkLst>
        </pc:spChg>
        <pc:spChg chg="del">
          <ac:chgData name="Ms Alina Arshad" userId="cccdfd85-d35d-4453-9c6f-a463aae40722" providerId="ADAL" clId="{EADAEE91-4A7C-4065-A245-779568A60DD0}" dt="2024-08-25T15:07:25.790" v="256" actId="478"/>
          <ac:spMkLst>
            <pc:docMk/>
            <pc:sldMk cId="0" sldId="389"/>
            <ac:spMk id="34830" creationId="{AB4D4B83-29AA-CEA2-851B-BB35CCE63FAF}"/>
          </ac:spMkLst>
        </pc:spChg>
        <pc:spChg chg="del">
          <ac:chgData name="Ms Alina Arshad" userId="cccdfd85-d35d-4453-9c6f-a463aae40722" providerId="ADAL" clId="{EADAEE91-4A7C-4065-A245-779568A60DD0}" dt="2024-08-25T15:07:25.790" v="256" actId="478"/>
          <ac:spMkLst>
            <pc:docMk/>
            <pc:sldMk cId="0" sldId="389"/>
            <ac:spMk id="34831" creationId="{9AEF8E35-1583-35F5-98AC-117CF0E426B7}"/>
          </ac:spMkLst>
        </pc:spChg>
      </pc:sldChg>
      <pc:sldChg chg="modSp add mod">
        <pc:chgData name="Ms Alina Arshad" userId="cccdfd85-d35d-4453-9c6f-a463aae40722" providerId="ADAL" clId="{EADAEE91-4A7C-4065-A245-779568A60DD0}" dt="2024-08-25T15:08:07.810" v="294" actId="207"/>
        <pc:sldMkLst>
          <pc:docMk/>
          <pc:sldMk cId="938158308" sldId="390"/>
        </pc:sldMkLst>
        <pc:spChg chg="mod">
          <ac:chgData name="Ms Alina Arshad" userId="cccdfd85-d35d-4453-9c6f-a463aae40722" providerId="ADAL" clId="{EADAEE91-4A7C-4065-A245-779568A60DD0}" dt="2024-08-25T15:08:07.810" v="294" actId="207"/>
          <ac:spMkLst>
            <pc:docMk/>
            <pc:sldMk cId="938158308" sldId="390"/>
            <ac:spMk id="30722" creationId="{F873CBB7-56F4-3671-10D2-8B22B4B8004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10/15/2024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dirty="0"/>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429B38F1-631B-49CB-B429-8845F35306B7}" type="slidenum">
              <a:rPr lang="en-US"/>
              <a:pPr/>
              <a:t>2</a:t>
            </a:fld>
            <a:endParaRPr lang="en-US"/>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45823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3</a:t>
            </a:fld>
            <a:endParaRPr lang="en-US"/>
          </a:p>
        </p:txBody>
      </p:sp>
    </p:spTree>
    <p:extLst>
      <p:ext uri="{BB962C8B-B14F-4D97-AF65-F5344CB8AC3E}">
        <p14:creationId xmlns:p14="http://schemas.microsoft.com/office/powerpoint/2010/main" val="4033098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4</a:t>
            </a:fld>
            <a:endParaRPr lang="en-US"/>
          </a:p>
        </p:txBody>
      </p:sp>
    </p:spTree>
    <p:extLst>
      <p:ext uri="{BB962C8B-B14F-4D97-AF65-F5344CB8AC3E}">
        <p14:creationId xmlns:p14="http://schemas.microsoft.com/office/powerpoint/2010/main" val="31604988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5</a:t>
            </a:fld>
            <a:endParaRPr lang="en-US"/>
          </a:p>
        </p:txBody>
      </p:sp>
    </p:spTree>
    <p:extLst>
      <p:ext uri="{BB962C8B-B14F-4D97-AF65-F5344CB8AC3E}">
        <p14:creationId xmlns:p14="http://schemas.microsoft.com/office/powerpoint/2010/main" val="312028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8</a:t>
            </a:fld>
            <a:endParaRPr lang="en-US"/>
          </a:p>
        </p:txBody>
      </p:sp>
    </p:spTree>
    <p:extLst>
      <p:ext uri="{BB962C8B-B14F-4D97-AF65-F5344CB8AC3E}">
        <p14:creationId xmlns:p14="http://schemas.microsoft.com/office/powerpoint/2010/main" val="3462941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10/15/2024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10/15/2024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10/15/2024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10/15/2024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10/15/2024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807809"/>
            <a:ext cx="10058400" cy="1922731"/>
          </a:xfrm>
        </p:spPr>
        <p:txBody>
          <a:bodyPr>
            <a:normAutofit fontScale="92500" lnSpcReduction="20000"/>
          </a:bodyPr>
          <a:lstStyle/>
          <a:p>
            <a:pPr algn="ctr"/>
            <a:r>
              <a:rPr lang="en-US" sz="4400" b="1">
                <a:solidFill>
                  <a:schemeClr val="tx1"/>
                </a:solidFill>
                <a:cs typeface="Times New Roman" panose="02020603050405020304" pitchFamily="18" charset="0"/>
              </a:rPr>
              <a:t>Lecture 1/2</a:t>
            </a:r>
            <a:endParaRPr lang="en-US" sz="4400" b="1" dirty="0">
              <a:solidFill>
                <a:schemeClr val="tx1"/>
              </a:solidFill>
              <a:cs typeface="Times New Roman" panose="02020603050405020304" pitchFamily="18" charset="0"/>
            </a:endParaRPr>
          </a:p>
          <a:p>
            <a:pPr algn="ctr"/>
            <a:r>
              <a:rPr lang="en-US" sz="4400" b="1" dirty="0">
                <a:solidFill>
                  <a:schemeClr val="tx1"/>
                </a:solidFill>
                <a:cs typeface="Times New Roman" panose="02020603050405020304" pitchFamily="18" charset="0"/>
              </a:rPr>
              <a:t>Part II-software testing</a:t>
            </a:r>
          </a:p>
          <a:p>
            <a:pPr algn="ctr"/>
            <a:r>
              <a:rPr lang="en-US" sz="4400" b="1" dirty="0">
                <a:solidFill>
                  <a:schemeClr val="tx1"/>
                </a:solidFill>
                <a:cs typeface="Times New Roman" panose="02020603050405020304" pitchFamily="18" charset="0"/>
              </a:rPr>
              <a:t>Structural testing</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7923640" y="5712251"/>
            <a:ext cx="4397722" cy="523220"/>
          </a:xfrm>
          <a:prstGeom prst="rect">
            <a:avLst/>
          </a:prstGeom>
          <a:noFill/>
        </p:spPr>
        <p:txBody>
          <a:bodyPr wrap="square">
            <a:spAutoFit/>
          </a:bodyPr>
          <a:lstStyle/>
          <a:p>
            <a:pPr algn="ctr"/>
            <a:r>
              <a:rPr lang="en-US" sz="2800" dirty="0">
                <a:cs typeface="Times New Roman" panose="02020603050405020304" pitchFamily="18" charset="0"/>
              </a:rPr>
              <a:t>alina.arshad@nu.edu.pk</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050"/>
          <p:cNvSpPr>
            <a:spLocks noGrp="1" noChangeArrowheads="1"/>
          </p:cNvSpPr>
          <p:nvPr>
            <p:ph type="title"/>
          </p:nvPr>
        </p:nvSpPr>
        <p:spPr/>
        <p:txBody>
          <a:bodyPr/>
          <a:lstStyle/>
          <a:p>
            <a:r>
              <a:rPr lang="en-US" dirty="0">
                <a:solidFill>
                  <a:schemeClr val="tx1"/>
                </a:solidFill>
              </a:rPr>
              <a:t>Today’s Outline</a:t>
            </a:r>
          </a:p>
        </p:txBody>
      </p:sp>
      <p:sp>
        <p:nvSpPr>
          <p:cNvPr id="107523" name="Rectangle 2051"/>
          <p:cNvSpPr>
            <a:spLocks noGrp="1" noChangeArrowheads="1"/>
          </p:cNvSpPr>
          <p:nvPr>
            <p:ph idx="1"/>
          </p:nvPr>
        </p:nvSpPr>
        <p:spPr>
          <a:xfrm>
            <a:off x="1097280" y="1864678"/>
            <a:ext cx="9705808" cy="3255963"/>
          </a:xfrm>
        </p:spPr>
        <p:txBody>
          <a:bodyPr>
            <a:normAutofit/>
          </a:bodyPr>
          <a:lstStyle/>
          <a:p>
            <a:r>
              <a:rPr lang="en-US" sz="2400" b="1" dirty="0">
                <a:solidFill>
                  <a:schemeClr val="tx1"/>
                </a:solidFill>
              </a:rPr>
              <a:t>Structural Testing</a:t>
            </a:r>
          </a:p>
          <a:p>
            <a:r>
              <a:rPr lang="en-US" sz="2400" b="1" dirty="0">
                <a:solidFill>
                  <a:schemeClr val="tx1"/>
                </a:solidFill>
              </a:rPr>
              <a:t>Control Flow Testing</a:t>
            </a:r>
          </a:p>
          <a:p>
            <a:pPr lvl="1"/>
            <a:r>
              <a:rPr lang="en-US" sz="2200" b="1" dirty="0">
                <a:solidFill>
                  <a:schemeClr val="tx1"/>
                </a:solidFill>
              </a:rPr>
              <a:t>Branch testing</a:t>
            </a:r>
          </a:p>
          <a:p>
            <a:pPr lvl="1"/>
            <a:r>
              <a:rPr lang="en-US" sz="2200" b="1" dirty="0">
                <a:solidFill>
                  <a:schemeClr val="tx1"/>
                </a:solidFill>
              </a:rPr>
              <a:t>Statement testing</a:t>
            </a:r>
          </a:p>
          <a:p>
            <a:pPr lvl="1"/>
            <a:r>
              <a:rPr lang="en-US" sz="2200" b="1" dirty="0">
                <a:solidFill>
                  <a:schemeClr val="tx1"/>
                </a:solidFill>
              </a:rPr>
              <a:t>Condition testing</a:t>
            </a:r>
          </a:p>
          <a:p>
            <a:pPr lvl="1"/>
            <a:r>
              <a:rPr lang="en-US" sz="2200" b="1" dirty="0">
                <a:solidFill>
                  <a:schemeClr val="tx1"/>
                </a:solidFill>
              </a:rPr>
              <a:t>Path testing</a:t>
            </a:r>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987785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Structural testing</a:t>
            </a:r>
          </a:p>
        </p:txBody>
      </p:sp>
      <p:sp>
        <p:nvSpPr>
          <p:cNvPr id="3" name="Content Placeholder 2"/>
          <p:cNvSpPr>
            <a:spLocks noGrp="1"/>
          </p:cNvSpPr>
          <p:nvPr>
            <p:ph idx="1"/>
          </p:nvPr>
        </p:nvSpPr>
        <p:spPr/>
        <p:txBody>
          <a:bodyPr>
            <a:normAutofit/>
          </a:bodyPr>
          <a:lstStyle/>
          <a:p>
            <a:pPr algn="just"/>
            <a:r>
              <a:rPr lang="en-US" sz="2400" dirty="0">
                <a:solidFill>
                  <a:schemeClr val="tx1"/>
                </a:solidFill>
              </a:rPr>
              <a:t>More technical than functional testing. </a:t>
            </a:r>
          </a:p>
          <a:p>
            <a:pPr algn="just"/>
            <a:r>
              <a:rPr lang="en-US" sz="2400" dirty="0">
                <a:solidFill>
                  <a:schemeClr val="tx1"/>
                </a:solidFill>
              </a:rPr>
              <a:t>It attempts to design test cases from the source code and not from the specifications. </a:t>
            </a:r>
          </a:p>
          <a:p>
            <a:pPr algn="just"/>
            <a:r>
              <a:rPr lang="en-US" sz="2400" dirty="0">
                <a:solidFill>
                  <a:schemeClr val="tx1"/>
                </a:solidFill>
              </a:rPr>
              <a:t>Structural testing techniques are also known as white box testing techniques</a:t>
            </a:r>
          </a:p>
          <a:p>
            <a:pPr algn="just"/>
            <a:r>
              <a:rPr lang="en-US" sz="2400" dirty="0">
                <a:solidFill>
                  <a:schemeClr val="tx1"/>
                </a:solidFill>
              </a:rPr>
              <a:t>Many structural testing techniques are available</a:t>
            </a:r>
          </a:p>
          <a:p>
            <a:pPr lvl="1" algn="just"/>
            <a:r>
              <a:rPr lang="en-US" sz="2000" dirty="0">
                <a:solidFill>
                  <a:schemeClr val="tx1"/>
                </a:solidFill>
              </a:rPr>
              <a:t>control flow testing, </a:t>
            </a:r>
          </a:p>
          <a:p>
            <a:pPr lvl="1" algn="just"/>
            <a:r>
              <a:rPr lang="en-US" sz="2000" dirty="0">
                <a:solidFill>
                  <a:schemeClr val="tx1"/>
                </a:solidFill>
              </a:rPr>
              <a:t>data flow testing, </a:t>
            </a:r>
          </a:p>
          <a:p>
            <a:pPr lvl="1" algn="just"/>
            <a:r>
              <a:rPr lang="en-US" sz="2000" dirty="0">
                <a:solidFill>
                  <a:schemeClr val="tx1"/>
                </a:solidFill>
              </a:rPr>
              <a:t>slice based testing and</a:t>
            </a:r>
          </a:p>
          <a:p>
            <a:pPr lvl="1" algn="just"/>
            <a:r>
              <a:rPr lang="en-US" sz="2000" dirty="0">
                <a:solidFill>
                  <a:schemeClr val="tx1"/>
                </a:solidFill>
              </a:rPr>
              <a:t>mutation testing.</a:t>
            </a:r>
          </a:p>
        </p:txBody>
      </p:sp>
    </p:spTree>
    <p:extLst>
      <p:ext uri="{BB962C8B-B14F-4D97-AF65-F5344CB8AC3E}">
        <p14:creationId xmlns:p14="http://schemas.microsoft.com/office/powerpoint/2010/main" val="3694400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74909"/>
            <a:ext cx="10058400" cy="1177802"/>
          </a:xfrm>
        </p:spPr>
        <p:txBody>
          <a:bodyPr/>
          <a:lstStyle/>
          <a:p>
            <a:r>
              <a:rPr lang="en-US" b="1" dirty="0">
                <a:solidFill>
                  <a:schemeClr val="tx1"/>
                </a:solidFill>
              </a:rPr>
              <a:t>CONTROL FLOW TESTING</a:t>
            </a:r>
          </a:p>
        </p:txBody>
      </p:sp>
      <p:sp>
        <p:nvSpPr>
          <p:cNvPr id="3" name="Content Placeholder 2"/>
          <p:cNvSpPr>
            <a:spLocks noGrp="1"/>
          </p:cNvSpPr>
          <p:nvPr>
            <p:ph idx="1"/>
          </p:nvPr>
        </p:nvSpPr>
        <p:spPr>
          <a:xfrm>
            <a:off x="826852" y="1852711"/>
            <a:ext cx="11029615" cy="4249333"/>
          </a:xfrm>
        </p:spPr>
        <p:txBody>
          <a:bodyPr>
            <a:normAutofit/>
          </a:bodyPr>
          <a:lstStyle/>
          <a:p>
            <a:pPr algn="just">
              <a:buFont typeface="Arial" panose="020B0604020202020204" pitchFamily="34" charset="0"/>
              <a:buChar char="•"/>
            </a:pPr>
            <a:r>
              <a:rPr lang="en-US" dirty="0">
                <a:solidFill>
                  <a:schemeClr val="tx1"/>
                </a:solidFill>
              </a:rPr>
              <a:t>Identify paths of the program and write test cases to execute those paths.  PATHS?</a:t>
            </a:r>
          </a:p>
          <a:p>
            <a:pPr algn="just">
              <a:buFont typeface="Arial" panose="020B0604020202020204" pitchFamily="34" charset="0"/>
              <a:buChar char="•"/>
            </a:pPr>
            <a:r>
              <a:rPr lang="en-US" dirty="0">
                <a:solidFill>
                  <a:schemeClr val="tx1"/>
                </a:solidFill>
              </a:rPr>
              <a:t>There may be too many paths in a program, and it may not be feasible to execute all of them. As the number of decisions increase in the program, the number of paths also increase accordingly.</a:t>
            </a:r>
          </a:p>
          <a:p>
            <a:pPr algn="just">
              <a:buFont typeface="Arial" panose="020B0604020202020204" pitchFamily="34" charset="0"/>
              <a:buChar char="•"/>
            </a:pPr>
            <a:r>
              <a:rPr lang="en-US" dirty="0">
                <a:solidFill>
                  <a:schemeClr val="tx1"/>
                </a:solidFill>
              </a:rPr>
              <a:t>Every path covers a portion of the program. We define ‘coverage’ as a ‘percentage of source code that has been tested with respect to the total source code available for testing’. </a:t>
            </a:r>
          </a:p>
          <a:p>
            <a:pPr algn="just">
              <a:buFont typeface="Arial" panose="020B0604020202020204" pitchFamily="34" charset="0"/>
              <a:buChar char="•"/>
            </a:pPr>
            <a:r>
              <a:rPr lang="en-US" dirty="0">
                <a:solidFill>
                  <a:schemeClr val="tx1"/>
                </a:solidFill>
              </a:rPr>
              <a:t>Write test cases to achieve a reasonable level of coverage using control flow testing. </a:t>
            </a:r>
          </a:p>
          <a:p>
            <a:pPr algn="just">
              <a:buFont typeface="Arial" panose="020B0604020202020204" pitchFamily="34" charset="0"/>
              <a:buChar char="•"/>
            </a:pPr>
            <a:endParaRPr lang="en-US" dirty="0">
              <a:solidFill>
                <a:schemeClr val="tx1"/>
              </a:solidFill>
            </a:endParaRPr>
          </a:p>
        </p:txBody>
      </p:sp>
    </p:spTree>
    <p:extLst>
      <p:ext uri="{BB962C8B-B14F-4D97-AF65-F5344CB8AC3E}">
        <p14:creationId xmlns:p14="http://schemas.microsoft.com/office/powerpoint/2010/main" val="2404423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211" y="955343"/>
            <a:ext cx="10058400" cy="840068"/>
          </a:xfrm>
        </p:spPr>
        <p:txBody>
          <a:bodyPr/>
          <a:lstStyle/>
          <a:p>
            <a:r>
              <a:rPr lang="en-US" b="1" dirty="0">
                <a:solidFill>
                  <a:schemeClr val="tx1"/>
                </a:solidFill>
              </a:rPr>
              <a:t>CONTROL FLOW TESTING</a:t>
            </a:r>
          </a:p>
        </p:txBody>
      </p:sp>
      <p:sp>
        <p:nvSpPr>
          <p:cNvPr id="3" name="Content Placeholder 2"/>
          <p:cNvSpPr>
            <a:spLocks noGrp="1"/>
          </p:cNvSpPr>
          <p:nvPr>
            <p:ph idx="1"/>
          </p:nvPr>
        </p:nvSpPr>
        <p:spPr>
          <a:xfrm>
            <a:off x="581192" y="1933758"/>
            <a:ext cx="11029615" cy="4249333"/>
          </a:xfrm>
        </p:spPr>
        <p:txBody>
          <a:bodyPr>
            <a:normAutofit/>
          </a:bodyPr>
          <a:lstStyle/>
          <a:p>
            <a:pPr marL="0" indent="0" algn="just">
              <a:buNone/>
            </a:pPr>
            <a:r>
              <a:rPr lang="en-US" dirty="0">
                <a:solidFill>
                  <a:schemeClr val="tx1"/>
                </a:solidFill>
              </a:rPr>
              <a:t>Some of such techniques are discussed which are part of control flow testing.</a:t>
            </a:r>
          </a:p>
          <a:p>
            <a:pPr algn="just">
              <a:buFont typeface="Arial" panose="020B0604020202020204" pitchFamily="34" charset="0"/>
              <a:buChar char="•"/>
            </a:pPr>
            <a:r>
              <a:rPr lang="en-US" dirty="0">
                <a:solidFill>
                  <a:schemeClr val="tx1"/>
                </a:solidFill>
              </a:rPr>
              <a:t>Statement Coverage</a:t>
            </a:r>
          </a:p>
          <a:p>
            <a:pPr algn="just">
              <a:buFont typeface="Arial" panose="020B0604020202020204" pitchFamily="34" charset="0"/>
              <a:buChar char="•"/>
            </a:pPr>
            <a:r>
              <a:rPr lang="en-US" dirty="0">
                <a:solidFill>
                  <a:schemeClr val="tx1"/>
                </a:solidFill>
              </a:rPr>
              <a:t>Branch Coverage</a:t>
            </a:r>
          </a:p>
          <a:p>
            <a:pPr algn="just">
              <a:buFont typeface="Arial" panose="020B0604020202020204" pitchFamily="34" charset="0"/>
              <a:buChar char="•"/>
            </a:pPr>
            <a:r>
              <a:rPr lang="en-US" dirty="0">
                <a:solidFill>
                  <a:schemeClr val="tx1"/>
                </a:solidFill>
              </a:rPr>
              <a:t>Condition Coverage</a:t>
            </a:r>
          </a:p>
          <a:p>
            <a:pPr algn="just"/>
            <a:endParaRPr lang="en-US" dirty="0"/>
          </a:p>
        </p:txBody>
      </p:sp>
    </p:spTree>
    <p:extLst>
      <p:ext uri="{BB962C8B-B14F-4D97-AF65-F5344CB8AC3E}">
        <p14:creationId xmlns:p14="http://schemas.microsoft.com/office/powerpoint/2010/main" val="2562855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Statement coverage</a:t>
            </a:r>
          </a:p>
        </p:txBody>
      </p:sp>
      <p:sp>
        <p:nvSpPr>
          <p:cNvPr id="3" name="Content Placeholder 2"/>
          <p:cNvSpPr>
            <a:spLocks noGrp="1"/>
          </p:cNvSpPr>
          <p:nvPr>
            <p:ph idx="1"/>
          </p:nvPr>
        </p:nvSpPr>
        <p:spPr>
          <a:xfrm>
            <a:off x="979518" y="1806528"/>
            <a:ext cx="3524244" cy="3925532"/>
          </a:xfrm>
        </p:spPr>
        <p:txBody>
          <a:bodyPr>
            <a:normAutofit/>
          </a:bodyPr>
          <a:lstStyle/>
          <a:p>
            <a:pPr>
              <a:buFont typeface="Arial" panose="020B0604020202020204" pitchFamily="34" charset="0"/>
              <a:buChar char="•"/>
            </a:pPr>
            <a:r>
              <a:rPr lang="en-US" sz="2800" dirty="0">
                <a:solidFill>
                  <a:schemeClr val="tx1"/>
                </a:solidFill>
              </a:rPr>
              <a:t>We want to execute every statement of the program to achieve 100% statement coverage.</a:t>
            </a:r>
          </a:p>
          <a:p>
            <a:pPr>
              <a:buFont typeface="Arial" panose="020B0604020202020204" pitchFamily="34" charset="0"/>
              <a:buChar char="•"/>
            </a:pPr>
            <a:r>
              <a:rPr lang="en-US" sz="2800" dirty="0">
                <a:solidFill>
                  <a:schemeClr val="tx1"/>
                </a:solidFill>
              </a:rPr>
              <a:t>Consider the following portion of a source code along with its program graph.</a:t>
            </a:r>
          </a:p>
          <a:p>
            <a:pPr>
              <a:buFont typeface="Arial" panose="020B0604020202020204" pitchFamily="34" charset="0"/>
              <a:buChar char="•"/>
            </a:pPr>
            <a:endParaRPr lang="en-US" sz="1600" dirty="0">
              <a:solidFill>
                <a:schemeClr val="tx1"/>
              </a:solidFill>
            </a:endParaRPr>
          </a:p>
        </p:txBody>
      </p:sp>
      <p:pic>
        <p:nvPicPr>
          <p:cNvPr id="6" name="Picture 5"/>
          <p:cNvPicPr>
            <a:picLocks noChangeAspect="1"/>
          </p:cNvPicPr>
          <p:nvPr/>
        </p:nvPicPr>
        <p:blipFill>
          <a:blip r:embed="rId2"/>
          <a:stretch>
            <a:fillRect/>
          </a:stretch>
        </p:blipFill>
        <p:spPr>
          <a:xfrm>
            <a:off x="5959522" y="286603"/>
            <a:ext cx="5946819" cy="5844642"/>
          </a:xfrm>
          <a:prstGeom prst="rect">
            <a:avLst/>
          </a:prstGeom>
        </p:spPr>
      </p:pic>
    </p:spTree>
    <p:extLst>
      <p:ext uri="{BB962C8B-B14F-4D97-AF65-F5344CB8AC3E}">
        <p14:creationId xmlns:p14="http://schemas.microsoft.com/office/powerpoint/2010/main" val="3480137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2538484" y="831553"/>
            <a:ext cx="6916690" cy="5194893"/>
          </a:xfrm>
          <a:prstGeom prst="rect">
            <a:avLst/>
          </a:prstGeom>
        </p:spPr>
      </p:pic>
    </p:spTree>
    <p:extLst>
      <p:ext uri="{BB962C8B-B14F-4D97-AF65-F5344CB8AC3E}">
        <p14:creationId xmlns:p14="http://schemas.microsoft.com/office/powerpoint/2010/main" val="3562856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05218"/>
            <a:ext cx="10058400" cy="932142"/>
          </a:xfrm>
        </p:spPr>
        <p:txBody>
          <a:bodyPr/>
          <a:lstStyle/>
          <a:p>
            <a:r>
              <a:rPr lang="en-US" b="1" dirty="0">
                <a:solidFill>
                  <a:schemeClr val="tx1"/>
                </a:solidFill>
              </a:rPr>
              <a:t>Test case</a:t>
            </a:r>
          </a:p>
        </p:txBody>
      </p:sp>
      <p:sp>
        <p:nvSpPr>
          <p:cNvPr id="3" name="Content Placeholder 2"/>
          <p:cNvSpPr>
            <a:spLocks noGrp="1"/>
          </p:cNvSpPr>
          <p:nvPr>
            <p:ph idx="1"/>
          </p:nvPr>
        </p:nvSpPr>
        <p:spPr>
          <a:xfrm>
            <a:off x="581192" y="1737360"/>
            <a:ext cx="11319656" cy="4416697"/>
          </a:xfrm>
        </p:spPr>
        <p:txBody>
          <a:bodyPr>
            <a:normAutofit fontScale="92500" lnSpcReduction="10000"/>
          </a:bodyPr>
          <a:lstStyle/>
          <a:p>
            <a:pPr algn="just"/>
            <a:r>
              <a:rPr lang="en-US" dirty="0">
                <a:solidFill>
                  <a:schemeClr val="tx1"/>
                </a:solidFill>
              </a:rPr>
              <a:t>a=9, b=8, c=7, all statements are executed, and we have achieved 100% statement coverage by only one test case. The total paths of this program graph are given as:</a:t>
            </a:r>
          </a:p>
          <a:p>
            <a:pPr lvl="1" algn="just"/>
            <a:r>
              <a:rPr lang="en-US" dirty="0">
                <a:solidFill>
                  <a:schemeClr val="tx1"/>
                </a:solidFill>
              </a:rPr>
              <a:t>1–7, 10–15</a:t>
            </a:r>
          </a:p>
          <a:p>
            <a:pPr lvl="1" algn="just"/>
            <a:r>
              <a:rPr lang="en-US" dirty="0">
                <a:solidFill>
                  <a:schemeClr val="tx1"/>
                </a:solidFill>
              </a:rPr>
              <a:t>1–7, 10, 13–15</a:t>
            </a:r>
          </a:p>
          <a:p>
            <a:pPr lvl="1" algn="just"/>
            <a:r>
              <a:rPr lang="en-US" dirty="0">
                <a:solidFill>
                  <a:schemeClr val="tx1"/>
                </a:solidFill>
              </a:rPr>
              <a:t>1–10, 13–15</a:t>
            </a:r>
          </a:p>
          <a:p>
            <a:pPr lvl="1" algn="just"/>
            <a:r>
              <a:rPr lang="en-US" dirty="0">
                <a:solidFill>
                  <a:schemeClr val="tx1"/>
                </a:solidFill>
              </a:rPr>
              <a:t>1–15</a:t>
            </a:r>
          </a:p>
          <a:p>
            <a:pPr algn="just"/>
            <a:r>
              <a:rPr lang="en-US" dirty="0">
                <a:solidFill>
                  <a:schemeClr val="tx1"/>
                </a:solidFill>
              </a:rPr>
              <a:t>The cyclomatic complexity of this graph is:</a:t>
            </a:r>
          </a:p>
          <a:p>
            <a:pPr algn="just"/>
            <a:r>
              <a:rPr lang="en-US" dirty="0">
                <a:solidFill>
                  <a:schemeClr val="tx1"/>
                </a:solidFill>
              </a:rPr>
              <a:t>V(G) = e – n + 2P = 16 – 15 + 2 = 3</a:t>
            </a:r>
          </a:p>
          <a:p>
            <a:pPr algn="just"/>
            <a:r>
              <a:rPr lang="en-US" dirty="0">
                <a:solidFill>
                  <a:schemeClr val="tx1"/>
                </a:solidFill>
              </a:rPr>
              <a:t>Hence, independent paths are three and are given as:</a:t>
            </a:r>
          </a:p>
          <a:p>
            <a:pPr lvl="1" algn="just"/>
            <a:r>
              <a:rPr lang="en-US" dirty="0">
                <a:solidFill>
                  <a:schemeClr val="tx1"/>
                </a:solidFill>
              </a:rPr>
              <a:t>1–7, 10, 13–15</a:t>
            </a:r>
          </a:p>
          <a:p>
            <a:pPr lvl="1" algn="just"/>
            <a:r>
              <a:rPr lang="en-US" dirty="0">
                <a:solidFill>
                  <a:schemeClr val="tx1"/>
                </a:solidFill>
              </a:rPr>
              <a:t>1–10, 13–15</a:t>
            </a:r>
          </a:p>
          <a:p>
            <a:pPr lvl="1" algn="just"/>
            <a:r>
              <a:rPr lang="en-US" dirty="0">
                <a:solidFill>
                  <a:schemeClr val="tx1"/>
                </a:solidFill>
              </a:rPr>
              <a:t>1–7, 10–15</a:t>
            </a:r>
          </a:p>
          <a:p>
            <a:pPr algn="just"/>
            <a:r>
              <a:rPr lang="en-US" dirty="0">
                <a:solidFill>
                  <a:schemeClr val="tx1"/>
                </a:solidFill>
              </a:rPr>
              <a:t>Only one test case may cover all statements but will not execute all possible four paths and not even cover all independent paths.</a:t>
            </a:r>
          </a:p>
        </p:txBody>
      </p:sp>
    </p:spTree>
    <p:extLst>
      <p:ext uri="{BB962C8B-B14F-4D97-AF65-F5344CB8AC3E}">
        <p14:creationId xmlns:p14="http://schemas.microsoft.com/office/powerpoint/2010/main" val="3806482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Branch Coverage</a:t>
            </a: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solidFill>
                  <a:schemeClr val="tx1"/>
                </a:solidFill>
              </a:rPr>
              <a:t>We want to test every branch of the program. Hence, we wish to test every ‘True’ and ‘False’ condition of the program. </a:t>
            </a:r>
          </a:p>
          <a:p>
            <a:pPr>
              <a:buFont typeface="Arial" panose="020B0604020202020204" pitchFamily="34" charset="0"/>
              <a:buChar char="•"/>
            </a:pPr>
            <a:r>
              <a:rPr lang="en-US" dirty="0">
                <a:solidFill>
                  <a:schemeClr val="tx1"/>
                </a:solidFill>
              </a:rPr>
              <a:t>If we select a = 9, b = 8, c = 7, we achieve 100% statement coverage, and the path followed is given as (all true conditions): Path = 1–15</a:t>
            </a:r>
          </a:p>
          <a:p>
            <a:pPr>
              <a:buFont typeface="Arial" panose="020B0604020202020204" pitchFamily="34" charset="0"/>
              <a:buChar char="•"/>
            </a:pPr>
            <a:r>
              <a:rPr lang="en-US" dirty="0">
                <a:solidFill>
                  <a:schemeClr val="tx1"/>
                </a:solidFill>
              </a:rPr>
              <a:t>We also want to select all false conditions with the following inputs:</a:t>
            </a:r>
          </a:p>
          <a:p>
            <a:pPr>
              <a:buFont typeface="Arial" panose="020B0604020202020204" pitchFamily="34" charset="0"/>
              <a:buChar char="•"/>
            </a:pPr>
            <a:r>
              <a:rPr lang="en-US" dirty="0">
                <a:solidFill>
                  <a:schemeClr val="tx1"/>
                </a:solidFill>
              </a:rPr>
              <a:t>a = 7, b = 8, c = 9, the path followed is Path = 1–7, 10, 13–15</a:t>
            </a:r>
          </a:p>
          <a:p>
            <a:pPr>
              <a:buFont typeface="Arial" panose="020B0604020202020204" pitchFamily="34" charset="0"/>
              <a:buChar char="•"/>
            </a:pPr>
            <a:r>
              <a:rPr lang="en-US" dirty="0">
                <a:solidFill>
                  <a:schemeClr val="tx1"/>
                </a:solidFill>
              </a:rPr>
              <a:t>These two test cases out of four are sufficient to guarantee 100% branch coverage. The branch coverage does not guarantee 100% path coverage, but it does guarantee 100% statement coverage.</a:t>
            </a:r>
          </a:p>
        </p:txBody>
      </p:sp>
    </p:spTree>
    <p:extLst>
      <p:ext uri="{BB962C8B-B14F-4D97-AF65-F5344CB8AC3E}">
        <p14:creationId xmlns:p14="http://schemas.microsoft.com/office/powerpoint/2010/main" val="1127190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086" y="914400"/>
            <a:ext cx="10058400" cy="822960"/>
          </a:xfrm>
        </p:spPr>
        <p:txBody>
          <a:bodyPr/>
          <a:lstStyle/>
          <a:p>
            <a:r>
              <a:rPr lang="en-US" b="1" dirty="0">
                <a:solidFill>
                  <a:schemeClr val="tx1"/>
                </a:solidFill>
              </a:rPr>
              <a:t>Condition Coverage</a:t>
            </a:r>
          </a:p>
        </p:txBody>
      </p:sp>
      <p:sp>
        <p:nvSpPr>
          <p:cNvPr id="3" name="Content Placeholder 2"/>
          <p:cNvSpPr>
            <a:spLocks noGrp="1"/>
          </p:cNvSpPr>
          <p:nvPr>
            <p:ph idx="1"/>
          </p:nvPr>
        </p:nvSpPr>
        <p:spPr>
          <a:xfrm>
            <a:off x="581192" y="1737360"/>
            <a:ext cx="11497077" cy="4834037"/>
          </a:xfrm>
        </p:spPr>
        <p:txBody>
          <a:bodyPr>
            <a:normAutofit/>
          </a:bodyPr>
          <a:lstStyle/>
          <a:p>
            <a:r>
              <a:rPr lang="en-US" sz="2600" dirty="0">
                <a:solidFill>
                  <a:schemeClr val="tx1"/>
                </a:solidFill>
              </a:rPr>
              <a:t>Condition coverage is better than branch coverage because we want to test every condition at least once. However, branch coverage can be achieved without testing every condition.</a:t>
            </a:r>
          </a:p>
          <a:p>
            <a:r>
              <a:rPr lang="en-US" sz="2600" dirty="0">
                <a:solidFill>
                  <a:schemeClr val="tx1"/>
                </a:solidFill>
              </a:rPr>
              <a:t>Considering the example on slide 6,  statement number 7 has two conditions (a&gt;b) and (a&gt;c). There are four possibilities namely:</a:t>
            </a:r>
          </a:p>
          <a:p>
            <a:pPr lvl="1"/>
            <a:r>
              <a:rPr lang="en-US" sz="2200" dirty="0">
                <a:solidFill>
                  <a:schemeClr val="tx1"/>
                </a:solidFill>
              </a:rPr>
              <a:t>First is true, second is false</a:t>
            </a:r>
          </a:p>
          <a:p>
            <a:pPr lvl="1"/>
            <a:r>
              <a:rPr lang="en-US" sz="2200" dirty="0">
                <a:solidFill>
                  <a:schemeClr val="tx1"/>
                </a:solidFill>
              </a:rPr>
              <a:t>Both are true</a:t>
            </a:r>
          </a:p>
          <a:p>
            <a:pPr lvl="1"/>
            <a:r>
              <a:rPr lang="en-US" sz="2200" dirty="0">
                <a:solidFill>
                  <a:schemeClr val="tx1"/>
                </a:solidFill>
              </a:rPr>
              <a:t>First is false, second is true</a:t>
            </a:r>
          </a:p>
          <a:p>
            <a:pPr lvl="1"/>
            <a:r>
              <a:rPr lang="en-US" sz="2200" dirty="0">
                <a:solidFill>
                  <a:schemeClr val="tx1"/>
                </a:solidFill>
              </a:rPr>
              <a:t>Both are false</a:t>
            </a:r>
          </a:p>
        </p:txBody>
      </p:sp>
    </p:spTree>
    <p:extLst>
      <p:ext uri="{BB962C8B-B14F-4D97-AF65-F5344CB8AC3E}">
        <p14:creationId xmlns:p14="http://schemas.microsoft.com/office/powerpoint/2010/main" val="1914829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201E7-2642-B101-4EB8-F33124AECB52}"/>
              </a:ext>
            </a:extLst>
          </p:cNvPr>
          <p:cNvSpPr>
            <a:spLocks noGrp="1"/>
          </p:cNvSpPr>
          <p:nvPr>
            <p:ph type="title"/>
          </p:nvPr>
        </p:nvSpPr>
        <p:spPr/>
        <p:txBody>
          <a:bodyPr/>
          <a:lstStyle/>
          <a:p>
            <a:r>
              <a:rPr lang="en-US" b="1" dirty="0">
                <a:solidFill>
                  <a:schemeClr val="tx1"/>
                </a:solidFill>
              </a:rPr>
              <a:t>Condition Coverage</a:t>
            </a:r>
            <a:endParaRPr lang="en-US" dirty="0"/>
          </a:p>
        </p:txBody>
      </p:sp>
      <p:sp>
        <p:nvSpPr>
          <p:cNvPr id="3" name="Content Placeholder 2">
            <a:extLst>
              <a:ext uri="{FF2B5EF4-FFF2-40B4-BE49-F238E27FC236}">
                <a16:creationId xmlns:a16="http://schemas.microsoft.com/office/drawing/2014/main" id="{23480502-266C-F514-BB46-148C5519E584}"/>
              </a:ext>
            </a:extLst>
          </p:cNvPr>
          <p:cNvSpPr>
            <a:spLocks noGrp="1"/>
          </p:cNvSpPr>
          <p:nvPr>
            <p:ph idx="1"/>
          </p:nvPr>
        </p:nvSpPr>
        <p:spPr/>
        <p:txBody>
          <a:bodyPr/>
          <a:lstStyle/>
          <a:p>
            <a:r>
              <a:rPr lang="en-US" sz="2000" dirty="0">
                <a:solidFill>
                  <a:schemeClr val="tx1"/>
                </a:solidFill>
              </a:rPr>
              <a:t>If a &gt; b and a &gt; c, then the statement number 7 will be true (first possibility). However, if a &lt; b, then second condition (a &gt; c) would not be tested, and statement number 7 will be false (third and fourth possibilities). If a &gt; b and a &lt; c, statement number 7 will be false (second possibility). Hence, we should write test cases for every true and false condition. Selected inputs may be given as:</a:t>
            </a:r>
          </a:p>
          <a:p>
            <a:r>
              <a:rPr lang="en-US" sz="2000" dirty="0">
                <a:solidFill>
                  <a:schemeClr val="tx1"/>
                </a:solidFill>
              </a:rPr>
              <a:t>a = 9, b = 8, c = 10 (second possibility , first is true, second is false)</a:t>
            </a:r>
          </a:p>
          <a:p>
            <a:r>
              <a:rPr lang="en-US" sz="2000" dirty="0">
                <a:solidFill>
                  <a:schemeClr val="tx1"/>
                </a:solidFill>
              </a:rPr>
              <a:t>a = 9, b = 8, c = 7 (first possibility when both are true)</a:t>
            </a:r>
          </a:p>
          <a:p>
            <a:r>
              <a:rPr lang="en-US" sz="2000" dirty="0">
                <a:solidFill>
                  <a:schemeClr val="tx1"/>
                </a:solidFill>
              </a:rPr>
              <a:t>a = 7, b = 8, c = 9 (third and fourth possibilities, first is false, statement number 7 is false)</a:t>
            </a:r>
          </a:p>
          <a:p>
            <a:r>
              <a:rPr lang="en-US" sz="2000" dirty="0">
                <a:solidFill>
                  <a:schemeClr val="tx1"/>
                </a:solidFill>
              </a:rPr>
              <a:t>Hence, these three test cases out of four are sufficient to ensure the execution of every  condition of the program.</a:t>
            </a:r>
          </a:p>
        </p:txBody>
      </p:sp>
    </p:spTree>
    <p:extLst>
      <p:ext uri="{BB962C8B-B14F-4D97-AF65-F5344CB8AC3E}">
        <p14:creationId xmlns:p14="http://schemas.microsoft.com/office/powerpoint/2010/main" val="624924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Path coverage</a:t>
            </a:r>
          </a:p>
        </p:txBody>
      </p:sp>
      <p:sp>
        <p:nvSpPr>
          <p:cNvPr id="3" name="Content Placeholder 2"/>
          <p:cNvSpPr>
            <a:spLocks noGrp="1"/>
          </p:cNvSpPr>
          <p:nvPr>
            <p:ph idx="1"/>
          </p:nvPr>
        </p:nvSpPr>
        <p:spPr/>
        <p:txBody>
          <a:bodyPr/>
          <a:lstStyle/>
          <a:p>
            <a:pPr algn="just"/>
            <a:r>
              <a:rPr lang="en-US" dirty="0">
                <a:solidFill>
                  <a:schemeClr val="tx1"/>
                </a:solidFill>
              </a:rPr>
              <a:t>In this coverage criteria, we want to test every path of the program. There are too many paths in any program due to loops and feedback connections. It may not be possible to achieve this goal of executing all paths in many programs. If we do so, we may be confident about the correctness of the program. If it is unachievable, at least all independent paths should be executed. </a:t>
            </a:r>
          </a:p>
          <a:p>
            <a:pPr algn="just">
              <a:buFont typeface="Arial" panose="020B0604020202020204" pitchFamily="34" charset="0"/>
              <a:buChar char="•"/>
            </a:pPr>
            <a:r>
              <a:rPr lang="en-US" dirty="0">
                <a:solidFill>
                  <a:schemeClr val="tx1"/>
                </a:solidFill>
              </a:rPr>
              <a:t>1–7, 10–15</a:t>
            </a:r>
          </a:p>
          <a:p>
            <a:pPr algn="just">
              <a:buFont typeface="Arial" panose="020B0604020202020204" pitchFamily="34" charset="0"/>
              <a:buChar char="•"/>
            </a:pPr>
            <a:r>
              <a:rPr lang="en-US" dirty="0">
                <a:solidFill>
                  <a:schemeClr val="tx1"/>
                </a:solidFill>
              </a:rPr>
              <a:t>1–7, 10, 13–15</a:t>
            </a:r>
          </a:p>
          <a:p>
            <a:pPr algn="just">
              <a:buFont typeface="Arial" panose="020B0604020202020204" pitchFamily="34" charset="0"/>
              <a:buChar char="•"/>
            </a:pPr>
            <a:r>
              <a:rPr lang="en-US" dirty="0">
                <a:solidFill>
                  <a:schemeClr val="tx1"/>
                </a:solidFill>
              </a:rPr>
              <a:t>1–10, 13–15</a:t>
            </a:r>
          </a:p>
          <a:p>
            <a:pPr algn="just">
              <a:buFont typeface="Arial" panose="020B0604020202020204" pitchFamily="34" charset="0"/>
              <a:buChar char="•"/>
            </a:pPr>
            <a:r>
              <a:rPr lang="en-US" dirty="0">
                <a:solidFill>
                  <a:schemeClr val="tx1"/>
                </a:solidFill>
              </a:rPr>
              <a:t>1–15</a:t>
            </a:r>
          </a:p>
          <a:p>
            <a:pPr algn="just"/>
            <a:endParaRPr lang="en-US" dirty="0"/>
          </a:p>
          <a:p>
            <a:pPr algn="just"/>
            <a:endParaRPr lang="en-US" dirty="0"/>
          </a:p>
        </p:txBody>
      </p:sp>
    </p:spTree>
    <p:extLst>
      <p:ext uri="{BB962C8B-B14F-4D97-AF65-F5344CB8AC3E}">
        <p14:creationId xmlns:p14="http://schemas.microsoft.com/office/powerpoint/2010/main" val="1205320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696036"/>
            <a:ext cx="10058400" cy="1041324"/>
          </a:xfrm>
        </p:spPr>
        <p:txBody>
          <a:bodyPr/>
          <a:lstStyle/>
          <a:p>
            <a:r>
              <a:rPr lang="en-US" b="1" dirty="0">
                <a:solidFill>
                  <a:schemeClr val="tx1"/>
                </a:solidFill>
              </a:rPr>
              <a:t>Test cases for all paths</a:t>
            </a:r>
          </a:p>
        </p:txBody>
      </p:sp>
      <p:sp>
        <p:nvSpPr>
          <p:cNvPr id="3" name="Content Placeholder 2"/>
          <p:cNvSpPr>
            <a:spLocks noGrp="1"/>
          </p:cNvSpPr>
          <p:nvPr>
            <p:ph idx="1"/>
          </p:nvPr>
        </p:nvSpPr>
        <p:spPr>
          <a:xfrm>
            <a:off x="867795" y="1817199"/>
            <a:ext cx="11029615" cy="1165475"/>
          </a:xfrm>
        </p:spPr>
        <p:txBody>
          <a:bodyPr/>
          <a:lstStyle/>
          <a:p>
            <a:r>
              <a:rPr lang="en-US" dirty="0">
                <a:solidFill>
                  <a:schemeClr val="tx1"/>
                </a:solidFill>
              </a:rPr>
              <a:t>Execution of all these paths increases confidence about the correctness of the program.  Inputs for test cases are given as:</a:t>
            </a:r>
          </a:p>
          <a:p>
            <a:endParaRPr lang="en-US" dirty="0"/>
          </a:p>
        </p:txBody>
      </p:sp>
      <p:pic>
        <p:nvPicPr>
          <p:cNvPr id="6" name="Picture 5"/>
          <p:cNvPicPr>
            <a:picLocks noChangeAspect="1"/>
          </p:cNvPicPr>
          <p:nvPr/>
        </p:nvPicPr>
        <p:blipFill>
          <a:blip r:embed="rId2"/>
          <a:stretch>
            <a:fillRect/>
          </a:stretch>
        </p:blipFill>
        <p:spPr>
          <a:xfrm>
            <a:off x="1872711" y="2707672"/>
            <a:ext cx="8507537" cy="3051946"/>
          </a:xfrm>
          <a:prstGeom prst="rect">
            <a:avLst/>
          </a:prstGeom>
        </p:spPr>
      </p:pic>
    </p:spTree>
    <p:extLst>
      <p:ext uri="{BB962C8B-B14F-4D97-AF65-F5344CB8AC3E}">
        <p14:creationId xmlns:p14="http://schemas.microsoft.com/office/powerpoint/2010/main" val="367520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Path testing</a:t>
            </a:r>
          </a:p>
        </p:txBody>
      </p:sp>
      <p:sp>
        <p:nvSpPr>
          <p:cNvPr id="3" name="Content Placeholder 2"/>
          <p:cNvSpPr>
            <a:spLocks noGrp="1"/>
          </p:cNvSpPr>
          <p:nvPr>
            <p:ph idx="1"/>
          </p:nvPr>
        </p:nvSpPr>
        <p:spPr/>
        <p:txBody>
          <a:bodyPr/>
          <a:lstStyle/>
          <a:p>
            <a:r>
              <a:rPr lang="en-US" dirty="0">
                <a:solidFill>
                  <a:schemeClr val="tx1"/>
                </a:solidFill>
              </a:rPr>
              <a:t>Path testing guarantee statement coverage, branch coverage and condition coverage. </a:t>
            </a:r>
          </a:p>
        </p:txBody>
      </p:sp>
    </p:spTree>
    <p:extLst>
      <p:ext uri="{BB962C8B-B14F-4D97-AF65-F5344CB8AC3E}">
        <p14:creationId xmlns:p14="http://schemas.microsoft.com/office/powerpoint/2010/main" val="3784305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1530</TotalTime>
  <Words>934</Words>
  <Application>Microsoft Office PowerPoint</Application>
  <PresentationFormat>Widescreen</PresentationFormat>
  <Paragraphs>84</Paragraphs>
  <Slides>15</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Calibri Light</vt:lpstr>
      <vt:lpstr>Times New Roman</vt:lpstr>
      <vt:lpstr>Retrospect</vt:lpstr>
      <vt:lpstr> Software Quality Engineering</vt:lpstr>
      <vt:lpstr>Today’s Outline</vt:lpstr>
      <vt:lpstr>Structural testing</vt:lpstr>
      <vt:lpstr>CONTROL FLOW TESTING</vt:lpstr>
      <vt:lpstr>CONTROL FLOW TESTING</vt:lpstr>
      <vt:lpstr>Statement coverage</vt:lpstr>
      <vt:lpstr>PowerPoint Presentation</vt:lpstr>
      <vt:lpstr>Test case</vt:lpstr>
      <vt:lpstr>Branch Coverage</vt:lpstr>
      <vt:lpstr>Condition Coverage</vt:lpstr>
      <vt:lpstr>Condition Coverage</vt:lpstr>
      <vt:lpstr>Path coverage</vt:lpstr>
      <vt:lpstr>Test cases for all paths</vt:lpstr>
      <vt:lpstr>Path testing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28</cp:revision>
  <dcterms:created xsi:type="dcterms:W3CDTF">2024-08-09T06:58:16Z</dcterms:created>
  <dcterms:modified xsi:type="dcterms:W3CDTF">2024-10-15T13:08:29Z</dcterms:modified>
</cp:coreProperties>
</file>