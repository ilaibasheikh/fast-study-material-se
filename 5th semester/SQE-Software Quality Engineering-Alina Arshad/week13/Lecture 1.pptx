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391" r:id="rId3"/>
    <p:sldId id="392" r:id="rId4"/>
    <p:sldId id="397" r:id="rId5"/>
    <p:sldId id="398" r:id="rId6"/>
    <p:sldId id="399" r:id="rId7"/>
    <p:sldId id="393" r:id="rId8"/>
    <p:sldId id="314" r:id="rId9"/>
    <p:sldId id="372" r:id="rId10"/>
    <p:sldId id="394" r:id="rId11"/>
    <p:sldId id="403" r:id="rId12"/>
    <p:sldId id="321" r:id="rId13"/>
    <p:sldId id="315" r:id="rId14"/>
    <p:sldId id="316" r:id="rId15"/>
    <p:sldId id="317" r:id="rId16"/>
    <p:sldId id="318" r:id="rId17"/>
    <p:sldId id="319" r:id="rId18"/>
    <p:sldId id="320" r:id="rId19"/>
    <p:sldId id="395" r:id="rId20"/>
    <p:sldId id="396" r:id="rId21"/>
    <p:sldId id="400" r:id="rId22"/>
    <p:sldId id="401" r:id="rId23"/>
    <p:sldId id="322" r:id="rId24"/>
    <p:sldId id="326" r:id="rId25"/>
    <p:sldId id="336" r:id="rId26"/>
    <p:sldId id="337" r:id="rId27"/>
    <p:sldId id="327" r:id="rId28"/>
    <p:sldId id="328" r:id="rId29"/>
    <p:sldId id="402" r:id="rId30"/>
    <p:sldId id="323" r:id="rId31"/>
    <p:sldId id="324" r:id="rId32"/>
    <p:sldId id="325" r:id="rId33"/>
    <p:sldId id="329" r:id="rId34"/>
    <p:sldId id="361"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48342B-8973-4086-9C5B-C4EC2D55CF23}" v="1" dt="2024-11-12T08:35:53.2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0805" autoAdjust="0"/>
  </p:normalViewPr>
  <p:slideViewPr>
    <p:cSldViewPr snapToGrid="0">
      <p:cViewPr varScale="1">
        <p:scale>
          <a:sx n="112" d="100"/>
          <a:sy n="112" d="100"/>
        </p:scale>
        <p:origin x="52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9A8D5D83-33E5-4CEE-8357-E82B508215CD}"/>
    <pc:docChg chg="undo custSel addSld delSld modSld">
      <pc:chgData name="Ms Alina Arshad" userId="cccdfd85-d35d-4453-9c6f-a463aae40722" providerId="ADAL" clId="{9A8D5D83-33E5-4CEE-8357-E82B508215CD}" dt="2024-10-15T13:06:59.573" v="504" actId="47"/>
      <pc:docMkLst>
        <pc:docMk/>
      </pc:docMkLst>
      <pc:sldChg chg="modSp add del mod">
        <pc:chgData name="Ms Alina Arshad" userId="cccdfd85-d35d-4453-9c6f-a463aae40722" providerId="ADAL" clId="{9A8D5D83-33E5-4CEE-8357-E82B508215CD}" dt="2024-10-12T09:34:30.546" v="78" actId="20577"/>
        <pc:sldMkLst>
          <pc:docMk/>
          <pc:sldMk cId="3322361034" sldId="256"/>
        </pc:sldMkLst>
        <pc:spChg chg="mod">
          <ac:chgData name="Ms Alina Arshad" userId="cccdfd85-d35d-4453-9c6f-a463aae40722" providerId="ADAL" clId="{9A8D5D83-33E5-4CEE-8357-E82B508215CD}" dt="2024-10-12T09:34:30.546" v="78" actId="20577"/>
          <ac:spMkLst>
            <pc:docMk/>
            <pc:sldMk cId="3322361034" sldId="256"/>
            <ac:spMk id="3" creationId="{44E9F82C-BBA7-3495-1097-BEDB54FFFDF4}"/>
          </ac:spMkLst>
        </pc:spChg>
      </pc:sldChg>
      <pc:sldChg chg="delSp modSp add del mod">
        <pc:chgData name="Ms Alina Arshad" userId="cccdfd85-d35d-4453-9c6f-a463aae40722" providerId="ADAL" clId="{9A8D5D83-33E5-4CEE-8357-E82B508215CD}" dt="2024-10-12T09:34:35.723" v="79" actId="47"/>
        <pc:sldMkLst>
          <pc:docMk/>
          <pc:sldMk cId="2348086917" sldId="257"/>
        </pc:sldMkLst>
        <pc:spChg chg="del mod">
          <ac:chgData name="Ms Alina Arshad" userId="cccdfd85-d35d-4453-9c6f-a463aae40722" providerId="ADAL" clId="{9A8D5D83-33E5-4CEE-8357-E82B508215CD}" dt="2024-10-12T09:34:07.866" v="57" actId="478"/>
          <ac:spMkLst>
            <pc:docMk/>
            <pc:sldMk cId="2348086917" sldId="257"/>
            <ac:spMk id="2" creationId="{00000000-0000-0000-0000-000000000000}"/>
          </ac:spMkLst>
        </pc:spChg>
        <pc:spChg chg="mod">
          <ac:chgData name="Ms Alina Arshad" userId="cccdfd85-d35d-4453-9c6f-a463aae40722" providerId="ADAL" clId="{9A8D5D83-33E5-4CEE-8357-E82B508215CD}" dt="2024-10-12T09:34:12.302" v="58" actId="207"/>
          <ac:spMkLst>
            <pc:docMk/>
            <pc:sldMk cId="2348086917" sldId="257"/>
            <ac:spMk id="5" creationId="{00000000-0000-0000-0000-000000000000}"/>
          </ac:spMkLst>
        </pc:spChg>
      </pc:sldChg>
      <pc:sldChg chg="delSp modSp add mod">
        <pc:chgData name="Ms Alina Arshad" userId="cccdfd85-d35d-4453-9c6f-a463aae40722" providerId="ADAL" clId="{9A8D5D83-33E5-4CEE-8357-E82B508215CD}" dt="2024-10-12T09:35:07.834" v="87" actId="1076"/>
        <pc:sldMkLst>
          <pc:docMk/>
          <pc:sldMk cId="987785057" sldId="258"/>
        </pc:sldMkLst>
        <pc:spChg chg="del">
          <ac:chgData name="Ms Alina Arshad" userId="cccdfd85-d35d-4453-9c6f-a463aae40722" providerId="ADAL" clId="{9A8D5D83-33E5-4CEE-8357-E82B508215CD}" dt="2024-10-12T09:34:42.887" v="80" actId="478"/>
          <ac:spMkLst>
            <pc:docMk/>
            <pc:sldMk cId="987785057" sldId="258"/>
            <ac:spMk id="2" creationId="{00000000-0000-0000-0000-000000000000}"/>
          </ac:spMkLst>
        </pc:spChg>
        <pc:spChg chg="del">
          <ac:chgData name="Ms Alina Arshad" userId="cccdfd85-d35d-4453-9c6f-a463aae40722" providerId="ADAL" clId="{9A8D5D83-33E5-4CEE-8357-E82B508215CD}" dt="2024-10-12T09:34:44.599" v="81" actId="478"/>
          <ac:spMkLst>
            <pc:docMk/>
            <pc:sldMk cId="987785057" sldId="258"/>
            <ac:spMk id="5" creationId="{00000000-0000-0000-0000-000000000000}"/>
          </ac:spMkLst>
        </pc:spChg>
        <pc:spChg chg="mod">
          <ac:chgData name="Ms Alina Arshad" userId="cccdfd85-d35d-4453-9c6f-a463aae40722" providerId="ADAL" clId="{9A8D5D83-33E5-4CEE-8357-E82B508215CD}" dt="2024-10-12T09:34:52.017" v="83" actId="113"/>
          <ac:spMkLst>
            <pc:docMk/>
            <pc:sldMk cId="987785057" sldId="258"/>
            <ac:spMk id="107522" creationId="{00000000-0000-0000-0000-000000000000}"/>
          </ac:spMkLst>
        </pc:spChg>
        <pc:spChg chg="mod">
          <ac:chgData name="Ms Alina Arshad" userId="cccdfd85-d35d-4453-9c6f-a463aae40722" providerId="ADAL" clId="{9A8D5D83-33E5-4CEE-8357-E82B508215CD}" dt="2024-10-12T09:35:07.834" v="87" actId="1076"/>
          <ac:spMkLst>
            <pc:docMk/>
            <pc:sldMk cId="987785057" sldId="258"/>
            <ac:spMk id="107523" creationId="{00000000-0000-0000-0000-000000000000}"/>
          </ac:spMkLst>
        </pc:spChg>
      </pc:sldChg>
      <pc:sldChg chg="del">
        <pc:chgData name="Ms Alina Arshad" userId="cccdfd85-d35d-4453-9c6f-a463aae40722" providerId="ADAL" clId="{9A8D5D83-33E5-4CEE-8357-E82B508215CD}" dt="2024-10-12T09:33:39.856" v="8" actId="47"/>
        <pc:sldMkLst>
          <pc:docMk/>
          <pc:sldMk cId="1325985888" sldId="279"/>
        </pc:sldMkLst>
      </pc:sldChg>
      <pc:sldChg chg="add del">
        <pc:chgData name="Ms Alina Arshad" userId="cccdfd85-d35d-4453-9c6f-a463aae40722" providerId="ADAL" clId="{9A8D5D83-33E5-4CEE-8357-E82B508215CD}" dt="2024-10-15T13:06:59.573" v="504" actId="47"/>
        <pc:sldMkLst>
          <pc:docMk/>
          <pc:sldMk cId="1032267902" sldId="313"/>
        </pc:sldMkLst>
      </pc:sldChg>
      <pc:sldChg chg="delSp modSp add mod">
        <pc:chgData name="Ms Alina Arshad" userId="cccdfd85-d35d-4453-9c6f-a463aae40722" providerId="ADAL" clId="{9A8D5D83-33E5-4CEE-8357-E82B508215CD}" dt="2024-10-15T12:13:59.402" v="216" actId="12"/>
        <pc:sldMkLst>
          <pc:docMk/>
          <pc:sldMk cId="3777174035" sldId="314"/>
        </pc:sldMkLst>
        <pc:spChg chg="mod">
          <ac:chgData name="Ms Alina Arshad" userId="cccdfd85-d35d-4453-9c6f-a463aae40722" providerId="ADAL" clId="{9A8D5D83-33E5-4CEE-8357-E82B508215CD}" dt="2024-10-15T12:13:44.792" v="215" actId="207"/>
          <ac:spMkLst>
            <pc:docMk/>
            <pc:sldMk cId="3777174035" sldId="314"/>
            <ac:spMk id="2" creationId="{00000000-0000-0000-0000-000000000000}"/>
          </ac:spMkLst>
        </pc:spChg>
        <pc:spChg chg="mod">
          <ac:chgData name="Ms Alina Arshad" userId="cccdfd85-d35d-4453-9c6f-a463aae40722" providerId="ADAL" clId="{9A8D5D83-33E5-4CEE-8357-E82B508215CD}" dt="2024-10-15T12:13:59.402" v="216" actId="12"/>
          <ac:spMkLst>
            <pc:docMk/>
            <pc:sldMk cId="3777174035" sldId="314"/>
            <ac:spMk id="3" creationId="{00000000-0000-0000-0000-000000000000}"/>
          </ac:spMkLst>
        </pc:spChg>
        <pc:spChg chg="del">
          <ac:chgData name="Ms Alina Arshad" userId="cccdfd85-d35d-4453-9c6f-a463aae40722" providerId="ADAL" clId="{9A8D5D83-33E5-4CEE-8357-E82B508215CD}" dt="2024-10-12T09:35:52.564" v="100" actId="478"/>
          <ac:spMkLst>
            <pc:docMk/>
            <pc:sldMk cId="3777174035" sldId="314"/>
            <ac:spMk id="4" creationId="{00000000-0000-0000-0000-000000000000}"/>
          </ac:spMkLst>
        </pc:spChg>
        <pc:spChg chg="del">
          <ac:chgData name="Ms Alina Arshad" userId="cccdfd85-d35d-4453-9c6f-a463aae40722" providerId="ADAL" clId="{9A8D5D83-33E5-4CEE-8357-E82B508215CD}" dt="2024-10-12T09:35:54.612" v="101" actId="478"/>
          <ac:spMkLst>
            <pc:docMk/>
            <pc:sldMk cId="3777174035" sldId="314"/>
            <ac:spMk id="5" creationId="{00000000-0000-0000-0000-000000000000}"/>
          </ac:spMkLst>
        </pc:spChg>
        <pc:picChg chg="mod">
          <ac:chgData name="Ms Alina Arshad" userId="cccdfd85-d35d-4453-9c6f-a463aae40722" providerId="ADAL" clId="{9A8D5D83-33E5-4CEE-8357-E82B508215CD}" dt="2024-10-12T09:36:03.583" v="104" actId="1076"/>
          <ac:picMkLst>
            <pc:docMk/>
            <pc:sldMk cId="3777174035" sldId="314"/>
            <ac:picMk id="6" creationId="{00000000-0000-0000-0000-000000000000}"/>
          </ac:picMkLst>
        </pc:picChg>
      </pc:sldChg>
      <pc:sldChg chg="delSp modSp add mod">
        <pc:chgData name="Ms Alina Arshad" userId="cccdfd85-d35d-4453-9c6f-a463aae40722" providerId="ADAL" clId="{9A8D5D83-33E5-4CEE-8357-E82B508215CD}" dt="2024-10-15T12:14:23.035" v="219" actId="207"/>
        <pc:sldMkLst>
          <pc:docMk/>
          <pc:sldMk cId="4181556699" sldId="315"/>
        </pc:sldMkLst>
        <pc:spChg chg="mod">
          <ac:chgData name="Ms Alina Arshad" userId="cccdfd85-d35d-4453-9c6f-a463aae40722" providerId="ADAL" clId="{9A8D5D83-33E5-4CEE-8357-E82B508215CD}" dt="2024-10-15T12:14:23.035" v="219" actId="207"/>
          <ac:spMkLst>
            <pc:docMk/>
            <pc:sldMk cId="4181556699" sldId="315"/>
            <ac:spMk id="2" creationId="{00000000-0000-0000-0000-000000000000}"/>
          </ac:spMkLst>
        </pc:spChg>
        <pc:spChg chg="mod">
          <ac:chgData name="Ms Alina Arshad" userId="cccdfd85-d35d-4453-9c6f-a463aae40722" providerId="ADAL" clId="{9A8D5D83-33E5-4CEE-8357-E82B508215CD}" dt="2024-10-12T09:36:25.741" v="114" actId="12"/>
          <ac:spMkLst>
            <pc:docMk/>
            <pc:sldMk cId="4181556699" sldId="315"/>
            <ac:spMk id="3" creationId="{00000000-0000-0000-0000-000000000000}"/>
          </ac:spMkLst>
        </pc:spChg>
        <pc:spChg chg="del">
          <ac:chgData name="Ms Alina Arshad" userId="cccdfd85-d35d-4453-9c6f-a463aae40722" providerId="ADAL" clId="{9A8D5D83-33E5-4CEE-8357-E82B508215CD}" dt="2024-10-12T09:36:13.524" v="108" actId="478"/>
          <ac:spMkLst>
            <pc:docMk/>
            <pc:sldMk cId="4181556699" sldId="315"/>
            <ac:spMk id="4" creationId="{00000000-0000-0000-0000-000000000000}"/>
          </ac:spMkLst>
        </pc:spChg>
        <pc:spChg chg="del mod">
          <ac:chgData name="Ms Alina Arshad" userId="cccdfd85-d35d-4453-9c6f-a463aae40722" providerId="ADAL" clId="{9A8D5D83-33E5-4CEE-8357-E82B508215CD}" dt="2024-10-12T09:36:18.727" v="112" actId="478"/>
          <ac:spMkLst>
            <pc:docMk/>
            <pc:sldMk cId="4181556699" sldId="315"/>
            <ac:spMk id="5" creationId="{00000000-0000-0000-0000-000000000000}"/>
          </ac:spMkLst>
        </pc:spChg>
      </pc:sldChg>
      <pc:sldChg chg="delSp modSp add mod">
        <pc:chgData name="Ms Alina Arshad" userId="cccdfd85-d35d-4453-9c6f-a463aae40722" providerId="ADAL" clId="{9A8D5D83-33E5-4CEE-8357-E82B508215CD}" dt="2024-10-12T09:36:43.549" v="118" actId="113"/>
        <pc:sldMkLst>
          <pc:docMk/>
          <pc:sldMk cId="1268528167" sldId="316"/>
        </pc:sldMkLst>
        <pc:spChg chg="mod">
          <ac:chgData name="Ms Alina Arshad" userId="cccdfd85-d35d-4453-9c6f-a463aae40722" providerId="ADAL" clId="{9A8D5D83-33E5-4CEE-8357-E82B508215CD}" dt="2024-10-12T09:36:43.549" v="118" actId="113"/>
          <ac:spMkLst>
            <pc:docMk/>
            <pc:sldMk cId="1268528167" sldId="316"/>
            <ac:spMk id="2" creationId="{00000000-0000-0000-0000-000000000000}"/>
          </ac:spMkLst>
        </pc:spChg>
        <pc:spChg chg="mod">
          <ac:chgData name="Ms Alina Arshad" userId="cccdfd85-d35d-4453-9c6f-a463aae40722" providerId="ADAL" clId="{9A8D5D83-33E5-4CEE-8357-E82B508215CD}" dt="2024-10-12T09:36:40.496" v="117" actId="207"/>
          <ac:spMkLst>
            <pc:docMk/>
            <pc:sldMk cId="1268528167" sldId="316"/>
            <ac:spMk id="3" creationId="{00000000-0000-0000-0000-000000000000}"/>
          </ac:spMkLst>
        </pc:spChg>
        <pc:spChg chg="del">
          <ac:chgData name="Ms Alina Arshad" userId="cccdfd85-d35d-4453-9c6f-a463aae40722" providerId="ADAL" clId="{9A8D5D83-33E5-4CEE-8357-E82B508215CD}" dt="2024-10-12T09:36:33.872" v="115" actId="478"/>
          <ac:spMkLst>
            <pc:docMk/>
            <pc:sldMk cId="1268528167" sldId="316"/>
            <ac:spMk id="4" creationId="{00000000-0000-0000-0000-000000000000}"/>
          </ac:spMkLst>
        </pc:spChg>
        <pc:spChg chg="del">
          <ac:chgData name="Ms Alina Arshad" userId="cccdfd85-d35d-4453-9c6f-a463aae40722" providerId="ADAL" clId="{9A8D5D83-33E5-4CEE-8357-E82B508215CD}" dt="2024-10-12T09:36:36.044" v="116" actId="478"/>
          <ac:spMkLst>
            <pc:docMk/>
            <pc:sldMk cId="1268528167" sldId="316"/>
            <ac:spMk id="5" creationId="{00000000-0000-0000-0000-000000000000}"/>
          </ac:spMkLst>
        </pc:spChg>
      </pc:sldChg>
      <pc:sldChg chg="delSp modSp add mod modAnim">
        <pc:chgData name="Ms Alina Arshad" userId="cccdfd85-d35d-4453-9c6f-a463aae40722" providerId="ADAL" clId="{9A8D5D83-33E5-4CEE-8357-E82B508215CD}" dt="2024-10-15T12:38:10.005" v="254" actId="20577"/>
        <pc:sldMkLst>
          <pc:docMk/>
          <pc:sldMk cId="2565091885" sldId="317"/>
        </pc:sldMkLst>
        <pc:spChg chg="mod">
          <ac:chgData name="Ms Alina Arshad" userId="cccdfd85-d35d-4453-9c6f-a463aae40722" providerId="ADAL" clId="{9A8D5D83-33E5-4CEE-8357-E82B508215CD}" dt="2024-10-12T09:36:51.499" v="121" actId="14100"/>
          <ac:spMkLst>
            <pc:docMk/>
            <pc:sldMk cId="2565091885" sldId="317"/>
            <ac:spMk id="2" creationId="{00000000-0000-0000-0000-000000000000}"/>
          </ac:spMkLst>
        </pc:spChg>
        <pc:spChg chg="mod">
          <ac:chgData name="Ms Alina Arshad" userId="cccdfd85-d35d-4453-9c6f-a463aae40722" providerId="ADAL" clId="{9A8D5D83-33E5-4CEE-8357-E82B508215CD}" dt="2024-10-15T12:38:10.005" v="254" actId="20577"/>
          <ac:spMkLst>
            <pc:docMk/>
            <pc:sldMk cId="2565091885" sldId="317"/>
            <ac:spMk id="3" creationId="{00000000-0000-0000-0000-000000000000}"/>
          </ac:spMkLst>
        </pc:spChg>
        <pc:spChg chg="del">
          <ac:chgData name="Ms Alina Arshad" userId="cccdfd85-d35d-4453-9c6f-a463aae40722" providerId="ADAL" clId="{9A8D5D83-33E5-4CEE-8357-E82B508215CD}" dt="2024-10-12T09:37:32.238" v="139" actId="478"/>
          <ac:spMkLst>
            <pc:docMk/>
            <pc:sldMk cId="2565091885" sldId="317"/>
            <ac:spMk id="4" creationId="{00000000-0000-0000-0000-000000000000}"/>
          </ac:spMkLst>
        </pc:spChg>
        <pc:spChg chg="del">
          <ac:chgData name="Ms Alina Arshad" userId="cccdfd85-d35d-4453-9c6f-a463aae40722" providerId="ADAL" clId="{9A8D5D83-33E5-4CEE-8357-E82B508215CD}" dt="2024-10-12T09:37:34.863" v="140" actId="478"/>
          <ac:spMkLst>
            <pc:docMk/>
            <pc:sldMk cId="2565091885" sldId="317"/>
            <ac:spMk id="5" creationId="{00000000-0000-0000-0000-000000000000}"/>
          </ac:spMkLst>
        </pc:spChg>
      </pc:sldChg>
      <pc:sldChg chg="delSp modSp add mod">
        <pc:chgData name="Ms Alina Arshad" userId="cccdfd85-d35d-4453-9c6f-a463aae40722" providerId="ADAL" clId="{9A8D5D83-33E5-4CEE-8357-E82B508215CD}" dt="2024-10-15T12:38:46.303" v="262"/>
        <pc:sldMkLst>
          <pc:docMk/>
          <pc:sldMk cId="3888176007" sldId="318"/>
        </pc:sldMkLst>
        <pc:spChg chg="mod">
          <ac:chgData name="Ms Alina Arshad" userId="cccdfd85-d35d-4453-9c6f-a463aae40722" providerId="ADAL" clId="{9A8D5D83-33E5-4CEE-8357-E82B508215CD}" dt="2024-10-12T09:37:46.333" v="142" actId="113"/>
          <ac:spMkLst>
            <pc:docMk/>
            <pc:sldMk cId="3888176007" sldId="318"/>
            <ac:spMk id="2" creationId="{00000000-0000-0000-0000-000000000000}"/>
          </ac:spMkLst>
        </pc:spChg>
        <pc:spChg chg="mod">
          <ac:chgData name="Ms Alina Arshad" userId="cccdfd85-d35d-4453-9c6f-a463aae40722" providerId="ADAL" clId="{9A8D5D83-33E5-4CEE-8357-E82B508215CD}" dt="2024-10-15T12:38:46.303" v="262"/>
          <ac:spMkLst>
            <pc:docMk/>
            <pc:sldMk cId="3888176007" sldId="318"/>
            <ac:spMk id="3" creationId="{00000000-0000-0000-0000-000000000000}"/>
          </ac:spMkLst>
        </pc:spChg>
        <pc:spChg chg="del">
          <ac:chgData name="Ms Alina Arshad" userId="cccdfd85-d35d-4453-9c6f-a463aae40722" providerId="ADAL" clId="{9A8D5D83-33E5-4CEE-8357-E82B508215CD}" dt="2024-10-12T09:38:01.349" v="146" actId="478"/>
          <ac:spMkLst>
            <pc:docMk/>
            <pc:sldMk cId="3888176007" sldId="318"/>
            <ac:spMk id="4" creationId="{00000000-0000-0000-0000-000000000000}"/>
          </ac:spMkLst>
        </pc:spChg>
        <pc:spChg chg="del">
          <ac:chgData name="Ms Alina Arshad" userId="cccdfd85-d35d-4453-9c6f-a463aae40722" providerId="ADAL" clId="{9A8D5D83-33E5-4CEE-8357-E82B508215CD}" dt="2024-10-12T09:38:03.298" v="147" actId="478"/>
          <ac:spMkLst>
            <pc:docMk/>
            <pc:sldMk cId="3888176007" sldId="318"/>
            <ac:spMk id="5" creationId="{00000000-0000-0000-0000-000000000000}"/>
          </ac:spMkLst>
        </pc:spChg>
      </pc:sldChg>
      <pc:sldChg chg="delSp modSp add mod">
        <pc:chgData name="Ms Alina Arshad" userId="cccdfd85-d35d-4453-9c6f-a463aae40722" providerId="ADAL" clId="{9A8D5D83-33E5-4CEE-8357-E82B508215CD}" dt="2024-10-15T12:40:41.122" v="311" actId="14100"/>
        <pc:sldMkLst>
          <pc:docMk/>
          <pc:sldMk cId="3310025659" sldId="319"/>
        </pc:sldMkLst>
        <pc:spChg chg="mod">
          <ac:chgData name="Ms Alina Arshad" userId="cccdfd85-d35d-4453-9c6f-a463aae40722" providerId="ADAL" clId="{9A8D5D83-33E5-4CEE-8357-E82B508215CD}" dt="2024-10-12T09:38:11.636" v="149" actId="113"/>
          <ac:spMkLst>
            <pc:docMk/>
            <pc:sldMk cId="3310025659" sldId="319"/>
            <ac:spMk id="2" creationId="{00000000-0000-0000-0000-000000000000}"/>
          </ac:spMkLst>
        </pc:spChg>
        <pc:spChg chg="mod">
          <ac:chgData name="Ms Alina Arshad" userId="cccdfd85-d35d-4453-9c6f-a463aae40722" providerId="ADAL" clId="{9A8D5D83-33E5-4CEE-8357-E82B508215CD}" dt="2024-10-15T12:40:22.924" v="306" actId="313"/>
          <ac:spMkLst>
            <pc:docMk/>
            <pc:sldMk cId="3310025659" sldId="319"/>
            <ac:spMk id="3" creationId="{00000000-0000-0000-0000-000000000000}"/>
          </ac:spMkLst>
        </pc:spChg>
        <pc:spChg chg="del">
          <ac:chgData name="Ms Alina Arshad" userId="cccdfd85-d35d-4453-9c6f-a463aae40722" providerId="ADAL" clId="{9A8D5D83-33E5-4CEE-8357-E82B508215CD}" dt="2024-10-12T09:38:26.777" v="151" actId="478"/>
          <ac:spMkLst>
            <pc:docMk/>
            <pc:sldMk cId="3310025659" sldId="319"/>
            <ac:spMk id="4" creationId="{00000000-0000-0000-0000-000000000000}"/>
          </ac:spMkLst>
        </pc:spChg>
        <pc:spChg chg="del">
          <ac:chgData name="Ms Alina Arshad" userId="cccdfd85-d35d-4453-9c6f-a463aae40722" providerId="ADAL" clId="{9A8D5D83-33E5-4CEE-8357-E82B508215CD}" dt="2024-10-12T09:38:30.524" v="152" actId="478"/>
          <ac:spMkLst>
            <pc:docMk/>
            <pc:sldMk cId="3310025659" sldId="319"/>
            <ac:spMk id="5" creationId="{00000000-0000-0000-0000-000000000000}"/>
          </ac:spMkLst>
        </pc:spChg>
        <pc:picChg chg="mod">
          <ac:chgData name="Ms Alina Arshad" userId="cccdfd85-d35d-4453-9c6f-a463aae40722" providerId="ADAL" clId="{9A8D5D83-33E5-4CEE-8357-E82B508215CD}" dt="2024-10-15T12:39:52.680" v="275" actId="1076"/>
          <ac:picMkLst>
            <pc:docMk/>
            <pc:sldMk cId="3310025659" sldId="319"/>
            <ac:picMk id="6" creationId="{00000000-0000-0000-0000-000000000000}"/>
          </ac:picMkLst>
        </pc:picChg>
        <pc:picChg chg="mod">
          <ac:chgData name="Ms Alina Arshad" userId="cccdfd85-d35d-4453-9c6f-a463aae40722" providerId="ADAL" clId="{9A8D5D83-33E5-4CEE-8357-E82B508215CD}" dt="2024-10-15T12:40:41.122" v="311" actId="14100"/>
          <ac:picMkLst>
            <pc:docMk/>
            <pc:sldMk cId="3310025659" sldId="319"/>
            <ac:picMk id="7" creationId="{00000000-0000-0000-0000-000000000000}"/>
          </ac:picMkLst>
        </pc:picChg>
      </pc:sldChg>
      <pc:sldChg chg="delSp modSp add mod">
        <pc:chgData name="Ms Alina Arshad" userId="cccdfd85-d35d-4453-9c6f-a463aae40722" providerId="ADAL" clId="{9A8D5D83-33E5-4CEE-8357-E82B508215CD}" dt="2024-10-12T09:39:02.419" v="163" actId="478"/>
        <pc:sldMkLst>
          <pc:docMk/>
          <pc:sldMk cId="339546399" sldId="320"/>
        </pc:sldMkLst>
        <pc:spChg chg="mod">
          <ac:chgData name="Ms Alina Arshad" userId="cccdfd85-d35d-4453-9c6f-a463aae40722" providerId="ADAL" clId="{9A8D5D83-33E5-4CEE-8357-E82B508215CD}" dt="2024-10-12T09:38:54.065" v="160" actId="113"/>
          <ac:spMkLst>
            <pc:docMk/>
            <pc:sldMk cId="339546399" sldId="320"/>
            <ac:spMk id="2" creationId="{00000000-0000-0000-0000-000000000000}"/>
          </ac:spMkLst>
        </pc:spChg>
        <pc:spChg chg="mod">
          <ac:chgData name="Ms Alina Arshad" userId="cccdfd85-d35d-4453-9c6f-a463aae40722" providerId="ADAL" clId="{9A8D5D83-33E5-4CEE-8357-E82B508215CD}" dt="2024-10-12T09:38:58.052" v="161" actId="207"/>
          <ac:spMkLst>
            <pc:docMk/>
            <pc:sldMk cId="339546399" sldId="320"/>
            <ac:spMk id="3" creationId="{00000000-0000-0000-0000-000000000000}"/>
          </ac:spMkLst>
        </pc:spChg>
        <pc:spChg chg="del">
          <ac:chgData name="Ms Alina Arshad" userId="cccdfd85-d35d-4453-9c6f-a463aae40722" providerId="ADAL" clId="{9A8D5D83-33E5-4CEE-8357-E82B508215CD}" dt="2024-10-12T09:39:00.370" v="162" actId="478"/>
          <ac:spMkLst>
            <pc:docMk/>
            <pc:sldMk cId="339546399" sldId="320"/>
            <ac:spMk id="4" creationId="{00000000-0000-0000-0000-000000000000}"/>
          </ac:spMkLst>
        </pc:spChg>
        <pc:spChg chg="del">
          <ac:chgData name="Ms Alina Arshad" userId="cccdfd85-d35d-4453-9c6f-a463aae40722" providerId="ADAL" clId="{9A8D5D83-33E5-4CEE-8357-E82B508215CD}" dt="2024-10-12T09:39:02.419" v="163" actId="478"/>
          <ac:spMkLst>
            <pc:docMk/>
            <pc:sldMk cId="339546399" sldId="320"/>
            <ac:spMk id="5" creationId="{00000000-0000-0000-0000-000000000000}"/>
          </ac:spMkLst>
        </pc:spChg>
      </pc:sldChg>
      <pc:sldChg chg="delSp modSp add mod">
        <pc:chgData name="Ms Alina Arshad" userId="cccdfd85-d35d-4453-9c6f-a463aae40722" providerId="ADAL" clId="{9A8D5D83-33E5-4CEE-8357-E82B508215CD}" dt="2024-10-12T09:39:20.468" v="168" actId="478"/>
        <pc:sldMkLst>
          <pc:docMk/>
          <pc:sldMk cId="820248258" sldId="321"/>
        </pc:sldMkLst>
        <pc:spChg chg="mod">
          <ac:chgData name="Ms Alina Arshad" userId="cccdfd85-d35d-4453-9c6f-a463aae40722" providerId="ADAL" clId="{9A8D5D83-33E5-4CEE-8357-E82B508215CD}" dt="2024-10-12T09:39:12.069" v="165" actId="113"/>
          <ac:spMkLst>
            <pc:docMk/>
            <pc:sldMk cId="820248258" sldId="321"/>
            <ac:spMk id="2" creationId="{00000000-0000-0000-0000-000000000000}"/>
          </ac:spMkLst>
        </pc:spChg>
        <pc:spChg chg="mod">
          <ac:chgData name="Ms Alina Arshad" userId="cccdfd85-d35d-4453-9c6f-a463aae40722" providerId="ADAL" clId="{9A8D5D83-33E5-4CEE-8357-E82B508215CD}" dt="2024-10-12T09:39:15.540" v="166" actId="207"/>
          <ac:spMkLst>
            <pc:docMk/>
            <pc:sldMk cId="820248258" sldId="321"/>
            <ac:spMk id="3" creationId="{00000000-0000-0000-0000-000000000000}"/>
          </ac:spMkLst>
        </pc:spChg>
        <pc:spChg chg="del">
          <ac:chgData name="Ms Alina Arshad" userId="cccdfd85-d35d-4453-9c6f-a463aae40722" providerId="ADAL" clId="{9A8D5D83-33E5-4CEE-8357-E82B508215CD}" dt="2024-10-12T09:39:18.351" v="167" actId="478"/>
          <ac:spMkLst>
            <pc:docMk/>
            <pc:sldMk cId="820248258" sldId="321"/>
            <ac:spMk id="4" creationId="{00000000-0000-0000-0000-000000000000}"/>
          </ac:spMkLst>
        </pc:spChg>
        <pc:spChg chg="del">
          <ac:chgData name="Ms Alina Arshad" userId="cccdfd85-d35d-4453-9c6f-a463aae40722" providerId="ADAL" clId="{9A8D5D83-33E5-4CEE-8357-E82B508215CD}" dt="2024-10-12T09:39:20.468" v="168" actId="478"/>
          <ac:spMkLst>
            <pc:docMk/>
            <pc:sldMk cId="820248258" sldId="321"/>
            <ac:spMk id="5" creationId="{00000000-0000-0000-0000-000000000000}"/>
          </ac:spMkLst>
        </pc:spChg>
      </pc:sldChg>
      <pc:sldChg chg="delSp modSp add mod">
        <pc:chgData name="Ms Alina Arshad" userId="cccdfd85-d35d-4453-9c6f-a463aae40722" providerId="ADAL" clId="{9A8D5D83-33E5-4CEE-8357-E82B508215CD}" dt="2024-10-12T09:40:07.290" v="189" actId="478"/>
        <pc:sldMkLst>
          <pc:docMk/>
          <pc:sldMk cId="302804215" sldId="322"/>
        </pc:sldMkLst>
        <pc:spChg chg="mod">
          <ac:chgData name="Ms Alina Arshad" userId="cccdfd85-d35d-4453-9c6f-a463aae40722" providerId="ADAL" clId="{9A8D5D83-33E5-4CEE-8357-E82B508215CD}" dt="2024-10-12T09:39:26.073" v="169" actId="207"/>
          <ac:spMkLst>
            <pc:docMk/>
            <pc:sldMk cId="302804215" sldId="322"/>
            <ac:spMk id="2" creationId="{00000000-0000-0000-0000-000000000000}"/>
          </ac:spMkLst>
        </pc:spChg>
        <pc:spChg chg="mod">
          <ac:chgData name="Ms Alina Arshad" userId="cccdfd85-d35d-4453-9c6f-a463aae40722" providerId="ADAL" clId="{9A8D5D83-33E5-4CEE-8357-E82B508215CD}" dt="2024-10-12T09:40:04.097" v="187" actId="12"/>
          <ac:spMkLst>
            <pc:docMk/>
            <pc:sldMk cId="302804215" sldId="322"/>
            <ac:spMk id="3" creationId="{00000000-0000-0000-0000-000000000000}"/>
          </ac:spMkLst>
        </pc:spChg>
        <pc:spChg chg="del">
          <ac:chgData name="Ms Alina Arshad" userId="cccdfd85-d35d-4453-9c6f-a463aae40722" providerId="ADAL" clId="{9A8D5D83-33E5-4CEE-8357-E82B508215CD}" dt="2024-10-12T09:40:05.708" v="188" actId="478"/>
          <ac:spMkLst>
            <pc:docMk/>
            <pc:sldMk cId="302804215" sldId="322"/>
            <ac:spMk id="4" creationId="{00000000-0000-0000-0000-000000000000}"/>
          </ac:spMkLst>
        </pc:spChg>
        <pc:spChg chg="del">
          <ac:chgData name="Ms Alina Arshad" userId="cccdfd85-d35d-4453-9c6f-a463aae40722" providerId="ADAL" clId="{9A8D5D83-33E5-4CEE-8357-E82B508215CD}" dt="2024-10-12T09:40:07.290" v="189" actId="478"/>
          <ac:spMkLst>
            <pc:docMk/>
            <pc:sldMk cId="302804215" sldId="322"/>
            <ac:spMk id="5" creationId="{00000000-0000-0000-0000-000000000000}"/>
          </ac:spMkLst>
        </pc:spChg>
      </pc:sldChg>
      <pc:sldChg chg="delSp modSp add mod">
        <pc:chgData name="Ms Alina Arshad" userId="cccdfd85-d35d-4453-9c6f-a463aae40722" providerId="ADAL" clId="{9A8D5D83-33E5-4CEE-8357-E82B508215CD}" dt="2024-10-12T09:40:34.708" v="196" actId="478"/>
        <pc:sldMkLst>
          <pc:docMk/>
          <pc:sldMk cId="3966666735" sldId="323"/>
        </pc:sldMkLst>
        <pc:spChg chg="mod">
          <ac:chgData name="Ms Alina Arshad" userId="cccdfd85-d35d-4453-9c6f-a463aae40722" providerId="ADAL" clId="{9A8D5D83-33E5-4CEE-8357-E82B508215CD}" dt="2024-10-12T09:40:19.072" v="190" actId="207"/>
          <ac:spMkLst>
            <pc:docMk/>
            <pc:sldMk cId="3966666735" sldId="323"/>
            <ac:spMk id="2" creationId="{00000000-0000-0000-0000-000000000000}"/>
          </ac:spMkLst>
        </pc:spChg>
        <pc:spChg chg="mod">
          <ac:chgData name="Ms Alina Arshad" userId="cccdfd85-d35d-4453-9c6f-a463aae40722" providerId="ADAL" clId="{9A8D5D83-33E5-4CEE-8357-E82B508215CD}" dt="2024-10-12T09:40:23.893" v="191" actId="207"/>
          <ac:spMkLst>
            <pc:docMk/>
            <pc:sldMk cId="3966666735" sldId="323"/>
            <ac:spMk id="3" creationId="{00000000-0000-0000-0000-000000000000}"/>
          </ac:spMkLst>
        </pc:spChg>
        <pc:spChg chg="del">
          <ac:chgData name="Ms Alina Arshad" userId="cccdfd85-d35d-4453-9c6f-a463aae40722" providerId="ADAL" clId="{9A8D5D83-33E5-4CEE-8357-E82B508215CD}" dt="2024-10-12T09:40:27.733" v="192" actId="478"/>
          <ac:spMkLst>
            <pc:docMk/>
            <pc:sldMk cId="3966666735" sldId="323"/>
            <ac:spMk id="4" creationId="{00000000-0000-0000-0000-000000000000}"/>
          </ac:spMkLst>
        </pc:spChg>
        <pc:spChg chg="del mod">
          <ac:chgData name="Ms Alina Arshad" userId="cccdfd85-d35d-4453-9c6f-a463aae40722" providerId="ADAL" clId="{9A8D5D83-33E5-4CEE-8357-E82B508215CD}" dt="2024-10-12T09:40:34.708" v="196" actId="478"/>
          <ac:spMkLst>
            <pc:docMk/>
            <pc:sldMk cId="3966666735" sldId="323"/>
            <ac:spMk id="5" creationId="{00000000-0000-0000-0000-000000000000}"/>
          </ac:spMkLst>
        </pc:spChg>
      </pc:sldChg>
      <pc:sldChg chg="addSp delSp modSp add del mod">
        <pc:chgData name="Ms Alina Arshad" userId="cccdfd85-d35d-4453-9c6f-a463aae40722" providerId="ADAL" clId="{9A8D5D83-33E5-4CEE-8357-E82B508215CD}" dt="2024-10-15T12:41:32.489" v="317" actId="47"/>
        <pc:sldMkLst>
          <pc:docMk/>
          <pc:sldMk cId="2040789729" sldId="324"/>
        </pc:sldMkLst>
        <pc:spChg chg="del mod">
          <ac:chgData name="Ms Alina Arshad" userId="cccdfd85-d35d-4453-9c6f-a463aae40722" providerId="ADAL" clId="{9A8D5D83-33E5-4CEE-8357-E82B508215CD}" dt="2024-10-15T12:41:26.525" v="315" actId="21"/>
          <ac:spMkLst>
            <pc:docMk/>
            <pc:sldMk cId="2040789729" sldId="324"/>
            <ac:spMk id="2" creationId="{00000000-0000-0000-0000-000000000000}"/>
          </ac:spMkLst>
        </pc:spChg>
        <pc:spChg chg="del">
          <ac:chgData name="Ms Alina Arshad" userId="cccdfd85-d35d-4453-9c6f-a463aae40722" providerId="ADAL" clId="{9A8D5D83-33E5-4CEE-8357-E82B508215CD}" dt="2024-10-15T12:41:11.647" v="312" actId="478"/>
          <ac:spMkLst>
            <pc:docMk/>
            <pc:sldMk cId="2040789729" sldId="324"/>
            <ac:spMk id="4" creationId="{00000000-0000-0000-0000-000000000000}"/>
          </ac:spMkLst>
        </pc:spChg>
        <pc:spChg chg="del">
          <ac:chgData name="Ms Alina Arshad" userId="cccdfd85-d35d-4453-9c6f-a463aae40722" providerId="ADAL" clId="{9A8D5D83-33E5-4CEE-8357-E82B508215CD}" dt="2024-10-12T09:40:53.357" v="201" actId="478"/>
          <ac:spMkLst>
            <pc:docMk/>
            <pc:sldMk cId="2040789729" sldId="324"/>
            <ac:spMk id="5" creationId="{00000000-0000-0000-0000-000000000000}"/>
          </ac:spMkLst>
        </pc:spChg>
        <pc:spChg chg="add mod">
          <ac:chgData name="Ms Alina Arshad" userId="cccdfd85-d35d-4453-9c6f-a463aae40722" providerId="ADAL" clId="{9A8D5D83-33E5-4CEE-8357-E82B508215CD}" dt="2024-10-15T12:41:26.525" v="315" actId="21"/>
          <ac:spMkLst>
            <pc:docMk/>
            <pc:sldMk cId="2040789729" sldId="324"/>
            <ac:spMk id="5" creationId="{C4419CA4-2816-8078-291D-49A5C5EF7EBD}"/>
          </ac:spMkLst>
        </pc:spChg>
        <pc:spChg chg="add mod">
          <ac:chgData name="Ms Alina Arshad" userId="cccdfd85-d35d-4453-9c6f-a463aae40722" providerId="ADAL" clId="{9A8D5D83-33E5-4CEE-8357-E82B508215CD}" dt="2024-10-15T12:41:26.525" v="315" actId="21"/>
          <ac:spMkLst>
            <pc:docMk/>
            <pc:sldMk cId="2040789729" sldId="324"/>
            <ac:spMk id="9" creationId="{7373F223-8CB8-97EB-366F-8CF36E93DCFE}"/>
          </ac:spMkLst>
        </pc:spChg>
        <pc:picChg chg="del mod">
          <ac:chgData name="Ms Alina Arshad" userId="cccdfd85-d35d-4453-9c6f-a463aae40722" providerId="ADAL" clId="{9A8D5D83-33E5-4CEE-8357-E82B508215CD}" dt="2024-10-15T12:41:26.525" v="315" actId="21"/>
          <ac:picMkLst>
            <pc:docMk/>
            <pc:sldMk cId="2040789729" sldId="324"/>
            <ac:picMk id="6" creationId="{00000000-0000-0000-0000-000000000000}"/>
          </ac:picMkLst>
        </pc:picChg>
        <pc:picChg chg="del">
          <ac:chgData name="Ms Alina Arshad" userId="cccdfd85-d35d-4453-9c6f-a463aae40722" providerId="ADAL" clId="{9A8D5D83-33E5-4CEE-8357-E82B508215CD}" dt="2024-10-15T12:41:26.525" v="315" actId="21"/>
          <ac:picMkLst>
            <pc:docMk/>
            <pc:sldMk cId="2040789729" sldId="324"/>
            <ac:picMk id="7" creationId="{00000000-0000-0000-0000-000000000000}"/>
          </ac:picMkLst>
        </pc:picChg>
      </pc:sldChg>
      <pc:sldChg chg="delSp modSp add mod">
        <pc:chgData name="Ms Alina Arshad" userId="cccdfd85-d35d-4453-9c6f-a463aae40722" providerId="ADAL" clId="{9A8D5D83-33E5-4CEE-8357-E82B508215CD}" dt="2024-10-12T09:35:29.940" v="93" actId="478"/>
        <pc:sldMkLst>
          <pc:docMk/>
          <pc:sldMk cId="2110059545" sldId="325"/>
        </pc:sldMkLst>
        <pc:spChg chg="del">
          <ac:chgData name="Ms Alina Arshad" userId="cccdfd85-d35d-4453-9c6f-a463aae40722" providerId="ADAL" clId="{9A8D5D83-33E5-4CEE-8357-E82B508215CD}" dt="2024-10-12T09:35:12.400" v="88" actId="478"/>
          <ac:spMkLst>
            <pc:docMk/>
            <pc:sldMk cId="2110059545" sldId="325"/>
            <ac:spMk id="2" creationId="{00000000-0000-0000-0000-000000000000}"/>
          </ac:spMkLst>
        </pc:spChg>
        <pc:spChg chg="del">
          <ac:chgData name="Ms Alina Arshad" userId="cccdfd85-d35d-4453-9c6f-a463aae40722" providerId="ADAL" clId="{9A8D5D83-33E5-4CEE-8357-E82B508215CD}" dt="2024-10-12T09:35:27.641" v="92" actId="478"/>
          <ac:spMkLst>
            <pc:docMk/>
            <pc:sldMk cId="2110059545" sldId="325"/>
            <ac:spMk id="4" creationId="{00000000-0000-0000-0000-000000000000}"/>
          </ac:spMkLst>
        </pc:spChg>
        <pc:spChg chg="del">
          <ac:chgData name="Ms Alina Arshad" userId="cccdfd85-d35d-4453-9c6f-a463aae40722" providerId="ADAL" clId="{9A8D5D83-33E5-4CEE-8357-E82B508215CD}" dt="2024-10-12T09:35:29.940" v="93" actId="478"/>
          <ac:spMkLst>
            <pc:docMk/>
            <pc:sldMk cId="2110059545" sldId="325"/>
            <ac:spMk id="5" creationId="{00000000-0000-0000-0000-000000000000}"/>
          </ac:spMkLst>
        </pc:spChg>
        <pc:picChg chg="mod">
          <ac:chgData name="Ms Alina Arshad" userId="cccdfd85-d35d-4453-9c6f-a463aae40722" providerId="ADAL" clId="{9A8D5D83-33E5-4CEE-8357-E82B508215CD}" dt="2024-10-12T09:35:24.142" v="91" actId="1076"/>
          <ac:picMkLst>
            <pc:docMk/>
            <pc:sldMk cId="2110059545" sldId="325"/>
            <ac:picMk id="6" creationId="{00000000-0000-0000-0000-000000000000}"/>
          </ac:picMkLst>
        </pc:picChg>
      </pc:sldChg>
      <pc:sldChg chg="delSp modSp add mod">
        <pc:chgData name="Ms Alina Arshad" userId="cccdfd85-d35d-4453-9c6f-a463aae40722" providerId="ADAL" clId="{9A8D5D83-33E5-4CEE-8357-E82B508215CD}" dt="2024-10-12T09:38:45.722" v="158" actId="478"/>
        <pc:sldMkLst>
          <pc:docMk/>
          <pc:sldMk cId="1890923545" sldId="326"/>
        </pc:sldMkLst>
        <pc:spChg chg="mod">
          <ac:chgData name="Ms Alina Arshad" userId="cccdfd85-d35d-4453-9c6f-a463aae40722" providerId="ADAL" clId="{9A8D5D83-33E5-4CEE-8357-E82B508215CD}" dt="2024-10-12T09:38:38.608" v="155" actId="14100"/>
          <ac:spMkLst>
            <pc:docMk/>
            <pc:sldMk cId="1890923545" sldId="326"/>
            <ac:spMk id="2" creationId="{00000000-0000-0000-0000-000000000000}"/>
          </ac:spMkLst>
        </pc:spChg>
        <pc:spChg chg="del">
          <ac:chgData name="Ms Alina Arshad" userId="cccdfd85-d35d-4453-9c6f-a463aae40722" providerId="ADAL" clId="{9A8D5D83-33E5-4CEE-8357-E82B508215CD}" dt="2024-10-12T09:38:43.043" v="157" actId="478"/>
          <ac:spMkLst>
            <pc:docMk/>
            <pc:sldMk cId="1890923545" sldId="326"/>
            <ac:spMk id="4" creationId="{00000000-0000-0000-0000-000000000000}"/>
          </ac:spMkLst>
        </pc:spChg>
        <pc:spChg chg="del">
          <ac:chgData name="Ms Alina Arshad" userId="cccdfd85-d35d-4453-9c6f-a463aae40722" providerId="ADAL" clId="{9A8D5D83-33E5-4CEE-8357-E82B508215CD}" dt="2024-10-12T09:38:45.722" v="158" actId="478"/>
          <ac:spMkLst>
            <pc:docMk/>
            <pc:sldMk cId="1890923545" sldId="326"/>
            <ac:spMk id="5" creationId="{00000000-0000-0000-0000-000000000000}"/>
          </ac:spMkLst>
        </pc:spChg>
        <pc:picChg chg="mod">
          <ac:chgData name="Ms Alina Arshad" userId="cccdfd85-d35d-4453-9c6f-a463aae40722" providerId="ADAL" clId="{9A8D5D83-33E5-4CEE-8357-E82B508215CD}" dt="2024-10-12T09:38:40.960" v="156" actId="1076"/>
          <ac:picMkLst>
            <pc:docMk/>
            <pc:sldMk cId="1890923545" sldId="326"/>
            <ac:picMk id="6" creationId="{00000000-0000-0000-0000-000000000000}"/>
          </ac:picMkLst>
        </pc:picChg>
      </pc:sldChg>
      <pc:sldChg chg="delSp modSp add mod">
        <pc:chgData name="Ms Alina Arshad" userId="cccdfd85-d35d-4453-9c6f-a463aae40722" providerId="ADAL" clId="{9A8D5D83-33E5-4CEE-8357-E82B508215CD}" dt="2024-10-12T09:41:04.982" v="205" actId="478"/>
        <pc:sldMkLst>
          <pc:docMk/>
          <pc:sldMk cId="4133473658" sldId="327"/>
        </pc:sldMkLst>
        <pc:spChg chg="mod">
          <ac:chgData name="Ms Alina Arshad" userId="cccdfd85-d35d-4453-9c6f-a463aae40722" providerId="ADAL" clId="{9A8D5D83-33E5-4CEE-8357-E82B508215CD}" dt="2024-10-12T09:40:59.536" v="203" actId="113"/>
          <ac:spMkLst>
            <pc:docMk/>
            <pc:sldMk cId="4133473658" sldId="327"/>
            <ac:spMk id="2" creationId="{00000000-0000-0000-0000-000000000000}"/>
          </ac:spMkLst>
        </pc:spChg>
        <pc:spChg chg="del">
          <ac:chgData name="Ms Alina Arshad" userId="cccdfd85-d35d-4453-9c6f-a463aae40722" providerId="ADAL" clId="{9A8D5D83-33E5-4CEE-8357-E82B508215CD}" dt="2024-10-12T09:41:02.930" v="204" actId="478"/>
          <ac:spMkLst>
            <pc:docMk/>
            <pc:sldMk cId="4133473658" sldId="327"/>
            <ac:spMk id="4" creationId="{00000000-0000-0000-0000-000000000000}"/>
          </ac:spMkLst>
        </pc:spChg>
        <pc:spChg chg="del">
          <ac:chgData name="Ms Alina Arshad" userId="cccdfd85-d35d-4453-9c6f-a463aae40722" providerId="ADAL" clId="{9A8D5D83-33E5-4CEE-8357-E82B508215CD}" dt="2024-10-12T09:41:04.982" v="205" actId="478"/>
          <ac:spMkLst>
            <pc:docMk/>
            <pc:sldMk cId="4133473658" sldId="327"/>
            <ac:spMk id="5" creationId="{00000000-0000-0000-0000-000000000000}"/>
          </ac:spMkLst>
        </pc:spChg>
      </pc:sldChg>
      <pc:sldChg chg="delSp modSp add mod">
        <pc:chgData name="Ms Alina Arshad" userId="cccdfd85-d35d-4453-9c6f-a463aae40722" providerId="ADAL" clId="{9A8D5D83-33E5-4CEE-8357-E82B508215CD}" dt="2024-10-15T12:42:52.847" v="339" actId="207"/>
        <pc:sldMkLst>
          <pc:docMk/>
          <pc:sldMk cId="562791159" sldId="328"/>
        </pc:sldMkLst>
        <pc:spChg chg="mod">
          <ac:chgData name="Ms Alina Arshad" userId="cccdfd85-d35d-4453-9c6f-a463aae40722" providerId="ADAL" clId="{9A8D5D83-33E5-4CEE-8357-E82B508215CD}" dt="2024-10-15T12:42:52.847" v="339" actId="207"/>
          <ac:spMkLst>
            <pc:docMk/>
            <pc:sldMk cId="562791159" sldId="328"/>
            <ac:spMk id="2" creationId="{00000000-0000-0000-0000-000000000000}"/>
          </ac:spMkLst>
        </pc:spChg>
        <pc:spChg chg="del">
          <ac:chgData name="Ms Alina Arshad" userId="cccdfd85-d35d-4453-9c6f-a463aae40722" providerId="ADAL" clId="{9A8D5D83-33E5-4CEE-8357-E82B508215CD}" dt="2024-10-12T09:41:19.307" v="209" actId="478"/>
          <ac:spMkLst>
            <pc:docMk/>
            <pc:sldMk cId="562791159" sldId="328"/>
            <ac:spMk id="4" creationId="{00000000-0000-0000-0000-000000000000}"/>
          </ac:spMkLst>
        </pc:spChg>
        <pc:spChg chg="del">
          <ac:chgData name="Ms Alina Arshad" userId="cccdfd85-d35d-4453-9c6f-a463aae40722" providerId="ADAL" clId="{9A8D5D83-33E5-4CEE-8357-E82B508215CD}" dt="2024-10-12T09:41:21.009" v="210" actId="478"/>
          <ac:spMkLst>
            <pc:docMk/>
            <pc:sldMk cId="562791159" sldId="328"/>
            <ac:spMk id="5" creationId="{00000000-0000-0000-0000-000000000000}"/>
          </ac:spMkLst>
        </pc:spChg>
        <pc:picChg chg="mod">
          <ac:chgData name="Ms Alina Arshad" userId="cccdfd85-d35d-4453-9c6f-a463aae40722" providerId="ADAL" clId="{9A8D5D83-33E5-4CEE-8357-E82B508215CD}" dt="2024-10-15T12:42:45.553" v="338" actId="1076"/>
          <ac:picMkLst>
            <pc:docMk/>
            <pc:sldMk cId="562791159" sldId="328"/>
            <ac:picMk id="6" creationId="{00000000-0000-0000-0000-000000000000}"/>
          </ac:picMkLst>
        </pc:picChg>
      </pc:sldChg>
      <pc:sldChg chg="delSp modSp add mod">
        <pc:chgData name="Ms Alina Arshad" userId="cccdfd85-d35d-4453-9c6f-a463aae40722" providerId="ADAL" clId="{9A8D5D83-33E5-4CEE-8357-E82B508215CD}" dt="2024-10-15T12:43:03.837" v="342" actId="1076"/>
        <pc:sldMkLst>
          <pc:docMk/>
          <pc:sldMk cId="902647392" sldId="329"/>
        </pc:sldMkLst>
        <pc:spChg chg="mod">
          <ac:chgData name="Ms Alina Arshad" userId="cccdfd85-d35d-4453-9c6f-a463aae40722" providerId="ADAL" clId="{9A8D5D83-33E5-4CEE-8357-E82B508215CD}" dt="2024-10-12T09:41:27.591" v="212" actId="113"/>
          <ac:spMkLst>
            <pc:docMk/>
            <pc:sldMk cId="902647392" sldId="329"/>
            <ac:spMk id="2" creationId="{00000000-0000-0000-0000-000000000000}"/>
          </ac:spMkLst>
        </pc:spChg>
        <pc:spChg chg="del">
          <ac:chgData name="Ms Alina Arshad" userId="cccdfd85-d35d-4453-9c6f-a463aae40722" providerId="ADAL" clId="{9A8D5D83-33E5-4CEE-8357-E82B508215CD}" dt="2024-10-12T09:41:29.466" v="213" actId="478"/>
          <ac:spMkLst>
            <pc:docMk/>
            <pc:sldMk cId="902647392" sldId="329"/>
            <ac:spMk id="4" creationId="{00000000-0000-0000-0000-000000000000}"/>
          </ac:spMkLst>
        </pc:spChg>
        <pc:spChg chg="del">
          <ac:chgData name="Ms Alina Arshad" userId="cccdfd85-d35d-4453-9c6f-a463aae40722" providerId="ADAL" clId="{9A8D5D83-33E5-4CEE-8357-E82B508215CD}" dt="2024-10-12T09:41:31.921" v="214" actId="478"/>
          <ac:spMkLst>
            <pc:docMk/>
            <pc:sldMk cId="902647392" sldId="329"/>
            <ac:spMk id="5" creationId="{00000000-0000-0000-0000-000000000000}"/>
          </ac:spMkLst>
        </pc:spChg>
        <pc:picChg chg="mod">
          <ac:chgData name="Ms Alina Arshad" userId="cccdfd85-d35d-4453-9c6f-a463aae40722" providerId="ADAL" clId="{9A8D5D83-33E5-4CEE-8357-E82B508215CD}" dt="2024-10-15T12:43:03.837" v="342" actId="1076"/>
          <ac:picMkLst>
            <pc:docMk/>
            <pc:sldMk cId="902647392" sldId="329"/>
            <ac:picMk id="6" creationId="{00000000-0000-0000-0000-000000000000}"/>
          </ac:picMkLst>
        </pc:picChg>
      </pc:sldChg>
      <pc:sldChg chg="add">
        <pc:chgData name="Ms Alina Arshad" userId="cccdfd85-d35d-4453-9c6f-a463aae40722" providerId="ADAL" clId="{9A8D5D83-33E5-4CEE-8357-E82B508215CD}" dt="2024-10-12T09:33:44.439" v="11"/>
        <pc:sldMkLst>
          <pc:docMk/>
          <pc:sldMk cId="364105119" sldId="330"/>
        </pc:sldMkLst>
      </pc:sldChg>
      <pc:sldChg chg="add">
        <pc:chgData name="Ms Alina Arshad" userId="cccdfd85-d35d-4453-9c6f-a463aae40722" providerId="ADAL" clId="{9A8D5D83-33E5-4CEE-8357-E82B508215CD}" dt="2024-10-12T09:33:44.439" v="11"/>
        <pc:sldMkLst>
          <pc:docMk/>
          <pc:sldMk cId="3507957172" sldId="331"/>
        </pc:sldMkLst>
      </pc:sldChg>
      <pc:sldChg chg="add">
        <pc:chgData name="Ms Alina Arshad" userId="cccdfd85-d35d-4453-9c6f-a463aae40722" providerId="ADAL" clId="{9A8D5D83-33E5-4CEE-8357-E82B508215CD}" dt="2024-10-12T09:33:44.439" v="11"/>
        <pc:sldMkLst>
          <pc:docMk/>
          <pc:sldMk cId="2370268370" sldId="332"/>
        </pc:sldMkLst>
      </pc:sldChg>
      <pc:sldChg chg="add">
        <pc:chgData name="Ms Alina Arshad" userId="cccdfd85-d35d-4453-9c6f-a463aae40722" providerId="ADAL" clId="{9A8D5D83-33E5-4CEE-8357-E82B508215CD}" dt="2024-10-12T09:33:44.439" v="11"/>
        <pc:sldMkLst>
          <pc:docMk/>
          <pc:sldMk cId="4266472454" sldId="333"/>
        </pc:sldMkLst>
      </pc:sldChg>
      <pc:sldChg chg="add">
        <pc:chgData name="Ms Alina Arshad" userId="cccdfd85-d35d-4453-9c6f-a463aae40722" providerId="ADAL" clId="{9A8D5D83-33E5-4CEE-8357-E82B508215CD}" dt="2024-10-12T09:33:44.439" v="11"/>
        <pc:sldMkLst>
          <pc:docMk/>
          <pc:sldMk cId="3773565437" sldId="337"/>
        </pc:sldMkLst>
      </pc:sldChg>
      <pc:sldChg chg="add">
        <pc:chgData name="Ms Alina Arshad" userId="cccdfd85-d35d-4453-9c6f-a463aae40722" providerId="ADAL" clId="{9A8D5D83-33E5-4CEE-8357-E82B508215CD}" dt="2024-10-12T09:33:44.439" v="11"/>
        <pc:sldMkLst>
          <pc:docMk/>
          <pc:sldMk cId="4279161592" sldId="338"/>
        </pc:sldMkLst>
      </pc:sldChg>
      <pc:sldChg chg="add">
        <pc:chgData name="Ms Alina Arshad" userId="cccdfd85-d35d-4453-9c6f-a463aae40722" providerId="ADAL" clId="{9A8D5D83-33E5-4CEE-8357-E82B508215CD}" dt="2024-10-12T09:33:44.439" v="11"/>
        <pc:sldMkLst>
          <pc:docMk/>
          <pc:sldMk cId="3802661232" sldId="339"/>
        </pc:sldMkLst>
      </pc:sldChg>
      <pc:sldChg chg="add">
        <pc:chgData name="Ms Alina Arshad" userId="cccdfd85-d35d-4453-9c6f-a463aae40722" providerId="ADAL" clId="{9A8D5D83-33E5-4CEE-8357-E82B508215CD}" dt="2024-10-12T09:33:44.439" v="11"/>
        <pc:sldMkLst>
          <pc:docMk/>
          <pc:sldMk cId="2631992896" sldId="341"/>
        </pc:sldMkLst>
      </pc:sldChg>
      <pc:sldChg chg="add">
        <pc:chgData name="Ms Alina Arshad" userId="cccdfd85-d35d-4453-9c6f-a463aae40722" providerId="ADAL" clId="{9A8D5D83-33E5-4CEE-8357-E82B508215CD}" dt="2024-10-12T09:33:44.439" v="11"/>
        <pc:sldMkLst>
          <pc:docMk/>
          <pc:sldMk cId="1272390140" sldId="342"/>
        </pc:sldMkLst>
      </pc:sldChg>
      <pc:sldChg chg="modSp add mod">
        <pc:chgData name="Ms Alina Arshad" userId="cccdfd85-d35d-4453-9c6f-a463aae40722" providerId="ADAL" clId="{9A8D5D83-33E5-4CEE-8357-E82B508215CD}" dt="2024-10-12T09:33:44.601" v="12" actId="27636"/>
        <pc:sldMkLst>
          <pc:docMk/>
          <pc:sldMk cId="2975843183" sldId="343"/>
        </pc:sldMkLst>
        <pc:spChg chg="mod">
          <ac:chgData name="Ms Alina Arshad" userId="cccdfd85-d35d-4453-9c6f-a463aae40722" providerId="ADAL" clId="{9A8D5D83-33E5-4CEE-8357-E82B508215CD}" dt="2024-10-12T09:33:44.601" v="12" actId="27636"/>
          <ac:spMkLst>
            <pc:docMk/>
            <pc:sldMk cId="2975843183" sldId="343"/>
            <ac:spMk id="3" creationId="{00000000-0000-0000-0000-000000000000}"/>
          </ac:spMkLst>
        </pc:spChg>
      </pc:sldChg>
      <pc:sldChg chg="add">
        <pc:chgData name="Ms Alina Arshad" userId="cccdfd85-d35d-4453-9c6f-a463aae40722" providerId="ADAL" clId="{9A8D5D83-33E5-4CEE-8357-E82B508215CD}" dt="2024-10-12T09:33:44.439" v="11"/>
        <pc:sldMkLst>
          <pc:docMk/>
          <pc:sldMk cId="2728092652" sldId="344"/>
        </pc:sldMkLst>
      </pc:sldChg>
      <pc:sldChg chg="add">
        <pc:chgData name="Ms Alina Arshad" userId="cccdfd85-d35d-4453-9c6f-a463aae40722" providerId="ADAL" clId="{9A8D5D83-33E5-4CEE-8357-E82B508215CD}" dt="2024-10-12T09:33:44.439" v="11"/>
        <pc:sldMkLst>
          <pc:docMk/>
          <pc:sldMk cId="1152589764" sldId="345"/>
        </pc:sldMkLst>
      </pc:sldChg>
      <pc:sldChg chg="add">
        <pc:chgData name="Ms Alina Arshad" userId="cccdfd85-d35d-4453-9c6f-a463aae40722" providerId="ADAL" clId="{9A8D5D83-33E5-4CEE-8357-E82B508215CD}" dt="2024-10-12T09:33:44.439" v="11"/>
        <pc:sldMkLst>
          <pc:docMk/>
          <pc:sldMk cId="2836377052" sldId="346"/>
        </pc:sldMkLst>
      </pc:sldChg>
      <pc:sldChg chg="add">
        <pc:chgData name="Ms Alina Arshad" userId="cccdfd85-d35d-4453-9c6f-a463aae40722" providerId="ADAL" clId="{9A8D5D83-33E5-4CEE-8357-E82B508215CD}" dt="2024-10-12T09:33:44.439" v="11"/>
        <pc:sldMkLst>
          <pc:docMk/>
          <pc:sldMk cId="1937937038" sldId="347"/>
        </pc:sldMkLst>
      </pc:sldChg>
      <pc:sldChg chg="modSp add mod">
        <pc:chgData name="Ms Alina Arshad" userId="cccdfd85-d35d-4453-9c6f-a463aae40722" providerId="ADAL" clId="{9A8D5D83-33E5-4CEE-8357-E82B508215CD}" dt="2024-10-12T09:33:44.622" v="13" actId="27636"/>
        <pc:sldMkLst>
          <pc:docMk/>
          <pc:sldMk cId="4039711712" sldId="348"/>
        </pc:sldMkLst>
        <pc:spChg chg="mod">
          <ac:chgData name="Ms Alina Arshad" userId="cccdfd85-d35d-4453-9c6f-a463aae40722" providerId="ADAL" clId="{9A8D5D83-33E5-4CEE-8357-E82B508215CD}" dt="2024-10-12T09:33:44.622" v="13" actId="27636"/>
          <ac:spMkLst>
            <pc:docMk/>
            <pc:sldMk cId="4039711712" sldId="348"/>
            <ac:spMk id="3" creationId="{00000000-0000-0000-0000-000000000000}"/>
          </ac:spMkLst>
        </pc:spChg>
      </pc:sldChg>
      <pc:sldChg chg="add">
        <pc:chgData name="Ms Alina Arshad" userId="cccdfd85-d35d-4453-9c6f-a463aae40722" providerId="ADAL" clId="{9A8D5D83-33E5-4CEE-8357-E82B508215CD}" dt="2024-10-12T09:33:44.439" v="11"/>
        <pc:sldMkLst>
          <pc:docMk/>
          <pc:sldMk cId="920152002" sldId="349"/>
        </pc:sldMkLst>
      </pc:sldChg>
      <pc:sldChg chg="add">
        <pc:chgData name="Ms Alina Arshad" userId="cccdfd85-d35d-4453-9c6f-a463aae40722" providerId="ADAL" clId="{9A8D5D83-33E5-4CEE-8357-E82B508215CD}" dt="2024-10-12T09:33:44.439" v="11"/>
        <pc:sldMkLst>
          <pc:docMk/>
          <pc:sldMk cId="4094110610" sldId="350"/>
        </pc:sldMkLst>
      </pc:sldChg>
      <pc:sldChg chg="add">
        <pc:chgData name="Ms Alina Arshad" userId="cccdfd85-d35d-4453-9c6f-a463aae40722" providerId="ADAL" clId="{9A8D5D83-33E5-4CEE-8357-E82B508215CD}" dt="2024-10-12T09:33:44.439" v="11"/>
        <pc:sldMkLst>
          <pc:docMk/>
          <pc:sldMk cId="2870650755" sldId="351"/>
        </pc:sldMkLst>
      </pc:sldChg>
      <pc:sldChg chg="add">
        <pc:chgData name="Ms Alina Arshad" userId="cccdfd85-d35d-4453-9c6f-a463aae40722" providerId="ADAL" clId="{9A8D5D83-33E5-4CEE-8357-E82B508215CD}" dt="2024-10-12T09:33:44.439" v="11"/>
        <pc:sldMkLst>
          <pc:docMk/>
          <pc:sldMk cId="2110565016" sldId="352"/>
        </pc:sldMkLst>
      </pc:sldChg>
      <pc:sldChg chg="add">
        <pc:chgData name="Ms Alina Arshad" userId="cccdfd85-d35d-4453-9c6f-a463aae40722" providerId="ADAL" clId="{9A8D5D83-33E5-4CEE-8357-E82B508215CD}" dt="2024-10-12T09:33:44.439" v="11"/>
        <pc:sldMkLst>
          <pc:docMk/>
          <pc:sldMk cId="3796521914" sldId="354"/>
        </pc:sldMkLst>
      </pc:sldChg>
      <pc:sldChg chg="add">
        <pc:chgData name="Ms Alina Arshad" userId="cccdfd85-d35d-4453-9c6f-a463aae40722" providerId="ADAL" clId="{9A8D5D83-33E5-4CEE-8357-E82B508215CD}" dt="2024-10-12T09:33:44.439" v="11"/>
        <pc:sldMkLst>
          <pc:docMk/>
          <pc:sldMk cId="301380529" sldId="355"/>
        </pc:sldMkLst>
      </pc:sldChg>
      <pc:sldChg chg="add">
        <pc:chgData name="Ms Alina Arshad" userId="cccdfd85-d35d-4453-9c6f-a463aae40722" providerId="ADAL" clId="{9A8D5D83-33E5-4CEE-8357-E82B508215CD}" dt="2024-10-12T09:33:44.439" v="11"/>
        <pc:sldMkLst>
          <pc:docMk/>
          <pc:sldMk cId="3254965192" sldId="356"/>
        </pc:sldMkLst>
      </pc:sldChg>
      <pc:sldChg chg="addSp modSp new mod">
        <pc:chgData name="Ms Alina Arshad" userId="cccdfd85-d35d-4453-9c6f-a463aae40722" providerId="ADAL" clId="{9A8D5D83-33E5-4CEE-8357-E82B508215CD}" dt="2024-10-15T12:42:29.552" v="335" actId="1076"/>
        <pc:sldMkLst>
          <pc:docMk/>
          <pc:sldMk cId="2667064654" sldId="357"/>
        </pc:sldMkLst>
        <pc:spChg chg="add mod">
          <ac:chgData name="Ms Alina Arshad" userId="cccdfd85-d35d-4453-9c6f-a463aae40722" providerId="ADAL" clId="{9A8D5D83-33E5-4CEE-8357-E82B508215CD}" dt="2024-10-15T12:42:29.552" v="335" actId="1076"/>
          <ac:spMkLst>
            <pc:docMk/>
            <pc:sldMk cId="2667064654" sldId="357"/>
            <ac:spMk id="2" creationId="{00000000-0000-0000-0000-000000000000}"/>
          </ac:spMkLst>
        </pc:spChg>
        <pc:picChg chg="add mod">
          <ac:chgData name="Ms Alina Arshad" userId="cccdfd85-d35d-4453-9c6f-a463aae40722" providerId="ADAL" clId="{9A8D5D83-33E5-4CEE-8357-E82B508215CD}" dt="2024-10-15T12:42:07.573" v="327" actId="14100"/>
          <ac:picMkLst>
            <pc:docMk/>
            <pc:sldMk cId="2667064654" sldId="357"/>
            <ac:picMk id="6" creationId="{00000000-0000-0000-0000-000000000000}"/>
          </ac:picMkLst>
        </pc:picChg>
        <pc:picChg chg="add mod">
          <ac:chgData name="Ms Alina Arshad" userId="cccdfd85-d35d-4453-9c6f-a463aae40722" providerId="ADAL" clId="{9A8D5D83-33E5-4CEE-8357-E82B508215CD}" dt="2024-10-15T12:42:24.065" v="332" actId="1076"/>
          <ac:picMkLst>
            <pc:docMk/>
            <pc:sldMk cId="2667064654" sldId="357"/>
            <ac:picMk id="7" creationId="{00000000-0000-0000-0000-000000000000}"/>
          </ac:picMkLst>
        </pc:picChg>
      </pc:sldChg>
      <pc:sldChg chg="addSp delSp modSp new del mod">
        <pc:chgData name="Ms Alina Arshad" userId="cccdfd85-d35d-4453-9c6f-a463aae40722" providerId="ADAL" clId="{9A8D5D83-33E5-4CEE-8357-E82B508215CD}" dt="2024-10-15T13:01:24.462" v="435" actId="47"/>
        <pc:sldMkLst>
          <pc:docMk/>
          <pc:sldMk cId="3239686355" sldId="358"/>
        </pc:sldMkLst>
        <pc:graphicFrameChg chg="add del mod modGraphic">
          <ac:chgData name="Ms Alina Arshad" userId="cccdfd85-d35d-4453-9c6f-a463aae40722" providerId="ADAL" clId="{9A8D5D83-33E5-4CEE-8357-E82B508215CD}" dt="2024-10-15T13:00:30.162" v="411" actId="21"/>
          <ac:graphicFrameMkLst>
            <pc:docMk/>
            <pc:sldMk cId="3239686355" sldId="358"/>
            <ac:graphicFrameMk id="4" creationId="{4D738402-E301-292E-9C00-2538DE92881C}"/>
          </ac:graphicFrameMkLst>
        </pc:graphicFrameChg>
        <pc:picChg chg="add del mod">
          <ac:chgData name="Ms Alina Arshad" userId="cccdfd85-d35d-4453-9c6f-a463aae40722" providerId="ADAL" clId="{9A8D5D83-33E5-4CEE-8357-E82B508215CD}" dt="2024-10-15T13:00:49.198" v="417" actId="21"/>
          <ac:picMkLst>
            <pc:docMk/>
            <pc:sldMk cId="3239686355" sldId="358"/>
            <ac:picMk id="3" creationId="{4DC65383-0CD7-97F4-F94C-8BFA49BBA27E}"/>
          </ac:picMkLst>
        </pc:picChg>
      </pc:sldChg>
      <pc:sldChg chg="addSp delSp modSp new mod">
        <pc:chgData name="Ms Alina Arshad" userId="cccdfd85-d35d-4453-9c6f-a463aae40722" providerId="ADAL" clId="{9A8D5D83-33E5-4CEE-8357-E82B508215CD}" dt="2024-10-15T13:05:47.604" v="503" actId="1076"/>
        <pc:sldMkLst>
          <pc:docMk/>
          <pc:sldMk cId="2986565107" sldId="359"/>
        </pc:sldMkLst>
        <pc:spChg chg="mod">
          <ac:chgData name="Ms Alina Arshad" userId="cccdfd85-d35d-4453-9c6f-a463aae40722" providerId="ADAL" clId="{9A8D5D83-33E5-4CEE-8357-E82B508215CD}" dt="2024-10-15T13:01:36.189" v="436"/>
          <ac:spMkLst>
            <pc:docMk/>
            <pc:sldMk cId="2986565107" sldId="359"/>
            <ac:spMk id="2" creationId="{06706209-AC64-9AE5-5348-A089AF8514D3}"/>
          </ac:spMkLst>
        </pc:spChg>
        <pc:spChg chg="del">
          <ac:chgData name="Ms Alina Arshad" userId="cccdfd85-d35d-4453-9c6f-a463aae40722" providerId="ADAL" clId="{9A8D5D83-33E5-4CEE-8357-E82B508215CD}" dt="2024-10-15T13:00:37.805" v="413" actId="478"/>
          <ac:spMkLst>
            <pc:docMk/>
            <pc:sldMk cId="2986565107" sldId="359"/>
            <ac:spMk id="3" creationId="{4CB0F13D-B4B8-521E-ED17-019681FE0EFF}"/>
          </ac:spMkLst>
        </pc:spChg>
        <pc:graphicFrameChg chg="add mod modGraphic">
          <ac:chgData name="Ms Alina Arshad" userId="cccdfd85-d35d-4453-9c6f-a463aae40722" providerId="ADAL" clId="{9A8D5D83-33E5-4CEE-8357-E82B508215CD}" dt="2024-10-15T13:03:58.844" v="469" actId="20577"/>
          <ac:graphicFrameMkLst>
            <pc:docMk/>
            <pc:sldMk cId="2986565107" sldId="359"/>
            <ac:graphicFrameMk id="4" creationId="{4D738402-E301-292E-9C00-2538DE92881C}"/>
          </ac:graphicFrameMkLst>
        </pc:graphicFrameChg>
        <pc:graphicFrameChg chg="add mod modGraphic">
          <ac:chgData name="Ms Alina Arshad" userId="cccdfd85-d35d-4453-9c6f-a463aae40722" providerId="ADAL" clId="{9A8D5D83-33E5-4CEE-8357-E82B508215CD}" dt="2024-10-15T13:05:47.604" v="503" actId="1076"/>
          <ac:graphicFrameMkLst>
            <pc:docMk/>
            <pc:sldMk cId="2986565107" sldId="359"/>
            <ac:graphicFrameMk id="5" creationId="{5B7D658E-4E35-7E28-68C8-01A79A3484CB}"/>
          </ac:graphicFrameMkLst>
        </pc:graphicFrameChg>
      </pc:sldChg>
      <pc:sldChg chg="addSp delSp modSp new mod">
        <pc:chgData name="Ms Alina Arshad" userId="cccdfd85-d35d-4453-9c6f-a463aae40722" providerId="ADAL" clId="{9A8D5D83-33E5-4CEE-8357-E82B508215CD}" dt="2024-10-15T13:01:20.391" v="434" actId="1076"/>
        <pc:sldMkLst>
          <pc:docMk/>
          <pc:sldMk cId="851498927" sldId="360"/>
        </pc:sldMkLst>
        <pc:spChg chg="mod">
          <ac:chgData name="Ms Alina Arshad" userId="cccdfd85-d35d-4453-9c6f-a463aae40722" providerId="ADAL" clId="{9A8D5D83-33E5-4CEE-8357-E82B508215CD}" dt="2024-10-15T13:01:09.122" v="429" actId="113"/>
          <ac:spMkLst>
            <pc:docMk/>
            <pc:sldMk cId="851498927" sldId="360"/>
            <ac:spMk id="2" creationId="{013E43B6-0CC4-7A05-BEE5-6DEBCD0C42B6}"/>
          </ac:spMkLst>
        </pc:spChg>
        <pc:spChg chg="del">
          <ac:chgData name="Ms Alina Arshad" userId="cccdfd85-d35d-4453-9c6f-a463aae40722" providerId="ADAL" clId="{9A8D5D83-33E5-4CEE-8357-E82B508215CD}" dt="2024-10-15T13:00:53.267" v="418" actId="478"/>
          <ac:spMkLst>
            <pc:docMk/>
            <pc:sldMk cId="851498927" sldId="360"/>
            <ac:spMk id="3" creationId="{E00A279E-8ADC-BAA9-50C5-43272D8DEB34}"/>
          </ac:spMkLst>
        </pc:spChg>
        <pc:picChg chg="add mod">
          <ac:chgData name="Ms Alina Arshad" userId="cccdfd85-d35d-4453-9c6f-a463aae40722" providerId="ADAL" clId="{9A8D5D83-33E5-4CEE-8357-E82B508215CD}" dt="2024-10-15T13:01:20.391" v="434" actId="1076"/>
          <ac:picMkLst>
            <pc:docMk/>
            <pc:sldMk cId="851498927" sldId="360"/>
            <ac:picMk id="4" creationId="{4DC65383-0CD7-97F4-F94C-8BFA49BBA27E}"/>
          </ac:picMkLst>
        </pc:picChg>
      </pc:sldChg>
      <pc:sldChg chg="del">
        <pc:chgData name="Ms Alina Arshad" userId="cccdfd85-d35d-4453-9c6f-a463aae40722" providerId="ADAL" clId="{9A8D5D83-33E5-4CEE-8357-E82B508215CD}" dt="2024-10-12T09:33:39.119" v="0" actId="47"/>
        <pc:sldMkLst>
          <pc:docMk/>
          <pc:sldMk cId="163811022" sldId="511"/>
        </pc:sldMkLst>
      </pc:sldChg>
      <pc:sldChg chg="del">
        <pc:chgData name="Ms Alina Arshad" userId="cccdfd85-d35d-4453-9c6f-a463aae40722" providerId="ADAL" clId="{9A8D5D83-33E5-4CEE-8357-E82B508215CD}" dt="2024-10-12T09:33:39.623" v="1" actId="47"/>
        <pc:sldMkLst>
          <pc:docMk/>
          <pc:sldMk cId="1045239677" sldId="512"/>
        </pc:sldMkLst>
      </pc:sldChg>
      <pc:sldChg chg="del">
        <pc:chgData name="Ms Alina Arshad" userId="cccdfd85-d35d-4453-9c6f-a463aae40722" providerId="ADAL" clId="{9A8D5D83-33E5-4CEE-8357-E82B508215CD}" dt="2024-10-12T09:33:39.815" v="7" actId="47"/>
        <pc:sldMkLst>
          <pc:docMk/>
          <pc:sldMk cId="711124051" sldId="516"/>
        </pc:sldMkLst>
      </pc:sldChg>
      <pc:sldChg chg="del">
        <pc:chgData name="Ms Alina Arshad" userId="cccdfd85-d35d-4453-9c6f-a463aae40722" providerId="ADAL" clId="{9A8D5D83-33E5-4CEE-8357-E82B508215CD}" dt="2024-10-12T09:33:39.657" v="2" actId="47"/>
        <pc:sldMkLst>
          <pc:docMk/>
          <pc:sldMk cId="2427267918" sldId="525"/>
        </pc:sldMkLst>
      </pc:sldChg>
      <pc:sldChg chg="del">
        <pc:chgData name="Ms Alina Arshad" userId="cccdfd85-d35d-4453-9c6f-a463aae40722" providerId="ADAL" clId="{9A8D5D83-33E5-4CEE-8357-E82B508215CD}" dt="2024-10-12T09:33:39.689" v="3" actId="47"/>
        <pc:sldMkLst>
          <pc:docMk/>
          <pc:sldMk cId="1270081800" sldId="526"/>
        </pc:sldMkLst>
      </pc:sldChg>
      <pc:sldChg chg="del">
        <pc:chgData name="Ms Alina Arshad" userId="cccdfd85-d35d-4453-9c6f-a463aae40722" providerId="ADAL" clId="{9A8D5D83-33E5-4CEE-8357-E82B508215CD}" dt="2024-10-12T09:33:39.721" v="4" actId="47"/>
        <pc:sldMkLst>
          <pc:docMk/>
          <pc:sldMk cId="870909777" sldId="527"/>
        </pc:sldMkLst>
      </pc:sldChg>
      <pc:sldChg chg="del">
        <pc:chgData name="Ms Alina Arshad" userId="cccdfd85-d35d-4453-9c6f-a463aae40722" providerId="ADAL" clId="{9A8D5D83-33E5-4CEE-8357-E82B508215CD}" dt="2024-10-12T09:33:39.769" v="5" actId="47"/>
        <pc:sldMkLst>
          <pc:docMk/>
          <pc:sldMk cId="503587932" sldId="528"/>
        </pc:sldMkLst>
      </pc:sldChg>
      <pc:sldChg chg="del">
        <pc:chgData name="Ms Alina Arshad" userId="cccdfd85-d35d-4453-9c6f-a463aae40722" providerId="ADAL" clId="{9A8D5D83-33E5-4CEE-8357-E82B508215CD}" dt="2024-10-12T09:33:39.792" v="6" actId="47"/>
        <pc:sldMkLst>
          <pc:docMk/>
          <pc:sldMk cId="1646226232" sldId="529"/>
        </pc:sldMkLst>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F914C121-27D5-40DE-A44B-03621975D748}"/>
    <pc:docChg chg="custSel addSld delSld modSld sldOrd">
      <pc:chgData name="Ms Alina Arshad" userId="cccdfd85-d35d-4453-9c6f-a463aae40722" providerId="ADAL" clId="{F914C121-27D5-40DE-A44B-03621975D748}" dt="2024-10-07T13:44:03.238" v="291" actId="47"/>
      <pc:docMkLst>
        <pc:docMk/>
      </pc:docMkLst>
      <pc:sldChg chg="modSp mod">
        <pc:chgData name="Ms Alina Arshad" userId="cccdfd85-d35d-4453-9c6f-a463aae40722" providerId="ADAL" clId="{F914C121-27D5-40DE-A44B-03621975D748}" dt="2024-10-06T15:37:21.877" v="13" actId="20577"/>
        <pc:sldMkLst>
          <pc:docMk/>
          <pc:sldMk cId="3322361034" sldId="256"/>
        </pc:sldMkLst>
        <pc:spChg chg="mod">
          <ac:chgData name="Ms Alina Arshad" userId="cccdfd85-d35d-4453-9c6f-a463aae40722" providerId="ADAL" clId="{F914C121-27D5-40DE-A44B-03621975D748}" dt="2024-10-06T15:37:21.877" v="13" actId="20577"/>
          <ac:spMkLst>
            <pc:docMk/>
            <pc:sldMk cId="3322361034" sldId="256"/>
            <ac:spMk id="3" creationId="{44E9F82C-BBA7-3495-1097-BEDB54FFFDF4}"/>
          </ac:spMkLst>
        </pc:spChg>
      </pc:sldChg>
      <pc:sldChg chg="del">
        <pc:chgData name="Ms Alina Arshad" userId="cccdfd85-d35d-4453-9c6f-a463aae40722" providerId="ADAL" clId="{F914C121-27D5-40DE-A44B-03621975D748}" dt="2024-10-06T05:53:35.979" v="1" actId="47"/>
        <pc:sldMkLst>
          <pc:docMk/>
          <pc:sldMk cId="3595481221" sldId="492"/>
        </pc:sldMkLst>
      </pc:sldChg>
      <pc:sldChg chg="del">
        <pc:chgData name="Ms Alina Arshad" userId="cccdfd85-d35d-4453-9c6f-a463aae40722" providerId="ADAL" clId="{F914C121-27D5-40DE-A44B-03621975D748}" dt="2024-10-06T05:53:37.855" v="5" actId="47"/>
        <pc:sldMkLst>
          <pc:docMk/>
          <pc:sldMk cId="3384488715" sldId="493"/>
        </pc:sldMkLst>
      </pc:sldChg>
      <pc:sldChg chg="del">
        <pc:chgData name="Ms Alina Arshad" userId="cccdfd85-d35d-4453-9c6f-a463aae40722" providerId="ADAL" clId="{F914C121-27D5-40DE-A44B-03621975D748}" dt="2024-10-06T05:53:40.273" v="10" actId="47"/>
        <pc:sldMkLst>
          <pc:docMk/>
          <pc:sldMk cId="4273395344" sldId="495"/>
        </pc:sldMkLst>
      </pc:sldChg>
      <pc:sldChg chg="del">
        <pc:chgData name="Ms Alina Arshad" userId="cccdfd85-d35d-4453-9c6f-a463aae40722" providerId="ADAL" clId="{F914C121-27D5-40DE-A44B-03621975D748}" dt="2024-10-06T05:53:57.563" v="11" actId="2696"/>
        <pc:sldMkLst>
          <pc:docMk/>
          <pc:sldMk cId="1058188132" sldId="496"/>
        </pc:sldMkLst>
      </pc:sldChg>
      <pc:sldChg chg="del">
        <pc:chgData name="Ms Alina Arshad" userId="cccdfd85-d35d-4453-9c6f-a463aae40722" providerId="ADAL" clId="{F914C121-27D5-40DE-A44B-03621975D748}" dt="2024-10-07T13:43:59.905" v="286" actId="47"/>
        <pc:sldMkLst>
          <pc:docMk/>
          <pc:sldMk cId="1132663045" sldId="497"/>
        </pc:sldMkLst>
      </pc:sldChg>
      <pc:sldChg chg="del">
        <pc:chgData name="Ms Alina Arshad" userId="cccdfd85-d35d-4453-9c6f-a463aae40722" providerId="ADAL" clId="{F914C121-27D5-40DE-A44B-03621975D748}" dt="2024-10-06T05:53:57.563" v="11" actId="2696"/>
        <pc:sldMkLst>
          <pc:docMk/>
          <pc:sldMk cId="1570724855" sldId="505"/>
        </pc:sldMkLst>
      </pc:sldChg>
      <pc:sldChg chg="del">
        <pc:chgData name="Ms Alina Arshad" userId="cccdfd85-d35d-4453-9c6f-a463aae40722" providerId="ADAL" clId="{F914C121-27D5-40DE-A44B-03621975D748}" dt="2024-10-06T05:53:57.563" v="11" actId="2696"/>
        <pc:sldMkLst>
          <pc:docMk/>
          <pc:sldMk cId="2421881517" sldId="506"/>
        </pc:sldMkLst>
      </pc:sldChg>
      <pc:sldChg chg="modSp mod">
        <pc:chgData name="Ms Alina Arshad" userId="cccdfd85-d35d-4453-9c6f-a463aae40722" providerId="ADAL" clId="{F914C121-27D5-40DE-A44B-03621975D748}" dt="2024-10-07T13:08:17.810" v="125" actId="403"/>
        <pc:sldMkLst>
          <pc:docMk/>
          <pc:sldMk cId="163811022" sldId="511"/>
        </pc:sldMkLst>
        <pc:spChg chg="mod">
          <ac:chgData name="Ms Alina Arshad" userId="cccdfd85-d35d-4453-9c6f-a463aae40722" providerId="ADAL" clId="{F914C121-27D5-40DE-A44B-03621975D748}" dt="2024-10-07T13:08:12.572" v="124" actId="1076"/>
          <ac:spMkLst>
            <pc:docMk/>
            <pc:sldMk cId="163811022" sldId="511"/>
            <ac:spMk id="2" creationId="{00000000-0000-0000-0000-000000000000}"/>
          </ac:spMkLst>
        </pc:spChg>
        <pc:spChg chg="mod">
          <ac:chgData name="Ms Alina Arshad" userId="cccdfd85-d35d-4453-9c6f-a463aae40722" providerId="ADAL" clId="{F914C121-27D5-40DE-A44B-03621975D748}" dt="2024-10-07T13:08:17.810" v="125" actId="403"/>
          <ac:spMkLst>
            <pc:docMk/>
            <pc:sldMk cId="163811022" sldId="511"/>
            <ac:spMk id="3" creationId="{00000000-0000-0000-0000-000000000000}"/>
          </ac:spMkLst>
        </pc:spChg>
      </pc:sldChg>
      <pc:sldChg chg="modSp mod">
        <pc:chgData name="Ms Alina Arshad" userId="cccdfd85-d35d-4453-9c6f-a463aae40722" providerId="ADAL" clId="{F914C121-27D5-40DE-A44B-03621975D748}" dt="2024-10-07T13:08:52.370" v="129" actId="20577"/>
        <pc:sldMkLst>
          <pc:docMk/>
          <pc:sldMk cId="1045239677" sldId="512"/>
        </pc:sldMkLst>
        <pc:spChg chg="mod">
          <ac:chgData name="Ms Alina Arshad" userId="cccdfd85-d35d-4453-9c6f-a463aae40722" providerId="ADAL" clId="{F914C121-27D5-40DE-A44B-03621975D748}" dt="2024-10-07T13:08:23.659" v="127" actId="1076"/>
          <ac:spMkLst>
            <pc:docMk/>
            <pc:sldMk cId="1045239677" sldId="512"/>
            <ac:spMk id="2" creationId="{00000000-0000-0000-0000-000000000000}"/>
          </ac:spMkLst>
        </pc:spChg>
        <pc:spChg chg="mod">
          <ac:chgData name="Ms Alina Arshad" userId="cccdfd85-d35d-4453-9c6f-a463aae40722" providerId="ADAL" clId="{F914C121-27D5-40DE-A44B-03621975D748}" dt="2024-10-07T13:08:52.370" v="129" actId="20577"/>
          <ac:spMkLst>
            <pc:docMk/>
            <pc:sldMk cId="1045239677" sldId="512"/>
            <ac:spMk id="3" creationId="{00000000-0000-0000-0000-000000000000}"/>
          </ac:spMkLst>
        </pc:spChg>
      </pc:sldChg>
      <pc:sldChg chg="modSp mod">
        <pc:chgData name="Ms Alina Arshad" userId="cccdfd85-d35d-4453-9c6f-a463aae40722" providerId="ADAL" clId="{F914C121-27D5-40DE-A44B-03621975D748}" dt="2024-10-07T12:55:16.637" v="27" actId="207"/>
        <pc:sldMkLst>
          <pc:docMk/>
          <pc:sldMk cId="711124051" sldId="516"/>
        </pc:sldMkLst>
        <pc:spChg chg="mod">
          <ac:chgData name="Ms Alina Arshad" userId="cccdfd85-d35d-4453-9c6f-a463aae40722" providerId="ADAL" clId="{F914C121-27D5-40DE-A44B-03621975D748}" dt="2024-10-07T12:55:16.637" v="27" actId="207"/>
          <ac:spMkLst>
            <pc:docMk/>
            <pc:sldMk cId="711124051" sldId="516"/>
            <ac:spMk id="2" creationId="{00000000-0000-0000-0000-000000000000}"/>
          </ac:spMkLst>
        </pc:spChg>
      </pc:sldChg>
      <pc:sldChg chg="del">
        <pc:chgData name="Ms Alina Arshad" userId="cccdfd85-d35d-4453-9c6f-a463aae40722" providerId="ADAL" clId="{F914C121-27D5-40DE-A44B-03621975D748}" dt="2024-10-07T13:44:00.511" v="287" actId="47"/>
        <pc:sldMkLst>
          <pc:docMk/>
          <pc:sldMk cId="1747393571" sldId="518"/>
        </pc:sldMkLst>
      </pc:sldChg>
      <pc:sldChg chg="del">
        <pc:chgData name="Ms Alina Arshad" userId="cccdfd85-d35d-4453-9c6f-a463aae40722" providerId="ADAL" clId="{F914C121-27D5-40DE-A44B-03621975D748}" dt="2024-10-07T13:44:00.952" v="288" actId="47"/>
        <pc:sldMkLst>
          <pc:docMk/>
          <pc:sldMk cId="275598820" sldId="519"/>
        </pc:sldMkLst>
      </pc:sldChg>
      <pc:sldChg chg="del">
        <pc:chgData name="Ms Alina Arshad" userId="cccdfd85-d35d-4453-9c6f-a463aae40722" providerId="ADAL" clId="{F914C121-27D5-40DE-A44B-03621975D748}" dt="2024-10-07T13:44:01.471" v="289" actId="47"/>
        <pc:sldMkLst>
          <pc:docMk/>
          <pc:sldMk cId="3035140792" sldId="522"/>
        </pc:sldMkLst>
      </pc:sldChg>
      <pc:sldChg chg="del">
        <pc:chgData name="Ms Alina Arshad" userId="cccdfd85-d35d-4453-9c6f-a463aae40722" providerId="ADAL" clId="{F914C121-27D5-40DE-A44B-03621975D748}" dt="2024-10-07T13:44:02.453" v="290" actId="47"/>
        <pc:sldMkLst>
          <pc:docMk/>
          <pc:sldMk cId="2350581562" sldId="523"/>
        </pc:sldMkLst>
      </pc:sldChg>
      <pc:sldChg chg="del">
        <pc:chgData name="Ms Alina Arshad" userId="cccdfd85-d35d-4453-9c6f-a463aae40722" providerId="ADAL" clId="{F914C121-27D5-40DE-A44B-03621975D748}" dt="2024-10-07T13:44:03.238" v="291" actId="47"/>
        <pc:sldMkLst>
          <pc:docMk/>
          <pc:sldMk cId="627369714" sldId="524"/>
        </pc:sldMkLst>
      </pc:sldChg>
      <pc:sldChg chg="modSp new mod ord">
        <pc:chgData name="Ms Alina Arshad" userId="cccdfd85-d35d-4453-9c6f-a463aae40722" providerId="ADAL" clId="{F914C121-27D5-40DE-A44B-03621975D748}" dt="2024-10-07T13:11:39.635" v="183" actId="20577"/>
        <pc:sldMkLst>
          <pc:docMk/>
          <pc:sldMk cId="2427267918" sldId="525"/>
        </pc:sldMkLst>
        <pc:spChg chg="mod">
          <ac:chgData name="Ms Alina Arshad" userId="cccdfd85-d35d-4453-9c6f-a463aae40722" providerId="ADAL" clId="{F914C121-27D5-40DE-A44B-03621975D748}" dt="2024-10-07T13:09:07.808" v="130"/>
          <ac:spMkLst>
            <pc:docMk/>
            <pc:sldMk cId="2427267918" sldId="525"/>
            <ac:spMk id="2" creationId="{E37F6D6B-52E2-13D9-241A-623409ECED82}"/>
          </ac:spMkLst>
        </pc:spChg>
        <pc:spChg chg="mod">
          <ac:chgData name="Ms Alina Arshad" userId="cccdfd85-d35d-4453-9c6f-a463aae40722" providerId="ADAL" clId="{F914C121-27D5-40DE-A44B-03621975D748}" dt="2024-10-07T13:11:39.635" v="183" actId="20577"/>
          <ac:spMkLst>
            <pc:docMk/>
            <pc:sldMk cId="2427267918" sldId="525"/>
            <ac:spMk id="3" creationId="{D24F7636-2D0D-03B4-A70E-BF1BCCC7DD42}"/>
          </ac:spMkLst>
        </pc:spChg>
      </pc:sldChg>
      <pc:sldChg chg="del">
        <pc:chgData name="Ms Alina Arshad" userId="cccdfd85-d35d-4453-9c6f-a463aae40722" providerId="ADAL" clId="{F914C121-27D5-40DE-A44B-03621975D748}" dt="2024-10-06T05:53:35.623" v="0" actId="47"/>
        <pc:sldMkLst>
          <pc:docMk/>
          <pc:sldMk cId="3654789932" sldId="525"/>
        </pc:sldMkLst>
      </pc:sldChg>
      <pc:sldChg chg="modSp new mod">
        <pc:chgData name="Ms Alina Arshad" userId="cccdfd85-d35d-4453-9c6f-a463aae40722" providerId="ADAL" clId="{F914C121-27D5-40DE-A44B-03621975D748}" dt="2024-10-07T13:13:01.438" v="195" actId="5793"/>
        <pc:sldMkLst>
          <pc:docMk/>
          <pc:sldMk cId="1270081800" sldId="526"/>
        </pc:sldMkLst>
        <pc:spChg chg="mod">
          <ac:chgData name="Ms Alina Arshad" userId="cccdfd85-d35d-4453-9c6f-a463aae40722" providerId="ADAL" clId="{F914C121-27D5-40DE-A44B-03621975D748}" dt="2024-10-07T13:12:23.914" v="184"/>
          <ac:spMkLst>
            <pc:docMk/>
            <pc:sldMk cId="1270081800" sldId="526"/>
            <ac:spMk id="2" creationId="{6E5B1C21-D1B5-5FD5-09AA-19D5F7B39D16}"/>
          </ac:spMkLst>
        </pc:spChg>
        <pc:spChg chg="mod">
          <ac:chgData name="Ms Alina Arshad" userId="cccdfd85-d35d-4453-9c6f-a463aae40722" providerId="ADAL" clId="{F914C121-27D5-40DE-A44B-03621975D748}" dt="2024-10-07T13:13:01.438" v="195" actId="5793"/>
          <ac:spMkLst>
            <pc:docMk/>
            <pc:sldMk cId="1270081800" sldId="526"/>
            <ac:spMk id="3" creationId="{0B4D9234-DC1E-63D1-6478-EB07B63884A3}"/>
          </ac:spMkLst>
        </pc:spChg>
      </pc:sldChg>
      <pc:sldChg chg="addSp delSp modSp new mod">
        <pc:chgData name="Ms Alina Arshad" userId="cccdfd85-d35d-4453-9c6f-a463aae40722" providerId="ADAL" clId="{F914C121-27D5-40DE-A44B-03621975D748}" dt="2024-10-07T13:14:45.447" v="248" actId="20577"/>
        <pc:sldMkLst>
          <pc:docMk/>
          <pc:sldMk cId="870909777" sldId="527"/>
        </pc:sldMkLst>
        <pc:spChg chg="del">
          <ac:chgData name="Ms Alina Arshad" userId="cccdfd85-d35d-4453-9c6f-a463aae40722" providerId="ADAL" clId="{F914C121-27D5-40DE-A44B-03621975D748}" dt="2024-10-07T13:03:36.458" v="47" actId="478"/>
          <ac:spMkLst>
            <pc:docMk/>
            <pc:sldMk cId="870909777" sldId="527"/>
            <ac:spMk id="2" creationId="{3E9E35B2-C05A-E334-D7E0-5743F9C9EABF}"/>
          </ac:spMkLst>
        </pc:spChg>
        <pc:spChg chg="mod">
          <ac:chgData name="Ms Alina Arshad" userId="cccdfd85-d35d-4453-9c6f-a463aae40722" providerId="ADAL" clId="{F914C121-27D5-40DE-A44B-03621975D748}" dt="2024-10-07T13:14:45.447" v="248" actId="20577"/>
          <ac:spMkLst>
            <pc:docMk/>
            <pc:sldMk cId="870909777" sldId="527"/>
            <ac:spMk id="3" creationId="{C80DA4E9-1DE3-00D3-6721-52348858C824}"/>
          </ac:spMkLst>
        </pc:spChg>
        <pc:spChg chg="add mod">
          <ac:chgData name="Ms Alina Arshad" userId="cccdfd85-d35d-4453-9c6f-a463aae40722" providerId="ADAL" clId="{F914C121-27D5-40DE-A44B-03621975D748}" dt="2024-10-07T13:14:05.503" v="230" actId="20577"/>
          <ac:spMkLst>
            <pc:docMk/>
            <pc:sldMk cId="870909777" sldId="527"/>
            <ac:spMk id="4" creationId="{0FC78A23-41CA-037C-BFCC-9A29C7B5EE39}"/>
          </ac:spMkLst>
        </pc:spChg>
      </pc:sldChg>
      <pc:sldChg chg="del">
        <pc:chgData name="Ms Alina Arshad" userId="cccdfd85-d35d-4453-9c6f-a463aae40722" providerId="ADAL" clId="{F914C121-27D5-40DE-A44B-03621975D748}" dt="2024-10-06T05:53:36.364" v="2" actId="47"/>
        <pc:sldMkLst>
          <pc:docMk/>
          <pc:sldMk cId="1051870460" sldId="527"/>
        </pc:sldMkLst>
      </pc:sldChg>
      <pc:sldChg chg="modSp new mod">
        <pc:chgData name="Ms Alina Arshad" userId="cccdfd85-d35d-4453-9c6f-a463aae40722" providerId="ADAL" clId="{F914C121-27D5-40DE-A44B-03621975D748}" dt="2024-10-07T13:16:52.103" v="283" actId="20577"/>
        <pc:sldMkLst>
          <pc:docMk/>
          <pc:sldMk cId="503587932" sldId="528"/>
        </pc:sldMkLst>
        <pc:spChg chg="mod">
          <ac:chgData name="Ms Alina Arshad" userId="cccdfd85-d35d-4453-9c6f-a463aae40722" providerId="ADAL" clId="{F914C121-27D5-40DE-A44B-03621975D748}" dt="2024-10-07T13:15:12.718" v="258" actId="113"/>
          <ac:spMkLst>
            <pc:docMk/>
            <pc:sldMk cId="503587932" sldId="528"/>
            <ac:spMk id="2" creationId="{4FD1C097-DB08-E7FD-F0E6-3182220123C7}"/>
          </ac:spMkLst>
        </pc:spChg>
        <pc:spChg chg="mod">
          <ac:chgData name="Ms Alina Arshad" userId="cccdfd85-d35d-4453-9c6f-a463aae40722" providerId="ADAL" clId="{F914C121-27D5-40DE-A44B-03621975D748}" dt="2024-10-07T13:16:52.103" v="283" actId="20577"/>
          <ac:spMkLst>
            <pc:docMk/>
            <pc:sldMk cId="503587932" sldId="528"/>
            <ac:spMk id="3" creationId="{1A1CDF7E-3834-5C8D-DFBE-531D101A666D}"/>
          </ac:spMkLst>
        </pc:spChg>
      </pc:sldChg>
      <pc:sldChg chg="del">
        <pc:chgData name="Ms Alina Arshad" userId="cccdfd85-d35d-4453-9c6f-a463aae40722" providerId="ADAL" clId="{F914C121-27D5-40DE-A44B-03621975D748}" dt="2024-10-06T05:53:36.865" v="3" actId="47"/>
        <pc:sldMkLst>
          <pc:docMk/>
          <pc:sldMk cId="1758917919" sldId="528"/>
        </pc:sldMkLst>
      </pc:sldChg>
      <pc:sldChg chg="addSp delSp modSp new mod">
        <pc:chgData name="Ms Alina Arshad" userId="cccdfd85-d35d-4453-9c6f-a463aae40722" providerId="ADAL" clId="{F914C121-27D5-40DE-A44B-03621975D748}" dt="2024-10-07T13:18:10.111" v="285" actId="1076"/>
        <pc:sldMkLst>
          <pc:docMk/>
          <pc:sldMk cId="1646226232" sldId="529"/>
        </pc:sldMkLst>
        <pc:spChg chg="add del mod">
          <ac:chgData name="Ms Alina Arshad" userId="cccdfd85-d35d-4453-9c6f-a463aae40722" providerId="ADAL" clId="{F914C121-27D5-40DE-A44B-03621975D748}" dt="2024-10-07T13:04:50.809" v="89" actId="478"/>
          <ac:spMkLst>
            <pc:docMk/>
            <pc:sldMk cId="1646226232" sldId="529"/>
            <ac:spMk id="3" creationId="{48A03DF7-526A-149F-40DC-6BC0D54F51D3}"/>
          </ac:spMkLst>
        </pc:spChg>
        <pc:graphicFrameChg chg="add mod modGraphic">
          <ac:chgData name="Ms Alina Arshad" userId="cccdfd85-d35d-4453-9c6f-a463aae40722" providerId="ADAL" clId="{F914C121-27D5-40DE-A44B-03621975D748}" dt="2024-10-07T13:18:10.111" v="285" actId="1076"/>
          <ac:graphicFrameMkLst>
            <pc:docMk/>
            <pc:sldMk cId="1646226232" sldId="529"/>
            <ac:graphicFrameMk id="2" creationId="{D85D5C57-72E3-7FB1-3FA8-F393EFF5D1D8}"/>
          </ac:graphicFrameMkLst>
        </pc:graphicFrameChg>
      </pc:sldChg>
      <pc:sldChg chg="del">
        <pc:chgData name="Ms Alina Arshad" userId="cccdfd85-d35d-4453-9c6f-a463aae40722" providerId="ADAL" clId="{F914C121-27D5-40DE-A44B-03621975D748}" dt="2024-10-06T05:53:37.420" v="4" actId="47"/>
        <pc:sldMkLst>
          <pc:docMk/>
          <pc:sldMk cId="2613136086" sldId="529"/>
        </pc:sldMkLst>
      </pc:sldChg>
      <pc:sldChg chg="del">
        <pc:chgData name="Ms Alina Arshad" userId="cccdfd85-d35d-4453-9c6f-a463aae40722" providerId="ADAL" clId="{F914C121-27D5-40DE-A44B-03621975D748}" dt="2024-10-06T05:53:38.334" v="6" actId="47"/>
        <pc:sldMkLst>
          <pc:docMk/>
          <pc:sldMk cId="1875193234" sldId="530"/>
        </pc:sldMkLst>
      </pc:sldChg>
      <pc:sldChg chg="del">
        <pc:chgData name="Ms Alina Arshad" userId="cccdfd85-d35d-4453-9c6f-a463aae40722" providerId="ADAL" clId="{F914C121-27D5-40DE-A44B-03621975D748}" dt="2024-10-06T05:53:38.936" v="7" actId="47"/>
        <pc:sldMkLst>
          <pc:docMk/>
          <pc:sldMk cId="3545550237" sldId="532"/>
        </pc:sldMkLst>
      </pc:sldChg>
      <pc:sldChg chg="del">
        <pc:chgData name="Ms Alina Arshad" userId="cccdfd85-d35d-4453-9c6f-a463aae40722" providerId="ADAL" clId="{F914C121-27D5-40DE-A44B-03621975D748}" dt="2024-10-06T05:53:39.389" v="8" actId="47"/>
        <pc:sldMkLst>
          <pc:docMk/>
          <pc:sldMk cId="3162381277" sldId="534"/>
        </pc:sldMkLst>
      </pc:sldChg>
      <pc:sldChg chg="del">
        <pc:chgData name="Ms Alina Arshad" userId="cccdfd85-d35d-4453-9c6f-a463aae40722" providerId="ADAL" clId="{F914C121-27D5-40DE-A44B-03621975D748}" dt="2024-10-06T05:53:39.823" v="9" actId="47"/>
        <pc:sldMkLst>
          <pc:docMk/>
          <pc:sldMk cId="1199260640" sldId="535"/>
        </pc:sldMkLst>
      </pc:sldChg>
    </pc:docChg>
  </pc:docChgLst>
  <pc:docChgLst>
    <pc:chgData name="Ms Alina Arshad" userId="cccdfd85-d35d-4453-9c6f-a463aae40722" providerId="ADAL" clId="{9541C8B4-1A47-44F6-A982-5B5653426906}"/>
    <pc:docChg chg="modSld">
      <pc:chgData name="Ms Alina Arshad" userId="cccdfd85-d35d-4453-9c6f-a463aae40722" providerId="ADAL" clId="{9541C8B4-1A47-44F6-A982-5B5653426906}" dt="2024-10-15T04:27:35.077" v="12" actId="207"/>
      <pc:docMkLst>
        <pc:docMk/>
      </pc:docMkLst>
      <pc:sldChg chg="modSp mod">
        <pc:chgData name="Ms Alina Arshad" userId="cccdfd85-d35d-4453-9c6f-a463aae40722" providerId="ADAL" clId="{9541C8B4-1A47-44F6-A982-5B5653426906}" dt="2024-10-15T04:26:56.468" v="3" actId="14100"/>
        <pc:sldMkLst>
          <pc:docMk/>
          <pc:sldMk cId="3777174035" sldId="314"/>
        </pc:sldMkLst>
        <pc:spChg chg="mod">
          <ac:chgData name="Ms Alina Arshad" userId="cccdfd85-d35d-4453-9c6f-a463aae40722" providerId="ADAL" clId="{9541C8B4-1A47-44F6-A982-5B5653426906}" dt="2024-10-15T04:26:52.133" v="2" actId="113"/>
          <ac:spMkLst>
            <pc:docMk/>
            <pc:sldMk cId="3777174035" sldId="314"/>
            <ac:spMk id="2" creationId="{00000000-0000-0000-0000-000000000000}"/>
          </ac:spMkLst>
        </pc:spChg>
        <pc:spChg chg="mod">
          <ac:chgData name="Ms Alina Arshad" userId="cccdfd85-d35d-4453-9c6f-a463aae40722" providerId="ADAL" clId="{9541C8B4-1A47-44F6-A982-5B5653426906}" dt="2024-10-15T04:26:56.468" v="3" actId="14100"/>
          <ac:spMkLst>
            <pc:docMk/>
            <pc:sldMk cId="3777174035" sldId="314"/>
            <ac:spMk id="3" creationId="{00000000-0000-0000-0000-000000000000}"/>
          </ac:spMkLst>
        </pc:spChg>
      </pc:sldChg>
      <pc:sldChg chg="modSp mod">
        <pc:chgData name="Ms Alina Arshad" userId="cccdfd85-d35d-4453-9c6f-a463aae40722" providerId="ADAL" clId="{9541C8B4-1A47-44F6-A982-5B5653426906}" dt="2024-10-15T04:27:06.548" v="5" actId="207"/>
        <pc:sldMkLst>
          <pc:docMk/>
          <pc:sldMk cId="4181556699" sldId="315"/>
        </pc:sldMkLst>
        <pc:spChg chg="mod">
          <ac:chgData name="Ms Alina Arshad" userId="cccdfd85-d35d-4453-9c6f-a463aae40722" providerId="ADAL" clId="{9541C8B4-1A47-44F6-A982-5B5653426906}" dt="2024-10-15T04:27:02.915" v="4" actId="207"/>
          <ac:spMkLst>
            <pc:docMk/>
            <pc:sldMk cId="4181556699" sldId="315"/>
            <ac:spMk id="2" creationId="{00000000-0000-0000-0000-000000000000}"/>
          </ac:spMkLst>
        </pc:spChg>
        <pc:spChg chg="mod">
          <ac:chgData name="Ms Alina Arshad" userId="cccdfd85-d35d-4453-9c6f-a463aae40722" providerId="ADAL" clId="{9541C8B4-1A47-44F6-A982-5B5653426906}" dt="2024-10-15T04:27:06.548" v="5" actId="207"/>
          <ac:spMkLst>
            <pc:docMk/>
            <pc:sldMk cId="4181556699" sldId="315"/>
            <ac:spMk id="3" creationId="{00000000-0000-0000-0000-000000000000}"/>
          </ac:spMkLst>
        </pc:spChg>
      </pc:sldChg>
      <pc:sldChg chg="modSp mod">
        <pc:chgData name="Ms Alina Arshad" userId="cccdfd85-d35d-4453-9c6f-a463aae40722" providerId="ADAL" clId="{9541C8B4-1A47-44F6-A982-5B5653426906}" dt="2024-10-15T04:27:13.785" v="6" actId="207"/>
        <pc:sldMkLst>
          <pc:docMk/>
          <pc:sldMk cId="1268528167" sldId="316"/>
        </pc:sldMkLst>
        <pc:spChg chg="mod">
          <ac:chgData name="Ms Alina Arshad" userId="cccdfd85-d35d-4453-9c6f-a463aae40722" providerId="ADAL" clId="{9541C8B4-1A47-44F6-A982-5B5653426906}" dt="2024-10-15T04:27:13.785" v="6" actId="207"/>
          <ac:spMkLst>
            <pc:docMk/>
            <pc:sldMk cId="1268528167" sldId="316"/>
            <ac:spMk id="2" creationId="{00000000-0000-0000-0000-000000000000}"/>
          </ac:spMkLst>
        </pc:spChg>
      </pc:sldChg>
      <pc:sldChg chg="modSp mod">
        <pc:chgData name="Ms Alina Arshad" userId="cccdfd85-d35d-4453-9c6f-a463aae40722" providerId="ADAL" clId="{9541C8B4-1A47-44F6-A982-5B5653426906}" dt="2024-10-15T04:27:23.135" v="8" actId="207"/>
        <pc:sldMkLst>
          <pc:docMk/>
          <pc:sldMk cId="2565091885" sldId="317"/>
        </pc:sldMkLst>
        <pc:spChg chg="mod">
          <ac:chgData name="Ms Alina Arshad" userId="cccdfd85-d35d-4453-9c6f-a463aae40722" providerId="ADAL" clId="{9541C8B4-1A47-44F6-A982-5B5653426906}" dt="2024-10-15T04:27:20.669" v="7" actId="207"/>
          <ac:spMkLst>
            <pc:docMk/>
            <pc:sldMk cId="2565091885" sldId="317"/>
            <ac:spMk id="2" creationId="{00000000-0000-0000-0000-000000000000}"/>
          </ac:spMkLst>
        </pc:spChg>
        <pc:spChg chg="mod">
          <ac:chgData name="Ms Alina Arshad" userId="cccdfd85-d35d-4453-9c6f-a463aae40722" providerId="ADAL" clId="{9541C8B4-1A47-44F6-A982-5B5653426906}" dt="2024-10-15T04:27:23.135" v="8" actId="207"/>
          <ac:spMkLst>
            <pc:docMk/>
            <pc:sldMk cId="2565091885" sldId="317"/>
            <ac:spMk id="3" creationId="{00000000-0000-0000-0000-000000000000}"/>
          </ac:spMkLst>
        </pc:spChg>
      </pc:sldChg>
      <pc:sldChg chg="modSp mod">
        <pc:chgData name="Ms Alina Arshad" userId="cccdfd85-d35d-4453-9c6f-a463aae40722" providerId="ADAL" clId="{9541C8B4-1A47-44F6-A982-5B5653426906}" dt="2024-10-15T04:27:28.467" v="10" actId="207"/>
        <pc:sldMkLst>
          <pc:docMk/>
          <pc:sldMk cId="3888176007" sldId="318"/>
        </pc:sldMkLst>
        <pc:spChg chg="mod">
          <ac:chgData name="Ms Alina Arshad" userId="cccdfd85-d35d-4453-9c6f-a463aae40722" providerId="ADAL" clId="{9541C8B4-1A47-44F6-A982-5B5653426906}" dt="2024-10-15T04:27:26.398" v="9" actId="207"/>
          <ac:spMkLst>
            <pc:docMk/>
            <pc:sldMk cId="3888176007" sldId="318"/>
            <ac:spMk id="2" creationId="{00000000-0000-0000-0000-000000000000}"/>
          </ac:spMkLst>
        </pc:spChg>
        <pc:spChg chg="mod">
          <ac:chgData name="Ms Alina Arshad" userId="cccdfd85-d35d-4453-9c6f-a463aae40722" providerId="ADAL" clId="{9541C8B4-1A47-44F6-A982-5B5653426906}" dt="2024-10-15T04:27:28.467" v="10" actId="207"/>
          <ac:spMkLst>
            <pc:docMk/>
            <pc:sldMk cId="3888176007" sldId="318"/>
            <ac:spMk id="3" creationId="{00000000-0000-0000-0000-000000000000}"/>
          </ac:spMkLst>
        </pc:spChg>
      </pc:sldChg>
      <pc:sldChg chg="modSp mod">
        <pc:chgData name="Ms Alina Arshad" userId="cccdfd85-d35d-4453-9c6f-a463aae40722" providerId="ADAL" clId="{9541C8B4-1A47-44F6-A982-5B5653426906}" dt="2024-10-15T04:27:35.077" v="12" actId="207"/>
        <pc:sldMkLst>
          <pc:docMk/>
          <pc:sldMk cId="3310025659" sldId="319"/>
        </pc:sldMkLst>
        <pc:spChg chg="mod">
          <ac:chgData name="Ms Alina Arshad" userId="cccdfd85-d35d-4453-9c6f-a463aae40722" providerId="ADAL" clId="{9541C8B4-1A47-44F6-A982-5B5653426906}" dt="2024-10-15T04:27:33.131" v="11" actId="207"/>
          <ac:spMkLst>
            <pc:docMk/>
            <pc:sldMk cId="3310025659" sldId="319"/>
            <ac:spMk id="2" creationId="{00000000-0000-0000-0000-000000000000}"/>
          </ac:spMkLst>
        </pc:spChg>
        <pc:spChg chg="mod">
          <ac:chgData name="Ms Alina Arshad" userId="cccdfd85-d35d-4453-9c6f-a463aae40722" providerId="ADAL" clId="{9541C8B4-1A47-44F6-A982-5B5653426906}" dt="2024-10-15T04:27:35.077" v="12" actId="207"/>
          <ac:spMkLst>
            <pc:docMk/>
            <pc:sldMk cId="3310025659" sldId="319"/>
            <ac:spMk id="3" creationId="{00000000-0000-0000-0000-000000000000}"/>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05:09:35.700" v="1260" actId="20577"/>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del">
        <pc:chgData name="Ms Alina Arshad" userId="cccdfd85-d35d-4453-9c6f-a463aae40722" providerId="ADAL" clId="{A8F62292-C3D6-4926-9BC9-5B18711B6FF1}" dt="2024-10-06T04:39:11.965" v="663" actId="47"/>
        <pc:sldMkLst>
          <pc:docMk/>
          <pc:sldMk cId="1799033065" sldId="507"/>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4:09:51.372" v="514" actId="1076"/>
        <pc:sldMkLst>
          <pc:docMk/>
          <pc:sldMk cId="1051870460" sldId="527"/>
        </pc:sldMkLst>
        <pc:spChg chg="mod">
          <ac:chgData name="Ms Alina Arshad" userId="cccdfd85-d35d-4453-9c6f-a463aae40722" providerId="ADAL" clId="{A8F62292-C3D6-4926-9BC9-5B18711B6FF1}" dt="2024-10-06T04:09:43.825" v="512" actId="20577"/>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mod">
        <pc:chgData name="Ms Alina Arshad" userId="cccdfd85-d35d-4453-9c6f-a463aae40722" providerId="ADAL" clId="{A8F62292-C3D6-4926-9BC9-5B18711B6FF1}" dt="2024-10-06T04:11:17.513" v="519" actId="1076"/>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pc:chgData name="Ms Alina Arshad" userId="cccdfd85-d35d-4453-9c6f-a463aae40722" providerId="ADAL" clId="{A8F62292-C3D6-4926-9BC9-5B18711B6FF1}" dt="2024-10-06T04:38:22.662" v="656"/>
        <pc:sldMkLst>
          <pc:docMk/>
          <pc:sldMk cId="2613136086" sldId="529"/>
        </pc:sldMkLst>
        <pc:spChg chg="mod">
          <ac:chgData name="Ms Alina Arshad" userId="cccdfd85-d35d-4453-9c6f-a463aae40722" providerId="ADAL" clId="{A8F62292-C3D6-4926-9BC9-5B18711B6FF1}" dt="2024-10-06T04:36:23.894" v="638" actId="207"/>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4:36:44.248" v="642" actId="207"/>
          <ac:spMkLst>
            <pc:docMk/>
            <pc:sldMk cId="2613136086" sldId="529"/>
            <ac:spMk id="4" creationId="{3E05BF73-E989-3814-052F-354452D948EA}"/>
          </ac:spMkLst>
        </pc:spChg>
        <pc:picChg chg="add mod">
          <ac:chgData name="Ms Alina Arshad" userId="cccdfd85-d35d-4453-9c6f-a463aae40722" providerId="ADAL" clId="{A8F62292-C3D6-4926-9BC9-5B18711B6FF1}" dt="2024-10-06T04:37:48.123" v="652" actId="1076"/>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4:38:22.662" v="656"/>
          <ac:picMkLst>
            <pc:docMk/>
            <pc:sldMk cId="2613136086" sldId="529"/>
            <ac:picMk id="1027" creationId="{22731AC4-95E9-3DA6-4033-9A8AF14C2392}"/>
          </ac:picMkLst>
        </pc:picChg>
        <pc:picChg chg="add mod">
          <ac:chgData name="Ms Alina Arshad" userId="cccdfd85-d35d-4453-9c6f-a463aae40722" providerId="ADAL" clId="{A8F62292-C3D6-4926-9BC9-5B18711B6FF1}" dt="2024-10-06T04:37:56.879" v="653"/>
          <ac:picMkLst>
            <pc:docMk/>
            <pc:sldMk cId="2613136086" sldId="529"/>
            <ac:picMk id="1028" creationId="{4EABB25B-4C15-DE35-B1E0-330D969955E5}"/>
          </ac:picMkLst>
        </pc:picChg>
        <pc:picChg chg="add mod">
          <ac:chgData name="Ms Alina Arshad" userId="cccdfd85-d35d-4453-9c6f-a463aae40722" providerId="ADAL" clId="{A8F62292-C3D6-4926-9BC9-5B18711B6FF1}" dt="2024-10-06T04:38:14.213" v="655" actId="1076"/>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04:12.377" v="1141" actId="20577"/>
        <pc:sldMkLst>
          <pc:docMk/>
          <pc:sldMk cId="3545550237" sldId="532"/>
        </pc:sldMkLst>
        <pc:spChg chg="mod">
          <ac:chgData name="Ms Alina Arshad" userId="cccdfd85-d35d-4453-9c6f-a463aae40722" providerId="ADAL" clId="{A8F62292-C3D6-4926-9BC9-5B18711B6FF1}" dt="2024-10-06T04:57:26.705" v="939" actId="20577"/>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mod">
          <ac:chgData name="Ms Alina Arshad" userId="cccdfd85-d35d-4453-9c6f-a463aae40722" providerId="ADAL" clId="{A8F62292-C3D6-4926-9BC9-5B18711B6FF1}" dt="2024-10-06T04:56:29.576" v="918" actId="1036"/>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04:12.377" v="1141" actId="20577"/>
          <ac:spMkLst>
            <pc:docMk/>
            <pc:sldMk cId="3545550237" sldId="532"/>
            <ac:spMk id="6" creationId="{97E24E0D-BBD5-FA46-CD36-F7464C23C681}"/>
          </ac:spMkLst>
        </pc:spChg>
        <pc:spChg chg="add mod">
          <ac:chgData name="Ms Alina Arshad" userId="cccdfd85-d35d-4453-9c6f-a463aae40722" providerId="ADAL" clId="{A8F62292-C3D6-4926-9BC9-5B18711B6FF1}" dt="2024-10-06T05:03:54.721" v="1122" actId="20577"/>
          <ac:spMkLst>
            <pc:docMk/>
            <pc:sldMk cId="3545550237" sldId="532"/>
            <ac:spMk id="7" creationId="{2F1C7FD1-C084-A920-4810-9881E8E5E41C}"/>
          </ac:spMkLst>
        </pc:spChg>
        <pc:spChg chg="add mod">
          <ac:chgData name="Ms Alina Arshad" userId="cccdfd85-d35d-4453-9c6f-a463aae40722" providerId="ADAL" clId="{A8F62292-C3D6-4926-9BC9-5B18711B6FF1}" dt="2024-10-06T04:58:30.987" v="942" actId="207"/>
          <ac:spMkLst>
            <pc:docMk/>
            <pc:sldMk cId="3545550237" sldId="532"/>
            <ac:spMk id="8" creationId="{70AF3C1F-D287-2522-60A9-273B5AF32303}"/>
          </ac:spMkLst>
        </pc:spChg>
        <pc:spChg chg="add del mod">
          <ac:chgData name="Ms Alina Arshad" userId="cccdfd85-d35d-4453-9c6f-a463aae40722" providerId="ADAL" clId="{A8F62292-C3D6-4926-9BC9-5B18711B6FF1}" dt="2024-10-06T04:58:30.987" v="942" actId="207"/>
          <ac:spMkLst>
            <pc:docMk/>
            <pc:sldMk cId="3545550237" sldId="532"/>
            <ac:spMk id="9" creationId="{77F2E839-7F85-5443-A52A-0A9133592D5F}"/>
          </ac:spMkLst>
        </pc:spChg>
        <pc:spChg chg="add mod">
          <ac:chgData name="Ms Alina Arshad" userId="cccdfd85-d35d-4453-9c6f-a463aae40722" providerId="ADAL" clId="{A8F62292-C3D6-4926-9BC9-5B18711B6FF1}" dt="2024-10-06T04:58:30.987" v="942" actId="207"/>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4:56:29.576" v="918"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4:56:29.576" v="918" actId="1036"/>
          <ac:spMkLst>
            <pc:docMk/>
            <pc:sldMk cId="3545550237" sldId="532"/>
            <ac:spMk id="17" creationId="{47F02330-B651-1BFD-2100-B72FD02E3876}"/>
          </ac:spMkLst>
        </pc:spChg>
        <pc:spChg chg="add mod">
          <ac:chgData name="Ms Alina Arshad" userId="cccdfd85-d35d-4453-9c6f-a463aae40722" providerId="ADAL" clId="{A8F62292-C3D6-4926-9BC9-5B18711B6FF1}" dt="2024-10-06T04:56:29.576" v="918"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4:56:29.576" v="918" actId="1036"/>
          <ac:spMkLst>
            <pc:docMk/>
            <pc:sldMk cId="3545550237" sldId="532"/>
            <ac:spMk id="19" creationId="{F047D76A-3F98-2937-ECF1-261166E4A139}"/>
          </ac:spMkLst>
        </pc:spChg>
        <pc:cxnChg chg="add mod">
          <ac:chgData name="Ms Alina Arshad" userId="cccdfd85-d35d-4453-9c6f-a463aae40722" providerId="ADAL" clId="{A8F62292-C3D6-4926-9BC9-5B18711B6FF1}" dt="2024-10-06T04:57:02.555" v="92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4:56:54.443" v="921"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4:56:29.576" v="918" actId="1036"/>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4:56:29.576" v="918" actId="1036"/>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4:56:29.576" v="918" actId="1036"/>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4:56:29.576" v="918"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4:56:29.576" v="918"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09:35.700" v="1260"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09:12.780" v="1248" actId="207"/>
          <ac:spMkLst>
            <pc:docMk/>
            <pc:sldMk cId="1199260640" sldId="535"/>
            <ac:spMk id="3" creationId="{F572B3B7-8AC4-17B3-8E63-73657D18ED3A}"/>
          </ac:spMkLst>
        </pc:spChg>
      </pc:sldChg>
    </pc:docChg>
  </pc:docChgLst>
  <pc:docChgLst>
    <pc:chgData name="Ms Alina Arshad" userId="cccdfd85-d35d-4453-9c6f-a463aae40722" providerId="ADAL" clId="{8148342B-8973-4086-9C5B-C4EC2D55CF23}"/>
    <pc:docChg chg="undo custSel addSld modSld">
      <pc:chgData name="Ms Alina Arshad" userId="cccdfd85-d35d-4453-9c6f-a463aae40722" providerId="ADAL" clId="{8148342B-8973-4086-9C5B-C4EC2D55CF23}" dt="2024-11-12T08:37:00.721" v="25" actId="207"/>
      <pc:docMkLst>
        <pc:docMk/>
      </pc:docMkLst>
      <pc:sldChg chg="modSp mod">
        <pc:chgData name="Ms Alina Arshad" userId="cccdfd85-d35d-4453-9c6f-a463aae40722" providerId="ADAL" clId="{8148342B-8973-4086-9C5B-C4EC2D55CF23}" dt="2024-11-12T04:57:18.533" v="2" actId="1076"/>
        <pc:sldMkLst>
          <pc:docMk/>
          <pc:sldMk cId="2016548554" sldId="326"/>
        </pc:sldMkLst>
        <pc:spChg chg="mod">
          <ac:chgData name="Ms Alina Arshad" userId="cccdfd85-d35d-4453-9c6f-a463aae40722" providerId="ADAL" clId="{8148342B-8973-4086-9C5B-C4EC2D55CF23}" dt="2024-11-12T04:57:18.533" v="2" actId="1076"/>
          <ac:spMkLst>
            <pc:docMk/>
            <pc:sldMk cId="2016548554" sldId="326"/>
            <ac:spMk id="3" creationId="{00000000-0000-0000-0000-000000000000}"/>
          </ac:spMkLst>
        </pc:spChg>
      </pc:sldChg>
      <pc:sldChg chg="addSp delSp modSp add mod">
        <pc:chgData name="Ms Alina Arshad" userId="cccdfd85-d35d-4453-9c6f-a463aae40722" providerId="ADAL" clId="{8148342B-8973-4086-9C5B-C4EC2D55CF23}" dt="2024-11-12T08:36:36.901" v="20" actId="14100"/>
        <pc:sldMkLst>
          <pc:docMk/>
          <pc:sldMk cId="910220413" sldId="336"/>
        </pc:sldMkLst>
        <pc:spChg chg="mod">
          <ac:chgData name="Ms Alina Arshad" userId="cccdfd85-d35d-4453-9c6f-a463aae40722" providerId="ADAL" clId="{8148342B-8973-4086-9C5B-C4EC2D55CF23}" dt="2024-11-12T08:36:10.814" v="10" actId="113"/>
          <ac:spMkLst>
            <pc:docMk/>
            <pc:sldMk cId="910220413" sldId="336"/>
            <ac:spMk id="2" creationId="{00000000-0000-0000-0000-000000000000}"/>
          </ac:spMkLst>
        </pc:spChg>
        <pc:spChg chg="mod">
          <ac:chgData name="Ms Alina Arshad" userId="cccdfd85-d35d-4453-9c6f-a463aae40722" providerId="ADAL" clId="{8148342B-8973-4086-9C5B-C4EC2D55CF23}" dt="2024-11-12T08:36:36.901" v="20" actId="14100"/>
          <ac:spMkLst>
            <pc:docMk/>
            <pc:sldMk cId="910220413" sldId="336"/>
            <ac:spMk id="3" creationId="{00000000-0000-0000-0000-000000000000}"/>
          </ac:spMkLst>
        </pc:spChg>
        <pc:spChg chg="del">
          <ac:chgData name="Ms Alina Arshad" userId="cccdfd85-d35d-4453-9c6f-a463aae40722" providerId="ADAL" clId="{8148342B-8973-4086-9C5B-C4EC2D55CF23}" dt="2024-11-12T08:36:13.587" v="11" actId="478"/>
          <ac:spMkLst>
            <pc:docMk/>
            <pc:sldMk cId="910220413" sldId="336"/>
            <ac:spMk id="4" creationId="{00000000-0000-0000-0000-000000000000}"/>
          </ac:spMkLst>
        </pc:spChg>
        <pc:spChg chg="del">
          <ac:chgData name="Ms Alina Arshad" userId="cccdfd85-d35d-4453-9c6f-a463aae40722" providerId="ADAL" clId="{8148342B-8973-4086-9C5B-C4EC2D55CF23}" dt="2024-11-12T08:36:17.657" v="12" actId="478"/>
          <ac:spMkLst>
            <pc:docMk/>
            <pc:sldMk cId="910220413" sldId="336"/>
            <ac:spMk id="5" creationId="{00000000-0000-0000-0000-000000000000}"/>
          </ac:spMkLst>
        </pc:spChg>
        <pc:spChg chg="add del">
          <ac:chgData name="Ms Alina Arshad" userId="cccdfd85-d35d-4453-9c6f-a463aae40722" providerId="ADAL" clId="{8148342B-8973-4086-9C5B-C4EC2D55CF23}" dt="2024-11-12T08:36:30.805" v="18" actId="22"/>
          <ac:spMkLst>
            <pc:docMk/>
            <pc:sldMk cId="910220413" sldId="336"/>
            <ac:spMk id="7" creationId="{DE06E515-5211-455E-3374-BD6E90DF9B8C}"/>
          </ac:spMkLst>
        </pc:spChg>
      </pc:sldChg>
      <pc:sldChg chg="delSp modSp add mod">
        <pc:chgData name="Ms Alina Arshad" userId="cccdfd85-d35d-4453-9c6f-a463aae40722" providerId="ADAL" clId="{8148342B-8973-4086-9C5B-C4EC2D55CF23}" dt="2024-11-12T08:37:00.721" v="25" actId="207"/>
        <pc:sldMkLst>
          <pc:docMk/>
          <pc:sldMk cId="3854206376" sldId="337"/>
        </pc:sldMkLst>
        <pc:spChg chg="mod">
          <ac:chgData name="Ms Alina Arshad" userId="cccdfd85-d35d-4453-9c6f-a463aae40722" providerId="ADAL" clId="{8148342B-8973-4086-9C5B-C4EC2D55CF23}" dt="2024-11-12T08:36:54.022" v="22" actId="113"/>
          <ac:spMkLst>
            <pc:docMk/>
            <pc:sldMk cId="3854206376" sldId="337"/>
            <ac:spMk id="2" creationId="{00000000-0000-0000-0000-000000000000}"/>
          </ac:spMkLst>
        </pc:spChg>
        <pc:spChg chg="mod">
          <ac:chgData name="Ms Alina Arshad" userId="cccdfd85-d35d-4453-9c6f-a463aae40722" providerId="ADAL" clId="{8148342B-8973-4086-9C5B-C4EC2D55CF23}" dt="2024-11-12T08:37:00.721" v="25" actId="207"/>
          <ac:spMkLst>
            <pc:docMk/>
            <pc:sldMk cId="3854206376" sldId="337"/>
            <ac:spMk id="3" creationId="{00000000-0000-0000-0000-000000000000}"/>
          </ac:spMkLst>
        </pc:spChg>
        <pc:spChg chg="del">
          <ac:chgData name="Ms Alina Arshad" userId="cccdfd85-d35d-4453-9c6f-a463aae40722" providerId="ADAL" clId="{8148342B-8973-4086-9C5B-C4EC2D55CF23}" dt="2024-11-12T08:36:56.201" v="23" actId="478"/>
          <ac:spMkLst>
            <pc:docMk/>
            <pc:sldMk cId="3854206376" sldId="337"/>
            <ac:spMk id="4" creationId="{00000000-0000-0000-0000-000000000000}"/>
          </ac:spMkLst>
        </pc:spChg>
        <pc:spChg chg="del">
          <ac:chgData name="Ms Alina Arshad" userId="cccdfd85-d35d-4453-9c6f-a463aae40722" providerId="ADAL" clId="{8148342B-8973-4086-9C5B-C4EC2D55CF23}" dt="2024-11-12T08:36:57.585" v="24" actId="478"/>
          <ac:spMkLst>
            <pc:docMk/>
            <pc:sldMk cId="3854206376" sldId="337"/>
            <ac:spMk id="5" creationId="{00000000-0000-0000-0000-000000000000}"/>
          </ac:spMkLst>
        </pc:spChg>
      </pc:sldChg>
      <pc:sldChg chg="modSp mod">
        <pc:chgData name="Ms Alina Arshad" userId="cccdfd85-d35d-4453-9c6f-a463aae40722" providerId="ADAL" clId="{8148342B-8973-4086-9C5B-C4EC2D55CF23}" dt="2024-11-12T04:52:43.779" v="1" actId="113"/>
        <pc:sldMkLst>
          <pc:docMk/>
          <pc:sldMk cId="1909533186" sldId="396"/>
        </pc:sldMkLst>
        <pc:spChg chg="mod">
          <ac:chgData name="Ms Alina Arshad" userId="cccdfd85-d35d-4453-9c6f-a463aae40722" providerId="ADAL" clId="{8148342B-8973-4086-9C5B-C4EC2D55CF23}" dt="2024-11-12T04:52:43.779" v="1" actId="113"/>
          <ac:spMkLst>
            <pc:docMk/>
            <pc:sldMk cId="1909533186" sldId="396"/>
            <ac:spMk id="23554" creationId="{46BD68B2-C317-CFC5-35FD-DDF5F4452F08}"/>
          </ac:spMkLst>
        </pc:spChg>
      </pc:sldChg>
      <pc:sldChg chg="modSp mod">
        <pc:chgData name="Ms Alina Arshad" userId="cccdfd85-d35d-4453-9c6f-a463aae40722" providerId="ADAL" clId="{8148342B-8973-4086-9C5B-C4EC2D55CF23}" dt="2024-11-12T07:56:54.134" v="3" actId="1076"/>
        <pc:sldMkLst>
          <pc:docMk/>
          <pc:sldMk cId="0" sldId="402"/>
        </pc:sldMkLst>
        <pc:picChg chg="mod">
          <ac:chgData name="Ms Alina Arshad" userId="cccdfd85-d35d-4453-9c6f-a463aae40722" providerId="ADAL" clId="{8148342B-8973-4086-9C5B-C4EC2D55CF23}" dt="2024-11-12T07:56:54.134" v="3" actId="1076"/>
          <ac:picMkLst>
            <pc:docMk/>
            <pc:sldMk cId="0" sldId="402"/>
            <ac:picMk id="25603" creationId="{09964B15-C0C8-6772-4994-A618DF11713B}"/>
          </ac:picMkLst>
        </pc:picChg>
      </pc:sldChg>
    </pc:docChg>
  </pc:docChgLst>
  <pc:docChgLst>
    <pc:chgData name="Ms Alina Arshad" userId="cccdfd85-d35d-4453-9c6f-a463aae40722" providerId="ADAL" clId="{1364CB91-912F-49DE-8B3C-BF00D872EB48}"/>
    <pc:docChg chg="undo custSel addSld delSld modSld sldOrd">
      <pc:chgData name="Ms Alina Arshad" userId="cccdfd85-d35d-4453-9c6f-a463aae40722" providerId="ADAL" clId="{1364CB91-912F-49DE-8B3C-BF00D872EB48}" dt="2024-11-10T06:06:29.083" v="341" actId="403"/>
      <pc:docMkLst>
        <pc:docMk/>
      </pc:docMkLst>
      <pc:sldChg chg="modSp mod">
        <pc:chgData name="Ms Alina Arshad" userId="cccdfd85-d35d-4453-9c6f-a463aae40722" providerId="ADAL" clId="{1364CB91-912F-49DE-8B3C-BF00D872EB48}" dt="2024-11-02T06:18:56.894" v="42" actId="1076"/>
        <pc:sldMkLst>
          <pc:docMk/>
          <pc:sldMk cId="3322361034" sldId="256"/>
        </pc:sldMkLst>
        <pc:spChg chg="mod">
          <ac:chgData name="Ms Alina Arshad" userId="cccdfd85-d35d-4453-9c6f-a463aae40722" providerId="ADAL" clId="{1364CB91-912F-49DE-8B3C-BF00D872EB48}" dt="2024-11-02T06:18:56.894" v="42" actId="1076"/>
          <ac:spMkLst>
            <pc:docMk/>
            <pc:sldMk cId="3322361034" sldId="256"/>
            <ac:spMk id="3" creationId="{44E9F82C-BBA7-3495-1097-BEDB54FFFDF4}"/>
          </ac:spMkLst>
        </pc:spChg>
      </pc:sldChg>
      <pc:sldChg chg="delSp modSp add del mod">
        <pc:chgData name="Ms Alina Arshad" userId="cccdfd85-d35d-4453-9c6f-a463aae40722" providerId="ADAL" clId="{1364CB91-912F-49DE-8B3C-BF00D872EB48}" dt="2024-11-02T06:23:07.799" v="63" actId="47"/>
        <pc:sldMkLst>
          <pc:docMk/>
          <pc:sldMk cId="987785057" sldId="258"/>
        </pc:sldMkLst>
        <pc:spChg chg="del">
          <ac:chgData name="Ms Alina Arshad" userId="cccdfd85-d35d-4453-9c6f-a463aae40722" providerId="ADAL" clId="{1364CB91-912F-49DE-8B3C-BF00D872EB48}" dt="2024-11-02T06:19:06.346" v="44" actId="478"/>
          <ac:spMkLst>
            <pc:docMk/>
            <pc:sldMk cId="987785057" sldId="258"/>
            <ac:spMk id="2" creationId="{00000000-0000-0000-0000-000000000000}"/>
          </ac:spMkLst>
        </pc:spChg>
        <pc:spChg chg="del">
          <ac:chgData name="Ms Alina Arshad" userId="cccdfd85-d35d-4453-9c6f-a463aae40722" providerId="ADAL" clId="{1364CB91-912F-49DE-8B3C-BF00D872EB48}" dt="2024-11-02T06:19:08.661" v="45" actId="478"/>
          <ac:spMkLst>
            <pc:docMk/>
            <pc:sldMk cId="987785057" sldId="258"/>
            <ac:spMk id="5" creationId="{00000000-0000-0000-0000-000000000000}"/>
          </ac:spMkLst>
        </pc:spChg>
        <pc:spChg chg="mod">
          <ac:chgData name="Ms Alina Arshad" userId="cccdfd85-d35d-4453-9c6f-a463aae40722" providerId="ADAL" clId="{1364CB91-912F-49DE-8B3C-BF00D872EB48}" dt="2024-11-02T06:23:01.130" v="62" actId="20577"/>
          <ac:spMkLst>
            <pc:docMk/>
            <pc:sldMk cId="987785057" sldId="258"/>
            <ac:spMk id="107523" creationId="{00000000-0000-0000-0000-000000000000}"/>
          </ac:spMkLst>
        </pc:spChg>
      </pc:sldChg>
      <pc:sldChg chg="add del">
        <pc:chgData name="Ms Alina Arshad" userId="cccdfd85-d35d-4453-9c6f-a463aae40722" providerId="ADAL" clId="{1364CB91-912F-49DE-8B3C-BF00D872EB48}" dt="2024-11-02T06:31:00.970" v="167" actId="47"/>
        <pc:sldMkLst>
          <pc:docMk/>
          <pc:sldMk cId="1032267902" sldId="313"/>
        </pc:sldMkLst>
      </pc:sldChg>
      <pc:sldChg chg="delSp modSp add del mod">
        <pc:chgData name="Ms Alina Arshad" userId="cccdfd85-d35d-4453-9c6f-a463aae40722" providerId="ADAL" clId="{1364CB91-912F-49DE-8B3C-BF00D872EB48}" dt="2024-11-02T06:52:18.481" v="297" actId="2696"/>
        <pc:sldMkLst>
          <pc:docMk/>
          <pc:sldMk cId="3270131961" sldId="314"/>
        </pc:sldMkLst>
        <pc:spChg chg="mod">
          <ac:chgData name="Ms Alina Arshad" userId="cccdfd85-d35d-4453-9c6f-a463aae40722" providerId="ADAL" clId="{1364CB91-912F-49DE-8B3C-BF00D872EB48}" dt="2024-11-02T06:23:25.404" v="65" actId="113"/>
          <ac:spMkLst>
            <pc:docMk/>
            <pc:sldMk cId="3270131961" sldId="314"/>
            <ac:spMk id="2" creationId="{00000000-0000-0000-0000-000000000000}"/>
          </ac:spMkLst>
        </pc:spChg>
        <pc:spChg chg="mod">
          <ac:chgData name="Ms Alina Arshad" userId="cccdfd85-d35d-4453-9c6f-a463aae40722" providerId="ADAL" clId="{1364CB91-912F-49DE-8B3C-BF00D872EB48}" dt="2024-11-02T06:23:35.533" v="67" actId="12"/>
          <ac:spMkLst>
            <pc:docMk/>
            <pc:sldMk cId="3270131961" sldId="314"/>
            <ac:spMk id="3" creationId="{00000000-0000-0000-0000-000000000000}"/>
          </ac:spMkLst>
        </pc:spChg>
        <pc:spChg chg="del">
          <ac:chgData name="Ms Alina Arshad" userId="cccdfd85-d35d-4453-9c6f-a463aae40722" providerId="ADAL" clId="{1364CB91-912F-49DE-8B3C-BF00D872EB48}" dt="2024-11-02T06:23:40.681" v="68" actId="478"/>
          <ac:spMkLst>
            <pc:docMk/>
            <pc:sldMk cId="3270131961" sldId="314"/>
            <ac:spMk id="4" creationId="{00000000-0000-0000-0000-000000000000}"/>
          </ac:spMkLst>
        </pc:spChg>
        <pc:spChg chg="del">
          <ac:chgData name="Ms Alina Arshad" userId="cccdfd85-d35d-4453-9c6f-a463aae40722" providerId="ADAL" clId="{1364CB91-912F-49DE-8B3C-BF00D872EB48}" dt="2024-11-02T06:23:43.066" v="69" actId="478"/>
          <ac:spMkLst>
            <pc:docMk/>
            <pc:sldMk cId="3270131961" sldId="314"/>
            <ac:spMk id="5" creationId="{00000000-0000-0000-0000-000000000000}"/>
          </ac:spMkLst>
        </pc:spChg>
      </pc:sldChg>
      <pc:sldChg chg="add">
        <pc:chgData name="Ms Alina Arshad" userId="cccdfd85-d35d-4453-9c6f-a463aae40722" providerId="ADAL" clId="{1364CB91-912F-49DE-8B3C-BF00D872EB48}" dt="2024-11-02T06:52:27" v="298"/>
        <pc:sldMkLst>
          <pc:docMk/>
          <pc:sldMk cId="3312368416" sldId="314"/>
        </pc:sldMkLst>
      </pc:sldChg>
      <pc:sldChg chg="delSp modSp add del mod">
        <pc:chgData name="Ms Alina Arshad" userId="cccdfd85-d35d-4453-9c6f-a463aae40722" providerId="ADAL" clId="{1364CB91-912F-49DE-8B3C-BF00D872EB48}" dt="2024-11-02T06:52:18.481" v="297" actId="2696"/>
        <pc:sldMkLst>
          <pc:docMk/>
          <pc:sldMk cId="973952273" sldId="315"/>
        </pc:sldMkLst>
        <pc:spChg chg="mod">
          <ac:chgData name="Ms Alina Arshad" userId="cccdfd85-d35d-4453-9c6f-a463aae40722" providerId="ADAL" clId="{1364CB91-912F-49DE-8B3C-BF00D872EB48}" dt="2024-11-02T06:23:51.744" v="71" actId="113"/>
          <ac:spMkLst>
            <pc:docMk/>
            <pc:sldMk cId="973952273" sldId="315"/>
            <ac:spMk id="2" creationId="{00000000-0000-0000-0000-000000000000}"/>
          </ac:spMkLst>
        </pc:spChg>
        <pc:spChg chg="mod">
          <ac:chgData name="Ms Alina Arshad" userId="cccdfd85-d35d-4453-9c6f-a463aae40722" providerId="ADAL" clId="{1364CB91-912F-49DE-8B3C-BF00D872EB48}" dt="2024-11-02T06:23:58.959" v="72" actId="12"/>
          <ac:spMkLst>
            <pc:docMk/>
            <pc:sldMk cId="973952273" sldId="315"/>
            <ac:spMk id="3" creationId="{00000000-0000-0000-0000-000000000000}"/>
          </ac:spMkLst>
        </pc:spChg>
        <pc:spChg chg="del">
          <ac:chgData name="Ms Alina Arshad" userId="cccdfd85-d35d-4453-9c6f-a463aae40722" providerId="ADAL" clId="{1364CB91-912F-49DE-8B3C-BF00D872EB48}" dt="2024-11-02T06:24:02.126" v="73" actId="478"/>
          <ac:spMkLst>
            <pc:docMk/>
            <pc:sldMk cId="973952273" sldId="315"/>
            <ac:spMk id="4" creationId="{00000000-0000-0000-0000-000000000000}"/>
          </ac:spMkLst>
        </pc:spChg>
        <pc:spChg chg="del">
          <ac:chgData name="Ms Alina Arshad" userId="cccdfd85-d35d-4453-9c6f-a463aae40722" providerId="ADAL" clId="{1364CB91-912F-49DE-8B3C-BF00D872EB48}" dt="2024-11-02T06:24:04.434" v="74" actId="478"/>
          <ac:spMkLst>
            <pc:docMk/>
            <pc:sldMk cId="973952273" sldId="315"/>
            <ac:spMk id="5" creationId="{00000000-0000-0000-0000-000000000000}"/>
          </ac:spMkLst>
        </pc:spChg>
      </pc:sldChg>
      <pc:sldChg chg="modSp add mod">
        <pc:chgData name="Ms Alina Arshad" userId="cccdfd85-d35d-4453-9c6f-a463aae40722" providerId="ADAL" clId="{1364CB91-912F-49DE-8B3C-BF00D872EB48}" dt="2024-11-10T04:51:29.502" v="335" actId="20577"/>
        <pc:sldMkLst>
          <pc:docMk/>
          <pc:sldMk cId="4113722923" sldId="315"/>
        </pc:sldMkLst>
        <pc:spChg chg="mod">
          <ac:chgData name="Ms Alina Arshad" userId="cccdfd85-d35d-4453-9c6f-a463aae40722" providerId="ADAL" clId="{1364CB91-912F-49DE-8B3C-BF00D872EB48}" dt="2024-11-10T04:51:29.502" v="335" actId="20577"/>
          <ac:spMkLst>
            <pc:docMk/>
            <pc:sldMk cId="4113722923" sldId="315"/>
            <ac:spMk id="3" creationId="{00000000-0000-0000-0000-000000000000}"/>
          </ac:spMkLst>
        </pc:spChg>
      </pc:sldChg>
      <pc:sldChg chg="modSp add mod">
        <pc:chgData name="Ms Alina Arshad" userId="cccdfd85-d35d-4453-9c6f-a463aae40722" providerId="ADAL" clId="{1364CB91-912F-49DE-8B3C-BF00D872EB48}" dt="2024-11-10T05:00:49.366" v="339" actId="20577"/>
        <pc:sldMkLst>
          <pc:docMk/>
          <pc:sldMk cId="1117617581" sldId="316"/>
        </pc:sldMkLst>
        <pc:spChg chg="mod">
          <ac:chgData name="Ms Alina Arshad" userId="cccdfd85-d35d-4453-9c6f-a463aae40722" providerId="ADAL" clId="{1364CB91-912F-49DE-8B3C-BF00D872EB48}" dt="2024-11-10T05:00:49.366" v="339" actId="20577"/>
          <ac:spMkLst>
            <pc:docMk/>
            <pc:sldMk cId="1117617581" sldId="316"/>
            <ac:spMk id="3"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1688987403" sldId="316"/>
        </pc:sldMkLst>
        <pc:spChg chg="mod">
          <ac:chgData name="Ms Alina Arshad" userId="cccdfd85-d35d-4453-9c6f-a463aae40722" providerId="ADAL" clId="{1364CB91-912F-49DE-8B3C-BF00D872EB48}" dt="2024-11-02T06:24:53.607" v="76" actId="113"/>
          <ac:spMkLst>
            <pc:docMk/>
            <pc:sldMk cId="1688987403" sldId="316"/>
            <ac:spMk id="2" creationId="{00000000-0000-0000-0000-000000000000}"/>
          </ac:spMkLst>
        </pc:spChg>
        <pc:spChg chg="mod">
          <ac:chgData name="Ms Alina Arshad" userId="cccdfd85-d35d-4453-9c6f-a463aae40722" providerId="ADAL" clId="{1364CB91-912F-49DE-8B3C-BF00D872EB48}" dt="2024-11-02T06:25:00.797" v="78" actId="12"/>
          <ac:spMkLst>
            <pc:docMk/>
            <pc:sldMk cId="1688987403" sldId="316"/>
            <ac:spMk id="3" creationId="{00000000-0000-0000-0000-000000000000}"/>
          </ac:spMkLst>
        </pc:spChg>
        <pc:spChg chg="del">
          <ac:chgData name="Ms Alina Arshad" userId="cccdfd85-d35d-4453-9c6f-a463aae40722" providerId="ADAL" clId="{1364CB91-912F-49DE-8B3C-BF00D872EB48}" dt="2024-11-02T06:25:03.252" v="79" actId="478"/>
          <ac:spMkLst>
            <pc:docMk/>
            <pc:sldMk cId="1688987403" sldId="316"/>
            <ac:spMk id="4" creationId="{00000000-0000-0000-0000-000000000000}"/>
          </ac:spMkLst>
        </pc:spChg>
        <pc:spChg chg="del">
          <ac:chgData name="Ms Alina Arshad" userId="cccdfd85-d35d-4453-9c6f-a463aae40722" providerId="ADAL" clId="{1364CB91-912F-49DE-8B3C-BF00D872EB48}" dt="2024-11-02T06:25:05.805" v="80" actId="478"/>
          <ac:spMkLst>
            <pc:docMk/>
            <pc:sldMk cId="1688987403" sldId="316"/>
            <ac:spMk id="5"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933669847" sldId="317"/>
        </pc:sldMkLst>
        <pc:spChg chg="mod">
          <ac:chgData name="Ms Alina Arshad" userId="cccdfd85-d35d-4453-9c6f-a463aae40722" providerId="ADAL" clId="{1364CB91-912F-49DE-8B3C-BF00D872EB48}" dt="2024-11-02T06:25:22.483" v="82" actId="113"/>
          <ac:spMkLst>
            <pc:docMk/>
            <pc:sldMk cId="933669847" sldId="317"/>
            <ac:spMk id="2" creationId="{00000000-0000-0000-0000-000000000000}"/>
          </ac:spMkLst>
        </pc:spChg>
        <pc:spChg chg="mod">
          <ac:chgData name="Ms Alina Arshad" userId="cccdfd85-d35d-4453-9c6f-a463aae40722" providerId="ADAL" clId="{1364CB91-912F-49DE-8B3C-BF00D872EB48}" dt="2024-11-02T06:25:29.227" v="83" actId="12"/>
          <ac:spMkLst>
            <pc:docMk/>
            <pc:sldMk cId="933669847" sldId="317"/>
            <ac:spMk id="3" creationId="{00000000-0000-0000-0000-000000000000}"/>
          </ac:spMkLst>
        </pc:spChg>
        <pc:spChg chg="del">
          <ac:chgData name="Ms Alina Arshad" userId="cccdfd85-d35d-4453-9c6f-a463aae40722" providerId="ADAL" clId="{1364CB91-912F-49DE-8B3C-BF00D872EB48}" dt="2024-11-02T06:25:31.358" v="84" actId="478"/>
          <ac:spMkLst>
            <pc:docMk/>
            <pc:sldMk cId="933669847" sldId="317"/>
            <ac:spMk id="4" creationId="{00000000-0000-0000-0000-000000000000}"/>
          </ac:spMkLst>
        </pc:spChg>
        <pc:spChg chg="del mod">
          <ac:chgData name="Ms Alina Arshad" userId="cccdfd85-d35d-4453-9c6f-a463aae40722" providerId="ADAL" clId="{1364CB91-912F-49DE-8B3C-BF00D872EB48}" dt="2024-11-02T06:25:35.738" v="88" actId="478"/>
          <ac:spMkLst>
            <pc:docMk/>
            <pc:sldMk cId="933669847" sldId="317"/>
            <ac:spMk id="5" creationId="{00000000-0000-0000-0000-000000000000}"/>
          </ac:spMkLst>
        </pc:spChg>
      </pc:sldChg>
      <pc:sldChg chg="modSp add mod">
        <pc:chgData name="Ms Alina Arshad" userId="cccdfd85-d35d-4453-9c6f-a463aae40722" providerId="ADAL" clId="{1364CB91-912F-49DE-8B3C-BF00D872EB48}" dt="2024-11-02T06:53:47.062" v="306" actId="207"/>
        <pc:sldMkLst>
          <pc:docMk/>
          <pc:sldMk cId="4215117178" sldId="317"/>
        </pc:sldMkLst>
        <pc:spChg chg="mod">
          <ac:chgData name="Ms Alina Arshad" userId="cccdfd85-d35d-4453-9c6f-a463aae40722" providerId="ADAL" clId="{1364CB91-912F-49DE-8B3C-BF00D872EB48}" dt="2024-11-02T06:53:47.062" v="306" actId="207"/>
          <ac:spMkLst>
            <pc:docMk/>
            <pc:sldMk cId="4215117178" sldId="317"/>
            <ac:spMk id="3"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2270720820" sldId="318"/>
        </pc:sldMkLst>
        <pc:spChg chg="mod">
          <ac:chgData name="Ms Alina Arshad" userId="cccdfd85-d35d-4453-9c6f-a463aae40722" providerId="ADAL" clId="{1364CB91-912F-49DE-8B3C-BF00D872EB48}" dt="2024-11-02T06:25:42.226" v="89" actId="207"/>
          <ac:spMkLst>
            <pc:docMk/>
            <pc:sldMk cId="2270720820" sldId="318"/>
            <ac:spMk id="2" creationId="{00000000-0000-0000-0000-000000000000}"/>
          </ac:spMkLst>
        </pc:spChg>
        <pc:spChg chg="del">
          <ac:chgData name="Ms Alina Arshad" userId="cccdfd85-d35d-4453-9c6f-a463aae40722" providerId="ADAL" clId="{1364CB91-912F-49DE-8B3C-BF00D872EB48}" dt="2024-11-02T06:25:47.049" v="91" actId="478"/>
          <ac:spMkLst>
            <pc:docMk/>
            <pc:sldMk cId="2270720820" sldId="318"/>
            <ac:spMk id="4" creationId="{00000000-0000-0000-0000-000000000000}"/>
          </ac:spMkLst>
        </pc:spChg>
        <pc:spChg chg="del">
          <ac:chgData name="Ms Alina Arshad" userId="cccdfd85-d35d-4453-9c6f-a463aae40722" providerId="ADAL" clId="{1364CB91-912F-49DE-8B3C-BF00D872EB48}" dt="2024-11-02T06:25:49.344" v="92" actId="478"/>
          <ac:spMkLst>
            <pc:docMk/>
            <pc:sldMk cId="2270720820" sldId="318"/>
            <ac:spMk id="5" creationId="{00000000-0000-0000-0000-000000000000}"/>
          </ac:spMkLst>
        </pc:spChg>
        <pc:picChg chg="mod">
          <ac:chgData name="Ms Alina Arshad" userId="cccdfd85-d35d-4453-9c6f-a463aae40722" providerId="ADAL" clId="{1364CB91-912F-49DE-8B3C-BF00D872EB48}" dt="2024-11-02T06:25:51.684" v="93" actId="1076"/>
          <ac:picMkLst>
            <pc:docMk/>
            <pc:sldMk cId="2270720820" sldId="318"/>
            <ac:picMk id="6" creationId="{00000000-0000-0000-0000-000000000000}"/>
          </ac:picMkLst>
        </pc:picChg>
      </pc:sldChg>
      <pc:sldChg chg="add">
        <pc:chgData name="Ms Alina Arshad" userId="cccdfd85-d35d-4453-9c6f-a463aae40722" providerId="ADAL" clId="{1364CB91-912F-49DE-8B3C-BF00D872EB48}" dt="2024-11-02T06:52:02.822" v="296"/>
        <pc:sldMkLst>
          <pc:docMk/>
          <pc:sldMk cId="3318081701" sldId="318"/>
        </pc:sldMkLst>
      </pc:sldChg>
      <pc:sldChg chg="modSp add mod">
        <pc:chgData name="Ms Alina Arshad" userId="cccdfd85-d35d-4453-9c6f-a463aae40722" providerId="ADAL" clId="{1364CB91-912F-49DE-8B3C-BF00D872EB48}" dt="2024-11-10T06:06:29.083" v="341" actId="403"/>
        <pc:sldMkLst>
          <pc:docMk/>
          <pc:sldMk cId="3044050887" sldId="319"/>
        </pc:sldMkLst>
        <pc:spChg chg="mod">
          <ac:chgData name="Ms Alina Arshad" userId="cccdfd85-d35d-4453-9c6f-a463aae40722" providerId="ADAL" clId="{1364CB91-912F-49DE-8B3C-BF00D872EB48}" dt="2024-11-10T06:06:29.083" v="341" actId="403"/>
          <ac:spMkLst>
            <pc:docMk/>
            <pc:sldMk cId="3044050887" sldId="319"/>
            <ac:spMk id="3"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3580184807" sldId="319"/>
        </pc:sldMkLst>
        <pc:spChg chg="mod">
          <ac:chgData name="Ms Alina Arshad" userId="cccdfd85-d35d-4453-9c6f-a463aae40722" providerId="ADAL" clId="{1364CB91-912F-49DE-8B3C-BF00D872EB48}" dt="2024-11-02T06:25:58.661" v="95" actId="113"/>
          <ac:spMkLst>
            <pc:docMk/>
            <pc:sldMk cId="3580184807" sldId="319"/>
            <ac:spMk id="2" creationId="{00000000-0000-0000-0000-000000000000}"/>
          </ac:spMkLst>
        </pc:spChg>
        <pc:spChg chg="mod">
          <ac:chgData name="Ms Alina Arshad" userId="cccdfd85-d35d-4453-9c6f-a463aae40722" providerId="ADAL" clId="{1364CB91-912F-49DE-8B3C-BF00D872EB48}" dt="2024-11-02T06:26:05.780" v="96" actId="12"/>
          <ac:spMkLst>
            <pc:docMk/>
            <pc:sldMk cId="3580184807" sldId="319"/>
            <ac:spMk id="3" creationId="{00000000-0000-0000-0000-000000000000}"/>
          </ac:spMkLst>
        </pc:spChg>
        <pc:spChg chg="del">
          <ac:chgData name="Ms Alina Arshad" userId="cccdfd85-d35d-4453-9c6f-a463aae40722" providerId="ADAL" clId="{1364CB91-912F-49DE-8B3C-BF00D872EB48}" dt="2024-11-02T06:26:07.836" v="97" actId="478"/>
          <ac:spMkLst>
            <pc:docMk/>
            <pc:sldMk cId="3580184807" sldId="319"/>
            <ac:spMk id="4" creationId="{00000000-0000-0000-0000-000000000000}"/>
          </ac:spMkLst>
        </pc:spChg>
        <pc:spChg chg="del">
          <ac:chgData name="Ms Alina Arshad" userId="cccdfd85-d35d-4453-9c6f-a463aae40722" providerId="ADAL" clId="{1364CB91-912F-49DE-8B3C-BF00D872EB48}" dt="2024-11-02T06:26:09.919" v="98" actId="478"/>
          <ac:spMkLst>
            <pc:docMk/>
            <pc:sldMk cId="3580184807" sldId="319"/>
            <ac:spMk id="5"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2395100990" sldId="320"/>
        </pc:sldMkLst>
        <pc:spChg chg="mod">
          <ac:chgData name="Ms Alina Arshad" userId="cccdfd85-d35d-4453-9c6f-a463aae40722" providerId="ADAL" clId="{1364CB91-912F-49DE-8B3C-BF00D872EB48}" dt="2024-11-02T06:26:18.769" v="100" actId="113"/>
          <ac:spMkLst>
            <pc:docMk/>
            <pc:sldMk cId="2395100990" sldId="320"/>
            <ac:spMk id="2" creationId="{00000000-0000-0000-0000-000000000000}"/>
          </ac:spMkLst>
        </pc:spChg>
        <pc:spChg chg="mod">
          <ac:chgData name="Ms Alina Arshad" userId="cccdfd85-d35d-4453-9c6f-a463aae40722" providerId="ADAL" clId="{1364CB91-912F-49DE-8B3C-BF00D872EB48}" dt="2024-11-02T06:26:26.579" v="102" actId="12"/>
          <ac:spMkLst>
            <pc:docMk/>
            <pc:sldMk cId="2395100990" sldId="320"/>
            <ac:spMk id="3" creationId="{00000000-0000-0000-0000-000000000000}"/>
          </ac:spMkLst>
        </pc:spChg>
        <pc:spChg chg="del">
          <ac:chgData name="Ms Alina Arshad" userId="cccdfd85-d35d-4453-9c6f-a463aae40722" providerId="ADAL" clId="{1364CB91-912F-49DE-8B3C-BF00D872EB48}" dt="2024-11-02T06:26:28.252" v="103" actId="478"/>
          <ac:spMkLst>
            <pc:docMk/>
            <pc:sldMk cId="2395100990" sldId="320"/>
            <ac:spMk id="4" creationId="{00000000-0000-0000-0000-000000000000}"/>
          </ac:spMkLst>
        </pc:spChg>
        <pc:spChg chg="del mod">
          <ac:chgData name="Ms Alina Arshad" userId="cccdfd85-d35d-4453-9c6f-a463aae40722" providerId="ADAL" clId="{1364CB91-912F-49DE-8B3C-BF00D872EB48}" dt="2024-11-02T06:26:34.167" v="106" actId="478"/>
          <ac:spMkLst>
            <pc:docMk/>
            <pc:sldMk cId="2395100990" sldId="320"/>
            <ac:spMk id="5" creationId="{00000000-0000-0000-0000-000000000000}"/>
          </ac:spMkLst>
        </pc:spChg>
      </pc:sldChg>
      <pc:sldChg chg="add">
        <pc:chgData name="Ms Alina Arshad" userId="cccdfd85-d35d-4453-9c6f-a463aae40722" providerId="ADAL" clId="{1364CB91-912F-49DE-8B3C-BF00D872EB48}" dt="2024-11-02T06:52:02.822" v="296"/>
        <pc:sldMkLst>
          <pc:docMk/>
          <pc:sldMk cId="2621767036" sldId="320"/>
        </pc:sldMkLst>
      </pc:sldChg>
      <pc:sldChg chg="delSp modSp add del mod">
        <pc:chgData name="Ms Alina Arshad" userId="cccdfd85-d35d-4453-9c6f-a463aae40722" providerId="ADAL" clId="{1364CB91-912F-49DE-8B3C-BF00D872EB48}" dt="2024-11-02T06:52:18.481" v="297" actId="2696"/>
        <pc:sldMkLst>
          <pc:docMk/>
          <pc:sldMk cId="2308690444" sldId="321"/>
        </pc:sldMkLst>
        <pc:spChg chg="mod">
          <ac:chgData name="Ms Alina Arshad" userId="cccdfd85-d35d-4453-9c6f-a463aae40722" providerId="ADAL" clId="{1364CB91-912F-49DE-8B3C-BF00D872EB48}" dt="2024-11-02T06:26:43.984" v="108" actId="113"/>
          <ac:spMkLst>
            <pc:docMk/>
            <pc:sldMk cId="2308690444" sldId="321"/>
            <ac:spMk id="2" creationId="{00000000-0000-0000-0000-000000000000}"/>
          </ac:spMkLst>
        </pc:spChg>
        <pc:spChg chg="mod">
          <ac:chgData name="Ms Alina Arshad" userId="cccdfd85-d35d-4453-9c6f-a463aae40722" providerId="ADAL" clId="{1364CB91-912F-49DE-8B3C-BF00D872EB48}" dt="2024-11-02T06:26:51.035" v="110" actId="12"/>
          <ac:spMkLst>
            <pc:docMk/>
            <pc:sldMk cId="2308690444" sldId="321"/>
            <ac:spMk id="3" creationId="{00000000-0000-0000-0000-000000000000}"/>
          </ac:spMkLst>
        </pc:spChg>
        <pc:spChg chg="del">
          <ac:chgData name="Ms Alina Arshad" userId="cccdfd85-d35d-4453-9c6f-a463aae40722" providerId="ADAL" clId="{1364CB91-912F-49DE-8B3C-BF00D872EB48}" dt="2024-11-02T06:26:52.835" v="111" actId="478"/>
          <ac:spMkLst>
            <pc:docMk/>
            <pc:sldMk cId="2308690444" sldId="321"/>
            <ac:spMk id="4" creationId="{00000000-0000-0000-0000-000000000000}"/>
          </ac:spMkLst>
        </pc:spChg>
        <pc:spChg chg="del">
          <ac:chgData name="Ms Alina Arshad" userId="cccdfd85-d35d-4453-9c6f-a463aae40722" providerId="ADAL" clId="{1364CB91-912F-49DE-8B3C-BF00D872EB48}" dt="2024-11-02T06:26:55.327" v="112" actId="478"/>
          <ac:spMkLst>
            <pc:docMk/>
            <pc:sldMk cId="2308690444" sldId="321"/>
            <ac:spMk id="5" creationId="{00000000-0000-0000-0000-000000000000}"/>
          </ac:spMkLst>
        </pc:spChg>
      </pc:sldChg>
      <pc:sldChg chg="add ord">
        <pc:chgData name="Ms Alina Arshad" userId="cccdfd85-d35d-4453-9c6f-a463aae40722" providerId="ADAL" clId="{1364CB91-912F-49DE-8B3C-BF00D872EB48}" dt="2024-11-02T06:54:17.022" v="308"/>
        <pc:sldMkLst>
          <pc:docMk/>
          <pc:sldMk cId="3312306461" sldId="321"/>
        </pc:sldMkLst>
      </pc:sldChg>
      <pc:sldChg chg="delSp modSp add mod ord">
        <pc:chgData name="Ms Alina Arshad" userId="cccdfd85-d35d-4453-9c6f-a463aae40722" providerId="ADAL" clId="{1364CB91-912F-49DE-8B3C-BF00D872EB48}" dt="2024-11-02T06:55:59.599" v="315"/>
        <pc:sldMkLst>
          <pc:docMk/>
          <pc:sldMk cId="2983082407" sldId="322"/>
        </pc:sldMkLst>
        <pc:spChg chg="mod">
          <ac:chgData name="Ms Alina Arshad" userId="cccdfd85-d35d-4453-9c6f-a463aae40722" providerId="ADAL" clId="{1364CB91-912F-49DE-8B3C-BF00D872EB48}" dt="2024-11-02T06:27:02.305" v="114" actId="113"/>
          <ac:spMkLst>
            <pc:docMk/>
            <pc:sldMk cId="2983082407" sldId="322"/>
            <ac:spMk id="2" creationId="{00000000-0000-0000-0000-000000000000}"/>
          </ac:spMkLst>
        </pc:spChg>
        <pc:spChg chg="mod">
          <ac:chgData name="Ms Alina Arshad" userId="cccdfd85-d35d-4453-9c6f-a463aae40722" providerId="ADAL" clId="{1364CB91-912F-49DE-8B3C-BF00D872EB48}" dt="2024-11-02T06:27:10.552" v="116" actId="12"/>
          <ac:spMkLst>
            <pc:docMk/>
            <pc:sldMk cId="2983082407" sldId="322"/>
            <ac:spMk id="3" creationId="{00000000-0000-0000-0000-000000000000}"/>
          </ac:spMkLst>
        </pc:spChg>
        <pc:spChg chg="del">
          <ac:chgData name="Ms Alina Arshad" userId="cccdfd85-d35d-4453-9c6f-a463aae40722" providerId="ADAL" clId="{1364CB91-912F-49DE-8B3C-BF00D872EB48}" dt="2024-11-02T06:27:12.957" v="117" actId="478"/>
          <ac:spMkLst>
            <pc:docMk/>
            <pc:sldMk cId="2983082407" sldId="322"/>
            <ac:spMk id="4" creationId="{00000000-0000-0000-0000-000000000000}"/>
          </ac:spMkLst>
        </pc:spChg>
        <pc:spChg chg="del">
          <ac:chgData name="Ms Alina Arshad" userId="cccdfd85-d35d-4453-9c6f-a463aae40722" providerId="ADAL" clId="{1364CB91-912F-49DE-8B3C-BF00D872EB48}" dt="2024-11-02T06:27:14.620" v="118" actId="478"/>
          <ac:spMkLst>
            <pc:docMk/>
            <pc:sldMk cId="2983082407" sldId="322"/>
            <ac:spMk id="5" creationId="{00000000-0000-0000-0000-000000000000}"/>
          </ac:spMkLst>
        </pc:spChg>
      </pc:sldChg>
      <pc:sldChg chg="delSp modSp add mod">
        <pc:chgData name="Ms Alina Arshad" userId="cccdfd85-d35d-4453-9c6f-a463aae40722" providerId="ADAL" clId="{1364CB91-912F-49DE-8B3C-BF00D872EB48}" dt="2024-11-02T06:28:43.173" v="124" actId="12"/>
        <pc:sldMkLst>
          <pc:docMk/>
          <pc:sldMk cId="620152431" sldId="323"/>
        </pc:sldMkLst>
        <pc:spChg chg="mod">
          <ac:chgData name="Ms Alina Arshad" userId="cccdfd85-d35d-4453-9c6f-a463aae40722" providerId="ADAL" clId="{1364CB91-912F-49DE-8B3C-BF00D872EB48}" dt="2024-11-02T06:28:31.077" v="120" actId="113"/>
          <ac:spMkLst>
            <pc:docMk/>
            <pc:sldMk cId="620152431" sldId="323"/>
            <ac:spMk id="2" creationId="{00000000-0000-0000-0000-000000000000}"/>
          </ac:spMkLst>
        </pc:spChg>
        <pc:spChg chg="mod">
          <ac:chgData name="Ms Alina Arshad" userId="cccdfd85-d35d-4453-9c6f-a463aae40722" providerId="ADAL" clId="{1364CB91-912F-49DE-8B3C-BF00D872EB48}" dt="2024-11-02T06:28:43.173" v="124" actId="12"/>
          <ac:spMkLst>
            <pc:docMk/>
            <pc:sldMk cId="620152431" sldId="323"/>
            <ac:spMk id="3" creationId="{00000000-0000-0000-0000-000000000000}"/>
          </ac:spMkLst>
        </pc:spChg>
        <pc:spChg chg="del">
          <ac:chgData name="Ms Alina Arshad" userId="cccdfd85-d35d-4453-9c6f-a463aae40722" providerId="ADAL" clId="{1364CB91-912F-49DE-8B3C-BF00D872EB48}" dt="2024-11-02T06:28:33.877" v="121" actId="478"/>
          <ac:spMkLst>
            <pc:docMk/>
            <pc:sldMk cId="620152431" sldId="323"/>
            <ac:spMk id="4" creationId="{00000000-0000-0000-0000-000000000000}"/>
          </ac:spMkLst>
        </pc:spChg>
        <pc:spChg chg="del">
          <ac:chgData name="Ms Alina Arshad" userId="cccdfd85-d35d-4453-9c6f-a463aae40722" providerId="ADAL" clId="{1364CB91-912F-49DE-8B3C-BF00D872EB48}" dt="2024-11-02T06:28:35.767" v="122" actId="478"/>
          <ac:spMkLst>
            <pc:docMk/>
            <pc:sldMk cId="620152431" sldId="323"/>
            <ac:spMk id="5" creationId="{00000000-0000-0000-0000-000000000000}"/>
          </ac:spMkLst>
        </pc:spChg>
      </pc:sldChg>
      <pc:sldChg chg="delSp modSp add mod">
        <pc:chgData name="Ms Alina Arshad" userId="cccdfd85-d35d-4453-9c6f-a463aae40722" providerId="ADAL" clId="{1364CB91-912F-49DE-8B3C-BF00D872EB48}" dt="2024-11-02T06:28:59.428" v="130" actId="478"/>
        <pc:sldMkLst>
          <pc:docMk/>
          <pc:sldMk cId="1965726556" sldId="324"/>
        </pc:sldMkLst>
        <pc:spChg chg="mod">
          <ac:chgData name="Ms Alina Arshad" userId="cccdfd85-d35d-4453-9c6f-a463aae40722" providerId="ADAL" clId="{1364CB91-912F-49DE-8B3C-BF00D872EB48}" dt="2024-11-02T06:28:49.376" v="126" actId="113"/>
          <ac:spMkLst>
            <pc:docMk/>
            <pc:sldMk cId="1965726556" sldId="324"/>
            <ac:spMk id="2" creationId="{00000000-0000-0000-0000-000000000000}"/>
          </ac:spMkLst>
        </pc:spChg>
        <pc:spChg chg="mod">
          <ac:chgData name="Ms Alina Arshad" userId="cccdfd85-d35d-4453-9c6f-a463aae40722" providerId="ADAL" clId="{1364CB91-912F-49DE-8B3C-BF00D872EB48}" dt="2024-11-02T06:28:54.921" v="128" actId="12"/>
          <ac:spMkLst>
            <pc:docMk/>
            <pc:sldMk cId="1965726556" sldId="324"/>
            <ac:spMk id="3" creationId="{00000000-0000-0000-0000-000000000000}"/>
          </ac:spMkLst>
        </pc:spChg>
        <pc:spChg chg="del">
          <ac:chgData name="Ms Alina Arshad" userId="cccdfd85-d35d-4453-9c6f-a463aae40722" providerId="ADAL" clId="{1364CB91-912F-49DE-8B3C-BF00D872EB48}" dt="2024-11-02T06:28:57.017" v="129" actId="478"/>
          <ac:spMkLst>
            <pc:docMk/>
            <pc:sldMk cId="1965726556" sldId="324"/>
            <ac:spMk id="4" creationId="{00000000-0000-0000-0000-000000000000}"/>
          </ac:spMkLst>
        </pc:spChg>
        <pc:spChg chg="del">
          <ac:chgData name="Ms Alina Arshad" userId="cccdfd85-d35d-4453-9c6f-a463aae40722" providerId="ADAL" clId="{1364CB91-912F-49DE-8B3C-BF00D872EB48}" dt="2024-11-02T06:28:59.428" v="130" actId="478"/>
          <ac:spMkLst>
            <pc:docMk/>
            <pc:sldMk cId="1965726556" sldId="324"/>
            <ac:spMk id="5" creationId="{00000000-0000-0000-0000-000000000000}"/>
          </ac:spMkLst>
        </pc:spChg>
      </pc:sldChg>
      <pc:sldChg chg="delSp modSp add mod">
        <pc:chgData name="Ms Alina Arshad" userId="cccdfd85-d35d-4453-9c6f-a463aae40722" providerId="ADAL" clId="{1364CB91-912F-49DE-8B3C-BF00D872EB48}" dt="2024-11-02T06:29:22.147" v="136" actId="478"/>
        <pc:sldMkLst>
          <pc:docMk/>
          <pc:sldMk cId="3941821503" sldId="325"/>
        </pc:sldMkLst>
        <pc:spChg chg="mod">
          <ac:chgData name="Ms Alina Arshad" userId="cccdfd85-d35d-4453-9c6f-a463aae40722" providerId="ADAL" clId="{1364CB91-912F-49DE-8B3C-BF00D872EB48}" dt="2024-11-02T06:29:07.791" v="132" actId="113"/>
          <ac:spMkLst>
            <pc:docMk/>
            <pc:sldMk cId="3941821503" sldId="325"/>
            <ac:spMk id="2" creationId="{00000000-0000-0000-0000-000000000000}"/>
          </ac:spMkLst>
        </pc:spChg>
        <pc:spChg chg="mod">
          <ac:chgData name="Ms Alina Arshad" userId="cccdfd85-d35d-4453-9c6f-a463aae40722" providerId="ADAL" clId="{1364CB91-912F-49DE-8B3C-BF00D872EB48}" dt="2024-11-02T06:29:13.930" v="134" actId="12"/>
          <ac:spMkLst>
            <pc:docMk/>
            <pc:sldMk cId="3941821503" sldId="325"/>
            <ac:spMk id="3" creationId="{00000000-0000-0000-0000-000000000000}"/>
          </ac:spMkLst>
        </pc:spChg>
        <pc:spChg chg="del">
          <ac:chgData name="Ms Alina Arshad" userId="cccdfd85-d35d-4453-9c6f-a463aae40722" providerId="ADAL" clId="{1364CB91-912F-49DE-8B3C-BF00D872EB48}" dt="2024-11-02T06:29:19.818" v="135" actId="478"/>
          <ac:spMkLst>
            <pc:docMk/>
            <pc:sldMk cId="3941821503" sldId="325"/>
            <ac:spMk id="4" creationId="{00000000-0000-0000-0000-000000000000}"/>
          </ac:spMkLst>
        </pc:spChg>
        <pc:spChg chg="del">
          <ac:chgData name="Ms Alina Arshad" userId="cccdfd85-d35d-4453-9c6f-a463aae40722" providerId="ADAL" clId="{1364CB91-912F-49DE-8B3C-BF00D872EB48}" dt="2024-11-02T06:29:22.147" v="136" actId="478"/>
          <ac:spMkLst>
            <pc:docMk/>
            <pc:sldMk cId="3941821503" sldId="325"/>
            <ac:spMk id="5" creationId="{00000000-0000-0000-0000-000000000000}"/>
          </ac:spMkLst>
        </pc:spChg>
      </pc:sldChg>
      <pc:sldChg chg="delSp modSp add mod ord">
        <pc:chgData name="Ms Alina Arshad" userId="cccdfd85-d35d-4453-9c6f-a463aae40722" providerId="ADAL" clId="{1364CB91-912F-49DE-8B3C-BF00D872EB48}" dt="2024-11-02T06:56:16.149" v="319"/>
        <pc:sldMkLst>
          <pc:docMk/>
          <pc:sldMk cId="2016548554" sldId="326"/>
        </pc:sldMkLst>
        <pc:spChg chg="mod">
          <ac:chgData name="Ms Alina Arshad" userId="cccdfd85-d35d-4453-9c6f-a463aae40722" providerId="ADAL" clId="{1364CB91-912F-49DE-8B3C-BF00D872EB48}" dt="2024-11-02T06:29:30.827" v="138" actId="113"/>
          <ac:spMkLst>
            <pc:docMk/>
            <pc:sldMk cId="2016548554" sldId="326"/>
            <ac:spMk id="2" creationId="{00000000-0000-0000-0000-000000000000}"/>
          </ac:spMkLst>
        </pc:spChg>
        <pc:spChg chg="mod">
          <ac:chgData name="Ms Alina Arshad" userId="cccdfd85-d35d-4453-9c6f-a463aae40722" providerId="ADAL" clId="{1364CB91-912F-49DE-8B3C-BF00D872EB48}" dt="2024-11-02T06:29:37.167" v="140" actId="12"/>
          <ac:spMkLst>
            <pc:docMk/>
            <pc:sldMk cId="2016548554" sldId="326"/>
            <ac:spMk id="3" creationId="{00000000-0000-0000-0000-000000000000}"/>
          </ac:spMkLst>
        </pc:spChg>
        <pc:spChg chg="del">
          <ac:chgData name="Ms Alina Arshad" userId="cccdfd85-d35d-4453-9c6f-a463aae40722" providerId="ADAL" clId="{1364CB91-912F-49DE-8B3C-BF00D872EB48}" dt="2024-11-02T06:29:40.177" v="141" actId="478"/>
          <ac:spMkLst>
            <pc:docMk/>
            <pc:sldMk cId="2016548554" sldId="326"/>
            <ac:spMk id="4" creationId="{00000000-0000-0000-0000-000000000000}"/>
          </ac:spMkLst>
        </pc:spChg>
        <pc:spChg chg="del">
          <ac:chgData name="Ms Alina Arshad" userId="cccdfd85-d35d-4453-9c6f-a463aae40722" providerId="ADAL" clId="{1364CB91-912F-49DE-8B3C-BF00D872EB48}" dt="2024-11-02T06:29:43.207" v="142" actId="478"/>
          <ac:spMkLst>
            <pc:docMk/>
            <pc:sldMk cId="2016548554" sldId="326"/>
            <ac:spMk id="5" creationId="{00000000-0000-0000-0000-000000000000}"/>
          </ac:spMkLst>
        </pc:spChg>
      </pc:sldChg>
      <pc:sldChg chg="add">
        <pc:chgData name="Ms Alina Arshad" userId="cccdfd85-d35d-4453-9c6f-a463aae40722" providerId="ADAL" clId="{1364CB91-912F-49DE-8B3C-BF00D872EB48}" dt="2024-11-02T06:56:40.582" v="321"/>
        <pc:sldMkLst>
          <pc:docMk/>
          <pc:sldMk cId="690273387" sldId="327"/>
        </pc:sldMkLst>
      </pc:sldChg>
      <pc:sldChg chg="delSp modSp add del mod">
        <pc:chgData name="Ms Alina Arshad" userId="cccdfd85-d35d-4453-9c6f-a463aae40722" providerId="ADAL" clId="{1364CB91-912F-49DE-8B3C-BF00D872EB48}" dt="2024-11-02T06:56:35.170" v="320" actId="2696"/>
        <pc:sldMkLst>
          <pc:docMk/>
          <pc:sldMk cId="2191909359" sldId="327"/>
        </pc:sldMkLst>
        <pc:spChg chg="mod">
          <ac:chgData name="Ms Alina Arshad" userId="cccdfd85-d35d-4453-9c6f-a463aae40722" providerId="ADAL" clId="{1364CB91-912F-49DE-8B3C-BF00D872EB48}" dt="2024-11-02T06:29:48.909" v="144" actId="113"/>
          <ac:spMkLst>
            <pc:docMk/>
            <pc:sldMk cId="2191909359" sldId="327"/>
            <ac:spMk id="2" creationId="{00000000-0000-0000-0000-000000000000}"/>
          </ac:spMkLst>
        </pc:spChg>
        <pc:spChg chg="mod">
          <ac:chgData name="Ms Alina Arshad" userId="cccdfd85-d35d-4453-9c6f-a463aae40722" providerId="ADAL" clId="{1364CB91-912F-49DE-8B3C-BF00D872EB48}" dt="2024-11-02T06:29:56.227" v="146" actId="12"/>
          <ac:spMkLst>
            <pc:docMk/>
            <pc:sldMk cId="2191909359" sldId="327"/>
            <ac:spMk id="3" creationId="{00000000-0000-0000-0000-000000000000}"/>
          </ac:spMkLst>
        </pc:spChg>
        <pc:spChg chg="del">
          <ac:chgData name="Ms Alina Arshad" userId="cccdfd85-d35d-4453-9c6f-a463aae40722" providerId="ADAL" clId="{1364CB91-912F-49DE-8B3C-BF00D872EB48}" dt="2024-11-02T06:29:58.610" v="147" actId="478"/>
          <ac:spMkLst>
            <pc:docMk/>
            <pc:sldMk cId="2191909359" sldId="327"/>
            <ac:spMk id="4" creationId="{00000000-0000-0000-0000-000000000000}"/>
          </ac:spMkLst>
        </pc:spChg>
        <pc:spChg chg="del">
          <ac:chgData name="Ms Alina Arshad" userId="cccdfd85-d35d-4453-9c6f-a463aae40722" providerId="ADAL" clId="{1364CB91-912F-49DE-8B3C-BF00D872EB48}" dt="2024-11-02T06:30:00.853" v="148" actId="478"/>
          <ac:spMkLst>
            <pc:docMk/>
            <pc:sldMk cId="2191909359" sldId="327"/>
            <ac:spMk id="5" creationId="{00000000-0000-0000-0000-000000000000}"/>
          </ac:spMkLst>
        </pc:spChg>
      </pc:sldChg>
      <pc:sldChg chg="add">
        <pc:chgData name="Ms Alina Arshad" userId="cccdfd85-d35d-4453-9c6f-a463aae40722" providerId="ADAL" clId="{1364CB91-912F-49DE-8B3C-BF00D872EB48}" dt="2024-11-02T06:56:40.582" v="321"/>
        <pc:sldMkLst>
          <pc:docMk/>
          <pc:sldMk cId="2753050028" sldId="328"/>
        </pc:sldMkLst>
      </pc:sldChg>
      <pc:sldChg chg="delSp modSp add del mod">
        <pc:chgData name="Ms Alina Arshad" userId="cccdfd85-d35d-4453-9c6f-a463aae40722" providerId="ADAL" clId="{1364CB91-912F-49DE-8B3C-BF00D872EB48}" dt="2024-11-02T06:56:35.170" v="320" actId="2696"/>
        <pc:sldMkLst>
          <pc:docMk/>
          <pc:sldMk cId="3629442417" sldId="328"/>
        </pc:sldMkLst>
        <pc:spChg chg="mod">
          <ac:chgData name="Ms Alina Arshad" userId="cccdfd85-d35d-4453-9c6f-a463aae40722" providerId="ADAL" clId="{1364CB91-912F-49DE-8B3C-BF00D872EB48}" dt="2024-11-02T06:30:09.237" v="150" actId="113"/>
          <ac:spMkLst>
            <pc:docMk/>
            <pc:sldMk cId="3629442417" sldId="328"/>
            <ac:spMk id="2" creationId="{00000000-0000-0000-0000-000000000000}"/>
          </ac:spMkLst>
        </pc:spChg>
        <pc:spChg chg="mod">
          <ac:chgData name="Ms Alina Arshad" userId="cccdfd85-d35d-4453-9c6f-a463aae40722" providerId="ADAL" clId="{1364CB91-912F-49DE-8B3C-BF00D872EB48}" dt="2024-11-02T06:30:16.078" v="152" actId="12"/>
          <ac:spMkLst>
            <pc:docMk/>
            <pc:sldMk cId="3629442417" sldId="328"/>
            <ac:spMk id="3" creationId="{00000000-0000-0000-0000-000000000000}"/>
          </ac:spMkLst>
        </pc:spChg>
        <pc:spChg chg="del">
          <ac:chgData name="Ms Alina Arshad" userId="cccdfd85-d35d-4453-9c6f-a463aae40722" providerId="ADAL" clId="{1364CB91-912F-49DE-8B3C-BF00D872EB48}" dt="2024-11-02T06:30:18.037" v="153" actId="478"/>
          <ac:spMkLst>
            <pc:docMk/>
            <pc:sldMk cId="3629442417" sldId="328"/>
            <ac:spMk id="4" creationId="{00000000-0000-0000-0000-000000000000}"/>
          </ac:spMkLst>
        </pc:spChg>
        <pc:spChg chg="del">
          <ac:chgData name="Ms Alina Arshad" userId="cccdfd85-d35d-4453-9c6f-a463aae40722" providerId="ADAL" clId="{1364CB91-912F-49DE-8B3C-BF00D872EB48}" dt="2024-11-02T06:30:19.688" v="154" actId="478"/>
          <ac:spMkLst>
            <pc:docMk/>
            <pc:sldMk cId="3629442417" sldId="328"/>
            <ac:spMk id="5" creationId="{00000000-0000-0000-0000-000000000000}"/>
          </ac:spMkLst>
        </pc:spChg>
      </pc:sldChg>
      <pc:sldChg chg="delSp modSp add mod">
        <pc:chgData name="Ms Alina Arshad" userId="cccdfd85-d35d-4453-9c6f-a463aae40722" providerId="ADAL" clId="{1364CB91-912F-49DE-8B3C-BF00D872EB48}" dt="2024-11-02T06:30:35.488" v="160" actId="478"/>
        <pc:sldMkLst>
          <pc:docMk/>
          <pc:sldMk cId="2998938308" sldId="329"/>
        </pc:sldMkLst>
        <pc:spChg chg="mod">
          <ac:chgData name="Ms Alina Arshad" userId="cccdfd85-d35d-4453-9c6f-a463aae40722" providerId="ADAL" clId="{1364CB91-912F-49DE-8B3C-BF00D872EB48}" dt="2024-11-02T06:30:25.767" v="156" actId="113"/>
          <ac:spMkLst>
            <pc:docMk/>
            <pc:sldMk cId="2998938308" sldId="329"/>
            <ac:spMk id="2" creationId="{00000000-0000-0000-0000-000000000000}"/>
          </ac:spMkLst>
        </pc:spChg>
        <pc:spChg chg="mod">
          <ac:chgData name="Ms Alina Arshad" userId="cccdfd85-d35d-4453-9c6f-a463aae40722" providerId="ADAL" clId="{1364CB91-912F-49DE-8B3C-BF00D872EB48}" dt="2024-11-02T06:30:31.812" v="158" actId="12"/>
          <ac:spMkLst>
            <pc:docMk/>
            <pc:sldMk cId="2998938308" sldId="329"/>
            <ac:spMk id="3" creationId="{00000000-0000-0000-0000-000000000000}"/>
          </ac:spMkLst>
        </pc:spChg>
        <pc:spChg chg="del">
          <ac:chgData name="Ms Alina Arshad" userId="cccdfd85-d35d-4453-9c6f-a463aae40722" providerId="ADAL" clId="{1364CB91-912F-49DE-8B3C-BF00D872EB48}" dt="2024-11-02T06:30:33.657" v="159" actId="478"/>
          <ac:spMkLst>
            <pc:docMk/>
            <pc:sldMk cId="2998938308" sldId="329"/>
            <ac:spMk id="4" creationId="{00000000-0000-0000-0000-000000000000}"/>
          </ac:spMkLst>
        </pc:spChg>
        <pc:spChg chg="del">
          <ac:chgData name="Ms Alina Arshad" userId="cccdfd85-d35d-4453-9c6f-a463aae40722" providerId="ADAL" clId="{1364CB91-912F-49DE-8B3C-BF00D872EB48}" dt="2024-11-02T06:30:35.488" v="160" actId="478"/>
          <ac:spMkLst>
            <pc:docMk/>
            <pc:sldMk cId="2998938308" sldId="329"/>
            <ac:spMk id="5" creationId="{00000000-0000-0000-0000-000000000000}"/>
          </ac:spMkLst>
        </pc:spChg>
      </pc:sldChg>
      <pc:sldChg chg="del">
        <pc:chgData name="Ms Alina Arshad" userId="cccdfd85-d35d-4453-9c6f-a463aae40722" providerId="ADAL" clId="{1364CB91-912F-49DE-8B3C-BF00D872EB48}" dt="2024-11-02T06:19:16.304" v="46" actId="47"/>
        <pc:sldMkLst>
          <pc:docMk/>
          <pc:sldMk cId="364105119" sldId="330"/>
        </pc:sldMkLst>
      </pc:sldChg>
      <pc:sldChg chg="del">
        <pc:chgData name="Ms Alina Arshad" userId="cccdfd85-d35d-4453-9c6f-a463aae40722" providerId="ADAL" clId="{1364CB91-912F-49DE-8B3C-BF00D872EB48}" dt="2024-11-02T06:19:16.576" v="47" actId="47"/>
        <pc:sldMkLst>
          <pc:docMk/>
          <pc:sldMk cId="3507957172" sldId="331"/>
        </pc:sldMkLst>
      </pc:sldChg>
      <pc:sldChg chg="del">
        <pc:chgData name="Ms Alina Arshad" userId="cccdfd85-d35d-4453-9c6f-a463aae40722" providerId="ADAL" clId="{1364CB91-912F-49DE-8B3C-BF00D872EB48}" dt="2024-11-02T06:19:16.896" v="48" actId="47"/>
        <pc:sldMkLst>
          <pc:docMk/>
          <pc:sldMk cId="2370268370" sldId="332"/>
        </pc:sldMkLst>
      </pc:sldChg>
      <pc:sldChg chg="del">
        <pc:chgData name="Ms Alina Arshad" userId="cccdfd85-d35d-4453-9c6f-a463aae40722" providerId="ADAL" clId="{1364CB91-912F-49DE-8B3C-BF00D872EB48}" dt="2024-11-02T06:19:17.154" v="49" actId="47"/>
        <pc:sldMkLst>
          <pc:docMk/>
          <pc:sldMk cId="4266472454" sldId="333"/>
        </pc:sldMkLst>
      </pc:sldChg>
      <pc:sldChg chg="del">
        <pc:chgData name="Ms Alina Arshad" userId="cccdfd85-d35d-4453-9c6f-a463aae40722" providerId="ADAL" clId="{1364CB91-912F-49DE-8B3C-BF00D872EB48}" dt="2024-11-02T06:19:17.830" v="51" actId="47"/>
        <pc:sldMkLst>
          <pc:docMk/>
          <pc:sldMk cId="3773565437" sldId="337"/>
        </pc:sldMkLst>
      </pc:sldChg>
      <pc:sldChg chg="del">
        <pc:chgData name="Ms Alina Arshad" userId="cccdfd85-d35d-4453-9c6f-a463aae40722" providerId="ADAL" clId="{1364CB91-912F-49DE-8B3C-BF00D872EB48}" dt="2024-11-02T06:19:17.927" v="53" actId="47"/>
        <pc:sldMkLst>
          <pc:docMk/>
          <pc:sldMk cId="4279161592" sldId="338"/>
        </pc:sldMkLst>
      </pc:sldChg>
      <pc:sldChg chg="del">
        <pc:chgData name="Ms Alina Arshad" userId="cccdfd85-d35d-4453-9c6f-a463aae40722" providerId="ADAL" clId="{1364CB91-912F-49DE-8B3C-BF00D872EB48}" dt="2024-11-02T06:19:17.324" v="50" actId="47"/>
        <pc:sldMkLst>
          <pc:docMk/>
          <pc:sldMk cId="2667064654" sldId="357"/>
        </pc:sldMkLst>
      </pc:sldChg>
      <pc:sldChg chg="del">
        <pc:chgData name="Ms Alina Arshad" userId="cccdfd85-d35d-4453-9c6f-a463aae40722" providerId="ADAL" clId="{1364CB91-912F-49DE-8B3C-BF00D872EB48}" dt="2024-11-02T06:19:17.939" v="54" actId="47"/>
        <pc:sldMkLst>
          <pc:docMk/>
          <pc:sldMk cId="2359417472" sldId="358"/>
        </pc:sldMkLst>
      </pc:sldChg>
      <pc:sldChg chg="del">
        <pc:chgData name="Ms Alina Arshad" userId="cccdfd85-d35d-4453-9c6f-a463aae40722" providerId="ADAL" clId="{1364CB91-912F-49DE-8B3C-BF00D872EB48}" dt="2024-11-02T06:19:17.871" v="52" actId="47"/>
        <pc:sldMkLst>
          <pc:docMk/>
          <pc:sldMk cId="3871777962" sldId="359"/>
        </pc:sldMkLst>
      </pc:sldChg>
      <pc:sldChg chg="modSp add del mod">
        <pc:chgData name="Ms Alina Arshad" userId="cccdfd85-d35d-4453-9c6f-a463aae40722" providerId="ADAL" clId="{1364CB91-912F-49DE-8B3C-BF00D872EB48}" dt="2024-11-02T06:19:00.022" v="43" actId="47"/>
        <pc:sldMkLst>
          <pc:docMk/>
          <pc:sldMk cId="2348086917" sldId="360"/>
        </pc:sldMkLst>
        <pc:spChg chg="mod">
          <ac:chgData name="Ms Alina Arshad" userId="cccdfd85-d35d-4453-9c6f-a463aae40722" providerId="ADAL" clId="{1364CB91-912F-49DE-8B3C-BF00D872EB48}" dt="2024-11-02T06:18:26.630" v="2" actId="20577"/>
          <ac:spMkLst>
            <pc:docMk/>
            <pc:sldMk cId="2348086917" sldId="360"/>
            <ac:spMk id="2" creationId="{00000000-0000-0000-0000-000000000000}"/>
          </ac:spMkLst>
        </pc:spChg>
        <pc:spChg chg="mod">
          <ac:chgData name="Ms Alina Arshad" userId="cccdfd85-d35d-4453-9c6f-a463aae40722" providerId="ADAL" clId="{1364CB91-912F-49DE-8B3C-BF00D872EB48}" dt="2024-11-02T06:18:31.509" v="3" actId="207"/>
          <ac:spMkLst>
            <pc:docMk/>
            <pc:sldMk cId="2348086917" sldId="360"/>
            <ac:spMk id="5" creationId="{00000000-0000-0000-0000-000000000000}"/>
          </ac:spMkLst>
        </pc:spChg>
      </pc:sldChg>
      <pc:sldChg chg="delSp modSp add del mod">
        <pc:chgData name="Ms Alina Arshad" userId="cccdfd85-d35d-4453-9c6f-a463aae40722" providerId="ADAL" clId="{1364CB91-912F-49DE-8B3C-BF00D872EB48}" dt="2024-11-02T06:53:23.383" v="305" actId="20577"/>
        <pc:sldMkLst>
          <pc:docMk/>
          <pc:sldMk cId="558442302" sldId="361"/>
        </pc:sldMkLst>
        <pc:spChg chg="mod">
          <ac:chgData name="Ms Alina Arshad" userId="cccdfd85-d35d-4453-9c6f-a463aae40722" providerId="ADAL" clId="{1364CB91-912F-49DE-8B3C-BF00D872EB48}" dt="2024-11-02T06:53:23.383" v="305" actId="20577"/>
          <ac:spMkLst>
            <pc:docMk/>
            <pc:sldMk cId="558442302" sldId="361"/>
            <ac:spMk id="2" creationId="{00000000-0000-0000-0000-000000000000}"/>
          </ac:spMkLst>
        </pc:spChg>
        <pc:spChg chg="mod">
          <ac:chgData name="Ms Alina Arshad" userId="cccdfd85-d35d-4453-9c6f-a463aae40722" providerId="ADAL" clId="{1364CB91-912F-49DE-8B3C-BF00D872EB48}" dt="2024-11-02T06:30:52.907" v="164" actId="207"/>
          <ac:spMkLst>
            <pc:docMk/>
            <pc:sldMk cId="558442302" sldId="361"/>
            <ac:spMk id="3" creationId="{00000000-0000-0000-0000-000000000000}"/>
          </ac:spMkLst>
        </pc:spChg>
        <pc:spChg chg="del">
          <ac:chgData name="Ms Alina Arshad" userId="cccdfd85-d35d-4453-9c6f-a463aae40722" providerId="ADAL" clId="{1364CB91-912F-49DE-8B3C-BF00D872EB48}" dt="2024-11-02T06:30:55.340" v="165" actId="478"/>
          <ac:spMkLst>
            <pc:docMk/>
            <pc:sldMk cId="558442302" sldId="361"/>
            <ac:spMk id="4" creationId="{00000000-0000-0000-0000-000000000000}"/>
          </ac:spMkLst>
        </pc:spChg>
        <pc:spChg chg="del">
          <ac:chgData name="Ms Alina Arshad" userId="cccdfd85-d35d-4453-9c6f-a463aae40722" providerId="ADAL" clId="{1364CB91-912F-49DE-8B3C-BF00D872EB48}" dt="2024-11-02T06:30:58.468" v="166" actId="478"/>
          <ac:spMkLst>
            <pc:docMk/>
            <pc:sldMk cId="558442302" sldId="361"/>
            <ac:spMk id="5" creationId="{00000000-0000-0000-0000-000000000000}"/>
          </ac:spMkLst>
        </pc:spChg>
      </pc:sldChg>
      <pc:sldChg chg="add del">
        <pc:chgData name="Ms Alina Arshad" userId="cccdfd85-d35d-4453-9c6f-a463aae40722" providerId="ADAL" clId="{1364CB91-912F-49DE-8B3C-BF00D872EB48}" dt="2024-11-02T06:51:05.584" v="293" actId="2696"/>
        <pc:sldMkLst>
          <pc:docMk/>
          <pc:sldMk cId="0" sldId="372"/>
        </pc:sldMkLst>
      </pc:sldChg>
      <pc:sldChg chg="add">
        <pc:chgData name="Ms Alina Arshad" userId="cccdfd85-d35d-4453-9c6f-a463aae40722" providerId="ADAL" clId="{1364CB91-912F-49DE-8B3C-BF00D872EB48}" dt="2024-11-02T06:54:26.823" v="309"/>
        <pc:sldMkLst>
          <pc:docMk/>
          <pc:sldMk cId="3604710834" sldId="372"/>
        </pc:sldMkLst>
      </pc:sldChg>
      <pc:sldChg chg="add del">
        <pc:chgData name="Ms Alina Arshad" userId="cccdfd85-d35d-4453-9c6f-a463aae40722" providerId="ADAL" clId="{1364CB91-912F-49DE-8B3C-BF00D872EB48}" dt="2024-11-02T06:54:14.551" v="307" actId="2696"/>
        <pc:sldMkLst>
          <pc:docMk/>
          <pc:sldMk cId="3995079112" sldId="372"/>
        </pc:sldMkLst>
      </pc:sldChg>
      <pc:sldChg chg="modSp add mod">
        <pc:chgData name="Ms Alina Arshad" userId="cccdfd85-d35d-4453-9c6f-a463aae40722" providerId="ADAL" clId="{1364CB91-912F-49DE-8B3C-BF00D872EB48}" dt="2024-11-09T07:45:46.686" v="322" actId="20577"/>
        <pc:sldMkLst>
          <pc:docMk/>
          <pc:sldMk cId="0" sldId="391"/>
        </pc:sldMkLst>
        <pc:spChg chg="mod">
          <ac:chgData name="Ms Alina Arshad" userId="cccdfd85-d35d-4453-9c6f-a463aae40722" providerId="ADAL" clId="{1364CB91-912F-49DE-8B3C-BF00D872EB48}" dt="2024-11-02T06:42:31.373" v="171" actId="113"/>
          <ac:spMkLst>
            <pc:docMk/>
            <pc:sldMk cId="0" sldId="391"/>
            <ac:spMk id="18434" creationId="{D85402E4-FA3C-4898-1A62-C8E34255E495}"/>
          </ac:spMkLst>
        </pc:spChg>
        <pc:spChg chg="mod">
          <ac:chgData name="Ms Alina Arshad" userId="cccdfd85-d35d-4453-9c6f-a463aae40722" providerId="ADAL" clId="{1364CB91-912F-49DE-8B3C-BF00D872EB48}" dt="2024-11-09T07:45:46.686" v="322" actId="20577"/>
          <ac:spMkLst>
            <pc:docMk/>
            <pc:sldMk cId="0" sldId="391"/>
            <ac:spMk id="32771" creationId="{B279077A-3227-A67D-72E7-7BA59EEC8A1F}"/>
          </ac:spMkLst>
        </pc:spChg>
      </pc:sldChg>
      <pc:sldChg chg="modSp add mod">
        <pc:chgData name="Ms Alina Arshad" userId="cccdfd85-d35d-4453-9c6f-a463aae40722" providerId="ADAL" clId="{1364CB91-912F-49DE-8B3C-BF00D872EB48}" dt="2024-11-02T06:49:11.435" v="283" actId="5793"/>
        <pc:sldMkLst>
          <pc:docMk/>
          <pc:sldMk cId="0" sldId="392"/>
        </pc:sldMkLst>
        <pc:spChg chg="mod">
          <ac:chgData name="Ms Alina Arshad" userId="cccdfd85-d35d-4453-9c6f-a463aae40722" providerId="ADAL" clId="{1364CB91-912F-49DE-8B3C-BF00D872EB48}" dt="2024-11-02T06:43:07.334" v="186" actId="1076"/>
          <ac:spMkLst>
            <pc:docMk/>
            <pc:sldMk cId="0" sldId="392"/>
            <ac:spMk id="19458" creationId="{AB7EAED9-A9FC-0149-6540-56D616E23B72}"/>
          </ac:spMkLst>
        </pc:spChg>
        <pc:spChg chg="mod">
          <ac:chgData name="Ms Alina Arshad" userId="cccdfd85-d35d-4453-9c6f-a463aae40722" providerId="ADAL" clId="{1364CB91-912F-49DE-8B3C-BF00D872EB48}" dt="2024-11-02T06:49:11.435" v="283" actId="5793"/>
          <ac:spMkLst>
            <pc:docMk/>
            <pc:sldMk cId="0" sldId="392"/>
            <ac:spMk id="19459" creationId="{7AA0E679-3824-AF4B-9FEC-3160AB8F7C5C}"/>
          </ac:spMkLst>
        </pc:spChg>
      </pc:sldChg>
      <pc:sldChg chg="add ord">
        <pc:chgData name="Ms Alina Arshad" userId="cccdfd85-d35d-4453-9c6f-a463aae40722" providerId="ADAL" clId="{1364CB91-912F-49DE-8B3C-BF00D872EB48}" dt="2024-11-02T06:50:26.048" v="286"/>
        <pc:sldMkLst>
          <pc:docMk/>
          <pc:sldMk cId="0" sldId="393"/>
        </pc:sldMkLst>
      </pc:sldChg>
      <pc:sldChg chg="add del">
        <pc:chgData name="Ms Alina Arshad" userId="cccdfd85-d35d-4453-9c6f-a463aae40722" providerId="ADAL" clId="{1364CB91-912F-49DE-8B3C-BF00D872EB48}" dt="2024-11-02T06:51:05.584" v="293" actId="2696"/>
        <pc:sldMkLst>
          <pc:docMk/>
          <pc:sldMk cId="0" sldId="394"/>
        </pc:sldMkLst>
      </pc:sldChg>
      <pc:sldChg chg="add">
        <pc:chgData name="Ms Alina Arshad" userId="cccdfd85-d35d-4453-9c6f-a463aae40722" providerId="ADAL" clId="{1364CB91-912F-49DE-8B3C-BF00D872EB48}" dt="2024-11-02T06:54:26.823" v="309"/>
        <pc:sldMkLst>
          <pc:docMk/>
          <pc:sldMk cId="296988037" sldId="394"/>
        </pc:sldMkLst>
      </pc:sldChg>
      <pc:sldChg chg="add del">
        <pc:chgData name="Ms Alina Arshad" userId="cccdfd85-d35d-4453-9c6f-a463aae40722" providerId="ADAL" clId="{1364CB91-912F-49DE-8B3C-BF00D872EB48}" dt="2024-11-02T06:54:14.551" v="307" actId="2696"/>
        <pc:sldMkLst>
          <pc:docMk/>
          <pc:sldMk cId="905887468" sldId="394"/>
        </pc:sldMkLst>
      </pc:sldChg>
      <pc:sldChg chg="add del">
        <pc:chgData name="Ms Alina Arshad" userId="cccdfd85-d35d-4453-9c6f-a463aae40722" providerId="ADAL" clId="{1364CB91-912F-49DE-8B3C-BF00D872EB48}" dt="2024-11-02T06:54:48.656" v="310" actId="2696"/>
        <pc:sldMkLst>
          <pc:docMk/>
          <pc:sldMk cId="0" sldId="395"/>
        </pc:sldMkLst>
      </pc:sldChg>
      <pc:sldChg chg="add">
        <pc:chgData name="Ms Alina Arshad" userId="cccdfd85-d35d-4453-9c6f-a463aae40722" providerId="ADAL" clId="{1364CB91-912F-49DE-8B3C-BF00D872EB48}" dt="2024-11-02T06:54:54.984" v="311"/>
        <pc:sldMkLst>
          <pc:docMk/>
          <pc:sldMk cId="2742882357" sldId="395"/>
        </pc:sldMkLst>
      </pc:sldChg>
      <pc:sldChg chg="add del">
        <pc:chgData name="Ms Alina Arshad" userId="cccdfd85-d35d-4453-9c6f-a463aae40722" providerId="ADAL" clId="{1364CB91-912F-49DE-8B3C-BF00D872EB48}" dt="2024-11-02T06:54:48.656" v="310" actId="2696"/>
        <pc:sldMkLst>
          <pc:docMk/>
          <pc:sldMk cId="0" sldId="396"/>
        </pc:sldMkLst>
      </pc:sldChg>
      <pc:sldChg chg="add">
        <pc:chgData name="Ms Alina Arshad" userId="cccdfd85-d35d-4453-9c6f-a463aae40722" providerId="ADAL" clId="{1364CB91-912F-49DE-8B3C-BF00D872EB48}" dt="2024-11-02T06:54:54.984" v="311"/>
        <pc:sldMkLst>
          <pc:docMk/>
          <pc:sldMk cId="1909533186" sldId="396"/>
        </pc:sldMkLst>
      </pc:sldChg>
      <pc:sldChg chg="modSp add mod ord">
        <pc:chgData name="Ms Alina Arshad" userId="cccdfd85-d35d-4453-9c6f-a463aae40722" providerId="ADAL" clId="{1364CB91-912F-49DE-8B3C-BF00D872EB48}" dt="2024-11-10T04:34:31.791" v="323" actId="14100"/>
        <pc:sldMkLst>
          <pc:docMk/>
          <pc:sldMk cId="0" sldId="397"/>
        </pc:sldMkLst>
        <pc:spChg chg="mod">
          <ac:chgData name="Ms Alina Arshad" userId="cccdfd85-d35d-4453-9c6f-a463aae40722" providerId="ADAL" clId="{1364CB91-912F-49DE-8B3C-BF00D872EB48}" dt="2024-11-10T04:34:31.791" v="323" actId="14100"/>
          <ac:spMkLst>
            <pc:docMk/>
            <pc:sldMk cId="0" sldId="397"/>
            <ac:spMk id="6" creationId="{70C70A81-D4C5-7295-0384-5A9CCCF2A6EA}"/>
          </ac:spMkLst>
        </pc:spChg>
        <pc:spChg chg="mod">
          <ac:chgData name="Ms Alina Arshad" userId="cccdfd85-d35d-4453-9c6f-a463aae40722" providerId="ADAL" clId="{1364CB91-912F-49DE-8B3C-BF00D872EB48}" dt="2024-11-02T06:44:11.919" v="197" actId="1076"/>
          <ac:spMkLst>
            <pc:docMk/>
            <pc:sldMk cId="0" sldId="397"/>
            <ac:spMk id="20482" creationId="{969C9832-9084-680F-3CF4-2CBE14C33109}"/>
          </ac:spMkLst>
        </pc:spChg>
      </pc:sldChg>
      <pc:sldChg chg="modSp add mod ord">
        <pc:chgData name="Ms Alina Arshad" userId="cccdfd85-d35d-4453-9c6f-a463aae40722" providerId="ADAL" clId="{1364CB91-912F-49DE-8B3C-BF00D872EB48}" dt="2024-11-02T06:50:36.196" v="290"/>
        <pc:sldMkLst>
          <pc:docMk/>
          <pc:sldMk cId="0" sldId="398"/>
        </pc:sldMkLst>
        <pc:spChg chg="mod">
          <ac:chgData name="Ms Alina Arshad" userId="cccdfd85-d35d-4453-9c6f-a463aae40722" providerId="ADAL" clId="{1364CB91-912F-49DE-8B3C-BF00D872EB48}" dt="2024-11-02T06:44:53.332" v="210" actId="1076"/>
          <ac:spMkLst>
            <pc:docMk/>
            <pc:sldMk cId="0" sldId="398"/>
            <ac:spMk id="21506" creationId="{F669FA72-D846-A0F9-3A6C-7C33D1F14139}"/>
          </ac:spMkLst>
        </pc:spChg>
        <pc:spChg chg="mod">
          <ac:chgData name="Ms Alina Arshad" userId="cccdfd85-d35d-4453-9c6f-a463aae40722" providerId="ADAL" clId="{1364CB91-912F-49DE-8B3C-BF00D872EB48}" dt="2024-11-02T06:45:10.457" v="217" actId="14100"/>
          <ac:spMkLst>
            <pc:docMk/>
            <pc:sldMk cId="0" sldId="398"/>
            <ac:spMk id="21507" creationId="{2A2622ED-205A-F200-E15D-74340B7AB6A0}"/>
          </ac:spMkLst>
        </pc:spChg>
      </pc:sldChg>
      <pc:sldChg chg="modSp add mod ord">
        <pc:chgData name="Ms Alina Arshad" userId="cccdfd85-d35d-4453-9c6f-a463aae40722" providerId="ADAL" clId="{1364CB91-912F-49DE-8B3C-BF00D872EB48}" dt="2024-11-10T04:36:50.080" v="331" actId="5793"/>
        <pc:sldMkLst>
          <pc:docMk/>
          <pc:sldMk cId="0" sldId="399"/>
        </pc:sldMkLst>
        <pc:spChg chg="mod">
          <ac:chgData name="Ms Alina Arshad" userId="cccdfd85-d35d-4453-9c6f-a463aae40722" providerId="ADAL" clId="{1364CB91-912F-49DE-8B3C-BF00D872EB48}" dt="2024-11-02T06:45:19.553" v="220" actId="14100"/>
          <ac:spMkLst>
            <pc:docMk/>
            <pc:sldMk cId="0" sldId="399"/>
            <ac:spMk id="22530" creationId="{65561E2C-93A8-2AD0-B568-1FAC64C46271}"/>
          </ac:spMkLst>
        </pc:spChg>
        <pc:spChg chg="mod">
          <ac:chgData name="Ms Alina Arshad" userId="cccdfd85-d35d-4453-9c6f-a463aae40722" providerId="ADAL" clId="{1364CB91-912F-49DE-8B3C-BF00D872EB48}" dt="2024-11-10T04:36:50.080" v="331" actId="5793"/>
          <ac:spMkLst>
            <pc:docMk/>
            <pc:sldMk cId="0" sldId="399"/>
            <ac:spMk id="31747" creationId="{3B0CE29D-4B48-5C6C-0B2E-9AE293646800}"/>
          </ac:spMkLst>
        </pc:spChg>
        <pc:picChg chg="mod">
          <ac:chgData name="Ms Alina Arshad" userId="cccdfd85-d35d-4453-9c6f-a463aae40722" providerId="ADAL" clId="{1364CB91-912F-49DE-8B3C-BF00D872EB48}" dt="2024-11-10T04:36:46.671" v="330" actId="1035"/>
          <ac:picMkLst>
            <pc:docMk/>
            <pc:sldMk cId="0" sldId="399"/>
            <ac:picMk id="31748" creationId="{1A10D5F9-D0DF-D809-0A78-08F71837FE4B}"/>
          </ac:picMkLst>
        </pc:picChg>
      </pc:sldChg>
      <pc:sldChg chg="modSp add mod">
        <pc:chgData name="Ms Alina Arshad" userId="cccdfd85-d35d-4453-9c6f-a463aae40722" providerId="ADAL" clId="{1364CB91-912F-49DE-8B3C-BF00D872EB48}" dt="2024-11-02T06:46:50.978" v="247" actId="403"/>
        <pc:sldMkLst>
          <pc:docMk/>
          <pc:sldMk cId="0" sldId="400"/>
        </pc:sldMkLst>
        <pc:spChg chg="mod">
          <ac:chgData name="Ms Alina Arshad" userId="cccdfd85-d35d-4453-9c6f-a463aae40722" providerId="ADAL" clId="{1364CB91-912F-49DE-8B3C-BF00D872EB48}" dt="2024-11-02T06:46:12.907" v="235" actId="1076"/>
          <ac:spMkLst>
            <pc:docMk/>
            <pc:sldMk cId="0" sldId="400"/>
            <ac:spMk id="23554" creationId="{31938720-2BAF-F8FA-57DF-BCAA011563E1}"/>
          </ac:spMkLst>
        </pc:spChg>
        <pc:spChg chg="mod">
          <ac:chgData name="Ms Alina Arshad" userId="cccdfd85-d35d-4453-9c6f-a463aae40722" providerId="ADAL" clId="{1364CB91-912F-49DE-8B3C-BF00D872EB48}" dt="2024-11-02T06:46:50.978" v="247" actId="403"/>
          <ac:spMkLst>
            <pc:docMk/>
            <pc:sldMk cId="0" sldId="400"/>
            <ac:spMk id="35843" creationId="{09A16361-8BAE-78F5-3812-6B2C8013B2F8}"/>
          </ac:spMkLst>
        </pc:spChg>
      </pc:sldChg>
      <pc:sldChg chg="modSp add mod">
        <pc:chgData name="Ms Alina Arshad" userId="cccdfd85-d35d-4453-9c6f-a463aae40722" providerId="ADAL" clId="{1364CB91-912F-49DE-8B3C-BF00D872EB48}" dt="2024-11-02T06:47:23.303" v="259" actId="5793"/>
        <pc:sldMkLst>
          <pc:docMk/>
          <pc:sldMk cId="0" sldId="401"/>
        </pc:sldMkLst>
        <pc:spChg chg="mod">
          <ac:chgData name="Ms Alina Arshad" userId="cccdfd85-d35d-4453-9c6f-a463aae40722" providerId="ADAL" clId="{1364CB91-912F-49DE-8B3C-BF00D872EB48}" dt="2024-11-02T06:47:01.056" v="250" actId="1076"/>
          <ac:spMkLst>
            <pc:docMk/>
            <pc:sldMk cId="0" sldId="401"/>
            <ac:spMk id="24578" creationId="{3B9C80CE-93D3-85B7-E0EB-A0A5C4DD4390}"/>
          </ac:spMkLst>
        </pc:spChg>
        <pc:spChg chg="mod">
          <ac:chgData name="Ms Alina Arshad" userId="cccdfd85-d35d-4453-9c6f-a463aae40722" providerId="ADAL" clId="{1364CB91-912F-49DE-8B3C-BF00D872EB48}" dt="2024-11-02T06:47:23.303" v="259" actId="5793"/>
          <ac:spMkLst>
            <pc:docMk/>
            <pc:sldMk cId="0" sldId="401"/>
            <ac:spMk id="35843" creationId="{86B167EC-7473-5FA1-DA76-CE27C24913D8}"/>
          </ac:spMkLst>
        </pc:spChg>
      </pc:sldChg>
      <pc:sldChg chg="modSp add mod">
        <pc:chgData name="Ms Alina Arshad" userId="cccdfd85-d35d-4453-9c6f-a463aae40722" providerId="ADAL" clId="{1364CB91-912F-49DE-8B3C-BF00D872EB48}" dt="2024-11-02T06:47:36.533" v="264" actId="1076"/>
        <pc:sldMkLst>
          <pc:docMk/>
          <pc:sldMk cId="0" sldId="402"/>
        </pc:sldMkLst>
        <pc:spChg chg="mod">
          <ac:chgData name="Ms Alina Arshad" userId="cccdfd85-d35d-4453-9c6f-a463aae40722" providerId="ADAL" clId="{1364CB91-912F-49DE-8B3C-BF00D872EB48}" dt="2024-11-02T06:47:30.244" v="261" actId="113"/>
          <ac:spMkLst>
            <pc:docMk/>
            <pc:sldMk cId="0" sldId="402"/>
            <ac:spMk id="25602" creationId="{174E5270-2132-735D-B59C-8D8385771123}"/>
          </ac:spMkLst>
        </pc:spChg>
        <pc:picChg chg="mod">
          <ac:chgData name="Ms Alina Arshad" userId="cccdfd85-d35d-4453-9c6f-a463aae40722" providerId="ADAL" clId="{1364CB91-912F-49DE-8B3C-BF00D872EB48}" dt="2024-11-02T06:47:36.533" v="264" actId="1076"/>
          <ac:picMkLst>
            <pc:docMk/>
            <pc:sldMk cId="0" sldId="402"/>
            <ac:picMk id="25603" creationId="{09964B15-C0C8-6772-4994-A618DF11713B}"/>
          </ac:picMkLst>
        </pc:picChg>
      </pc:sldChg>
      <pc:sldChg chg="modSp add del mod">
        <pc:chgData name="Ms Alina Arshad" userId="cccdfd85-d35d-4453-9c6f-a463aae40722" providerId="ADAL" clId="{1364CB91-912F-49DE-8B3C-BF00D872EB48}" dt="2024-11-02T06:54:48.656" v="310" actId="2696"/>
        <pc:sldMkLst>
          <pc:docMk/>
          <pc:sldMk cId="0" sldId="403"/>
        </pc:sldMkLst>
        <pc:spChg chg="mod">
          <ac:chgData name="Ms Alina Arshad" userId="cccdfd85-d35d-4453-9c6f-a463aae40722" providerId="ADAL" clId="{1364CB91-912F-49DE-8B3C-BF00D872EB48}" dt="2024-11-02T06:47:47.005" v="267" actId="1076"/>
          <ac:spMkLst>
            <pc:docMk/>
            <pc:sldMk cId="0" sldId="403"/>
            <ac:spMk id="26626" creationId="{C288F504-7144-7C84-65CA-52D0BBC76BCB}"/>
          </ac:spMkLst>
        </pc:spChg>
        <pc:spChg chg="mod">
          <ac:chgData name="Ms Alina Arshad" userId="cccdfd85-d35d-4453-9c6f-a463aae40722" providerId="ADAL" clId="{1364CB91-912F-49DE-8B3C-BF00D872EB48}" dt="2024-11-02T06:48:34.672" v="280" actId="207"/>
          <ac:spMkLst>
            <pc:docMk/>
            <pc:sldMk cId="0" sldId="403"/>
            <ac:spMk id="26627" creationId="{0440E61D-44C2-2DE5-AE3D-7E1E7913161E}"/>
          </ac:spMkLst>
        </pc:spChg>
      </pc:sldChg>
      <pc:sldChg chg="add del">
        <pc:chgData name="Ms Alina Arshad" userId="cccdfd85-d35d-4453-9c6f-a463aae40722" providerId="ADAL" clId="{1364CB91-912F-49DE-8B3C-BF00D872EB48}" dt="2024-11-02T06:55:33.968" v="312" actId="2696"/>
        <pc:sldMkLst>
          <pc:docMk/>
          <pc:sldMk cId="2158256151" sldId="403"/>
        </pc:sldMkLst>
      </pc:sldChg>
      <pc:sldChg chg="add">
        <pc:chgData name="Ms Alina Arshad" userId="cccdfd85-d35d-4453-9c6f-a463aae40722" providerId="ADAL" clId="{1364CB91-912F-49DE-8B3C-BF00D872EB48}" dt="2024-11-02T06:55:42.652" v="313"/>
        <pc:sldMkLst>
          <pc:docMk/>
          <pc:sldMk cId="3624850027" sldId="403"/>
        </pc:sldMkLst>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B4FCDD3C-9C08-4B0D-A58A-4A454E2565E2}"/>
    <pc:docChg chg="undo custSel addSld delSld modSld sldOrd">
      <pc:chgData name="Ms Alina Arshad" userId="cccdfd85-d35d-4453-9c6f-a463aae40722" providerId="ADAL" clId="{B4FCDD3C-9C08-4B0D-A58A-4A454E2565E2}" dt="2024-10-20T13:36:23.288" v="164" actId="1076"/>
      <pc:docMkLst>
        <pc:docMk/>
      </pc:docMkLst>
      <pc:sldChg chg="del">
        <pc:chgData name="Ms Alina Arshad" userId="cccdfd85-d35d-4453-9c6f-a463aae40722" providerId="ADAL" clId="{B4FCDD3C-9C08-4B0D-A58A-4A454E2565E2}" dt="2024-10-15T13:09:44.127" v="7" actId="47"/>
        <pc:sldMkLst>
          <pc:docMk/>
          <pc:sldMk cId="987785057" sldId="258"/>
        </pc:sldMkLst>
      </pc:sldChg>
      <pc:sldChg chg="del">
        <pc:chgData name="Ms Alina Arshad" userId="cccdfd85-d35d-4453-9c6f-a463aae40722" providerId="ADAL" clId="{B4FCDD3C-9C08-4B0D-A58A-4A454E2565E2}" dt="2024-10-15T13:09:45.094" v="9" actId="47"/>
        <pc:sldMkLst>
          <pc:docMk/>
          <pc:sldMk cId="3777174035" sldId="314"/>
        </pc:sldMkLst>
      </pc:sldChg>
      <pc:sldChg chg="del">
        <pc:chgData name="Ms Alina Arshad" userId="cccdfd85-d35d-4453-9c6f-a463aae40722" providerId="ADAL" clId="{B4FCDD3C-9C08-4B0D-A58A-4A454E2565E2}" dt="2024-10-15T13:09:45.552" v="10" actId="47"/>
        <pc:sldMkLst>
          <pc:docMk/>
          <pc:sldMk cId="4181556699" sldId="315"/>
        </pc:sldMkLst>
      </pc:sldChg>
      <pc:sldChg chg="del">
        <pc:chgData name="Ms Alina Arshad" userId="cccdfd85-d35d-4453-9c6f-a463aae40722" providerId="ADAL" clId="{B4FCDD3C-9C08-4B0D-A58A-4A454E2565E2}" dt="2024-10-15T13:09:46.588" v="13" actId="47"/>
        <pc:sldMkLst>
          <pc:docMk/>
          <pc:sldMk cId="1268528167" sldId="316"/>
        </pc:sldMkLst>
      </pc:sldChg>
      <pc:sldChg chg="del">
        <pc:chgData name="Ms Alina Arshad" userId="cccdfd85-d35d-4453-9c6f-a463aae40722" providerId="ADAL" clId="{B4FCDD3C-9C08-4B0D-A58A-4A454E2565E2}" dt="2024-10-15T13:09:47.021" v="14" actId="47"/>
        <pc:sldMkLst>
          <pc:docMk/>
          <pc:sldMk cId="2565091885" sldId="317"/>
        </pc:sldMkLst>
      </pc:sldChg>
      <pc:sldChg chg="del">
        <pc:chgData name="Ms Alina Arshad" userId="cccdfd85-d35d-4453-9c6f-a463aae40722" providerId="ADAL" clId="{B4FCDD3C-9C08-4B0D-A58A-4A454E2565E2}" dt="2024-10-15T13:09:47.348" v="15" actId="47"/>
        <pc:sldMkLst>
          <pc:docMk/>
          <pc:sldMk cId="3888176007" sldId="318"/>
        </pc:sldMkLst>
      </pc:sldChg>
      <pc:sldChg chg="del">
        <pc:chgData name="Ms Alina Arshad" userId="cccdfd85-d35d-4453-9c6f-a463aae40722" providerId="ADAL" clId="{B4FCDD3C-9C08-4B0D-A58A-4A454E2565E2}" dt="2024-10-15T13:09:47.641" v="16" actId="47"/>
        <pc:sldMkLst>
          <pc:docMk/>
          <pc:sldMk cId="3310025659" sldId="319"/>
        </pc:sldMkLst>
      </pc:sldChg>
      <pc:sldChg chg="del">
        <pc:chgData name="Ms Alina Arshad" userId="cccdfd85-d35d-4453-9c6f-a463aae40722" providerId="ADAL" clId="{B4FCDD3C-9C08-4B0D-A58A-4A454E2565E2}" dt="2024-10-15T13:09:49.851" v="18" actId="47"/>
        <pc:sldMkLst>
          <pc:docMk/>
          <pc:sldMk cId="339546399" sldId="320"/>
        </pc:sldMkLst>
      </pc:sldChg>
      <pc:sldChg chg="del">
        <pc:chgData name="Ms Alina Arshad" userId="cccdfd85-d35d-4453-9c6f-a463aae40722" providerId="ADAL" clId="{B4FCDD3C-9C08-4B0D-A58A-4A454E2565E2}" dt="2024-10-15T13:09:50.323" v="19" actId="47"/>
        <pc:sldMkLst>
          <pc:docMk/>
          <pc:sldMk cId="820248258" sldId="321"/>
        </pc:sldMkLst>
      </pc:sldChg>
      <pc:sldChg chg="del">
        <pc:chgData name="Ms Alina Arshad" userId="cccdfd85-d35d-4453-9c6f-a463aae40722" providerId="ADAL" clId="{B4FCDD3C-9C08-4B0D-A58A-4A454E2565E2}" dt="2024-10-15T13:09:50.748" v="20" actId="47"/>
        <pc:sldMkLst>
          <pc:docMk/>
          <pc:sldMk cId="302804215" sldId="322"/>
        </pc:sldMkLst>
      </pc:sldChg>
      <pc:sldChg chg="del">
        <pc:chgData name="Ms Alina Arshad" userId="cccdfd85-d35d-4453-9c6f-a463aae40722" providerId="ADAL" clId="{B4FCDD3C-9C08-4B0D-A58A-4A454E2565E2}" dt="2024-10-15T13:09:51.654" v="21" actId="47"/>
        <pc:sldMkLst>
          <pc:docMk/>
          <pc:sldMk cId="3966666735" sldId="323"/>
        </pc:sldMkLst>
      </pc:sldChg>
      <pc:sldChg chg="del">
        <pc:chgData name="Ms Alina Arshad" userId="cccdfd85-d35d-4453-9c6f-a463aae40722" providerId="ADAL" clId="{B4FCDD3C-9C08-4B0D-A58A-4A454E2565E2}" dt="2024-10-15T13:09:44.623" v="8" actId="47"/>
        <pc:sldMkLst>
          <pc:docMk/>
          <pc:sldMk cId="2110059545" sldId="325"/>
        </pc:sldMkLst>
      </pc:sldChg>
      <pc:sldChg chg="del">
        <pc:chgData name="Ms Alina Arshad" userId="cccdfd85-d35d-4453-9c6f-a463aae40722" providerId="ADAL" clId="{B4FCDD3C-9C08-4B0D-A58A-4A454E2565E2}" dt="2024-10-15T13:09:48.117" v="17" actId="47"/>
        <pc:sldMkLst>
          <pc:docMk/>
          <pc:sldMk cId="1890923545" sldId="326"/>
        </pc:sldMkLst>
      </pc:sldChg>
      <pc:sldChg chg="del">
        <pc:chgData name="Ms Alina Arshad" userId="cccdfd85-d35d-4453-9c6f-a463aae40722" providerId="ADAL" clId="{B4FCDD3C-9C08-4B0D-A58A-4A454E2565E2}" dt="2024-10-15T13:09:52.957" v="23" actId="47"/>
        <pc:sldMkLst>
          <pc:docMk/>
          <pc:sldMk cId="4133473658" sldId="327"/>
        </pc:sldMkLst>
      </pc:sldChg>
      <pc:sldChg chg="del">
        <pc:chgData name="Ms Alina Arshad" userId="cccdfd85-d35d-4453-9c6f-a463aae40722" providerId="ADAL" clId="{B4FCDD3C-9C08-4B0D-A58A-4A454E2565E2}" dt="2024-10-15T13:09:39.175" v="6" actId="47"/>
        <pc:sldMkLst>
          <pc:docMk/>
          <pc:sldMk cId="562791159" sldId="328"/>
        </pc:sldMkLst>
      </pc:sldChg>
      <pc:sldChg chg="del ord">
        <pc:chgData name="Ms Alina Arshad" userId="cccdfd85-d35d-4453-9c6f-a463aae40722" providerId="ADAL" clId="{B4FCDD3C-9C08-4B0D-A58A-4A454E2565E2}" dt="2024-10-15T13:09:53.445" v="24" actId="47"/>
        <pc:sldMkLst>
          <pc:docMk/>
          <pc:sldMk cId="902647392" sldId="329"/>
        </pc:sldMkLst>
      </pc:sldChg>
      <pc:sldChg chg="delSp modSp mod">
        <pc:chgData name="Ms Alina Arshad" userId="cccdfd85-d35d-4453-9c6f-a463aae40722" providerId="ADAL" clId="{B4FCDD3C-9C08-4B0D-A58A-4A454E2565E2}" dt="2024-10-20T13:02:51.373" v="87" actId="20577"/>
        <pc:sldMkLst>
          <pc:docMk/>
          <pc:sldMk cId="364105119" sldId="330"/>
        </pc:sldMkLst>
        <pc:spChg chg="mod">
          <ac:chgData name="Ms Alina Arshad" userId="cccdfd85-d35d-4453-9c6f-a463aae40722" providerId="ADAL" clId="{B4FCDD3C-9C08-4B0D-A58A-4A454E2565E2}" dt="2024-10-19T16:59:17.187" v="28" actId="1076"/>
          <ac:spMkLst>
            <pc:docMk/>
            <pc:sldMk cId="364105119" sldId="330"/>
            <ac:spMk id="2" creationId="{00000000-0000-0000-0000-000000000000}"/>
          </ac:spMkLst>
        </pc:spChg>
        <pc:spChg chg="mod">
          <ac:chgData name="Ms Alina Arshad" userId="cccdfd85-d35d-4453-9c6f-a463aae40722" providerId="ADAL" clId="{B4FCDD3C-9C08-4B0D-A58A-4A454E2565E2}" dt="2024-10-20T13:02:51.373" v="87" actId="20577"/>
          <ac:spMkLst>
            <pc:docMk/>
            <pc:sldMk cId="364105119" sldId="330"/>
            <ac:spMk id="3" creationId="{00000000-0000-0000-0000-000000000000}"/>
          </ac:spMkLst>
        </pc:spChg>
        <pc:spChg chg="del">
          <ac:chgData name="Ms Alina Arshad" userId="cccdfd85-d35d-4453-9c6f-a463aae40722" providerId="ADAL" clId="{B4FCDD3C-9C08-4B0D-A58A-4A454E2565E2}" dt="2024-10-19T16:59:36.135" v="31" actId="478"/>
          <ac:spMkLst>
            <pc:docMk/>
            <pc:sldMk cId="364105119" sldId="330"/>
            <ac:spMk id="4" creationId="{00000000-0000-0000-0000-000000000000}"/>
          </ac:spMkLst>
        </pc:spChg>
        <pc:spChg chg="del">
          <ac:chgData name="Ms Alina Arshad" userId="cccdfd85-d35d-4453-9c6f-a463aae40722" providerId="ADAL" clId="{B4FCDD3C-9C08-4B0D-A58A-4A454E2565E2}" dt="2024-10-19T16:59:39.781" v="32" actId="478"/>
          <ac:spMkLst>
            <pc:docMk/>
            <pc:sldMk cId="364105119" sldId="330"/>
            <ac:spMk id="5" creationId="{00000000-0000-0000-0000-000000000000}"/>
          </ac:spMkLst>
        </pc:spChg>
      </pc:sldChg>
      <pc:sldChg chg="delSp modSp mod">
        <pc:chgData name="Ms Alina Arshad" userId="cccdfd85-d35d-4453-9c6f-a463aae40722" providerId="ADAL" clId="{B4FCDD3C-9C08-4B0D-A58A-4A454E2565E2}" dt="2024-10-19T17:00:22.086" v="39" actId="478"/>
        <pc:sldMkLst>
          <pc:docMk/>
          <pc:sldMk cId="3507957172" sldId="331"/>
        </pc:sldMkLst>
        <pc:spChg chg="mod">
          <ac:chgData name="Ms Alina Arshad" userId="cccdfd85-d35d-4453-9c6f-a463aae40722" providerId="ADAL" clId="{B4FCDD3C-9C08-4B0D-A58A-4A454E2565E2}" dt="2024-10-19T17:00:08.591" v="35" actId="113"/>
          <ac:spMkLst>
            <pc:docMk/>
            <pc:sldMk cId="3507957172" sldId="331"/>
            <ac:spMk id="2" creationId="{00000000-0000-0000-0000-000000000000}"/>
          </ac:spMkLst>
        </pc:spChg>
        <pc:spChg chg="mod">
          <ac:chgData name="Ms Alina Arshad" userId="cccdfd85-d35d-4453-9c6f-a463aae40722" providerId="ADAL" clId="{B4FCDD3C-9C08-4B0D-A58A-4A454E2565E2}" dt="2024-10-19T17:00:17.249" v="37" actId="12"/>
          <ac:spMkLst>
            <pc:docMk/>
            <pc:sldMk cId="3507957172" sldId="331"/>
            <ac:spMk id="3" creationId="{00000000-0000-0000-0000-000000000000}"/>
          </ac:spMkLst>
        </pc:spChg>
        <pc:spChg chg="del">
          <ac:chgData name="Ms Alina Arshad" userId="cccdfd85-d35d-4453-9c6f-a463aae40722" providerId="ADAL" clId="{B4FCDD3C-9C08-4B0D-A58A-4A454E2565E2}" dt="2024-10-19T17:00:18.825" v="38" actId="478"/>
          <ac:spMkLst>
            <pc:docMk/>
            <pc:sldMk cId="3507957172" sldId="331"/>
            <ac:spMk id="4" creationId="{00000000-0000-0000-0000-000000000000}"/>
          </ac:spMkLst>
        </pc:spChg>
        <pc:spChg chg="del">
          <ac:chgData name="Ms Alina Arshad" userId="cccdfd85-d35d-4453-9c6f-a463aae40722" providerId="ADAL" clId="{B4FCDD3C-9C08-4B0D-A58A-4A454E2565E2}" dt="2024-10-19T17:00:22.086" v="39" actId="478"/>
          <ac:spMkLst>
            <pc:docMk/>
            <pc:sldMk cId="3507957172" sldId="331"/>
            <ac:spMk id="5" creationId="{00000000-0000-0000-0000-000000000000}"/>
          </ac:spMkLst>
        </pc:spChg>
      </pc:sldChg>
      <pc:sldChg chg="delSp modSp mod">
        <pc:chgData name="Ms Alina Arshad" userId="cccdfd85-d35d-4453-9c6f-a463aae40722" providerId="ADAL" clId="{B4FCDD3C-9C08-4B0D-A58A-4A454E2565E2}" dt="2024-10-19T17:00:44.048" v="46" actId="478"/>
        <pc:sldMkLst>
          <pc:docMk/>
          <pc:sldMk cId="2370268370" sldId="332"/>
        </pc:sldMkLst>
        <pc:spChg chg="mod">
          <ac:chgData name="Ms Alina Arshad" userId="cccdfd85-d35d-4453-9c6f-a463aae40722" providerId="ADAL" clId="{B4FCDD3C-9C08-4B0D-A58A-4A454E2565E2}" dt="2024-10-19T17:00:32.181" v="42" actId="14100"/>
          <ac:spMkLst>
            <pc:docMk/>
            <pc:sldMk cId="2370268370" sldId="332"/>
            <ac:spMk id="2" creationId="{00000000-0000-0000-0000-000000000000}"/>
          </ac:spMkLst>
        </pc:spChg>
        <pc:spChg chg="mod">
          <ac:chgData name="Ms Alina Arshad" userId="cccdfd85-d35d-4453-9c6f-a463aae40722" providerId="ADAL" clId="{B4FCDD3C-9C08-4B0D-A58A-4A454E2565E2}" dt="2024-10-19T17:00:37.375" v="44" actId="403"/>
          <ac:spMkLst>
            <pc:docMk/>
            <pc:sldMk cId="2370268370" sldId="332"/>
            <ac:spMk id="3" creationId="{00000000-0000-0000-0000-000000000000}"/>
          </ac:spMkLst>
        </pc:spChg>
        <pc:spChg chg="del">
          <ac:chgData name="Ms Alina Arshad" userId="cccdfd85-d35d-4453-9c6f-a463aae40722" providerId="ADAL" clId="{B4FCDD3C-9C08-4B0D-A58A-4A454E2565E2}" dt="2024-10-19T17:00:39.654" v="45" actId="478"/>
          <ac:spMkLst>
            <pc:docMk/>
            <pc:sldMk cId="2370268370" sldId="332"/>
            <ac:spMk id="4" creationId="{00000000-0000-0000-0000-000000000000}"/>
          </ac:spMkLst>
        </pc:spChg>
        <pc:spChg chg="del">
          <ac:chgData name="Ms Alina Arshad" userId="cccdfd85-d35d-4453-9c6f-a463aae40722" providerId="ADAL" clId="{B4FCDD3C-9C08-4B0D-A58A-4A454E2565E2}" dt="2024-10-19T17:00:44.048" v="46" actId="478"/>
          <ac:spMkLst>
            <pc:docMk/>
            <pc:sldMk cId="2370268370" sldId="332"/>
            <ac:spMk id="5" creationId="{00000000-0000-0000-0000-000000000000}"/>
          </ac:spMkLst>
        </pc:spChg>
      </pc:sldChg>
      <pc:sldChg chg="delSp modSp mod">
        <pc:chgData name="Ms Alina Arshad" userId="cccdfd85-d35d-4453-9c6f-a463aae40722" providerId="ADAL" clId="{B4FCDD3C-9C08-4B0D-A58A-4A454E2565E2}" dt="2024-10-19T17:01:06.557" v="56" actId="478"/>
        <pc:sldMkLst>
          <pc:docMk/>
          <pc:sldMk cId="4266472454" sldId="333"/>
        </pc:sldMkLst>
        <pc:spChg chg="mod">
          <ac:chgData name="Ms Alina Arshad" userId="cccdfd85-d35d-4453-9c6f-a463aae40722" providerId="ADAL" clId="{B4FCDD3C-9C08-4B0D-A58A-4A454E2565E2}" dt="2024-10-19T17:00:50.586" v="48" actId="113"/>
          <ac:spMkLst>
            <pc:docMk/>
            <pc:sldMk cId="4266472454" sldId="333"/>
            <ac:spMk id="2" creationId="{00000000-0000-0000-0000-000000000000}"/>
          </ac:spMkLst>
        </pc:spChg>
        <pc:spChg chg="mod">
          <ac:chgData name="Ms Alina Arshad" userId="cccdfd85-d35d-4453-9c6f-a463aae40722" providerId="ADAL" clId="{B4FCDD3C-9C08-4B0D-A58A-4A454E2565E2}" dt="2024-10-19T17:00:56.931" v="50" actId="1076"/>
          <ac:spMkLst>
            <pc:docMk/>
            <pc:sldMk cId="4266472454" sldId="333"/>
            <ac:spMk id="3" creationId="{00000000-0000-0000-0000-000000000000}"/>
          </ac:spMkLst>
        </pc:spChg>
        <pc:spChg chg="del">
          <ac:chgData name="Ms Alina Arshad" userId="cccdfd85-d35d-4453-9c6f-a463aae40722" providerId="ADAL" clId="{B4FCDD3C-9C08-4B0D-A58A-4A454E2565E2}" dt="2024-10-19T17:01:02.347" v="52" actId="478"/>
          <ac:spMkLst>
            <pc:docMk/>
            <pc:sldMk cId="4266472454" sldId="333"/>
            <ac:spMk id="4" creationId="{00000000-0000-0000-0000-000000000000}"/>
          </ac:spMkLst>
        </pc:spChg>
        <pc:spChg chg="del mod">
          <ac:chgData name="Ms Alina Arshad" userId="cccdfd85-d35d-4453-9c6f-a463aae40722" providerId="ADAL" clId="{B4FCDD3C-9C08-4B0D-A58A-4A454E2565E2}" dt="2024-10-19T17:01:06.557" v="56" actId="478"/>
          <ac:spMkLst>
            <pc:docMk/>
            <pc:sldMk cId="4266472454" sldId="333"/>
            <ac:spMk id="5" creationId="{00000000-0000-0000-0000-000000000000}"/>
          </ac:spMkLst>
        </pc:spChg>
        <pc:picChg chg="mod">
          <ac:chgData name="Ms Alina Arshad" userId="cccdfd85-d35d-4453-9c6f-a463aae40722" providerId="ADAL" clId="{B4FCDD3C-9C08-4B0D-A58A-4A454E2565E2}" dt="2024-10-19T17:01:00.173" v="51" actId="1076"/>
          <ac:picMkLst>
            <pc:docMk/>
            <pc:sldMk cId="4266472454" sldId="333"/>
            <ac:picMk id="6" creationId="{00000000-0000-0000-0000-000000000000}"/>
          </ac:picMkLst>
        </pc:picChg>
      </pc:sldChg>
      <pc:sldChg chg="delSp modSp mod">
        <pc:chgData name="Ms Alina Arshad" userId="cccdfd85-d35d-4453-9c6f-a463aae40722" providerId="ADAL" clId="{B4FCDD3C-9C08-4B0D-A58A-4A454E2565E2}" dt="2024-10-19T17:01:23.136" v="61" actId="1076"/>
        <pc:sldMkLst>
          <pc:docMk/>
          <pc:sldMk cId="3773565437" sldId="337"/>
        </pc:sldMkLst>
        <pc:spChg chg="mod">
          <ac:chgData name="Ms Alina Arshad" userId="cccdfd85-d35d-4453-9c6f-a463aae40722" providerId="ADAL" clId="{B4FCDD3C-9C08-4B0D-A58A-4A454E2565E2}" dt="2024-10-19T17:01:16.808" v="58" actId="113"/>
          <ac:spMkLst>
            <pc:docMk/>
            <pc:sldMk cId="3773565437" sldId="337"/>
            <ac:spMk id="2" creationId="{00000000-0000-0000-0000-000000000000}"/>
          </ac:spMkLst>
        </pc:spChg>
        <pc:spChg chg="del">
          <ac:chgData name="Ms Alina Arshad" userId="cccdfd85-d35d-4453-9c6f-a463aae40722" providerId="ADAL" clId="{B4FCDD3C-9C08-4B0D-A58A-4A454E2565E2}" dt="2024-10-19T17:01:18.625" v="59" actId="478"/>
          <ac:spMkLst>
            <pc:docMk/>
            <pc:sldMk cId="3773565437" sldId="337"/>
            <ac:spMk id="4" creationId="{00000000-0000-0000-0000-000000000000}"/>
          </ac:spMkLst>
        </pc:spChg>
        <pc:spChg chg="del">
          <ac:chgData name="Ms Alina Arshad" userId="cccdfd85-d35d-4453-9c6f-a463aae40722" providerId="ADAL" clId="{B4FCDD3C-9C08-4B0D-A58A-4A454E2565E2}" dt="2024-10-19T17:01:21.236" v="60" actId="478"/>
          <ac:spMkLst>
            <pc:docMk/>
            <pc:sldMk cId="3773565437" sldId="337"/>
            <ac:spMk id="5" creationId="{00000000-0000-0000-0000-000000000000}"/>
          </ac:spMkLst>
        </pc:spChg>
        <pc:picChg chg="mod">
          <ac:chgData name="Ms Alina Arshad" userId="cccdfd85-d35d-4453-9c6f-a463aae40722" providerId="ADAL" clId="{B4FCDD3C-9C08-4B0D-A58A-4A454E2565E2}" dt="2024-10-19T17:01:23.136" v="61" actId="1076"/>
          <ac:picMkLst>
            <pc:docMk/>
            <pc:sldMk cId="3773565437" sldId="337"/>
            <ac:picMk id="6" creationId="{00000000-0000-0000-0000-000000000000}"/>
          </ac:picMkLst>
        </pc:picChg>
      </pc:sldChg>
      <pc:sldChg chg="delSp modSp mod">
        <pc:chgData name="Ms Alina Arshad" userId="cccdfd85-d35d-4453-9c6f-a463aae40722" providerId="ADAL" clId="{B4FCDD3C-9C08-4B0D-A58A-4A454E2565E2}" dt="2024-10-20T13:10:53.815" v="89" actId="33524"/>
        <pc:sldMkLst>
          <pc:docMk/>
          <pc:sldMk cId="4279161592" sldId="338"/>
        </pc:sldMkLst>
        <pc:spChg chg="mod">
          <ac:chgData name="Ms Alina Arshad" userId="cccdfd85-d35d-4453-9c6f-a463aae40722" providerId="ADAL" clId="{B4FCDD3C-9C08-4B0D-A58A-4A454E2565E2}" dt="2024-10-20T13:10:53.815" v="89" actId="33524"/>
          <ac:spMkLst>
            <pc:docMk/>
            <pc:sldMk cId="4279161592" sldId="338"/>
            <ac:spMk id="2" creationId="{00000000-0000-0000-0000-000000000000}"/>
          </ac:spMkLst>
        </pc:spChg>
        <pc:spChg chg="mod">
          <ac:chgData name="Ms Alina Arshad" userId="cccdfd85-d35d-4453-9c6f-a463aae40722" providerId="ADAL" clId="{B4FCDD3C-9C08-4B0D-A58A-4A454E2565E2}" dt="2024-10-19T17:01:48.559" v="65" actId="12"/>
          <ac:spMkLst>
            <pc:docMk/>
            <pc:sldMk cId="4279161592" sldId="338"/>
            <ac:spMk id="3" creationId="{00000000-0000-0000-0000-000000000000}"/>
          </ac:spMkLst>
        </pc:spChg>
        <pc:spChg chg="del">
          <ac:chgData name="Ms Alina Arshad" userId="cccdfd85-d35d-4453-9c6f-a463aae40722" providerId="ADAL" clId="{B4FCDD3C-9C08-4B0D-A58A-4A454E2565E2}" dt="2024-10-19T17:03:14.251" v="82" actId="478"/>
          <ac:spMkLst>
            <pc:docMk/>
            <pc:sldMk cId="4279161592" sldId="338"/>
            <ac:spMk id="4" creationId="{00000000-0000-0000-0000-000000000000}"/>
          </ac:spMkLst>
        </pc:spChg>
        <pc:spChg chg="del">
          <ac:chgData name="Ms Alina Arshad" userId="cccdfd85-d35d-4453-9c6f-a463aae40722" providerId="ADAL" clId="{B4FCDD3C-9C08-4B0D-A58A-4A454E2565E2}" dt="2024-10-19T17:03:16.330" v="83" actId="478"/>
          <ac:spMkLst>
            <pc:docMk/>
            <pc:sldMk cId="4279161592" sldId="338"/>
            <ac:spMk id="5" creationId="{00000000-0000-0000-0000-000000000000}"/>
          </ac:spMkLst>
        </pc:spChg>
      </pc:sldChg>
      <pc:sldChg chg="del">
        <pc:chgData name="Ms Alina Arshad" userId="cccdfd85-d35d-4453-9c6f-a463aae40722" providerId="ADAL" clId="{B4FCDD3C-9C08-4B0D-A58A-4A454E2565E2}" dt="2024-10-19T17:02:49.633" v="66" actId="47"/>
        <pc:sldMkLst>
          <pc:docMk/>
          <pc:sldMk cId="3802661232" sldId="339"/>
        </pc:sldMkLst>
      </pc:sldChg>
      <pc:sldChg chg="del">
        <pc:chgData name="Ms Alina Arshad" userId="cccdfd85-d35d-4453-9c6f-a463aae40722" providerId="ADAL" clId="{B4FCDD3C-9C08-4B0D-A58A-4A454E2565E2}" dt="2024-10-19T17:02:50.808" v="67" actId="47"/>
        <pc:sldMkLst>
          <pc:docMk/>
          <pc:sldMk cId="2631992896" sldId="341"/>
        </pc:sldMkLst>
      </pc:sldChg>
      <pc:sldChg chg="del">
        <pc:chgData name="Ms Alina Arshad" userId="cccdfd85-d35d-4453-9c6f-a463aae40722" providerId="ADAL" clId="{B4FCDD3C-9C08-4B0D-A58A-4A454E2565E2}" dt="2024-10-19T17:02:51.544" v="68" actId="47"/>
        <pc:sldMkLst>
          <pc:docMk/>
          <pc:sldMk cId="1272390140" sldId="342"/>
        </pc:sldMkLst>
      </pc:sldChg>
      <pc:sldChg chg="del">
        <pc:chgData name="Ms Alina Arshad" userId="cccdfd85-d35d-4453-9c6f-a463aae40722" providerId="ADAL" clId="{B4FCDD3C-9C08-4B0D-A58A-4A454E2565E2}" dt="2024-10-19T17:02:52.696" v="70" actId="47"/>
        <pc:sldMkLst>
          <pc:docMk/>
          <pc:sldMk cId="2975843183" sldId="343"/>
        </pc:sldMkLst>
      </pc:sldChg>
      <pc:sldChg chg="del">
        <pc:chgData name="Ms Alina Arshad" userId="cccdfd85-d35d-4453-9c6f-a463aae40722" providerId="ADAL" clId="{B4FCDD3C-9C08-4B0D-A58A-4A454E2565E2}" dt="2024-10-19T17:02:53.297" v="71" actId="47"/>
        <pc:sldMkLst>
          <pc:docMk/>
          <pc:sldMk cId="2728092652" sldId="344"/>
        </pc:sldMkLst>
      </pc:sldChg>
      <pc:sldChg chg="del">
        <pc:chgData name="Ms Alina Arshad" userId="cccdfd85-d35d-4453-9c6f-a463aae40722" providerId="ADAL" clId="{B4FCDD3C-9C08-4B0D-A58A-4A454E2565E2}" dt="2024-10-19T17:02:53.711" v="72" actId="47"/>
        <pc:sldMkLst>
          <pc:docMk/>
          <pc:sldMk cId="1152589764" sldId="345"/>
        </pc:sldMkLst>
      </pc:sldChg>
      <pc:sldChg chg="del">
        <pc:chgData name="Ms Alina Arshad" userId="cccdfd85-d35d-4453-9c6f-a463aae40722" providerId="ADAL" clId="{B4FCDD3C-9C08-4B0D-A58A-4A454E2565E2}" dt="2024-10-19T17:02:54.360" v="73" actId="47"/>
        <pc:sldMkLst>
          <pc:docMk/>
          <pc:sldMk cId="2836377052" sldId="346"/>
        </pc:sldMkLst>
      </pc:sldChg>
      <pc:sldChg chg="del">
        <pc:chgData name="Ms Alina Arshad" userId="cccdfd85-d35d-4453-9c6f-a463aae40722" providerId="ADAL" clId="{B4FCDD3C-9C08-4B0D-A58A-4A454E2565E2}" dt="2024-10-19T17:02:55.713" v="75" actId="47"/>
        <pc:sldMkLst>
          <pc:docMk/>
          <pc:sldMk cId="1937937038" sldId="347"/>
        </pc:sldMkLst>
      </pc:sldChg>
      <pc:sldChg chg="del">
        <pc:chgData name="Ms Alina Arshad" userId="cccdfd85-d35d-4453-9c6f-a463aae40722" providerId="ADAL" clId="{B4FCDD3C-9C08-4B0D-A58A-4A454E2565E2}" dt="2024-10-19T17:02:56.737" v="76" actId="47"/>
        <pc:sldMkLst>
          <pc:docMk/>
          <pc:sldMk cId="4039711712" sldId="348"/>
        </pc:sldMkLst>
      </pc:sldChg>
      <pc:sldChg chg="del">
        <pc:chgData name="Ms Alina Arshad" userId="cccdfd85-d35d-4453-9c6f-a463aae40722" providerId="ADAL" clId="{B4FCDD3C-9C08-4B0D-A58A-4A454E2565E2}" dt="2024-10-19T17:02:57.287" v="77" actId="47"/>
        <pc:sldMkLst>
          <pc:docMk/>
          <pc:sldMk cId="920152002" sldId="349"/>
        </pc:sldMkLst>
      </pc:sldChg>
      <pc:sldChg chg="del">
        <pc:chgData name="Ms Alina Arshad" userId="cccdfd85-d35d-4453-9c6f-a463aae40722" providerId="ADAL" clId="{B4FCDD3C-9C08-4B0D-A58A-4A454E2565E2}" dt="2024-10-19T17:02:57.842" v="78" actId="47"/>
        <pc:sldMkLst>
          <pc:docMk/>
          <pc:sldMk cId="4094110610" sldId="350"/>
        </pc:sldMkLst>
      </pc:sldChg>
      <pc:sldChg chg="del">
        <pc:chgData name="Ms Alina Arshad" userId="cccdfd85-d35d-4453-9c6f-a463aae40722" providerId="ADAL" clId="{B4FCDD3C-9C08-4B0D-A58A-4A454E2565E2}" dt="2024-10-19T17:02:52.272" v="69" actId="47"/>
        <pc:sldMkLst>
          <pc:docMk/>
          <pc:sldMk cId="2870650755" sldId="351"/>
        </pc:sldMkLst>
      </pc:sldChg>
      <pc:sldChg chg="del">
        <pc:chgData name="Ms Alina Arshad" userId="cccdfd85-d35d-4453-9c6f-a463aae40722" providerId="ADAL" clId="{B4FCDD3C-9C08-4B0D-A58A-4A454E2565E2}" dt="2024-10-19T17:02:55.082" v="74" actId="47"/>
        <pc:sldMkLst>
          <pc:docMk/>
          <pc:sldMk cId="2110565016" sldId="352"/>
        </pc:sldMkLst>
      </pc:sldChg>
      <pc:sldChg chg="del">
        <pc:chgData name="Ms Alina Arshad" userId="cccdfd85-d35d-4453-9c6f-a463aae40722" providerId="ADAL" clId="{B4FCDD3C-9C08-4B0D-A58A-4A454E2565E2}" dt="2024-10-19T17:02:58.425" v="79" actId="47"/>
        <pc:sldMkLst>
          <pc:docMk/>
          <pc:sldMk cId="3796521914" sldId="354"/>
        </pc:sldMkLst>
      </pc:sldChg>
      <pc:sldChg chg="del">
        <pc:chgData name="Ms Alina Arshad" userId="cccdfd85-d35d-4453-9c6f-a463aae40722" providerId="ADAL" clId="{B4FCDD3C-9C08-4B0D-A58A-4A454E2565E2}" dt="2024-10-19T17:02:58.974" v="80" actId="47"/>
        <pc:sldMkLst>
          <pc:docMk/>
          <pc:sldMk cId="301380529" sldId="355"/>
        </pc:sldMkLst>
      </pc:sldChg>
      <pc:sldChg chg="del">
        <pc:chgData name="Ms Alina Arshad" userId="cccdfd85-d35d-4453-9c6f-a463aae40722" providerId="ADAL" clId="{B4FCDD3C-9C08-4B0D-A58A-4A454E2565E2}" dt="2024-10-19T17:03:00.178" v="81" actId="47"/>
        <pc:sldMkLst>
          <pc:docMk/>
          <pc:sldMk cId="3254965192" sldId="356"/>
        </pc:sldMkLst>
      </pc:sldChg>
      <pc:sldChg chg="add del">
        <pc:chgData name="Ms Alina Arshad" userId="cccdfd85-d35d-4453-9c6f-a463aae40722" providerId="ADAL" clId="{B4FCDD3C-9C08-4B0D-A58A-4A454E2565E2}" dt="2024-10-20T13:10:02.110" v="88"/>
        <pc:sldMkLst>
          <pc:docMk/>
          <pc:sldMk cId="2667064654" sldId="357"/>
        </pc:sldMkLst>
      </pc:sldChg>
      <pc:sldChg chg="addSp delSp modSp new mod">
        <pc:chgData name="Ms Alina Arshad" userId="cccdfd85-d35d-4453-9c6f-a463aae40722" providerId="ADAL" clId="{B4FCDD3C-9C08-4B0D-A58A-4A454E2565E2}" dt="2024-10-20T13:26:16.776" v="146" actId="1076"/>
        <pc:sldMkLst>
          <pc:docMk/>
          <pc:sldMk cId="2359417472" sldId="358"/>
        </pc:sldMkLst>
        <pc:spChg chg="add del mod">
          <ac:chgData name="Ms Alina Arshad" userId="cccdfd85-d35d-4453-9c6f-a463aae40722" providerId="ADAL" clId="{B4FCDD3C-9C08-4B0D-A58A-4A454E2565E2}" dt="2024-10-20T13:25:38.804" v="130" actId="478"/>
          <ac:spMkLst>
            <pc:docMk/>
            <pc:sldMk cId="2359417472" sldId="358"/>
            <ac:spMk id="3" creationId="{B361E63B-8009-233E-2AAE-15CB6D728EAB}"/>
          </ac:spMkLst>
        </pc:spChg>
        <pc:spChg chg="add del mod">
          <ac:chgData name="Ms Alina Arshad" userId="cccdfd85-d35d-4453-9c6f-a463aae40722" providerId="ADAL" clId="{B4FCDD3C-9C08-4B0D-A58A-4A454E2565E2}" dt="2024-10-20T13:25:41.381" v="131" actId="478"/>
          <ac:spMkLst>
            <pc:docMk/>
            <pc:sldMk cId="2359417472" sldId="358"/>
            <ac:spMk id="5" creationId="{CE0B7D95-4039-F4E9-AFB4-D8DA47EECEAE}"/>
          </ac:spMkLst>
        </pc:spChg>
        <pc:spChg chg="add mod">
          <ac:chgData name="Ms Alina Arshad" userId="cccdfd85-d35d-4453-9c6f-a463aae40722" providerId="ADAL" clId="{B4FCDD3C-9C08-4B0D-A58A-4A454E2565E2}" dt="2024-10-20T13:26:16.776" v="146" actId="1076"/>
          <ac:spMkLst>
            <pc:docMk/>
            <pc:sldMk cId="2359417472" sldId="358"/>
            <ac:spMk id="6" creationId="{6AFFF7E0-ED5D-0403-E42A-0966AE0BC6DD}"/>
          </ac:spMkLst>
        </pc:spChg>
      </pc:sldChg>
      <pc:sldChg chg="addSp delSp modSp new del mod">
        <pc:chgData name="Ms Alina Arshad" userId="cccdfd85-d35d-4453-9c6f-a463aae40722" providerId="ADAL" clId="{B4FCDD3C-9C08-4B0D-A58A-4A454E2565E2}" dt="2024-10-20T13:28:36.875" v="147" actId="47"/>
        <pc:sldMkLst>
          <pc:docMk/>
          <pc:sldMk cId="2137831616" sldId="359"/>
        </pc:sldMkLst>
        <pc:spChg chg="add del mod">
          <ac:chgData name="Ms Alina Arshad" userId="cccdfd85-d35d-4453-9c6f-a463aae40722" providerId="ADAL" clId="{B4FCDD3C-9C08-4B0D-A58A-4A454E2565E2}" dt="2024-10-20T13:22:27.524" v="114" actId="478"/>
          <ac:spMkLst>
            <pc:docMk/>
            <pc:sldMk cId="2137831616" sldId="359"/>
            <ac:spMk id="13" creationId="{4DD32ECB-D387-394F-B78B-79531B8EE069}"/>
          </ac:spMkLst>
        </pc:spChg>
        <pc:graphicFrameChg chg="add mod">
          <ac:chgData name="Ms Alina Arshad" userId="cccdfd85-d35d-4453-9c6f-a463aae40722" providerId="ADAL" clId="{B4FCDD3C-9C08-4B0D-A58A-4A454E2565E2}" dt="2024-10-20T13:21:46.201" v="104"/>
          <ac:graphicFrameMkLst>
            <pc:docMk/>
            <pc:sldMk cId="2137831616" sldId="359"/>
            <ac:graphicFrameMk id="2" creationId="{6C6F1FF1-8D3E-6AAE-59E5-0CDFCD3035FB}"/>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3" creationId="{3BEF85D1-D25B-6517-653B-1E4A51911ABE}"/>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4" creationId="{922E24B3-030F-D917-3B43-E9AA11ECC411}"/>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5" creationId="{04837A17-10F9-D00C-037D-15234014DA7D}"/>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6" creationId="{DC5D7850-E7D6-379C-AFE3-6D80B41FFD93}"/>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7" creationId="{A08F0E2B-1EE5-9006-A2EA-ADEDEB807316}"/>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8" creationId="{51A82A3D-A53D-BA74-CD81-E580542411ED}"/>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9" creationId="{53DCFF3E-7BC7-0310-1CEE-DA092A36965C}"/>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10" creationId="{E82DAC26-F0F4-5D7F-6693-BB295B5B9880}"/>
          </ac:graphicFrameMkLst>
        </pc:graphicFrameChg>
        <pc:graphicFrameChg chg="add mod modGraphic">
          <ac:chgData name="Ms Alina Arshad" userId="cccdfd85-d35d-4453-9c6f-a463aae40722" providerId="ADAL" clId="{B4FCDD3C-9C08-4B0D-A58A-4A454E2565E2}" dt="2024-10-20T13:21:55.725" v="110" actId="14100"/>
          <ac:graphicFrameMkLst>
            <pc:docMk/>
            <pc:sldMk cId="2137831616" sldId="359"/>
            <ac:graphicFrameMk id="11" creationId="{020863AF-82F3-4F28-B7CC-41EEFFD29700}"/>
          </ac:graphicFrameMkLst>
        </pc:graphicFrameChg>
        <pc:picChg chg="add mod">
          <ac:chgData name="Ms Alina Arshad" userId="cccdfd85-d35d-4453-9c6f-a463aae40722" providerId="ADAL" clId="{B4FCDD3C-9C08-4B0D-A58A-4A454E2565E2}" dt="2024-10-20T13:23:02.988" v="122" actId="1076"/>
          <ac:picMkLst>
            <pc:docMk/>
            <pc:sldMk cId="2137831616" sldId="359"/>
            <ac:picMk id="15" creationId="{3E03EC38-F9BB-33FD-4890-6211D3AB8607}"/>
          </ac:picMkLst>
        </pc:picChg>
        <pc:picChg chg="add mod">
          <ac:chgData name="Ms Alina Arshad" userId="cccdfd85-d35d-4453-9c6f-a463aae40722" providerId="ADAL" clId="{B4FCDD3C-9C08-4B0D-A58A-4A454E2565E2}" dt="2024-10-20T13:24:09.578" v="129" actId="14100"/>
          <ac:picMkLst>
            <pc:docMk/>
            <pc:sldMk cId="2137831616" sldId="359"/>
            <ac:picMk id="17" creationId="{2ACBA5A1-E382-B810-7C70-278B52204F03}"/>
          </ac:picMkLst>
        </pc:picChg>
      </pc:sldChg>
      <pc:sldChg chg="del">
        <pc:chgData name="Ms Alina Arshad" userId="cccdfd85-d35d-4453-9c6f-a463aae40722" providerId="ADAL" clId="{B4FCDD3C-9C08-4B0D-A58A-4A454E2565E2}" dt="2024-10-15T13:09:46.262" v="12" actId="47"/>
        <pc:sldMkLst>
          <pc:docMk/>
          <pc:sldMk cId="2986565107" sldId="359"/>
        </pc:sldMkLst>
      </pc:sldChg>
      <pc:sldChg chg="addSp modSp new mod">
        <pc:chgData name="Ms Alina Arshad" userId="cccdfd85-d35d-4453-9c6f-a463aae40722" providerId="ADAL" clId="{B4FCDD3C-9C08-4B0D-A58A-4A454E2565E2}" dt="2024-10-20T13:36:23.288" v="164" actId="1076"/>
        <pc:sldMkLst>
          <pc:docMk/>
          <pc:sldMk cId="3871777962" sldId="359"/>
        </pc:sldMkLst>
        <pc:picChg chg="add mod">
          <ac:chgData name="Ms Alina Arshad" userId="cccdfd85-d35d-4453-9c6f-a463aae40722" providerId="ADAL" clId="{B4FCDD3C-9C08-4B0D-A58A-4A454E2565E2}" dt="2024-10-20T13:35:13.850" v="154" actId="1076"/>
          <ac:picMkLst>
            <pc:docMk/>
            <pc:sldMk cId="3871777962" sldId="359"/>
            <ac:picMk id="3" creationId="{18CEA37C-84B6-3D18-773A-AE9F0F750FCA}"/>
          </ac:picMkLst>
        </pc:picChg>
        <pc:picChg chg="add mod modCrop">
          <ac:chgData name="Ms Alina Arshad" userId="cccdfd85-d35d-4453-9c6f-a463aae40722" providerId="ADAL" clId="{B4FCDD3C-9C08-4B0D-A58A-4A454E2565E2}" dt="2024-10-20T13:36:23.288" v="164" actId="1076"/>
          <ac:picMkLst>
            <pc:docMk/>
            <pc:sldMk cId="3871777962" sldId="359"/>
            <ac:picMk id="5" creationId="{DD17F116-C86A-FD29-8609-1077DFD2D872}"/>
          </ac:picMkLst>
        </pc:picChg>
      </pc:sldChg>
      <pc:sldChg chg="del">
        <pc:chgData name="Ms Alina Arshad" userId="cccdfd85-d35d-4453-9c6f-a463aae40722" providerId="ADAL" clId="{B4FCDD3C-9C08-4B0D-A58A-4A454E2565E2}" dt="2024-10-15T13:09:45.920" v="11" actId="47"/>
        <pc:sldMkLst>
          <pc:docMk/>
          <pc:sldMk cId="851498927" sldId="360"/>
        </pc:sldMkLst>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12</a:t>
            </a:fld>
            <a:endParaRPr lang="en-US"/>
          </a:p>
        </p:txBody>
      </p:sp>
    </p:spTree>
    <p:extLst>
      <p:ext uri="{BB962C8B-B14F-4D97-AF65-F5344CB8AC3E}">
        <p14:creationId xmlns:p14="http://schemas.microsoft.com/office/powerpoint/2010/main" val="3900664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18</a:t>
            </a:fld>
            <a:endParaRPr lang="en-US"/>
          </a:p>
        </p:txBody>
      </p:sp>
    </p:spTree>
    <p:extLst>
      <p:ext uri="{BB962C8B-B14F-4D97-AF65-F5344CB8AC3E}">
        <p14:creationId xmlns:p14="http://schemas.microsoft.com/office/powerpoint/2010/main" val="564579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27</a:t>
            </a:fld>
            <a:endParaRPr lang="en-US"/>
          </a:p>
        </p:txBody>
      </p:sp>
    </p:spTree>
    <p:extLst>
      <p:ext uri="{BB962C8B-B14F-4D97-AF65-F5344CB8AC3E}">
        <p14:creationId xmlns:p14="http://schemas.microsoft.com/office/powerpoint/2010/main" val="2692149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30</a:t>
            </a:fld>
            <a:endParaRPr lang="en-US"/>
          </a:p>
        </p:txBody>
      </p:sp>
    </p:spTree>
    <p:extLst>
      <p:ext uri="{BB962C8B-B14F-4D97-AF65-F5344CB8AC3E}">
        <p14:creationId xmlns:p14="http://schemas.microsoft.com/office/powerpoint/2010/main" val="58051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33</a:t>
            </a:fld>
            <a:endParaRPr lang="en-US"/>
          </a:p>
        </p:txBody>
      </p:sp>
    </p:spTree>
    <p:extLst>
      <p:ext uri="{BB962C8B-B14F-4D97-AF65-F5344CB8AC3E}">
        <p14:creationId xmlns:p14="http://schemas.microsoft.com/office/powerpoint/2010/main" val="2554205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34</a:t>
            </a:fld>
            <a:endParaRPr lang="en-US"/>
          </a:p>
        </p:txBody>
      </p:sp>
    </p:spTree>
    <p:extLst>
      <p:ext uri="{BB962C8B-B14F-4D97-AF65-F5344CB8AC3E}">
        <p14:creationId xmlns:p14="http://schemas.microsoft.com/office/powerpoint/2010/main" val="178066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cs typeface="Times New Roman" panose="02020603050405020304" pitchFamily="18" charset="0"/>
              </a:rPr>
              <a:t>Part III-software Inspection</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85402E4-FA3C-4898-1A62-C8E34255E495}"/>
              </a:ext>
            </a:extLst>
          </p:cNvPr>
          <p:cNvSpPr>
            <a:spLocks noGrp="1"/>
          </p:cNvSpPr>
          <p:nvPr>
            <p:ph type="title"/>
          </p:nvPr>
        </p:nvSpPr>
        <p:spPr>
          <a:xfrm>
            <a:off x="1181431" y="706271"/>
            <a:ext cx="8153400" cy="990600"/>
          </a:xfrm>
        </p:spPr>
        <p:txBody>
          <a:bodyPr/>
          <a:lstStyle/>
          <a:p>
            <a:r>
              <a:rPr lang="en-US" altLang="en-US" b="1" dirty="0">
                <a:solidFill>
                  <a:schemeClr val="tx1"/>
                </a:solidFill>
              </a:rPr>
              <a:t>Reviews</a:t>
            </a:r>
          </a:p>
        </p:txBody>
      </p:sp>
      <p:sp>
        <p:nvSpPr>
          <p:cNvPr id="32771" name="Content Placeholder 5">
            <a:extLst>
              <a:ext uri="{FF2B5EF4-FFF2-40B4-BE49-F238E27FC236}">
                <a16:creationId xmlns:a16="http://schemas.microsoft.com/office/drawing/2014/main" id="{B279077A-3227-A67D-72E7-7BA59EEC8A1F}"/>
              </a:ext>
            </a:extLst>
          </p:cNvPr>
          <p:cNvSpPr>
            <a:spLocks noGrp="1"/>
          </p:cNvSpPr>
          <p:nvPr>
            <p:ph sz="quarter" idx="1"/>
          </p:nvPr>
        </p:nvSpPr>
        <p:spPr>
          <a:xfrm>
            <a:off x="1181430" y="1859508"/>
            <a:ext cx="10337279" cy="4724400"/>
          </a:xfrm>
        </p:spPr>
        <p:txBody>
          <a:bodyPr>
            <a:normAutofit/>
          </a:bodyPr>
          <a:lstStyle/>
          <a:p>
            <a:pPr>
              <a:buFont typeface="Arial" panose="020B0604020202020204" pitchFamily="34" charset="0"/>
              <a:buChar char="•"/>
            </a:pPr>
            <a:r>
              <a:rPr lang="en-GB" altLang="en-US" sz="2400" dirty="0">
                <a:solidFill>
                  <a:schemeClr val="tx1"/>
                </a:solidFill>
              </a:rPr>
              <a:t>A group of people carefully examine part or all  of a software system and </a:t>
            </a:r>
            <a:r>
              <a:rPr lang="en-GB" altLang="en-US" sz="2400">
                <a:solidFill>
                  <a:schemeClr val="tx1"/>
                </a:solidFill>
              </a:rPr>
              <a:t>its associated </a:t>
            </a:r>
            <a:r>
              <a:rPr lang="en-GB" altLang="en-US" sz="2400" dirty="0">
                <a:solidFill>
                  <a:schemeClr val="tx1"/>
                </a:solidFill>
              </a:rPr>
              <a:t>documentation.</a:t>
            </a:r>
          </a:p>
          <a:p>
            <a:pPr>
              <a:buFont typeface="Arial" panose="020B0604020202020204" pitchFamily="34" charset="0"/>
              <a:buChar char="•"/>
            </a:pPr>
            <a:r>
              <a:rPr lang="en-US" altLang="en-US" sz="2400" dirty="0">
                <a:solidFill>
                  <a:schemeClr val="tx1"/>
                </a:solidFill>
              </a:rPr>
              <a:t>Purpose: to find defects (errors) before they are passed on to another software engineering activity or released to the customer.</a:t>
            </a:r>
          </a:p>
          <a:p>
            <a:pPr>
              <a:buFont typeface="Arial" panose="020B0604020202020204" pitchFamily="34" charset="0"/>
              <a:buChar char="•"/>
            </a:pPr>
            <a:endParaRPr lang="en-US" alt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B7EAED9-A9FC-0149-6540-56D616E23B72}"/>
              </a:ext>
            </a:extLst>
          </p:cNvPr>
          <p:cNvSpPr>
            <a:spLocks noGrp="1"/>
          </p:cNvSpPr>
          <p:nvPr>
            <p:ph type="title"/>
          </p:nvPr>
        </p:nvSpPr>
        <p:spPr>
          <a:xfrm>
            <a:off x="1099545" y="747215"/>
            <a:ext cx="8153400" cy="990600"/>
          </a:xfrm>
        </p:spPr>
        <p:txBody>
          <a:bodyPr/>
          <a:lstStyle/>
          <a:p>
            <a:r>
              <a:rPr lang="en-US" altLang="en-US" b="1" dirty="0">
                <a:solidFill>
                  <a:schemeClr val="tx1"/>
                </a:solidFill>
              </a:rPr>
              <a:t>(Informal) Reviews</a:t>
            </a:r>
          </a:p>
        </p:txBody>
      </p:sp>
      <p:sp>
        <p:nvSpPr>
          <p:cNvPr id="19459" name="Content Placeholder 5">
            <a:extLst>
              <a:ext uri="{FF2B5EF4-FFF2-40B4-BE49-F238E27FC236}">
                <a16:creationId xmlns:a16="http://schemas.microsoft.com/office/drawing/2014/main" id="{7AA0E679-3824-AF4B-9FEC-3160AB8F7C5C}"/>
              </a:ext>
            </a:extLst>
          </p:cNvPr>
          <p:cNvSpPr>
            <a:spLocks noGrp="1"/>
          </p:cNvSpPr>
          <p:nvPr>
            <p:ph sz="quarter" idx="1"/>
          </p:nvPr>
        </p:nvSpPr>
        <p:spPr>
          <a:xfrm>
            <a:off x="1099545" y="1737815"/>
            <a:ext cx="10214449" cy="4608394"/>
          </a:xfrm>
        </p:spPr>
        <p:txBody>
          <a:bodyPr>
            <a:normAutofit/>
          </a:bodyPr>
          <a:lstStyle/>
          <a:p>
            <a:pPr marL="0" indent="0">
              <a:buNone/>
            </a:pPr>
            <a:r>
              <a:rPr lang="en-US" altLang="en-US" sz="2400" dirty="0">
                <a:solidFill>
                  <a:schemeClr val="tx1"/>
                </a:solidFill>
              </a:rPr>
              <a:t>Why make informal reviews?</a:t>
            </a:r>
          </a:p>
          <a:p>
            <a:pPr lvl="1">
              <a:buFont typeface="Arial" panose="020B0604020202020204" pitchFamily="34" charset="0"/>
              <a:buChar char="•"/>
            </a:pPr>
            <a:r>
              <a:rPr lang="en-US" altLang="en-US" sz="2400" dirty="0">
                <a:solidFill>
                  <a:schemeClr val="tx1"/>
                </a:solidFill>
              </a:rPr>
              <a:t>Everyone makes mistakes</a:t>
            </a:r>
          </a:p>
          <a:p>
            <a:pPr lvl="1">
              <a:buFont typeface="Arial" panose="020B0604020202020204" pitchFamily="34" charset="0"/>
              <a:buChar char="•"/>
            </a:pPr>
            <a:r>
              <a:rPr lang="en-US" altLang="en-US" sz="2400" dirty="0">
                <a:solidFill>
                  <a:schemeClr val="tx1"/>
                </a:solidFill>
              </a:rPr>
              <a:t>Create open atmosphere (increase productivity)</a:t>
            </a:r>
          </a:p>
          <a:p>
            <a:pPr lvl="1">
              <a:buFont typeface="Arial" panose="020B0604020202020204" pitchFamily="34" charset="0"/>
              <a:buChar char="•"/>
            </a:pPr>
            <a:r>
              <a:rPr lang="en-US" altLang="en-US" sz="2400" dirty="0">
                <a:solidFill>
                  <a:schemeClr val="tx1"/>
                </a:solidFill>
              </a:rPr>
              <a:t>Programming is a social activity (or should be)</a:t>
            </a:r>
          </a:p>
          <a:p>
            <a:pPr lvl="1">
              <a:buFont typeface="Arial" panose="020B0604020202020204" pitchFamily="34" charset="0"/>
              <a:buChar char="•"/>
            </a:pPr>
            <a:r>
              <a:rPr lang="en-US" altLang="en-US" sz="2400" dirty="0">
                <a:solidFill>
                  <a:schemeClr val="tx1"/>
                </a:solidFill>
              </a:rPr>
              <a:t>Find errors in program early (before it is run the first time)</a:t>
            </a:r>
          </a:p>
          <a:p>
            <a:pPr lvl="1">
              <a:buFont typeface="Arial" panose="020B0604020202020204" pitchFamily="34" charset="0"/>
              <a:buChar char="•"/>
            </a:pPr>
            <a:r>
              <a:rPr lang="en-US" altLang="en-US" sz="2400" dirty="0">
                <a:solidFill>
                  <a:schemeClr val="tx1"/>
                </a:solidFill>
              </a:rPr>
              <a:t>Find quality issues</a:t>
            </a:r>
          </a:p>
          <a:p>
            <a:pPr lvl="1">
              <a:buFont typeface="Arial" panose="020B0604020202020204" pitchFamily="34" charset="0"/>
              <a:buChar char="•"/>
            </a:pPr>
            <a:r>
              <a:rPr lang="en-US" altLang="en-US" sz="2400" dirty="0">
                <a:solidFill>
                  <a:schemeClr val="tx1"/>
                </a:solidFill>
              </a:rPr>
              <a:t>Improve programming skills of all involved</a:t>
            </a:r>
          </a:p>
          <a:p>
            <a:pPr lvl="1">
              <a:buFont typeface="Arial" panose="020B0604020202020204" pitchFamily="34" charset="0"/>
              <a:buChar char="•"/>
            </a:pPr>
            <a:r>
              <a:rPr lang="en-US" altLang="en-US" sz="2400" dirty="0">
                <a:solidFill>
                  <a:schemeClr val="tx1"/>
                </a:solidFill>
              </a:rPr>
              <a:t>Anything can be reviewed</a:t>
            </a:r>
          </a:p>
          <a:p>
            <a:pPr lvl="2">
              <a:buFont typeface="Arial" panose="020B0604020202020204" pitchFamily="34" charset="0"/>
              <a:buChar char="•"/>
            </a:pPr>
            <a:r>
              <a:rPr lang="en-US" altLang="en-US" sz="2400" dirty="0">
                <a:solidFill>
                  <a:schemeClr val="tx1"/>
                </a:solidFill>
              </a:rPr>
              <a:t>(. . . , use cases, documentation, . .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69C9832-9084-680F-3CF4-2CBE14C33109}"/>
              </a:ext>
            </a:extLst>
          </p:cNvPr>
          <p:cNvSpPr>
            <a:spLocks noGrp="1"/>
          </p:cNvSpPr>
          <p:nvPr>
            <p:ph type="title"/>
          </p:nvPr>
        </p:nvSpPr>
        <p:spPr>
          <a:xfrm>
            <a:off x="1072250" y="760863"/>
            <a:ext cx="8153400" cy="990600"/>
          </a:xfrm>
        </p:spPr>
        <p:txBody>
          <a:bodyPr/>
          <a:lstStyle/>
          <a:p>
            <a:r>
              <a:rPr lang="en-US" altLang="en-US" b="1" dirty="0">
                <a:solidFill>
                  <a:schemeClr val="tx1"/>
                </a:solidFill>
              </a:rPr>
              <a:t>How to hold a Review meeting?</a:t>
            </a:r>
          </a:p>
        </p:txBody>
      </p:sp>
      <p:sp>
        <p:nvSpPr>
          <p:cNvPr id="6" name="Content Placeholder 5">
            <a:extLst>
              <a:ext uri="{FF2B5EF4-FFF2-40B4-BE49-F238E27FC236}">
                <a16:creationId xmlns:a16="http://schemas.microsoft.com/office/drawing/2014/main" id="{70C70A81-D4C5-7295-0384-5A9CCCF2A6EA}"/>
              </a:ext>
            </a:extLst>
          </p:cNvPr>
          <p:cNvSpPr>
            <a:spLocks noGrp="1"/>
          </p:cNvSpPr>
          <p:nvPr>
            <p:ph sz="quarter" idx="1"/>
          </p:nvPr>
        </p:nvSpPr>
        <p:spPr>
          <a:xfrm>
            <a:off x="1072250" y="1751462"/>
            <a:ext cx="10047500" cy="4109011"/>
          </a:xfrm>
        </p:spPr>
        <p:txBody>
          <a:bodyPr>
            <a:normAutofit/>
          </a:bodyPr>
          <a:lstStyle/>
          <a:p>
            <a:pPr marL="0" indent="0">
              <a:buNone/>
              <a:defRPr/>
            </a:pPr>
            <a:r>
              <a:rPr lang="en-US" sz="2400" dirty="0">
                <a:solidFill>
                  <a:schemeClr val="tx1"/>
                </a:solidFill>
              </a:rPr>
              <a:t>Purpose: to </a:t>
            </a:r>
            <a:r>
              <a:rPr lang="en-US" sz="2400" i="1" dirty="0">
                <a:solidFill>
                  <a:schemeClr val="tx1"/>
                </a:solidFill>
              </a:rPr>
              <a:t>evaluate</a:t>
            </a:r>
            <a:r>
              <a:rPr lang="en-US" sz="2400" dirty="0">
                <a:solidFill>
                  <a:schemeClr val="tx1"/>
                </a:solidFill>
              </a:rPr>
              <a:t> a software product to:</a:t>
            </a:r>
          </a:p>
          <a:p>
            <a:pPr lvl="1">
              <a:buFont typeface="Arial" panose="020B0604020202020204" pitchFamily="34" charset="0"/>
              <a:buChar char="•"/>
              <a:defRPr/>
            </a:pPr>
            <a:r>
              <a:rPr lang="en-US" sz="2400" dirty="0">
                <a:solidFill>
                  <a:schemeClr val="tx1"/>
                </a:solidFill>
              </a:rPr>
              <a:t>determine its suitability for its intended use</a:t>
            </a:r>
          </a:p>
          <a:p>
            <a:pPr lvl="1">
              <a:buFont typeface="Arial" panose="020B0604020202020204" pitchFamily="34" charset="0"/>
              <a:buChar char="•"/>
              <a:defRPr/>
            </a:pPr>
            <a:r>
              <a:rPr lang="en-US" sz="2400" dirty="0">
                <a:solidFill>
                  <a:schemeClr val="tx1"/>
                </a:solidFill>
              </a:rPr>
              <a:t>identify discrepancies from specifications &amp; standards</a:t>
            </a:r>
          </a:p>
          <a:p>
            <a:pPr marL="0" indent="0">
              <a:buNone/>
              <a:defRPr/>
            </a:pPr>
            <a:r>
              <a:rPr lang="en-US" sz="2400" dirty="0">
                <a:solidFill>
                  <a:schemeClr val="tx1"/>
                </a:solidFill>
              </a:rPr>
              <a:t>Participants read documents in advance</a:t>
            </a:r>
          </a:p>
          <a:p>
            <a:pPr lvl="1">
              <a:buFont typeface="Arial" panose="020B0604020202020204" pitchFamily="34" charset="0"/>
              <a:buChar char="•"/>
              <a:defRPr/>
            </a:pPr>
            <a:r>
              <a:rPr lang="en-US" sz="2400" dirty="0">
                <a:solidFill>
                  <a:schemeClr val="tx1"/>
                </a:solidFill>
              </a:rPr>
              <a:t>then bring their comments to a meeting for discussion</a:t>
            </a:r>
          </a:p>
          <a:p>
            <a:pPr marL="0" indent="0">
              <a:buNone/>
              <a:defRPr/>
            </a:pPr>
            <a:r>
              <a:rPr lang="en-US" sz="2400" dirty="0">
                <a:solidFill>
                  <a:schemeClr val="tx1"/>
                </a:solidFill>
              </a:rPr>
              <a:t>A review:</a:t>
            </a:r>
          </a:p>
          <a:p>
            <a:pPr lvl="1">
              <a:buFont typeface="Arial" panose="020B0604020202020204" pitchFamily="34" charset="0"/>
              <a:buChar char="•"/>
              <a:defRPr/>
            </a:pPr>
            <a:r>
              <a:rPr lang="en-US" sz="2400" dirty="0">
                <a:solidFill>
                  <a:schemeClr val="tx1"/>
                </a:solidFill>
              </a:rPr>
              <a:t>may provide recommendations and suggest alternatives</a:t>
            </a:r>
          </a:p>
          <a:p>
            <a:pPr lvl="1">
              <a:buFont typeface="Arial" panose="020B0604020202020204" pitchFamily="34" charset="0"/>
              <a:buChar char="•"/>
              <a:defRPr/>
            </a:pPr>
            <a:r>
              <a:rPr lang="en-US" sz="2400" dirty="0">
                <a:solidFill>
                  <a:schemeClr val="tx1"/>
                </a:solidFill>
              </a:rPr>
              <a:t>may be held at any time during a project</a:t>
            </a:r>
          </a:p>
          <a:p>
            <a:pPr lvl="1">
              <a:buFont typeface="Arial" panose="020B0604020202020204" pitchFamily="34" charset="0"/>
              <a:buChar char="•"/>
              <a:defRPr/>
            </a:pPr>
            <a:r>
              <a:rPr lang="en-US" sz="2400" dirty="0">
                <a:solidFill>
                  <a:schemeClr val="tx1"/>
                </a:solidFill>
              </a:rPr>
              <a:t>need not reach conclusions on all points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F669FA72-D846-A0F9-3A6C-7C33D1F14139}"/>
              </a:ext>
            </a:extLst>
          </p:cNvPr>
          <p:cNvSpPr>
            <a:spLocks noGrp="1"/>
          </p:cNvSpPr>
          <p:nvPr>
            <p:ph type="title"/>
          </p:nvPr>
        </p:nvSpPr>
        <p:spPr>
          <a:xfrm>
            <a:off x="1044955" y="719920"/>
            <a:ext cx="8153400" cy="990600"/>
          </a:xfrm>
        </p:spPr>
        <p:txBody>
          <a:bodyPr/>
          <a:lstStyle/>
          <a:p>
            <a:r>
              <a:rPr lang="en-US" altLang="en-US" b="1" dirty="0">
                <a:solidFill>
                  <a:schemeClr val="tx1"/>
                </a:solidFill>
              </a:rPr>
              <a:t>Review meeting - What to avoid?</a:t>
            </a:r>
          </a:p>
        </p:txBody>
      </p:sp>
      <p:sp>
        <p:nvSpPr>
          <p:cNvPr id="21507" name="Content Placeholder 5">
            <a:extLst>
              <a:ext uri="{FF2B5EF4-FFF2-40B4-BE49-F238E27FC236}">
                <a16:creationId xmlns:a16="http://schemas.microsoft.com/office/drawing/2014/main" id="{2A2622ED-205A-F200-E15D-74340B7AB6A0}"/>
              </a:ext>
            </a:extLst>
          </p:cNvPr>
          <p:cNvSpPr>
            <a:spLocks noGrp="1"/>
          </p:cNvSpPr>
          <p:nvPr>
            <p:ph sz="quarter" idx="1"/>
          </p:nvPr>
        </p:nvSpPr>
        <p:spPr>
          <a:xfrm>
            <a:off x="1167784" y="1818564"/>
            <a:ext cx="9682186" cy="4724400"/>
          </a:xfrm>
        </p:spPr>
        <p:txBody>
          <a:bodyPr>
            <a:normAutofit/>
          </a:bodyPr>
          <a:lstStyle/>
          <a:p>
            <a:pPr>
              <a:buFont typeface="Arial" panose="020B0604020202020204" pitchFamily="34" charset="0"/>
              <a:buChar char="•"/>
            </a:pPr>
            <a:r>
              <a:rPr lang="en-US" altLang="en-US" sz="2400" dirty="0">
                <a:solidFill>
                  <a:schemeClr val="tx1"/>
                </a:solidFill>
              </a:rPr>
              <a:t>Improvements to the program</a:t>
            </a:r>
          </a:p>
          <a:p>
            <a:pPr>
              <a:buFont typeface="Arial" panose="020B0604020202020204" pitchFamily="34" charset="0"/>
              <a:buChar char="•"/>
            </a:pPr>
            <a:r>
              <a:rPr lang="en-US" altLang="en-US" sz="2400" dirty="0">
                <a:solidFill>
                  <a:schemeClr val="tx1"/>
                </a:solidFill>
              </a:rPr>
              <a:t>Blaming programmers</a:t>
            </a:r>
          </a:p>
          <a:p>
            <a:pPr>
              <a:buFont typeface="Arial" panose="020B0604020202020204" pitchFamily="34" charset="0"/>
              <a:buChar char="•"/>
            </a:pPr>
            <a:r>
              <a:rPr lang="en-US" altLang="en-US" sz="2400" dirty="0">
                <a:solidFill>
                  <a:schemeClr val="tx1"/>
                </a:solidFill>
              </a:rPr>
              <a:t>Finger pointing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65561E2C-93A8-2AD0-B568-1FAC64C46271}"/>
              </a:ext>
            </a:extLst>
          </p:cNvPr>
          <p:cNvSpPr>
            <a:spLocks noGrp="1"/>
          </p:cNvSpPr>
          <p:nvPr>
            <p:ph type="title"/>
          </p:nvPr>
        </p:nvSpPr>
        <p:spPr>
          <a:xfrm>
            <a:off x="1097280" y="627797"/>
            <a:ext cx="10058400" cy="1109563"/>
          </a:xfrm>
        </p:spPr>
        <p:txBody>
          <a:bodyPr/>
          <a:lstStyle/>
          <a:p>
            <a:r>
              <a:rPr lang="en-US" altLang="en-US" b="1" dirty="0">
                <a:solidFill>
                  <a:schemeClr val="tx1"/>
                </a:solidFill>
              </a:rPr>
              <a:t>Why Review? If we already test!</a:t>
            </a:r>
          </a:p>
        </p:txBody>
      </p:sp>
      <p:sp>
        <p:nvSpPr>
          <p:cNvPr id="31747" name="Content Placeholder 5">
            <a:extLst>
              <a:ext uri="{FF2B5EF4-FFF2-40B4-BE49-F238E27FC236}">
                <a16:creationId xmlns:a16="http://schemas.microsoft.com/office/drawing/2014/main" id="{3B0CE29D-4B48-5C6C-0B2E-9AE293646800}"/>
              </a:ext>
            </a:extLst>
          </p:cNvPr>
          <p:cNvSpPr>
            <a:spLocks noGrp="1"/>
          </p:cNvSpPr>
          <p:nvPr>
            <p:ph sz="quarter" idx="1"/>
          </p:nvPr>
        </p:nvSpPr>
        <p:spPr>
          <a:xfrm>
            <a:off x="1097280" y="1817688"/>
            <a:ext cx="9629860" cy="4412515"/>
          </a:xfrm>
        </p:spPr>
        <p:txBody>
          <a:bodyPr>
            <a:normAutofit/>
          </a:bodyPr>
          <a:lstStyle/>
          <a:p>
            <a:pPr marL="0" indent="0">
              <a:buNone/>
            </a:pPr>
            <a:r>
              <a:rPr lang="en-US" altLang="en-US" dirty="0">
                <a:solidFill>
                  <a:schemeClr val="tx1"/>
                </a:solidFill>
              </a:rPr>
              <a:t>Reviews improve schedule performance.</a:t>
            </a:r>
          </a:p>
          <a:p>
            <a:pPr marL="0" indent="0">
              <a:buNone/>
            </a:pPr>
            <a:endParaRPr lang="en-US" altLang="en-US" dirty="0">
              <a:solidFill>
                <a:schemeClr val="tx1"/>
              </a:solidFill>
            </a:endParaRPr>
          </a:p>
          <a:p>
            <a:pPr>
              <a:buFont typeface="Arial" panose="020B0604020202020204" pitchFamily="34" charset="0"/>
              <a:buChar char="•"/>
            </a:pPr>
            <a:endParaRPr lang="en-US" altLang="en-US" dirty="0">
              <a:solidFill>
                <a:schemeClr val="tx1"/>
              </a:solidFill>
            </a:endParaRPr>
          </a:p>
          <a:p>
            <a:pPr marL="0" indent="0">
              <a:buNone/>
            </a:pPr>
            <a:r>
              <a:rPr lang="en-US" altLang="en-US" dirty="0">
                <a:solidFill>
                  <a:schemeClr val="tx1"/>
                </a:solidFill>
              </a:rPr>
              <a:t>Reviews reduce rework.</a:t>
            </a:r>
          </a:p>
          <a:p>
            <a:pPr lvl="1">
              <a:buFont typeface="Arial" panose="020B0604020202020204" pitchFamily="34" charset="0"/>
              <a:buChar char="•"/>
            </a:pPr>
            <a:r>
              <a:rPr lang="en-US" altLang="en-US" sz="2000" dirty="0">
                <a:solidFill>
                  <a:schemeClr val="tx1"/>
                </a:solidFill>
              </a:rPr>
              <a:t>Rework accounts for 44% of dev. cost!</a:t>
            </a:r>
          </a:p>
          <a:p>
            <a:pPr lvl="1">
              <a:buFont typeface="Arial" panose="020B0604020202020204" pitchFamily="34" charset="0"/>
              <a:buChar char="•"/>
            </a:pPr>
            <a:r>
              <a:rPr lang="en-US" altLang="en-US" sz="2000" dirty="0" err="1">
                <a:solidFill>
                  <a:schemeClr val="tx1"/>
                </a:solidFill>
              </a:rPr>
              <a:t>Reqs</a:t>
            </a:r>
            <a:r>
              <a:rPr lang="en-US" altLang="en-US" sz="2000" dirty="0">
                <a:solidFill>
                  <a:schemeClr val="tx1"/>
                </a:solidFill>
              </a:rPr>
              <a:t> (1%), Design (12%), Coding (12%), Testing (19%)</a:t>
            </a:r>
          </a:p>
          <a:p>
            <a:pPr marL="0" indent="0">
              <a:buNone/>
            </a:pPr>
            <a:r>
              <a:rPr lang="en-US" altLang="en-US" dirty="0">
                <a:solidFill>
                  <a:schemeClr val="tx1"/>
                </a:solidFill>
              </a:rPr>
              <a:t>Reviews are </a:t>
            </a:r>
            <a:r>
              <a:rPr lang="en-US" altLang="en-US" i="1" dirty="0">
                <a:solidFill>
                  <a:schemeClr val="tx1"/>
                </a:solidFill>
              </a:rPr>
              <a:t>pro-active tests.</a:t>
            </a:r>
          </a:p>
          <a:p>
            <a:pPr lvl="1">
              <a:buFont typeface="Arial" panose="020B0604020202020204" pitchFamily="34" charset="0"/>
              <a:buChar char="•"/>
            </a:pPr>
            <a:r>
              <a:rPr lang="en-US" altLang="en-US" sz="2000" dirty="0">
                <a:solidFill>
                  <a:schemeClr val="tx1"/>
                </a:solidFill>
              </a:rPr>
              <a:t>Find errors not possible through testing.</a:t>
            </a:r>
          </a:p>
          <a:p>
            <a:pPr marL="0" indent="0">
              <a:buNone/>
            </a:pPr>
            <a:r>
              <a:rPr lang="en-US" altLang="en-US" dirty="0">
                <a:solidFill>
                  <a:schemeClr val="tx1"/>
                </a:solidFill>
              </a:rPr>
              <a:t>Reviews are training.</a:t>
            </a:r>
          </a:p>
          <a:p>
            <a:pPr lvl="1">
              <a:buFont typeface="Arial" panose="020B0604020202020204" pitchFamily="34" charset="0"/>
              <a:buChar char="•"/>
            </a:pPr>
            <a:r>
              <a:rPr lang="en-US" altLang="en-US" sz="2000" dirty="0">
                <a:solidFill>
                  <a:schemeClr val="tx1"/>
                </a:solidFill>
              </a:rPr>
              <a:t>Domain, corporate standards, group</a:t>
            </a:r>
          </a:p>
        </p:txBody>
      </p:sp>
      <p:pic>
        <p:nvPicPr>
          <p:cNvPr id="31748" name="Picture 5">
            <a:extLst>
              <a:ext uri="{FF2B5EF4-FFF2-40B4-BE49-F238E27FC236}">
                <a16:creationId xmlns:a16="http://schemas.microsoft.com/office/drawing/2014/main" id="{1A10D5F9-D0DF-D809-0A78-08F71837FE4B}"/>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2777219" y="2210521"/>
            <a:ext cx="7162800" cy="929185"/>
          </a:xfrm>
          <a:no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4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174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1747">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7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0F5096FE-7AF8-EAE0-3033-E7A5148B9482}"/>
              </a:ext>
            </a:extLst>
          </p:cNvPr>
          <p:cNvSpPr>
            <a:spLocks noGrp="1"/>
          </p:cNvSpPr>
          <p:nvPr>
            <p:ph type="title"/>
          </p:nvPr>
        </p:nvSpPr>
        <p:spPr>
          <a:xfrm>
            <a:off x="1097280" y="899160"/>
            <a:ext cx="10058400" cy="838200"/>
          </a:xfrm>
        </p:spPr>
        <p:txBody>
          <a:bodyPr/>
          <a:lstStyle/>
          <a:p>
            <a:r>
              <a:rPr lang="en-US" altLang="en-US" b="1" dirty="0">
                <a:solidFill>
                  <a:schemeClr val="tx1"/>
                </a:solidFill>
              </a:rPr>
              <a:t>What is an Inspection?	</a:t>
            </a:r>
          </a:p>
        </p:txBody>
      </p:sp>
      <p:sp>
        <p:nvSpPr>
          <p:cNvPr id="19459" name="Content Placeholder 4">
            <a:extLst>
              <a:ext uri="{FF2B5EF4-FFF2-40B4-BE49-F238E27FC236}">
                <a16:creationId xmlns:a16="http://schemas.microsoft.com/office/drawing/2014/main" id="{30445B9E-7609-2C13-9F7E-060ADA67CFFB}"/>
              </a:ext>
            </a:extLst>
          </p:cNvPr>
          <p:cNvSpPr>
            <a:spLocks noGrp="1"/>
          </p:cNvSpPr>
          <p:nvPr>
            <p:ph sz="quarter" idx="1"/>
          </p:nvPr>
        </p:nvSpPr>
        <p:spPr>
          <a:xfrm>
            <a:off x="1249680" y="2026920"/>
            <a:ext cx="7894320" cy="2194560"/>
          </a:xfrm>
        </p:spPr>
        <p:txBody>
          <a:bodyPr/>
          <a:lstStyle/>
          <a:p>
            <a:pPr marL="0" indent="0" algn="just">
              <a:buNone/>
            </a:pPr>
            <a:r>
              <a:rPr lang="en-US" altLang="en-US" dirty="0">
                <a:solidFill>
                  <a:schemeClr val="tx1"/>
                </a:solidFill>
              </a:rPr>
              <a:t>Inspection in software engineering, refers to peer review of any work product by trained individuals who look for defects using a well-defined process. An inspection might also be referred to as a Fagan inspection after Michael Fagan, the inventor of the process.</a:t>
            </a:r>
          </a:p>
          <a:p>
            <a:pPr>
              <a:buFont typeface="Wingdings" panose="05000000000000000000" pitchFamily="2" charset="2"/>
              <a:buNone/>
            </a:pPr>
            <a:endParaRPr lang="en-US" altLang="en-US" sz="2100" dirty="0"/>
          </a:p>
        </p:txBody>
      </p:sp>
      <p:pic>
        <p:nvPicPr>
          <p:cNvPr id="19460" name="Content Placeholder 6" descr="Inspection.jpg">
            <a:extLst>
              <a:ext uri="{FF2B5EF4-FFF2-40B4-BE49-F238E27FC236}">
                <a16:creationId xmlns:a16="http://schemas.microsoft.com/office/drawing/2014/main" id="{F8DD2940-6587-2E51-5762-4ADEEAF55E8D}"/>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0165080" y="2362200"/>
            <a:ext cx="1333500" cy="123825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Software Inspection</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dirty="0">
                <a:solidFill>
                  <a:schemeClr val="tx1"/>
                </a:solidFill>
              </a:rPr>
              <a:t>Most commonly performed software quality assurance (QA) activity besides testing. </a:t>
            </a:r>
          </a:p>
          <a:p>
            <a:pPr algn="just">
              <a:buFont typeface="Arial" panose="020B0604020202020204" pitchFamily="34" charset="0"/>
              <a:buChar char="•"/>
            </a:pPr>
            <a:r>
              <a:rPr lang="en-US" dirty="0">
                <a:solidFill>
                  <a:schemeClr val="tx1"/>
                </a:solidFill>
              </a:rPr>
              <a:t>Inspection directly detects and corrects software problems without resorting to execution, therefore it can be applied to many types of software artifacts. </a:t>
            </a:r>
          </a:p>
          <a:p>
            <a:pPr algn="just">
              <a:buFont typeface="Arial" panose="020B0604020202020204" pitchFamily="34" charset="0"/>
              <a:buChar char="•"/>
            </a:pPr>
            <a:r>
              <a:rPr lang="en-US" dirty="0">
                <a:solidFill>
                  <a:schemeClr val="tx1"/>
                </a:solidFill>
              </a:rPr>
              <a:t>As a result of this direct examination, the detected software defects are typically precisely located, and therefore can be fixed easily in the follow-up activities. </a:t>
            </a:r>
          </a:p>
        </p:txBody>
      </p:sp>
    </p:spTree>
    <p:extLst>
      <p:ext uri="{BB962C8B-B14F-4D97-AF65-F5344CB8AC3E}">
        <p14:creationId xmlns:p14="http://schemas.microsoft.com/office/powerpoint/2010/main" val="3312368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AFC9EEE-90EA-5972-8983-E4DEFCEA8995}"/>
              </a:ext>
            </a:extLst>
          </p:cNvPr>
          <p:cNvSpPr>
            <a:spLocks noGrp="1"/>
          </p:cNvSpPr>
          <p:nvPr>
            <p:ph type="title"/>
          </p:nvPr>
        </p:nvSpPr>
        <p:spPr>
          <a:xfrm>
            <a:off x="1097280" y="1066800"/>
            <a:ext cx="10058400" cy="670560"/>
          </a:xfrm>
        </p:spPr>
        <p:txBody>
          <a:bodyPr>
            <a:normAutofit fontScale="90000"/>
          </a:bodyPr>
          <a:lstStyle/>
          <a:p>
            <a:r>
              <a:rPr lang="en-US" altLang="en-US" b="1" dirty="0">
                <a:solidFill>
                  <a:schemeClr val="tx1"/>
                </a:solidFill>
              </a:rPr>
              <a:t>Inspection Purposes</a:t>
            </a:r>
          </a:p>
        </p:txBody>
      </p:sp>
      <p:sp>
        <p:nvSpPr>
          <p:cNvPr id="20483" name="Content Placeholder 2">
            <a:extLst>
              <a:ext uri="{FF2B5EF4-FFF2-40B4-BE49-F238E27FC236}">
                <a16:creationId xmlns:a16="http://schemas.microsoft.com/office/drawing/2014/main" id="{3E38ED36-A255-2938-67D8-AB7034B87C39}"/>
              </a:ext>
            </a:extLst>
          </p:cNvPr>
          <p:cNvSpPr>
            <a:spLocks noGrp="1"/>
          </p:cNvSpPr>
          <p:nvPr>
            <p:ph sz="quarter" idx="1"/>
          </p:nvPr>
        </p:nvSpPr>
        <p:spPr>
          <a:xfrm>
            <a:off x="1097280" y="1900872"/>
            <a:ext cx="10195560" cy="3890328"/>
          </a:xfrm>
        </p:spPr>
        <p:txBody>
          <a:bodyPr/>
          <a:lstStyle/>
          <a:p>
            <a:pPr>
              <a:buFont typeface="Wingdings" panose="05000000000000000000" pitchFamily="2" charset="2"/>
              <a:buNone/>
            </a:pPr>
            <a:r>
              <a:rPr lang="en-US" altLang="en-US" sz="2600" b="1" dirty="0">
                <a:solidFill>
                  <a:schemeClr val="accent2"/>
                </a:solidFill>
              </a:rPr>
              <a:t>Primary Purpose</a:t>
            </a:r>
          </a:p>
          <a:p>
            <a:pPr algn="just">
              <a:buFont typeface="Arial" panose="020B0604020202020204" pitchFamily="34" charset="0"/>
              <a:buChar char="•"/>
            </a:pPr>
            <a:r>
              <a:rPr lang="en-US" altLang="en-US" dirty="0">
                <a:solidFill>
                  <a:schemeClr val="tx1"/>
                </a:solidFill>
              </a:rPr>
              <a:t>Identify potential defects during preparation and validate them at the meeting.</a:t>
            </a:r>
          </a:p>
          <a:p>
            <a:pPr algn="just">
              <a:buFont typeface="Arial" panose="020B0604020202020204" pitchFamily="34" charset="0"/>
              <a:buChar char="•"/>
            </a:pPr>
            <a:r>
              <a:rPr lang="en-US" altLang="en-US" dirty="0">
                <a:solidFill>
                  <a:schemeClr val="tx1"/>
                </a:solidFill>
              </a:rPr>
              <a:t>Validate the fact that identified items are actual defects.</a:t>
            </a:r>
          </a:p>
          <a:p>
            <a:pPr algn="just">
              <a:buFont typeface="Arial" panose="020B0604020202020204" pitchFamily="34" charset="0"/>
              <a:buChar char="•"/>
            </a:pPr>
            <a:r>
              <a:rPr lang="en-US" altLang="en-US" dirty="0">
                <a:solidFill>
                  <a:schemeClr val="tx1"/>
                </a:solidFill>
              </a:rPr>
              <a:t>Record the existence of the defect.</a:t>
            </a:r>
          </a:p>
          <a:p>
            <a:pPr algn="just">
              <a:buFont typeface="Arial" panose="020B0604020202020204" pitchFamily="34" charset="0"/>
              <a:buChar char="•"/>
            </a:pPr>
            <a:r>
              <a:rPr lang="en-US" altLang="en-US" dirty="0">
                <a:solidFill>
                  <a:schemeClr val="tx1"/>
                </a:solidFill>
              </a:rPr>
              <a:t>Provide the record to the developer to use in making fixes</a:t>
            </a:r>
            <a:r>
              <a:rPr lang="en-US" altLang="en-US" sz="2400" dirty="0">
                <a:solidFill>
                  <a:schemeClr val="tx1"/>
                </a:solidFill>
              </a:rPr>
              <a:t>.</a:t>
            </a:r>
          </a:p>
          <a:p>
            <a:pPr>
              <a:buFont typeface="Wingdings" panose="05000000000000000000" pitchFamily="2" charset="2"/>
              <a:buNone/>
            </a:pPr>
            <a:endParaRPr lang="en-US" altLang="en-US" sz="2100" dirty="0">
              <a:solidFill>
                <a:srgbClr val="FFC000"/>
              </a:solidFill>
            </a:endParaRPr>
          </a:p>
        </p:txBody>
      </p:sp>
    </p:spTree>
    <p:extLst>
      <p:ext uri="{BB962C8B-B14F-4D97-AF65-F5344CB8AC3E}">
        <p14:creationId xmlns:p14="http://schemas.microsoft.com/office/powerpoint/2010/main" val="3604710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45C03E4-AB80-345E-E995-A1F28EC06CB0}"/>
              </a:ext>
            </a:extLst>
          </p:cNvPr>
          <p:cNvSpPr>
            <a:spLocks noGrp="1"/>
          </p:cNvSpPr>
          <p:nvPr>
            <p:ph type="title"/>
          </p:nvPr>
        </p:nvSpPr>
        <p:spPr/>
        <p:txBody>
          <a:bodyPr/>
          <a:lstStyle/>
          <a:p>
            <a:r>
              <a:rPr lang="en-US" altLang="en-US" b="1" dirty="0">
                <a:solidFill>
                  <a:schemeClr val="tx1"/>
                </a:solidFill>
              </a:rPr>
              <a:t>Inspection Purposes</a:t>
            </a:r>
          </a:p>
        </p:txBody>
      </p:sp>
      <p:sp>
        <p:nvSpPr>
          <p:cNvPr id="21507" name="Content Placeholder 2">
            <a:extLst>
              <a:ext uri="{FF2B5EF4-FFF2-40B4-BE49-F238E27FC236}">
                <a16:creationId xmlns:a16="http://schemas.microsoft.com/office/drawing/2014/main" id="{09CC6E6F-D0D1-F41F-1B12-DC08240D3715}"/>
              </a:ext>
            </a:extLst>
          </p:cNvPr>
          <p:cNvSpPr>
            <a:spLocks noGrp="1"/>
          </p:cNvSpPr>
          <p:nvPr>
            <p:ph sz="quarter" idx="1"/>
          </p:nvPr>
        </p:nvSpPr>
        <p:spPr>
          <a:xfrm>
            <a:off x="1097280" y="1859280"/>
            <a:ext cx="10058400" cy="4073208"/>
          </a:xfrm>
        </p:spPr>
        <p:txBody>
          <a:bodyPr/>
          <a:lstStyle/>
          <a:p>
            <a:pPr>
              <a:buFont typeface="Wingdings" panose="05000000000000000000" pitchFamily="2" charset="2"/>
              <a:buNone/>
            </a:pPr>
            <a:r>
              <a:rPr lang="en-US" altLang="en-US" sz="2600" b="1" dirty="0">
                <a:solidFill>
                  <a:schemeClr val="accent2"/>
                </a:solidFill>
              </a:rPr>
              <a:t>Secondary Purpose</a:t>
            </a:r>
          </a:p>
          <a:p>
            <a:pPr>
              <a:buFont typeface="Arial" panose="020B0604020202020204" pitchFamily="34" charset="0"/>
              <a:buChar char="•"/>
            </a:pPr>
            <a:r>
              <a:rPr lang="en-US" altLang="en-US" dirty="0">
                <a:solidFill>
                  <a:schemeClr val="tx1"/>
                </a:solidFill>
              </a:rPr>
              <a:t>To increase programming quality</a:t>
            </a:r>
          </a:p>
          <a:p>
            <a:pPr>
              <a:buFont typeface="Arial" panose="020B0604020202020204" pitchFamily="34" charset="0"/>
              <a:buChar char="•"/>
            </a:pPr>
            <a:r>
              <a:rPr lang="en-US" altLang="en-US" dirty="0">
                <a:solidFill>
                  <a:schemeClr val="tx1"/>
                </a:solidFill>
              </a:rPr>
              <a:t>To achieve lower life cycle cost</a:t>
            </a:r>
          </a:p>
          <a:p>
            <a:pPr>
              <a:buFont typeface="Arial" panose="020B0604020202020204" pitchFamily="34" charset="0"/>
              <a:buChar char="•"/>
            </a:pPr>
            <a:r>
              <a:rPr lang="en-US" altLang="en-US" dirty="0">
                <a:solidFill>
                  <a:schemeClr val="tx1"/>
                </a:solidFill>
              </a:rPr>
              <a:t>To provide traceability of requirements to design</a:t>
            </a:r>
          </a:p>
          <a:p>
            <a:pPr>
              <a:buFont typeface="Arial" panose="020B0604020202020204" pitchFamily="34" charset="0"/>
              <a:buChar char="•"/>
            </a:pPr>
            <a:r>
              <a:rPr lang="en-US" altLang="en-US" dirty="0">
                <a:solidFill>
                  <a:schemeClr val="tx1"/>
                </a:solidFill>
              </a:rPr>
              <a:t>To increase product quality at delivery etc.</a:t>
            </a:r>
          </a:p>
          <a:p>
            <a:pPr>
              <a:buFont typeface="Wingdings" panose="05000000000000000000" pitchFamily="2" charset="2"/>
              <a:buNone/>
            </a:pPr>
            <a:endParaRPr lang="en-US" altLang="en-US" sz="2100" dirty="0">
              <a:solidFill>
                <a:srgbClr val="FFC000"/>
              </a:solidFill>
            </a:endParaRPr>
          </a:p>
        </p:txBody>
      </p:sp>
    </p:spTree>
    <p:extLst>
      <p:ext uri="{BB962C8B-B14F-4D97-AF65-F5344CB8AC3E}">
        <p14:creationId xmlns:p14="http://schemas.microsoft.com/office/powerpoint/2010/main" val="296988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C288F504-7144-7C84-65CA-52D0BBC76BCB}"/>
              </a:ext>
            </a:extLst>
          </p:cNvPr>
          <p:cNvSpPr>
            <a:spLocks noGrp="1"/>
          </p:cNvSpPr>
          <p:nvPr>
            <p:ph type="title"/>
          </p:nvPr>
        </p:nvSpPr>
        <p:spPr>
          <a:xfrm>
            <a:off x="1085898" y="788158"/>
            <a:ext cx="8153400" cy="990600"/>
          </a:xfrm>
        </p:spPr>
        <p:txBody>
          <a:bodyPr/>
          <a:lstStyle/>
          <a:p>
            <a:r>
              <a:rPr lang="en-US" altLang="en-US" b="1" dirty="0">
                <a:solidFill>
                  <a:schemeClr val="tx1"/>
                </a:solidFill>
              </a:rPr>
              <a:t>How to Inspect?</a:t>
            </a:r>
          </a:p>
        </p:txBody>
      </p:sp>
      <p:sp>
        <p:nvSpPr>
          <p:cNvPr id="26627" name="Content Placeholder 5">
            <a:extLst>
              <a:ext uri="{FF2B5EF4-FFF2-40B4-BE49-F238E27FC236}">
                <a16:creationId xmlns:a16="http://schemas.microsoft.com/office/drawing/2014/main" id="{0440E61D-44C2-2DE5-AE3D-7E1E7913161E}"/>
              </a:ext>
            </a:extLst>
          </p:cNvPr>
          <p:cNvSpPr>
            <a:spLocks noGrp="1"/>
          </p:cNvSpPr>
          <p:nvPr>
            <p:ph sz="quarter" idx="1"/>
          </p:nvPr>
        </p:nvSpPr>
        <p:spPr>
          <a:xfrm>
            <a:off x="1085898" y="1778758"/>
            <a:ext cx="9805015" cy="4724400"/>
          </a:xfrm>
        </p:spPr>
        <p:txBody>
          <a:bodyPr/>
          <a:lstStyle/>
          <a:p>
            <a:pPr algn="just">
              <a:buFont typeface="Arial" panose="020B0604020202020204" pitchFamily="34" charset="0"/>
              <a:buChar char="•"/>
            </a:pPr>
            <a:r>
              <a:rPr lang="en-US" altLang="en-US" sz="2800" dirty="0">
                <a:solidFill>
                  <a:schemeClr val="tx1"/>
                </a:solidFill>
              </a:rPr>
              <a:t>Set an </a:t>
            </a:r>
            <a:r>
              <a:rPr lang="en-US" altLang="en-US" sz="2800" dirty="0">
                <a:solidFill>
                  <a:schemeClr val="accent2"/>
                </a:solidFill>
              </a:rPr>
              <a:t>agenda</a:t>
            </a:r>
            <a:r>
              <a:rPr lang="en-US" altLang="en-US" sz="2800" dirty="0"/>
              <a:t> </a:t>
            </a:r>
            <a:r>
              <a:rPr lang="en-US" altLang="en-US" sz="2800" dirty="0">
                <a:solidFill>
                  <a:schemeClr val="tx1"/>
                </a:solidFill>
              </a:rPr>
              <a:t>and maintain it.</a:t>
            </a:r>
          </a:p>
          <a:p>
            <a:pPr algn="just">
              <a:buFont typeface="Arial" panose="020B0604020202020204" pitchFamily="34" charset="0"/>
              <a:buChar char="•"/>
            </a:pPr>
            <a:r>
              <a:rPr lang="en-US" altLang="en-US" sz="2800" dirty="0">
                <a:solidFill>
                  <a:schemeClr val="accent2"/>
                </a:solidFill>
              </a:rPr>
              <a:t>Limit</a:t>
            </a:r>
            <a:r>
              <a:rPr lang="en-US" altLang="en-US" sz="2800" dirty="0"/>
              <a:t> </a:t>
            </a:r>
            <a:r>
              <a:rPr lang="en-US" altLang="en-US" sz="2800" dirty="0">
                <a:solidFill>
                  <a:schemeClr val="tx1"/>
                </a:solidFill>
              </a:rPr>
              <a:t>debate and rebuttal.</a:t>
            </a:r>
          </a:p>
          <a:p>
            <a:pPr algn="just">
              <a:buFont typeface="Arial" panose="020B0604020202020204" pitchFamily="34" charset="0"/>
              <a:buChar char="•"/>
            </a:pPr>
            <a:r>
              <a:rPr lang="en-US" altLang="en-US" sz="2800" dirty="0"/>
              <a:t>Do </a:t>
            </a:r>
            <a:r>
              <a:rPr lang="en-US" altLang="en-US" sz="2800" dirty="0">
                <a:solidFill>
                  <a:schemeClr val="accent2"/>
                </a:solidFill>
              </a:rPr>
              <a:t>not</a:t>
            </a:r>
            <a:r>
              <a:rPr lang="en-US" altLang="en-US" sz="2800" dirty="0"/>
              <a:t> </a:t>
            </a:r>
            <a:r>
              <a:rPr lang="en-US" altLang="en-US" sz="2800" dirty="0">
                <a:solidFill>
                  <a:schemeClr val="tx1"/>
                </a:solidFill>
              </a:rPr>
              <a:t>attempt to solve every problem noted</a:t>
            </a:r>
            <a:r>
              <a:rPr lang="en-US" altLang="en-US" sz="2800" dirty="0"/>
              <a:t>.</a:t>
            </a:r>
          </a:p>
          <a:p>
            <a:pPr algn="just">
              <a:buFont typeface="Arial" panose="020B0604020202020204" pitchFamily="34" charset="0"/>
              <a:buChar char="•"/>
            </a:pPr>
            <a:r>
              <a:rPr lang="en-US" altLang="en-US" sz="2800" dirty="0">
                <a:solidFill>
                  <a:schemeClr val="tx1"/>
                </a:solidFill>
              </a:rPr>
              <a:t>Take</a:t>
            </a:r>
            <a:r>
              <a:rPr lang="en-US" altLang="en-US" sz="2800" dirty="0"/>
              <a:t> </a:t>
            </a:r>
            <a:r>
              <a:rPr lang="en-US" altLang="en-US" sz="2800" dirty="0">
                <a:solidFill>
                  <a:schemeClr val="accent2"/>
                </a:solidFill>
              </a:rPr>
              <a:t>written notes.</a:t>
            </a:r>
          </a:p>
          <a:p>
            <a:pPr algn="just">
              <a:buFont typeface="Arial" panose="020B0604020202020204" pitchFamily="34" charset="0"/>
              <a:buChar char="•"/>
            </a:pPr>
            <a:r>
              <a:rPr lang="en-US" altLang="en-US" sz="2800" dirty="0">
                <a:solidFill>
                  <a:schemeClr val="tx1"/>
                </a:solidFill>
              </a:rPr>
              <a:t>Insist on </a:t>
            </a:r>
            <a:r>
              <a:rPr lang="en-US" altLang="en-US" sz="2800" dirty="0">
                <a:solidFill>
                  <a:schemeClr val="accent2"/>
                </a:solidFill>
              </a:rPr>
              <a:t>advance preparation.</a:t>
            </a:r>
          </a:p>
          <a:p>
            <a:pPr algn="just">
              <a:buFont typeface="Arial" panose="020B0604020202020204" pitchFamily="34" charset="0"/>
              <a:buChar char="•"/>
            </a:pPr>
            <a:r>
              <a:rPr lang="en-US" altLang="en-US" sz="2800" dirty="0">
                <a:solidFill>
                  <a:schemeClr val="tx1"/>
                </a:solidFill>
              </a:rPr>
              <a:t>Conduct meaningful </a:t>
            </a:r>
            <a:r>
              <a:rPr lang="en-US" altLang="en-US" sz="2800" dirty="0">
                <a:solidFill>
                  <a:schemeClr val="accent2"/>
                </a:solidFill>
              </a:rPr>
              <a:t>training</a:t>
            </a:r>
            <a:r>
              <a:rPr lang="en-US" altLang="en-US" sz="2800" dirty="0"/>
              <a:t> </a:t>
            </a:r>
            <a:r>
              <a:rPr lang="en-US" altLang="en-US" sz="2800" dirty="0">
                <a:solidFill>
                  <a:schemeClr val="tx1"/>
                </a:solidFill>
              </a:rPr>
              <a:t>for all participants</a:t>
            </a:r>
            <a:r>
              <a:rPr lang="en-US" altLang="en-US" sz="2800" dirty="0"/>
              <a:t>.</a:t>
            </a:r>
          </a:p>
          <a:p>
            <a:pPr algn="just">
              <a:buFont typeface="Arial" panose="020B0604020202020204" pitchFamily="34" charset="0"/>
              <a:buChar char="•"/>
            </a:pPr>
            <a:r>
              <a:rPr lang="en-US" altLang="en-US" sz="2800" dirty="0">
                <a:solidFill>
                  <a:schemeClr val="tx1"/>
                </a:solidFill>
              </a:rPr>
              <a:t>Inspect your </a:t>
            </a:r>
            <a:r>
              <a:rPr lang="en-US" altLang="en-US" sz="2800" dirty="0">
                <a:solidFill>
                  <a:schemeClr val="accent2"/>
                </a:solidFill>
              </a:rPr>
              <a:t>earlier inspections.</a:t>
            </a:r>
          </a:p>
        </p:txBody>
      </p:sp>
    </p:spTree>
    <p:extLst>
      <p:ext uri="{BB962C8B-B14F-4D97-AF65-F5344CB8AC3E}">
        <p14:creationId xmlns:p14="http://schemas.microsoft.com/office/powerpoint/2010/main" val="3624850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Correction and follow-up</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The discovered faults need to be corrected by people  who are responsible for the specific software artifacts inspected. For example, in design or code inspection, the responsible designer or programmer, often labeled as design or code “owners” in industry, need to fix the design or code. </a:t>
            </a:r>
          </a:p>
          <a:p>
            <a:pPr algn="just">
              <a:buFont typeface="Arial" panose="020B0604020202020204" pitchFamily="34" charset="0"/>
              <a:buChar char="•"/>
            </a:pPr>
            <a:r>
              <a:rPr lang="en-US" sz="2400" dirty="0">
                <a:solidFill>
                  <a:schemeClr val="tx1"/>
                </a:solidFill>
              </a:rPr>
              <a:t>There should be some follow-up activities to verify the fix. </a:t>
            </a:r>
          </a:p>
        </p:txBody>
      </p:sp>
    </p:spTree>
    <p:extLst>
      <p:ext uri="{BB962C8B-B14F-4D97-AF65-F5344CB8AC3E}">
        <p14:creationId xmlns:p14="http://schemas.microsoft.com/office/powerpoint/2010/main" val="3312306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The case for inspection </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The main difference between the object types of inspection and testing, namely executable programs for testing and all kinds of software artifacts for inspection, </a:t>
            </a:r>
          </a:p>
          <a:p>
            <a:pPr algn="just">
              <a:buFont typeface="Arial" panose="020B0604020202020204" pitchFamily="34" charset="0"/>
              <a:buChar char="•"/>
            </a:pPr>
            <a:r>
              <a:rPr lang="en-US" sz="2400" dirty="0">
                <a:solidFill>
                  <a:schemeClr val="tx1"/>
                </a:solidFill>
              </a:rPr>
              <a:t>The primary reason for the existence of inspection: One does not have to wait for the availability of executable programs before one can start performing inspection. </a:t>
            </a:r>
          </a:p>
          <a:p>
            <a:pPr algn="just">
              <a:buFont typeface="Arial" panose="020B0604020202020204" pitchFamily="34" charset="0"/>
              <a:buChar char="•"/>
            </a:pPr>
            <a:r>
              <a:rPr lang="en-US" sz="2400" dirty="0">
                <a:solidFill>
                  <a:schemeClr val="tx1"/>
                </a:solidFill>
              </a:rPr>
              <a:t>Basically, anything tangible can be inspected.</a:t>
            </a:r>
          </a:p>
        </p:txBody>
      </p:sp>
    </p:spTree>
    <p:extLst>
      <p:ext uri="{BB962C8B-B14F-4D97-AF65-F5344CB8AC3E}">
        <p14:creationId xmlns:p14="http://schemas.microsoft.com/office/powerpoint/2010/main" val="4113722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Inspection techniques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Wide variety of objects for inspection, so inspection techniques also vary considerably. </a:t>
            </a:r>
          </a:p>
          <a:p>
            <a:pPr algn="just">
              <a:buFont typeface="Arial" panose="020B0604020202020204" pitchFamily="34" charset="0"/>
              <a:buChar char="•"/>
            </a:pPr>
            <a:r>
              <a:rPr lang="en-US" sz="2400" dirty="0">
                <a:solidFill>
                  <a:schemeClr val="tx1"/>
                </a:solidFill>
              </a:rPr>
              <a:t>Inspection of product support plans must take into account the system configuration of the product in operation and its interaction with other products and the overall operational environment. </a:t>
            </a:r>
          </a:p>
          <a:p>
            <a:pPr algn="just">
              <a:buFont typeface="Arial" panose="020B0604020202020204" pitchFamily="34" charset="0"/>
              <a:buChar char="•"/>
            </a:pPr>
            <a:r>
              <a:rPr lang="en-US" sz="2400" dirty="0">
                <a:solidFill>
                  <a:schemeClr val="tx1"/>
                </a:solidFill>
              </a:rPr>
              <a:t>Consequently, different inspection techniques need to be selected to perform effective inspection on specific objects.</a:t>
            </a:r>
          </a:p>
        </p:txBody>
      </p:sp>
    </p:spTree>
    <p:extLst>
      <p:ext uri="{BB962C8B-B14F-4D97-AF65-F5344CB8AC3E}">
        <p14:creationId xmlns:p14="http://schemas.microsoft.com/office/powerpoint/2010/main" val="1117617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Degree of formality</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Similarly, there are different degrees of formality, ranging from informal reviews and checks to very formal inspection techniques associated with precisely defined individual activities and exact steps to follow. </a:t>
            </a:r>
          </a:p>
          <a:p>
            <a:pPr algn="just">
              <a:buFont typeface="Arial" panose="020B0604020202020204" pitchFamily="34" charset="0"/>
              <a:buChar char="•"/>
            </a:pPr>
            <a:r>
              <a:rPr lang="en-US" sz="2400" dirty="0">
                <a:solidFill>
                  <a:schemeClr val="tx1"/>
                </a:solidFill>
              </a:rPr>
              <a:t>Even at the informal end, some general process or guidelines need to be followed so that some minimal level of consistency can be assured, </a:t>
            </a:r>
          </a:p>
        </p:txBody>
      </p:sp>
    </p:spTree>
    <p:extLst>
      <p:ext uri="{BB962C8B-B14F-4D97-AF65-F5344CB8AC3E}">
        <p14:creationId xmlns:p14="http://schemas.microsoft.com/office/powerpoint/2010/main" val="4215117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Generic inspection process</a:t>
            </a:r>
          </a:p>
        </p:txBody>
      </p:sp>
      <p:pic>
        <p:nvPicPr>
          <p:cNvPr id="6" name="Content Placeholder 5"/>
          <p:cNvPicPr>
            <a:picLocks noGrp="1" noChangeAspect="1"/>
          </p:cNvPicPr>
          <p:nvPr>
            <p:ph idx="1"/>
          </p:nvPr>
        </p:nvPicPr>
        <p:blipFill>
          <a:blip r:embed="rId2"/>
          <a:stretch>
            <a:fillRect/>
          </a:stretch>
        </p:blipFill>
        <p:spPr>
          <a:xfrm>
            <a:off x="1800045" y="2242327"/>
            <a:ext cx="8591909" cy="3088255"/>
          </a:xfrm>
          <a:prstGeom prst="rect">
            <a:avLst/>
          </a:prstGeom>
        </p:spPr>
      </p:pic>
    </p:spTree>
    <p:extLst>
      <p:ext uri="{BB962C8B-B14F-4D97-AF65-F5344CB8AC3E}">
        <p14:creationId xmlns:p14="http://schemas.microsoft.com/office/powerpoint/2010/main" val="3318081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Planning and preparation</a:t>
            </a:r>
          </a:p>
        </p:txBody>
      </p:sp>
      <p:sp>
        <p:nvSpPr>
          <p:cNvPr id="3" name="Content Placeholder 2"/>
          <p:cNvSpPr>
            <a:spLocks noGrp="1"/>
          </p:cNvSpPr>
          <p:nvPr>
            <p:ph idx="1"/>
          </p:nvPr>
        </p:nvSpPr>
        <p:spPr/>
        <p:txBody>
          <a:bodyPr>
            <a:normAutofit/>
          </a:bodyPr>
          <a:lstStyle/>
          <a:p>
            <a:pPr algn="just"/>
            <a:r>
              <a:rPr lang="en-US" sz="2400" dirty="0">
                <a:solidFill>
                  <a:schemeClr val="tx1"/>
                </a:solidFill>
              </a:rPr>
              <a:t>Inspection planning needs to answer the general questions about the inspection, including: </a:t>
            </a:r>
          </a:p>
          <a:p>
            <a:pPr lvl="1" algn="just">
              <a:buFont typeface="Arial" panose="020B0604020202020204" pitchFamily="34" charset="0"/>
              <a:buChar char="•"/>
            </a:pPr>
            <a:r>
              <a:rPr lang="en-US" sz="2400" dirty="0">
                <a:solidFill>
                  <a:schemeClr val="tx1"/>
                </a:solidFill>
              </a:rPr>
              <a:t>What are the objectives or goals of the inspection? </a:t>
            </a:r>
          </a:p>
          <a:p>
            <a:pPr lvl="1" algn="just">
              <a:buFont typeface="Arial" panose="020B0604020202020204" pitchFamily="34" charset="0"/>
              <a:buChar char="•"/>
            </a:pPr>
            <a:r>
              <a:rPr lang="en-US" sz="2400" dirty="0">
                <a:solidFill>
                  <a:schemeClr val="tx1"/>
                </a:solidFill>
              </a:rPr>
              <a:t>What are the software artifacts to be inspected or the objects of the inspection? </a:t>
            </a:r>
          </a:p>
          <a:p>
            <a:pPr lvl="1" algn="just">
              <a:buFont typeface="Arial" panose="020B0604020202020204" pitchFamily="34" charset="0"/>
              <a:buChar char="•"/>
            </a:pPr>
            <a:r>
              <a:rPr lang="en-US" sz="2400" dirty="0">
                <a:solidFill>
                  <a:schemeClr val="tx1"/>
                </a:solidFill>
              </a:rPr>
              <a:t>Who are performing the inspection? </a:t>
            </a:r>
          </a:p>
          <a:p>
            <a:pPr lvl="1" algn="just">
              <a:buFont typeface="Arial" panose="020B0604020202020204" pitchFamily="34" charset="0"/>
              <a:buChar char="•"/>
            </a:pPr>
            <a:r>
              <a:rPr lang="en-US" sz="2400" dirty="0">
                <a:solidFill>
                  <a:schemeClr val="tx1"/>
                </a:solidFill>
              </a:rPr>
              <a:t>Who else need to be involved, in what roles, and with what specific responsibilities? </a:t>
            </a:r>
          </a:p>
          <a:p>
            <a:pPr lvl="1" algn="just">
              <a:buFont typeface="Arial" panose="020B0604020202020204" pitchFamily="34" charset="0"/>
              <a:buChar char="•"/>
            </a:pPr>
            <a:r>
              <a:rPr lang="en-US" sz="2400" dirty="0">
                <a:solidFill>
                  <a:schemeClr val="tx1"/>
                </a:solidFill>
              </a:rPr>
              <a:t>What are the overall process, techniques, and follow-up activities of the inspection? </a:t>
            </a:r>
          </a:p>
        </p:txBody>
      </p:sp>
    </p:spTree>
    <p:extLst>
      <p:ext uri="{BB962C8B-B14F-4D97-AF65-F5344CB8AC3E}">
        <p14:creationId xmlns:p14="http://schemas.microsoft.com/office/powerpoint/2010/main" val="3044050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Inspection or collection</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This step roughly corresponds to the execution of QA activities in generic quality engineering process. </a:t>
            </a:r>
          </a:p>
          <a:p>
            <a:pPr algn="just">
              <a:buFont typeface="Arial" panose="020B0604020202020204" pitchFamily="34" charset="0"/>
              <a:buChar char="•"/>
            </a:pPr>
            <a:r>
              <a:rPr lang="en-US" sz="2400" dirty="0">
                <a:solidFill>
                  <a:schemeClr val="tx1"/>
                </a:solidFill>
              </a:rPr>
              <a:t>The focus of this step is to detect faults in the software artifacts inspected, and record the inspection results so that these faults can be resolved in the next step.</a:t>
            </a:r>
          </a:p>
        </p:txBody>
      </p:sp>
    </p:spTree>
    <p:extLst>
      <p:ext uri="{BB962C8B-B14F-4D97-AF65-F5344CB8AC3E}">
        <p14:creationId xmlns:p14="http://schemas.microsoft.com/office/powerpoint/2010/main" val="2621767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F0402E37-889B-8B94-CACA-AF3D6C94AAA2}"/>
              </a:ext>
            </a:extLst>
          </p:cNvPr>
          <p:cNvSpPr>
            <a:spLocks noGrp="1"/>
          </p:cNvSpPr>
          <p:nvPr>
            <p:ph type="title"/>
          </p:nvPr>
        </p:nvSpPr>
        <p:spPr/>
        <p:txBody>
          <a:bodyPr/>
          <a:lstStyle/>
          <a:p>
            <a:r>
              <a:rPr lang="en-US" altLang="en-US" b="1" dirty="0">
                <a:solidFill>
                  <a:schemeClr val="tx1"/>
                </a:solidFill>
              </a:rPr>
              <a:t>Inspection Team Members</a:t>
            </a:r>
          </a:p>
        </p:txBody>
      </p:sp>
      <p:sp>
        <p:nvSpPr>
          <p:cNvPr id="22531" name="Content Placeholder 2">
            <a:extLst>
              <a:ext uri="{FF2B5EF4-FFF2-40B4-BE49-F238E27FC236}">
                <a16:creationId xmlns:a16="http://schemas.microsoft.com/office/drawing/2014/main" id="{863DC0FB-39D9-5FCE-7116-2F06C79D1A5C}"/>
              </a:ext>
            </a:extLst>
          </p:cNvPr>
          <p:cNvSpPr>
            <a:spLocks noGrp="1"/>
          </p:cNvSpPr>
          <p:nvPr>
            <p:ph sz="quarter" idx="1"/>
          </p:nvPr>
        </p:nvSpPr>
        <p:spPr>
          <a:xfrm>
            <a:off x="685800" y="1859280"/>
            <a:ext cx="10774680" cy="4328160"/>
          </a:xfrm>
        </p:spPr>
        <p:txBody>
          <a:bodyPr>
            <a:normAutofit/>
          </a:bodyPr>
          <a:lstStyle/>
          <a:p>
            <a:pPr algn="just">
              <a:buFont typeface="Wingdings" panose="05000000000000000000" pitchFamily="2" charset="2"/>
              <a:buNone/>
            </a:pPr>
            <a:r>
              <a:rPr lang="en-US" altLang="en-US" sz="2400" dirty="0">
                <a:solidFill>
                  <a:schemeClr val="tx1"/>
                </a:solidFill>
              </a:rPr>
              <a:t>During an inspection the following roles are used:</a:t>
            </a:r>
          </a:p>
          <a:p>
            <a:pPr algn="just"/>
            <a:r>
              <a:rPr lang="en-US" altLang="en-US" sz="2400" b="1" dirty="0">
                <a:solidFill>
                  <a:schemeClr val="accent1"/>
                </a:solidFill>
              </a:rPr>
              <a:t>Author: </a:t>
            </a:r>
            <a:r>
              <a:rPr lang="en-US" altLang="en-US" sz="2400" dirty="0">
                <a:solidFill>
                  <a:schemeClr val="tx1"/>
                </a:solidFill>
              </a:rPr>
              <a:t>The person who created the work product being inspected. </a:t>
            </a:r>
          </a:p>
          <a:p>
            <a:pPr algn="just"/>
            <a:r>
              <a:rPr lang="en-US" altLang="en-US" sz="2400" b="1" dirty="0">
                <a:solidFill>
                  <a:schemeClr val="accent1"/>
                </a:solidFill>
              </a:rPr>
              <a:t>Moderator: </a:t>
            </a:r>
            <a:r>
              <a:rPr lang="en-US" altLang="en-US" sz="2400" dirty="0">
                <a:solidFill>
                  <a:schemeClr val="tx1"/>
                </a:solidFill>
              </a:rPr>
              <a:t>This is the leader of the inspection. The moderator plans the inspection and coordinates it. </a:t>
            </a:r>
          </a:p>
          <a:p>
            <a:pPr algn="just"/>
            <a:r>
              <a:rPr lang="en-US" altLang="en-US" sz="2400" b="1" dirty="0">
                <a:solidFill>
                  <a:schemeClr val="accent1"/>
                </a:solidFill>
              </a:rPr>
              <a:t>Reader: </a:t>
            </a:r>
            <a:r>
              <a:rPr lang="en-US" altLang="en-US" sz="2400" dirty="0">
                <a:solidFill>
                  <a:schemeClr val="tx1"/>
                </a:solidFill>
              </a:rPr>
              <a:t>The person reading through the documents, one item at a time. The other inspectors then point out defects. </a:t>
            </a:r>
          </a:p>
          <a:p>
            <a:pPr algn="just"/>
            <a:r>
              <a:rPr lang="en-US" altLang="en-US" sz="2400" b="1" dirty="0">
                <a:solidFill>
                  <a:schemeClr val="accent1"/>
                </a:solidFill>
              </a:rPr>
              <a:t>Recorder/Scribe: </a:t>
            </a:r>
            <a:r>
              <a:rPr lang="en-US" altLang="en-US" sz="2400" dirty="0">
                <a:solidFill>
                  <a:schemeClr val="tx1"/>
                </a:solidFill>
              </a:rPr>
              <a:t>The person that documents the defects that are found during the inspection. </a:t>
            </a:r>
          </a:p>
          <a:p>
            <a:pPr algn="just"/>
            <a:r>
              <a:rPr lang="en-US" altLang="en-US" sz="2400" b="1" dirty="0">
                <a:solidFill>
                  <a:schemeClr val="accent1"/>
                </a:solidFill>
              </a:rPr>
              <a:t>Inspector: </a:t>
            </a:r>
            <a:r>
              <a:rPr lang="en-US" altLang="en-US" sz="2400" dirty="0">
                <a:solidFill>
                  <a:schemeClr val="tx1"/>
                </a:solidFill>
              </a:rPr>
              <a:t>The person that examines the work product to identify possible defects</a:t>
            </a:r>
            <a:r>
              <a:rPr lang="en-US" altLang="en-US" sz="2400">
                <a:solidFill>
                  <a:schemeClr val="tx1"/>
                </a:solidFill>
              </a:rPr>
              <a:t>. </a:t>
            </a:r>
            <a:endParaRPr lang="en-US" altLang="en-US" sz="2100" dirty="0">
              <a:solidFill>
                <a:schemeClr val="tx1"/>
              </a:solidFill>
            </a:endParaRPr>
          </a:p>
          <a:p>
            <a:pPr>
              <a:buFont typeface="Wingdings" panose="05000000000000000000" pitchFamily="2" charset="2"/>
              <a:buNone/>
            </a:pPr>
            <a:endParaRPr lang="en-US" altLang="en-US" sz="2100" dirty="0">
              <a:solidFill>
                <a:schemeClr val="tx1"/>
              </a:solidFill>
            </a:endParaRPr>
          </a:p>
        </p:txBody>
      </p:sp>
    </p:spTree>
    <p:extLst>
      <p:ext uri="{BB962C8B-B14F-4D97-AF65-F5344CB8AC3E}">
        <p14:creationId xmlns:p14="http://schemas.microsoft.com/office/powerpoint/2010/main" val="2742882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46BD68B2-C317-CFC5-35FD-DDF5F4452F08}"/>
              </a:ext>
            </a:extLst>
          </p:cNvPr>
          <p:cNvSpPr>
            <a:spLocks noGrp="1"/>
          </p:cNvSpPr>
          <p:nvPr>
            <p:ph type="title"/>
          </p:nvPr>
        </p:nvSpPr>
        <p:spPr/>
        <p:txBody>
          <a:bodyPr/>
          <a:lstStyle/>
          <a:p>
            <a:r>
              <a:rPr lang="en-US" altLang="en-US" b="1" dirty="0">
                <a:solidFill>
                  <a:schemeClr val="tx1"/>
                </a:solidFill>
              </a:rPr>
              <a:t>Inspection Process (Cont..)</a:t>
            </a:r>
          </a:p>
        </p:txBody>
      </p:sp>
      <p:sp>
        <p:nvSpPr>
          <p:cNvPr id="3" name="Content Placeholder 2">
            <a:extLst>
              <a:ext uri="{FF2B5EF4-FFF2-40B4-BE49-F238E27FC236}">
                <a16:creationId xmlns:a16="http://schemas.microsoft.com/office/drawing/2014/main" id="{B6B28990-D426-37D3-4812-E9223FC1CAA3}"/>
              </a:ext>
            </a:extLst>
          </p:cNvPr>
          <p:cNvSpPr>
            <a:spLocks noGrp="1"/>
          </p:cNvSpPr>
          <p:nvPr>
            <p:ph sz="quarter" idx="1"/>
          </p:nvPr>
        </p:nvSpPr>
        <p:spPr>
          <a:xfrm>
            <a:off x="990600" y="1816517"/>
            <a:ext cx="9189720" cy="4754880"/>
          </a:xfrm>
        </p:spPr>
        <p:txBody>
          <a:bodyPr>
            <a:normAutofit/>
          </a:bodyPr>
          <a:lstStyle/>
          <a:p>
            <a:r>
              <a:rPr lang="en-US" altLang="en-US" sz="2400" dirty="0">
                <a:solidFill>
                  <a:schemeClr val="tx1"/>
                </a:solidFill>
              </a:rPr>
              <a:t>The stages in the inspections process are: </a:t>
            </a:r>
          </a:p>
          <a:p>
            <a:pPr lvl="1"/>
            <a:r>
              <a:rPr lang="en-US" altLang="en-US" sz="2800" dirty="0">
                <a:solidFill>
                  <a:schemeClr val="tx1"/>
                </a:solidFill>
              </a:rPr>
              <a:t>Planning</a:t>
            </a:r>
          </a:p>
          <a:p>
            <a:pPr lvl="1"/>
            <a:r>
              <a:rPr lang="en-US" altLang="en-US" sz="2800" dirty="0">
                <a:solidFill>
                  <a:schemeClr val="tx1"/>
                </a:solidFill>
              </a:rPr>
              <a:t>Overview meeting</a:t>
            </a:r>
          </a:p>
          <a:p>
            <a:pPr lvl="1"/>
            <a:r>
              <a:rPr lang="en-US" altLang="en-US" sz="2800" dirty="0">
                <a:solidFill>
                  <a:schemeClr val="tx1"/>
                </a:solidFill>
              </a:rPr>
              <a:t>Preparation</a:t>
            </a:r>
          </a:p>
          <a:p>
            <a:pPr lvl="1"/>
            <a:r>
              <a:rPr lang="en-US" altLang="en-US" sz="2800" dirty="0">
                <a:solidFill>
                  <a:schemeClr val="tx1"/>
                </a:solidFill>
              </a:rPr>
              <a:t>Inspection meeting</a:t>
            </a:r>
          </a:p>
          <a:p>
            <a:pPr lvl="1"/>
            <a:r>
              <a:rPr lang="en-US" altLang="en-US" sz="2800" dirty="0">
                <a:solidFill>
                  <a:schemeClr val="tx1"/>
                </a:solidFill>
              </a:rPr>
              <a:t>Rework and </a:t>
            </a:r>
          </a:p>
          <a:p>
            <a:pPr lvl="1"/>
            <a:r>
              <a:rPr lang="en-US" altLang="en-US" sz="2800" dirty="0">
                <a:solidFill>
                  <a:schemeClr val="tx1"/>
                </a:solidFill>
              </a:rPr>
              <a:t>Follow-up</a:t>
            </a:r>
          </a:p>
          <a:p>
            <a:r>
              <a:rPr lang="en-US" altLang="en-US" sz="2400" dirty="0">
                <a:solidFill>
                  <a:schemeClr val="tx1"/>
                </a:solidFill>
              </a:rPr>
              <a:t>The Preparation, Inspection meeting and Rework stages might be iterated.</a:t>
            </a:r>
          </a:p>
        </p:txBody>
      </p:sp>
    </p:spTree>
    <p:extLst>
      <p:ext uri="{BB962C8B-B14F-4D97-AF65-F5344CB8AC3E}">
        <p14:creationId xmlns:p14="http://schemas.microsoft.com/office/powerpoint/2010/main" val="1909533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9"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
                                            <p:txEl>
                                              <p:pRg st="6" end="6"/>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9"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57"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31938720-2BAF-F8FA-57DF-BCAA011563E1}"/>
              </a:ext>
            </a:extLst>
          </p:cNvPr>
          <p:cNvSpPr>
            <a:spLocks noGrp="1"/>
          </p:cNvSpPr>
          <p:nvPr>
            <p:ph type="title"/>
          </p:nvPr>
        </p:nvSpPr>
        <p:spPr>
          <a:xfrm>
            <a:off x="1099545" y="747215"/>
            <a:ext cx="8153400" cy="990600"/>
          </a:xfrm>
        </p:spPr>
        <p:txBody>
          <a:bodyPr/>
          <a:lstStyle/>
          <a:p>
            <a:r>
              <a:rPr lang="en-US" altLang="en-US" b="1" dirty="0">
                <a:solidFill>
                  <a:schemeClr val="tx1"/>
                </a:solidFill>
              </a:rPr>
              <a:t>(Formal) Inspections</a:t>
            </a:r>
          </a:p>
        </p:txBody>
      </p:sp>
      <p:sp>
        <p:nvSpPr>
          <p:cNvPr id="35843" name="Content Placeholder 5">
            <a:extLst>
              <a:ext uri="{FF2B5EF4-FFF2-40B4-BE49-F238E27FC236}">
                <a16:creationId xmlns:a16="http://schemas.microsoft.com/office/drawing/2014/main" id="{09A16361-8BAE-78F5-3812-6B2C8013B2F8}"/>
              </a:ext>
            </a:extLst>
          </p:cNvPr>
          <p:cNvSpPr>
            <a:spLocks noGrp="1"/>
          </p:cNvSpPr>
          <p:nvPr>
            <p:ph sz="quarter" idx="1"/>
          </p:nvPr>
        </p:nvSpPr>
        <p:spPr>
          <a:xfrm>
            <a:off x="1228299" y="1737815"/>
            <a:ext cx="10263116" cy="4715301"/>
          </a:xfrm>
        </p:spPr>
        <p:txBody>
          <a:bodyPr/>
          <a:lstStyle/>
          <a:p>
            <a:pPr marL="0" indent="0" algn="just">
              <a:buNone/>
            </a:pPr>
            <a:r>
              <a:rPr lang="en-US" altLang="en-US" sz="2800" dirty="0">
                <a:solidFill>
                  <a:schemeClr val="tx1"/>
                </a:solidFill>
              </a:rPr>
              <a:t>An inspection might also be referred to as a Fagan inspection after Michael Fagan, the inventor of the process.</a:t>
            </a:r>
            <a:endParaRPr lang="en-US" altLang="en-US" sz="2700" dirty="0">
              <a:solidFill>
                <a:schemeClr val="tx1"/>
              </a:solidFill>
            </a:endParaRPr>
          </a:p>
          <a:p>
            <a:pPr marL="0" indent="0">
              <a:buNone/>
            </a:pPr>
            <a:r>
              <a:rPr lang="en-US" altLang="en-US" sz="2800" dirty="0">
                <a:solidFill>
                  <a:schemeClr val="tx1"/>
                </a:solidFill>
              </a:rPr>
              <a:t>Structured review of software artifacts.</a:t>
            </a:r>
          </a:p>
          <a:p>
            <a:pPr lvl="1">
              <a:buFont typeface="Arial" panose="020B0604020202020204" pitchFamily="34" charset="0"/>
              <a:buChar char="•"/>
            </a:pPr>
            <a:r>
              <a:rPr lang="en-US" altLang="en-US" sz="2000" dirty="0">
                <a:solidFill>
                  <a:schemeClr val="tx1"/>
                </a:solidFill>
              </a:rPr>
              <a:t>Competent and formally trained individuals investigate artifacts in order to:</a:t>
            </a:r>
          </a:p>
          <a:p>
            <a:pPr lvl="2">
              <a:buFont typeface="Arial" panose="020B0604020202020204" pitchFamily="34" charset="0"/>
              <a:buChar char="•"/>
            </a:pPr>
            <a:r>
              <a:rPr lang="en-US" altLang="en-US" sz="2400" dirty="0">
                <a:solidFill>
                  <a:schemeClr val="tx1"/>
                </a:solidFill>
              </a:rPr>
              <a:t>Detect errors</a:t>
            </a:r>
          </a:p>
          <a:p>
            <a:pPr lvl="2">
              <a:buFont typeface="Arial" panose="020B0604020202020204" pitchFamily="34" charset="0"/>
              <a:buChar char="•"/>
            </a:pPr>
            <a:r>
              <a:rPr lang="en-US" altLang="en-US" sz="2400" dirty="0">
                <a:solidFill>
                  <a:schemeClr val="tx1"/>
                </a:solidFill>
              </a:rPr>
              <a:t>Identify deviations from standards</a:t>
            </a:r>
          </a:p>
          <a:p>
            <a:pPr marL="0" indent="0">
              <a:buNone/>
            </a:pPr>
            <a:r>
              <a:rPr lang="en-US" altLang="en-US" sz="2800" dirty="0">
                <a:solidFill>
                  <a:schemeClr val="tx1"/>
                </a:solidFill>
              </a:rPr>
              <a:t>Does not require execution of the system.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B9C80CE-93D3-85B7-E0EB-A0A5C4DD4390}"/>
              </a:ext>
            </a:extLst>
          </p:cNvPr>
          <p:cNvSpPr>
            <a:spLocks noGrp="1"/>
          </p:cNvSpPr>
          <p:nvPr>
            <p:ph type="title"/>
          </p:nvPr>
        </p:nvSpPr>
        <p:spPr>
          <a:xfrm>
            <a:off x="1072249" y="774511"/>
            <a:ext cx="8153400" cy="990600"/>
          </a:xfrm>
        </p:spPr>
        <p:txBody>
          <a:bodyPr/>
          <a:lstStyle/>
          <a:p>
            <a:r>
              <a:rPr lang="en-US" altLang="en-US" b="1" dirty="0">
                <a:solidFill>
                  <a:schemeClr val="tx1"/>
                </a:solidFill>
              </a:rPr>
              <a:t>(Formal) Inspections</a:t>
            </a:r>
          </a:p>
        </p:txBody>
      </p:sp>
      <p:sp>
        <p:nvSpPr>
          <p:cNvPr id="35843" name="Content Placeholder 5">
            <a:extLst>
              <a:ext uri="{FF2B5EF4-FFF2-40B4-BE49-F238E27FC236}">
                <a16:creationId xmlns:a16="http://schemas.microsoft.com/office/drawing/2014/main" id="{86B167EC-7473-5FA1-DA76-CE27C24913D8}"/>
              </a:ext>
            </a:extLst>
          </p:cNvPr>
          <p:cNvSpPr>
            <a:spLocks noGrp="1"/>
          </p:cNvSpPr>
          <p:nvPr>
            <p:ph sz="quarter" idx="1"/>
          </p:nvPr>
        </p:nvSpPr>
        <p:spPr>
          <a:xfrm>
            <a:off x="846161" y="1769661"/>
            <a:ext cx="10849970" cy="3912358"/>
          </a:xfrm>
        </p:spPr>
        <p:txBody>
          <a:bodyPr/>
          <a:lstStyle/>
          <a:p>
            <a:pPr marL="0" indent="0">
              <a:buNone/>
            </a:pPr>
            <a:r>
              <a:rPr lang="en-US" altLang="en-US" sz="2800" dirty="0">
                <a:solidFill>
                  <a:schemeClr val="tx1"/>
                </a:solidFill>
              </a:rPr>
              <a:t>Examples of artifacts: </a:t>
            </a:r>
          </a:p>
          <a:p>
            <a:pPr lvl="2" algn="just">
              <a:buFont typeface="Arial" panose="020B0604020202020204" pitchFamily="34" charset="0"/>
              <a:buChar char="•"/>
            </a:pPr>
            <a:r>
              <a:rPr lang="en-US" altLang="en-US" sz="2400" dirty="0">
                <a:solidFill>
                  <a:schemeClr val="tx1"/>
                </a:solidFill>
              </a:rPr>
              <a:t>Design documents, requirements specifications, code, etc.</a:t>
            </a:r>
          </a:p>
          <a:p>
            <a:pPr marL="0" indent="0" algn="just">
              <a:buNone/>
            </a:pPr>
            <a:r>
              <a:rPr lang="en-US" altLang="en-US" sz="2800" dirty="0">
                <a:solidFill>
                  <a:schemeClr val="tx1"/>
                </a:solidFill>
              </a:rPr>
              <a:t>The inspection leader/organizer is not the author</a:t>
            </a:r>
          </a:p>
          <a:p>
            <a:pPr lvl="2" algn="just">
              <a:buFont typeface="Arial" panose="020B0604020202020204" pitchFamily="34" charset="0"/>
              <a:buChar char="•"/>
            </a:pPr>
            <a:r>
              <a:rPr lang="en-US" altLang="en-US" sz="2400" dirty="0">
                <a:solidFill>
                  <a:schemeClr val="tx1"/>
                </a:solidFill>
              </a:rPr>
              <a:t>leads the meeting</a:t>
            </a:r>
          </a:p>
          <a:p>
            <a:pPr lvl="2" algn="just">
              <a:buFont typeface="Arial" panose="020B0604020202020204" pitchFamily="34" charset="0"/>
              <a:buChar char="•"/>
            </a:pPr>
            <a:r>
              <a:rPr lang="en-US" altLang="en-US" sz="2400" dirty="0">
                <a:solidFill>
                  <a:schemeClr val="tx1"/>
                </a:solidFill>
              </a:rPr>
              <a:t>ensures all follow up actions are taken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FAGAN INSPECTION</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The earliest and most influential work in software inspection is Fagan inspection (Fagan, 1976), which is almost synonymous with the term “inspection” itself. </a:t>
            </a:r>
          </a:p>
          <a:p>
            <a:pPr algn="just">
              <a:buFont typeface="Arial" panose="020B0604020202020204" pitchFamily="34" charset="0"/>
              <a:buChar char="•"/>
            </a:pPr>
            <a:r>
              <a:rPr lang="en-US" sz="2400" dirty="0">
                <a:solidFill>
                  <a:schemeClr val="tx1"/>
                </a:solidFill>
              </a:rPr>
              <a:t>Almost all the other inspection processes and techniques can be considered as derivatives of Fagan inspection, by enhancing, simplifying, or modifying it in various ways to fit specific application environment.</a:t>
            </a:r>
          </a:p>
        </p:txBody>
      </p:sp>
    </p:spTree>
    <p:extLst>
      <p:ext uri="{BB962C8B-B14F-4D97-AF65-F5344CB8AC3E}">
        <p14:creationId xmlns:p14="http://schemas.microsoft.com/office/powerpoint/2010/main" val="2983082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Inspection team</a:t>
            </a:r>
          </a:p>
        </p:txBody>
      </p:sp>
      <p:sp>
        <p:nvSpPr>
          <p:cNvPr id="3" name="Content Placeholder 2"/>
          <p:cNvSpPr>
            <a:spLocks noGrp="1"/>
          </p:cNvSpPr>
          <p:nvPr>
            <p:ph idx="1"/>
          </p:nvPr>
        </p:nvSpPr>
        <p:spPr>
          <a:xfrm>
            <a:off x="1097280" y="1811551"/>
            <a:ext cx="10058400" cy="4023360"/>
          </a:xfrm>
        </p:spPr>
        <p:txBody>
          <a:bodyPr>
            <a:normAutofit/>
          </a:bodyPr>
          <a:lstStyle/>
          <a:p>
            <a:pPr algn="just">
              <a:buFont typeface="Arial" panose="020B0604020202020204" pitchFamily="34" charset="0"/>
              <a:buChar char="•"/>
            </a:pPr>
            <a:r>
              <a:rPr lang="en-US" sz="2400" dirty="0">
                <a:solidFill>
                  <a:schemeClr val="tx1"/>
                </a:solidFill>
              </a:rPr>
              <a:t>Fagan inspection typically involves about four people in the inspection team</a:t>
            </a:r>
          </a:p>
          <a:p>
            <a:pPr algn="just">
              <a:buFont typeface="Arial" panose="020B0604020202020204" pitchFamily="34" charset="0"/>
              <a:buChar char="•"/>
            </a:pPr>
            <a:r>
              <a:rPr lang="en-US" sz="2400" dirty="0">
                <a:solidFill>
                  <a:schemeClr val="tx1"/>
                </a:solidFill>
              </a:rPr>
              <a:t>The potential inspectors are identified  in the planning stage (Step 1) from those designers, developers, testers, or other software professionals or managers, who are reasonably familiar with the software artifacts to be inspected, but not necessarily those who directly work on it. </a:t>
            </a:r>
          </a:p>
          <a:p>
            <a:pPr algn="just">
              <a:buFont typeface="Arial" panose="020B0604020202020204" pitchFamily="34" charset="0"/>
              <a:buChar char="•"/>
            </a:pPr>
            <a:r>
              <a:rPr lang="en-US" sz="2400" dirty="0">
                <a:solidFill>
                  <a:schemeClr val="tx1"/>
                </a:solidFill>
              </a:rPr>
              <a:t>An ideal mix would include people with different roles, background, experience, and different personal or professional characteristics, to bring diverse views and perspectives to the inspection.</a:t>
            </a:r>
          </a:p>
          <a:p>
            <a:pPr algn="just"/>
            <a:endParaRPr lang="en-US" sz="2400" dirty="0"/>
          </a:p>
        </p:txBody>
      </p:sp>
    </p:spTree>
    <p:extLst>
      <p:ext uri="{BB962C8B-B14F-4D97-AF65-F5344CB8AC3E}">
        <p14:creationId xmlns:p14="http://schemas.microsoft.com/office/powerpoint/2010/main" val="2016548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130" y="286603"/>
            <a:ext cx="10600203" cy="1450757"/>
          </a:xfrm>
        </p:spPr>
        <p:txBody>
          <a:bodyPr>
            <a:normAutofit/>
          </a:bodyPr>
          <a:lstStyle/>
          <a:p>
            <a:r>
              <a:rPr lang="en-US" sz="5400" b="1" dirty="0" err="1">
                <a:solidFill>
                  <a:schemeClr val="tx1"/>
                </a:solidFill>
              </a:rPr>
              <a:t>Gilb</a:t>
            </a:r>
            <a:r>
              <a:rPr lang="en-US" sz="5400" b="1" dirty="0">
                <a:solidFill>
                  <a:schemeClr val="tx1"/>
                </a:solidFill>
              </a:rPr>
              <a:t> inspection</a:t>
            </a:r>
          </a:p>
        </p:txBody>
      </p:sp>
      <p:sp>
        <p:nvSpPr>
          <p:cNvPr id="3" name="Content Placeholder 2"/>
          <p:cNvSpPr>
            <a:spLocks noGrp="1"/>
          </p:cNvSpPr>
          <p:nvPr>
            <p:ph idx="1"/>
          </p:nvPr>
        </p:nvSpPr>
        <p:spPr>
          <a:xfrm>
            <a:off x="742424" y="1898565"/>
            <a:ext cx="10503842" cy="3678303"/>
          </a:xfrm>
        </p:spPr>
        <p:txBody>
          <a:bodyPr>
            <a:noAutofit/>
          </a:bodyPr>
          <a:lstStyle/>
          <a:p>
            <a:pPr>
              <a:buFont typeface="Arial" panose="020B0604020202020204" pitchFamily="34" charset="0"/>
              <a:buChar char="•"/>
            </a:pPr>
            <a:r>
              <a:rPr lang="en-US" sz="1600" dirty="0">
                <a:solidFill>
                  <a:schemeClr val="tx1"/>
                </a:solidFill>
              </a:rPr>
              <a:t>In </a:t>
            </a:r>
            <a:r>
              <a:rPr lang="en-US" sz="1600" dirty="0" err="1">
                <a:solidFill>
                  <a:schemeClr val="tx1"/>
                </a:solidFill>
              </a:rPr>
              <a:t>Gilb</a:t>
            </a:r>
            <a:r>
              <a:rPr lang="en-US" sz="1600" dirty="0">
                <a:solidFill>
                  <a:schemeClr val="tx1"/>
                </a:solidFill>
              </a:rPr>
              <a:t> inspection an additional step, called “process brainstorming”, is added right after the inspection meeting in Fagan inspection. </a:t>
            </a:r>
          </a:p>
          <a:p>
            <a:pPr>
              <a:buFont typeface="Arial" panose="020B0604020202020204" pitchFamily="34" charset="0"/>
              <a:buChar char="•"/>
            </a:pPr>
            <a:r>
              <a:rPr lang="en-US" sz="1600" dirty="0">
                <a:solidFill>
                  <a:schemeClr val="tx1"/>
                </a:solidFill>
              </a:rPr>
              <a:t>The focus of this step is root cause analysis aimed at  preventive actions and process improvement in the form of reduced defect injections for future development activities. </a:t>
            </a:r>
          </a:p>
          <a:p>
            <a:pPr>
              <a:buFont typeface="Arial" panose="020B0604020202020204" pitchFamily="34" charset="0"/>
              <a:buChar char="•"/>
            </a:pPr>
            <a:r>
              <a:rPr lang="en-US" sz="1600" dirty="0">
                <a:solidFill>
                  <a:schemeClr val="tx1"/>
                </a:solidFill>
              </a:rPr>
              <a:t>There are several other special features to </a:t>
            </a:r>
            <a:r>
              <a:rPr lang="en-US" sz="1600" dirty="0" err="1">
                <a:solidFill>
                  <a:schemeClr val="tx1"/>
                </a:solidFill>
              </a:rPr>
              <a:t>Gilb</a:t>
            </a:r>
            <a:r>
              <a:rPr lang="en-US" sz="1600" dirty="0">
                <a:solidFill>
                  <a:schemeClr val="tx1"/>
                </a:solidFill>
              </a:rPr>
              <a:t> inspection, as characterized below: </a:t>
            </a:r>
          </a:p>
          <a:p>
            <a:pPr>
              <a:buFont typeface="Arial" panose="020B0604020202020204" pitchFamily="34" charset="0"/>
              <a:buChar char="•"/>
            </a:pPr>
            <a:r>
              <a:rPr lang="en-US" sz="1600" dirty="0">
                <a:solidFill>
                  <a:schemeClr val="tx1"/>
                </a:solidFill>
              </a:rPr>
              <a:t>The input to the overall inspection process is the product document, rules, checklists, source documents, and kin documents. The emphasis is that any technical documentation, even diagrams, can be inspected. </a:t>
            </a:r>
          </a:p>
          <a:p>
            <a:pPr>
              <a:buFont typeface="Arial" panose="020B0604020202020204" pitchFamily="34" charset="0"/>
              <a:buChar char="•"/>
            </a:pPr>
            <a:r>
              <a:rPr lang="en-US" sz="1600" dirty="0">
                <a:solidFill>
                  <a:schemeClr val="tx1"/>
                </a:solidFill>
              </a:rPr>
              <a:t> The output from the overall inspection process is the inspected (and corrected) input documents, change requests, and suggested process improvements. </a:t>
            </a:r>
          </a:p>
          <a:p>
            <a:pPr>
              <a:buFont typeface="Arial" panose="020B0604020202020204" pitchFamily="34" charset="0"/>
              <a:buChar char="•"/>
            </a:pPr>
            <a:r>
              <a:rPr lang="en-US" sz="1600" dirty="0">
                <a:solidFill>
                  <a:schemeClr val="tx1"/>
                </a:solidFill>
              </a:rPr>
              <a:t>The inspection process forms a feedback loop, with the forward part resembling Fagan inspection but with the added step for process brainstorming, and the feedback part consisting of inspection statistics and adjustment to inspection strategies. </a:t>
            </a:r>
          </a:p>
          <a:p>
            <a:pPr>
              <a:buFont typeface="Arial" panose="020B0604020202020204" pitchFamily="34" charset="0"/>
              <a:buChar char="•"/>
            </a:pPr>
            <a:r>
              <a:rPr lang="en-US" sz="1600" dirty="0">
                <a:solidFill>
                  <a:schemeClr val="tx1"/>
                </a:solidFill>
              </a:rPr>
              <a:t>Multiple inspection sessions are likely through this feedback loop</a:t>
            </a:r>
          </a:p>
        </p:txBody>
      </p:sp>
    </p:spTree>
    <p:extLst>
      <p:ext uri="{BB962C8B-B14F-4D97-AF65-F5344CB8AC3E}">
        <p14:creationId xmlns:p14="http://schemas.microsoft.com/office/powerpoint/2010/main" val="910220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chemeClr val="tx1"/>
                </a:solidFill>
              </a:rPr>
              <a:t>Gilb</a:t>
            </a:r>
            <a:r>
              <a:rPr lang="en-US" b="1" dirty="0">
                <a:solidFill>
                  <a:schemeClr val="tx1"/>
                </a:solidFill>
              </a:rPr>
              <a:t> inspection</a:t>
            </a:r>
          </a:p>
        </p:txBody>
      </p:sp>
      <p:sp>
        <p:nvSpPr>
          <p:cNvPr id="3" name="Content Placeholder 2"/>
          <p:cNvSpPr>
            <a:spLocks noGrp="1"/>
          </p:cNvSpPr>
          <p:nvPr>
            <p:ph idx="1"/>
          </p:nvPr>
        </p:nvSpPr>
        <p:spPr/>
        <p:txBody>
          <a:bodyPr>
            <a:normAutofit fontScale="92500" lnSpcReduction="10000"/>
          </a:bodyPr>
          <a:lstStyle/>
          <a:p>
            <a:r>
              <a:rPr lang="en-US" dirty="0">
                <a:solidFill>
                  <a:schemeClr val="tx1"/>
                </a:solidFill>
              </a:rPr>
              <a:t>The </a:t>
            </a:r>
            <a:r>
              <a:rPr lang="en-US" dirty="0" err="1">
                <a:solidFill>
                  <a:schemeClr val="tx1"/>
                </a:solidFill>
              </a:rPr>
              <a:t>Gilb</a:t>
            </a:r>
            <a:r>
              <a:rPr lang="en-US" dirty="0">
                <a:solidFill>
                  <a:schemeClr val="tx1"/>
                </a:solidFill>
              </a:rPr>
              <a:t> inner inspection steps are as follows (with Fagan inspection equivalent given inside parenthesis): </a:t>
            </a:r>
          </a:p>
          <a:p>
            <a:pPr lvl="1"/>
            <a:r>
              <a:rPr lang="en-US" dirty="0">
                <a:solidFill>
                  <a:schemeClr val="tx1"/>
                </a:solidFill>
              </a:rPr>
              <a:t>1. planning (same), </a:t>
            </a:r>
          </a:p>
          <a:p>
            <a:pPr lvl="1"/>
            <a:r>
              <a:rPr lang="en-US" dirty="0">
                <a:solidFill>
                  <a:schemeClr val="tx1"/>
                </a:solidFill>
              </a:rPr>
              <a:t>2. kickoff (overview),</a:t>
            </a:r>
          </a:p>
          <a:p>
            <a:pPr lvl="1"/>
            <a:r>
              <a:rPr lang="en-US" dirty="0">
                <a:solidFill>
                  <a:schemeClr val="tx1"/>
                </a:solidFill>
              </a:rPr>
              <a:t>3. individual checking (preparation),</a:t>
            </a:r>
          </a:p>
          <a:p>
            <a:pPr lvl="1"/>
            <a:r>
              <a:rPr lang="en-US" dirty="0">
                <a:solidFill>
                  <a:schemeClr val="tx1"/>
                </a:solidFill>
              </a:rPr>
              <a:t>4. logging meeting (inspection), </a:t>
            </a:r>
          </a:p>
          <a:p>
            <a:pPr lvl="1"/>
            <a:r>
              <a:rPr lang="en-US" dirty="0">
                <a:solidFill>
                  <a:schemeClr val="tx1"/>
                </a:solidFill>
              </a:rPr>
              <a:t>5a. edit (rework),</a:t>
            </a:r>
          </a:p>
          <a:p>
            <a:pPr lvl="1"/>
            <a:r>
              <a:rPr lang="en-US" dirty="0">
                <a:solidFill>
                  <a:schemeClr val="tx1"/>
                </a:solidFill>
              </a:rPr>
              <a:t>5b. process brainstorming (), </a:t>
            </a:r>
          </a:p>
          <a:p>
            <a:pPr lvl="1"/>
            <a:r>
              <a:rPr lang="en-US" dirty="0">
                <a:solidFill>
                  <a:schemeClr val="tx1"/>
                </a:solidFill>
              </a:rPr>
              <a:t>6. edit audit (follow-up).</a:t>
            </a:r>
          </a:p>
          <a:p>
            <a:r>
              <a:rPr lang="en-US" dirty="0">
                <a:solidFill>
                  <a:schemeClr val="tx1"/>
                </a:solidFill>
              </a:rPr>
              <a:t>5a and 5b are carried out in parallel in </a:t>
            </a:r>
            <a:r>
              <a:rPr lang="en-US" dirty="0" err="1">
                <a:solidFill>
                  <a:schemeClr val="tx1"/>
                </a:solidFill>
              </a:rPr>
              <a:t>Gilb</a:t>
            </a:r>
            <a:r>
              <a:rPr lang="en-US" dirty="0">
                <a:solidFill>
                  <a:schemeClr val="tx1"/>
                </a:solidFill>
              </a:rPr>
              <a:t> inspection. </a:t>
            </a:r>
          </a:p>
          <a:p>
            <a:r>
              <a:rPr lang="en-US" dirty="0">
                <a:solidFill>
                  <a:schemeClr val="tx1"/>
                </a:solidFill>
              </a:rPr>
              <a:t>The team size is typically about four to six. </a:t>
            </a:r>
          </a:p>
          <a:p>
            <a:r>
              <a:rPr lang="en-US" dirty="0">
                <a:solidFill>
                  <a:schemeClr val="tx1"/>
                </a:solidFill>
              </a:rPr>
              <a:t>Checklists are extensively used, particularly for step 3, individual checking.</a:t>
            </a:r>
          </a:p>
          <a:p>
            <a:endParaRPr lang="en-US" dirty="0"/>
          </a:p>
        </p:txBody>
      </p:sp>
    </p:spTree>
    <p:extLst>
      <p:ext uri="{BB962C8B-B14F-4D97-AF65-F5344CB8AC3E}">
        <p14:creationId xmlns:p14="http://schemas.microsoft.com/office/powerpoint/2010/main" val="3854206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Inspection work</a:t>
            </a:r>
          </a:p>
        </p:txBody>
      </p:sp>
      <p:sp>
        <p:nvSpPr>
          <p:cNvPr id="3" name="Content Placeholder 2"/>
          <p:cNvSpPr>
            <a:spLocks noGrp="1"/>
          </p:cNvSpPr>
          <p:nvPr>
            <p:ph idx="1"/>
          </p:nvPr>
        </p:nvSpPr>
        <p:spPr/>
        <p:txBody>
          <a:bodyPr>
            <a:noAutofit/>
          </a:bodyPr>
          <a:lstStyle/>
          <a:p>
            <a:pPr algn="just">
              <a:buFont typeface="Arial" panose="020B0604020202020204" pitchFamily="34" charset="0"/>
              <a:buChar char="•"/>
            </a:pPr>
            <a:r>
              <a:rPr lang="en-US" sz="2000" dirty="0">
                <a:solidFill>
                  <a:schemeClr val="tx1"/>
                </a:solidFill>
              </a:rPr>
              <a:t>The assignment of individual pieces for inspection among the inspectors needs to take two issues into consideration: overall coverage and areas of focus. </a:t>
            </a:r>
          </a:p>
          <a:p>
            <a:pPr algn="just">
              <a:buFont typeface="Arial" panose="020B0604020202020204" pitchFamily="34" charset="0"/>
              <a:buChar char="•"/>
            </a:pPr>
            <a:r>
              <a:rPr lang="en-US" sz="2000" dirty="0">
                <a:solidFill>
                  <a:schemeClr val="tx1"/>
                </a:solidFill>
              </a:rPr>
              <a:t>On the one hand, different inspectors will be assigned different pieces so as not to unnecessarily duplicate inspection effort. </a:t>
            </a:r>
          </a:p>
          <a:p>
            <a:pPr algn="just">
              <a:buFont typeface="Arial" panose="020B0604020202020204" pitchFamily="34" charset="0"/>
              <a:buChar char="•"/>
            </a:pPr>
            <a:r>
              <a:rPr lang="en-US" sz="2000" dirty="0">
                <a:solidFill>
                  <a:schemeClr val="tx1"/>
                </a:solidFill>
              </a:rPr>
              <a:t>On the other hand, some important or critical pieces may need the focused attention of more than one inspector.</a:t>
            </a:r>
          </a:p>
          <a:p>
            <a:pPr algn="just">
              <a:buFont typeface="Arial" panose="020B0604020202020204" pitchFamily="34" charset="0"/>
              <a:buChar char="•"/>
            </a:pPr>
            <a:r>
              <a:rPr lang="en-US" sz="2000" dirty="0">
                <a:solidFill>
                  <a:schemeClr val="tx1"/>
                </a:solidFill>
              </a:rPr>
              <a:t> The inspection meeting should be an organized event, with one inspector  identified as the leader or moderator, who oversees the meeting and ensures that it fulfills its main purpose of defect identification and consolidation. </a:t>
            </a:r>
          </a:p>
          <a:p>
            <a:pPr algn="just">
              <a:buFont typeface="Arial" panose="020B0604020202020204" pitchFamily="34" charset="0"/>
              <a:buChar char="•"/>
            </a:pPr>
            <a:r>
              <a:rPr lang="en-US" sz="2000" dirty="0">
                <a:solidFill>
                  <a:schemeClr val="tx1"/>
                </a:solidFill>
              </a:rPr>
              <a:t>The meeting typically lasts two hours or less.</a:t>
            </a:r>
          </a:p>
          <a:p>
            <a:pPr algn="just"/>
            <a:endParaRPr lang="en-US" sz="2000" dirty="0"/>
          </a:p>
        </p:txBody>
      </p:sp>
    </p:spTree>
    <p:extLst>
      <p:ext uri="{BB962C8B-B14F-4D97-AF65-F5344CB8AC3E}">
        <p14:creationId xmlns:p14="http://schemas.microsoft.com/office/powerpoint/2010/main" val="690273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Inspection work</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The focus is on defect detection and consolidation only, but not on defect resolution, </a:t>
            </a:r>
          </a:p>
          <a:p>
            <a:pPr algn="just">
              <a:buFont typeface="Arial" panose="020B0604020202020204" pitchFamily="34" charset="0"/>
              <a:buChar char="•"/>
            </a:pPr>
            <a:r>
              <a:rPr lang="en-US" sz="2400" dirty="0">
                <a:solidFill>
                  <a:schemeClr val="tx1"/>
                </a:solidFill>
              </a:rPr>
              <a:t>A group of people working together would find and confirm problems that individuals may not. </a:t>
            </a:r>
          </a:p>
          <a:p>
            <a:pPr algn="just">
              <a:buFont typeface="Arial" panose="020B0604020202020204" pitchFamily="34" charset="0"/>
              <a:buChar char="•"/>
            </a:pPr>
            <a:r>
              <a:rPr lang="en-US" sz="2400" dirty="0">
                <a:solidFill>
                  <a:schemeClr val="tx1"/>
                </a:solidFill>
              </a:rPr>
              <a:t>However, each individual must be fully prepared and bring forward candidate problems for the team to examine together. </a:t>
            </a:r>
          </a:p>
        </p:txBody>
      </p:sp>
    </p:spTree>
    <p:extLst>
      <p:ext uri="{BB962C8B-B14F-4D97-AF65-F5344CB8AC3E}">
        <p14:creationId xmlns:p14="http://schemas.microsoft.com/office/powerpoint/2010/main" val="2753050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74E5270-2132-735D-B59C-8D8385771123}"/>
              </a:ext>
            </a:extLst>
          </p:cNvPr>
          <p:cNvSpPr>
            <a:spLocks noGrp="1"/>
          </p:cNvSpPr>
          <p:nvPr>
            <p:ph type="title"/>
          </p:nvPr>
        </p:nvSpPr>
        <p:spPr>
          <a:xfrm>
            <a:off x="2136775" y="228600"/>
            <a:ext cx="8153400" cy="990600"/>
          </a:xfrm>
        </p:spPr>
        <p:txBody>
          <a:bodyPr/>
          <a:lstStyle/>
          <a:p>
            <a:r>
              <a:rPr lang="en-US" altLang="en-US" b="1" dirty="0">
                <a:solidFill>
                  <a:schemeClr val="tx1"/>
                </a:solidFill>
              </a:rPr>
              <a:t>Basic Inspection Process</a:t>
            </a:r>
          </a:p>
        </p:txBody>
      </p:sp>
      <p:pic>
        <p:nvPicPr>
          <p:cNvPr id="25603" name="Picture 2">
            <a:extLst>
              <a:ext uri="{FF2B5EF4-FFF2-40B4-BE49-F238E27FC236}">
                <a16:creationId xmlns:a16="http://schemas.microsoft.com/office/drawing/2014/main" id="{09964B15-C0C8-6772-4994-A618DF11713B}"/>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365375" y="1471663"/>
            <a:ext cx="7924800" cy="4947313"/>
          </a:xfr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Process and participants </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Planning: Deciding what to inspect, who should be involved, in what role, and if inspection is ready to start. </a:t>
            </a:r>
          </a:p>
          <a:p>
            <a:pPr algn="just">
              <a:buFont typeface="Arial" panose="020B0604020202020204" pitchFamily="34" charset="0"/>
              <a:buChar char="•"/>
            </a:pPr>
            <a:r>
              <a:rPr lang="en-US" sz="2400" dirty="0">
                <a:solidFill>
                  <a:schemeClr val="tx1"/>
                </a:solidFill>
              </a:rPr>
              <a:t>Overview meeting: The author meets with and gives an overview of the inspection object to the inspectors. Assignment of individual pieces among the inspectors is also done. </a:t>
            </a:r>
          </a:p>
          <a:p>
            <a:pPr algn="just">
              <a:buFont typeface="Arial" panose="020B0604020202020204" pitchFamily="34" charset="0"/>
              <a:buChar char="•"/>
            </a:pPr>
            <a:r>
              <a:rPr lang="en-US" sz="2400" dirty="0">
                <a:solidFill>
                  <a:schemeClr val="tx1"/>
                </a:solidFill>
              </a:rPr>
              <a:t>Preparation: Individual inspection is performed by each inspector, with attention focused on possible defects and question areas. </a:t>
            </a:r>
          </a:p>
        </p:txBody>
      </p:sp>
    </p:spTree>
    <p:extLst>
      <p:ext uri="{BB962C8B-B14F-4D97-AF65-F5344CB8AC3E}">
        <p14:creationId xmlns:p14="http://schemas.microsoft.com/office/powerpoint/2010/main" val="620152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Process and participants </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Inspection meeting to collect and consolidate individual inspection results. Fault identification in this meeting is carried out as a consensus building process. </a:t>
            </a:r>
          </a:p>
          <a:p>
            <a:pPr algn="just">
              <a:buFont typeface="Arial" panose="020B0604020202020204" pitchFamily="34" charset="0"/>
              <a:buChar char="•"/>
            </a:pPr>
            <a:r>
              <a:rPr lang="en-US" sz="2400" dirty="0">
                <a:solidFill>
                  <a:schemeClr val="tx1"/>
                </a:solidFill>
              </a:rPr>
              <a:t>Rework: The author fixes the identified problems or provides other responses. </a:t>
            </a:r>
          </a:p>
          <a:p>
            <a:pPr algn="just">
              <a:buFont typeface="Arial" panose="020B0604020202020204" pitchFamily="34" charset="0"/>
              <a:buChar char="•"/>
            </a:pPr>
            <a:r>
              <a:rPr lang="en-US" sz="2400" dirty="0">
                <a:solidFill>
                  <a:schemeClr val="tx1"/>
                </a:solidFill>
              </a:rPr>
              <a:t>Follow-up: Closing the inspection process by final validation. </a:t>
            </a:r>
          </a:p>
          <a:p>
            <a:pPr algn="just"/>
            <a:endParaRPr lang="en-US" sz="2400" dirty="0"/>
          </a:p>
        </p:txBody>
      </p:sp>
    </p:spTree>
    <p:extLst>
      <p:ext uri="{BB962C8B-B14F-4D97-AF65-F5344CB8AC3E}">
        <p14:creationId xmlns:p14="http://schemas.microsoft.com/office/powerpoint/2010/main" val="1965726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Generic inspection process and Fagan inspection process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000" dirty="0">
                <a:solidFill>
                  <a:schemeClr val="tx1"/>
                </a:solidFill>
              </a:rPr>
              <a:t>We can adapt the generic inspection program (slide 7) to depict Fagan inspection in the following: </a:t>
            </a:r>
          </a:p>
          <a:p>
            <a:pPr algn="just">
              <a:buFont typeface="Arial" panose="020B0604020202020204" pitchFamily="34" charset="0"/>
              <a:buChar char="•"/>
            </a:pPr>
            <a:r>
              <a:rPr lang="en-US" sz="2000" dirty="0">
                <a:solidFill>
                  <a:schemeClr val="tx1"/>
                </a:solidFill>
              </a:rPr>
              <a:t>The </a:t>
            </a:r>
            <a:r>
              <a:rPr lang="en-US" sz="2000" b="1" dirty="0">
                <a:solidFill>
                  <a:schemeClr val="tx1"/>
                </a:solidFill>
              </a:rPr>
              <a:t>“planning and preparation”</a:t>
            </a:r>
            <a:r>
              <a:rPr lang="en-US" sz="2000" dirty="0">
                <a:solidFill>
                  <a:schemeClr val="tx1"/>
                </a:solidFill>
              </a:rPr>
              <a:t> block can be expanded into three sequential steps, “planning”, “overview”, and “preparation” in Fagan inspection. </a:t>
            </a:r>
          </a:p>
          <a:p>
            <a:pPr algn="just">
              <a:buFont typeface="Arial" panose="020B0604020202020204" pitchFamily="34" charset="0"/>
              <a:buChar char="•"/>
            </a:pPr>
            <a:r>
              <a:rPr lang="en-US" sz="2000" dirty="0">
                <a:solidFill>
                  <a:schemeClr val="tx1"/>
                </a:solidFill>
              </a:rPr>
              <a:t>The </a:t>
            </a:r>
            <a:r>
              <a:rPr lang="en-US" sz="2000" b="1" dirty="0">
                <a:solidFill>
                  <a:schemeClr val="tx1"/>
                </a:solidFill>
              </a:rPr>
              <a:t>“inspection/collection” </a:t>
            </a:r>
            <a:r>
              <a:rPr lang="en-US" sz="2000" dirty="0">
                <a:solidFill>
                  <a:schemeClr val="tx1"/>
                </a:solidFill>
              </a:rPr>
              <a:t>is directly mapped to the “inspection” step. </a:t>
            </a:r>
          </a:p>
          <a:p>
            <a:pPr algn="just">
              <a:buFont typeface="Arial" panose="020B0604020202020204" pitchFamily="34" charset="0"/>
              <a:buChar char="•"/>
            </a:pPr>
            <a:r>
              <a:rPr lang="en-US" sz="2000" dirty="0">
                <a:solidFill>
                  <a:schemeClr val="tx1"/>
                </a:solidFill>
              </a:rPr>
              <a:t>The </a:t>
            </a:r>
            <a:r>
              <a:rPr lang="en-US" sz="2000" b="1" dirty="0">
                <a:solidFill>
                  <a:schemeClr val="tx1"/>
                </a:solidFill>
              </a:rPr>
              <a:t>“correction and follow-up”</a:t>
            </a:r>
            <a:r>
              <a:rPr lang="en-US" sz="2000" dirty="0">
                <a:solidFill>
                  <a:schemeClr val="tx1"/>
                </a:solidFill>
              </a:rPr>
              <a:t> block can be expanded into two sequential steps, “correction”, and “follow-up”. </a:t>
            </a:r>
          </a:p>
          <a:p>
            <a:pPr algn="just">
              <a:buFont typeface="Arial" panose="020B0604020202020204" pitchFamily="34" charset="0"/>
              <a:buChar char="•"/>
            </a:pPr>
            <a:r>
              <a:rPr lang="en-US" sz="2000" dirty="0">
                <a:solidFill>
                  <a:schemeClr val="tx1"/>
                </a:solidFill>
              </a:rPr>
              <a:t>The dotted link for the next round of inspection is eliminated.</a:t>
            </a:r>
          </a:p>
          <a:p>
            <a:pPr algn="just"/>
            <a:endParaRPr lang="en-US" sz="2000" dirty="0"/>
          </a:p>
        </p:txBody>
      </p:sp>
    </p:spTree>
    <p:extLst>
      <p:ext uri="{BB962C8B-B14F-4D97-AF65-F5344CB8AC3E}">
        <p14:creationId xmlns:p14="http://schemas.microsoft.com/office/powerpoint/2010/main" val="3941821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General observations and findings </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The importance of preparation</a:t>
            </a:r>
          </a:p>
          <a:p>
            <a:pPr>
              <a:buFont typeface="Arial" panose="020B0604020202020204" pitchFamily="34" charset="0"/>
              <a:buChar char="•"/>
            </a:pPr>
            <a:r>
              <a:rPr lang="en-US" sz="2400" dirty="0">
                <a:solidFill>
                  <a:schemeClr val="tx1"/>
                </a:solidFill>
              </a:rPr>
              <a:t>Variations with team size, moderator role, and session coordination</a:t>
            </a:r>
          </a:p>
          <a:p>
            <a:pPr>
              <a:buFont typeface="Arial" panose="020B0604020202020204" pitchFamily="34" charset="0"/>
              <a:buChar char="•"/>
            </a:pPr>
            <a:r>
              <a:rPr lang="en-US" sz="2400" dirty="0">
                <a:solidFill>
                  <a:schemeClr val="tx1"/>
                </a:solidFill>
              </a:rPr>
              <a:t>Defect detection techniques used in inspection</a:t>
            </a:r>
          </a:p>
          <a:p>
            <a:pPr>
              <a:buFont typeface="Arial" panose="020B0604020202020204" pitchFamily="34" charset="0"/>
              <a:buChar char="•"/>
            </a:pPr>
            <a:r>
              <a:rPr lang="en-US" sz="2400" dirty="0">
                <a:solidFill>
                  <a:schemeClr val="tx1"/>
                </a:solidFill>
              </a:rPr>
              <a:t>Additional use of inspection feedback</a:t>
            </a:r>
          </a:p>
        </p:txBody>
      </p:sp>
    </p:spTree>
    <p:extLst>
      <p:ext uri="{BB962C8B-B14F-4D97-AF65-F5344CB8AC3E}">
        <p14:creationId xmlns:p14="http://schemas.microsoft.com/office/powerpoint/2010/main" val="2998938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Other Inspections and Related Activities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200" dirty="0">
                <a:solidFill>
                  <a:schemeClr val="tx1"/>
                </a:solidFill>
              </a:rPr>
              <a:t>Variations to Fagan inspection have been proposed and used to effectively conduct inspection under different environments. </a:t>
            </a:r>
          </a:p>
          <a:p>
            <a:pPr algn="just">
              <a:buFont typeface="Arial" panose="020B0604020202020204" pitchFamily="34" charset="0"/>
              <a:buChar char="•"/>
            </a:pPr>
            <a:r>
              <a:rPr lang="en-US" sz="2200" dirty="0">
                <a:solidFill>
                  <a:schemeClr val="tx1"/>
                </a:solidFill>
              </a:rPr>
              <a:t>Some of them are direct responses to some of the general findings of Fagan inspection described above. We organize these inspection techniques and processes along two dimensions: </a:t>
            </a:r>
          </a:p>
          <a:p>
            <a:pPr lvl="1" algn="just">
              <a:buFont typeface="Arial" panose="020B0604020202020204" pitchFamily="34" charset="0"/>
              <a:buChar char="•"/>
            </a:pPr>
            <a:r>
              <a:rPr lang="en-US" sz="2200" dirty="0">
                <a:solidFill>
                  <a:schemeClr val="tx1"/>
                </a:solidFill>
              </a:rPr>
              <a:t>size and scope of the inspection, </a:t>
            </a:r>
          </a:p>
          <a:p>
            <a:pPr lvl="1" algn="just">
              <a:buFont typeface="Arial" panose="020B0604020202020204" pitchFamily="34" charset="0"/>
              <a:buChar char="•"/>
            </a:pPr>
            <a:r>
              <a:rPr lang="en-US" sz="2200" dirty="0">
                <a:solidFill>
                  <a:schemeClr val="tx1"/>
                </a:solidFill>
              </a:rPr>
              <a:t>formality of the inspection. </a:t>
            </a:r>
          </a:p>
        </p:txBody>
      </p:sp>
    </p:spTree>
    <p:extLst>
      <p:ext uri="{BB962C8B-B14F-4D97-AF65-F5344CB8AC3E}">
        <p14:creationId xmlns:p14="http://schemas.microsoft.com/office/powerpoint/2010/main" val="55844230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1730</TotalTime>
  <Words>2072</Words>
  <Application>Microsoft Office PowerPoint</Application>
  <PresentationFormat>Widescreen</PresentationFormat>
  <Paragraphs>191</Paragraphs>
  <Slides>34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Calibri</vt:lpstr>
      <vt:lpstr>Calibri Light</vt:lpstr>
      <vt:lpstr>Times New Roman</vt:lpstr>
      <vt:lpstr>Wingdings</vt:lpstr>
      <vt:lpstr>Retrospect</vt:lpstr>
      <vt:lpstr> Software Quality Engineering</vt:lpstr>
      <vt:lpstr>Reviews</vt:lpstr>
      <vt:lpstr>(Informal) Reviews</vt:lpstr>
      <vt:lpstr>How to hold a Review meeting?</vt:lpstr>
      <vt:lpstr>Review meeting - What to avoid?</vt:lpstr>
      <vt:lpstr>Why Review? If we already test!</vt:lpstr>
      <vt:lpstr>What is an Inspection? </vt:lpstr>
      <vt:lpstr>Software Inspection</vt:lpstr>
      <vt:lpstr>Inspection Purposes</vt:lpstr>
      <vt:lpstr>Inspection Purposes</vt:lpstr>
      <vt:lpstr>How to Inspect?</vt:lpstr>
      <vt:lpstr>Correction and follow-up</vt:lpstr>
      <vt:lpstr>The case for inspection </vt:lpstr>
      <vt:lpstr>Inspection techniques</vt:lpstr>
      <vt:lpstr>Degree of formality</vt:lpstr>
      <vt:lpstr>Generic inspection process</vt:lpstr>
      <vt:lpstr>Planning and preparation</vt:lpstr>
      <vt:lpstr>Inspection or collection</vt:lpstr>
      <vt:lpstr>Inspection Team Members</vt:lpstr>
      <vt:lpstr>Inspection Process (Cont..)</vt:lpstr>
      <vt:lpstr>(Formal) Inspections</vt:lpstr>
      <vt:lpstr>(Formal) Inspections</vt:lpstr>
      <vt:lpstr>FAGAN INSPECTION</vt:lpstr>
      <vt:lpstr>Inspection team</vt:lpstr>
      <vt:lpstr>Gilb inspection</vt:lpstr>
      <vt:lpstr>Gilb inspection</vt:lpstr>
      <vt:lpstr>Inspection work</vt:lpstr>
      <vt:lpstr>Inspection work</vt:lpstr>
      <vt:lpstr>Basic Inspection Process</vt:lpstr>
      <vt:lpstr>Process and participants </vt:lpstr>
      <vt:lpstr>Process and participants </vt:lpstr>
      <vt:lpstr>Generic inspection process and Fagan inspection process</vt:lpstr>
      <vt:lpstr>General observations and findings </vt:lpstr>
      <vt:lpstr>Other Inspections and Related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2024-11-12T08:37:01Z</dcterms:modified>
</cp:coreProperties>
</file>