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6"/>
  </p:notesMasterIdLst>
  <p:sldIdLst>
    <p:sldId id="256" r:id="rId2"/>
    <p:sldId id="366" r:id="rId3"/>
    <p:sldId id="367" r:id="rId4"/>
    <p:sldId id="373" r:id="rId5"/>
    <p:sldId id="370" r:id="rId6"/>
    <p:sldId id="386" r:id="rId7"/>
    <p:sldId id="380" r:id="rId8"/>
    <p:sldId id="371" r:id="rId9"/>
    <p:sldId id="382" r:id="rId10"/>
    <p:sldId id="383" r:id="rId11"/>
    <p:sldId id="384" r:id="rId12"/>
    <p:sldId id="374" r:id="rId13"/>
    <p:sldId id="375" r:id="rId14"/>
    <p:sldId id="376" r:id="rId15"/>
    <p:sldId id="377" r:id="rId16"/>
    <p:sldId id="378" r:id="rId17"/>
    <p:sldId id="358" r:id="rId18"/>
    <p:sldId id="359" r:id="rId19"/>
    <p:sldId id="360" r:id="rId20"/>
    <p:sldId id="385" r:id="rId21"/>
    <p:sldId id="363" r:id="rId22"/>
    <p:sldId id="364" r:id="rId23"/>
    <p:sldId id="365" r:id="rId24"/>
    <p:sldId id="279"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2638E59-C79E-47A1-A0E6-15FB3AF57D6E}" v="19" dt="2024-08-27T14:00:31.44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63985" autoAdjust="0"/>
  </p:normalViewPr>
  <p:slideViewPr>
    <p:cSldViewPr snapToGrid="0">
      <p:cViewPr varScale="1">
        <p:scale>
          <a:sx n="44" d="100"/>
          <a:sy n="44" d="100"/>
        </p:scale>
        <p:origin x="1716"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s Alina Arshad" userId="cccdfd85-d35d-4453-9c6f-a463aae40722" providerId="ADAL" clId="{02638E59-C79E-47A1-A0E6-15FB3AF57D6E}"/>
    <pc:docChg chg="undo custSel addSld delSld modSld">
      <pc:chgData name="Ms Alina Arshad" userId="cccdfd85-d35d-4453-9c6f-a463aae40722" providerId="ADAL" clId="{02638E59-C79E-47A1-A0E6-15FB3AF57D6E}" dt="2024-08-31T12:27:06.471" v="309" actId="20577"/>
      <pc:docMkLst>
        <pc:docMk/>
      </pc:docMkLst>
      <pc:sldChg chg="delSp modSp mod">
        <pc:chgData name="Ms Alina Arshad" userId="cccdfd85-d35d-4453-9c6f-a463aae40722" providerId="ADAL" clId="{02638E59-C79E-47A1-A0E6-15FB3AF57D6E}" dt="2024-08-27T14:45:21.255" v="301" actId="1076"/>
        <pc:sldMkLst>
          <pc:docMk/>
          <pc:sldMk cId="1406944082" sldId="358"/>
        </pc:sldMkLst>
        <pc:spChg chg="mod">
          <ac:chgData name="Ms Alina Arshad" userId="cccdfd85-d35d-4453-9c6f-a463aae40722" providerId="ADAL" clId="{02638E59-C79E-47A1-A0E6-15FB3AF57D6E}" dt="2024-08-27T14:42:41.930" v="275" actId="207"/>
          <ac:spMkLst>
            <pc:docMk/>
            <pc:sldMk cId="1406944082" sldId="358"/>
            <ac:spMk id="2" creationId="{00000000-0000-0000-0000-000000000000}"/>
          </ac:spMkLst>
        </pc:spChg>
        <pc:spChg chg="mod">
          <ac:chgData name="Ms Alina Arshad" userId="cccdfd85-d35d-4453-9c6f-a463aae40722" providerId="ADAL" clId="{02638E59-C79E-47A1-A0E6-15FB3AF57D6E}" dt="2024-08-27T14:45:21.255" v="301" actId="1076"/>
          <ac:spMkLst>
            <pc:docMk/>
            <pc:sldMk cId="1406944082" sldId="358"/>
            <ac:spMk id="3" creationId="{00000000-0000-0000-0000-000000000000}"/>
          </ac:spMkLst>
        </pc:spChg>
        <pc:spChg chg="del">
          <ac:chgData name="Ms Alina Arshad" userId="cccdfd85-d35d-4453-9c6f-a463aae40722" providerId="ADAL" clId="{02638E59-C79E-47A1-A0E6-15FB3AF57D6E}" dt="2024-08-26T15:24:12.429" v="160" actId="478"/>
          <ac:spMkLst>
            <pc:docMk/>
            <pc:sldMk cId="1406944082" sldId="358"/>
            <ac:spMk id="4" creationId="{00000000-0000-0000-0000-000000000000}"/>
          </ac:spMkLst>
        </pc:spChg>
        <pc:spChg chg="del">
          <ac:chgData name="Ms Alina Arshad" userId="cccdfd85-d35d-4453-9c6f-a463aae40722" providerId="ADAL" clId="{02638E59-C79E-47A1-A0E6-15FB3AF57D6E}" dt="2024-08-26T15:24:14.062" v="161" actId="478"/>
          <ac:spMkLst>
            <pc:docMk/>
            <pc:sldMk cId="1406944082" sldId="358"/>
            <ac:spMk id="5" creationId="{00000000-0000-0000-0000-000000000000}"/>
          </ac:spMkLst>
        </pc:spChg>
      </pc:sldChg>
      <pc:sldChg chg="delSp modSp mod">
        <pc:chgData name="Ms Alina Arshad" userId="cccdfd85-d35d-4453-9c6f-a463aae40722" providerId="ADAL" clId="{02638E59-C79E-47A1-A0E6-15FB3AF57D6E}" dt="2024-08-27T14:48:10.802" v="302" actId="20577"/>
        <pc:sldMkLst>
          <pc:docMk/>
          <pc:sldMk cId="2115952897" sldId="359"/>
        </pc:sldMkLst>
        <pc:spChg chg="mod">
          <ac:chgData name="Ms Alina Arshad" userId="cccdfd85-d35d-4453-9c6f-a463aae40722" providerId="ADAL" clId="{02638E59-C79E-47A1-A0E6-15FB3AF57D6E}" dt="2024-08-26T15:24:22.718" v="163" actId="113"/>
          <ac:spMkLst>
            <pc:docMk/>
            <pc:sldMk cId="2115952897" sldId="359"/>
            <ac:spMk id="2" creationId="{00000000-0000-0000-0000-000000000000}"/>
          </ac:spMkLst>
        </pc:spChg>
        <pc:spChg chg="mod">
          <ac:chgData name="Ms Alina Arshad" userId="cccdfd85-d35d-4453-9c6f-a463aae40722" providerId="ADAL" clId="{02638E59-C79E-47A1-A0E6-15FB3AF57D6E}" dt="2024-08-27T14:48:10.802" v="302" actId="20577"/>
          <ac:spMkLst>
            <pc:docMk/>
            <pc:sldMk cId="2115952897" sldId="359"/>
            <ac:spMk id="3" creationId="{00000000-0000-0000-0000-000000000000}"/>
          </ac:spMkLst>
        </pc:spChg>
        <pc:spChg chg="del">
          <ac:chgData name="Ms Alina Arshad" userId="cccdfd85-d35d-4453-9c6f-a463aae40722" providerId="ADAL" clId="{02638E59-C79E-47A1-A0E6-15FB3AF57D6E}" dt="2024-08-26T15:24:30.839" v="165" actId="478"/>
          <ac:spMkLst>
            <pc:docMk/>
            <pc:sldMk cId="2115952897" sldId="359"/>
            <ac:spMk id="4" creationId="{00000000-0000-0000-0000-000000000000}"/>
          </ac:spMkLst>
        </pc:spChg>
        <pc:spChg chg="del">
          <ac:chgData name="Ms Alina Arshad" userId="cccdfd85-d35d-4453-9c6f-a463aae40722" providerId="ADAL" clId="{02638E59-C79E-47A1-A0E6-15FB3AF57D6E}" dt="2024-08-26T15:24:32.579" v="166" actId="478"/>
          <ac:spMkLst>
            <pc:docMk/>
            <pc:sldMk cId="2115952897" sldId="359"/>
            <ac:spMk id="5" creationId="{00000000-0000-0000-0000-000000000000}"/>
          </ac:spMkLst>
        </pc:spChg>
      </pc:sldChg>
      <pc:sldChg chg="delSp modSp mod">
        <pc:chgData name="Ms Alina Arshad" userId="cccdfd85-d35d-4453-9c6f-a463aae40722" providerId="ADAL" clId="{02638E59-C79E-47A1-A0E6-15FB3AF57D6E}" dt="2024-08-26T15:24:55.404" v="173" actId="478"/>
        <pc:sldMkLst>
          <pc:docMk/>
          <pc:sldMk cId="3064447784" sldId="360"/>
        </pc:sldMkLst>
        <pc:spChg chg="mod">
          <ac:chgData name="Ms Alina Arshad" userId="cccdfd85-d35d-4453-9c6f-a463aae40722" providerId="ADAL" clId="{02638E59-C79E-47A1-A0E6-15FB3AF57D6E}" dt="2024-08-26T15:24:41.428" v="168" actId="113"/>
          <ac:spMkLst>
            <pc:docMk/>
            <pc:sldMk cId="3064447784" sldId="360"/>
            <ac:spMk id="2" creationId="{00000000-0000-0000-0000-000000000000}"/>
          </ac:spMkLst>
        </pc:spChg>
        <pc:spChg chg="mod">
          <ac:chgData name="Ms Alina Arshad" userId="cccdfd85-d35d-4453-9c6f-a463aae40722" providerId="ADAL" clId="{02638E59-C79E-47A1-A0E6-15FB3AF57D6E}" dt="2024-08-26T15:24:51.359" v="171" actId="1076"/>
          <ac:spMkLst>
            <pc:docMk/>
            <pc:sldMk cId="3064447784" sldId="360"/>
            <ac:spMk id="3" creationId="{00000000-0000-0000-0000-000000000000}"/>
          </ac:spMkLst>
        </pc:spChg>
        <pc:spChg chg="del">
          <ac:chgData name="Ms Alina Arshad" userId="cccdfd85-d35d-4453-9c6f-a463aae40722" providerId="ADAL" clId="{02638E59-C79E-47A1-A0E6-15FB3AF57D6E}" dt="2024-08-26T15:24:53.655" v="172" actId="478"/>
          <ac:spMkLst>
            <pc:docMk/>
            <pc:sldMk cId="3064447784" sldId="360"/>
            <ac:spMk id="4" creationId="{00000000-0000-0000-0000-000000000000}"/>
          </ac:spMkLst>
        </pc:spChg>
        <pc:spChg chg="del">
          <ac:chgData name="Ms Alina Arshad" userId="cccdfd85-d35d-4453-9c6f-a463aae40722" providerId="ADAL" clId="{02638E59-C79E-47A1-A0E6-15FB3AF57D6E}" dt="2024-08-26T15:24:55.404" v="173" actId="478"/>
          <ac:spMkLst>
            <pc:docMk/>
            <pc:sldMk cId="3064447784" sldId="360"/>
            <ac:spMk id="5" creationId="{00000000-0000-0000-0000-000000000000}"/>
          </ac:spMkLst>
        </pc:spChg>
      </pc:sldChg>
      <pc:sldChg chg="delSp modSp mod">
        <pc:chgData name="Ms Alina Arshad" userId="cccdfd85-d35d-4453-9c6f-a463aae40722" providerId="ADAL" clId="{02638E59-C79E-47A1-A0E6-15FB3AF57D6E}" dt="2024-08-27T14:53:00.384" v="308" actId="14100"/>
        <pc:sldMkLst>
          <pc:docMk/>
          <pc:sldMk cId="2172419699" sldId="363"/>
        </pc:sldMkLst>
        <pc:spChg chg="mod">
          <ac:chgData name="Ms Alina Arshad" userId="cccdfd85-d35d-4453-9c6f-a463aae40722" providerId="ADAL" clId="{02638E59-C79E-47A1-A0E6-15FB3AF57D6E}" dt="2024-08-26T15:25:38.020" v="185" actId="1076"/>
          <ac:spMkLst>
            <pc:docMk/>
            <pc:sldMk cId="2172419699" sldId="363"/>
            <ac:spMk id="2" creationId="{00000000-0000-0000-0000-000000000000}"/>
          </ac:spMkLst>
        </pc:spChg>
        <pc:spChg chg="del">
          <ac:chgData name="Ms Alina Arshad" userId="cccdfd85-d35d-4453-9c6f-a463aae40722" providerId="ADAL" clId="{02638E59-C79E-47A1-A0E6-15FB3AF57D6E}" dt="2024-08-26T15:25:47.990" v="189" actId="478"/>
          <ac:spMkLst>
            <pc:docMk/>
            <pc:sldMk cId="2172419699" sldId="363"/>
            <ac:spMk id="4" creationId="{00000000-0000-0000-0000-000000000000}"/>
          </ac:spMkLst>
        </pc:spChg>
        <pc:spChg chg="del">
          <ac:chgData name="Ms Alina Arshad" userId="cccdfd85-d35d-4453-9c6f-a463aae40722" providerId="ADAL" clId="{02638E59-C79E-47A1-A0E6-15FB3AF57D6E}" dt="2024-08-26T15:25:51.889" v="190" actId="478"/>
          <ac:spMkLst>
            <pc:docMk/>
            <pc:sldMk cId="2172419699" sldId="363"/>
            <ac:spMk id="5" creationId="{00000000-0000-0000-0000-000000000000}"/>
          </ac:spMkLst>
        </pc:spChg>
        <pc:graphicFrameChg chg="mod modGraphic">
          <ac:chgData name="Ms Alina Arshad" userId="cccdfd85-d35d-4453-9c6f-a463aae40722" providerId="ADAL" clId="{02638E59-C79E-47A1-A0E6-15FB3AF57D6E}" dt="2024-08-27T14:53:00.384" v="308" actId="14100"/>
          <ac:graphicFrameMkLst>
            <pc:docMk/>
            <pc:sldMk cId="2172419699" sldId="363"/>
            <ac:graphicFrameMk id="6" creationId="{00000000-0000-0000-0000-000000000000}"/>
          </ac:graphicFrameMkLst>
        </pc:graphicFrameChg>
      </pc:sldChg>
      <pc:sldChg chg="delSp modSp mod">
        <pc:chgData name="Ms Alina Arshad" userId="cccdfd85-d35d-4453-9c6f-a463aae40722" providerId="ADAL" clId="{02638E59-C79E-47A1-A0E6-15FB3AF57D6E}" dt="2024-08-26T15:26:48.278" v="205" actId="478"/>
        <pc:sldMkLst>
          <pc:docMk/>
          <pc:sldMk cId="1503862493" sldId="364"/>
        </pc:sldMkLst>
        <pc:spChg chg="mod">
          <ac:chgData name="Ms Alina Arshad" userId="cccdfd85-d35d-4453-9c6f-a463aae40722" providerId="ADAL" clId="{02638E59-C79E-47A1-A0E6-15FB3AF57D6E}" dt="2024-08-26T15:26:26.876" v="195" actId="1076"/>
          <ac:spMkLst>
            <pc:docMk/>
            <pc:sldMk cId="1503862493" sldId="364"/>
            <ac:spMk id="2" creationId="{00000000-0000-0000-0000-000000000000}"/>
          </ac:spMkLst>
        </pc:spChg>
        <pc:spChg chg="del">
          <ac:chgData name="Ms Alina Arshad" userId="cccdfd85-d35d-4453-9c6f-a463aae40722" providerId="ADAL" clId="{02638E59-C79E-47A1-A0E6-15FB3AF57D6E}" dt="2024-08-26T15:26:46.206" v="204" actId="478"/>
          <ac:spMkLst>
            <pc:docMk/>
            <pc:sldMk cId="1503862493" sldId="364"/>
            <ac:spMk id="4" creationId="{00000000-0000-0000-0000-000000000000}"/>
          </ac:spMkLst>
        </pc:spChg>
        <pc:spChg chg="del">
          <ac:chgData name="Ms Alina Arshad" userId="cccdfd85-d35d-4453-9c6f-a463aae40722" providerId="ADAL" clId="{02638E59-C79E-47A1-A0E6-15FB3AF57D6E}" dt="2024-08-26T15:26:48.278" v="205" actId="478"/>
          <ac:spMkLst>
            <pc:docMk/>
            <pc:sldMk cId="1503862493" sldId="364"/>
            <ac:spMk id="5" creationId="{00000000-0000-0000-0000-000000000000}"/>
          </ac:spMkLst>
        </pc:spChg>
        <pc:graphicFrameChg chg="mod modGraphic">
          <ac:chgData name="Ms Alina Arshad" userId="cccdfd85-d35d-4453-9c6f-a463aae40722" providerId="ADAL" clId="{02638E59-C79E-47A1-A0E6-15FB3AF57D6E}" dt="2024-08-26T15:26:42.071" v="203" actId="404"/>
          <ac:graphicFrameMkLst>
            <pc:docMk/>
            <pc:sldMk cId="1503862493" sldId="364"/>
            <ac:graphicFrameMk id="6" creationId="{00000000-0000-0000-0000-000000000000}"/>
          </ac:graphicFrameMkLst>
        </pc:graphicFrameChg>
      </pc:sldChg>
      <pc:sldChg chg="delSp modSp mod">
        <pc:chgData name="Ms Alina Arshad" userId="cccdfd85-d35d-4453-9c6f-a463aae40722" providerId="ADAL" clId="{02638E59-C79E-47A1-A0E6-15FB3AF57D6E}" dt="2024-08-26T15:27:25.731" v="217" actId="478"/>
        <pc:sldMkLst>
          <pc:docMk/>
          <pc:sldMk cId="2200988931" sldId="365"/>
        </pc:sldMkLst>
        <pc:spChg chg="mod">
          <ac:chgData name="Ms Alina Arshad" userId="cccdfd85-d35d-4453-9c6f-a463aae40722" providerId="ADAL" clId="{02638E59-C79E-47A1-A0E6-15FB3AF57D6E}" dt="2024-08-26T15:27:18.807" v="214" actId="1076"/>
          <ac:spMkLst>
            <pc:docMk/>
            <pc:sldMk cId="2200988931" sldId="365"/>
            <ac:spMk id="2" creationId="{00000000-0000-0000-0000-000000000000}"/>
          </ac:spMkLst>
        </pc:spChg>
        <pc:spChg chg="del">
          <ac:chgData name="Ms Alina Arshad" userId="cccdfd85-d35d-4453-9c6f-a463aae40722" providerId="ADAL" clId="{02638E59-C79E-47A1-A0E6-15FB3AF57D6E}" dt="2024-08-26T15:27:24.126" v="216" actId="478"/>
          <ac:spMkLst>
            <pc:docMk/>
            <pc:sldMk cId="2200988931" sldId="365"/>
            <ac:spMk id="4" creationId="{00000000-0000-0000-0000-000000000000}"/>
          </ac:spMkLst>
        </pc:spChg>
        <pc:spChg chg="del">
          <ac:chgData name="Ms Alina Arshad" userId="cccdfd85-d35d-4453-9c6f-a463aae40722" providerId="ADAL" clId="{02638E59-C79E-47A1-A0E6-15FB3AF57D6E}" dt="2024-08-26T15:27:25.731" v="217" actId="478"/>
          <ac:spMkLst>
            <pc:docMk/>
            <pc:sldMk cId="2200988931" sldId="365"/>
            <ac:spMk id="5" creationId="{00000000-0000-0000-0000-000000000000}"/>
          </ac:spMkLst>
        </pc:spChg>
        <pc:graphicFrameChg chg="mod modGraphic">
          <ac:chgData name="Ms Alina Arshad" userId="cccdfd85-d35d-4453-9c6f-a463aae40722" providerId="ADAL" clId="{02638E59-C79E-47A1-A0E6-15FB3AF57D6E}" dt="2024-08-26T15:27:20.984" v="215" actId="14100"/>
          <ac:graphicFrameMkLst>
            <pc:docMk/>
            <pc:sldMk cId="2200988931" sldId="365"/>
            <ac:graphicFrameMk id="6" creationId="{00000000-0000-0000-0000-000000000000}"/>
          </ac:graphicFrameMkLst>
        </pc:graphicFrameChg>
      </pc:sldChg>
      <pc:sldChg chg="delSp modSp add mod modNotesTx">
        <pc:chgData name="Ms Alina Arshad" userId="cccdfd85-d35d-4453-9c6f-a463aae40722" providerId="ADAL" clId="{02638E59-C79E-47A1-A0E6-15FB3AF57D6E}" dt="2024-08-31T12:27:06.471" v="309" actId="20577"/>
        <pc:sldMkLst>
          <pc:docMk/>
          <pc:sldMk cId="1781116589" sldId="366"/>
        </pc:sldMkLst>
        <pc:spChg chg="mod">
          <ac:chgData name="Ms Alina Arshad" userId="cccdfd85-d35d-4453-9c6f-a463aae40722" providerId="ADAL" clId="{02638E59-C79E-47A1-A0E6-15FB3AF57D6E}" dt="2024-08-26T15:12:01.243" v="7" actId="14100"/>
          <ac:spMkLst>
            <pc:docMk/>
            <pc:sldMk cId="1781116589" sldId="366"/>
            <ac:spMk id="2" creationId="{A0C090D7-D05F-45D3-A318-37E6B78F5C67}"/>
          </ac:spMkLst>
        </pc:spChg>
        <pc:spChg chg="mod">
          <ac:chgData name="Ms Alina Arshad" userId="cccdfd85-d35d-4453-9c6f-a463aae40722" providerId="ADAL" clId="{02638E59-C79E-47A1-A0E6-15FB3AF57D6E}" dt="2024-08-27T13:07:10.295" v="219" actId="207"/>
          <ac:spMkLst>
            <pc:docMk/>
            <pc:sldMk cId="1781116589" sldId="366"/>
            <ac:spMk id="3" creationId="{F20DB1B1-9585-4CAB-B934-942F3A84346C}"/>
          </ac:spMkLst>
        </pc:spChg>
        <pc:spChg chg="del">
          <ac:chgData name="Ms Alina Arshad" userId="cccdfd85-d35d-4453-9c6f-a463aae40722" providerId="ADAL" clId="{02638E59-C79E-47A1-A0E6-15FB3AF57D6E}" dt="2024-08-27T13:06:54.971" v="218" actId="478"/>
          <ac:spMkLst>
            <pc:docMk/>
            <pc:sldMk cId="1781116589" sldId="366"/>
            <ac:spMk id="5" creationId="{00000000-0000-0000-0000-000000000000}"/>
          </ac:spMkLst>
        </pc:spChg>
      </pc:sldChg>
      <pc:sldChg chg="modSp add mod">
        <pc:chgData name="Ms Alina Arshad" userId="cccdfd85-d35d-4453-9c6f-a463aae40722" providerId="ADAL" clId="{02638E59-C79E-47A1-A0E6-15FB3AF57D6E}" dt="2024-08-26T15:12:46.392" v="13" actId="207"/>
        <pc:sldMkLst>
          <pc:docMk/>
          <pc:sldMk cId="2646350301" sldId="367"/>
        </pc:sldMkLst>
        <pc:spChg chg="mod">
          <ac:chgData name="Ms Alina Arshad" userId="cccdfd85-d35d-4453-9c6f-a463aae40722" providerId="ADAL" clId="{02638E59-C79E-47A1-A0E6-15FB3AF57D6E}" dt="2024-08-26T15:12:32.496" v="10" actId="207"/>
          <ac:spMkLst>
            <pc:docMk/>
            <pc:sldMk cId="2646350301" sldId="367"/>
            <ac:spMk id="2" creationId="{155C348D-F69B-45D0-ACBD-3F5BF256BF5D}"/>
          </ac:spMkLst>
        </pc:spChg>
        <pc:spChg chg="mod">
          <ac:chgData name="Ms Alina Arshad" userId="cccdfd85-d35d-4453-9c6f-a463aae40722" providerId="ADAL" clId="{02638E59-C79E-47A1-A0E6-15FB3AF57D6E}" dt="2024-08-26T15:12:46.392" v="13" actId="207"/>
          <ac:spMkLst>
            <pc:docMk/>
            <pc:sldMk cId="2646350301" sldId="367"/>
            <ac:spMk id="3" creationId="{2518979F-5DCB-4663-9049-A6A42C1D2313}"/>
          </ac:spMkLst>
        </pc:spChg>
      </pc:sldChg>
      <pc:sldChg chg="modSp add del mod">
        <pc:chgData name="Ms Alina Arshad" userId="cccdfd85-d35d-4453-9c6f-a463aae40722" providerId="ADAL" clId="{02638E59-C79E-47A1-A0E6-15FB3AF57D6E}" dt="2024-08-27T13:39:30.174" v="226" actId="207"/>
        <pc:sldMkLst>
          <pc:docMk/>
          <pc:sldMk cId="894339878" sldId="370"/>
        </pc:sldMkLst>
        <pc:spChg chg="mod">
          <ac:chgData name="Ms Alina Arshad" userId="cccdfd85-d35d-4453-9c6f-a463aae40722" providerId="ADAL" clId="{02638E59-C79E-47A1-A0E6-15FB3AF57D6E}" dt="2024-08-26T15:14:12.772" v="34" actId="255"/>
          <ac:spMkLst>
            <pc:docMk/>
            <pc:sldMk cId="894339878" sldId="370"/>
            <ac:spMk id="3" creationId="{F719AF17-4A50-442D-8BAE-92C5A7A642D6}"/>
          </ac:spMkLst>
        </pc:spChg>
        <pc:spChg chg="mod">
          <ac:chgData name="Ms Alina Arshad" userId="cccdfd85-d35d-4453-9c6f-a463aae40722" providerId="ADAL" clId="{02638E59-C79E-47A1-A0E6-15FB3AF57D6E}" dt="2024-08-27T13:39:30.174" v="226" actId="207"/>
          <ac:spMkLst>
            <pc:docMk/>
            <pc:sldMk cId="894339878" sldId="370"/>
            <ac:spMk id="4" creationId="{27B26C27-5244-43B2-BAF4-DCEE004C3DB8}"/>
          </ac:spMkLst>
        </pc:spChg>
      </pc:sldChg>
      <pc:sldChg chg="delSp modSp mod modNotesTx">
        <pc:chgData name="Ms Alina Arshad" userId="cccdfd85-d35d-4453-9c6f-a463aae40722" providerId="ADAL" clId="{02638E59-C79E-47A1-A0E6-15FB3AF57D6E}" dt="2024-08-27T13:45:47.805" v="229" actId="20577"/>
        <pc:sldMkLst>
          <pc:docMk/>
          <pc:sldMk cId="3075587618" sldId="371"/>
        </pc:sldMkLst>
        <pc:spChg chg="mod">
          <ac:chgData name="Ms Alina Arshad" userId="cccdfd85-d35d-4453-9c6f-a463aae40722" providerId="ADAL" clId="{02638E59-C79E-47A1-A0E6-15FB3AF57D6E}" dt="2024-08-26T15:16:12.623" v="63" actId="113"/>
          <ac:spMkLst>
            <pc:docMk/>
            <pc:sldMk cId="3075587618" sldId="371"/>
            <ac:spMk id="2" creationId="{00DCA1DC-987D-45F4-BAA9-25C5AE5DFAED}"/>
          </ac:spMkLst>
        </pc:spChg>
        <pc:spChg chg="mod">
          <ac:chgData name="Ms Alina Arshad" userId="cccdfd85-d35d-4453-9c6f-a463aae40722" providerId="ADAL" clId="{02638E59-C79E-47A1-A0E6-15FB3AF57D6E}" dt="2024-08-27T13:44:51.598" v="227" actId="207"/>
          <ac:spMkLst>
            <pc:docMk/>
            <pc:sldMk cId="3075587618" sldId="371"/>
            <ac:spMk id="3" creationId="{1C4C16D6-1702-42BB-9140-AAAFC8AE4A27}"/>
          </ac:spMkLst>
        </pc:spChg>
        <pc:spChg chg="del">
          <ac:chgData name="Ms Alina Arshad" userId="cccdfd85-d35d-4453-9c6f-a463aae40722" providerId="ADAL" clId="{02638E59-C79E-47A1-A0E6-15FB3AF57D6E}" dt="2024-08-26T15:16:27.154" v="64" actId="478"/>
          <ac:spMkLst>
            <pc:docMk/>
            <pc:sldMk cId="3075587618" sldId="371"/>
            <ac:spMk id="4" creationId="{00000000-0000-0000-0000-000000000000}"/>
          </ac:spMkLst>
        </pc:spChg>
        <pc:spChg chg="del mod">
          <ac:chgData name="Ms Alina Arshad" userId="cccdfd85-d35d-4453-9c6f-a463aae40722" providerId="ADAL" clId="{02638E59-C79E-47A1-A0E6-15FB3AF57D6E}" dt="2024-08-26T15:16:32.739" v="67" actId="478"/>
          <ac:spMkLst>
            <pc:docMk/>
            <pc:sldMk cId="3075587618" sldId="371"/>
            <ac:spMk id="5" creationId="{00000000-0000-0000-0000-000000000000}"/>
          </ac:spMkLst>
        </pc:spChg>
      </pc:sldChg>
      <pc:sldChg chg="addSp delSp modSp add del mod">
        <pc:chgData name="Ms Alina Arshad" userId="cccdfd85-d35d-4453-9c6f-a463aae40722" providerId="ADAL" clId="{02638E59-C79E-47A1-A0E6-15FB3AF57D6E}" dt="2024-08-27T13:39:24.538" v="225" actId="1036"/>
        <pc:sldMkLst>
          <pc:docMk/>
          <pc:sldMk cId="2581933320" sldId="373"/>
        </pc:sldMkLst>
        <pc:spChg chg="mod">
          <ac:chgData name="Ms Alina Arshad" userId="cccdfd85-d35d-4453-9c6f-a463aae40722" providerId="ADAL" clId="{02638E59-C79E-47A1-A0E6-15FB3AF57D6E}" dt="2024-08-27T13:35:02.890" v="221" actId="207"/>
          <ac:spMkLst>
            <pc:docMk/>
            <pc:sldMk cId="2581933320" sldId="373"/>
            <ac:spMk id="2" creationId="{B9909D96-40BC-4DFD-AECF-A509D6DA7F7B}"/>
          </ac:spMkLst>
        </pc:spChg>
        <pc:spChg chg="mod">
          <ac:chgData name="Ms Alina Arshad" userId="cccdfd85-d35d-4453-9c6f-a463aae40722" providerId="ADAL" clId="{02638E59-C79E-47A1-A0E6-15FB3AF57D6E}" dt="2024-08-27T13:35:11.759" v="222" actId="207"/>
          <ac:spMkLst>
            <pc:docMk/>
            <pc:sldMk cId="2581933320" sldId="373"/>
            <ac:spMk id="3" creationId="{2A850F42-06ED-4BE7-9DC3-7A21FA0AAEAB}"/>
          </ac:spMkLst>
        </pc:spChg>
        <pc:spChg chg="add del">
          <ac:chgData name="Ms Alina Arshad" userId="cccdfd85-d35d-4453-9c6f-a463aae40722" providerId="ADAL" clId="{02638E59-C79E-47A1-A0E6-15FB3AF57D6E}" dt="2024-08-27T13:39:16.661" v="224" actId="22"/>
          <ac:spMkLst>
            <pc:docMk/>
            <pc:sldMk cId="2581933320" sldId="373"/>
            <ac:spMk id="6" creationId="{01436485-7875-51F4-313E-7B9A9832A6BE}"/>
          </ac:spMkLst>
        </pc:spChg>
        <pc:picChg chg="mod">
          <ac:chgData name="Ms Alina Arshad" userId="cccdfd85-d35d-4453-9c6f-a463aae40722" providerId="ADAL" clId="{02638E59-C79E-47A1-A0E6-15FB3AF57D6E}" dt="2024-08-27T13:39:24.538" v="225" actId="1036"/>
          <ac:picMkLst>
            <pc:docMk/>
            <pc:sldMk cId="2581933320" sldId="373"/>
            <ac:picMk id="4" creationId="{47E901C3-88FE-4B0F-8736-32CA0B98907C}"/>
          </ac:picMkLst>
        </pc:picChg>
      </pc:sldChg>
      <pc:sldChg chg="delSp modSp mod">
        <pc:chgData name="Ms Alina Arshad" userId="cccdfd85-d35d-4453-9c6f-a463aae40722" providerId="ADAL" clId="{02638E59-C79E-47A1-A0E6-15FB3AF57D6E}" dt="2024-08-27T14:00:31.441" v="266" actId="1076"/>
        <pc:sldMkLst>
          <pc:docMk/>
          <pc:sldMk cId="2678606632" sldId="374"/>
        </pc:sldMkLst>
        <pc:spChg chg="mod">
          <ac:chgData name="Ms Alina Arshad" userId="cccdfd85-d35d-4453-9c6f-a463aae40722" providerId="ADAL" clId="{02638E59-C79E-47A1-A0E6-15FB3AF57D6E}" dt="2024-08-27T14:00:30.405" v="265" actId="1076"/>
          <ac:spMkLst>
            <pc:docMk/>
            <pc:sldMk cId="2678606632" sldId="374"/>
            <ac:spMk id="2" creationId="{3BFABFD2-2351-445F-90A6-6410DDD74A73}"/>
          </ac:spMkLst>
        </pc:spChg>
        <pc:spChg chg="del">
          <ac:chgData name="Ms Alina Arshad" userId="cccdfd85-d35d-4453-9c6f-a463aae40722" providerId="ADAL" clId="{02638E59-C79E-47A1-A0E6-15FB3AF57D6E}" dt="2024-08-26T15:19:02.867" v="102" actId="478"/>
          <ac:spMkLst>
            <pc:docMk/>
            <pc:sldMk cId="2678606632" sldId="374"/>
            <ac:spMk id="3" creationId="{00000000-0000-0000-0000-000000000000}"/>
          </ac:spMkLst>
        </pc:spChg>
        <pc:spChg chg="del">
          <ac:chgData name="Ms Alina Arshad" userId="cccdfd85-d35d-4453-9c6f-a463aae40722" providerId="ADAL" clId="{02638E59-C79E-47A1-A0E6-15FB3AF57D6E}" dt="2024-08-26T15:19:04.783" v="103" actId="478"/>
          <ac:spMkLst>
            <pc:docMk/>
            <pc:sldMk cId="2678606632" sldId="374"/>
            <ac:spMk id="5" creationId="{00000000-0000-0000-0000-000000000000}"/>
          </ac:spMkLst>
        </pc:spChg>
        <pc:picChg chg="mod">
          <ac:chgData name="Ms Alina Arshad" userId="cccdfd85-d35d-4453-9c6f-a463aae40722" providerId="ADAL" clId="{02638E59-C79E-47A1-A0E6-15FB3AF57D6E}" dt="2024-08-27T14:00:31.441" v="266" actId="1076"/>
          <ac:picMkLst>
            <pc:docMk/>
            <pc:sldMk cId="2678606632" sldId="374"/>
            <ac:picMk id="4" creationId="{33A687BE-3C40-46B6-B9EB-C383E868B5F5}"/>
          </ac:picMkLst>
        </pc:picChg>
      </pc:sldChg>
      <pc:sldChg chg="delSp modSp mod">
        <pc:chgData name="Ms Alina Arshad" userId="cccdfd85-d35d-4453-9c6f-a463aae40722" providerId="ADAL" clId="{02638E59-C79E-47A1-A0E6-15FB3AF57D6E}" dt="2024-08-27T14:03:05.496" v="267" actId="207"/>
        <pc:sldMkLst>
          <pc:docMk/>
          <pc:sldMk cId="1482969484" sldId="375"/>
        </pc:sldMkLst>
        <pc:spChg chg="mod">
          <ac:chgData name="Ms Alina Arshad" userId="cccdfd85-d35d-4453-9c6f-a463aae40722" providerId="ADAL" clId="{02638E59-C79E-47A1-A0E6-15FB3AF57D6E}" dt="2024-08-26T15:19:20.040" v="107" actId="113"/>
          <ac:spMkLst>
            <pc:docMk/>
            <pc:sldMk cId="1482969484" sldId="375"/>
            <ac:spMk id="2" creationId="{829B49C1-8683-4E3F-A879-5163736B8C50}"/>
          </ac:spMkLst>
        </pc:spChg>
        <pc:spChg chg="mod">
          <ac:chgData name="Ms Alina Arshad" userId="cccdfd85-d35d-4453-9c6f-a463aae40722" providerId="ADAL" clId="{02638E59-C79E-47A1-A0E6-15FB3AF57D6E}" dt="2024-08-27T14:03:05.496" v="267" actId="207"/>
          <ac:spMkLst>
            <pc:docMk/>
            <pc:sldMk cId="1482969484" sldId="375"/>
            <ac:spMk id="3" creationId="{76698101-AE6A-4BBF-B546-517298494D5C}"/>
          </ac:spMkLst>
        </pc:spChg>
        <pc:spChg chg="del">
          <ac:chgData name="Ms Alina Arshad" userId="cccdfd85-d35d-4453-9c6f-a463aae40722" providerId="ADAL" clId="{02638E59-C79E-47A1-A0E6-15FB3AF57D6E}" dt="2024-08-26T15:19:25.922" v="108" actId="478"/>
          <ac:spMkLst>
            <pc:docMk/>
            <pc:sldMk cId="1482969484" sldId="375"/>
            <ac:spMk id="4" creationId="{00000000-0000-0000-0000-000000000000}"/>
          </ac:spMkLst>
        </pc:spChg>
        <pc:spChg chg="del">
          <ac:chgData name="Ms Alina Arshad" userId="cccdfd85-d35d-4453-9c6f-a463aae40722" providerId="ADAL" clId="{02638E59-C79E-47A1-A0E6-15FB3AF57D6E}" dt="2024-08-26T15:19:27.675" v="109" actId="478"/>
          <ac:spMkLst>
            <pc:docMk/>
            <pc:sldMk cId="1482969484" sldId="375"/>
            <ac:spMk id="5" creationId="{00000000-0000-0000-0000-000000000000}"/>
          </ac:spMkLst>
        </pc:spChg>
      </pc:sldChg>
      <pc:sldChg chg="delSp modSp mod">
        <pc:chgData name="Ms Alina Arshad" userId="cccdfd85-d35d-4453-9c6f-a463aae40722" providerId="ADAL" clId="{02638E59-C79E-47A1-A0E6-15FB3AF57D6E}" dt="2024-08-26T15:22:17.002" v="129" actId="1076"/>
        <pc:sldMkLst>
          <pc:docMk/>
          <pc:sldMk cId="642482422" sldId="376"/>
        </pc:sldMkLst>
        <pc:spChg chg="mod">
          <ac:chgData name="Ms Alina Arshad" userId="cccdfd85-d35d-4453-9c6f-a463aae40722" providerId="ADAL" clId="{02638E59-C79E-47A1-A0E6-15FB3AF57D6E}" dt="2024-08-26T15:21:12.249" v="114" actId="1076"/>
          <ac:spMkLst>
            <pc:docMk/>
            <pc:sldMk cId="642482422" sldId="376"/>
            <ac:spMk id="2" creationId="{DFB40191-D16F-458B-9F22-34C968F86048}"/>
          </ac:spMkLst>
        </pc:spChg>
        <pc:spChg chg="del mod">
          <ac:chgData name="Ms Alina Arshad" userId="cccdfd85-d35d-4453-9c6f-a463aae40722" providerId="ADAL" clId="{02638E59-C79E-47A1-A0E6-15FB3AF57D6E}" dt="2024-08-26T15:21:35.169" v="121" actId="478"/>
          <ac:spMkLst>
            <pc:docMk/>
            <pc:sldMk cId="642482422" sldId="376"/>
            <ac:spMk id="3" creationId="{00000000-0000-0000-0000-000000000000}"/>
          </ac:spMkLst>
        </pc:spChg>
        <pc:spChg chg="mod">
          <ac:chgData name="Ms Alina Arshad" userId="cccdfd85-d35d-4453-9c6f-a463aae40722" providerId="ADAL" clId="{02638E59-C79E-47A1-A0E6-15FB3AF57D6E}" dt="2024-08-26T15:22:17.002" v="129" actId="1076"/>
          <ac:spMkLst>
            <pc:docMk/>
            <pc:sldMk cId="642482422" sldId="376"/>
            <ac:spMk id="5" creationId="{067DF56C-00F5-4B01-B7A3-2FD84D720FEE}"/>
          </ac:spMkLst>
        </pc:spChg>
        <pc:spChg chg="del">
          <ac:chgData name="Ms Alina Arshad" userId="cccdfd85-d35d-4453-9c6f-a463aae40722" providerId="ADAL" clId="{02638E59-C79E-47A1-A0E6-15FB3AF57D6E}" dt="2024-08-26T15:21:37.714" v="122" actId="478"/>
          <ac:spMkLst>
            <pc:docMk/>
            <pc:sldMk cId="642482422" sldId="376"/>
            <ac:spMk id="6" creationId="{00000000-0000-0000-0000-000000000000}"/>
          </ac:spMkLst>
        </pc:spChg>
        <pc:picChg chg="mod">
          <ac:chgData name="Ms Alina Arshad" userId="cccdfd85-d35d-4453-9c6f-a463aae40722" providerId="ADAL" clId="{02638E59-C79E-47A1-A0E6-15FB3AF57D6E}" dt="2024-08-26T15:22:13.464" v="128" actId="1076"/>
          <ac:picMkLst>
            <pc:docMk/>
            <pc:sldMk cId="642482422" sldId="376"/>
            <ac:picMk id="4" creationId="{6550D0BB-28D8-448E-9B76-9FBDB43C7D03}"/>
          </ac:picMkLst>
        </pc:picChg>
      </pc:sldChg>
      <pc:sldChg chg="delSp modSp mod">
        <pc:chgData name="Ms Alina Arshad" userId="cccdfd85-d35d-4453-9c6f-a463aae40722" providerId="ADAL" clId="{02638E59-C79E-47A1-A0E6-15FB3AF57D6E}" dt="2024-08-27T14:41:43.168" v="273" actId="207"/>
        <pc:sldMkLst>
          <pc:docMk/>
          <pc:sldMk cId="1677014207" sldId="377"/>
        </pc:sldMkLst>
        <pc:spChg chg="mod">
          <ac:chgData name="Ms Alina Arshad" userId="cccdfd85-d35d-4453-9c6f-a463aae40722" providerId="ADAL" clId="{02638E59-C79E-47A1-A0E6-15FB3AF57D6E}" dt="2024-08-26T15:22:40.205" v="137" actId="113"/>
          <ac:spMkLst>
            <pc:docMk/>
            <pc:sldMk cId="1677014207" sldId="377"/>
            <ac:spMk id="2" creationId="{AEE3B738-55D2-4EC0-88A9-3F5ABB238D79}"/>
          </ac:spMkLst>
        </pc:spChg>
        <pc:spChg chg="mod">
          <ac:chgData name="Ms Alina Arshad" userId="cccdfd85-d35d-4453-9c6f-a463aae40722" providerId="ADAL" clId="{02638E59-C79E-47A1-A0E6-15FB3AF57D6E}" dt="2024-08-27T14:41:43.168" v="273" actId="207"/>
          <ac:spMkLst>
            <pc:docMk/>
            <pc:sldMk cId="1677014207" sldId="377"/>
            <ac:spMk id="3" creationId="{367300C0-5CF2-4030-965C-BD1A8BC2D5D9}"/>
          </ac:spMkLst>
        </pc:spChg>
        <pc:spChg chg="del">
          <ac:chgData name="Ms Alina Arshad" userId="cccdfd85-d35d-4453-9c6f-a463aae40722" providerId="ADAL" clId="{02638E59-C79E-47A1-A0E6-15FB3AF57D6E}" dt="2024-08-26T15:22:25.034" v="130" actId="478"/>
          <ac:spMkLst>
            <pc:docMk/>
            <pc:sldMk cId="1677014207" sldId="377"/>
            <ac:spMk id="4" creationId="{00000000-0000-0000-0000-000000000000}"/>
          </ac:spMkLst>
        </pc:spChg>
        <pc:spChg chg="del mod">
          <ac:chgData name="Ms Alina Arshad" userId="cccdfd85-d35d-4453-9c6f-a463aae40722" providerId="ADAL" clId="{02638E59-C79E-47A1-A0E6-15FB3AF57D6E}" dt="2024-08-26T15:22:31.073" v="134" actId="478"/>
          <ac:spMkLst>
            <pc:docMk/>
            <pc:sldMk cId="1677014207" sldId="377"/>
            <ac:spMk id="5" creationId="{00000000-0000-0000-0000-000000000000}"/>
          </ac:spMkLst>
        </pc:spChg>
      </pc:sldChg>
      <pc:sldChg chg="delSp modSp mod">
        <pc:chgData name="Ms Alina Arshad" userId="cccdfd85-d35d-4453-9c6f-a463aae40722" providerId="ADAL" clId="{02638E59-C79E-47A1-A0E6-15FB3AF57D6E}" dt="2024-08-27T14:14:40.336" v="271" actId="207"/>
        <pc:sldMkLst>
          <pc:docMk/>
          <pc:sldMk cId="668555099" sldId="378"/>
        </pc:sldMkLst>
        <pc:spChg chg="mod">
          <ac:chgData name="Ms Alina Arshad" userId="cccdfd85-d35d-4453-9c6f-a463aae40722" providerId="ADAL" clId="{02638E59-C79E-47A1-A0E6-15FB3AF57D6E}" dt="2024-08-26T15:23:50.548" v="148" actId="14100"/>
          <ac:spMkLst>
            <pc:docMk/>
            <pc:sldMk cId="668555099" sldId="378"/>
            <ac:spMk id="2" creationId="{61EA7016-4B8F-45B8-AEDE-18B1246D6904}"/>
          </ac:spMkLst>
        </pc:spChg>
        <pc:spChg chg="mod">
          <ac:chgData name="Ms Alina Arshad" userId="cccdfd85-d35d-4453-9c6f-a463aae40722" providerId="ADAL" clId="{02638E59-C79E-47A1-A0E6-15FB3AF57D6E}" dt="2024-08-27T14:14:40.336" v="271" actId="207"/>
          <ac:spMkLst>
            <pc:docMk/>
            <pc:sldMk cId="668555099" sldId="378"/>
            <ac:spMk id="3" creationId="{A4322F44-F855-4F72-B693-ED59782EF581}"/>
          </ac:spMkLst>
        </pc:spChg>
        <pc:spChg chg="del">
          <ac:chgData name="Ms Alina Arshad" userId="cccdfd85-d35d-4453-9c6f-a463aae40722" providerId="ADAL" clId="{02638E59-C79E-47A1-A0E6-15FB3AF57D6E}" dt="2024-08-26T15:23:14.469" v="139" actId="478"/>
          <ac:spMkLst>
            <pc:docMk/>
            <pc:sldMk cId="668555099" sldId="378"/>
            <ac:spMk id="4" creationId="{00000000-0000-0000-0000-000000000000}"/>
          </ac:spMkLst>
        </pc:spChg>
        <pc:spChg chg="del">
          <ac:chgData name="Ms Alina Arshad" userId="cccdfd85-d35d-4453-9c6f-a463aae40722" providerId="ADAL" clId="{02638E59-C79E-47A1-A0E6-15FB3AF57D6E}" dt="2024-08-26T15:23:16.941" v="140" actId="478"/>
          <ac:spMkLst>
            <pc:docMk/>
            <pc:sldMk cId="668555099" sldId="378"/>
            <ac:spMk id="5" creationId="{00000000-0000-0000-0000-000000000000}"/>
          </ac:spMkLst>
        </pc:spChg>
      </pc:sldChg>
      <pc:sldChg chg="delSp modSp mod">
        <pc:chgData name="Ms Alina Arshad" userId="cccdfd85-d35d-4453-9c6f-a463aae40722" providerId="ADAL" clId="{02638E59-C79E-47A1-A0E6-15FB3AF57D6E}" dt="2024-08-26T15:15:51.331" v="58" actId="478"/>
        <pc:sldMkLst>
          <pc:docMk/>
          <pc:sldMk cId="856986137" sldId="380"/>
        </pc:sldMkLst>
        <pc:spChg chg="del">
          <ac:chgData name="Ms Alina Arshad" userId="cccdfd85-d35d-4453-9c6f-a463aae40722" providerId="ADAL" clId="{02638E59-C79E-47A1-A0E6-15FB3AF57D6E}" dt="2024-08-26T15:15:49.267" v="57" actId="478"/>
          <ac:spMkLst>
            <pc:docMk/>
            <pc:sldMk cId="856986137" sldId="380"/>
            <ac:spMk id="2" creationId="{00000000-0000-0000-0000-000000000000}"/>
          </ac:spMkLst>
        </pc:spChg>
        <pc:spChg chg="mod">
          <ac:chgData name="Ms Alina Arshad" userId="cccdfd85-d35d-4453-9c6f-a463aae40722" providerId="ADAL" clId="{02638E59-C79E-47A1-A0E6-15FB3AF57D6E}" dt="2024-08-26T15:15:24.290" v="56" actId="113"/>
          <ac:spMkLst>
            <pc:docMk/>
            <pc:sldMk cId="856986137" sldId="380"/>
            <ac:spMk id="4" creationId="{27B26C27-5244-43B2-BAF4-DCEE004C3DB8}"/>
          </ac:spMkLst>
        </pc:spChg>
        <pc:spChg chg="del">
          <ac:chgData name="Ms Alina Arshad" userId="cccdfd85-d35d-4453-9c6f-a463aae40722" providerId="ADAL" clId="{02638E59-C79E-47A1-A0E6-15FB3AF57D6E}" dt="2024-08-26T15:15:51.331" v="58" actId="478"/>
          <ac:spMkLst>
            <pc:docMk/>
            <pc:sldMk cId="856986137" sldId="380"/>
            <ac:spMk id="5" creationId="{00000000-0000-0000-0000-000000000000}"/>
          </ac:spMkLst>
        </pc:spChg>
      </pc:sldChg>
      <pc:sldChg chg="del">
        <pc:chgData name="Ms Alina Arshad" userId="cccdfd85-d35d-4453-9c6f-a463aae40722" providerId="ADAL" clId="{02638E59-C79E-47A1-A0E6-15FB3AF57D6E}" dt="2024-08-25T13:50:55.590" v="0" actId="2696"/>
        <pc:sldMkLst>
          <pc:docMk/>
          <pc:sldMk cId="1584583967" sldId="381"/>
        </pc:sldMkLst>
      </pc:sldChg>
      <pc:sldChg chg="delSp modSp mod">
        <pc:chgData name="Ms Alina Arshad" userId="cccdfd85-d35d-4453-9c6f-a463aae40722" providerId="ADAL" clId="{02638E59-C79E-47A1-A0E6-15FB3AF57D6E}" dt="2024-08-27T13:46:53.855" v="259" actId="20577"/>
        <pc:sldMkLst>
          <pc:docMk/>
          <pc:sldMk cId="2289773963" sldId="382"/>
        </pc:sldMkLst>
        <pc:spChg chg="mod">
          <ac:chgData name="Ms Alina Arshad" userId="cccdfd85-d35d-4453-9c6f-a463aae40722" providerId="ADAL" clId="{02638E59-C79E-47A1-A0E6-15FB3AF57D6E}" dt="2024-08-27T13:46:09.403" v="230" actId="207"/>
          <ac:spMkLst>
            <pc:docMk/>
            <pc:sldMk cId="2289773963" sldId="382"/>
            <ac:spMk id="2" creationId="{C1D51806-7C89-48B8-84EF-E6D6AA8B1064}"/>
          </ac:spMkLst>
        </pc:spChg>
        <pc:spChg chg="mod">
          <ac:chgData name="Ms Alina Arshad" userId="cccdfd85-d35d-4453-9c6f-a463aae40722" providerId="ADAL" clId="{02638E59-C79E-47A1-A0E6-15FB3AF57D6E}" dt="2024-08-27T13:46:53.855" v="259" actId="20577"/>
          <ac:spMkLst>
            <pc:docMk/>
            <pc:sldMk cId="2289773963" sldId="382"/>
            <ac:spMk id="3" creationId="{38D3A1D2-3603-4C7B-996A-04D0322876AD}"/>
          </ac:spMkLst>
        </pc:spChg>
        <pc:spChg chg="del">
          <ac:chgData name="Ms Alina Arshad" userId="cccdfd85-d35d-4453-9c6f-a463aae40722" providerId="ADAL" clId="{02638E59-C79E-47A1-A0E6-15FB3AF57D6E}" dt="2024-08-26T15:17:16.618" v="76" actId="478"/>
          <ac:spMkLst>
            <pc:docMk/>
            <pc:sldMk cId="2289773963" sldId="382"/>
            <ac:spMk id="4" creationId="{00000000-0000-0000-0000-000000000000}"/>
          </ac:spMkLst>
        </pc:spChg>
        <pc:spChg chg="del">
          <ac:chgData name="Ms Alina Arshad" userId="cccdfd85-d35d-4453-9c6f-a463aae40722" providerId="ADAL" clId="{02638E59-C79E-47A1-A0E6-15FB3AF57D6E}" dt="2024-08-26T15:17:18.474" v="77" actId="478"/>
          <ac:spMkLst>
            <pc:docMk/>
            <pc:sldMk cId="2289773963" sldId="382"/>
            <ac:spMk id="5" creationId="{00000000-0000-0000-0000-000000000000}"/>
          </ac:spMkLst>
        </pc:spChg>
      </pc:sldChg>
      <pc:sldChg chg="delSp modSp mod">
        <pc:chgData name="Ms Alina Arshad" userId="cccdfd85-d35d-4453-9c6f-a463aae40722" providerId="ADAL" clId="{02638E59-C79E-47A1-A0E6-15FB3AF57D6E}" dt="2024-08-26T15:18:16.135" v="88" actId="207"/>
        <pc:sldMkLst>
          <pc:docMk/>
          <pc:sldMk cId="2495083571" sldId="383"/>
        </pc:sldMkLst>
        <pc:spChg chg="mod">
          <ac:chgData name="Ms Alina Arshad" userId="cccdfd85-d35d-4453-9c6f-a463aae40722" providerId="ADAL" clId="{02638E59-C79E-47A1-A0E6-15FB3AF57D6E}" dt="2024-08-26T15:18:06.791" v="85" actId="113"/>
          <ac:spMkLst>
            <pc:docMk/>
            <pc:sldMk cId="2495083571" sldId="383"/>
            <ac:spMk id="2" creationId="{3C8FF925-8124-4A57-B18C-899EC69DC5CA}"/>
          </ac:spMkLst>
        </pc:spChg>
        <pc:spChg chg="mod">
          <ac:chgData name="Ms Alina Arshad" userId="cccdfd85-d35d-4453-9c6f-a463aae40722" providerId="ADAL" clId="{02638E59-C79E-47A1-A0E6-15FB3AF57D6E}" dt="2024-08-26T15:18:16.135" v="88" actId="207"/>
          <ac:spMkLst>
            <pc:docMk/>
            <pc:sldMk cId="2495083571" sldId="383"/>
            <ac:spMk id="3" creationId="{56A09ED3-BDC9-4E81-B181-0D00BC41E863}"/>
          </ac:spMkLst>
        </pc:spChg>
        <pc:spChg chg="del">
          <ac:chgData name="Ms Alina Arshad" userId="cccdfd85-d35d-4453-9c6f-a463aae40722" providerId="ADAL" clId="{02638E59-C79E-47A1-A0E6-15FB3AF57D6E}" dt="2024-08-26T15:18:09.318" v="86" actId="478"/>
          <ac:spMkLst>
            <pc:docMk/>
            <pc:sldMk cId="2495083571" sldId="383"/>
            <ac:spMk id="4" creationId="{00000000-0000-0000-0000-000000000000}"/>
          </ac:spMkLst>
        </pc:spChg>
        <pc:spChg chg="del">
          <ac:chgData name="Ms Alina Arshad" userId="cccdfd85-d35d-4453-9c6f-a463aae40722" providerId="ADAL" clId="{02638E59-C79E-47A1-A0E6-15FB3AF57D6E}" dt="2024-08-26T15:18:11.226" v="87" actId="478"/>
          <ac:spMkLst>
            <pc:docMk/>
            <pc:sldMk cId="2495083571" sldId="383"/>
            <ac:spMk id="5" creationId="{00000000-0000-0000-0000-000000000000}"/>
          </ac:spMkLst>
        </pc:spChg>
      </pc:sldChg>
      <pc:sldChg chg="delSp modSp mod">
        <pc:chgData name="Ms Alina Arshad" userId="cccdfd85-d35d-4453-9c6f-a463aae40722" providerId="ADAL" clId="{02638E59-C79E-47A1-A0E6-15FB3AF57D6E}" dt="2024-08-26T15:18:46.587" v="96" actId="478"/>
        <pc:sldMkLst>
          <pc:docMk/>
          <pc:sldMk cId="2862048384" sldId="384"/>
        </pc:sldMkLst>
        <pc:spChg chg="mod">
          <ac:chgData name="Ms Alina Arshad" userId="cccdfd85-d35d-4453-9c6f-a463aae40722" providerId="ADAL" clId="{02638E59-C79E-47A1-A0E6-15FB3AF57D6E}" dt="2024-08-26T15:18:30.244" v="91" actId="113"/>
          <ac:spMkLst>
            <pc:docMk/>
            <pc:sldMk cId="2862048384" sldId="384"/>
            <ac:spMk id="2" creationId="{00000000-0000-0000-0000-000000000000}"/>
          </ac:spMkLst>
        </pc:spChg>
        <pc:spChg chg="del">
          <ac:chgData name="Ms Alina Arshad" userId="cccdfd85-d35d-4453-9c6f-a463aae40722" providerId="ADAL" clId="{02638E59-C79E-47A1-A0E6-15FB3AF57D6E}" dt="2024-08-26T15:18:44.819" v="95" actId="478"/>
          <ac:spMkLst>
            <pc:docMk/>
            <pc:sldMk cId="2862048384" sldId="384"/>
            <ac:spMk id="4" creationId="{00000000-0000-0000-0000-000000000000}"/>
          </ac:spMkLst>
        </pc:spChg>
        <pc:spChg chg="del">
          <ac:chgData name="Ms Alina Arshad" userId="cccdfd85-d35d-4453-9c6f-a463aae40722" providerId="ADAL" clId="{02638E59-C79E-47A1-A0E6-15FB3AF57D6E}" dt="2024-08-26T15:18:46.587" v="96" actId="478"/>
          <ac:spMkLst>
            <pc:docMk/>
            <pc:sldMk cId="2862048384" sldId="384"/>
            <ac:spMk id="5" creationId="{00000000-0000-0000-0000-000000000000}"/>
          </ac:spMkLst>
        </pc:spChg>
        <pc:picChg chg="mod">
          <ac:chgData name="Ms Alina Arshad" userId="cccdfd85-d35d-4453-9c6f-a463aae40722" providerId="ADAL" clId="{02638E59-C79E-47A1-A0E6-15FB3AF57D6E}" dt="2024-08-26T15:18:43.047" v="94" actId="1076"/>
          <ac:picMkLst>
            <pc:docMk/>
            <pc:sldMk cId="2862048384" sldId="384"/>
            <ac:picMk id="6" creationId="{00000000-0000-0000-0000-000000000000}"/>
          </ac:picMkLst>
        </pc:picChg>
      </pc:sldChg>
      <pc:sldChg chg="delSp modSp mod">
        <pc:chgData name="Ms Alina Arshad" userId="cccdfd85-d35d-4453-9c6f-a463aae40722" providerId="ADAL" clId="{02638E59-C79E-47A1-A0E6-15FB3AF57D6E}" dt="2024-08-27T14:49:09.655" v="303" actId="113"/>
        <pc:sldMkLst>
          <pc:docMk/>
          <pc:sldMk cId="2459502712" sldId="385"/>
        </pc:sldMkLst>
        <pc:spChg chg="mod">
          <ac:chgData name="Ms Alina Arshad" userId="cccdfd85-d35d-4453-9c6f-a463aae40722" providerId="ADAL" clId="{02638E59-C79E-47A1-A0E6-15FB3AF57D6E}" dt="2024-08-27T14:49:09.655" v="303" actId="113"/>
          <ac:spMkLst>
            <pc:docMk/>
            <pc:sldMk cId="2459502712" sldId="385"/>
            <ac:spMk id="2" creationId="{00000000-0000-0000-0000-000000000000}"/>
          </ac:spMkLst>
        </pc:spChg>
        <pc:spChg chg="del">
          <ac:chgData name="Ms Alina Arshad" userId="cccdfd85-d35d-4453-9c6f-a463aae40722" providerId="ADAL" clId="{02638E59-C79E-47A1-A0E6-15FB3AF57D6E}" dt="2024-08-26T15:25:08.409" v="176" actId="478"/>
          <ac:spMkLst>
            <pc:docMk/>
            <pc:sldMk cId="2459502712" sldId="385"/>
            <ac:spMk id="4" creationId="{00000000-0000-0000-0000-000000000000}"/>
          </ac:spMkLst>
        </pc:spChg>
        <pc:spChg chg="del">
          <ac:chgData name="Ms Alina Arshad" userId="cccdfd85-d35d-4453-9c6f-a463aae40722" providerId="ADAL" clId="{02638E59-C79E-47A1-A0E6-15FB3AF57D6E}" dt="2024-08-26T15:25:14.413" v="177" actId="478"/>
          <ac:spMkLst>
            <pc:docMk/>
            <pc:sldMk cId="2459502712" sldId="385"/>
            <ac:spMk id="5" creationId="{00000000-0000-0000-0000-000000000000}"/>
          </ac:spMkLst>
        </pc:spChg>
        <pc:graphicFrameChg chg="mod modGraphic">
          <ac:chgData name="Ms Alina Arshad" userId="cccdfd85-d35d-4453-9c6f-a463aae40722" providerId="ADAL" clId="{02638E59-C79E-47A1-A0E6-15FB3AF57D6E}" dt="2024-08-26T15:25:05.427" v="175" actId="14100"/>
          <ac:graphicFrameMkLst>
            <pc:docMk/>
            <pc:sldMk cId="2459502712" sldId="385"/>
            <ac:graphicFrameMk id="6" creationId="{00000000-0000-0000-0000-000000000000}"/>
          </ac:graphicFrameMkLst>
        </pc:graphicFrameChg>
      </pc:sldChg>
      <pc:sldChg chg="modSp add mod">
        <pc:chgData name="Ms Alina Arshad" userId="cccdfd85-d35d-4453-9c6f-a463aae40722" providerId="ADAL" clId="{02638E59-C79E-47A1-A0E6-15FB3AF57D6E}" dt="2024-08-26T15:15:07.131" v="51" actId="113"/>
        <pc:sldMkLst>
          <pc:docMk/>
          <pc:sldMk cId="1584583967" sldId="386"/>
        </pc:sldMkLst>
        <pc:spChg chg="mod">
          <ac:chgData name="Ms Alina Arshad" userId="cccdfd85-d35d-4453-9c6f-a463aae40722" providerId="ADAL" clId="{02638E59-C79E-47A1-A0E6-15FB3AF57D6E}" dt="2024-08-26T15:15:07.131" v="51" actId="113"/>
          <ac:spMkLst>
            <pc:docMk/>
            <pc:sldMk cId="1584583967" sldId="386"/>
            <ac:spMk id="2" creationId="{00000000-0000-0000-0000-000000000000}"/>
          </ac:spMkLst>
        </pc:spChg>
        <pc:picChg chg="mod">
          <ac:chgData name="Ms Alina Arshad" userId="cccdfd85-d35d-4453-9c6f-a463aae40722" providerId="ADAL" clId="{02638E59-C79E-47A1-A0E6-15FB3AF57D6E}" dt="2024-08-26T15:14:48.570" v="46" actId="1076"/>
          <ac:picMkLst>
            <pc:docMk/>
            <pc:sldMk cId="1584583967" sldId="386"/>
            <ac:picMk id="6" creationId="{00000000-0000-0000-0000-000000000000}"/>
          </ac:picMkLst>
        </pc:picChg>
        <pc:picChg chg="mod">
          <ac:chgData name="Ms Alina Arshad" userId="cccdfd85-d35d-4453-9c6f-a463aae40722" providerId="ADAL" clId="{02638E59-C79E-47A1-A0E6-15FB3AF57D6E}" dt="2024-08-26T15:15:02.003" v="50" actId="14100"/>
          <ac:picMkLst>
            <pc:docMk/>
            <pc:sldMk cId="1584583967" sldId="386"/>
            <ac:picMk id="7" creationId="{00000000-0000-0000-0000-000000000000}"/>
          </ac:picMkLst>
        </pc:picChg>
      </pc:sldChg>
    </pc:docChg>
  </pc:docChgLst>
  <pc:docChgLst>
    <pc:chgData name="Ms Alina Arshad" userId="cccdfd85-d35d-4453-9c6f-a463aae40722" providerId="ADAL" clId="{7CEE0510-F1C1-47AE-910A-D69FA532249C}"/>
    <pc:docChg chg="custSel modSld">
      <pc:chgData name="Ms Alina Arshad" userId="cccdfd85-d35d-4453-9c6f-a463aae40722" providerId="ADAL" clId="{7CEE0510-F1C1-47AE-910A-D69FA532249C}" dt="2024-08-28T06:51:19.120" v="40" actId="20577"/>
      <pc:docMkLst>
        <pc:docMk/>
      </pc:docMkLst>
      <pc:sldChg chg="modSp mod">
        <pc:chgData name="Ms Alina Arshad" userId="cccdfd85-d35d-4453-9c6f-a463aae40722" providerId="ADAL" clId="{7CEE0510-F1C1-47AE-910A-D69FA532249C}" dt="2024-08-28T06:51:19.120" v="40" actId="20577"/>
        <pc:sldMkLst>
          <pc:docMk/>
          <pc:sldMk cId="2459502712" sldId="385"/>
        </pc:sldMkLst>
        <pc:graphicFrameChg chg="modGraphic">
          <ac:chgData name="Ms Alina Arshad" userId="cccdfd85-d35d-4453-9c6f-a463aae40722" providerId="ADAL" clId="{7CEE0510-F1C1-47AE-910A-D69FA532249C}" dt="2024-08-28T06:51:19.120" v="40" actId="20577"/>
          <ac:graphicFrameMkLst>
            <pc:docMk/>
            <pc:sldMk cId="2459502712" sldId="385"/>
            <ac:graphicFrameMk id="6" creationId="{00000000-0000-0000-0000-000000000000}"/>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B90151-A221-46B3-A769-373FDD9A38FB}" type="datetimeFigureOut">
              <a:rPr lang="en-US" smtClean="0"/>
              <a:t>8/31/2024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4BEA5B-0F90-491B-8570-2B3910989086}" type="slidenum">
              <a:rPr lang="en-US" smtClean="0"/>
              <a:t>‹#›</a:t>
            </a:fld>
            <a:endParaRPr lang="en-US"/>
          </a:p>
        </p:txBody>
      </p:sp>
    </p:spTree>
    <p:extLst>
      <p:ext uri="{BB962C8B-B14F-4D97-AF65-F5344CB8AC3E}">
        <p14:creationId xmlns:p14="http://schemas.microsoft.com/office/powerpoint/2010/main" val="30161351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C4BEA5B-0F90-491B-8570-2B3910989086}" type="slidenum">
              <a:rPr lang="en-US" smtClean="0"/>
              <a:t>1</a:t>
            </a:fld>
            <a:endParaRPr lang="en-US"/>
          </a:p>
        </p:txBody>
      </p:sp>
    </p:spTree>
    <p:extLst>
      <p:ext uri="{BB962C8B-B14F-4D97-AF65-F5344CB8AC3E}">
        <p14:creationId xmlns:p14="http://schemas.microsoft.com/office/powerpoint/2010/main" val="26001376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Arial" panose="020B0604020202020204" pitchFamily="34" charset="0"/>
              <a:buChar char="•"/>
            </a:pPr>
            <a:r>
              <a:rPr lang="en-US" b="1" dirty="0"/>
              <a:t>Some want a long-lasting battery.</a:t>
            </a:r>
            <a:endParaRPr lang="en-US" dirty="0"/>
          </a:p>
          <a:p>
            <a:pPr>
              <a:buFont typeface="Arial" panose="020B0604020202020204" pitchFamily="34" charset="0"/>
              <a:buChar char="•"/>
            </a:pPr>
            <a:r>
              <a:rPr lang="en-US" b="1" dirty="0"/>
              <a:t>Others prioritize a great camera.</a:t>
            </a:r>
            <a:endParaRPr lang="en-US" dirty="0"/>
          </a:p>
          <a:p>
            <a:pPr>
              <a:buFont typeface="Arial" panose="020B0604020202020204" pitchFamily="34" charset="0"/>
              <a:buChar char="•"/>
            </a:pPr>
            <a:r>
              <a:rPr lang="en-US" b="1" dirty="0"/>
              <a:t>Some prefer a budget-friendly option with basic features.</a:t>
            </a:r>
            <a:endParaRPr lang="en-US" dirty="0"/>
          </a:p>
          <a:p>
            <a:endParaRPr lang="en-US" dirty="0"/>
          </a:p>
        </p:txBody>
      </p:sp>
      <p:sp>
        <p:nvSpPr>
          <p:cNvPr id="4" name="Slide Number Placeholder 3"/>
          <p:cNvSpPr>
            <a:spLocks noGrp="1"/>
          </p:cNvSpPr>
          <p:nvPr>
            <p:ph type="sldNum" sz="quarter" idx="5"/>
          </p:nvPr>
        </p:nvSpPr>
        <p:spPr/>
        <p:txBody>
          <a:bodyPr/>
          <a:lstStyle/>
          <a:p>
            <a:fld id="{DC4BEA5B-0F90-491B-8570-2B3910989086}" type="slidenum">
              <a:rPr lang="en-US" smtClean="0"/>
              <a:t>2</a:t>
            </a:fld>
            <a:endParaRPr lang="en-US"/>
          </a:p>
        </p:txBody>
      </p:sp>
    </p:spTree>
    <p:extLst>
      <p:ext uri="{BB962C8B-B14F-4D97-AF65-F5344CB8AC3E}">
        <p14:creationId xmlns:p14="http://schemas.microsoft.com/office/powerpoint/2010/main" val="14706470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41B017E-9405-4A24-9E72-ABBA234FC5F9}" type="slidenum">
              <a:rPr lang="en-US" smtClean="0"/>
              <a:t>3</a:t>
            </a:fld>
            <a:endParaRPr lang="en-US"/>
          </a:p>
        </p:txBody>
      </p:sp>
    </p:spTree>
    <p:extLst>
      <p:ext uri="{BB962C8B-B14F-4D97-AF65-F5344CB8AC3E}">
        <p14:creationId xmlns:p14="http://schemas.microsoft.com/office/powerpoint/2010/main" val="25797835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3" indent="0" algn="l" defTabSz="914400" rtl="0" eaLnBrk="1" fontAlgn="auto" latinLnBrk="0" hangingPunct="1">
              <a:lnSpc>
                <a:spcPct val="100000"/>
              </a:lnSpc>
              <a:spcBef>
                <a:spcPts val="0"/>
              </a:spcBef>
              <a:spcAft>
                <a:spcPts val="0"/>
              </a:spcAft>
              <a:buClrTx/>
              <a:buSzTx/>
              <a:buFontTx/>
              <a:buNone/>
              <a:tabLst/>
              <a:defRPr/>
            </a:pPr>
            <a:r>
              <a:rPr lang="en-US" sz="1900" dirty="0"/>
              <a:t>quality goals</a:t>
            </a:r>
            <a:r>
              <a:rPr lang="en-US" sz="1900" baseline="0" dirty="0"/>
              <a:t> are set on different quality views and attributes</a:t>
            </a:r>
            <a:endParaRPr lang="en-US" sz="1900" dirty="0"/>
          </a:p>
        </p:txBody>
      </p:sp>
      <p:sp>
        <p:nvSpPr>
          <p:cNvPr id="4" name="Slide Number Placeholder 3"/>
          <p:cNvSpPr>
            <a:spLocks noGrp="1"/>
          </p:cNvSpPr>
          <p:nvPr>
            <p:ph type="sldNum" sz="quarter" idx="10"/>
          </p:nvPr>
        </p:nvSpPr>
        <p:spPr/>
        <p:txBody>
          <a:bodyPr/>
          <a:lstStyle/>
          <a:p>
            <a:fld id="{741B017E-9405-4A24-9E72-ABBA234FC5F9}" type="slidenum">
              <a:rPr lang="en-US" smtClean="0"/>
              <a:t>5</a:t>
            </a:fld>
            <a:endParaRPr lang="en-US"/>
          </a:p>
        </p:txBody>
      </p:sp>
    </p:spTree>
    <p:extLst>
      <p:ext uri="{BB962C8B-B14F-4D97-AF65-F5344CB8AC3E}">
        <p14:creationId xmlns:p14="http://schemas.microsoft.com/office/powerpoint/2010/main" val="25262179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3" indent="0" algn="l" defTabSz="914400" rtl="0" eaLnBrk="1" fontAlgn="auto" latinLnBrk="0" hangingPunct="1">
              <a:lnSpc>
                <a:spcPct val="100000"/>
              </a:lnSpc>
              <a:spcBef>
                <a:spcPts val="0"/>
              </a:spcBef>
              <a:spcAft>
                <a:spcPts val="0"/>
              </a:spcAft>
              <a:buClrTx/>
              <a:buSzTx/>
              <a:buFontTx/>
              <a:buNone/>
              <a:tabLst/>
              <a:defRPr/>
            </a:pPr>
            <a:endParaRPr lang="en-US" sz="1900" dirty="0"/>
          </a:p>
        </p:txBody>
      </p:sp>
      <p:sp>
        <p:nvSpPr>
          <p:cNvPr id="4" name="Slide Number Placeholder 3"/>
          <p:cNvSpPr>
            <a:spLocks noGrp="1"/>
          </p:cNvSpPr>
          <p:nvPr>
            <p:ph type="sldNum" sz="quarter" idx="10"/>
          </p:nvPr>
        </p:nvSpPr>
        <p:spPr/>
        <p:txBody>
          <a:bodyPr/>
          <a:lstStyle/>
          <a:p>
            <a:fld id="{741B017E-9405-4A24-9E72-ABBA234FC5F9}" type="slidenum">
              <a:rPr lang="en-US" smtClean="0"/>
              <a:t>7</a:t>
            </a:fld>
            <a:endParaRPr lang="en-US"/>
          </a:p>
        </p:txBody>
      </p:sp>
    </p:spTree>
    <p:extLst>
      <p:ext uri="{BB962C8B-B14F-4D97-AF65-F5344CB8AC3E}">
        <p14:creationId xmlns:p14="http://schemas.microsoft.com/office/powerpoint/2010/main" val="22296116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Short-term feedback</a:t>
            </a:r>
            <a:r>
              <a:rPr lang="en-US" dirty="0"/>
              <a:t> helps with immediate fixes and adjustments.</a:t>
            </a:r>
          </a:p>
          <a:p>
            <a:r>
              <a:rPr lang="en-US" b="1" dirty="0"/>
              <a:t>Long-term feedback</a:t>
            </a:r>
            <a:r>
              <a:rPr lang="en-US" dirty="0"/>
              <a:t> helps improve overall strategies and future processes.</a:t>
            </a:r>
          </a:p>
        </p:txBody>
      </p:sp>
      <p:sp>
        <p:nvSpPr>
          <p:cNvPr id="4" name="Slide Number Placeholder 3"/>
          <p:cNvSpPr>
            <a:spLocks noGrp="1"/>
          </p:cNvSpPr>
          <p:nvPr>
            <p:ph type="sldNum" sz="quarter" idx="5"/>
          </p:nvPr>
        </p:nvSpPr>
        <p:spPr/>
        <p:txBody>
          <a:bodyPr/>
          <a:lstStyle/>
          <a:p>
            <a:fld id="{DC4BEA5B-0F90-491B-8570-2B3910989086}" type="slidenum">
              <a:rPr lang="en-US" smtClean="0"/>
              <a:t>8</a:t>
            </a:fld>
            <a:endParaRPr lang="en-US"/>
          </a:p>
        </p:txBody>
      </p:sp>
    </p:spTree>
    <p:extLst>
      <p:ext uri="{BB962C8B-B14F-4D97-AF65-F5344CB8AC3E}">
        <p14:creationId xmlns:p14="http://schemas.microsoft.com/office/powerpoint/2010/main" val="21923212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41B017E-9405-4A24-9E72-ABBA234FC5F9}" type="slidenum">
              <a:rPr lang="en-US" smtClean="0"/>
              <a:t>17</a:t>
            </a:fld>
            <a:endParaRPr lang="en-US"/>
          </a:p>
        </p:txBody>
      </p:sp>
    </p:spTree>
    <p:extLst>
      <p:ext uri="{BB962C8B-B14F-4D97-AF65-F5344CB8AC3E}">
        <p14:creationId xmlns:p14="http://schemas.microsoft.com/office/powerpoint/2010/main" val="215329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41B017E-9405-4A24-9E72-ABBA234FC5F9}" type="slidenum">
              <a:rPr lang="en-US" smtClean="0"/>
              <a:t>18</a:t>
            </a:fld>
            <a:endParaRPr lang="en-US"/>
          </a:p>
        </p:txBody>
      </p:sp>
    </p:spTree>
    <p:extLst>
      <p:ext uri="{BB962C8B-B14F-4D97-AF65-F5344CB8AC3E}">
        <p14:creationId xmlns:p14="http://schemas.microsoft.com/office/powerpoint/2010/main" val="16114640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69B51B5-5729-4227-8149-0FFB0D6660E2}" type="datetimeFigureOut">
              <a:rPr lang="en-US" smtClean="0"/>
              <a:t>8/31/2024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515440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9B51B5-5729-4227-8149-0FFB0D6660E2}" type="datetimeFigureOut">
              <a:rPr lang="en-US" smtClean="0"/>
              <a:t>8/31/2024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25736940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69B51B5-5729-4227-8149-0FFB0D6660E2}" type="datetimeFigureOut">
              <a:rPr lang="en-US" smtClean="0"/>
              <a:t>8/31/2024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00702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69B51B5-5729-4227-8149-0FFB0D6660E2}" type="datetimeFigureOut">
              <a:rPr lang="en-US" smtClean="0"/>
              <a:t>8/31/2024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650866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69B51B5-5729-4227-8149-0FFB0D6660E2}" type="datetimeFigureOut">
              <a:rPr lang="en-US" smtClean="0"/>
              <a:t>8/31/2024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2397107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69B51B5-5729-4227-8149-0FFB0D6660E2}" type="datetimeFigureOut">
              <a:rPr lang="en-US" smtClean="0"/>
              <a:t>8/31/2024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3411842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169B51B5-5729-4227-8149-0FFB0D6660E2}" type="datetimeFigureOut">
              <a:rPr lang="en-US" smtClean="0"/>
              <a:t>8/31/2024</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1949770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169B51B5-5729-4227-8149-0FFB0D6660E2}" type="datetimeFigureOut">
              <a:rPr lang="en-US" smtClean="0"/>
              <a:t>8/31/2024</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147AE719-0370-4FEF-9E76-542079ADE761}" type="slidenum">
              <a:rPr lang="en-US" smtClean="0"/>
              <a:t>‹#›</a:t>
            </a:fld>
            <a:endParaRPr lang="en-US"/>
          </a:p>
        </p:txBody>
      </p:sp>
    </p:spTree>
    <p:extLst>
      <p:ext uri="{BB962C8B-B14F-4D97-AF65-F5344CB8AC3E}">
        <p14:creationId xmlns:p14="http://schemas.microsoft.com/office/powerpoint/2010/main" val="33966847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69B51B5-5729-4227-8149-0FFB0D6660E2}" type="datetimeFigureOut">
              <a:rPr lang="en-US" smtClean="0"/>
              <a:t>8/31/2024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2484185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9B51B5-5729-4227-8149-0FFB0D6660E2}" type="datetimeFigureOut">
              <a:rPr lang="en-US" smtClean="0"/>
              <a:t>8/31/2024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24215447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9B51B5-5729-4227-8149-0FFB0D6660E2}" type="datetimeFigureOut">
              <a:rPr lang="en-US" smtClean="0"/>
              <a:t>8/31/2024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a:p>
        </p:txBody>
      </p:sp>
    </p:spTree>
    <p:extLst>
      <p:ext uri="{BB962C8B-B14F-4D97-AF65-F5344CB8AC3E}">
        <p14:creationId xmlns:p14="http://schemas.microsoft.com/office/powerpoint/2010/main" val="34026627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169B51B5-5729-4227-8149-0FFB0D6660E2}" type="datetimeFigureOut">
              <a:rPr lang="en-US" smtClean="0"/>
              <a:t>8/31/2024</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147AE719-0370-4FEF-9E76-542079ADE761}"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000993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74B019-E1ED-7643-5A50-74CEA7F41E88}"/>
              </a:ext>
            </a:extLst>
          </p:cNvPr>
          <p:cNvSpPr>
            <a:spLocks noGrp="1"/>
          </p:cNvSpPr>
          <p:nvPr>
            <p:ph type="ctrTitle"/>
          </p:nvPr>
        </p:nvSpPr>
        <p:spPr>
          <a:xfrm>
            <a:off x="90535" y="116380"/>
            <a:ext cx="11588435" cy="3065732"/>
          </a:xfrm>
        </p:spPr>
        <p:txBody>
          <a:bodyPr/>
          <a:lstStyle/>
          <a:p>
            <a:pPr algn="ctr"/>
            <a:r>
              <a:rPr lang="en-US" b="1" dirty="0">
                <a:solidFill>
                  <a:schemeClr val="tx1"/>
                </a:solidFill>
              </a:rPr>
              <a:t>SE-3002</a:t>
            </a:r>
            <a:br>
              <a:rPr lang="en-US" b="1" dirty="0">
                <a:solidFill>
                  <a:schemeClr val="tx1"/>
                </a:solidFill>
              </a:rPr>
            </a:br>
            <a:r>
              <a:rPr lang="en-US" sz="7200" b="1" dirty="0">
                <a:solidFill>
                  <a:schemeClr val="tx1"/>
                </a:solidFill>
              </a:rPr>
              <a:t>Software Quality Engineering</a:t>
            </a:r>
            <a:endParaRPr lang="en-US" sz="7200" dirty="0"/>
          </a:p>
        </p:txBody>
      </p:sp>
      <p:sp>
        <p:nvSpPr>
          <p:cNvPr id="3" name="Subtitle 2">
            <a:extLst>
              <a:ext uri="{FF2B5EF4-FFF2-40B4-BE49-F238E27FC236}">
                <a16:creationId xmlns:a16="http://schemas.microsoft.com/office/drawing/2014/main" id="{44E9F82C-BBA7-3495-1097-BEDB54FFFDF4}"/>
              </a:ext>
            </a:extLst>
          </p:cNvPr>
          <p:cNvSpPr>
            <a:spLocks noGrp="1"/>
          </p:cNvSpPr>
          <p:nvPr>
            <p:ph type="subTitle" idx="1"/>
          </p:nvPr>
        </p:nvSpPr>
        <p:spPr>
          <a:xfrm>
            <a:off x="1100051" y="3675888"/>
            <a:ext cx="10058400" cy="1922731"/>
          </a:xfrm>
        </p:spPr>
        <p:txBody>
          <a:bodyPr>
            <a:normAutofit/>
          </a:bodyPr>
          <a:lstStyle/>
          <a:p>
            <a:pPr algn="ctr"/>
            <a:r>
              <a:rPr lang="en-US" sz="4400" b="1" dirty="0">
                <a:solidFill>
                  <a:schemeClr val="tx1"/>
                </a:solidFill>
                <a:cs typeface="Times New Roman" panose="02020603050405020304" pitchFamily="18" charset="0"/>
              </a:rPr>
              <a:t>Lecture 3-chapter 1</a:t>
            </a:r>
          </a:p>
          <a:p>
            <a:pPr algn="ctr"/>
            <a:r>
              <a:rPr lang="en-US" sz="4400" dirty="0">
                <a:solidFill>
                  <a:schemeClr val="tx1"/>
                </a:solidFill>
                <a:cs typeface="Times New Roman" panose="02020603050405020304" pitchFamily="18" charset="0"/>
              </a:rPr>
              <a:t>Overview and Basics</a:t>
            </a:r>
          </a:p>
          <a:p>
            <a:pPr algn="ctr"/>
            <a:endParaRPr lang="en-US" sz="4400" dirty="0">
              <a:solidFill>
                <a:schemeClr val="tx1"/>
              </a:solidFill>
              <a:cs typeface="Times New Roman" panose="02020603050405020304" pitchFamily="18" charset="0"/>
            </a:endParaRPr>
          </a:p>
          <a:p>
            <a:endParaRPr lang="en-US" dirty="0">
              <a:solidFill>
                <a:schemeClr val="tx1"/>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2C4F1234-844D-F3A8-4B44-50EC8595C5FD}"/>
              </a:ext>
            </a:extLst>
          </p:cNvPr>
          <p:cNvSpPr txBox="1"/>
          <p:nvPr/>
        </p:nvSpPr>
        <p:spPr>
          <a:xfrm>
            <a:off x="8607583" y="5446064"/>
            <a:ext cx="3967680" cy="646331"/>
          </a:xfrm>
          <a:prstGeom prst="rect">
            <a:avLst/>
          </a:prstGeom>
          <a:noFill/>
        </p:spPr>
        <p:txBody>
          <a:bodyPr wrap="square">
            <a:spAutoFit/>
          </a:bodyPr>
          <a:lstStyle/>
          <a:p>
            <a:pPr algn="ctr"/>
            <a:r>
              <a:rPr lang="en-US" sz="1800" dirty="0">
                <a:solidFill>
                  <a:schemeClr val="tx1"/>
                </a:solidFill>
                <a:cs typeface="Times New Roman" panose="02020603050405020304" pitchFamily="18" charset="0"/>
              </a:rPr>
              <a:t>Alina Arshad</a:t>
            </a:r>
          </a:p>
          <a:p>
            <a:pPr algn="ctr"/>
            <a:r>
              <a:rPr lang="en-US" sz="1800" dirty="0">
                <a:cs typeface="Times New Roman" panose="02020603050405020304" pitchFamily="18" charset="0"/>
              </a:rPr>
              <a:t>alina.arshad@nu.edu.pk</a:t>
            </a:r>
            <a:endParaRPr lang="en-US" sz="1800" dirty="0">
              <a:solidFill>
                <a:schemeClr val="tx1"/>
              </a:solidFill>
              <a:cs typeface="Times New Roman" panose="02020603050405020304" pitchFamily="18" charset="0"/>
            </a:endParaRPr>
          </a:p>
        </p:txBody>
      </p:sp>
    </p:spTree>
    <p:extLst>
      <p:ext uri="{BB962C8B-B14F-4D97-AF65-F5344CB8AC3E}">
        <p14:creationId xmlns:p14="http://schemas.microsoft.com/office/powerpoint/2010/main" val="33223610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C090D7-D05F-45D3-A318-37E6B78F5C67}"/>
              </a:ext>
            </a:extLst>
          </p:cNvPr>
          <p:cNvSpPr>
            <a:spLocks noGrp="1"/>
          </p:cNvSpPr>
          <p:nvPr>
            <p:ph type="title"/>
          </p:nvPr>
        </p:nvSpPr>
        <p:spPr>
          <a:xfrm>
            <a:off x="1097280" y="988906"/>
            <a:ext cx="10058400" cy="748454"/>
          </a:xfrm>
        </p:spPr>
        <p:txBody>
          <a:bodyPr/>
          <a:lstStyle/>
          <a:p>
            <a:r>
              <a:rPr lang="en-US" b="1" dirty="0">
                <a:solidFill>
                  <a:schemeClr val="tx1"/>
                </a:solidFill>
              </a:rPr>
              <a:t>Quality Engineering</a:t>
            </a:r>
          </a:p>
        </p:txBody>
      </p:sp>
      <p:sp>
        <p:nvSpPr>
          <p:cNvPr id="3" name="Content Placeholder 2">
            <a:extLst>
              <a:ext uri="{FF2B5EF4-FFF2-40B4-BE49-F238E27FC236}">
                <a16:creationId xmlns:a16="http://schemas.microsoft.com/office/drawing/2014/main" id="{F20DB1B1-9585-4CAB-B934-942F3A84346C}"/>
              </a:ext>
            </a:extLst>
          </p:cNvPr>
          <p:cNvSpPr>
            <a:spLocks noGrp="1"/>
          </p:cNvSpPr>
          <p:nvPr>
            <p:ph idx="1"/>
          </p:nvPr>
        </p:nvSpPr>
        <p:spPr/>
        <p:txBody>
          <a:bodyPr>
            <a:normAutofit/>
          </a:bodyPr>
          <a:lstStyle/>
          <a:p>
            <a:pPr algn="just"/>
            <a:r>
              <a:rPr lang="en-US" sz="2400" dirty="0">
                <a:solidFill>
                  <a:schemeClr val="tx1"/>
                </a:solidFill>
              </a:rPr>
              <a:t>Different customers and users have different quality expectations under different market environments. Therefore, we need to move beyond just performing QA activities toward quality engineering by managing these quality expectations as an engineering problem.</a:t>
            </a:r>
          </a:p>
          <a:p>
            <a:pPr algn="just"/>
            <a:endParaRPr lang="en-US" dirty="0">
              <a:solidFill>
                <a:schemeClr val="tx1"/>
              </a:solidFill>
            </a:endParaRPr>
          </a:p>
        </p:txBody>
      </p:sp>
    </p:spTree>
    <p:extLst>
      <p:ext uri="{BB962C8B-B14F-4D97-AF65-F5344CB8AC3E}">
        <p14:creationId xmlns:p14="http://schemas.microsoft.com/office/powerpoint/2010/main" val="17811165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C348D-F69B-45D0-ACBD-3F5BF256BF5D}"/>
              </a:ext>
            </a:extLst>
          </p:cNvPr>
          <p:cNvSpPr>
            <a:spLocks noGrp="1"/>
          </p:cNvSpPr>
          <p:nvPr>
            <p:ph type="title"/>
          </p:nvPr>
        </p:nvSpPr>
        <p:spPr/>
        <p:txBody>
          <a:bodyPr/>
          <a:lstStyle/>
          <a:p>
            <a:r>
              <a:rPr lang="en-US" b="1" dirty="0">
                <a:solidFill>
                  <a:schemeClr val="tx1"/>
                </a:solidFill>
              </a:rPr>
              <a:t>Software Quality Engineering </a:t>
            </a:r>
          </a:p>
        </p:txBody>
      </p:sp>
      <p:sp>
        <p:nvSpPr>
          <p:cNvPr id="3" name="Content Placeholder 2">
            <a:extLst>
              <a:ext uri="{FF2B5EF4-FFF2-40B4-BE49-F238E27FC236}">
                <a16:creationId xmlns:a16="http://schemas.microsoft.com/office/drawing/2014/main" id="{2518979F-5DCB-4663-9049-A6A42C1D2313}"/>
              </a:ext>
            </a:extLst>
          </p:cNvPr>
          <p:cNvSpPr>
            <a:spLocks noGrp="1"/>
          </p:cNvSpPr>
          <p:nvPr>
            <p:ph idx="1"/>
          </p:nvPr>
        </p:nvSpPr>
        <p:spPr/>
        <p:txBody>
          <a:bodyPr/>
          <a:lstStyle/>
          <a:p>
            <a:pPr marL="457200" indent="-457200" algn="just">
              <a:buFont typeface="+mj-lt"/>
              <a:buAutoNum type="arabicParenR"/>
            </a:pPr>
            <a:r>
              <a:rPr lang="en-US" sz="2400" dirty="0">
                <a:solidFill>
                  <a:schemeClr val="tx1"/>
                </a:solidFill>
              </a:rPr>
              <a:t>The application of a continuous, systematic, disciplined, quantifiable approach to the development and maintenance of quality throughout the whole life cycle of software products and systems; that is, the application of quality  engineering to software</a:t>
            </a:r>
          </a:p>
        </p:txBody>
      </p:sp>
    </p:spTree>
    <p:extLst>
      <p:ext uri="{BB962C8B-B14F-4D97-AF65-F5344CB8AC3E}">
        <p14:creationId xmlns:p14="http://schemas.microsoft.com/office/powerpoint/2010/main" val="26463503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909D96-40BC-4DFD-AECF-A509D6DA7F7B}"/>
              </a:ext>
            </a:extLst>
          </p:cNvPr>
          <p:cNvSpPr>
            <a:spLocks noGrp="1"/>
          </p:cNvSpPr>
          <p:nvPr>
            <p:ph type="title"/>
          </p:nvPr>
        </p:nvSpPr>
        <p:spPr>
          <a:xfrm>
            <a:off x="766916" y="320989"/>
            <a:ext cx="10919706" cy="1450757"/>
          </a:xfrm>
        </p:spPr>
        <p:txBody>
          <a:bodyPr/>
          <a:lstStyle/>
          <a:p>
            <a:r>
              <a:rPr lang="en-US" b="1" dirty="0">
                <a:solidFill>
                  <a:schemeClr val="tx1"/>
                </a:solidFill>
              </a:rPr>
              <a:t>Quality Engineering: Activities and Process</a:t>
            </a:r>
          </a:p>
        </p:txBody>
      </p:sp>
      <p:sp>
        <p:nvSpPr>
          <p:cNvPr id="3" name="Content Placeholder 2">
            <a:extLst>
              <a:ext uri="{FF2B5EF4-FFF2-40B4-BE49-F238E27FC236}">
                <a16:creationId xmlns:a16="http://schemas.microsoft.com/office/drawing/2014/main" id="{2A850F42-06ED-4BE7-9DC3-7A21FA0AAEAB}"/>
              </a:ext>
            </a:extLst>
          </p:cNvPr>
          <p:cNvSpPr>
            <a:spLocks noGrp="1"/>
          </p:cNvSpPr>
          <p:nvPr>
            <p:ph idx="1"/>
          </p:nvPr>
        </p:nvSpPr>
        <p:spPr>
          <a:xfrm>
            <a:off x="530942" y="1900277"/>
            <a:ext cx="4793225" cy="3678303"/>
          </a:xfrm>
        </p:spPr>
        <p:txBody>
          <a:bodyPr>
            <a:normAutofit/>
          </a:bodyPr>
          <a:lstStyle/>
          <a:p>
            <a:pPr algn="just"/>
            <a:r>
              <a:rPr lang="en-US" sz="2400" dirty="0">
                <a:solidFill>
                  <a:schemeClr val="tx1"/>
                </a:solidFill>
              </a:rPr>
              <a:t>There are three major groups of activities in the quality engineering process:</a:t>
            </a:r>
          </a:p>
          <a:p>
            <a:pPr lvl="1" algn="just"/>
            <a:r>
              <a:rPr lang="en-US" sz="2400" dirty="0">
                <a:solidFill>
                  <a:srgbClr val="006600"/>
                </a:solidFill>
              </a:rPr>
              <a:t>pre-QA activities, in-QA activities, and post-QA activities</a:t>
            </a:r>
          </a:p>
        </p:txBody>
      </p:sp>
      <p:pic>
        <p:nvPicPr>
          <p:cNvPr id="4" name="Picture 3">
            <a:extLst>
              <a:ext uri="{FF2B5EF4-FFF2-40B4-BE49-F238E27FC236}">
                <a16:creationId xmlns:a16="http://schemas.microsoft.com/office/drawing/2014/main" id="{47E901C3-88FE-4B0F-8736-32CA0B98907C}"/>
              </a:ext>
            </a:extLst>
          </p:cNvPr>
          <p:cNvPicPr>
            <a:picLocks noChangeAspect="1"/>
          </p:cNvPicPr>
          <p:nvPr/>
        </p:nvPicPr>
        <p:blipFill rotWithShape="1">
          <a:blip r:embed="rId2"/>
          <a:srcRect l="2154" t="5457" b="2609"/>
          <a:stretch/>
        </p:blipFill>
        <p:spPr>
          <a:xfrm>
            <a:off x="5648633" y="1785394"/>
            <a:ext cx="6297561" cy="4495801"/>
          </a:xfrm>
          <a:prstGeom prst="rect">
            <a:avLst/>
          </a:prstGeom>
        </p:spPr>
      </p:pic>
    </p:spTree>
    <p:extLst>
      <p:ext uri="{BB962C8B-B14F-4D97-AF65-F5344CB8AC3E}">
        <p14:creationId xmlns:p14="http://schemas.microsoft.com/office/powerpoint/2010/main" val="25819333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719AF17-4A50-442D-8BAE-92C5A7A642D6}"/>
              </a:ext>
            </a:extLst>
          </p:cNvPr>
          <p:cNvSpPr>
            <a:spLocks noGrp="1"/>
          </p:cNvSpPr>
          <p:nvPr>
            <p:ph idx="1"/>
          </p:nvPr>
        </p:nvSpPr>
        <p:spPr>
          <a:xfrm>
            <a:off x="581191" y="1876926"/>
            <a:ext cx="11386219" cy="4051926"/>
          </a:xfrm>
        </p:spPr>
        <p:txBody>
          <a:bodyPr>
            <a:normAutofit/>
          </a:bodyPr>
          <a:lstStyle/>
          <a:p>
            <a:pPr algn="just"/>
            <a:r>
              <a:rPr lang="en-US" sz="2400" b="1" i="1" dirty="0"/>
              <a:t>Pre-QA activities: </a:t>
            </a:r>
          </a:p>
          <a:p>
            <a:pPr lvl="1" algn="just"/>
            <a:r>
              <a:rPr lang="en-US" sz="2400" b="1" dirty="0"/>
              <a:t>Quality planning</a:t>
            </a:r>
          </a:p>
          <a:p>
            <a:pPr lvl="2" algn="just"/>
            <a:r>
              <a:rPr lang="en-US" sz="2400" dirty="0">
                <a:solidFill>
                  <a:srgbClr val="006600"/>
                </a:solidFill>
              </a:rPr>
              <a:t>These are the activities that should be carried out before carrying out the regular QA activities. There are two major types of pre-QA activities in quality planning, including:</a:t>
            </a:r>
          </a:p>
          <a:p>
            <a:pPr lvl="3" algn="just"/>
            <a:r>
              <a:rPr lang="en-US" sz="2400" dirty="0"/>
              <a:t>Set specific quality goals.</a:t>
            </a:r>
          </a:p>
          <a:p>
            <a:pPr lvl="3" algn="just"/>
            <a:r>
              <a:rPr lang="en-US" sz="2400" dirty="0"/>
              <a:t>Form an overall QA strategy, which includes two sub-activities:</a:t>
            </a:r>
          </a:p>
          <a:p>
            <a:pPr lvl="4" algn="just"/>
            <a:r>
              <a:rPr lang="en-US" sz="2400" dirty="0"/>
              <a:t>Select appropriate QA activities to perform.</a:t>
            </a:r>
          </a:p>
          <a:p>
            <a:pPr lvl="4" algn="just"/>
            <a:r>
              <a:rPr lang="en-US" sz="2400" dirty="0"/>
              <a:t>Choose appropriate quality measurements and models</a:t>
            </a:r>
          </a:p>
        </p:txBody>
      </p:sp>
      <p:sp>
        <p:nvSpPr>
          <p:cNvPr id="4" name="Title 1">
            <a:extLst>
              <a:ext uri="{FF2B5EF4-FFF2-40B4-BE49-F238E27FC236}">
                <a16:creationId xmlns:a16="http://schemas.microsoft.com/office/drawing/2014/main" id="{27B26C27-5244-43B2-BAF4-DCEE004C3DB8}"/>
              </a:ext>
            </a:extLst>
          </p:cNvPr>
          <p:cNvSpPr>
            <a:spLocks noGrp="1"/>
          </p:cNvSpPr>
          <p:nvPr>
            <p:ph type="title"/>
          </p:nvPr>
        </p:nvSpPr>
        <p:spPr>
          <a:xfrm>
            <a:off x="569779" y="390721"/>
            <a:ext cx="11052441" cy="1450757"/>
          </a:xfrm>
        </p:spPr>
        <p:txBody>
          <a:bodyPr/>
          <a:lstStyle/>
          <a:p>
            <a:r>
              <a:rPr lang="en-US" b="1" dirty="0">
                <a:solidFill>
                  <a:schemeClr val="tx1"/>
                </a:solidFill>
              </a:rPr>
              <a:t>Quality Engineering: Activities and Process</a:t>
            </a:r>
          </a:p>
        </p:txBody>
      </p:sp>
    </p:spTree>
    <p:extLst>
      <p:ext uri="{BB962C8B-B14F-4D97-AF65-F5344CB8AC3E}">
        <p14:creationId xmlns:p14="http://schemas.microsoft.com/office/powerpoint/2010/main" val="8943398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rPr>
              <a:t>Pre-QA Planning</a:t>
            </a:r>
          </a:p>
        </p:txBody>
      </p:sp>
      <p:pic>
        <p:nvPicPr>
          <p:cNvPr id="7" name="Content Placeholder 6"/>
          <p:cNvPicPr>
            <a:picLocks noGrp="1" noChangeAspect="1"/>
          </p:cNvPicPr>
          <p:nvPr>
            <p:ph idx="1"/>
          </p:nvPr>
        </p:nvPicPr>
        <p:blipFill>
          <a:blip r:embed="rId2"/>
          <a:stretch>
            <a:fillRect/>
          </a:stretch>
        </p:blipFill>
        <p:spPr>
          <a:xfrm>
            <a:off x="6757906" y="1959570"/>
            <a:ext cx="4638454" cy="4341837"/>
          </a:xfrm>
          <a:prstGeom prst="rect">
            <a:avLst/>
          </a:prstGeom>
        </p:spPr>
      </p:pic>
      <p:pic>
        <p:nvPicPr>
          <p:cNvPr id="6" name="Picture 5"/>
          <p:cNvPicPr>
            <a:picLocks noChangeAspect="1"/>
          </p:cNvPicPr>
          <p:nvPr/>
        </p:nvPicPr>
        <p:blipFill>
          <a:blip r:embed="rId3"/>
          <a:stretch>
            <a:fillRect/>
          </a:stretch>
        </p:blipFill>
        <p:spPr>
          <a:xfrm>
            <a:off x="993910" y="1986116"/>
            <a:ext cx="4638454" cy="3818211"/>
          </a:xfrm>
          <a:prstGeom prst="rect">
            <a:avLst/>
          </a:prstGeom>
        </p:spPr>
      </p:pic>
    </p:spTree>
    <p:extLst>
      <p:ext uri="{BB962C8B-B14F-4D97-AF65-F5344CB8AC3E}">
        <p14:creationId xmlns:p14="http://schemas.microsoft.com/office/powerpoint/2010/main" val="15845839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1000"/>
                                        <p:tgtEl>
                                          <p:spTgt spid="7"/>
                                        </p:tgtEl>
                                      </p:cBhvr>
                                    </p:animEffect>
                                    <p:anim calcmode="lin" valueType="num">
                                      <p:cBhvr>
                                        <p:cTn id="14" dur="1000" fill="hold"/>
                                        <p:tgtEl>
                                          <p:spTgt spid="7"/>
                                        </p:tgtEl>
                                        <p:attrNameLst>
                                          <p:attrName>ppt_x</p:attrName>
                                        </p:attrNameLst>
                                      </p:cBhvr>
                                      <p:tavLst>
                                        <p:tav tm="0">
                                          <p:val>
                                            <p:strVal val="#ppt_x"/>
                                          </p:val>
                                        </p:tav>
                                        <p:tav tm="100000">
                                          <p:val>
                                            <p:strVal val="#ppt_x"/>
                                          </p:val>
                                        </p:tav>
                                      </p:tavLst>
                                    </p:anim>
                                    <p:anim calcmode="lin" valueType="num">
                                      <p:cBhvr>
                                        <p:cTn id="15"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719AF17-4A50-442D-8BAE-92C5A7A642D6}"/>
              </a:ext>
            </a:extLst>
          </p:cNvPr>
          <p:cNvSpPr>
            <a:spLocks noGrp="1"/>
          </p:cNvSpPr>
          <p:nvPr>
            <p:ph idx="1"/>
          </p:nvPr>
        </p:nvSpPr>
        <p:spPr>
          <a:xfrm>
            <a:off x="581191" y="1876926"/>
            <a:ext cx="11386219" cy="4780548"/>
          </a:xfrm>
        </p:spPr>
        <p:txBody>
          <a:bodyPr>
            <a:normAutofit/>
          </a:bodyPr>
          <a:lstStyle/>
          <a:p>
            <a:pPr algn="just"/>
            <a:r>
              <a:rPr lang="en-US" sz="2400" b="1" i="1" dirty="0"/>
              <a:t>In-QA activities</a:t>
            </a:r>
            <a:r>
              <a:rPr lang="en-US" sz="2400" dirty="0"/>
              <a:t>: </a:t>
            </a:r>
          </a:p>
          <a:p>
            <a:pPr lvl="1" algn="just"/>
            <a:r>
              <a:rPr lang="en-US" sz="2200" b="1" dirty="0"/>
              <a:t>Executing planned QA activities and handling discovered defects</a:t>
            </a:r>
          </a:p>
          <a:p>
            <a:pPr lvl="2" algn="just"/>
            <a:r>
              <a:rPr lang="en-US" sz="2000" dirty="0">
                <a:solidFill>
                  <a:srgbClr val="006600"/>
                </a:solidFill>
              </a:rPr>
              <a:t>In addition to performing selected QA activities, an important part of this normal </a:t>
            </a:r>
            <a:r>
              <a:rPr lang="en-US" sz="2200" dirty="0">
                <a:solidFill>
                  <a:srgbClr val="006600"/>
                </a:solidFill>
              </a:rPr>
              <a:t>execution is to deal with the discovered problems. </a:t>
            </a:r>
          </a:p>
        </p:txBody>
      </p:sp>
      <p:sp>
        <p:nvSpPr>
          <p:cNvPr id="4" name="Title 1">
            <a:extLst>
              <a:ext uri="{FF2B5EF4-FFF2-40B4-BE49-F238E27FC236}">
                <a16:creationId xmlns:a16="http://schemas.microsoft.com/office/drawing/2014/main" id="{27B26C27-5244-43B2-BAF4-DCEE004C3DB8}"/>
              </a:ext>
            </a:extLst>
          </p:cNvPr>
          <p:cNvSpPr>
            <a:spLocks noGrp="1"/>
          </p:cNvSpPr>
          <p:nvPr>
            <p:ph type="title"/>
          </p:nvPr>
        </p:nvSpPr>
        <p:spPr>
          <a:xfrm>
            <a:off x="808755" y="857033"/>
            <a:ext cx="10574489" cy="852457"/>
          </a:xfrm>
        </p:spPr>
        <p:txBody>
          <a:bodyPr/>
          <a:lstStyle/>
          <a:p>
            <a:r>
              <a:rPr lang="en-US" b="1" dirty="0">
                <a:solidFill>
                  <a:schemeClr val="tx1"/>
                </a:solidFill>
              </a:rPr>
              <a:t>Quality Engineering: Activities and Process</a:t>
            </a:r>
          </a:p>
        </p:txBody>
      </p:sp>
    </p:spTree>
    <p:extLst>
      <p:ext uri="{BB962C8B-B14F-4D97-AF65-F5344CB8AC3E}">
        <p14:creationId xmlns:p14="http://schemas.microsoft.com/office/powerpoint/2010/main" val="8569861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DCA1DC-987D-45F4-BAA9-25C5AE5DFAED}"/>
              </a:ext>
            </a:extLst>
          </p:cNvPr>
          <p:cNvSpPr>
            <a:spLocks noGrp="1"/>
          </p:cNvSpPr>
          <p:nvPr>
            <p:ph type="title"/>
          </p:nvPr>
        </p:nvSpPr>
        <p:spPr>
          <a:xfrm>
            <a:off x="621398" y="880816"/>
            <a:ext cx="10949203" cy="748454"/>
          </a:xfrm>
        </p:spPr>
        <p:txBody>
          <a:bodyPr/>
          <a:lstStyle/>
          <a:p>
            <a:r>
              <a:rPr lang="en-US" b="1" dirty="0">
                <a:solidFill>
                  <a:schemeClr val="tx1"/>
                </a:solidFill>
              </a:rPr>
              <a:t>Quality Engineering: Activities and Process</a:t>
            </a:r>
          </a:p>
        </p:txBody>
      </p:sp>
      <p:sp>
        <p:nvSpPr>
          <p:cNvPr id="3" name="Content Placeholder 2">
            <a:extLst>
              <a:ext uri="{FF2B5EF4-FFF2-40B4-BE49-F238E27FC236}">
                <a16:creationId xmlns:a16="http://schemas.microsoft.com/office/drawing/2014/main" id="{1C4C16D6-1702-42BB-9140-AAAFC8AE4A27}"/>
              </a:ext>
            </a:extLst>
          </p:cNvPr>
          <p:cNvSpPr>
            <a:spLocks noGrp="1"/>
          </p:cNvSpPr>
          <p:nvPr>
            <p:ph idx="1"/>
          </p:nvPr>
        </p:nvSpPr>
        <p:spPr>
          <a:xfrm>
            <a:off x="1097280" y="1845733"/>
            <a:ext cx="10058400" cy="4451827"/>
          </a:xfrm>
        </p:spPr>
        <p:txBody>
          <a:bodyPr>
            <a:noAutofit/>
          </a:bodyPr>
          <a:lstStyle/>
          <a:p>
            <a:pPr algn="just"/>
            <a:r>
              <a:rPr lang="en-US" b="1" i="1" dirty="0"/>
              <a:t>Post-QA activities: </a:t>
            </a:r>
          </a:p>
          <a:p>
            <a:pPr lvl="1" algn="just"/>
            <a:r>
              <a:rPr lang="en-US" sz="2000" b="1" dirty="0">
                <a:solidFill>
                  <a:schemeClr val="tx1"/>
                </a:solidFill>
              </a:rPr>
              <a:t>Quality measurement, assessment and improvement </a:t>
            </a:r>
          </a:p>
          <a:p>
            <a:pPr lvl="2" algn="just"/>
            <a:r>
              <a:rPr lang="en-US" sz="2000" dirty="0">
                <a:solidFill>
                  <a:schemeClr val="tx1"/>
                </a:solidFill>
              </a:rPr>
              <a:t>The primary purpose of these activities is to provide quality assessment and feedback so that various management decisions can be made and possible quality improvement initiatives can be carried out</a:t>
            </a:r>
          </a:p>
          <a:p>
            <a:pPr algn="just"/>
            <a:r>
              <a:rPr lang="en-US" dirty="0">
                <a:solidFill>
                  <a:schemeClr val="tx1"/>
                </a:solidFill>
              </a:rPr>
              <a:t>Short-term feedback</a:t>
            </a:r>
          </a:p>
          <a:p>
            <a:pPr lvl="1" algn="just"/>
            <a:r>
              <a:rPr lang="en-US" sz="2000" dirty="0">
                <a:solidFill>
                  <a:schemeClr val="tx1"/>
                </a:solidFill>
              </a:rPr>
              <a:t>provides information for progress tracking, activity scheduling, and identification of areas that need special attentions</a:t>
            </a:r>
          </a:p>
          <a:p>
            <a:pPr algn="just"/>
            <a:r>
              <a:rPr lang="en-US" dirty="0">
                <a:solidFill>
                  <a:schemeClr val="tx1"/>
                </a:solidFill>
              </a:rPr>
              <a:t>Long-term feedback</a:t>
            </a:r>
          </a:p>
          <a:p>
            <a:pPr lvl="1" algn="just"/>
            <a:r>
              <a:rPr lang="en-US" sz="2000" dirty="0">
                <a:solidFill>
                  <a:schemeClr val="tx1"/>
                </a:solidFill>
              </a:rPr>
              <a:t>Feedback to quality planning so that necessary adjustment can be made to quality goals and QA strategies</a:t>
            </a:r>
          </a:p>
          <a:p>
            <a:pPr lvl="1" algn="just"/>
            <a:r>
              <a:rPr lang="en-US" sz="2000" dirty="0">
                <a:solidFill>
                  <a:schemeClr val="tx1"/>
                </a:solidFill>
              </a:rPr>
              <a:t>Feedback to the quality assessment and improvement activities</a:t>
            </a:r>
          </a:p>
        </p:txBody>
      </p:sp>
    </p:spTree>
    <p:extLst>
      <p:ext uri="{BB962C8B-B14F-4D97-AF65-F5344CB8AC3E}">
        <p14:creationId xmlns:p14="http://schemas.microsoft.com/office/powerpoint/2010/main" val="30755876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D51806-7C89-48B8-84EF-E6D6AA8B1064}"/>
              </a:ext>
            </a:extLst>
          </p:cNvPr>
          <p:cNvSpPr>
            <a:spLocks noGrp="1"/>
          </p:cNvSpPr>
          <p:nvPr>
            <p:ph type="title"/>
          </p:nvPr>
        </p:nvSpPr>
        <p:spPr>
          <a:xfrm>
            <a:off x="846662" y="398206"/>
            <a:ext cx="11040537" cy="1322538"/>
          </a:xfrm>
        </p:spPr>
        <p:txBody>
          <a:bodyPr>
            <a:noAutofit/>
          </a:bodyPr>
          <a:lstStyle/>
          <a:p>
            <a:r>
              <a:rPr lang="en-US" b="1" dirty="0">
                <a:solidFill>
                  <a:schemeClr val="tx1"/>
                </a:solidFill>
              </a:rPr>
              <a:t>Quality Engineering and Quality Improvement Paradigm (QIP)</a:t>
            </a:r>
          </a:p>
        </p:txBody>
      </p:sp>
      <p:sp>
        <p:nvSpPr>
          <p:cNvPr id="3" name="Content Placeholder 2">
            <a:extLst>
              <a:ext uri="{FF2B5EF4-FFF2-40B4-BE49-F238E27FC236}">
                <a16:creationId xmlns:a16="http://schemas.microsoft.com/office/drawing/2014/main" id="{38D3A1D2-3603-4C7B-996A-04D0322876AD}"/>
              </a:ext>
            </a:extLst>
          </p:cNvPr>
          <p:cNvSpPr>
            <a:spLocks noGrp="1"/>
          </p:cNvSpPr>
          <p:nvPr>
            <p:ph idx="1"/>
          </p:nvPr>
        </p:nvSpPr>
        <p:spPr>
          <a:xfrm>
            <a:off x="971970" y="1844040"/>
            <a:ext cx="10789919" cy="4247044"/>
          </a:xfrm>
        </p:spPr>
        <p:txBody>
          <a:bodyPr>
            <a:noAutofit/>
          </a:bodyPr>
          <a:lstStyle/>
          <a:p>
            <a:pPr algn="just"/>
            <a:r>
              <a:rPr lang="en-US" dirty="0">
                <a:solidFill>
                  <a:schemeClr val="tx1"/>
                </a:solidFill>
              </a:rPr>
              <a:t>The Quality Improvement Paradigm (QIP) suggests the following activities to achieve quality improvement </a:t>
            </a:r>
          </a:p>
          <a:p>
            <a:pPr lvl="1" algn="just"/>
            <a:r>
              <a:rPr lang="en-US" sz="2000" dirty="0">
                <a:solidFill>
                  <a:schemeClr val="tx1"/>
                </a:solidFill>
              </a:rPr>
              <a:t>measurement, analysis, feedback</a:t>
            </a:r>
          </a:p>
          <a:p>
            <a:pPr algn="just"/>
            <a:r>
              <a:rPr lang="en-US" dirty="0">
                <a:solidFill>
                  <a:schemeClr val="tx1"/>
                </a:solidFill>
              </a:rPr>
              <a:t>QIP includes three interconnected steps: </a:t>
            </a:r>
            <a:r>
              <a:rPr lang="en-US" u="sng" dirty="0">
                <a:solidFill>
                  <a:schemeClr val="tx1"/>
                </a:solidFill>
              </a:rPr>
              <a:t>understanding, assessing, and packaging</a:t>
            </a:r>
            <a:r>
              <a:rPr lang="en-US" dirty="0">
                <a:solidFill>
                  <a:schemeClr val="tx1"/>
                </a:solidFill>
              </a:rPr>
              <a:t>, which form a feedback and improvement loop, as briefly described below:</a:t>
            </a:r>
          </a:p>
          <a:p>
            <a:pPr lvl="1" algn="just"/>
            <a:r>
              <a:rPr lang="en-US" sz="2000" dirty="0">
                <a:solidFill>
                  <a:schemeClr val="tx1"/>
                </a:solidFill>
              </a:rPr>
              <a:t>The first step is to understand the baseline so that improvement opportunities can be identified and clear measurable goals can be set. All future process changes are measured against this baseline.</a:t>
            </a:r>
          </a:p>
          <a:p>
            <a:pPr lvl="1" algn="just"/>
            <a:r>
              <a:rPr lang="en-US" sz="2000" dirty="0">
                <a:solidFill>
                  <a:schemeClr val="tx1"/>
                </a:solidFill>
              </a:rPr>
              <a:t>The second step is to introduce process changes through experiments, pilot projects, assess their impact, and fine tune these process changes.</a:t>
            </a:r>
          </a:p>
          <a:p>
            <a:pPr lvl="1" algn="just"/>
            <a:r>
              <a:rPr lang="en-US" sz="2000" dirty="0">
                <a:solidFill>
                  <a:schemeClr val="tx1"/>
                </a:solidFill>
              </a:rPr>
              <a:t>The last step is to package baseline data, experiment results, local experience, and updated process as the way to infuse the findings of the improvement program into the development organization.</a:t>
            </a:r>
          </a:p>
        </p:txBody>
      </p:sp>
    </p:spTree>
    <p:extLst>
      <p:ext uri="{BB962C8B-B14F-4D97-AF65-F5344CB8AC3E}">
        <p14:creationId xmlns:p14="http://schemas.microsoft.com/office/powerpoint/2010/main" val="22897739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8FF925-8124-4A57-B18C-899EC69DC5CA}"/>
              </a:ext>
            </a:extLst>
          </p:cNvPr>
          <p:cNvSpPr>
            <a:spLocks noGrp="1"/>
          </p:cNvSpPr>
          <p:nvPr>
            <p:ph type="title"/>
          </p:nvPr>
        </p:nvSpPr>
        <p:spPr/>
        <p:txBody>
          <a:bodyPr/>
          <a:lstStyle/>
          <a:p>
            <a:r>
              <a:rPr lang="en-US" b="1" dirty="0">
                <a:solidFill>
                  <a:schemeClr val="tx1"/>
                </a:solidFill>
              </a:rPr>
              <a:t>Quality Engineering in Software Process</a:t>
            </a:r>
          </a:p>
        </p:txBody>
      </p:sp>
      <p:sp>
        <p:nvSpPr>
          <p:cNvPr id="3" name="Content Placeholder 2">
            <a:extLst>
              <a:ext uri="{FF2B5EF4-FFF2-40B4-BE49-F238E27FC236}">
                <a16:creationId xmlns:a16="http://schemas.microsoft.com/office/drawing/2014/main" id="{56A09ED3-BDC9-4E81-B181-0D00BC41E863}"/>
              </a:ext>
            </a:extLst>
          </p:cNvPr>
          <p:cNvSpPr>
            <a:spLocks noGrp="1"/>
          </p:cNvSpPr>
          <p:nvPr>
            <p:ph idx="1"/>
          </p:nvPr>
        </p:nvSpPr>
        <p:spPr/>
        <p:txBody>
          <a:bodyPr>
            <a:normAutofit/>
          </a:bodyPr>
          <a:lstStyle/>
          <a:p>
            <a:pPr algn="just"/>
            <a:r>
              <a:rPr lang="en-US" sz="2400" dirty="0">
                <a:solidFill>
                  <a:schemeClr val="tx1"/>
                </a:solidFill>
              </a:rPr>
              <a:t>The quality engineering process forms an integral part of the overall software engineering process, where other concerns, such as </a:t>
            </a:r>
            <a:r>
              <a:rPr lang="en-US" sz="2400" u="sng" dirty="0">
                <a:solidFill>
                  <a:schemeClr val="tx1"/>
                </a:solidFill>
              </a:rPr>
              <a:t>cost and schedule</a:t>
            </a:r>
            <a:r>
              <a:rPr lang="en-US" sz="2400" dirty="0">
                <a:solidFill>
                  <a:schemeClr val="tx1"/>
                </a:solidFill>
              </a:rPr>
              <a:t>, are also considered and managed.</a:t>
            </a:r>
          </a:p>
          <a:p>
            <a:pPr algn="just"/>
            <a:r>
              <a:rPr lang="en-US" sz="2400" dirty="0">
                <a:solidFill>
                  <a:schemeClr val="tx1"/>
                </a:solidFill>
              </a:rPr>
              <a:t>Individual QA activities can be carried out and integrated into the software process. </a:t>
            </a:r>
            <a:r>
              <a:rPr lang="en-US" sz="2400" u="sng" dirty="0">
                <a:solidFill>
                  <a:schemeClr val="tx1"/>
                </a:solidFill>
              </a:rPr>
              <a:t>When we broaden our scope to quality engineering, it also covers pre-QA quality planning as well as the post-QA measurement and analysis activities carried out parallel to and after QA activities to provide feedback and other useful information.</a:t>
            </a:r>
          </a:p>
          <a:p>
            <a:pPr algn="just"/>
            <a:r>
              <a:rPr lang="en-US" sz="2400" dirty="0">
                <a:solidFill>
                  <a:schemeClr val="tx1"/>
                </a:solidFill>
              </a:rPr>
              <a:t>All these activities and the quality engineering process can be integrated into the overall software process.</a:t>
            </a:r>
          </a:p>
        </p:txBody>
      </p:sp>
    </p:spTree>
    <p:extLst>
      <p:ext uri="{BB962C8B-B14F-4D97-AF65-F5344CB8AC3E}">
        <p14:creationId xmlns:p14="http://schemas.microsoft.com/office/powerpoint/2010/main" val="24950835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1002890"/>
            <a:ext cx="10058400" cy="734470"/>
          </a:xfrm>
        </p:spPr>
        <p:txBody>
          <a:bodyPr/>
          <a:lstStyle/>
          <a:p>
            <a:r>
              <a:rPr lang="en-US" b="1" dirty="0">
                <a:solidFill>
                  <a:schemeClr val="tx1"/>
                </a:solidFill>
              </a:rPr>
              <a:t>Quality Engineering in Software Process</a:t>
            </a:r>
          </a:p>
        </p:txBody>
      </p:sp>
      <p:pic>
        <p:nvPicPr>
          <p:cNvPr id="6" name="Content Placeholder 5"/>
          <p:cNvPicPr>
            <a:picLocks noGrp="1" noChangeAspect="1"/>
          </p:cNvPicPr>
          <p:nvPr>
            <p:ph idx="1"/>
          </p:nvPr>
        </p:nvPicPr>
        <p:blipFill>
          <a:blip r:embed="rId2"/>
          <a:stretch>
            <a:fillRect/>
          </a:stretch>
        </p:blipFill>
        <p:spPr>
          <a:xfrm>
            <a:off x="2247654" y="1848684"/>
            <a:ext cx="7411709" cy="4282538"/>
          </a:xfrm>
          <a:prstGeom prst="rect">
            <a:avLst/>
          </a:prstGeom>
        </p:spPr>
      </p:pic>
    </p:spTree>
    <p:extLst>
      <p:ext uri="{BB962C8B-B14F-4D97-AF65-F5344CB8AC3E}">
        <p14:creationId xmlns:p14="http://schemas.microsoft.com/office/powerpoint/2010/main" val="28620483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FABFD2-2351-445F-90A6-6410DDD74A73}"/>
              </a:ext>
            </a:extLst>
          </p:cNvPr>
          <p:cNvSpPr>
            <a:spLocks noGrp="1"/>
          </p:cNvSpPr>
          <p:nvPr>
            <p:ph type="title"/>
          </p:nvPr>
        </p:nvSpPr>
        <p:spPr>
          <a:xfrm>
            <a:off x="795921" y="167641"/>
            <a:ext cx="10875461" cy="822960"/>
          </a:xfrm>
        </p:spPr>
        <p:txBody>
          <a:bodyPr/>
          <a:lstStyle/>
          <a:p>
            <a:r>
              <a:rPr lang="en-US" b="1" dirty="0"/>
              <a:t>Quality Engineering in the Waterfall Process</a:t>
            </a:r>
          </a:p>
        </p:txBody>
      </p:sp>
      <p:pic>
        <p:nvPicPr>
          <p:cNvPr id="4" name="Picture 2">
            <a:extLst>
              <a:ext uri="{FF2B5EF4-FFF2-40B4-BE49-F238E27FC236}">
                <a16:creationId xmlns:a16="http://schemas.microsoft.com/office/drawing/2014/main" id="{33A687BE-3C40-46B6-B9EB-C383E868B5F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8269" y="990601"/>
            <a:ext cx="10875461" cy="55784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6786066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B49C1-8683-4E3F-A879-5163736B8C50}"/>
              </a:ext>
            </a:extLst>
          </p:cNvPr>
          <p:cNvSpPr>
            <a:spLocks noGrp="1"/>
          </p:cNvSpPr>
          <p:nvPr>
            <p:ph type="title"/>
          </p:nvPr>
        </p:nvSpPr>
        <p:spPr/>
        <p:txBody>
          <a:bodyPr/>
          <a:lstStyle/>
          <a:p>
            <a:r>
              <a:rPr lang="en-US" b="1" dirty="0">
                <a:solidFill>
                  <a:schemeClr val="tx1"/>
                </a:solidFill>
              </a:rPr>
              <a:t>Effort Profile</a:t>
            </a:r>
          </a:p>
        </p:txBody>
      </p:sp>
      <p:sp>
        <p:nvSpPr>
          <p:cNvPr id="3" name="Content Placeholder 2">
            <a:extLst>
              <a:ext uri="{FF2B5EF4-FFF2-40B4-BE49-F238E27FC236}">
                <a16:creationId xmlns:a16="http://schemas.microsoft.com/office/drawing/2014/main" id="{76698101-AE6A-4BBF-B546-517298494D5C}"/>
              </a:ext>
            </a:extLst>
          </p:cNvPr>
          <p:cNvSpPr>
            <a:spLocks noGrp="1"/>
          </p:cNvSpPr>
          <p:nvPr>
            <p:ph idx="1"/>
          </p:nvPr>
        </p:nvSpPr>
        <p:spPr/>
        <p:txBody>
          <a:bodyPr/>
          <a:lstStyle/>
          <a:p>
            <a:pPr algn="just"/>
            <a:r>
              <a:rPr lang="en-US" sz="2400" dirty="0">
                <a:solidFill>
                  <a:schemeClr val="tx1"/>
                </a:solidFill>
              </a:rPr>
              <a:t>Among the three major types of activities in the quality engineering process, the execution of specific QA activities is central to dealing with defects and assuring quality for the software products. Therefore, they should and normally do consume the most resources in terms of human effort as well as utilization of computing and other related resources.</a:t>
            </a:r>
          </a:p>
          <a:p>
            <a:pPr algn="just"/>
            <a:r>
              <a:rPr lang="en-US" sz="2400" dirty="0">
                <a:solidFill>
                  <a:schemeClr val="tx1"/>
                </a:solidFill>
              </a:rPr>
              <a:t>However, the effort distribution among the three is not constant over time because of the process characteristics described above and the shifting focus over time. </a:t>
            </a:r>
          </a:p>
        </p:txBody>
      </p:sp>
    </p:spTree>
    <p:extLst>
      <p:ext uri="{BB962C8B-B14F-4D97-AF65-F5344CB8AC3E}">
        <p14:creationId xmlns:p14="http://schemas.microsoft.com/office/powerpoint/2010/main" val="14829694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B40191-D16F-458B-9F22-34C968F86048}"/>
              </a:ext>
            </a:extLst>
          </p:cNvPr>
          <p:cNvSpPr>
            <a:spLocks noGrp="1"/>
          </p:cNvSpPr>
          <p:nvPr>
            <p:ph type="title"/>
          </p:nvPr>
        </p:nvSpPr>
        <p:spPr>
          <a:xfrm>
            <a:off x="1066800" y="319671"/>
            <a:ext cx="10058400" cy="724514"/>
          </a:xfrm>
        </p:spPr>
        <p:txBody>
          <a:bodyPr/>
          <a:lstStyle/>
          <a:p>
            <a:r>
              <a:rPr lang="en-US" b="1" dirty="0">
                <a:solidFill>
                  <a:schemeClr val="tx1"/>
                </a:solidFill>
              </a:rPr>
              <a:t>Effort Profile</a:t>
            </a:r>
          </a:p>
        </p:txBody>
      </p:sp>
      <p:pic>
        <p:nvPicPr>
          <p:cNvPr id="4" name="Picture 2">
            <a:extLst>
              <a:ext uri="{FF2B5EF4-FFF2-40B4-BE49-F238E27FC236}">
                <a16:creationId xmlns:a16="http://schemas.microsoft.com/office/drawing/2014/main" id="{6550D0BB-28D8-448E-9B76-9FBDB43C7D0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12875" y="1058131"/>
            <a:ext cx="10212325" cy="44124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Rectangle 4">
            <a:extLst>
              <a:ext uri="{FF2B5EF4-FFF2-40B4-BE49-F238E27FC236}">
                <a16:creationId xmlns:a16="http://schemas.microsoft.com/office/drawing/2014/main" id="{067DF56C-00F5-4B01-B7A3-2FD84D720FEE}"/>
              </a:ext>
            </a:extLst>
          </p:cNvPr>
          <p:cNvSpPr/>
          <p:nvPr/>
        </p:nvSpPr>
        <p:spPr>
          <a:xfrm>
            <a:off x="457200" y="5098783"/>
            <a:ext cx="8616515" cy="1015663"/>
          </a:xfrm>
          <a:prstGeom prst="rect">
            <a:avLst/>
          </a:prstGeom>
        </p:spPr>
        <p:txBody>
          <a:bodyPr wrap="square">
            <a:spAutoFit/>
          </a:bodyPr>
          <a:lstStyle/>
          <a:p>
            <a:r>
              <a:rPr lang="en-US" sz="2000" dirty="0">
                <a:latin typeface="Times New Roman" panose="02020603050405020304" pitchFamily="18" charset="0"/>
              </a:rPr>
              <a:t>The exact profile based on real data would not be as smooth and would naturally show large amount of variability, with many small peaks and valleys. But the general shape and pattern should preserve.</a:t>
            </a:r>
            <a:endParaRPr lang="en-US" sz="2000" dirty="0"/>
          </a:p>
        </p:txBody>
      </p:sp>
    </p:spTree>
    <p:extLst>
      <p:ext uri="{BB962C8B-B14F-4D97-AF65-F5344CB8AC3E}">
        <p14:creationId xmlns:p14="http://schemas.microsoft.com/office/powerpoint/2010/main" val="6424824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E3B738-55D2-4EC0-88A9-3F5ABB238D79}"/>
              </a:ext>
            </a:extLst>
          </p:cNvPr>
          <p:cNvSpPr>
            <a:spLocks noGrp="1"/>
          </p:cNvSpPr>
          <p:nvPr>
            <p:ph type="title"/>
          </p:nvPr>
        </p:nvSpPr>
        <p:spPr/>
        <p:txBody>
          <a:bodyPr/>
          <a:lstStyle/>
          <a:p>
            <a:r>
              <a:rPr lang="en-US" b="1" dirty="0">
                <a:solidFill>
                  <a:schemeClr val="tx1"/>
                </a:solidFill>
              </a:rPr>
              <a:t>Effort Profile</a:t>
            </a:r>
          </a:p>
        </p:txBody>
      </p:sp>
      <p:sp>
        <p:nvSpPr>
          <p:cNvPr id="3" name="Content Placeholder 2">
            <a:extLst>
              <a:ext uri="{FF2B5EF4-FFF2-40B4-BE49-F238E27FC236}">
                <a16:creationId xmlns:a16="http://schemas.microsoft.com/office/drawing/2014/main" id="{367300C0-5CF2-4030-965C-BD1A8BC2D5D9}"/>
              </a:ext>
            </a:extLst>
          </p:cNvPr>
          <p:cNvSpPr>
            <a:spLocks noGrp="1"/>
          </p:cNvSpPr>
          <p:nvPr>
            <p:ph idx="1"/>
          </p:nvPr>
        </p:nvSpPr>
        <p:spPr/>
        <p:txBody>
          <a:bodyPr/>
          <a:lstStyle/>
          <a:p>
            <a:pPr algn="just"/>
            <a:r>
              <a:rPr lang="en-US" sz="2400" dirty="0">
                <a:solidFill>
                  <a:schemeClr val="tx1"/>
                </a:solidFill>
              </a:rPr>
              <a:t>Waterfall process would see more dominance of quality planning in the beginning, and dominance of testing near product release, and measurement and quality assessment activities peak right before product release.</a:t>
            </a:r>
          </a:p>
          <a:p>
            <a:pPr algn="just"/>
            <a:r>
              <a:rPr lang="en-US" sz="2400" dirty="0">
                <a:solidFill>
                  <a:schemeClr val="tx1"/>
                </a:solidFill>
              </a:rPr>
              <a:t>Other development processes, such as incremental, iterative, spiral, and extreme programming processes, would be associated with curves that vary less between the peaks and valleys. QA is spread out more evenly in these processes than in the waterfall process, although it is still expected to peak a little bit before product release.</a:t>
            </a:r>
          </a:p>
        </p:txBody>
      </p:sp>
    </p:spTree>
    <p:extLst>
      <p:ext uri="{BB962C8B-B14F-4D97-AF65-F5344CB8AC3E}">
        <p14:creationId xmlns:p14="http://schemas.microsoft.com/office/powerpoint/2010/main" val="16770142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A7016-4B8F-45B8-AEDE-18B1246D6904}"/>
              </a:ext>
            </a:extLst>
          </p:cNvPr>
          <p:cNvSpPr>
            <a:spLocks noGrp="1"/>
          </p:cNvSpPr>
          <p:nvPr>
            <p:ph type="title"/>
          </p:nvPr>
        </p:nvSpPr>
        <p:spPr>
          <a:xfrm>
            <a:off x="1097280" y="929912"/>
            <a:ext cx="10058400" cy="807448"/>
          </a:xfrm>
        </p:spPr>
        <p:txBody>
          <a:bodyPr/>
          <a:lstStyle/>
          <a:p>
            <a:r>
              <a:rPr lang="en-US" b="1" dirty="0">
                <a:solidFill>
                  <a:schemeClr val="tx1"/>
                </a:solidFill>
              </a:rPr>
              <a:t>Concluding Remarks</a:t>
            </a:r>
          </a:p>
        </p:txBody>
      </p:sp>
      <p:sp>
        <p:nvSpPr>
          <p:cNvPr id="3" name="Content Placeholder 2">
            <a:extLst>
              <a:ext uri="{FF2B5EF4-FFF2-40B4-BE49-F238E27FC236}">
                <a16:creationId xmlns:a16="http://schemas.microsoft.com/office/drawing/2014/main" id="{A4322F44-F855-4F72-B693-ED59782EF581}"/>
              </a:ext>
            </a:extLst>
          </p:cNvPr>
          <p:cNvSpPr>
            <a:spLocks noGrp="1"/>
          </p:cNvSpPr>
          <p:nvPr>
            <p:ph idx="1"/>
          </p:nvPr>
        </p:nvSpPr>
        <p:spPr>
          <a:xfrm>
            <a:off x="671543" y="1904728"/>
            <a:ext cx="10848914" cy="4023360"/>
          </a:xfrm>
        </p:spPr>
        <p:txBody>
          <a:bodyPr>
            <a:noAutofit/>
          </a:bodyPr>
          <a:lstStyle/>
          <a:p>
            <a:pPr algn="just"/>
            <a:r>
              <a:rPr lang="en-US" sz="2400" dirty="0">
                <a:solidFill>
                  <a:schemeClr val="tx1"/>
                </a:solidFill>
              </a:rPr>
              <a:t>To manage the quality assurance (QA) activities and to provide realistic opportunities of quantifiable quality improvement, we need to go beyond QA to perform the following:</a:t>
            </a:r>
          </a:p>
          <a:p>
            <a:pPr lvl="1" algn="just"/>
            <a:r>
              <a:rPr lang="en-US" sz="2400" dirty="0">
                <a:solidFill>
                  <a:schemeClr val="tx1"/>
                </a:solidFill>
              </a:rPr>
              <a:t>Quality planning before specific QA activities are carried out, in the pre-QA activities in software quality engineering</a:t>
            </a:r>
          </a:p>
          <a:p>
            <a:pPr lvl="1" algn="just"/>
            <a:r>
              <a:rPr lang="en-US" sz="2400" dirty="0">
                <a:solidFill>
                  <a:schemeClr val="tx1"/>
                </a:solidFill>
              </a:rPr>
              <a:t>Need to set the overall quality goal by managing customer’s quality expectations under the project cost and budgetary constraints</a:t>
            </a:r>
          </a:p>
          <a:p>
            <a:pPr algn="just"/>
            <a:r>
              <a:rPr lang="en-US" sz="2400" dirty="0">
                <a:solidFill>
                  <a:schemeClr val="tx1"/>
                </a:solidFill>
              </a:rPr>
              <a:t>Quality quantification and improvement through measurement, analysis, feedback, and follow-up activities. </a:t>
            </a:r>
          </a:p>
          <a:p>
            <a:pPr lvl="1" algn="just"/>
            <a:r>
              <a:rPr lang="en-US" sz="2400" dirty="0">
                <a:solidFill>
                  <a:schemeClr val="tx1"/>
                </a:solidFill>
              </a:rPr>
              <a:t>These activities need to be carried out after the start of specific QA activities, in the so-called post-QA activities in software quality engineering</a:t>
            </a:r>
          </a:p>
        </p:txBody>
      </p:sp>
    </p:spTree>
    <p:extLst>
      <p:ext uri="{BB962C8B-B14F-4D97-AF65-F5344CB8AC3E}">
        <p14:creationId xmlns:p14="http://schemas.microsoft.com/office/powerpoint/2010/main" val="6685550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1192" y="840658"/>
            <a:ext cx="10574488" cy="896702"/>
          </a:xfrm>
        </p:spPr>
        <p:txBody>
          <a:bodyPr/>
          <a:lstStyle/>
          <a:p>
            <a:r>
              <a:rPr lang="en-US" b="1" dirty="0">
                <a:solidFill>
                  <a:schemeClr val="tx1"/>
                </a:solidFill>
              </a:rPr>
              <a:t>SQA Tasks, Goals, Attributes, and Metrics</a:t>
            </a:r>
          </a:p>
        </p:txBody>
      </p:sp>
      <p:sp>
        <p:nvSpPr>
          <p:cNvPr id="3" name="Content Placeholder 2"/>
          <p:cNvSpPr>
            <a:spLocks noGrp="1"/>
          </p:cNvSpPr>
          <p:nvPr>
            <p:ph idx="1"/>
          </p:nvPr>
        </p:nvSpPr>
        <p:spPr>
          <a:xfrm>
            <a:off x="581193" y="1767840"/>
            <a:ext cx="11029615" cy="4415947"/>
          </a:xfrm>
        </p:spPr>
        <p:txBody>
          <a:bodyPr>
            <a:noAutofit/>
          </a:bodyPr>
          <a:lstStyle/>
          <a:p>
            <a:pPr algn="just"/>
            <a:r>
              <a:rPr lang="en-US" sz="2400" dirty="0">
                <a:solidFill>
                  <a:schemeClr val="tx1"/>
                </a:solidFill>
              </a:rPr>
              <a:t>Software quality assurance (SQA) is a process which assures that all software engineering processes, methods, activities and work items are monitored and comply against the defined standards. These defined standards could be one or a combination of any like ISO 9000, CMMI (</a:t>
            </a:r>
            <a:r>
              <a:rPr lang="en-US" sz="2400" b="0" i="0" dirty="0">
                <a:solidFill>
                  <a:schemeClr val="tx1"/>
                </a:solidFill>
                <a:effectLst/>
                <a:highlight>
                  <a:srgbClr val="FFFFFF"/>
                </a:highlight>
              </a:rPr>
              <a:t>Capability Maturity Model Integration)</a:t>
            </a:r>
            <a:r>
              <a:rPr lang="en-US" sz="2400" dirty="0">
                <a:solidFill>
                  <a:schemeClr val="tx1"/>
                </a:solidFill>
              </a:rPr>
              <a:t>  model, ISO15504, etc.</a:t>
            </a:r>
          </a:p>
          <a:p>
            <a:pPr algn="just"/>
            <a:endParaRPr lang="en-US" sz="2400" dirty="0">
              <a:solidFill>
                <a:schemeClr val="tx1"/>
              </a:solidFill>
            </a:endParaRPr>
          </a:p>
          <a:p>
            <a:pPr algn="just"/>
            <a:r>
              <a:rPr lang="en-US" sz="2400" dirty="0">
                <a:solidFill>
                  <a:schemeClr val="tx1"/>
                </a:solidFill>
              </a:rPr>
              <a:t>A incorporates all software development processes starting from defining requirements to coding until release. Its prime goal is to ensure quality</a:t>
            </a:r>
          </a:p>
        </p:txBody>
      </p:sp>
    </p:spTree>
    <p:extLst>
      <p:ext uri="{BB962C8B-B14F-4D97-AF65-F5344CB8AC3E}">
        <p14:creationId xmlns:p14="http://schemas.microsoft.com/office/powerpoint/2010/main" val="14069440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rPr>
              <a:t>SQA goals</a:t>
            </a:r>
          </a:p>
        </p:txBody>
      </p:sp>
      <p:sp>
        <p:nvSpPr>
          <p:cNvPr id="3" name="Content Placeholder 2"/>
          <p:cNvSpPr>
            <a:spLocks noGrp="1"/>
          </p:cNvSpPr>
          <p:nvPr>
            <p:ph idx="1"/>
          </p:nvPr>
        </p:nvSpPr>
        <p:spPr/>
        <p:txBody>
          <a:bodyPr>
            <a:normAutofit/>
          </a:bodyPr>
          <a:lstStyle/>
          <a:p>
            <a:pPr algn="just"/>
            <a:r>
              <a:rPr lang="en-US" sz="2400" dirty="0">
                <a:solidFill>
                  <a:schemeClr val="tx1"/>
                </a:solidFill>
              </a:rPr>
              <a:t>Requirement quality : The correctness, completeness, and consistency of the requirements model will have a strong influence on the quality of all work products that follow. SQA must ensure that the software team has properly reviewed the requirements model to achieve a high level of quality.</a:t>
            </a:r>
          </a:p>
          <a:p>
            <a:pPr algn="just"/>
            <a:endParaRPr lang="en-US" sz="2400" dirty="0">
              <a:solidFill>
                <a:schemeClr val="tx1"/>
              </a:solidFill>
            </a:endParaRPr>
          </a:p>
          <a:p>
            <a:pPr algn="just"/>
            <a:r>
              <a:rPr lang="en-US" sz="2400" dirty="0">
                <a:solidFill>
                  <a:schemeClr val="tx1"/>
                </a:solidFill>
              </a:rPr>
              <a:t>Design quality : Every element of the design model should be assessed by the software team to ensure that it exhibits high quality and that the design itself conforms to requirements.</a:t>
            </a:r>
          </a:p>
          <a:p>
            <a:pPr algn="just"/>
            <a:endParaRPr lang="en-US" sz="2400" dirty="0">
              <a:solidFill>
                <a:schemeClr val="tx1"/>
              </a:solidFill>
            </a:endParaRPr>
          </a:p>
        </p:txBody>
      </p:sp>
    </p:spTree>
    <p:extLst>
      <p:ext uri="{BB962C8B-B14F-4D97-AF65-F5344CB8AC3E}">
        <p14:creationId xmlns:p14="http://schemas.microsoft.com/office/powerpoint/2010/main" val="21159528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rPr>
              <a:t>SQA goals</a:t>
            </a:r>
          </a:p>
        </p:txBody>
      </p:sp>
      <p:sp>
        <p:nvSpPr>
          <p:cNvPr id="3" name="Content Placeholder 2"/>
          <p:cNvSpPr>
            <a:spLocks noGrp="1"/>
          </p:cNvSpPr>
          <p:nvPr>
            <p:ph idx="1"/>
          </p:nvPr>
        </p:nvSpPr>
        <p:spPr>
          <a:xfrm>
            <a:off x="1066800" y="1817635"/>
            <a:ext cx="10058400" cy="3686333"/>
          </a:xfrm>
        </p:spPr>
        <p:txBody>
          <a:bodyPr>
            <a:normAutofit/>
          </a:bodyPr>
          <a:lstStyle/>
          <a:p>
            <a:endParaRPr lang="en-US" sz="2400" dirty="0">
              <a:solidFill>
                <a:schemeClr val="tx1"/>
              </a:solidFill>
            </a:endParaRPr>
          </a:p>
          <a:p>
            <a:r>
              <a:rPr lang="en-US" sz="2400" dirty="0">
                <a:solidFill>
                  <a:schemeClr val="tx1"/>
                </a:solidFill>
              </a:rPr>
              <a:t>Code quality : Source code and related work products must conform to local coding standards and exhibit characteristics that will facilitate maintainability.</a:t>
            </a:r>
          </a:p>
          <a:p>
            <a:endParaRPr lang="en-US" sz="2400" dirty="0">
              <a:solidFill>
                <a:schemeClr val="tx1"/>
              </a:solidFill>
            </a:endParaRPr>
          </a:p>
          <a:p>
            <a:r>
              <a:rPr lang="en-US" sz="2400" dirty="0">
                <a:solidFill>
                  <a:schemeClr val="tx1"/>
                </a:solidFill>
              </a:rPr>
              <a:t>Quality control effectiveness : A software team should apply limited resources in a way that has the highest likelihood of achieving a high–quality result. SQA analyzes the allocation of resources for reviews and testing to assess whether they are being allocated in the most effective manner.</a:t>
            </a:r>
          </a:p>
          <a:p>
            <a:endParaRPr lang="en-US" sz="2400" dirty="0">
              <a:solidFill>
                <a:schemeClr val="tx1"/>
              </a:solidFill>
            </a:endParaRPr>
          </a:p>
        </p:txBody>
      </p:sp>
    </p:spTree>
    <p:extLst>
      <p:ext uri="{BB962C8B-B14F-4D97-AF65-F5344CB8AC3E}">
        <p14:creationId xmlns:p14="http://schemas.microsoft.com/office/powerpoint/2010/main" val="30644477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9242" y="626833"/>
            <a:ext cx="11155680" cy="822960"/>
          </a:xfrm>
        </p:spPr>
        <p:txBody>
          <a:bodyPr/>
          <a:lstStyle/>
          <a:p>
            <a:r>
              <a:rPr lang="en-US" b="1" dirty="0">
                <a:solidFill>
                  <a:schemeClr val="tx1"/>
                </a:solidFill>
              </a:rPr>
              <a:t>Software quality goals, attributes, and metrics</a:t>
            </a:r>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1834977187"/>
              </p:ext>
            </p:extLst>
          </p:nvPr>
        </p:nvGraphicFramePr>
        <p:xfrm>
          <a:off x="1203158" y="1737360"/>
          <a:ext cx="10167848" cy="4493807"/>
        </p:xfrm>
        <a:graphic>
          <a:graphicData uri="http://schemas.openxmlformats.org/drawingml/2006/table">
            <a:tbl>
              <a:tblPr/>
              <a:tblGrid>
                <a:gridCol w="2645294">
                  <a:extLst>
                    <a:ext uri="{9D8B030D-6E8A-4147-A177-3AD203B41FA5}">
                      <a16:colId xmlns:a16="http://schemas.microsoft.com/office/drawing/2014/main" val="3383618591"/>
                    </a:ext>
                  </a:extLst>
                </a:gridCol>
                <a:gridCol w="2961701">
                  <a:extLst>
                    <a:ext uri="{9D8B030D-6E8A-4147-A177-3AD203B41FA5}">
                      <a16:colId xmlns:a16="http://schemas.microsoft.com/office/drawing/2014/main" val="4158690635"/>
                    </a:ext>
                  </a:extLst>
                </a:gridCol>
                <a:gridCol w="4560853">
                  <a:extLst>
                    <a:ext uri="{9D8B030D-6E8A-4147-A177-3AD203B41FA5}">
                      <a16:colId xmlns:a16="http://schemas.microsoft.com/office/drawing/2014/main" val="2592837085"/>
                    </a:ext>
                  </a:extLst>
                </a:gridCol>
              </a:tblGrid>
              <a:tr h="275564">
                <a:tc>
                  <a:txBody>
                    <a:bodyPr/>
                    <a:lstStyle/>
                    <a:p>
                      <a:pPr marL="0" marR="0">
                        <a:spcBef>
                          <a:spcPts val="100"/>
                        </a:spcBef>
                        <a:spcAft>
                          <a:spcPts val="50"/>
                        </a:spcAft>
                      </a:pPr>
                      <a:r>
                        <a:rPr lang="en-US" sz="1800" b="1">
                          <a:effectLst/>
                          <a:latin typeface="Arial" panose="020B0604020202020204" pitchFamily="34" charset="0"/>
                        </a:rPr>
                        <a:t>Goal</a:t>
                      </a:r>
                      <a:endParaRPr lang="en-US" sz="1800">
                        <a:effectLst/>
                      </a:endParaRPr>
                    </a:p>
                  </a:txBody>
                  <a:tcPr marL="62382" marR="623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spcBef>
                          <a:spcPts val="100"/>
                        </a:spcBef>
                        <a:spcAft>
                          <a:spcPts val="50"/>
                        </a:spcAft>
                      </a:pPr>
                      <a:r>
                        <a:rPr lang="en-US" sz="1800" b="1">
                          <a:effectLst/>
                          <a:latin typeface="Arial" panose="020B0604020202020204" pitchFamily="34" charset="0"/>
                        </a:rPr>
                        <a:t>Attribute</a:t>
                      </a:r>
                      <a:endParaRPr lang="en-US" sz="1800">
                        <a:effectLst/>
                      </a:endParaRPr>
                    </a:p>
                  </a:txBody>
                  <a:tcPr marL="62382" marR="623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spcBef>
                          <a:spcPts val="100"/>
                        </a:spcBef>
                        <a:spcAft>
                          <a:spcPts val="50"/>
                        </a:spcAft>
                      </a:pPr>
                      <a:r>
                        <a:rPr lang="en-US" sz="1800" b="1" dirty="0">
                          <a:effectLst/>
                          <a:latin typeface="Arial" panose="020B0604020202020204" pitchFamily="34" charset="0"/>
                        </a:rPr>
                        <a:t>Metric</a:t>
                      </a:r>
                      <a:endParaRPr lang="en-US" sz="1800" dirty="0">
                        <a:effectLst/>
                      </a:endParaRPr>
                    </a:p>
                  </a:txBody>
                  <a:tcPr marL="62382" marR="623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675918532"/>
                  </a:ext>
                </a:extLst>
              </a:tr>
              <a:tr h="584875">
                <a:tc>
                  <a:txBody>
                    <a:bodyPr/>
                    <a:lstStyle/>
                    <a:p>
                      <a:pPr marL="0" marR="0">
                        <a:spcBef>
                          <a:spcPts val="100"/>
                        </a:spcBef>
                        <a:spcAft>
                          <a:spcPts val="50"/>
                        </a:spcAft>
                      </a:pPr>
                      <a:r>
                        <a:rPr lang="en-US" sz="1800" dirty="0">
                          <a:effectLst/>
                          <a:latin typeface="Arial" panose="020B0604020202020204" pitchFamily="34" charset="0"/>
                        </a:rPr>
                        <a:t>Requirement  quality</a:t>
                      </a:r>
                      <a:endParaRPr lang="en-US" sz="1800" dirty="0">
                        <a:effectLst/>
                      </a:endParaRPr>
                    </a:p>
                  </a:txBody>
                  <a:tcPr marL="62382" marR="623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spcBef>
                          <a:spcPts val="100"/>
                        </a:spcBef>
                        <a:spcAft>
                          <a:spcPts val="50"/>
                        </a:spcAft>
                      </a:pPr>
                      <a:r>
                        <a:rPr lang="en-US" sz="1800">
                          <a:effectLst/>
                          <a:latin typeface="Arial" panose="020B0604020202020204" pitchFamily="34" charset="0"/>
                        </a:rPr>
                        <a:t>Ambigully</a:t>
                      </a:r>
                      <a:endParaRPr lang="en-US" sz="1800">
                        <a:effectLst/>
                      </a:endParaRPr>
                    </a:p>
                  </a:txBody>
                  <a:tcPr marL="62382" marR="623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spcBef>
                          <a:spcPts val="100"/>
                        </a:spcBef>
                        <a:spcAft>
                          <a:spcPts val="50"/>
                        </a:spcAft>
                      </a:pPr>
                      <a:r>
                        <a:rPr lang="en-US" sz="1800" dirty="0">
                          <a:effectLst/>
                          <a:latin typeface="Arial" panose="020B0604020202020204" pitchFamily="34" charset="0"/>
                        </a:rPr>
                        <a:t>Number of ambiguous modifiers </a:t>
                      </a:r>
                      <a:endParaRPr lang="en-US" sz="1800" dirty="0">
                        <a:effectLst/>
                      </a:endParaRPr>
                    </a:p>
                  </a:txBody>
                  <a:tcPr marL="62382" marR="623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625871670"/>
                  </a:ext>
                </a:extLst>
              </a:tr>
              <a:tr h="551129">
                <a:tc>
                  <a:txBody>
                    <a:bodyPr/>
                    <a:lstStyle/>
                    <a:p>
                      <a:pPr marL="0" marR="0">
                        <a:spcBef>
                          <a:spcPts val="100"/>
                        </a:spcBef>
                        <a:spcAft>
                          <a:spcPts val="50"/>
                        </a:spcAft>
                      </a:pPr>
                      <a:br>
                        <a:rPr lang="en-US" sz="1800" dirty="0">
                          <a:effectLst/>
                        </a:rPr>
                      </a:br>
                      <a:endParaRPr lang="en-US" sz="1800" dirty="0">
                        <a:effectLst/>
                      </a:endParaRPr>
                    </a:p>
                  </a:txBody>
                  <a:tcPr marL="62382" marR="623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spcBef>
                          <a:spcPts val="100"/>
                        </a:spcBef>
                        <a:spcAft>
                          <a:spcPts val="50"/>
                        </a:spcAft>
                      </a:pPr>
                      <a:r>
                        <a:rPr lang="en-US" sz="1800">
                          <a:effectLst/>
                          <a:latin typeface="Arial" panose="020B0604020202020204" pitchFamily="34" charset="0"/>
                        </a:rPr>
                        <a:t>Completeness</a:t>
                      </a:r>
                      <a:endParaRPr lang="en-US" sz="1800">
                        <a:effectLst/>
                      </a:endParaRPr>
                    </a:p>
                  </a:txBody>
                  <a:tcPr marL="62382" marR="623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spcBef>
                          <a:spcPts val="100"/>
                        </a:spcBef>
                        <a:spcAft>
                          <a:spcPts val="50"/>
                        </a:spcAft>
                      </a:pPr>
                      <a:r>
                        <a:rPr lang="en-US" sz="1800" dirty="0">
                          <a:effectLst/>
                          <a:latin typeface="Arial" panose="020B0604020202020204" pitchFamily="34" charset="0"/>
                        </a:rPr>
                        <a:t>Number of TBA(to be announced) , TBD( to </a:t>
                      </a:r>
                      <a:r>
                        <a:rPr lang="en-US" sz="1800">
                          <a:effectLst/>
                          <a:latin typeface="Arial" panose="020B0604020202020204" pitchFamily="34" charset="0"/>
                        </a:rPr>
                        <a:t>be determined)</a:t>
                      </a:r>
                      <a:endParaRPr lang="en-US" sz="1800">
                        <a:effectLst/>
                      </a:endParaRPr>
                    </a:p>
                  </a:txBody>
                  <a:tcPr marL="62382" marR="623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232628922"/>
                  </a:ext>
                </a:extLst>
              </a:tr>
              <a:tr h="551129">
                <a:tc>
                  <a:txBody>
                    <a:bodyPr/>
                    <a:lstStyle/>
                    <a:p>
                      <a:pPr marL="0" marR="0">
                        <a:spcBef>
                          <a:spcPts val="100"/>
                        </a:spcBef>
                        <a:spcAft>
                          <a:spcPts val="50"/>
                        </a:spcAft>
                      </a:pPr>
                      <a:br>
                        <a:rPr lang="en-US" sz="1800">
                          <a:effectLst/>
                        </a:rPr>
                      </a:br>
                      <a:endParaRPr lang="en-US" sz="1800">
                        <a:effectLst/>
                      </a:endParaRPr>
                    </a:p>
                  </a:txBody>
                  <a:tcPr marL="62382" marR="623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spcBef>
                          <a:spcPts val="100"/>
                        </a:spcBef>
                        <a:spcAft>
                          <a:spcPts val="50"/>
                        </a:spcAft>
                      </a:pPr>
                      <a:r>
                        <a:rPr lang="en-US" sz="1800">
                          <a:effectLst/>
                          <a:latin typeface="Arial" panose="020B0604020202020204" pitchFamily="34" charset="0"/>
                        </a:rPr>
                        <a:t>Understandability</a:t>
                      </a:r>
                      <a:endParaRPr lang="en-US" sz="1800">
                        <a:effectLst/>
                      </a:endParaRPr>
                    </a:p>
                  </a:txBody>
                  <a:tcPr marL="62382" marR="623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spcBef>
                          <a:spcPts val="100"/>
                        </a:spcBef>
                        <a:spcAft>
                          <a:spcPts val="50"/>
                        </a:spcAft>
                      </a:pPr>
                      <a:r>
                        <a:rPr lang="en-US" sz="1800">
                          <a:effectLst/>
                          <a:latin typeface="Arial" panose="020B0604020202020204" pitchFamily="34" charset="0"/>
                        </a:rPr>
                        <a:t>Number of sections/subsections</a:t>
                      </a:r>
                      <a:endParaRPr lang="en-US" sz="1800">
                        <a:effectLst/>
                      </a:endParaRPr>
                    </a:p>
                  </a:txBody>
                  <a:tcPr marL="62382" marR="623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4193780461"/>
                  </a:ext>
                </a:extLst>
              </a:tr>
              <a:tr h="826693">
                <a:tc>
                  <a:txBody>
                    <a:bodyPr/>
                    <a:lstStyle/>
                    <a:p>
                      <a:pPr marL="0" marR="0">
                        <a:spcBef>
                          <a:spcPts val="100"/>
                        </a:spcBef>
                        <a:spcAft>
                          <a:spcPts val="50"/>
                        </a:spcAft>
                      </a:pPr>
                      <a:br>
                        <a:rPr lang="en-US" sz="1800">
                          <a:effectLst/>
                        </a:rPr>
                      </a:br>
                      <a:endParaRPr lang="en-US" sz="1800">
                        <a:effectLst/>
                      </a:endParaRPr>
                    </a:p>
                  </a:txBody>
                  <a:tcPr marL="62382" marR="623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spcBef>
                          <a:spcPts val="100"/>
                        </a:spcBef>
                        <a:spcAft>
                          <a:spcPts val="50"/>
                        </a:spcAft>
                      </a:pPr>
                      <a:r>
                        <a:rPr lang="en-US" sz="1800">
                          <a:effectLst/>
                          <a:latin typeface="Arial" panose="020B0604020202020204" pitchFamily="34" charset="0"/>
                        </a:rPr>
                        <a:t>Volatility</a:t>
                      </a:r>
                      <a:endParaRPr lang="en-US" sz="1800">
                        <a:effectLst/>
                      </a:endParaRPr>
                    </a:p>
                  </a:txBody>
                  <a:tcPr marL="62382" marR="623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spcBef>
                          <a:spcPts val="100"/>
                        </a:spcBef>
                        <a:spcAft>
                          <a:spcPts val="50"/>
                        </a:spcAft>
                      </a:pPr>
                      <a:r>
                        <a:rPr lang="en-US" sz="1800">
                          <a:effectLst/>
                          <a:latin typeface="Arial" panose="020B0604020202020204" pitchFamily="34" charset="0"/>
                        </a:rPr>
                        <a:t>Number of changes per requirement Time (by activity) when change is requested</a:t>
                      </a:r>
                      <a:endParaRPr lang="en-US" sz="1800">
                        <a:effectLst/>
                      </a:endParaRPr>
                    </a:p>
                  </a:txBody>
                  <a:tcPr marL="62382" marR="623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713075831"/>
                  </a:ext>
                </a:extLst>
              </a:tr>
              <a:tr h="551129">
                <a:tc>
                  <a:txBody>
                    <a:bodyPr/>
                    <a:lstStyle/>
                    <a:p>
                      <a:pPr marL="0" marR="0">
                        <a:spcBef>
                          <a:spcPts val="100"/>
                        </a:spcBef>
                        <a:spcAft>
                          <a:spcPts val="50"/>
                        </a:spcAft>
                      </a:pPr>
                      <a:br>
                        <a:rPr lang="en-US" sz="1800">
                          <a:effectLst/>
                        </a:rPr>
                      </a:br>
                      <a:endParaRPr lang="en-US" sz="1800">
                        <a:effectLst/>
                      </a:endParaRPr>
                    </a:p>
                  </a:txBody>
                  <a:tcPr marL="62382" marR="623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spcBef>
                          <a:spcPts val="100"/>
                        </a:spcBef>
                        <a:spcAft>
                          <a:spcPts val="50"/>
                        </a:spcAft>
                      </a:pPr>
                      <a:r>
                        <a:rPr lang="en-US" sz="1800" dirty="0">
                          <a:effectLst/>
                          <a:latin typeface="Arial" panose="020B0604020202020204" pitchFamily="34" charset="0"/>
                        </a:rPr>
                        <a:t>Traceability</a:t>
                      </a:r>
                      <a:endParaRPr lang="en-US" sz="1800" dirty="0">
                        <a:effectLst/>
                      </a:endParaRPr>
                    </a:p>
                  </a:txBody>
                  <a:tcPr marL="62382" marR="623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spcBef>
                          <a:spcPts val="100"/>
                        </a:spcBef>
                        <a:spcAft>
                          <a:spcPts val="50"/>
                        </a:spcAft>
                      </a:pPr>
                      <a:r>
                        <a:rPr lang="en-US" sz="1800">
                          <a:effectLst/>
                          <a:latin typeface="Arial" panose="020B0604020202020204" pitchFamily="34" charset="0"/>
                        </a:rPr>
                        <a:t>Number of requirements not traceable to design/code</a:t>
                      </a:r>
                      <a:endParaRPr lang="en-US" sz="1800">
                        <a:effectLst/>
                      </a:endParaRPr>
                    </a:p>
                  </a:txBody>
                  <a:tcPr marL="62382" marR="623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005084884"/>
                  </a:ext>
                </a:extLst>
              </a:tr>
              <a:tr h="1153288">
                <a:tc>
                  <a:txBody>
                    <a:bodyPr/>
                    <a:lstStyle/>
                    <a:p>
                      <a:pPr marL="0" marR="0">
                        <a:spcBef>
                          <a:spcPts val="100"/>
                        </a:spcBef>
                        <a:spcAft>
                          <a:spcPts val="50"/>
                        </a:spcAft>
                      </a:pPr>
                      <a:br>
                        <a:rPr lang="en-US" sz="1800" dirty="0">
                          <a:effectLst/>
                        </a:rPr>
                      </a:br>
                      <a:endParaRPr lang="en-US" sz="1800" dirty="0">
                        <a:effectLst/>
                      </a:endParaRPr>
                    </a:p>
                  </a:txBody>
                  <a:tcPr marL="62382" marR="623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spcBef>
                          <a:spcPts val="100"/>
                        </a:spcBef>
                        <a:spcAft>
                          <a:spcPts val="50"/>
                        </a:spcAft>
                      </a:pPr>
                      <a:r>
                        <a:rPr lang="en-US" sz="1800">
                          <a:effectLst/>
                          <a:latin typeface="Arial" panose="020B0604020202020204" pitchFamily="34" charset="0"/>
                        </a:rPr>
                        <a:t>Model clarity</a:t>
                      </a:r>
                      <a:endParaRPr lang="en-US" sz="1800">
                        <a:effectLst/>
                      </a:endParaRPr>
                    </a:p>
                  </a:txBody>
                  <a:tcPr marL="62382" marR="623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spcBef>
                          <a:spcPts val="100"/>
                        </a:spcBef>
                        <a:spcAft>
                          <a:spcPts val="50"/>
                        </a:spcAft>
                      </a:pPr>
                      <a:r>
                        <a:rPr lang="en-US" sz="1800" dirty="0">
                          <a:effectLst/>
                          <a:latin typeface="Arial" panose="020B0604020202020204" pitchFamily="34" charset="0"/>
                        </a:rPr>
                        <a:t>Number of UML models</a:t>
                      </a:r>
                      <a:endParaRPr lang="en-US" sz="1800" dirty="0">
                        <a:effectLst/>
                      </a:endParaRPr>
                    </a:p>
                    <a:p>
                      <a:pPr marL="0" marR="0">
                        <a:spcBef>
                          <a:spcPts val="100"/>
                        </a:spcBef>
                        <a:spcAft>
                          <a:spcPts val="50"/>
                        </a:spcAft>
                      </a:pPr>
                      <a:r>
                        <a:rPr lang="en-US" sz="1800" dirty="0">
                          <a:effectLst/>
                          <a:latin typeface="Arial" panose="020B0604020202020204" pitchFamily="34" charset="0"/>
                        </a:rPr>
                        <a:t>Number of descriptive pages per model</a:t>
                      </a:r>
                      <a:endParaRPr lang="en-US" sz="1800" dirty="0">
                        <a:effectLst/>
                      </a:endParaRPr>
                    </a:p>
                    <a:p>
                      <a:pPr marL="0" marR="0">
                        <a:spcBef>
                          <a:spcPts val="100"/>
                        </a:spcBef>
                        <a:spcAft>
                          <a:spcPts val="50"/>
                        </a:spcAft>
                      </a:pPr>
                      <a:r>
                        <a:rPr lang="en-US" sz="1800" dirty="0">
                          <a:effectLst/>
                          <a:latin typeface="Arial" panose="020B0604020202020204" pitchFamily="34" charset="0"/>
                        </a:rPr>
                        <a:t>Number of UML errors</a:t>
                      </a:r>
                      <a:endParaRPr lang="en-US" sz="1800" dirty="0">
                        <a:effectLst/>
                      </a:endParaRPr>
                    </a:p>
                  </a:txBody>
                  <a:tcPr marL="62382" marR="6238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908178643"/>
                  </a:ext>
                </a:extLst>
              </a:tr>
            </a:tbl>
          </a:graphicData>
        </a:graphic>
      </p:graphicFrame>
    </p:spTree>
    <p:extLst>
      <p:ext uri="{BB962C8B-B14F-4D97-AF65-F5344CB8AC3E}">
        <p14:creationId xmlns:p14="http://schemas.microsoft.com/office/powerpoint/2010/main" val="24595027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8160" y="273158"/>
            <a:ext cx="11155680" cy="1450757"/>
          </a:xfrm>
        </p:spPr>
        <p:txBody>
          <a:bodyPr/>
          <a:lstStyle/>
          <a:p>
            <a:r>
              <a:rPr lang="en-US" b="1" dirty="0">
                <a:solidFill>
                  <a:schemeClr val="tx1"/>
                </a:solidFill>
              </a:rPr>
              <a:t>Software quality goals, attributes, and metrics</a:t>
            </a:r>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1128234347"/>
              </p:ext>
            </p:extLst>
          </p:nvPr>
        </p:nvGraphicFramePr>
        <p:xfrm>
          <a:off x="1234440" y="1723915"/>
          <a:ext cx="9875520" cy="4000183"/>
        </p:xfrm>
        <a:graphic>
          <a:graphicData uri="http://schemas.openxmlformats.org/drawingml/2006/table">
            <a:tbl>
              <a:tblPr/>
              <a:tblGrid>
                <a:gridCol w="2446252">
                  <a:extLst>
                    <a:ext uri="{9D8B030D-6E8A-4147-A177-3AD203B41FA5}">
                      <a16:colId xmlns:a16="http://schemas.microsoft.com/office/drawing/2014/main" val="2832028039"/>
                    </a:ext>
                  </a:extLst>
                </a:gridCol>
                <a:gridCol w="2999541">
                  <a:extLst>
                    <a:ext uri="{9D8B030D-6E8A-4147-A177-3AD203B41FA5}">
                      <a16:colId xmlns:a16="http://schemas.microsoft.com/office/drawing/2014/main" val="3617237176"/>
                    </a:ext>
                  </a:extLst>
                </a:gridCol>
                <a:gridCol w="4429727">
                  <a:extLst>
                    <a:ext uri="{9D8B030D-6E8A-4147-A177-3AD203B41FA5}">
                      <a16:colId xmlns:a16="http://schemas.microsoft.com/office/drawing/2014/main" val="3047710408"/>
                    </a:ext>
                  </a:extLst>
                </a:gridCol>
              </a:tblGrid>
              <a:tr h="4000183">
                <a:tc>
                  <a:txBody>
                    <a:bodyPr/>
                    <a:lstStyle/>
                    <a:p>
                      <a:pPr marL="0" marR="0">
                        <a:spcBef>
                          <a:spcPts val="100"/>
                        </a:spcBef>
                        <a:spcAft>
                          <a:spcPts val="50"/>
                        </a:spcAft>
                      </a:pPr>
                      <a:r>
                        <a:rPr lang="en-US" sz="1900" dirty="0">
                          <a:effectLst/>
                          <a:latin typeface="Arial" panose="020B0604020202020204" pitchFamily="34" charset="0"/>
                        </a:rPr>
                        <a:t>Design quality</a:t>
                      </a:r>
                      <a:endParaRPr lang="en-US" sz="1900" dirty="0">
                        <a:effectLst/>
                      </a:endParaRPr>
                    </a:p>
                  </a:txBody>
                  <a:tcPr marL="65251" marR="6525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spcBef>
                          <a:spcPts val="100"/>
                        </a:spcBef>
                        <a:spcAft>
                          <a:spcPts val="50"/>
                        </a:spcAft>
                      </a:pPr>
                      <a:r>
                        <a:rPr lang="en-US" sz="1900" dirty="0">
                          <a:effectLst/>
                          <a:latin typeface="Arial" panose="020B0604020202020204" pitchFamily="34" charset="0"/>
                        </a:rPr>
                        <a:t>Architectural integrity</a:t>
                      </a:r>
                      <a:endParaRPr lang="en-US" sz="1900" dirty="0">
                        <a:effectLst/>
                      </a:endParaRPr>
                    </a:p>
                    <a:p>
                      <a:pPr marL="0" marR="0">
                        <a:spcBef>
                          <a:spcPts val="100"/>
                        </a:spcBef>
                        <a:spcAft>
                          <a:spcPts val="50"/>
                        </a:spcAft>
                      </a:pPr>
                      <a:r>
                        <a:rPr lang="en-US" sz="1900" dirty="0">
                          <a:effectLst/>
                          <a:latin typeface="Arial" panose="020B0604020202020204" pitchFamily="34" charset="0"/>
                        </a:rPr>
                        <a:t>Component completeness</a:t>
                      </a:r>
                      <a:endParaRPr lang="en-US" sz="1900" dirty="0">
                        <a:effectLst/>
                      </a:endParaRPr>
                    </a:p>
                    <a:p>
                      <a:pPr marL="0" marR="0">
                        <a:spcBef>
                          <a:spcPts val="100"/>
                        </a:spcBef>
                        <a:spcAft>
                          <a:spcPts val="50"/>
                        </a:spcAft>
                      </a:pPr>
                      <a:br>
                        <a:rPr lang="en-US" sz="1900" dirty="0">
                          <a:effectLst/>
                        </a:rPr>
                      </a:br>
                      <a:endParaRPr lang="en-US" sz="1900" dirty="0">
                        <a:effectLst/>
                      </a:endParaRPr>
                    </a:p>
                    <a:p>
                      <a:pPr marL="0" marR="0">
                        <a:spcBef>
                          <a:spcPts val="100"/>
                        </a:spcBef>
                        <a:spcAft>
                          <a:spcPts val="50"/>
                        </a:spcAft>
                      </a:pPr>
                      <a:r>
                        <a:rPr lang="en-US" sz="1900" dirty="0">
                          <a:effectLst/>
                          <a:latin typeface="Arial" panose="020B0604020202020204" pitchFamily="34" charset="0"/>
                        </a:rPr>
                        <a:t>Interface complexity</a:t>
                      </a:r>
                      <a:endParaRPr lang="en-US" sz="1900" dirty="0">
                        <a:effectLst/>
                      </a:endParaRPr>
                    </a:p>
                    <a:p>
                      <a:pPr marL="0" marR="0">
                        <a:spcBef>
                          <a:spcPts val="100"/>
                        </a:spcBef>
                        <a:spcAft>
                          <a:spcPts val="50"/>
                        </a:spcAft>
                      </a:pPr>
                      <a:br>
                        <a:rPr lang="en-US" sz="1900" dirty="0">
                          <a:effectLst/>
                        </a:rPr>
                      </a:br>
                      <a:endParaRPr lang="en-US" sz="1900" dirty="0">
                        <a:effectLst/>
                      </a:endParaRPr>
                    </a:p>
                    <a:p>
                      <a:pPr marL="0" marR="0">
                        <a:spcBef>
                          <a:spcPts val="100"/>
                        </a:spcBef>
                        <a:spcAft>
                          <a:spcPts val="50"/>
                        </a:spcAft>
                      </a:pPr>
                      <a:br>
                        <a:rPr lang="en-US" sz="1900" dirty="0">
                          <a:effectLst/>
                        </a:rPr>
                      </a:br>
                      <a:endParaRPr lang="en-US" sz="1900" dirty="0">
                        <a:effectLst/>
                      </a:endParaRPr>
                    </a:p>
                    <a:p>
                      <a:pPr marL="0" marR="0">
                        <a:spcBef>
                          <a:spcPts val="100"/>
                        </a:spcBef>
                        <a:spcAft>
                          <a:spcPts val="50"/>
                        </a:spcAft>
                      </a:pPr>
                      <a:r>
                        <a:rPr lang="en-US" sz="1900" dirty="0">
                          <a:effectLst/>
                          <a:latin typeface="Arial" panose="020B0604020202020204" pitchFamily="34" charset="0"/>
                        </a:rPr>
                        <a:t>Patterns</a:t>
                      </a:r>
                      <a:endParaRPr lang="en-US" sz="1900" dirty="0">
                        <a:effectLst/>
                      </a:endParaRPr>
                    </a:p>
                  </a:txBody>
                  <a:tcPr marL="65251" marR="6525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marL="0" marR="0">
                        <a:spcBef>
                          <a:spcPts val="100"/>
                        </a:spcBef>
                        <a:spcAft>
                          <a:spcPts val="50"/>
                        </a:spcAft>
                      </a:pPr>
                      <a:r>
                        <a:rPr lang="en-US" sz="1900" dirty="0">
                          <a:effectLst/>
                          <a:latin typeface="Arial" panose="020B0604020202020204" pitchFamily="34" charset="0"/>
                        </a:rPr>
                        <a:t>Existence of architectural model</a:t>
                      </a:r>
                      <a:endParaRPr lang="en-US" sz="1900" dirty="0">
                        <a:effectLst/>
                      </a:endParaRPr>
                    </a:p>
                    <a:p>
                      <a:pPr marL="0" marR="0">
                        <a:spcBef>
                          <a:spcPts val="100"/>
                        </a:spcBef>
                        <a:spcAft>
                          <a:spcPts val="50"/>
                        </a:spcAft>
                      </a:pPr>
                      <a:r>
                        <a:rPr lang="en-US" sz="1900" dirty="0">
                          <a:effectLst/>
                          <a:latin typeface="Arial" panose="020B0604020202020204" pitchFamily="34" charset="0"/>
                        </a:rPr>
                        <a:t>Number of components that trace to architectural model</a:t>
                      </a:r>
                      <a:endParaRPr lang="en-US" sz="1900" dirty="0">
                        <a:effectLst/>
                      </a:endParaRPr>
                    </a:p>
                    <a:p>
                      <a:pPr marL="0" marR="0">
                        <a:spcBef>
                          <a:spcPts val="100"/>
                        </a:spcBef>
                        <a:spcAft>
                          <a:spcPts val="50"/>
                        </a:spcAft>
                      </a:pPr>
                      <a:r>
                        <a:rPr lang="en-US" sz="1900" dirty="0">
                          <a:effectLst/>
                          <a:latin typeface="Arial" panose="020B0604020202020204" pitchFamily="34" charset="0"/>
                        </a:rPr>
                        <a:t>Complexity of procedural design</a:t>
                      </a:r>
                      <a:endParaRPr lang="en-US" sz="1900" dirty="0">
                        <a:effectLst/>
                      </a:endParaRPr>
                    </a:p>
                    <a:p>
                      <a:pPr marL="0" marR="0">
                        <a:spcBef>
                          <a:spcPts val="100"/>
                        </a:spcBef>
                        <a:spcAft>
                          <a:spcPts val="50"/>
                        </a:spcAft>
                      </a:pPr>
                      <a:r>
                        <a:rPr lang="en-US" sz="1900" dirty="0">
                          <a:effectLst/>
                          <a:latin typeface="Arial" panose="020B0604020202020204" pitchFamily="34" charset="0"/>
                        </a:rPr>
                        <a:t>Average number of pick to get to a typical function or content</a:t>
                      </a:r>
                      <a:endParaRPr lang="en-US" sz="1900" dirty="0">
                        <a:effectLst/>
                      </a:endParaRPr>
                    </a:p>
                    <a:p>
                      <a:pPr marL="0" marR="0">
                        <a:spcBef>
                          <a:spcPts val="100"/>
                        </a:spcBef>
                        <a:spcAft>
                          <a:spcPts val="50"/>
                        </a:spcAft>
                      </a:pPr>
                      <a:r>
                        <a:rPr lang="en-US" sz="1900" dirty="0">
                          <a:effectLst/>
                          <a:latin typeface="Arial" panose="020B0604020202020204" pitchFamily="34" charset="0"/>
                        </a:rPr>
                        <a:t>Layout appropriateness</a:t>
                      </a:r>
                      <a:endParaRPr lang="en-US" sz="1900" dirty="0">
                        <a:effectLst/>
                      </a:endParaRPr>
                    </a:p>
                    <a:p>
                      <a:pPr marL="0" marR="0">
                        <a:spcBef>
                          <a:spcPts val="100"/>
                        </a:spcBef>
                        <a:spcAft>
                          <a:spcPts val="50"/>
                        </a:spcAft>
                      </a:pPr>
                      <a:endParaRPr lang="en-US" sz="1900" dirty="0">
                        <a:effectLst/>
                        <a:latin typeface="Arial" panose="020B0604020202020204" pitchFamily="34" charset="0"/>
                      </a:endParaRPr>
                    </a:p>
                    <a:p>
                      <a:pPr marL="0" marR="0">
                        <a:spcBef>
                          <a:spcPts val="100"/>
                        </a:spcBef>
                        <a:spcAft>
                          <a:spcPts val="50"/>
                        </a:spcAft>
                      </a:pPr>
                      <a:endParaRPr lang="en-US" sz="1900" dirty="0">
                        <a:effectLst/>
                        <a:latin typeface="Arial" panose="020B0604020202020204" pitchFamily="34" charset="0"/>
                      </a:endParaRPr>
                    </a:p>
                    <a:p>
                      <a:pPr marL="0" marR="0">
                        <a:spcBef>
                          <a:spcPts val="100"/>
                        </a:spcBef>
                        <a:spcAft>
                          <a:spcPts val="50"/>
                        </a:spcAft>
                      </a:pPr>
                      <a:r>
                        <a:rPr lang="en-US" sz="1900" dirty="0">
                          <a:effectLst/>
                          <a:latin typeface="Arial" panose="020B0604020202020204" pitchFamily="34" charset="0"/>
                        </a:rPr>
                        <a:t>Number of patterns used</a:t>
                      </a:r>
                      <a:endParaRPr lang="en-US" sz="1900" dirty="0">
                        <a:effectLst/>
                      </a:endParaRPr>
                    </a:p>
                  </a:txBody>
                  <a:tcPr marL="65251" marR="6525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338100450"/>
                  </a:ext>
                </a:extLst>
              </a:tr>
            </a:tbl>
          </a:graphicData>
        </a:graphic>
      </p:graphicFrame>
    </p:spTree>
    <p:extLst>
      <p:ext uri="{BB962C8B-B14F-4D97-AF65-F5344CB8AC3E}">
        <p14:creationId xmlns:p14="http://schemas.microsoft.com/office/powerpoint/2010/main" val="21724196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8640" y="782553"/>
            <a:ext cx="11094720" cy="778715"/>
          </a:xfrm>
        </p:spPr>
        <p:txBody>
          <a:bodyPr/>
          <a:lstStyle/>
          <a:p>
            <a:r>
              <a:rPr lang="en-US" b="1" dirty="0">
                <a:solidFill>
                  <a:schemeClr val="tx1"/>
                </a:solidFill>
              </a:rPr>
              <a:t>Software quality goals, attributes, and metrics</a:t>
            </a:r>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3643552308"/>
              </p:ext>
            </p:extLst>
          </p:nvPr>
        </p:nvGraphicFramePr>
        <p:xfrm>
          <a:off x="2380962" y="2017293"/>
          <a:ext cx="7957657" cy="4058153"/>
        </p:xfrm>
        <a:graphic>
          <a:graphicData uri="http://schemas.openxmlformats.org/drawingml/2006/table">
            <a:tbl>
              <a:tblPr/>
              <a:tblGrid>
                <a:gridCol w="1971179">
                  <a:extLst>
                    <a:ext uri="{9D8B030D-6E8A-4147-A177-3AD203B41FA5}">
                      <a16:colId xmlns:a16="http://schemas.microsoft.com/office/drawing/2014/main" val="2432032733"/>
                    </a:ext>
                  </a:extLst>
                </a:gridCol>
                <a:gridCol w="2417020">
                  <a:extLst>
                    <a:ext uri="{9D8B030D-6E8A-4147-A177-3AD203B41FA5}">
                      <a16:colId xmlns:a16="http://schemas.microsoft.com/office/drawing/2014/main" val="2603651649"/>
                    </a:ext>
                  </a:extLst>
                </a:gridCol>
                <a:gridCol w="3569458">
                  <a:extLst>
                    <a:ext uri="{9D8B030D-6E8A-4147-A177-3AD203B41FA5}">
                      <a16:colId xmlns:a16="http://schemas.microsoft.com/office/drawing/2014/main" val="1451872918"/>
                    </a:ext>
                  </a:extLst>
                </a:gridCol>
              </a:tblGrid>
              <a:tr h="4058153">
                <a:tc>
                  <a:txBody>
                    <a:bodyPr/>
                    <a:lstStyle/>
                    <a:p>
                      <a:pPr marL="0" marR="0">
                        <a:spcBef>
                          <a:spcPts val="100"/>
                        </a:spcBef>
                        <a:spcAft>
                          <a:spcPts val="50"/>
                        </a:spcAft>
                      </a:pPr>
                      <a:r>
                        <a:rPr lang="en-US" sz="2000">
                          <a:effectLst/>
                          <a:latin typeface="Arial" panose="020B0604020202020204" pitchFamily="34" charset="0"/>
                        </a:rPr>
                        <a:t>Code quality</a:t>
                      </a:r>
                      <a:endParaRPr lang="en-US" sz="2800">
                        <a:effectLst/>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spcBef>
                          <a:spcPts val="100"/>
                        </a:spcBef>
                        <a:spcAft>
                          <a:spcPts val="50"/>
                        </a:spcAft>
                      </a:pPr>
                      <a:r>
                        <a:rPr lang="en-US" sz="2000" dirty="0">
                          <a:effectLst/>
                          <a:latin typeface="Arial" panose="020B0604020202020204" pitchFamily="34" charset="0"/>
                        </a:rPr>
                        <a:t>Complexity</a:t>
                      </a:r>
                      <a:endParaRPr lang="en-US" sz="2800" dirty="0">
                        <a:effectLst/>
                      </a:endParaRPr>
                    </a:p>
                    <a:p>
                      <a:pPr marL="0" marR="0">
                        <a:spcBef>
                          <a:spcPts val="100"/>
                        </a:spcBef>
                        <a:spcAft>
                          <a:spcPts val="50"/>
                        </a:spcAft>
                      </a:pPr>
                      <a:r>
                        <a:rPr lang="en-US" sz="2000" dirty="0">
                          <a:effectLst/>
                          <a:latin typeface="Arial" panose="020B0604020202020204" pitchFamily="34" charset="0"/>
                        </a:rPr>
                        <a:t>Maintainability</a:t>
                      </a:r>
                      <a:endParaRPr lang="en-US" sz="2800" dirty="0">
                        <a:effectLst/>
                      </a:endParaRPr>
                    </a:p>
                    <a:p>
                      <a:pPr marL="0" marR="0">
                        <a:spcBef>
                          <a:spcPts val="100"/>
                        </a:spcBef>
                        <a:spcAft>
                          <a:spcPts val="50"/>
                        </a:spcAft>
                      </a:pPr>
                      <a:r>
                        <a:rPr lang="en-US" sz="2000" dirty="0">
                          <a:effectLst/>
                          <a:latin typeface="Arial" panose="020B0604020202020204" pitchFamily="34" charset="0"/>
                        </a:rPr>
                        <a:t>Understandability</a:t>
                      </a:r>
                      <a:endParaRPr lang="en-US" sz="2800" dirty="0">
                        <a:effectLst/>
                      </a:endParaRPr>
                    </a:p>
                    <a:p>
                      <a:pPr marL="0" marR="0">
                        <a:spcBef>
                          <a:spcPts val="100"/>
                        </a:spcBef>
                        <a:spcAft>
                          <a:spcPts val="50"/>
                        </a:spcAft>
                      </a:pPr>
                      <a:br>
                        <a:rPr lang="en-US" sz="2800" dirty="0">
                          <a:effectLst/>
                        </a:rPr>
                      </a:br>
                      <a:endParaRPr lang="en-US" sz="2800" dirty="0">
                        <a:effectLst/>
                      </a:endParaRPr>
                    </a:p>
                    <a:p>
                      <a:pPr marL="0" marR="0">
                        <a:spcBef>
                          <a:spcPts val="100"/>
                        </a:spcBef>
                        <a:spcAft>
                          <a:spcPts val="50"/>
                        </a:spcAft>
                      </a:pPr>
                      <a:r>
                        <a:rPr lang="en-US" sz="2000" dirty="0">
                          <a:effectLst/>
                          <a:latin typeface="Arial" panose="020B0604020202020204" pitchFamily="34" charset="0"/>
                        </a:rPr>
                        <a:t>Reusability</a:t>
                      </a:r>
                      <a:endParaRPr lang="en-US" sz="2800" dirty="0">
                        <a:effectLst/>
                      </a:endParaRPr>
                    </a:p>
                    <a:p>
                      <a:pPr marL="0" marR="0">
                        <a:spcBef>
                          <a:spcPts val="100"/>
                        </a:spcBef>
                        <a:spcAft>
                          <a:spcPts val="50"/>
                        </a:spcAft>
                      </a:pPr>
                      <a:r>
                        <a:rPr lang="en-US" sz="2000" dirty="0">
                          <a:effectLst/>
                          <a:latin typeface="Arial" panose="020B0604020202020204" pitchFamily="34" charset="0"/>
                        </a:rPr>
                        <a:t>Documentation</a:t>
                      </a:r>
                      <a:endParaRPr lang="en-US" sz="2800" dirty="0">
                        <a:effectLst/>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marL="0" marR="0">
                        <a:spcBef>
                          <a:spcPts val="100"/>
                        </a:spcBef>
                        <a:spcAft>
                          <a:spcPts val="50"/>
                        </a:spcAft>
                      </a:pPr>
                      <a:r>
                        <a:rPr lang="en-US" sz="2000" dirty="0" err="1">
                          <a:effectLst/>
                          <a:latin typeface="Arial" panose="020B0604020202020204" pitchFamily="34" charset="0"/>
                        </a:rPr>
                        <a:t>Cyclomatic</a:t>
                      </a:r>
                      <a:r>
                        <a:rPr lang="en-US" sz="2000" dirty="0">
                          <a:effectLst/>
                          <a:latin typeface="Arial" panose="020B0604020202020204" pitchFamily="34" charset="0"/>
                        </a:rPr>
                        <a:t> complexity</a:t>
                      </a:r>
                      <a:endParaRPr lang="en-US" sz="2800" dirty="0">
                        <a:effectLst/>
                      </a:endParaRPr>
                    </a:p>
                    <a:p>
                      <a:pPr marL="0" marR="0">
                        <a:spcBef>
                          <a:spcPts val="100"/>
                        </a:spcBef>
                        <a:spcAft>
                          <a:spcPts val="50"/>
                        </a:spcAft>
                      </a:pPr>
                      <a:r>
                        <a:rPr lang="en-US" sz="2000" dirty="0">
                          <a:effectLst/>
                          <a:latin typeface="Arial" panose="020B0604020202020204" pitchFamily="34" charset="0"/>
                        </a:rPr>
                        <a:t>Design factors</a:t>
                      </a:r>
                      <a:endParaRPr lang="en-US" sz="2800" dirty="0">
                        <a:effectLst/>
                      </a:endParaRPr>
                    </a:p>
                    <a:p>
                      <a:pPr marL="0" marR="0">
                        <a:spcBef>
                          <a:spcPts val="100"/>
                        </a:spcBef>
                        <a:spcAft>
                          <a:spcPts val="50"/>
                        </a:spcAft>
                      </a:pPr>
                      <a:r>
                        <a:rPr lang="en-US" sz="2000" dirty="0">
                          <a:effectLst/>
                          <a:latin typeface="Arial" panose="020B0604020202020204" pitchFamily="34" charset="0"/>
                        </a:rPr>
                        <a:t>Percent internal comments</a:t>
                      </a:r>
                      <a:endParaRPr lang="en-US" sz="2800" dirty="0">
                        <a:effectLst/>
                      </a:endParaRPr>
                    </a:p>
                    <a:p>
                      <a:pPr marL="0" marR="0">
                        <a:spcBef>
                          <a:spcPts val="100"/>
                        </a:spcBef>
                        <a:spcAft>
                          <a:spcPts val="50"/>
                        </a:spcAft>
                      </a:pPr>
                      <a:r>
                        <a:rPr lang="en-US" sz="2000" dirty="0">
                          <a:effectLst/>
                          <a:latin typeface="Arial" panose="020B0604020202020204" pitchFamily="34" charset="0"/>
                        </a:rPr>
                        <a:t>Variable naming conventions</a:t>
                      </a:r>
                      <a:endParaRPr lang="en-US" sz="2800" dirty="0">
                        <a:effectLst/>
                      </a:endParaRPr>
                    </a:p>
                    <a:p>
                      <a:pPr marL="0" marR="0">
                        <a:spcBef>
                          <a:spcPts val="100"/>
                        </a:spcBef>
                        <a:spcAft>
                          <a:spcPts val="50"/>
                        </a:spcAft>
                      </a:pPr>
                      <a:endParaRPr lang="en-US" sz="2000" dirty="0">
                        <a:effectLst/>
                        <a:latin typeface="Arial" panose="020B0604020202020204" pitchFamily="34" charset="0"/>
                      </a:endParaRPr>
                    </a:p>
                    <a:p>
                      <a:pPr marL="0" marR="0">
                        <a:spcBef>
                          <a:spcPts val="100"/>
                        </a:spcBef>
                        <a:spcAft>
                          <a:spcPts val="50"/>
                        </a:spcAft>
                      </a:pPr>
                      <a:r>
                        <a:rPr lang="en-US" sz="2000" dirty="0">
                          <a:effectLst/>
                          <a:latin typeface="Arial" panose="020B0604020202020204" pitchFamily="34" charset="0"/>
                        </a:rPr>
                        <a:t>Percent reused components</a:t>
                      </a:r>
                      <a:endParaRPr lang="en-US" sz="2800" dirty="0">
                        <a:effectLst/>
                      </a:endParaRPr>
                    </a:p>
                    <a:p>
                      <a:pPr marL="0" marR="0">
                        <a:spcBef>
                          <a:spcPts val="100"/>
                        </a:spcBef>
                        <a:spcAft>
                          <a:spcPts val="50"/>
                        </a:spcAft>
                      </a:pPr>
                      <a:r>
                        <a:rPr lang="en-US" sz="2000" dirty="0">
                          <a:effectLst/>
                          <a:latin typeface="Arial" panose="020B0604020202020204" pitchFamily="34" charset="0"/>
                        </a:rPr>
                        <a:t>Readability index</a:t>
                      </a:r>
                      <a:endParaRPr lang="en-US" sz="2800" dirty="0">
                        <a:effectLst/>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514436258"/>
                  </a:ext>
                </a:extLst>
              </a:tr>
            </a:tbl>
          </a:graphicData>
        </a:graphic>
      </p:graphicFrame>
    </p:spTree>
    <p:extLst>
      <p:ext uri="{BB962C8B-B14F-4D97-AF65-F5344CB8AC3E}">
        <p14:creationId xmlns:p14="http://schemas.microsoft.com/office/powerpoint/2010/main" val="15038624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2283" y="608802"/>
            <a:ext cx="11739717" cy="881954"/>
          </a:xfrm>
        </p:spPr>
        <p:txBody>
          <a:bodyPr/>
          <a:lstStyle/>
          <a:p>
            <a:r>
              <a:rPr lang="en-US" b="1" dirty="0">
                <a:solidFill>
                  <a:schemeClr val="tx1"/>
                </a:solidFill>
              </a:rPr>
              <a:t>Software quality goals, attributes, and metrics</a:t>
            </a:r>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3021348997"/>
              </p:ext>
            </p:extLst>
          </p:nvPr>
        </p:nvGraphicFramePr>
        <p:xfrm>
          <a:off x="1660358" y="1755058"/>
          <a:ext cx="8897943" cy="3851658"/>
        </p:xfrm>
        <a:graphic>
          <a:graphicData uri="http://schemas.openxmlformats.org/drawingml/2006/table">
            <a:tbl>
              <a:tblPr/>
              <a:tblGrid>
                <a:gridCol w="2204096">
                  <a:extLst>
                    <a:ext uri="{9D8B030D-6E8A-4147-A177-3AD203B41FA5}">
                      <a16:colId xmlns:a16="http://schemas.microsoft.com/office/drawing/2014/main" val="3006401747"/>
                    </a:ext>
                  </a:extLst>
                </a:gridCol>
                <a:gridCol w="2702618">
                  <a:extLst>
                    <a:ext uri="{9D8B030D-6E8A-4147-A177-3AD203B41FA5}">
                      <a16:colId xmlns:a16="http://schemas.microsoft.com/office/drawing/2014/main" val="948364785"/>
                    </a:ext>
                  </a:extLst>
                </a:gridCol>
                <a:gridCol w="3991229">
                  <a:extLst>
                    <a:ext uri="{9D8B030D-6E8A-4147-A177-3AD203B41FA5}">
                      <a16:colId xmlns:a16="http://schemas.microsoft.com/office/drawing/2014/main" val="3377683485"/>
                    </a:ext>
                  </a:extLst>
                </a:gridCol>
              </a:tblGrid>
              <a:tr h="3851658">
                <a:tc>
                  <a:txBody>
                    <a:bodyPr/>
                    <a:lstStyle/>
                    <a:p>
                      <a:pPr marL="0" marR="0">
                        <a:spcBef>
                          <a:spcPts val="100"/>
                        </a:spcBef>
                        <a:spcAft>
                          <a:spcPts val="50"/>
                        </a:spcAft>
                      </a:pPr>
                      <a:r>
                        <a:rPr lang="en-US" sz="2000" dirty="0">
                          <a:effectLst/>
                          <a:latin typeface="Arial" panose="020B0604020202020204" pitchFamily="34" charset="0"/>
                        </a:rPr>
                        <a:t>QC effectiveness</a:t>
                      </a:r>
                      <a:endParaRPr lang="en-US" sz="2000" dirty="0">
                        <a:effectLst/>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spcBef>
                          <a:spcPts val="100"/>
                        </a:spcBef>
                        <a:spcAft>
                          <a:spcPts val="50"/>
                        </a:spcAft>
                      </a:pPr>
                      <a:r>
                        <a:rPr lang="en-US" sz="2000" dirty="0">
                          <a:effectLst/>
                          <a:latin typeface="Arial" panose="020B0604020202020204" pitchFamily="34" charset="0"/>
                        </a:rPr>
                        <a:t>Resource allocation</a:t>
                      </a:r>
                      <a:endParaRPr lang="en-US" sz="2000" dirty="0">
                        <a:effectLst/>
                      </a:endParaRPr>
                    </a:p>
                    <a:p>
                      <a:pPr marL="0" marR="0">
                        <a:spcBef>
                          <a:spcPts val="100"/>
                        </a:spcBef>
                        <a:spcAft>
                          <a:spcPts val="50"/>
                        </a:spcAft>
                      </a:pPr>
                      <a:r>
                        <a:rPr lang="en-US" sz="2000" dirty="0">
                          <a:effectLst/>
                          <a:latin typeface="Arial" panose="020B0604020202020204" pitchFamily="34" charset="0"/>
                        </a:rPr>
                        <a:t>Completion rate</a:t>
                      </a:r>
                      <a:endParaRPr lang="en-US" sz="2000" dirty="0">
                        <a:effectLst/>
                      </a:endParaRPr>
                    </a:p>
                    <a:p>
                      <a:pPr marL="0" marR="0">
                        <a:spcBef>
                          <a:spcPts val="100"/>
                        </a:spcBef>
                        <a:spcAft>
                          <a:spcPts val="50"/>
                        </a:spcAft>
                      </a:pPr>
                      <a:endParaRPr lang="en-US" sz="2000" dirty="0">
                        <a:effectLst/>
                        <a:latin typeface="Arial" panose="020B0604020202020204" pitchFamily="34" charset="0"/>
                      </a:endParaRPr>
                    </a:p>
                    <a:p>
                      <a:pPr marL="0" marR="0">
                        <a:spcBef>
                          <a:spcPts val="100"/>
                        </a:spcBef>
                        <a:spcAft>
                          <a:spcPts val="50"/>
                        </a:spcAft>
                      </a:pPr>
                      <a:endParaRPr lang="en-US" sz="2000" dirty="0">
                        <a:effectLst/>
                      </a:endParaRPr>
                    </a:p>
                    <a:p>
                      <a:pPr marL="0" marR="0">
                        <a:spcBef>
                          <a:spcPts val="100"/>
                        </a:spcBef>
                        <a:spcAft>
                          <a:spcPts val="50"/>
                        </a:spcAft>
                      </a:pPr>
                      <a:r>
                        <a:rPr lang="en-US" sz="2000" dirty="0">
                          <a:effectLst/>
                          <a:latin typeface="Arial" panose="020B0604020202020204" pitchFamily="34" charset="0"/>
                        </a:rPr>
                        <a:t>Testing effectiveness</a:t>
                      </a:r>
                      <a:endParaRPr lang="en-US" sz="2000" dirty="0">
                        <a:effectLst/>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marL="0" marR="0">
                        <a:spcBef>
                          <a:spcPts val="100"/>
                        </a:spcBef>
                        <a:spcAft>
                          <a:spcPts val="50"/>
                        </a:spcAft>
                      </a:pPr>
                      <a:r>
                        <a:rPr lang="en-US" sz="2000" dirty="0">
                          <a:effectLst/>
                          <a:latin typeface="Arial" panose="020B0604020202020204" pitchFamily="34" charset="0"/>
                        </a:rPr>
                        <a:t>Staff hour percentage per activity</a:t>
                      </a:r>
                      <a:endParaRPr lang="en-US" sz="2000" dirty="0">
                        <a:effectLst/>
                      </a:endParaRPr>
                    </a:p>
                    <a:p>
                      <a:pPr marL="0" marR="0">
                        <a:spcBef>
                          <a:spcPts val="100"/>
                        </a:spcBef>
                        <a:spcAft>
                          <a:spcPts val="50"/>
                        </a:spcAft>
                      </a:pPr>
                      <a:r>
                        <a:rPr lang="en-US" sz="2000" dirty="0">
                          <a:effectLst/>
                          <a:latin typeface="Arial" panose="020B0604020202020204" pitchFamily="34" charset="0"/>
                        </a:rPr>
                        <a:t>Actual vs. budgeted completion time</a:t>
                      </a:r>
                      <a:endParaRPr lang="en-US" sz="2000" dirty="0">
                        <a:effectLst/>
                      </a:endParaRPr>
                    </a:p>
                    <a:p>
                      <a:pPr marL="0" marR="0">
                        <a:spcBef>
                          <a:spcPts val="100"/>
                        </a:spcBef>
                        <a:spcAft>
                          <a:spcPts val="50"/>
                        </a:spcAft>
                      </a:pPr>
                      <a:endParaRPr lang="en-US" sz="2000" dirty="0">
                        <a:effectLst/>
                      </a:endParaRPr>
                    </a:p>
                    <a:p>
                      <a:pPr marL="0" marR="0">
                        <a:spcBef>
                          <a:spcPts val="100"/>
                        </a:spcBef>
                        <a:spcAft>
                          <a:spcPts val="50"/>
                        </a:spcAft>
                      </a:pPr>
                      <a:r>
                        <a:rPr lang="en-US" sz="2000" dirty="0">
                          <a:effectLst/>
                          <a:latin typeface="Arial" panose="020B0604020202020204" pitchFamily="34" charset="0"/>
                        </a:rPr>
                        <a:t>Number of errors found and criticality</a:t>
                      </a:r>
                      <a:endParaRPr lang="en-US" sz="2000" dirty="0">
                        <a:effectLst/>
                      </a:endParaRPr>
                    </a:p>
                    <a:p>
                      <a:pPr marL="0" marR="0">
                        <a:spcBef>
                          <a:spcPts val="100"/>
                        </a:spcBef>
                        <a:spcAft>
                          <a:spcPts val="50"/>
                        </a:spcAft>
                      </a:pPr>
                      <a:r>
                        <a:rPr lang="en-US" sz="2000" dirty="0">
                          <a:effectLst/>
                          <a:latin typeface="Arial" panose="020B0604020202020204" pitchFamily="34" charset="0"/>
                        </a:rPr>
                        <a:t>Effort required to correct an error</a:t>
                      </a:r>
                      <a:endParaRPr lang="en-US" sz="2000" dirty="0">
                        <a:effectLst/>
                      </a:endParaRPr>
                    </a:p>
                    <a:p>
                      <a:pPr marL="0" marR="0">
                        <a:spcBef>
                          <a:spcPts val="100"/>
                        </a:spcBef>
                        <a:spcAft>
                          <a:spcPts val="50"/>
                        </a:spcAft>
                      </a:pPr>
                      <a:r>
                        <a:rPr lang="en-US" sz="2000" dirty="0">
                          <a:effectLst/>
                          <a:latin typeface="Arial" panose="020B0604020202020204" pitchFamily="34" charset="0"/>
                        </a:rPr>
                        <a:t>Origin of error</a:t>
                      </a:r>
                      <a:endParaRPr lang="en-US" sz="2000" dirty="0">
                        <a:effectLst/>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566241913"/>
                  </a:ext>
                </a:extLst>
              </a:tr>
            </a:tbl>
          </a:graphicData>
        </a:graphic>
      </p:graphicFrame>
    </p:spTree>
    <p:extLst>
      <p:ext uri="{BB962C8B-B14F-4D97-AF65-F5344CB8AC3E}">
        <p14:creationId xmlns:p14="http://schemas.microsoft.com/office/powerpoint/2010/main" val="22009889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9A5257F-9A6D-150C-68F5-76BCDFF181B8}"/>
              </a:ext>
            </a:extLst>
          </p:cNvPr>
          <p:cNvSpPr txBox="1"/>
          <p:nvPr/>
        </p:nvSpPr>
        <p:spPr>
          <a:xfrm>
            <a:off x="3047246" y="2509328"/>
            <a:ext cx="6097508" cy="830997"/>
          </a:xfrm>
          <a:prstGeom prst="rect">
            <a:avLst/>
          </a:prstGeom>
          <a:noFill/>
        </p:spPr>
        <p:txBody>
          <a:bodyPr wrap="square">
            <a:spAutoFit/>
          </a:bodyPr>
          <a:lstStyle/>
          <a:p>
            <a:pPr algn="ctr"/>
            <a:r>
              <a:rPr lang="en-US" sz="4800" dirty="0">
                <a:solidFill>
                  <a:schemeClr val="accent2"/>
                </a:solidFill>
              </a:rPr>
              <a:t>Any question????</a:t>
            </a:r>
          </a:p>
        </p:txBody>
      </p:sp>
    </p:spTree>
    <p:extLst>
      <p:ext uri="{BB962C8B-B14F-4D97-AF65-F5344CB8AC3E}">
        <p14:creationId xmlns:p14="http://schemas.microsoft.com/office/powerpoint/2010/main" val="1325985888"/>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Retrospect</Template>
  <TotalTime>257</TotalTime>
  <Words>1456</Words>
  <Application>Microsoft Office PowerPoint</Application>
  <PresentationFormat>Widescreen</PresentationFormat>
  <Paragraphs>158</Paragraphs>
  <Slides>24</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Aptos</vt:lpstr>
      <vt:lpstr>Arial</vt:lpstr>
      <vt:lpstr>Calibri</vt:lpstr>
      <vt:lpstr>Calibri Light</vt:lpstr>
      <vt:lpstr>Times New Roman</vt:lpstr>
      <vt:lpstr>Retrospect</vt:lpstr>
      <vt:lpstr>SE-3002 Software Quality Engineering</vt:lpstr>
      <vt:lpstr>Quality Engineering</vt:lpstr>
      <vt:lpstr>Software Quality Engineering </vt:lpstr>
      <vt:lpstr>Quality Engineering: Activities and Process</vt:lpstr>
      <vt:lpstr>Quality Engineering: Activities and Process</vt:lpstr>
      <vt:lpstr>Pre-QA Planning</vt:lpstr>
      <vt:lpstr>Quality Engineering: Activities and Process</vt:lpstr>
      <vt:lpstr>Quality Engineering: Activities and Process</vt:lpstr>
      <vt:lpstr>Quality Engineering and Quality Improvement Paradigm (QIP)</vt:lpstr>
      <vt:lpstr>Quality Engineering in Software Process</vt:lpstr>
      <vt:lpstr>Quality Engineering in Software Process</vt:lpstr>
      <vt:lpstr>Quality Engineering in the Waterfall Process</vt:lpstr>
      <vt:lpstr>Effort Profile</vt:lpstr>
      <vt:lpstr>Effort Profile</vt:lpstr>
      <vt:lpstr>Effort Profile</vt:lpstr>
      <vt:lpstr>Concluding Remarks</vt:lpstr>
      <vt:lpstr>SQA Tasks, Goals, Attributes, and Metrics</vt:lpstr>
      <vt:lpstr>SQA goals</vt:lpstr>
      <vt:lpstr>SQA goals</vt:lpstr>
      <vt:lpstr>Software quality goals, attributes, and metrics</vt:lpstr>
      <vt:lpstr>Software quality goals, attributes, and metrics</vt:lpstr>
      <vt:lpstr>Software quality goals, attributes, and metrics</vt:lpstr>
      <vt:lpstr>Software quality goals, attributes, and metrics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Alina Arshad</dc:creator>
  <cp:lastModifiedBy>Ms Alina Arshad</cp:lastModifiedBy>
  <cp:revision>13</cp:revision>
  <dcterms:created xsi:type="dcterms:W3CDTF">2024-08-09T06:58:16Z</dcterms:created>
  <dcterms:modified xsi:type="dcterms:W3CDTF">2024-08-31T12:27:15Z</dcterms:modified>
</cp:coreProperties>
</file>