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473" r:id="rId3"/>
    <p:sldId id="465" r:id="rId4"/>
    <p:sldId id="466" r:id="rId5"/>
    <p:sldId id="467" r:id="rId6"/>
    <p:sldId id="468" r:id="rId7"/>
    <p:sldId id="469" r:id="rId8"/>
    <p:sldId id="475" r:id="rId9"/>
    <p:sldId id="472" r:id="rId10"/>
    <p:sldId id="27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41" autoAdjust="0"/>
    <p:restoredTop sz="86590" autoAdjust="0"/>
  </p:normalViewPr>
  <p:slideViewPr>
    <p:cSldViewPr snapToGrid="0">
      <p:cViewPr varScale="1">
        <p:scale>
          <a:sx n="74" d="100"/>
          <a:sy n="74" d="100"/>
        </p:scale>
        <p:origin x="74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CCDD98BF-CD6D-4DFE-B52E-0B39A9A67B48}"/>
    <pc:docChg chg="delSld">
      <pc:chgData name="Ms Alina Arshad" userId="cccdfd85-d35d-4453-9c6f-a463aae40722" providerId="ADAL" clId="{CCDD98BF-CD6D-4DFE-B52E-0B39A9A67B48}" dt="2024-09-19T05:11:23.804" v="16" actId="47"/>
      <pc:docMkLst>
        <pc:docMk/>
      </pc:docMkLst>
      <pc:sldChg chg="del">
        <pc:chgData name="Ms Alina Arshad" userId="cccdfd85-d35d-4453-9c6f-a463aae40722" providerId="ADAL" clId="{CCDD98BF-CD6D-4DFE-B52E-0B39A9A67B48}" dt="2024-09-19T05:11:20.849" v="9" actId="47"/>
        <pc:sldMkLst>
          <pc:docMk/>
          <pc:sldMk cId="0" sldId="386"/>
        </pc:sldMkLst>
      </pc:sldChg>
      <pc:sldChg chg="del">
        <pc:chgData name="Ms Alina Arshad" userId="cccdfd85-d35d-4453-9c6f-a463aae40722" providerId="ADAL" clId="{CCDD98BF-CD6D-4DFE-B52E-0B39A9A67B48}" dt="2024-09-19T05:11:21.493" v="10" actId="47"/>
        <pc:sldMkLst>
          <pc:docMk/>
          <pc:sldMk cId="0" sldId="387"/>
        </pc:sldMkLst>
      </pc:sldChg>
      <pc:sldChg chg="del">
        <pc:chgData name="Ms Alina Arshad" userId="cccdfd85-d35d-4453-9c6f-a463aae40722" providerId="ADAL" clId="{CCDD98BF-CD6D-4DFE-B52E-0B39A9A67B48}" dt="2024-09-19T05:11:21.868" v="11" actId="47"/>
        <pc:sldMkLst>
          <pc:docMk/>
          <pc:sldMk cId="0" sldId="388"/>
        </pc:sldMkLst>
      </pc:sldChg>
      <pc:sldChg chg="del">
        <pc:chgData name="Ms Alina Arshad" userId="cccdfd85-d35d-4453-9c6f-a463aae40722" providerId="ADAL" clId="{CCDD98BF-CD6D-4DFE-B52E-0B39A9A67B48}" dt="2024-09-19T05:11:22.086" v="12" actId="47"/>
        <pc:sldMkLst>
          <pc:docMk/>
          <pc:sldMk cId="0" sldId="389"/>
        </pc:sldMkLst>
      </pc:sldChg>
      <pc:sldChg chg="del">
        <pc:chgData name="Ms Alina Arshad" userId="cccdfd85-d35d-4453-9c6f-a463aae40722" providerId="ADAL" clId="{CCDD98BF-CD6D-4DFE-B52E-0B39A9A67B48}" dt="2024-09-19T05:11:22.508" v="13" actId="47"/>
        <pc:sldMkLst>
          <pc:docMk/>
          <pc:sldMk cId="0" sldId="390"/>
        </pc:sldMkLst>
      </pc:sldChg>
      <pc:sldChg chg="del">
        <pc:chgData name="Ms Alina Arshad" userId="cccdfd85-d35d-4453-9c6f-a463aae40722" providerId="ADAL" clId="{CCDD98BF-CD6D-4DFE-B52E-0B39A9A67B48}" dt="2024-09-19T05:11:22.898" v="14" actId="47"/>
        <pc:sldMkLst>
          <pc:docMk/>
          <pc:sldMk cId="0" sldId="391"/>
        </pc:sldMkLst>
      </pc:sldChg>
      <pc:sldChg chg="del">
        <pc:chgData name="Ms Alina Arshad" userId="cccdfd85-d35d-4453-9c6f-a463aae40722" providerId="ADAL" clId="{CCDD98BF-CD6D-4DFE-B52E-0B39A9A67B48}" dt="2024-09-19T05:11:23.320" v="15" actId="47"/>
        <pc:sldMkLst>
          <pc:docMk/>
          <pc:sldMk cId="0" sldId="392"/>
        </pc:sldMkLst>
      </pc:sldChg>
      <pc:sldChg chg="del">
        <pc:chgData name="Ms Alina Arshad" userId="cccdfd85-d35d-4453-9c6f-a463aae40722" providerId="ADAL" clId="{CCDD98BF-CD6D-4DFE-B52E-0B39A9A67B48}" dt="2024-09-19T05:11:23.804" v="16" actId="47"/>
        <pc:sldMkLst>
          <pc:docMk/>
          <pc:sldMk cId="0" sldId="394"/>
        </pc:sldMkLst>
      </pc:sldChg>
      <pc:sldChg chg="del">
        <pc:chgData name="Ms Alina Arshad" userId="cccdfd85-d35d-4453-9c6f-a463aae40722" providerId="ADAL" clId="{CCDD98BF-CD6D-4DFE-B52E-0B39A9A67B48}" dt="2024-09-19T05:11:20.646" v="8" actId="47"/>
        <pc:sldMkLst>
          <pc:docMk/>
          <pc:sldMk cId="0" sldId="395"/>
        </pc:sldMkLst>
      </pc:sldChg>
      <pc:sldChg chg="del">
        <pc:chgData name="Ms Alina Arshad" userId="cccdfd85-d35d-4453-9c6f-a463aae40722" providerId="ADAL" clId="{CCDD98BF-CD6D-4DFE-B52E-0B39A9A67B48}" dt="2024-09-19T05:11:17.979" v="0" actId="47"/>
        <pc:sldMkLst>
          <pc:docMk/>
          <pc:sldMk cId="719467134" sldId="458"/>
        </pc:sldMkLst>
      </pc:sldChg>
      <pc:sldChg chg="del">
        <pc:chgData name="Ms Alina Arshad" userId="cccdfd85-d35d-4453-9c6f-a463aae40722" providerId="ADAL" clId="{CCDD98BF-CD6D-4DFE-B52E-0B39A9A67B48}" dt="2024-09-19T05:11:18.463" v="1" actId="47"/>
        <pc:sldMkLst>
          <pc:docMk/>
          <pc:sldMk cId="379126886" sldId="459"/>
        </pc:sldMkLst>
      </pc:sldChg>
      <pc:sldChg chg="del">
        <pc:chgData name="Ms Alina Arshad" userId="cccdfd85-d35d-4453-9c6f-a463aae40722" providerId="ADAL" clId="{CCDD98BF-CD6D-4DFE-B52E-0B39A9A67B48}" dt="2024-09-19T05:11:18.666" v="2" actId="47"/>
        <pc:sldMkLst>
          <pc:docMk/>
          <pc:sldMk cId="475468520" sldId="461"/>
        </pc:sldMkLst>
      </pc:sldChg>
      <pc:sldChg chg="del">
        <pc:chgData name="Ms Alina Arshad" userId="cccdfd85-d35d-4453-9c6f-a463aae40722" providerId="ADAL" clId="{CCDD98BF-CD6D-4DFE-B52E-0B39A9A67B48}" dt="2024-09-19T05:11:18.869" v="3" actId="47"/>
        <pc:sldMkLst>
          <pc:docMk/>
          <pc:sldMk cId="1755260321" sldId="462"/>
        </pc:sldMkLst>
      </pc:sldChg>
      <pc:sldChg chg="del">
        <pc:chgData name="Ms Alina Arshad" userId="cccdfd85-d35d-4453-9c6f-a463aae40722" providerId="ADAL" clId="{CCDD98BF-CD6D-4DFE-B52E-0B39A9A67B48}" dt="2024-09-19T05:11:19.444" v="5" actId="47"/>
        <pc:sldMkLst>
          <pc:docMk/>
          <pc:sldMk cId="3175048454" sldId="463"/>
        </pc:sldMkLst>
      </pc:sldChg>
      <pc:sldChg chg="del">
        <pc:chgData name="Ms Alina Arshad" userId="cccdfd85-d35d-4453-9c6f-a463aae40722" providerId="ADAL" clId="{CCDD98BF-CD6D-4DFE-B52E-0B39A9A67B48}" dt="2024-09-19T05:11:19.240" v="4" actId="47"/>
        <pc:sldMkLst>
          <pc:docMk/>
          <pc:sldMk cId="2524428318" sldId="464"/>
        </pc:sldMkLst>
      </pc:sldChg>
      <pc:sldChg chg="del">
        <pc:chgData name="Ms Alina Arshad" userId="cccdfd85-d35d-4453-9c6f-a463aae40722" providerId="ADAL" clId="{CCDD98BF-CD6D-4DFE-B52E-0B39A9A67B48}" dt="2024-09-19T05:11:19.631" v="6" actId="47"/>
        <pc:sldMkLst>
          <pc:docMk/>
          <pc:sldMk cId="1539764836" sldId="478"/>
        </pc:sldMkLst>
      </pc:sldChg>
      <pc:sldChg chg="del">
        <pc:chgData name="Ms Alina Arshad" userId="cccdfd85-d35d-4453-9c6f-a463aae40722" providerId="ADAL" clId="{CCDD98BF-CD6D-4DFE-B52E-0B39A9A67B48}" dt="2024-09-19T05:11:20.037" v="7" actId="47"/>
        <pc:sldMkLst>
          <pc:docMk/>
          <pc:sldMk cId="3784571307" sldId="479"/>
        </pc:sldMkLst>
      </pc:sldChg>
    </pc:docChg>
  </pc:docChgLst>
  <pc:docChgLst>
    <pc:chgData name="Ms Alina Arshad" userId="cccdfd85-d35d-4453-9c6f-a463aae40722" providerId="ADAL" clId="{2DC180FD-F18C-4625-AB1F-E76E8B18C48B}"/>
    <pc:docChg chg="undo custSel addSld delSld modSld">
      <pc:chgData name="Ms Alina Arshad" userId="cccdfd85-d35d-4453-9c6f-a463aae40722" providerId="ADAL" clId="{2DC180FD-F18C-4625-AB1F-E76E8B18C48B}" dt="2024-09-03T05:38:11.505" v="436" actId="5793"/>
      <pc:docMkLst>
        <pc:docMk/>
      </pc:docMkLst>
      <pc:sldChg chg="modSp mod">
        <pc:chgData name="Ms Alina Arshad" userId="cccdfd85-d35d-4453-9c6f-a463aae40722" providerId="ADAL" clId="{2DC180FD-F18C-4625-AB1F-E76E8B18C48B}" dt="2024-09-02T08:51:50.113" v="330"/>
        <pc:sldMkLst>
          <pc:docMk/>
          <pc:sldMk cId="3322361034" sldId="256"/>
        </pc:sldMkLst>
        <pc:spChg chg="mod">
          <ac:chgData name="Ms Alina Arshad" userId="cccdfd85-d35d-4453-9c6f-a463aae40722" providerId="ADAL" clId="{2DC180FD-F18C-4625-AB1F-E76E8B18C48B}" dt="2024-09-02T08:51:50.113" v="330"/>
          <ac:spMkLst>
            <pc:docMk/>
            <pc:sldMk cId="3322361034" sldId="256"/>
            <ac:spMk id="3" creationId="{44E9F82C-BBA7-3495-1097-BEDB54FFFDF4}"/>
          </ac:spMkLst>
        </pc:spChg>
      </pc:sldChg>
      <pc:sldChg chg="del">
        <pc:chgData name="Ms Alina Arshad" userId="cccdfd85-d35d-4453-9c6f-a463aae40722" providerId="ADAL" clId="{2DC180FD-F18C-4625-AB1F-E76E8B18C48B}" dt="2024-08-30T04:31:20.525" v="5" actId="47"/>
        <pc:sldMkLst>
          <pc:docMk/>
          <pc:sldMk cId="0" sldId="350"/>
        </pc:sldMkLst>
      </pc:sldChg>
      <pc:sldChg chg="del">
        <pc:chgData name="Ms Alina Arshad" userId="cccdfd85-d35d-4453-9c6f-a463aae40722" providerId="ADAL" clId="{2DC180FD-F18C-4625-AB1F-E76E8B18C48B}" dt="2024-08-30T04:31:21.134" v="7" actId="47"/>
        <pc:sldMkLst>
          <pc:docMk/>
          <pc:sldMk cId="0" sldId="351"/>
        </pc:sldMkLst>
      </pc:sldChg>
      <pc:sldChg chg="del">
        <pc:chgData name="Ms Alina Arshad" userId="cccdfd85-d35d-4453-9c6f-a463aae40722" providerId="ADAL" clId="{2DC180FD-F18C-4625-AB1F-E76E8B18C48B}" dt="2024-08-30T04:31:21.759" v="9" actId="47"/>
        <pc:sldMkLst>
          <pc:docMk/>
          <pc:sldMk cId="0" sldId="352"/>
        </pc:sldMkLst>
      </pc:sldChg>
      <pc:sldChg chg="del">
        <pc:chgData name="Ms Alina Arshad" userId="cccdfd85-d35d-4453-9c6f-a463aae40722" providerId="ADAL" clId="{2DC180FD-F18C-4625-AB1F-E76E8B18C48B}" dt="2024-08-30T04:31:22.331" v="11" actId="47"/>
        <pc:sldMkLst>
          <pc:docMk/>
          <pc:sldMk cId="0" sldId="353"/>
        </pc:sldMkLst>
      </pc:sldChg>
      <pc:sldChg chg="del">
        <pc:chgData name="Ms Alina Arshad" userId="cccdfd85-d35d-4453-9c6f-a463aae40722" providerId="ADAL" clId="{2DC180FD-F18C-4625-AB1F-E76E8B18C48B}" dt="2024-08-30T04:31:22.800" v="12" actId="47"/>
        <pc:sldMkLst>
          <pc:docMk/>
          <pc:sldMk cId="0" sldId="354"/>
        </pc:sldMkLst>
      </pc:sldChg>
      <pc:sldChg chg="del">
        <pc:chgData name="Ms Alina Arshad" userId="cccdfd85-d35d-4453-9c6f-a463aae40722" providerId="ADAL" clId="{2DC180FD-F18C-4625-AB1F-E76E8B18C48B}" dt="2024-08-30T04:31:20.197" v="4" actId="47"/>
        <pc:sldMkLst>
          <pc:docMk/>
          <pc:sldMk cId="0" sldId="355"/>
        </pc:sldMkLst>
      </pc:sldChg>
      <pc:sldChg chg="del">
        <pc:chgData name="Ms Alina Arshad" userId="cccdfd85-d35d-4453-9c6f-a463aae40722" providerId="ADAL" clId="{2DC180FD-F18C-4625-AB1F-E76E8B18C48B}" dt="2024-08-30T04:31:21.431" v="8" actId="47"/>
        <pc:sldMkLst>
          <pc:docMk/>
          <pc:sldMk cId="0" sldId="356"/>
        </pc:sldMkLst>
      </pc:sldChg>
      <pc:sldChg chg="del">
        <pc:chgData name="Ms Alina Arshad" userId="cccdfd85-d35d-4453-9c6f-a463aae40722" providerId="ADAL" clId="{2DC180FD-F18C-4625-AB1F-E76E8B18C48B}" dt="2024-08-30T04:31:22.034" v="10" actId="47"/>
        <pc:sldMkLst>
          <pc:docMk/>
          <pc:sldMk cId="0" sldId="357"/>
        </pc:sldMkLst>
      </pc:sldChg>
      <pc:sldChg chg="del">
        <pc:chgData name="Ms Alina Arshad" userId="cccdfd85-d35d-4453-9c6f-a463aae40722" providerId="ADAL" clId="{2DC180FD-F18C-4625-AB1F-E76E8B18C48B}" dt="2024-08-30T04:31:25.753" v="19" actId="47"/>
        <pc:sldMkLst>
          <pc:docMk/>
          <pc:sldMk cId="0" sldId="359"/>
        </pc:sldMkLst>
      </pc:sldChg>
      <pc:sldChg chg="del">
        <pc:chgData name="Ms Alina Arshad" userId="cccdfd85-d35d-4453-9c6f-a463aae40722" providerId="ADAL" clId="{2DC180FD-F18C-4625-AB1F-E76E8B18C48B}" dt="2024-08-30T04:31:26.112" v="20" actId="47"/>
        <pc:sldMkLst>
          <pc:docMk/>
          <pc:sldMk cId="0" sldId="360"/>
        </pc:sldMkLst>
      </pc:sldChg>
      <pc:sldChg chg="del">
        <pc:chgData name="Ms Alina Arshad" userId="cccdfd85-d35d-4453-9c6f-a463aae40722" providerId="ADAL" clId="{2DC180FD-F18C-4625-AB1F-E76E8B18C48B}" dt="2024-08-30T04:31:27.753" v="23" actId="47"/>
        <pc:sldMkLst>
          <pc:docMk/>
          <pc:sldMk cId="0" sldId="368"/>
        </pc:sldMkLst>
      </pc:sldChg>
      <pc:sldChg chg="del">
        <pc:chgData name="Ms Alina Arshad" userId="cccdfd85-d35d-4453-9c6f-a463aae40722" providerId="ADAL" clId="{2DC180FD-F18C-4625-AB1F-E76E8B18C48B}" dt="2024-08-30T04:31:25.237" v="18" actId="47"/>
        <pc:sldMkLst>
          <pc:docMk/>
          <pc:sldMk cId="0" sldId="369"/>
        </pc:sldMkLst>
      </pc:sldChg>
      <pc:sldChg chg="modSp add mod">
        <pc:chgData name="Ms Alina Arshad" userId="cccdfd85-d35d-4453-9c6f-a463aae40722" providerId="ADAL" clId="{2DC180FD-F18C-4625-AB1F-E76E8B18C48B}" dt="2024-08-30T05:02:55.440" v="315" actId="20577"/>
        <pc:sldMkLst>
          <pc:docMk/>
          <pc:sldMk cId="3002628608" sldId="371"/>
        </pc:sldMkLst>
        <pc:spChg chg="mod">
          <ac:chgData name="Ms Alina Arshad" userId="cccdfd85-d35d-4453-9c6f-a463aae40722" providerId="ADAL" clId="{2DC180FD-F18C-4625-AB1F-E76E8B18C48B}" dt="2024-08-30T05:02:41.621" v="307" actId="113"/>
          <ac:spMkLst>
            <pc:docMk/>
            <pc:sldMk cId="3002628608" sldId="371"/>
            <ac:spMk id="2" creationId="{00000000-0000-0000-0000-000000000000}"/>
          </ac:spMkLst>
        </pc:spChg>
        <pc:spChg chg="mod">
          <ac:chgData name="Ms Alina Arshad" userId="cccdfd85-d35d-4453-9c6f-a463aae40722" providerId="ADAL" clId="{2DC180FD-F18C-4625-AB1F-E76E8B18C48B}" dt="2024-08-30T05:02:55.440" v="315" actId="20577"/>
          <ac:spMkLst>
            <pc:docMk/>
            <pc:sldMk cId="3002628608" sldId="371"/>
            <ac:spMk id="3" creationId="{00000000-0000-0000-0000-000000000000}"/>
          </ac:spMkLst>
        </pc:spChg>
      </pc:sldChg>
      <pc:sldChg chg="del">
        <pc:chgData name="Ms Alina Arshad" userId="cccdfd85-d35d-4453-9c6f-a463aae40722" providerId="ADAL" clId="{2DC180FD-F18C-4625-AB1F-E76E8B18C48B}" dt="2024-08-30T04:31:20.853" v="6" actId="47"/>
        <pc:sldMkLst>
          <pc:docMk/>
          <pc:sldMk cId="0" sldId="374"/>
        </pc:sldMkLst>
      </pc:sldChg>
      <pc:sldChg chg="del">
        <pc:chgData name="Ms Alina Arshad" userId="cccdfd85-d35d-4453-9c6f-a463aae40722" providerId="ADAL" clId="{2DC180FD-F18C-4625-AB1F-E76E8B18C48B}" dt="2024-08-30T04:31:19.806" v="3" actId="47"/>
        <pc:sldMkLst>
          <pc:docMk/>
          <pc:sldMk cId="0" sldId="377"/>
        </pc:sldMkLst>
      </pc:sldChg>
      <pc:sldChg chg="del">
        <pc:chgData name="Ms Alina Arshad" userId="cccdfd85-d35d-4453-9c6f-a463aae40722" providerId="ADAL" clId="{2DC180FD-F18C-4625-AB1F-E76E8B18C48B}" dt="2024-08-30T04:31:26.972" v="22" actId="47"/>
        <pc:sldMkLst>
          <pc:docMk/>
          <pc:sldMk cId="511546327" sldId="385"/>
        </pc:sldMkLst>
      </pc:sldChg>
      <pc:sldChg chg="del">
        <pc:chgData name="Ms Alina Arshad" userId="cccdfd85-d35d-4453-9c6f-a463aae40722" providerId="ADAL" clId="{2DC180FD-F18C-4625-AB1F-E76E8B18C48B}" dt="2024-08-30T04:31:18.931" v="1" actId="47"/>
        <pc:sldMkLst>
          <pc:docMk/>
          <pc:sldMk cId="0" sldId="387"/>
        </pc:sldMkLst>
      </pc:sldChg>
      <pc:sldChg chg="del">
        <pc:chgData name="Ms Alina Arshad" userId="cccdfd85-d35d-4453-9c6f-a463aae40722" providerId="ADAL" clId="{2DC180FD-F18C-4625-AB1F-E76E8B18C48B}" dt="2024-08-30T04:31:19.462" v="2" actId="47"/>
        <pc:sldMkLst>
          <pc:docMk/>
          <pc:sldMk cId="0" sldId="388"/>
        </pc:sldMkLst>
      </pc:sldChg>
      <pc:sldChg chg="del">
        <pc:chgData name="Ms Alina Arshad" userId="cccdfd85-d35d-4453-9c6f-a463aae40722" providerId="ADAL" clId="{2DC180FD-F18C-4625-AB1F-E76E8B18C48B}" dt="2024-08-30T04:31:26.628" v="21" actId="47"/>
        <pc:sldMkLst>
          <pc:docMk/>
          <pc:sldMk cId="0" sldId="389"/>
        </pc:sldMkLst>
      </pc:sldChg>
      <pc:sldChg chg="del">
        <pc:chgData name="Ms Alina Arshad" userId="cccdfd85-d35d-4453-9c6f-a463aae40722" providerId="ADAL" clId="{2DC180FD-F18C-4625-AB1F-E76E8B18C48B}" dt="2024-08-30T04:31:23.175" v="13" actId="47"/>
        <pc:sldMkLst>
          <pc:docMk/>
          <pc:sldMk cId="938158308" sldId="390"/>
        </pc:sldMkLst>
      </pc:sldChg>
      <pc:sldChg chg="del">
        <pc:chgData name="Ms Alina Arshad" userId="cccdfd85-d35d-4453-9c6f-a463aae40722" providerId="ADAL" clId="{2DC180FD-F18C-4625-AB1F-E76E8B18C48B}" dt="2024-08-30T04:31:23.441" v="14" actId="47"/>
        <pc:sldMkLst>
          <pc:docMk/>
          <pc:sldMk cId="3237861477" sldId="391"/>
        </pc:sldMkLst>
      </pc:sldChg>
      <pc:sldChg chg="del">
        <pc:chgData name="Ms Alina Arshad" userId="cccdfd85-d35d-4453-9c6f-a463aae40722" providerId="ADAL" clId="{2DC180FD-F18C-4625-AB1F-E76E8B18C48B}" dt="2024-08-30T04:31:24.191" v="15" actId="47"/>
        <pc:sldMkLst>
          <pc:docMk/>
          <pc:sldMk cId="3171797292" sldId="392"/>
        </pc:sldMkLst>
      </pc:sldChg>
      <pc:sldChg chg="modSp add mod modNotesTx">
        <pc:chgData name="Ms Alina Arshad" userId="cccdfd85-d35d-4453-9c6f-a463aae40722" providerId="ADAL" clId="{2DC180FD-F18C-4625-AB1F-E76E8B18C48B}" dt="2024-09-03T05:36:37.436" v="434" actId="207"/>
        <pc:sldMkLst>
          <pc:docMk/>
          <pc:sldMk cId="3567501205" sldId="393"/>
        </pc:sldMkLst>
        <pc:spChg chg="mod">
          <ac:chgData name="Ms Alina Arshad" userId="cccdfd85-d35d-4453-9c6f-a463aae40722" providerId="ADAL" clId="{2DC180FD-F18C-4625-AB1F-E76E8B18C48B}" dt="2024-09-03T04:36:57.156" v="374" actId="207"/>
          <ac:spMkLst>
            <pc:docMk/>
            <pc:sldMk cId="3567501205" sldId="393"/>
            <ac:spMk id="2" creationId="{00000000-0000-0000-0000-000000000000}"/>
          </ac:spMkLst>
        </pc:spChg>
        <pc:spChg chg="mod">
          <ac:chgData name="Ms Alina Arshad" userId="cccdfd85-d35d-4453-9c6f-a463aae40722" providerId="ADAL" clId="{2DC180FD-F18C-4625-AB1F-E76E8B18C48B}" dt="2024-09-03T05:36:37.436" v="434" actId="207"/>
          <ac:spMkLst>
            <pc:docMk/>
            <pc:sldMk cId="3567501205" sldId="393"/>
            <ac:spMk id="3" creationId="{00000000-0000-0000-0000-000000000000}"/>
          </ac:spMkLst>
        </pc:spChg>
      </pc:sldChg>
      <pc:sldChg chg="del">
        <pc:chgData name="Ms Alina Arshad" userId="cccdfd85-d35d-4453-9c6f-a463aae40722" providerId="ADAL" clId="{2DC180FD-F18C-4625-AB1F-E76E8B18C48B}" dt="2024-08-30T04:31:24.519" v="16" actId="47"/>
        <pc:sldMkLst>
          <pc:docMk/>
          <pc:sldMk cId="3643065844" sldId="394"/>
        </pc:sldMkLst>
      </pc:sldChg>
      <pc:sldChg chg="del">
        <pc:chgData name="Ms Alina Arshad" userId="cccdfd85-d35d-4453-9c6f-a463aae40722" providerId="ADAL" clId="{2DC180FD-F18C-4625-AB1F-E76E8B18C48B}" dt="2024-08-30T04:31:28.940" v="25" actId="47"/>
        <pc:sldMkLst>
          <pc:docMk/>
          <pc:sldMk cId="129645018" sldId="395"/>
        </pc:sldMkLst>
      </pc:sldChg>
      <pc:sldChg chg="modSp add mod">
        <pc:chgData name="Ms Alina Arshad" userId="cccdfd85-d35d-4453-9c6f-a463aae40722" providerId="ADAL" clId="{2DC180FD-F18C-4625-AB1F-E76E8B18C48B}" dt="2024-09-03T05:38:11.505" v="436" actId="5793"/>
        <pc:sldMkLst>
          <pc:docMk/>
          <pc:sldMk cId="2835579431" sldId="396"/>
        </pc:sldMkLst>
        <pc:spChg chg="mod">
          <ac:chgData name="Ms Alina Arshad" userId="cccdfd85-d35d-4453-9c6f-a463aae40722" providerId="ADAL" clId="{2DC180FD-F18C-4625-AB1F-E76E8B18C48B}" dt="2024-08-30T04:34:29.245" v="73" actId="113"/>
          <ac:spMkLst>
            <pc:docMk/>
            <pc:sldMk cId="2835579431" sldId="396"/>
            <ac:spMk id="2" creationId="{00000000-0000-0000-0000-000000000000}"/>
          </ac:spMkLst>
        </pc:spChg>
        <pc:spChg chg="mod">
          <ac:chgData name="Ms Alina Arshad" userId="cccdfd85-d35d-4453-9c6f-a463aae40722" providerId="ADAL" clId="{2DC180FD-F18C-4625-AB1F-E76E8B18C48B}" dt="2024-09-03T05:38:11.505" v="436" actId="5793"/>
          <ac:spMkLst>
            <pc:docMk/>
            <pc:sldMk cId="2835579431" sldId="396"/>
            <ac:spMk id="3" creationId="{00000000-0000-0000-0000-000000000000}"/>
          </ac:spMkLst>
        </pc:spChg>
      </pc:sldChg>
      <pc:sldChg chg="del">
        <pc:chgData name="Ms Alina Arshad" userId="cccdfd85-d35d-4453-9c6f-a463aae40722" providerId="ADAL" clId="{2DC180FD-F18C-4625-AB1F-E76E8B18C48B}" dt="2024-08-30T04:31:29.442" v="26" actId="47"/>
        <pc:sldMkLst>
          <pc:docMk/>
          <pc:sldMk cId="2801136258" sldId="397"/>
        </pc:sldMkLst>
      </pc:sldChg>
      <pc:sldChg chg="del">
        <pc:chgData name="Ms Alina Arshad" userId="cccdfd85-d35d-4453-9c6f-a463aae40722" providerId="ADAL" clId="{2DC180FD-F18C-4625-AB1F-E76E8B18C48B}" dt="2024-08-30T04:31:25.003" v="17" actId="47"/>
        <pc:sldMkLst>
          <pc:docMk/>
          <pc:sldMk cId="2310894512" sldId="398"/>
        </pc:sldMkLst>
      </pc:sldChg>
      <pc:sldChg chg="del">
        <pc:chgData name="Ms Alina Arshad" userId="cccdfd85-d35d-4453-9c6f-a463aae40722" providerId="ADAL" clId="{2DC180FD-F18C-4625-AB1F-E76E8B18C48B}" dt="2024-08-30T04:31:28.097" v="24" actId="47"/>
        <pc:sldMkLst>
          <pc:docMk/>
          <pc:sldMk cId="4103277343" sldId="399"/>
        </pc:sldMkLst>
      </pc:sldChg>
      <pc:sldChg chg="modSp add mod modAnim">
        <pc:chgData name="Ms Alina Arshad" userId="cccdfd85-d35d-4453-9c6f-a463aae40722" providerId="ADAL" clId="{2DC180FD-F18C-4625-AB1F-E76E8B18C48B}" dt="2024-09-02T09:08:18.724" v="341" actId="14100"/>
        <pc:sldMkLst>
          <pc:docMk/>
          <pc:sldMk cId="3038092496" sldId="400"/>
        </pc:sldMkLst>
        <pc:spChg chg="mod">
          <ac:chgData name="Ms Alina Arshad" userId="cccdfd85-d35d-4453-9c6f-a463aae40722" providerId="ADAL" clId="{2DC180FD-F18C-4625-AB1F-E76E8B18C48B}" dt="2024-09-02T09:08:15.561" v="340" actId="113"/>
          <ac:spMkLst>
            <pc:docMk/>
            <pc:sldMk cId="3038092496" sldId="400"/>
            <ac:spMk id="2" creationId="{00000000-0000-0000-0000-000000000000}"/>
          </ac:spMkLst>
        </pc:spChg>
        <pc:spChg chg="mod">
          <ac:chgData name="Ms Alina Arshad" userId="cccdfd85-d35d-4453-9c6f-a463aae40722" providerId="ADAL" clId="{2DC180FD-F18C-4625-AB1F-E76E8B18C48B}" dt="2024-09-02T09:08:18.724" v="341" actId="14100"/>
          <ac:spMkLst>
            <pc:docMk/>
            <pc:sldMk cId="3038092496" sldId="400"/>
            <ac:spMk id="3" creationId="{00000000-0000-0000-0000-000000000000}"/>
          </ac:spMkLst>
        </pc:spChg>
      </pc:sldChg>
      <pc:sldChg chg="delSp modSp add mod">
        <pc:chgData name="Ms Alina Arshad" userId="cccdfd85-d35d-4453-9c6f-a463aae40722" providerId="ADAL" clId="{2DC180FD-F18C-4625-AB1F-E76E8B18C48B}" dt="2024-08-30T06:37:53.683" v="329" actId="207"/>
        <pc:sldMkLst>
          <pc:docMk/>
          <pc:sldMk cId="2157527746" sldId="401"/>
        </pc:sldMkLst>
        <pc:spChg chg="del mod">
          <ac:chgData name="Ms Alina Arshad" userId="cccdfd85-d35d-4453-9c6f-a463aae40722" providerId="ADAL" clId="{2DC180FD-F18C-4625-AB1F-E76E8B18C48B}" dt="2024-08-30T04:34:15.526" v="70" actId="478"/>
          <ac:spMkLst>
            <pc:docMk/>
            <pc:sldMk cId="2157527746" sldId="401"/>
            <ac:spMk id="4" creationId="{00000000-0000-0000-0000-000000000000}"/>
          </ac:spMkLst>
        </pc:spChg>
        <pc:spChg chg="mod">
          <ac:chgData name="Ms Alina Arshad" userId="cccdfd85-d35d-4453-9c6f-a463aae40722" providerId="ADAL" clId="{2DC180FD-F18C-4625-AB1F-E76E8B18C48B}" dt="2024-08-30T06:37:53.683" v="329" actId="207"/>
          <ac:spMkLst>
            <pc:docMk/>
            <pc:sldMk cId="2157527746" sldId="401"/>
            <ac:spMk id="7" creationId="{E6A48FC6-A99B-4FA8-A440-FEC0FDD782EA}"/>
          </ac:spMkLst>
        </pc:spChg>
        <pc:picChg chg="mod">
          <ac:chgData name="Ms Alina Arshad" userId="cccdfd85-d35d-4453-9c6f-a463aae40722" providerId="ADAL" clId="{2DC180FD-F18C-4625-AB1F-E76E8B18C48B}" dt="2024-08-30T04:34:21.717" v="71" actId="1076"/>
          <ac:picMkLst>
            <pc:docMk/>
            <pc:sldMk cId="2157527746" sldId="401"/>
            <ac:picMk id="1026" creationId="{00000000-0000-0000-0000-000000000000}"/>
          </ac:picMkLst>
        </pc:picChg>
      </pc:sldChg>
      <pc:sldChg chg="modSp add mod">
        <pc:chgData name="Ms Alina Arshad" userId="cccdfd85-d35d-4453-9c6f-a463aae40722" providerId="ADAL" clId="{2DC180FD-F18C-4625-AB1F-E76E8B18C48B}" dt="2024-08-30T04:40:39.796" v="191" actId="207"/>
        <pc:sldMkLst>
          <pc:docMk/>
          <pc:sldMk cId="2990775597" sldId="402"/>
        </pc:sldMkLst>
        <pc:spChg chg="mod">
          <ac:chgData name="Ms Alina Arshad" userId="cccdfd85-d35d-4453-9c6f-a463aae40722" providerId="ADAL" clId="{2DC180FD-F18C-4625-AB1F-E76E8B18C48B}" dt="2024-08-30T04:37:33.296" v="176" actId="14100"/>
          <ac:spMkLst>
            <pc:docMk/>
            <pc:sldMk cId="2990775597" sldId="402"/>
            <ac:spMk id="2" creationId="{00000000-0000-0000-0000-000000000000}"/>
          </ac:spMkLst>
        </pc:spChg>
        <pc:spChg chg="mod">
          <ac:chgData name="Ms Alina Arshad" userId="cccdfd85-d35d-4453-9c6f-a463aae40722" providerId="ADAL" clId="{2DC180FD-F18C-4625-AB1F-E76E8B18C48B}" dt="2024-08-30T04:40:39.796" v="191" actId="207"/>
          <ac:spMkLst>
            <pc:docMk/>
            <pc:sldMk cId="2990775597" sldId="402"/>
            <ac:spMk id="3" creationId="{00000000-0000-0000-0000-000000000000}"/>
          </ac:spMkLst>
        </pc:spChg>
      </pc:sldChg>
      <pc:sldChg chg="modSp add mod modAnim">
        <pc:chgData name="Ms Alina Arshad" userId="cccdfd85-d35d-4453-9c6f-a463aae40722" providerId="ADAL" clId="{2DC180FD-F18C-4625-AB1F-E76E8B18C48B}" dt="2024-09-02T09:16:55.922" v="361" actId="403"/>
        <pc:sldMkLst>
          <pc:docMk/>
          <pc:sldMk cId="1130882444" sldId="403"/>
        </pc:sldMkLst>
        <pc:spChg chg="mod">
          <ac:chgData name="Ms Alina Arshad" userId="cccdfd85-d35d-4453-9c6f-a463aae40722" providerId="ADAL" clId="{2DC180FD-F18C-4625-AB1F-E76E8B18C48B}" dt="2024-08-30T04:48:46.558" v="208" actId="14100"/>
          <ac:spMkLst>
            <pc:docMk/>
            <pc:sldMk cId="1130882444" sldId="403"/>
            <ac:spMk id="2" creationId="{00000000-0000-0000-0000-000000000000}"/>
          </ac:spMkLst>
        </pc:spChg>
        <pc:spChg chg="mod">
          <ac:chgData name="Ms Alina Arshad" userId="cccdfd85-d35d-4453-9c6f-a463aae40722" providerId="ADAL" clId="{2DC180FD-F18C-4625-AB1F-E76E8B18C48B}" dt="2024-09-02T09:16:55.922" v="361" actId="403"/>
          <ac:spMkLst>
            <pc:docMk/>
            <pc:sldMk cId="1130882444" sldId="403"/>
            <ac:spMk id="3" creationId="{00000000-0000-0000-0000-000000000000}"/>
          </ac:spMkLst>
        </pc:spChg>
      </pc:sldChg>
      <pc:sldChg chg="modSp add mod">
        <pc:chgData name="Ms Alina Arshad" userId="cccdfd85-d35d-4453-9c6f-a463aae40722" providerId="ADAL" clId="{2DC180FD-F18C-4625-AB1F-E76E8B18C48B}" dt="2024-08-30T04:54:17.369" v="217" actId="207"/>
        <pc:sldMkLst>
          <pc:docMk/>
          <pc:sldMk cId="1416402" sldId="404"/>
        </pc:sldMkLst>
        <pc:spChg chg="mod">
          <ac:chgData name="Ms Alina Arshad" userId="cccdfd85-d35d-4453-9c6f-a463aae40722" providerId="ADAL" clId="{2DC180FD-F18C-4625-AB1F-E76E8B18C48B}" dt="2024-08-30T04:53:59.536" v="213" actId="1076"/>
          <ac:spMkLst>
            <pc:docMk/>
            <pc:sldMk cId="1416402" sldId="404"/>
            <ac:spMk id="2" creationId="{00000000-0000-0000-0000-000000000000}"/>
          </ac:spMkLst>
        </pc:spChg>
        <pc:spChg chg="mod">
          <ac:chgData name="Ms Alina Arshad" userId="cccdfd85-d35d-4453-9c6f-a463aae40722" providerId="ADAL" clId="{2DC180FD-F18C-4625-AB1F-E76E8B18C48B}" dt="2024-08-30T04:54:17.369" v="217" actId="207"/>
          <ac:spMkLst>
            <pc:docMk/>
            <pc:sldMk cId="1416402" sldId="404"/>
            <ac:spMk id="3" creationId="{00000000-0000-0000-0000-000000000000}"/>
          </ac:spMkLst>
        </pc:spChg>
      </pc:sldChg>
      <pc:sldChg chg="modSp add mod">
        <pc:chgData name="Ms Alina Arshad" userId="cccdfd85-d35d-4453-9c6f-a463aae40722" providerId="ADAL" clId="{2DC180FD-F18C-4625-AB1F-E76E8B18C48B}" dt="2024-08-30T04:54:51.487" v="230" actId="207"/>
        <pc:sldMkLst>
          <pc:docMk/>
          <pc:sldMk cId="3071036191" sldId="405"/>
        </pc:sldMkLst>
        <pc:spChg chg="mod">
          <ac:chgData name="Ms Alina Arshad" userId="cccdfd85-d35d-4453-9c6f-a463aae40722" providerId="ADAL" clId="{2DC180FD-F18C-4625-AB1F-E76E8B18C48B}" dt="2024-08-30T04:54:27.659" v="219" actId="207"/>
          <ac:spMkLst>
            <pc:docMk/>
            <pc:sldMk cId="3071036191" sldId="405"/>
            <ac:spMk id="2" creationId="{E0D201D3-B15F-4934-887A-5FCE7F2DF401}"/>
          </ac:spMkLst>
        </pc:spChg>
        <pc:spChg chg="mod">
          <ac:chgData name="Ms Alina Arshad" userId="cccdfd85-d35d-4453-9c6f-a463aae40722" providerId="ADAL" clId="{2DC180FD-F18C-4625-AB1F-E76E8B18C48B}" dt="2024-08-30T04:54:51.487" v="230" actId="207"/>
          <ac:spMkLst>
            <pc:docMk/>
            <pc:sldMk cId="3071036191" sldId="405"/>
            <ac:spMk id="3" creationId="{B06DAE9B-D257-4D59-AF08-5FC3CA34B519}"/>
          </ac:spMkLst>
        </pc:spChg>
      </pc:sldChg>
      <pc:sldChg chg="addSp delSp modSp add mod">
        <pc:chgData name="Ms Alina Arshad" userId="cccdfd85-d35d-4453-9c6f-a463aae40722" providerId="ADAL" clId="{2DC180FD-F18C-4625-AB1F-E76E8B18C48B}" dt="2024-09-02T09:18:24.468" v="367" actId="1076"/>
        <pc:sldMkLst>
          <pc:docMk/>
          <pc:sldMk cId="1110637184" sldId="406"/>
        </pc:sldMkLst>
        <pc:spChg chg="mod">
          <ac:chgData name="Ms Alina Arshad" userId="cccdfd85-d35d-4453-9c6f-a463aae40722" providerId="ADAL" clId="{2DC180FD-F18C-4625-AB1F-E76E8B18C48B}" dt="2024-08-30T04:55:02.050" v="234" actId="113"/>
          <ac:spMkLst>
            <pc:docMk/>
            <pc:sldMk cId="1110637184" sldId="406"/>
            <ac:spMk id="2" creationId="{00000000-0000-0000-0000-000000000000}"/>
          </ac:spMkLst>
        </pc:spChg>
        <pc:picChg chg="add mod">
          <ac:chgData name="Ms Alina Arshad" userId="cccdfd85-d35d-4453-9c6f-a463aae40722" providerId="ADAL" clId="{2DC180FD-F18C-4625-AB1F-E76E8B18C48B}" dt="2024-09-02T09:18:24.468" v="367" actId="1076"/>
          <ac:picMkLst>
            <pc:docMk/>
            <pc:sldMk cId="1110637184" sldId="406"/>
            <ac:picMk id="1026" creationId="{2323452F-E9F2-364A-6D76-808115144BEA}"/>
          </ac:picMkLst>
        </pc:picChg>
        <pc:picChg chg="del mod">
          <ac:chgData name="Ms Alina Arshad" userId="cccdfd85-d35d-4453-9c6f-a463aae40722" providerId="ADAL" clId="{2DC180FD-F18C-4625-AB1F-E76E8B18C48B}" dt="2024-09-02T09:18:18.784" v="362" actId="478"/>
          <ac:picMkLst>
            <pc:docMk/>
            <pc:sldMk cId="1110637184" sldId="406"/>
            <ac:picMk id="2050" creationId="{00000000-0000-0000-0000-000000000000}"/>
          </ac:picMkLst>
        </pc:picChg>
      </pc:sldChg>
      <pc:sldChg chg="modSp add mod">
        <pc:chgData name="Ms Alina Arshad" userId="cccdfd85-d35d-4453-9c6f-a463aae40722" providerId="ADAL" clId="{2DC180FD-F18C-4625-AB1F-E76E8B18C48B}" dt="2024-09-02T09:18:45.418" v="368" actId="207"/>
        <pc:sldMkLst>
          <pc:docMk/>
          <pc:sldMk cId="261616852" sldId="407"/>
        </pc:sldMkLst>
        <pc:spChg chg="mod">
          <ac:chgData name="Ms Alina Arshad" userId="cccdfd85-d35d-4453-9c6f-a463aae40722" providerId="ADAL" clId="{2DC180FD-F18C-4625-AB1F-E76E8B18C48B}" dt="2024-08-30T04:56:00.727" v="248" actId="1076"/>
          <ac:spMkLst>
            <pc:docMk/>
            <pc:sldMk cId="261616852" sldId="407"/>
            <ac:spMk id="2" creationId="{00000000-0000-0000-0000-000000000000}"/>
          </ac:spMkLst>
        </pc:spChg>
        <pc:spChg chg="mod">
          <ac:chgData name="Ms Alina Arshad" userId="cccdfd85-d35d-4453-9c6f-a463aae40722" providerId="ADAL" clId="{2DC180FD-F18C-4625-AB1F-E76E8B18C48B}" dt="2024-09-02T09:18:45.418" v="368" actId="207"/>
          <ac:spMkLst>
            <pc:docMk/>
            <pc:sldMk cId="261616852" sldId="407"/>
            <ac:spMk id="3" creationId="{00000000-0000-0000-0000-000000000000}"/>
          </ac:spMkLst>
        </pc:spChg>
      </pc:sldChg>
      <pc:sldChg chg="modSp add del mod">
        <pc:chgData name="Ms Alina Arshad" userId="cccdfd85-d35d-4453-9c6f-a463aae40722" providerId="ADAL" clId="{2DC180FD-F18C-4625-AB1F-E76E8B18C48B}" dt="2024-08-30T04:56:30.069" v="255" actId="47"/>
        <pc:sldMkLst>
          <pc:docMk/>
          <pc:sldMk cId="2685411724" sldId="408"/>
        </pc:sldMkLst>
        <pc:spChg chg="mod">
          <ac:chgData name="Ms Alina Arshad" userId="cccdfd85-d35d-4453-9c6f-a463aae40722" providerId="ADAL" clId="{2DC180FD-F18C-4625-AB1F-E76E8B18C48B}" dt="2024-08-30T04:56:05.438" v="249" actId="21"/>
          <ac:spMkLst>
            <pc:docMk/>
            <pc:sldMk cId="2685411724" sldId="408"/>
            <ac:spMk id="3" creationId="{00000000-0000-0000-0000-000000000000}"/>
          </ac:spMkLst>
        </pc:spChg>
      </pc:sldChg>
      <pc:sldChg chg="modSp add mod modAnim">
        <pc:chgData name="Ms Alina Arshad" userId="cccdfd85-d35d-4453-9c6f-a463aae40722" providerId="ADAL" clId="{2DC180FD-F18C-4625-AB1F-E76E8B18C48B}" dt="2024-09-02T09:19:48.597" v="373" actId="14"/>
        <pc:sldMkLst>
          <pc:docMk/>
          <pc:sldMk cId="2553615988" sldId="409"/>
        </pc:sldMkLst>
        <pc:spChg chg="mod">
          <ac:chgData name="Ms Alina Arshad" userId="cccdfd85-d35d-4453-9c6f-a463aae40722" providerId="ADAL" clId="{2DC180FD-F18C-4625-AB1F-E76E8B18C48B}" dt="2024-08-30T04:57:40.923" v="273" actId="403"/>
          <ac:spMkLst>
            <pc:docMk/>
            <pc:sldMk cId="2553615988" sldId="409"/>
            <ac:spMk id="2" creationId="{00000000-0000-0000-0000-000000000000}"/>
          </ac:spMkLst>
        </pc:spChg>
        <pc:spChg chg="mod">
          <ac:chgData name="Ms Alina Arshad" userId="cccdfd85-d35d-4453-9c6f-a463aae40722" providerId="ADAL" clId="{2DC180FD-F18C-4625-AB1F-E76E8B18C48B}" dt="2024-09-02T09:19:48.597" v="373" actId="14"/>
          <ac:spMkLst>
            <pc:docMk/>
            <pc:sldMk cId="2553615988" sldId="409"/>
            <ac:spMk id="3" creationId="{00000000-0000-0000-0000-000000000000}"/>
          </ac:spMkLst>
        </pc:spChg>
      </pc:sldChg>
      <pc:sldChg chg="modSp add mod">
        <pc:chgData name="Ms Alina Arshad" userId="cccdfd85-d35d-4453-9c6f-a463aae40722" providerId="ADAL" clId="{2DC180FD-F18C-4625-AB1F-E76E8B18C48B}" dt="2024-08-30T05:01:52.923" v="293" actId="33524"/>
        <pc:sldMkLst>
          <pc:docMk/>
          <pc:sldMk cId="515654138" sldId="410"/>
        </pc:sldMkLst>
        <pc:spChg chg="mod">
          <ac:chgData name="Ms Alina Arshad" userId="cccdfd85-d35d-4453-9c6f-a463aae40722" providerId="ADAL" clId="{2DC180FD-F18C-4625-AB1F-E76E8B18C48B}" dt="2024-08-30T04:59:04.600" v="284" actId="403"/>
          <ac:spMkLst>
            <pc:docMk/>
            <pc:sldMk cId="515654138" sldId="410"/>
            <ac:spMk id="2" creationId="{00000000-0000-0000-0000-000000000000}"/>
          </ac:spMkLst>
        </pc:spChg>
        <pc:spChg chg="mod">
          <ac:chgData name="Ms Alina Arshad" userId="cccdfd85-d35d-4453-9c6f-a463aae40722" providerId="ADAL" clId="{2DC180FD-F18C-4625-AB1F-E76E8B18C48B}" dt="2024-08-30T05:01:52.923" v="293" actId="33524"/>
          <ac:spMkLst>
            <pc:docMk/>
            <pc:sldMk cId="515654138" sldId="410"/>
            <ac:spMk id="3" creationId="{00000000-0000-0000-0000-000000000000}"/>
          </ac:spMkLst>
        </pc:spChg>
      </pc:sldChg>
      <pc:sldChg chg="modSp add del mod">
        <pc:chgData name="Ms Alina Arshad" userId="cccdfd85-d35d-4453-9c6f-a463aae40722" providerId="ADAL" clId="{2DC180FD-F18C-4625-AB1F-E76E8B18C48B}" dt="2024-08-30T05:03:27.610" v="321" actId="47"/>
        <pc:sldMkLst>
          <pc:docMk/>
          <pc:sldMk cId="1166324033" sldId="411"/>
        </pc:sldMkLst>
        <pc:spChg chg="mod">
          <ac:chgData name="Ms Alina Arshad" userId="cccdfd85-d35d-4453-9c6f-a463aae40722" providerId="ADAL" clId="{2DC180FD-F18C-4625-AB1F-E76E8B18C48B}" dt="2024-08-30T05:02:32.228" v="305" actId="14100"/>
          <ac:spMkLst>
            <pc:docMk/>
            <pc:sldMk cId="1166324033" sldId="411"/>
            <ac:spMk id="2" creationId="{00000000-0000-0000-0000-000000000000}"/>
          </ac:spMkLst>
        </pc:spChg>
        <pc:spChg chg="mod">
          <ac:chgData name="Ms Alina Arshad" userId="cccdfd85-d35d-4453-9c6f-a463aae40722" providerId="ADAL" clId="{2DC180FD-F18C-4625-AB1F-E76E8B18C48B}" dt="2024-08-30T05:02:25.322" v="299" actId="27636"/>
          <ac:spMkLst>
            <pc:docMk/>
            <pc:sldMk cId="1166324033" sldId="411"/>
            <ac:spMk id="3" creationId="{00000000-0000-0000-0000-000000000000}"/>
          </ac:spMkLst>
        </pc:spChg>
      </pc:sldChg>
      <pc:sldChg chg="delSp modSp add mod">
        <pc:chgData name="Ms Alina Arshad" userId="cccdfd85-d35d-4453-9c6f-a463aae40722" providerId="ADAL" clId="{2DC180FD-F18C-4625-AB1F-E76E8B18C48B}" dt="2024-08-30T05:03:15.926" v="319" actId="478"/>
        <pc:sldMkLst>
          <pc:docMk/>
          <pc:sldMk cId="317315783" sldId="412"/>
        </pc:sldMkLst>
        <pc:spChg chg="mod">
          <ac:chgData name="Ms Alina Arshad" userId="cccdfd85-d35d-4453-9c6f-a463aae40722" providerId="ADAL" clId="{2DC180FD-F18C-4625-AB1F-E76E8B18C48B}" dt="2024-08-30T05:03:11.221" v="317" actId="113"/>
          <ac:spMkLst>
            <pc:docMk/>
            <pc:sldMk cId="317315783" sldId="412"/>
            <ac:spMk id="2" creationId="{00000000-0000-0000-0000-000000000000}"/>
          </ac:spMkLst>
        </pc:spChg>
        <pc:spChg chg="mod">
          <ac:chgData name="Ms Alina Arshad" userId="cccdfd85-d35d-4453-9c6f-a463aae40722" providerId="ADAL" clId="{2DC180FD-F18C-4625-AB1F-E76E8B18C48B}" dt="2024-08-30T05:03:07.056" v="316" actId="207"/>
          <ac:spMkLst>
            <pc:docMk/>
            <pc:sldMk cId="317315783" sldId="412"/>
            <ac:spMk id="3" creationId="{00000000-0000-0000-0000-000000000000}"/>
          </ac:spMkLst>
        </pc:spChg>
        <pc:spChg chg="del">
          <ac:chgData name="Ms Alina Arshad" userId="cccdfd85-d35d-4453-9c6f-a463aae40722" providerId="ADAL" clId="{2DC180FD-F18C-4625-AB1F-E76E8B18C48B}" dt="2024-08-30T05:03:14.398" v="318" actId="478"/>
          <ac:spMkLst>
            <pc:docMk/>
            <pc:sldMk cId="317315783" sldId="412"/>
            <ac:spMk id="4" creationId="{00000000-0000-0000-0000-000000000000}"/>
          </ac:spMkLst>
        </pc:spChg>
        <pc:spChg chg="del">
          <ac:chgData name="Ms Alina Arshad" userId="cccdfd85-d35d-4453-9c6f-a463aae40722" providerId="ADAL" clId="{2DC180FD-F18C-4625-AB1F-E76E8B18C48B}" dt="2024-08-30T05:03:15.926" v="319" actId="478"/>
          <ac:spMkLst>
            <pc:docMk/>
            <pc:sldMk cId="317315783" sldId="412"/>
            <ac:spMk id="5" creationId="{00000000-0000-0000-0000-000000000000}"/>
          </ac:spMkLst>
        </pc:spChg>
      </pc:sldChg>
      <pc:sldChg chg="add del">
        <pc:chgData name="Ms Alina Arshad" userId="cccdfd85-d35d-4453-9c6f-a463aae40722" providerId="ADAL" clId="{2DC180FD-F18C-4625-AB1F-E76E8B18C48B}" dt="2024-08-30T05:04:12.713" v="328" actId="47"/>
        <pc:sldMkLst>
          <pc:docMk/>
          <pc:sldMk cId="3728980149" sldId="413"/>
        </pc:sldMkLst>
      </pc:sldChg>
      <pc:sldChg chg="new del">
        <pc:chgData name="Ms Alina Arshad" userId="cccdfd85-d35d-4453-9c6f-a463aae40722" providerId="ADAL" clId="{2DC180FD-F18C-4625-AB1F-E76E8B18C48B}" dt="2024-08-30T05:03:53.190" v="323" actId="47"/>
        <pc:sldMkLst>
          <pc:docMk/>
          <pc:sldMk cId="1613639856" sldId="414"/>
        </pc:sldMkLst>
      </pc:sldChg>
      <pc:sldChg chg="addSp delSp modSp new mod">
        <pc:chgData name="Ms Alina Arshad" userId="cccdfd85-d35d-4453-9c6f-a463aae40722" providerId="ADAL" clId="{2DC180FD-F18C-4625-AB1F-E76E8B18C48B}" dt="2024-08-30T05:04:09.868" v="327" actId="478"/>
        <pc:sldMkLst>
          <pc:docMk/>
          <pc:sldMk cId="2400755825" sldId="414"/>
        </pc:sldMkLst>
        <pc:spChg chg="del">
          <ac:chgData name="Ms Alina Arshad" userId="cccdfd85-d35d-4453-9c6f-a463aae40722" providerId="ADAL" clId="{2DC180FD-F18C-4625-AB1F-E76E8B18C48B}" dt="2024-08-30T05:04:09.868" v="327" actId="478"/>
          <ac:spMkLst>
            <pc:docMk/>
            <pc:sldMk cId="2400755825" sldId="414"/>
            <ac:spMk id="2" creationId="{12C4D42B-3827-A9BA-1272-BAAED7039507}"/>
          </ac:spMkLst>
        </pc:spChg>
        <pc:spChg chg="del">
          <ac:chgData name="Ms Alina Arshad" userId="cccdfd85-d35d-4453-9c6f-a463aae40722" providerId="ADAL" clId="{2DC180FD-F18C-4625-AB1F-E76E8B18C48B}" dt="2024-08-30T05:04:08.047" v="326" actId="478"/>
          <ac:spMkLst>
            <pc:docMk/>
            <pc:sldMk cId="2400755825" sldId="414"/>
            <ac:spMk id="3" creationId="{279481B2-0BCE-C230-6D15-9B44E227864D}"/>
          </ac:spMkLst>
        </pc:spChg>
        <pc:spChg chg="add mod">
          <ac:chgData name="Ms Alina Arshad" userId="cccdfd85-d35d-4453-9c6f-a463aae40722" providerId="ADAL" clId="{2DC180FD-F18C-4625-AB1F-E76E8B18C48B}" dt="2024-08-30T05:04:05.804" v="325"/>
          <ac:spMkLst>
            <pc:docMk/>
            <pc:sldMk cId="2400755825" sldId="414"/>
            <ac:spMk id="4" creationId="{B7916EF2-DCF0-0573-80BA-3C20ED469E9E}"/>
          </ac:spMkLst>
        </pc:spChg>
        <pc:spChg chg="add mod">
          <ac:chgData name="Ms Alina Arshad" userId="cccdfd85-d35d-4453-9c6f-a463aae40722" providerId="ADAL" clId="{2DC180FD-F18C-4625-AB1F-E76E8B18C48B}" dt="2024-08-30T05:04:05.804" v="325"/>
          <ac:spMkLst>
            <pc:docMk/>
            <pc:sldMk cId="2400755825" sldId="414"/>
            <ac:spMk id="5" creationId="{6D2D65F8-7067-309B-2162-EDCA7F792D63}"/>
          </ac:spMkLst>
        </pc:spChg>
      </pc:sldChg>
    </pc:docChg>
  </pc:docChgLst>
  <pc:docChgLst>
    <pc:chgData name="Ms Alina Arshad" userId="cccdfd85-d35d-4453-9c6f-a463aae40722" providerId="ADAL" clId="{6D99148A-78EC-44A5-895B-9E6E7F8E190D}"/>
    <pc:docChg chg="undo custSel delSld modSld">
      <pc:chgData name="Ms Alina Arshad" userId="cccdfd85-d35d-4453-9c6f-a463aae40722" providerId="ADAL" clId="{6D99148A-78EC-44A5-895B-9E6E7F8E190D}" dt="2024-08-30T09:52:56.715" v="36" actId="47"/>
      <pc:docMkLst>
        <pc:docMk/>
      </pc:docMkLst>
      <pc:sldChg chg="modSp mod">
        <pc:chgData name="Ms Alina Arshad" userId="cccdfd85-d35d-4453-9c6f-a463aae40722" providerId="ADAL" clId="{6D99148A-78EC-44A5-895B-9E6E7F8E190D}" dt="2024-08-30T09:51:42.777" v="9" actId="20577"/>
        <pc:sldMkLst>
          <pc:docMk/>
          <pc:sldMk cId="3322361034" sldId="256"/>
        </pc:sldMkLst>
        <pc:spChg chg="mod">
          <ac:chgData name="Ms Alina Arshad" userId="cccdfd85-d35d-4453-9c6f-a463aae40722" providerId="ADAL" clId="{6D99148A-78EC-44A5-895B-9E6E7F8E190D}" dt="2024-08-30T09:51:42.777" v="9" actId="20577"/>
          <ac:spMkLst>
            <pc:docMk/>
            <pc:sldMk cId="3322361034" sldId="256"/>
            <ac:spMk id="3" creationId="{44E9F82C-BBA7-3495-1097-BEDB54FFFDF4}"/>
          </ac:spMkLst>
        </pc:spChg>
      </pc:sldChg>
      <pc:sldChg chg="modNotesTx">
        <pc:chgData name="Ms Alina Arshad" userId="cccdfd85-d35d-4453-9c6f-a463aae40722" providerId="ADAL" clId="{6D99148A-78EC-44A5-895B-9E6E7F8E190D}" dt="2024-08-30T09:52:54.702" v="35" actId="5793"/>
        <pc:sldMkLst>
          <pc:docMk/>
          <pc:sldMk cId="515654138" sldId="410"/>
        </pc:sldMkLst>
      </pc:sldChg>
      <pc:sldChg chg="modSp del mod">
        <pc:chgData name="Ms Alina Arshad" userId="cccdfd85-d35d-4453-9c6f-a463aae40722" providerId="ADAL" clId="{6D99148A-78EC-44A5-895B-9E6E7F8E190D}" dt="2024-08-30T09:52:56.715" v="36" actId="47"/>
        <pc:sldMkLst>
          <pc:docMk/>
          <pc:sldMk cId="2400755825" sldId="414"/>
        </pc:sldMkLst>
        <pc:spChg chg="mod">
          <ac:chgData name="Ms Alina Arshad" userId="cccdfd85-d35d-4453-9c6f-a463aae40722" providerId="ADAL" clId="{6D99148A-78EC-44A5-895B-9E6E7F8E190D}" dt="2024-08-30T09:52:11.454" v="11" actId="27636"/>
          <ac:spMkLst>
            <pc:docMk/>
            <pc:sldMk cId="2400755825" sldId="414"/>
            <ac:spMk id="5" creationId="{6D2D65F8-7067-309B-2162-EDCA7F792D63}"/>
          </ac:spMkLst>
        </pc:spChg>
      </pc:sldChg>
    </pc:docChg>
  </pc:docChgLst>
  <pc:docChgLst>
    <pc:chgData name="Ms Alina Arshad" userId="cccdfd85-d35d-4453-9c6f-a463aae40722" providerId="ADAL" clId="{9D070D90-1526-4C33-8966-8ADF4EF98FAB}"/>
    <pc:docChg chg="undo custSel addSld delSld modSld sldOrd">
      <pc:chgData name="Ms Alina Arshad" userId="cccdfd85-d35d-4453-9c6f-a463aae40722" providerId="ADAL" clId="{9D070D90-1526-4C33-8966-8ADF4EF98FAB}" dt="2024-08-27T08:37:18.370" v="480" actId="1076"/>
      <pc:docMkLst>
        <pc:docMk/>
      </pc:docMkLst>
      <pc:sldChg chg="delSp modSp mod modAnim">
        <pc:chgData name="Ms Alina Arshad" userId="cccdfd85-d35d-4453-9c6f-a463aae40722" providerId="ADAL" clId="{9D070D90-1526-4C33-8966-8ADF4EF98FAB}" dt="2024-08-26T08:55:30.162" v="20" actId="27636"/>
        <pc:sldMkLst>
          <pc:docMk/>
          <pc:sldMk cId="0" sldId="351"/>
        </pc:sldMkLst>
        <pc:spChg chg="mod">
          <ac:chgData name="Ms Alina Arshad" userId="cccdfd85-d35d-4453-9c6f-a463aae40722" providerId="ADAL" clId="{9D070D90-1526-4C33-8966-8ADF4EF98FAB}" dt="2024-08-26T08:55:30.162" v="20" actId="27636"/>
          <ac:spMkLst>
            <pc:docMk/>
            <pc:sldMk cId="0" sldId="351"/>
            <ac:spMk id="3" creationId="{C0C22FA1-E5B0-AD82-96B5-C98C4EA3D56C}"/>
          </ac:spMkLst>
        </pc:spChg>
        <pc:grpChg chg="del">
          <ac:chgData name="Ms Alina Arshad" userId="cccdfd85-d35d-4453-9c6f-a463aae40722" providerId="ADAL" clId="{9D070D90-1526-4C33-8966-8ADF4EF98FAB}" dt="2024-08-26T08:52:15.902" v="6" actId="478"/>
          <ac:grpSpMkLst>
            <pc:docMk/>
            <pc:sldMk cId="0" sldId="351"/>
            <ac:grpSpMk id="2" creationId="{7F9631C9-A4A1-9EC8-8B28-D2C54EDAAC8E}"/>
          </ac:grpSpMkLst>
        </pc:grpChg>
      </pc:sldChg>
      <pc:sldChg chg="modSp mod">
        <pc:chgData name="Ms Alina Arshad" userId="cccdfd85-d35d-4453-9c6f-a463aae40722" providerId="ADAL" clId="{9D070D90-1526-4C33-8966-8ADF4EF98FAB}" dt="2024-08-27T08:37:18.370" v="480" actId="1076"/>
        <pc:sldMkLst>
          <pc:docMk/>
          <pc:sldMk cId="0" sldId="354"/>
        </pc:sldMkLst>
        <pc:spChg chg="mod">
          <ac:chgData name="Ms Alina Arshad" userId="cccdfd85-d35d-4453-9c6f-a463aae40722" providerId="ADAL" clId="{9D070D90-1526-4C33-8966-8ADF4EF98FAB}" dt="2024-08-27T08:37:18.370" v="480" actId="1076"/>
          <ac:spMkLst>
            <pc:docMk/>
            <pc:sldMk cId="0" sldId="354"/>
            <ac:spMk id="8" creationId="{643E073A-7DD6-73B9-FE08-31C2814707E7}"/>
          </ac:spMkLst>
        </pc:spChg>
        <pc:spChg chg="mod">
          <ac:chgData name="Ms Alina Arshad" userId="cccdfd85-d35d-4453-9c6f-a463aae40722" providerId="ADAL" clId="{9D070D90-1526-4C33-8966-8ADF4EF98FAB}" dt="2024-08-27T08:37:15.907" v="479" actId="1076"/>
          <ac:spMkLst>
            <pc:docMk/>
            <pc:sldMk cId="0" sldId="354"/>
            <ac:spMk id="25603" creationId="{BF524721-A574-8A8A-2F01-CF97DC19A676}"/>
          </ac:spMkLst>
        </pc:spChg>
      </pc:sldChg>
      <pc:sldChg chg="modSp mod">
        <pc:chgData name="Ms Alina Arshad" userId="cccdfd85-d35d-4453-9c6f-a463aae40722" providerId="ADAL" clId="{9D070D90-1526-4C33-8966-8ADF4EF98FAB}" dt="2024-08-26T08:55:46.777" v="21" actId="1076"/>
        <pc:sldMkLst>
          <pc:docMk/>
          <pc:sldMk cId="0" sldId="356"/>
        </pc:sldMkLst>
        <pc:spChg chg="mod">
          <ac:chgData name="Ms Alina Arshad" userId="cccdfd85-d35d-4453-9c6f-a463aae40722" providerId="ADAL" clId="{9D070D90-1526-4C33-8966-8ADF4EF98FAB}" dt="2024-08-26T06:59:26.289" v="3" actId="207"/>
          <ac:spMkLst>
            <pc:docMk/>
            <pc:sldMk cId="0" sldId="356"/>
            <ac:spMk id="3" creationId="{A0C26980-5FCF-11CE-42EA-C789EFC81BF9}"/>
          </ac:spMkLst>
        </pc:spChg>
        <pc:spChg chg="mod">
          <ac:chgData name="Ms Alina Arshad" userId="cccdfd85-d35d-4453-9c6f-a463aae40722" providerId="ADAL" clId="{9D070D90-1526-4C33-8966-8ADF4EF98FAB}" dt="2024-08-26T08:55:46.777" v="21" actId="1076"/>
          <ac:spMkLst>
            <pc:docMk/>
            <pc:sldMk cId="0" sldId="356"/>
            <ac:spMk id="21506" creationId="{2FDC0C03-1A50-AFEA-680D-11CB0080FD7C}"/>
          </ac:spMkLst>
        </pc:spChg>
      </pc:sldChg>
      <pc:sldChg chg="modSp mod">
        <pc:chgData name="Ms Alina Arshad" userId="cccdfd85-d35d-4453-9c6f-a463aae40722" providerId="ADAL" clId="{9D070D90-1526-4C33-8966-8ADF4EF98FAB}" dt="2024-08-26T08:57:57.549" v="23" actId="207"/>
        <pc:sldMkLst>
          <pc:docMk/>
          <pc:sldMk cId="0" sldId="357"/>
        </pc:sldMkLst>
        <pc:spChg chg="mod">
          <ac:chgData name="Ms Alina Arshad" userId="cccdfd85-d35d-4453-9c6f-a463aae40722" providerId="ADAL" clId="{9D070D90-1526-4C33-8966-8ADF4EF98FAB}" dt="2024-08-26T08:57:57.549" v="23" actId="207"/>
          <ac:spMkLst>
            <pc:docMk/>
            <pc:sldMk cId="0" sldId="357"/>
            <ac:spMk id="23554" creationId="{715C96A0-76EB-2410-6028-7CC970A627D0}"/>
          </ac:spMkLst>
        </pc:spChg>
      </pc:sldChg>
      <pc:sldChg chg="modSp mod">
        <pc:chgData name="Ms Alina Arshad" userId="cccdfd85-d35d-4453-9c6f-a463aae40722" providerId="ADAL" clId="{9D070D90-1526-4C33-8966-8ADF4EF98FAB}" dt="2024-08-26T08:59:32.937" v="31" actId="113"/>
        <pc:sldMkLst>
          <pc:docMk/>
          <pc:sldMk cId="0" sldId="359"/>
        </pc:sldMkLst>
        <pc:spChg chg="mod">
          <ac:chgData name="Ms Alina Arshad" userId="cccdfd85-d35d-4453-9c6f-a463aae40722" providerId="ADAL" clId="{9D070D90-1526-4C33-8966-8ADF4EF98FAB}" dt="2024-08-26T08:59:32.937" v="31" actId="113"/>
          <ac:spMkLst>
            <pc:docMk/>
            <pc:sldMk cId="0" sldId="359"/>
            <ac:spMk id="27650" creationId="{3601D225-8BCB-CD61-89F6-BD0091383FA4}"/>
          </ac:spMkLst>
        </pc:spChg>
      </pc:sldChg>
      <pc:sldChg chg="modSp mod">
        <pc:chgData name="Ms Alina Arshad" userId="cccdfd85-d35d-4453-9c6f-a463aae40722" providerId="ADAL" clId="{9D070D90-1526-4C33-8966-8ADF4EF98FAB}" dt="2024-08-26T09:01:41.296" v="33" actId="207"/>
        <pc:sldMkLst>
          <pc:docMk/>
          <pc:sldMk cId="0" sldId="360"/>
        </pc:sldMkLst>
        <pc:spChg chg="mod">
          <ac:chgData name="Ms Alina Arshad" userId="cccdfd85-d35d-4453-9c6f-a463aae40722" providerId="ADAL" clId="{9D070D90-1526-4C33-8966-8ADF4EF98FAB}" dt="2024-08-26T09:01:41.296" v="33" actId="207"/>
          <ac:spMkLst>
            <pc:docMk/>
            <pc:sldMk cId="0" sldId="360"/>
            <ac:spMk id="3" creationId="{5A29B148-68E9-42A4-AAEF-21C44FB97CC8}"/>
          </ac:spMkLst>
        </pc:spChg>
        <pc:spChg chg="mod">
          <ac:chgData name="Ms Alina Arshad" userId="cccdfd85-d35d-4453-9c6f-a463aae40722" providerId="ADAL" clId="{9D070D90-1526-4C33-8966-8ADF4EF98FAB}" dt="2024-08-26T08:59:33.484" v="32" actId="113"/>
          <ac:spMkLst>
            <pc:docMk/>
            <pc:sldMk cId="0" sldId="360"/>
            <ac:spMk id="28674" creationId="{5DF05B7C-3FB9-7AAD-79F2-F672F7AE8C7B}"/>
          </ac:spMkLst>
        </pc:spChg>
      </pc:sldChg>
      <pc:sldChg chg="modSp mod">
        <pc:chgData name="Ms Alina Arshad" userId="cccdfd85-d35d-4453-9c6f-a463aae40722" providerId="ADAL" clId="{9D070D90-1526-4C33-8966-8ADF4EF98FAB}" dt="2024-08-26T08:59:31.922" v="30" actId="113"/>
        <pc:sldMkLst>
          <pc:docMk/>
          <pc:sldMk cId="0" sldId="369"/>
        </pc:sldMkLst>
        <pc:spChg chg="mod">
          <ac:chgData name="Ms Alina Arshad" userId="cccdfd85-d35d-4453-9c6f-a463aae40722" providerId="ADAL" clId="{9D070D90-1526-4C33-8966-8ADF4EF98FAB}" dt="2024-08-26T08:59:31.922" v="30" actId="113"/>
          <ac:spMkLst>
            <pc:docMk/>
            <pc:sldMk cId="0" sldId="369"/>
            <ac:spMk id="26626" creationId="{A4F027D1-2AC1-1C80-C6CA-8BCE00F02C1D}"/>
          </ac:spMkLst>
        </pc:spChg>
      </pc:sldChg>
      <pc:sldChg chg="del">
        <pc:chgData name="Ms Alina Arshad" userId="cccdfd85-d35d-4453-9c6f-a463aae40722" providerId="ADAL" clId="{9D070D90-1526-4C33-8966-8ADF4EF98FAB}" dt="2024-08-26T09:03:11.641" v="34" actId="47"/>
        <pc:sldMkLst>
          <pc:docMk/>
          <pc:sldMk cId="3002628608" sldId="371"/>
        </pc:sldMkLst>
      </pc:sldChg>
      <pc:sldChg chg="modSp del mod">
        <pc:chgData name="Ms Alina Arshad" userId="cccdfd85-d35d-4453-9c6f-a463aae40722" providerId="ADAL" clId="{9D070D90-1526-4C33-8966-8ADF4EF98FAB}" dt="2024-08-26T09:03:53.121" v="36" actId="47"/>
        <pc:sldMkLst>
          <pc:docMk/>
          <pc:sldMk cId="0" sldId="372"/>
        </pc:sldMkLst>
        <pc:spChg chg="mod">
          <ac:chgData name="Ms Alina Arshad" userId="cccdfd85-d35d-4453-9c6f-a463aae40722" providerId="ADAL" clId="{9D070D90-1526-4C33-8966-8ADF4EF98FAB}" dt="2024-08-26T09:03:17.065" v="35" actId="207"/>
          <ac:spMkLst>
            <pc:docMk/>
            <pc:sldMk cId="0" sldId="372"/>
            <ac:spMk id="33794" creationId="{21B4FF6A-7A53-1B02-2C5F-197ADE8BB9A5}"/>
          </ac:spMkLst>
        </pc:spChg>
      </pc:sldChg>
      <pc:sldChg chg="modSp mod ord">
        <pc:chgData name="Ms Alina Arshad" userId="cccdfd85-d35d-4453-9c6f-a463aae40722" providerId="ADAL" clId="{9D070D90-1526-4C33-8966-8ADF4EF98FAB}" dt="2024-08-26T09:04:28.044" v="40"/>
        <pc:sldMkLst>
          <pc:docMk/>
          <pc:sldMk cId="511546327" sldId="385"/>
        </pc:sldMkLst>
        <pc:spChg chg="mod">
          <ac:chgData name="Ms Alina Arshad" userId="cccdfd85-d35d-4453-9c6f-a463aae40722" providerId="ADAL" clId="{9D070D90-1526-4C33-8966-8ADF4EF98FAB}" dt="2024-08-26T09:03:57.994" v="37" actId="207"/>
          <ac:spMkLst>
            <pc:docMk/>
            <pc:sldMk cId="511546327" sldId="385"/>
            <ac:spMk id="2" creationId="{00000000-0000-0000-0000-000000000000}"/>
          </ac:spMkLst>
        </pc:spChg>
        <pc:picChg chg="mod">
          <ac:chgData name="Ms Alina Arshad" userId="cccdfd85-d35d-4453-9c6f-a463aae40722" providerId="ADAL" clId="{9D070D90-1526-4C33-8966-8ADF4EF98FAB}" dt="2024-08-26T09:04:01.816" v="38" actId="1076"/>
          <ac:picMkLst>
            <pc:docMk/>
            <pc:sldMk cId="511546327" sldId="385"/>
            <ac:picMk id="6" creationId="{00000000-0000-0000-0000-000000000000}"/>
          </ac:picMkLst>
        </pc:picChg>
      </pc:sldChg>
      <pc:sldChg chg="del">
        <pc:chgData name="Ms Alina Arshad" userId="cccdfd85-d35d-4453-9c6f-a463aae40722" providerId="ADAL" clId="{9D070D90-1526-4C33-8966-8ADF4EF98FAB}" dt="2024-08-26T09:04:38.339" v="41" actId="47"/>
        <pc:sldMkLst>
          <pc:docMk/>
          <pc:sldMk cId="938158308" sldId="390"/>
        </pc:sldMkLst>
        <pc:spChg chg="mod">
          <ac:chgData name="Ms Alina Arshad" userId="cccdfd85-d35d-4453-9c6f-a463aae40722" providerId="ADAL" clId="{9D070D90-1526-4C33-8966-8ADF4EF98FAB}" dt="2024-08-26T09:06:18.885" v="52" actId="14100"/>
          <ac:spMkLst>
            <pc:docMk/>
            <pc:sldMk cId="938158308" sldId="390"/>
            <ac:spMk id="2" creationId="{CCD37E2F-361C-46F4-BD07-2D803DB23F9E}"/>
          </ac:spMkLst>
        </pc:spChg>
        <pc:spChg chg="mod">
          <ac:chgData name="Ms Alina Arshad" userId="cccdfd85-d35d-4453-9c6f-a463aae40722" providerId="ADAL" clId="{9D070D90-1526-4C33-8966-8ADF4EF98FAB}" dt="2024-08-26T09:06:10.008" v="47" actId="207"/>
          <ac:spMkLst>
            <pc:docMk/>
            <pc:sldMk cId="938158308" sldId="390"/>
            <ac:spMk id="3" creationId="{F59BCEDC-C5D1-42CB-8414-D9DBEA47ECB0}"/>
          </ac:spMkLst>
        </pc:spChg>
        <pc:spChg chg="del">
          <ac:chgData name="Ms Alina Arshad" userId="cccdfd85-d35d-4453-9c6f-a463aae40722" providerId="ADAL" clId="{9D070D90-1526-4C33-8966-8ADF4EF98FAB}" dt="2024-08-26T09:05:58.458" v="43" actId="478"/>
          <ac:spMkLst>
            <pc:docMk/>
            <pc:sldMk cId="938158308" sldId="390"/>
            <ac:spMk id="4" creationId="{00000000-0000-0000-0000-000000000000}"/>
          </ac:spMkLst>
        </pc:spChg>
        <pc:spChg chg="del">
          <ac:chgData name="Ms Alina Arshad" userId="cccdfd85-d35d-4453-9c6f-a463aae40722" providerId="ADAL" clId="{9D070D90-1526-4C33-8966-8ADF4EF98FAB}" dt="2024-08-26T09:06:01.138" v="44" actId="478"/>
          <ac:spMkLst>
            <pc:docMk/>
            <pc:sldMk cId="938158308" sldId="390"/>
            <ac:spMk id="5" creationId="{00000000-0000-0000-0000-000000000000}"/>
          </ac:spMkLst>
        </pc:spChg>
      </pc:sldChg>
      <pc:sldChg chg="delSp modSp add mod">
        <pc:chgData name="Ms Alina Arshad" userId="cccdfd85-d35d-4453-9c6f-a463aae40722" providerId="ADAL" clId="{9D070D90-1526-4C33-8966-8ADF4EF98FAB}" dt="2024-08-26T09:06:52.848" v="55" actId="1076"/>
        <pc:sldMkLst>
          <pc:docMk/>
          <pc:sldMk cId="3237861477" sldId="391"/>
        </pc:sldMkLst>
        <pc:spChg chg="mod">
          <ac:chgData name="Ms Alina Arshad" userId="cccdfd85-d35d-4453-9c6f-a463aae40722" providerId="ADAL" clId="{9D070D90-1526-4C33-8966-8ADF4EF98FAB}" dt="2024-08-26T09:06:52.848" v="55" actId="1076"/>
          <ac:spMkLst>
            <pc:docMk/>
            <pc:sldMk cId="3237861477" sldId="391"/>
            <ac:spMk id="2" creationId="{EDA72679-0F98-43B0-9C8E-609711DDE88A}"/>
          </ac:spMkLst>
        </pc:spChg>
        <pc:spChg chg="mod">
          <ac:chgData name="Ms Alina Arshad" userId="cccdfd85-d35d-4453-9c6f-a463aae40722" providerId="ADAL" clId="{9D070D90-1526-4C33-8966-8ADF4EF98FAB}" dt="2024-08-26T09:06:49.005" v="53" actId="207"/>
          <ac:spMkLst>
            <pc:docMk/>
            <pc:sldMk cId="3237861477" sldId="391"/>
            <ac:spMk id="3" creationId="{9F621F65-B7BE-4B1B-8A4D-34D27C89D961}"/>
          </ac:spMkLst>
        </pc:spChg>
        <pc:spChg chg="del">
          <ac:chgData name="Ms Alina Arshad" userId="cccdfd85-d35d-4453-9c6f-a463aae40722" providerId="ADAL" clId="{9D070D90-1526-4C33-8966-8ADF4EF98FAB}" dt="2024-08-26T09:06:04.744" v="45" actId="478"/>
          <ac:spMkLst>
            <pc:docMk/>
            <pc:sldMk cId="3237861477" sldId="391"/>
            <ac:spMk id="4" creationId="{00000000-0000-0000-0000-000000000000}"/>
          </ac:spMkLst>
        </pc:spChg>
        <pc:spChg chg="del">
          <ac:chgData name="Ms Alina Arshad" userId="cccdfd85-d35d-4453-9c6f-a463aae40722" providerId="ADAL" clId="{9D070D90-1526-4C33-8966-8ADF4EF98FAB}" dt="2024-08-26T09:06:06.196" v="46" actId="478"/>
          <ac:spMkLst>
            <pc:docMk/>
            <pc:sldMk cId="3237861477" sldId="391"/>
            <ac:spMk id="5" creationId="{00000000-0000-0000-0000-000000000000}"/>
          </ac:spMkLst>
        </pc:spChg>
      </pc:sldChg>
      <pc:sldChg chg="modSp new mod ord">
        <pc:chgData name="Ms Alina Arshad" userId="cccdfd85-d35d-4453-9c6f-a463aae40722" providerId="ADAL" clId="{9D070D90-1526-4C33-8966-8ADF4EF98FAB}" dt="2024-08-26T09:14:19.288" v="94"/>
        <pc:sldMkLst>
          <pc:docMk/>
          <pc:sldMk cId="3171797292" sldId="392"/>
        </pc:sldMkLst>
        <pc:spChg chg="mod">
          <ac:chgData name="Ms Alina Arshad" userId="cccdfd85-d35d-4453-9c6f-a463aae40722" providerId="ADAL" clId="{9D070D90-1526-4C33-8966-8ADF4EF98FAB}" dt="2024-08-26T09:08:44.241" v="76" actId="207"/>
          <ac:spMkLst>
            <pc:docMk/>
            <pc:sldMk cId="3171797292" sldId="392"/>
            <ac:spMk id="2" creationId="{71C7E6DC-E247-A1A6-4433-2D99DE757456}"/>
          </ac:spMkLst>
        </pc:spChg>
        <pc:spChg chg="mod">
          <ac:chgData name="Ms Alina Arshad" userId="cccdfd85-d35d-4453-9c6f-a463aae40722" providerId="ADAL" clId="{9D070D90-1526-4C33-8966-8ADF4EF98FAB}" dt="2024-08-26T09:09:47.517" v="87" actId="207"/>
          <ac:spMkLst>
            <pc:docMk/>
            <pc:sldMk cId="3171797292" sldId="392"/>
            <ac:spMk id="3" creationId="{8945664E-4C57-92F9-8D47-FA41D2EC3675}"/>
          </ac:spMkLst>
        </pc:spChg>
      </pc:sldChg>
      <pc:sldChg chg="new del">
        <pc:chgData name="Ms Alina Arshad" userId="cccdfd85-d35d-4453-9c6f-a463aae40722" providerId="ADAL" clId="{9D070D90-1526-4C33-8966-8ADF4EF98FAB}" dt="2024-08-26T09:08:28.926" v="57" actId="47"/>
        <pc:sldMkLst>
          <pc:docMk/>
          <pc:sldMk cId="3427654478" sldId="392"/>
        </pc:sldMkLst>
      </pc:sldChg>
      <pc:sldChg chg="delSp new del mod">
        <pc:chgData name="Ms Alina Arshad" userId="cccdfd85-d35d-4453-9c6f-a463aae40722" providerId="ADAL" clId="{9D070D90-1526-4C33-8966-8ADF4EF98FAB}" dt="2024-08-26T09:16:59.706" v="226" actId="47"/>
        <pc:sldMkLst>
          <pc:docMk/>
          <pc:sldMk cId="1468559554" sldId="393"/>
        </pc:sldMkLst>
        <pc:spChg chg="del">
          <ac:chgData name="Ms Alina Arshad" userId="cccdfd85-d35d-4453-9c6f-a463aae40722" providerId="ADAL" clId="{9D070D90-1526-4C33-8966-8ADF4EF98FAB}" dt="2024-08-26T09:14:10.928" v="92" actId="478"/>
          <ac:spMkLst>
            <pc:docMk/>
            <pc:sldMk cId="1468559554" sldId="393"/>
            <ac:spMk id="2" creationId="{7B3096DD-7254-94FB-B361-91D1E30F9BF0}"/>
          </ac:spMkLst>
        </pc:spChg>
        <pc:spChg chg="del">
          <ac:chgData name="Ms Alina Arshad" userId="cccdfd85-d35d-4453-9c6f-a463aae40722" providerId="ADAL" clId="{9D070D90-1526-4C33-8966-8ADF4EF98FAB}" dt="2024-08-26T09:14:09.350" v="91" actId="478"/>
          <ac:spMkLst>
            <pc:docMk/>
            <pc:sldMk cId="1468559554" sldId="393"/>
            <ac:spMk id="3" creationId="{D78851B1-4A44-FD00-8C39-D0F0F275E549}"/>
          </ac:spMkLst>
        </pc:spChg>
      </pc:sldChg>
      <pc:sldChg chg="modSp new mod">
        <pc:chgData name="Ms Alina Arshad" userId="cccdfd85-d35d-4453-9c6f-a463aae40722" providerId="ADAL" clId="{9D070D90-1526-4C33-8966-8ADF4EF98FAB}" dt="2024-08-26T09:16:54.548" v="225"/>
        <pc:sldMkLst>
          <pc:docMk/>
          <pc:sldMk cId="3643065844" sldId="394"/>
        </pc:sldMkLst>
        <pc:spChg chg="mod">
          <ac:chgData name="Ms Alina Arshad" userId="cccdfd85-d35d-4453-9c6f-a463aae40722" providerId="ADAL" clId="{9D070D90-1526-4C33-8966-8ADF4EF98FAB}" dt="2024-08-26T09:16:54.548" v="225"/>
          <ac:spMkLst>
            <pc:docMk/>
            <pc:sldMk cId="3643065844" sldId="394"/>
            <ac:spMk id="2" creationId="{56FB64E0-A331-330A-441B-B3C636221533}"/>
          </ac:spMkLst>
        </pc:spChg>
        <pc:spChg chg="mod">
          <ac:chgData name="Ms Alina Arshad" userId="cccdfd85-d35d-4453-9c6f-a463aae40722" providerId="ADAL" clId="{9D070D90-1526-4C33-8966-8ADF4EF98FAB}" dt="2024-08-26T09:16:41.558" v="224" actId="20577"/>
          <ac:spMkLst>
            <pc:docMk/>
            <pc:sldMk cId="3643065844" sldId="394"/>
            <ac:spMk id="3" creationId="{22ACE35B-3318-313E-A6ED-E9C39A6CC46C}"/>
          </ac:spMkLst>
        </pc:spChg>
      </pc:sldChg>
      <pc:sldChg chg="addSp modSp new mod">
        <pc:chgData name="Ms Alina Arshad" userId="cccdfd85-d35d-4453-9c6f-a463aae40722" providerId="ADAL" clId="{9D070D90-1526-4C33-8966-8ADF4EF98FAB}" dt="2024-08-26T09:19:42.253" v="237" actId="1076"/>
        <pc:sldMkLst>
          <pc:docMk/>
          <pc:sldMk cId="129645018" sldId="395"/>
        </pc:sldMkLst>
        <pc:spChg chg="add mod">
          <ac:chgData name="Ms Alina Arshad" userId="cccdfd85-d35d-4453-9c6f-a463aae40722" providerId="ADAL" clId="{9D070D90-1526-4C33-8966-8ADF4EF98FAB}" dt="2024-08-26T09:19:10.813" v="231" actId="1076"/>
          <ac:spMkLst>
            <pc:docMk/>
            <pc:sldMk cId="129645018" sldId="395"/>
            <ac:spMk id="3" creationId="{AE48E4DB-1020-2267-9323-EA4B0A7A40F7}"/>
          </ac:spMkLst>
        </pc:spChg>
        <pc:spChg chg="add mod">
          <ac:chgData name="Ms Alina Arshad" userId="cccdfd85-d35d-4453-9c6f-a463aae40722" providerId="ADAL" clId="{9D070D90-1526-4C33-8966-8ADF4EF98FAB}" dt="2024-08-26T09:19:42.253" v="237" actId="1076"/>
          <ac:spMkLst>
            <pc:docMk/>
            <pc:sldMk cId="129645018" sldId="395"/>
            <ac:spMk id="4" creationId="{E314460D-0C28-0074-04BC-D8A2FC53EC0F}"/>
          </ac:spMkLst>
        </pc:spChg>
      </pc:sldChg>
      <pc:sldChg chg="addSp delSp modSp new del mod">
        <pc:chgData name="Ms Alina Arshad" userId="cccdfd85-d35d-4453-9c6f-a463aae40722" providerId="ADAL" clId="{9D070D90-1526-4C33-8966-8ADF4EF98FAB}" dt="2024-08-26T09:50:52.084" v="253" actId="47"/>
        <pc:sldMkLst>
          <pc:docMk/>
          <pc:sldMk cId="195136698" sldId="396"/>
        </pc:sldMkLst>
        <pc:spChg chg="del">
          <ac:chgData name="Ms Alina Arshad" userId="cccdfd85-d35d-4453-9c6f-a463aae40722" providerId="ADAL" clId="{9D070D90-1526-4C33-8966-8ADF4EF98FAB}" dt="2024-08-26T09:50:10.617" v="243" actId="478"/>
          <ac:spMkLst>
            <pc:docMk/>
            <pc:sldMk cId="195136698" sldId="396"/>
            <ac:spMk id="2" creationId="{339A6985-72FC-5A91-A4DF-3F5B5298DCF8}"/>
          </ac:spMkLst>
        </pc:spChg>
        <pc:spChg chg="del">
          <ac:chgData name="Ms Alina Arshad" userId="cccdfd85-d35d-4453-9c6f-a463aae40722" providerId="ADAL" clId="{9D070D90-1526-4C33-8966-8ADF4EF98FAB}" dt="2024-08-26T09:49:52.682" v="240" actId="478"/>
          <ac:spMkLst>
            <pc:docMk/>
            <pc:sldMk cId="195136698" sldId="396"/>
            <ac:spMk id="3" creationId="{7878009F-28FC-5074-A45A-CC4FA57569B8}"/>
          </ac:spMkLst>
        </pc:spChg>
        <pc:spChg chg="add mod">
          <ac:chgData name="Ms Alina Arshad" userId="cccdfd85-d35d-4453-9c6f-a463aae40722" providerId="ADAL" clId="{9D070D90-1526-4C33-8966-8ADF4EF98FAB}" dt="2024-08-26T09:49:59.992" v="242" actId="14100"/>
          <ac:spMkLst>
            <pc:docMk/>
            <pc:sldMk cId="195136698" sldId="396"/>
            <ac:spMk id="4" creationId="{EC782C3C-54D3-9B18-19A8-E0A2A4D1DF4A}"/>
          </ac:spMkLst>
        </pc:spChg>
        <pc:spChg chg="add">
          <ac:chgData name="Ms Alina Arshad" userId="cccdfd85-d35d-4453-9c6f-a463aae40722" providerId="ADAL" clId="{9D070D90-1526-4C33-8966-8ADF4EF98FAB}" dt="2024-08-26T09:49:45.156" v="239"/>
          <ac:spMkLst>
            <pc:docMk/>
            <pc:sldMk cId="195136698" sldId="396"/>
            <ac:spMk id="5" creationId="{DD9F2442-6369-3A35-4A3E-0B47D0C8A4F0}"/>
          </ac:spMkLst>
        </pc:spChg>
        <pc:spChg chg="add">
          <ac:chgData name="Ms Alina Arshad" userId="cccdfd85-d35d-4453-9c6f-a463aae40722" providerId="ADAL" clId="{9D070D90-1526-4C33-8966-8ADF4EF98FAB}" dt="2024-08-26T09:49:45.156" v="239"/>
          <ac:spMkLst>
            <pc:docMk/>
            <pc:sldMk cId="195136698" sldId="396"/>
            <ac:spMk id="6" creationId="{DFEC5ACE-098C-E847-DA0F-9EEFCAC48C76}"/>
          </ac:spMkLst>
        </pc:spChg>
      </pc:sldChg>
      <pc:sldChg chg="addSp delSp modSp new mod">
        <pc:chgData name="Ms Alina Arshad" userId="cccdfd85-d35d-4453-9c6f-a463aae40722" providerId="ADAL" clId="{9D070D90-1526-4C33-8966-8ADF4EF98FAB}" dt="2024-08-27T04:54:01.181" v="478" actId="20577"/>
        <pc:sldMkLst>
          <pc:docMk/>
          <pc:sldMk cId="2801136258" sldId="397"/>
        </pc:sldMkLst>
        <pc:spChg chg="add mod">
          <ac:chgData name="Ms Alina Arshad" userId="cccdfd85-d35d-4453-9c6f-a463aae40722" providerId="ADAL" clId="{9D070D90-1526-4C33-8966-8ADF4EF98FAB}" dt="2024-08-27T04:54:01.181" v="478" actId="20577"/>
          <ac:spMkLst>
            <pc:docMk/>
            <pc:sldMk cId="2801136258" sldId="397"/>
            <ac:spMk id="2" creationId="{0AA35CFD-1519-F917-F636-053D59CFD9D1}"/>
          </ac:spMkLst>
        </pc:spChg>
        <pc:spChg chg="add">
          <ac:chgData name="Ms Alina Arshad" userId="cccdfd85-d35d-4453-9c6f-a463aae40722" providerId="ADAL" clId="{9D070D90-1526-4C33-8966-8ADF4EF98FAB}" dt="2024-08-27T04:49:53.463" v="336"/>
          <ac:spMkLst>
            <pc:docMk/>
            <pc:sldMk cId="2801136258" sldId="397"/>
            <ac:spMk id="3" creationId="{1A518913-A396-ACDA-F801-842CC2F63381}"/>
          </ac:spMkLst>
        </pc:spChg>
        <pc:spChg chg="add del mod">
          <ac:chgData name="Ms Alina Arshad" userId="cccdfd85-d35d-4453-9c6f-a463aae40722" providerId="ADAL" clId="{9D070D90-1526-4C33-8966-8ADF4EF98FAB}" dt="2024-08-26T09:51:37.534" v="264" actId="478"/>
          <ac:spMkLst>
            <pc:docMk/>
            <pc:sldMk cId="2801136258" sldId="397"/>
            <ac:spMk id="3" creationId="{D417D5B8-68C8-6DC5-BEEC-D1BEBA8C2A61}"/>
          </ac:spMkLst>
        </pc:spChg>
        <pc:spChg chg="add mod">
          <ac:chgData name="Ms Alina Arshad" userId="cccdfd85-d35d-4453-9c6f-a463aae40722" providerId="ADAL" clId="{9D070D90-1526-4C33-8966-8ADF4EF98FAB}" dt="2024-08-26T09:51:57.527" v="269" actId="1076"/>
          <ac:spMkLst>
            <pc:docMk/>
            <pc:sldMk cId="2801136258" sldId="397"/>
            <ac:spMk id="4" creationId="{9F6CA550-4BA9-D211-315D-511871109AFE}"/>
          </ac:spMkLst>
        </pc:spChg>
      </pc:sldChg>
      <pc:sldChg chg="new del">
        <pc:chgData name="Ms Alina Arshad" userId="cccdfd85-d35d-4453-9c6f-a463aae40722" providerId="ADAL" clId="{9D070D90-1526-4C33-8966-8ADF4EF98FAB}" dt="2024-08-27T04:43:07.654" v="271" actId="47"/>
        <pc:sldMkLst>
          <pc:docMk/>
          <pc:sldMk cId="1625032331" sldId="398"/>
        </pc:sldMkLst>
      </pc:sldChg>
      <pc:sldChg chg="addSp modSp new mod">
        <pc:chgData name="Ms Alina Arshad" userId="cccdfd85-d35d-4453-9c6f-a463aae40722" providerId="ADAL" clId="{9D070D90-1526-4C33-8966-8ADF4EF98FAB}" dt="2024-08-27T04:46:49.038" v="312" actId="21"/>
        <pc:sldMkLst>
          <pc:docMk/>
          <pc:sldMk cId="2310894512" sldId="398"/>
        </pc:sldMkLst>
        <pc:graphicFrameChg chg="add mod modGraphic">
          <ac:chgData name="Ms Alina Arshad" userId="cccdfd85-d35d-4453-9c6f-a463aae40722" providerId="ADAL" clId="{9D070D90-1526-4C33-8966-8ADF4EF98FAB}" dt="2024-08-27T04:46:49.038" v="312" actId="21"/>
          <ac:graphicFrameMkLst>
            <pc:docMk/>
            <pc:sldMk cId="2310894512" sldId="398"/>
            <ac:graphicFrameMk id="2" creationId="{0805F1E4-B84C-1BA4-9718-16AA4D217A43}"/>
          </ac:graphicFrameMkLst>
        </pc:graphicFrameChg>
      </pc:sldChg>
      <pc:sldChg chg="addSp modSp new mod">
        <pc:chgData name="Ms Alina Arshad" userId="cccdfd85-d35d-4453-9c6f-a463aae40722" providerId="ADAL" clId="{9D070D90-1526-4C33-8966-8ADF4EF98FAB}" dt="2024-08-27T04:48:27.289" v="332" actId="1076"/>
        <pc:sldMkLst>
          <pc:docMk/>
          <pc:sldMk cId="4103277343" sldId="399"/>
        </pc:sldMkLst>
        <pc:spChg chg="add mod">
          <ac:chgData name="Ms Alina Arshad" userId="cccdfd85-d35d-4453-9c6f-a463aae40722" providerId="ADAL" clId="{9D070D90-1526-4C33-8966-8ADF4EF98FAB}" dt="2024-08-27T04:48:27.289" v="332" actId="1076"/>
          <ac:spMkLst>
            <pc:docMk/>
            <pc:sldMk cId="4103277343" sldId="399"/>
            <ac:spMk id="4" creationId="{4C670BC4-2223-4809-FDC3-575B071F5472}"/>
          </ac:spMkLst>
        </pc:spChg>
        <pc:graphicFrameChg chg="add mod modGraphic">
          <ac:chgData name="Ms Alina Arshad" userId="cccdfd85-d35d-4453-9c6f-a463aae40722" providerId="ADAL" clId="{9D070D90-1526-4C33-8966-8ADF4EF98FAB}" dt="2024-08-27T04:48:11.618" v="325" actId="1076"/>
          <ac:graphicFrameMkLst>
            <pc:docMk/>
            <pc:sldMk cId="4103277343" sldId="399"/>
            <ac:graphicFrameMk id="2" creationId="{6D781DE9-F107-AAE6-19E7-A44FE0997EAB}"/>
          </ac:graphicFrameMkLst>
        </pc:graphicFrameChg>
      </pc:sldChg>
    </pc:docChg>
  </pc:docChgLst>
  <pc:docChgLst>
    <pc:chgData name="Ms Alina Arshad" userId="cccdfd85-d35d-4453-9c6f-a463aae40722" providerId="ADAL" clId="{1C05DFB1-C023-4755-8788-6BFDA6690735}"/>
    <pc:docChg chg="undo custSel addSld delSld modSld sldOrd">
      <pc:chgData name="Ms Alina Arshad" userId="cccdfd85-d35d-4453-9c6f-a463aae40722" providerId="ADAL" clId="{1C05DFB1-C023-4755-8788-6BFDA6690735}" dt="2024-09-05T08:41:59.376" v="433" actId="20577"/>
      <pc:docMkLst>
        <pc:docMk/>
      </pc:docMkLst>
      <pc:sldChg chg="addSp delSp modSp mod">
        <pc:chgData name="Ms Alina Arshad" userId="cccdfd85-d35d-4453-9c6f-a463aae40722" providerId="ADAL" clId="{1C05DFB1-C023-4755-8788-6BFDA6690735}" dt="2024-09-05T08:41:59.376" v="433" actId="20577"/>
        <pc:sldMkLst>
          <pc:docMk/>
          <pc:sldMk cId="3322361034" sldId="256"/>
        </pc:sldMkLst>
        <pc:spChg chg="mod">
          <ac:chgData name="Ms Alina Arshad" userId="cccdfd85-d35d-4453-9c6f-a463aae40722" providerId="ADAL" clId="{1C05DFB1-C023-4755-8788-6BFDA6690735}" dt="2024-09-05T08:41:59.376" v="433" actId="20577"/>
          <ac:spMkLst>
            <pc:docMk/>
            <pc:sldMk cId="3322361034" sldId="256"/>
            <ac:spMk id="3" creationId="{44E9F82C-BBA7-3495-1097-BEDB54FFFDF4}"/>
          </ac:spMkLst>
        </pc:spChg>
        <pc:spChg chg="add del">
          <ac:chgData name="Ms Alina Arshad" userId="cccdfd85-d35d-4453-9c6f-a463aae40722" providerId="ADAL" clId="{1C05DFB1-C023-4755-8788-6BFDA6690735}" dt="2024-09-05T07:34:55.610" v="146" actId="22"/>
          <ac:spMkLst>
            <pc:docMk/>
            <pc:sldMk cId="3322361034" sldId="256"/>
            <ac:spMk id="6" creationId="{3CA1EAAA-F942-5EDF-87BE-7AA035157A05}"/>
          </ac:spMkLst>
        </pc:spChg>
      </pc:sldChg>
      <pc:sldChg chg="modSp add mod ord">
        <pc:chgData name="Ms Alina Arshad" userId="cccdfd85-d35d-4453-9c6f-a463aae40722" providerId="ADAL" clId="{1C05DFB1-C023-4755-8788-6BFDA6690735}" dt="2024-09-05T07:56:57.780" v="375"/>
        <pc:sldMkLst>
          <pc:docMk/>
          <pc:sldMk cId="0" sldId="361"/>
        </pc:sldMkLst>
        <pc:spChg chg="mod">
          <ac:chgData name="Ms Alina Arshad" userId="cccdfd85-d35d-4453-9c6f-a463aae40722" providerId="ADAL" clId="{1C05DFB1-C023-4755-8788-6BFDA6690735}" dt="2024-09-05T07:45:06.953" v="192" actId="1076"/>
          <ac:spMkLst>
            <pc:docMk/>
            <pc:sldMk cId="0" sldId="361"/>
            <ac:spMk id="11266" creationId="{CDFEA5A7-DD76-DB88-8CE1-C136689A729E}"/>
          </ac:spMkLst>
        </pc:spChg>
        <pc:picChg chg="mod">
          <ac:chgData name="Ms Alina Arshad" userId="cccdfd85-d35d-4453-9c6f-a463aae40722" providerId="ADAL" clId="{1C05DFB1-C023-4755-8788-6BFDA6690735}" dt="2024-09-05T07:45:09.937" v="193" actId="1076"/>
          <ac:picMkLst>
            <pc:docMk/>
            <pc:sldMk cId="0" sldId="361"/>
            <ac:picMk id="11267" creationId="{E07318DB-010A-9C35-EA2F-B3B619FB4F96}"/>
          </ac:picMkLst>
        </pc:picChg>
      </pc:sldChg>
      <pc:sldChg chg="modSp add mod ord">
        <pc:chgData name="Ms Alina Arshad" userId="cccdfd85-d35d-4453-9c6f-a463aae40722" providerId="ADAL" clId="{1C05DFB1-C023-4755-8788-6BFDA6690735}" dt="2024-09-05T08:14:11.075" v="401"/>
        <pc:sldMkLst>
          <pc:docMk/>
          <pc:sldMk cId="0" sldId="369"/>
        </pc:sldMkLst>
        <pc:spChg chg="mod">
          <ac:chgData name="Ms Alina Arshad" userId="cccdfd85-d35d-4453-9c6f-a463aae40722" providerId="ADAL" clId="{1C05DFB1-C023-4755-8788-6BFDA6690735}" dt="2024-09-05T07:50:23.356" v="262" actId="404"/>
          <ac:spMkLst>
            <pc:docMk/>
            <pc:sldMk cId="0" sldId="369"/>
            <ac:spMk id="4" creationId="{8E987808-8596-9880-3716-1A0FF1EDC058}"/>
          </ac:spMkLst>
        </pc:spChg>
        <pc:spChg chg="mod">
          <ac:chgData name="Ms Alina Arshad" userId="cccdfd85-d35d-4453-9c6f-a463aae40722" providerId="ADAL" clId="{1C05DFB1-C023-4755-8788-6BFDA6690735}" dt="2024-09-05T07:50:03.718" v="254" actId="1076"/>
          <ac:spMkLst>
            <pc:docMk/>
            <pc:sldMk cId="0" sldId="369"/>
            <ac:spMk id="17410" creationId="{DD6089CE-4A31-4A96-1F98-DDBB2C23FF42}"/>
          </ac:spMkLst>
        </pc:spChg>
        <pc:picChg chg="mod">
          <ac:chgData name="Ms Alina Arshad" userId="cccdfd85-d35d-4453-9c6f-a463aae40722" providerId="ADAL" clId="{1C05DFB1-C023-4755-8788-6BFDA6690735}" dt="2024-09-05T07:50:25.414" v="263" actId="1076"/>
          <ac:picMkLst>
            <pc:docMk/>
            <pc:sldMk cId="0" sldId="369"/>
            <ac:picMk id="17412" creationId="{A99781B3-ECFD-C897-E252-4DA1744B8C9F}"/>
          </ac:picMkLst>
        </pc:picChg>
      </pc:sldChg>
      <pc:sldChg chg="modSp add mod ord modAnim">
        <pc:chgData name="Ms Alina Arshad" userId="cccdfd85-d35d-4453-9c6f-a463aae40722" providerId="ADAL" clId="{1C05DFB1-C023-4755-8788-6BFDA6690735}" dt="2024-09-05T08:15:10.231" v="421"/>
        <pc:sldMkLst>
          <pc:docMk/>
          <pc:sldMk cId="0" sldId="370"/>
        </pc:sldMkLst>
        <pc:spChg chg="mod">
          <ac:chgData name="Ms Alina Arshad" userId="cccdfd85-d35d-4453-9c6f-a463aae40722" providerId="ADAL" clId="{1C05DFB1-C023-4755-8788-6BFDA6690735}" dt="2024-09-05T08:15:07.606" v="419" actId="12"/>
          <ac:spMkLst>
            <pc:docMk/>
            <pc:sldMk cId="0" sldId="370"/>
            <ac:spMk id="4" creationId="{1BF07008-22A4-D676-C9D6-7038ABDE0606}"/>
          </ac:spMkLst>
        </pc:spChg>
        <pc:spChg chg="mod">
          <ac:chgData name="Ms Alina Arshad" userId="cccdfd85-d35d-4453-9c6f-a463aae40722" providerId="ADAL" clId="{1C05DFB1-C023-4755-8788-6BFDA6690735}" dt="2024-09-05T07:51:17.485" v="281" actId="1076"/>
          <ac:spMkLst>
            <pc:docMk/>
            <pc:sldMk cId="0" sldId="370"/>
            <ac:spMk id="19458" creationId="{36059FCC-18D6-6332-D685-7C398C657D85}"/>
          </ac:spMkLst>
        </pc:spChg>
        <pc:picChg chg="mod">
          <ac:chgData name="Ms Alina Arshad" userId="cccdfd85-d35d-4453-9c6f-a463aae40722" providerId="ADAL" clId="{1C05DFB1-C023-4755-8788-6BFDA6690735}" dt="2024-09-05T07:51:56.269" v="290" actId="1076"/>
          <ac:picMkLst>
            <pc:docMk/>
            <pc:sldMk cId="0" sldId="370"/>
            <ac:picMk id="19460" creationId="{A9A59423-9CB7-223E-698D-5348E408B2CE}"/>
          </ac:picMkLst>
        </pc:picChg>
      </pc:sldChg>
      <pc:sldChg chg="modSp add mod ord">
        <pc:chgData name="Ms Alina Arshad" userId="cccdfd85-d35d-4453-9c6f-a463aae40722" providerId="ADAL" clId="{1C05DFB1-C023-4755-8788-6BFDA6690735}" dt="2024-09-05T08:14:54.414" v="413"/>
        <pc:sldMkLst>
          <pc:docMk/>
          <pc:sldMk cId="0" sldId="371"/>
        </pc:sldMkLst>
        <pc:spChg chg="mod">
          <ac:chgData name="Ms Alina Arshad" userId="cccdfd85-d35d-4453-9c6f-a463aae40722" providerId="ADAL" clId="{1C05DFB1-C023-4755-8788-6BFDA6690735}" dt="2024-09-05T07:51:07.444" v="278" actId="12"/>
          <ac:spMkLst>
            <pc:docMk/>
            <pc:sldMk cId="0" sldId="371"/>
            <ac:spMk id="6" creationId="{BFF2EC28-54EE-BE7B-18AD-61866F6E4477}"/>
          </ac:spMkLst>
        </pc:spChg>
        <pc:spChg chg="mod">
          <ac:chgData name="Ms Alina Arshad" userId="cccdfd85-d35d-4453-9c6f-a463aae40722" providerId="ADAL" clId="{1C05DFB1-C023-4755-8788-6BFDA6690735}" dt="2024-09-05T07:50:36.990" v="267" actId="1076"/>
          <ac:spMkLst>
            <pc:docMk/>
            <pc:sldMk cId="0" sldId="371"/>
            <ac:spMk id="18434" creationId="{CC853854-2B92-E747-813E-1CCD9BE5A87A}"/>
          </ac:spMkLst>
        </pc:spChg>
      </pc:sldChg>
      <pc:sldChg chg="del">
        <pc:chgData name="Ms Alina Arshad" userId="cccdfd85-d35d-4453-9c6f-a463aae40722" providerId="ADAL" clId="{1C05DFB1-C023-4755-8788-6BFDA6690735}" dt="2024-09-05T06:57:39.431" v="12" actId="47"/>
        <pc:sldMkLst>
          <pc:docMk/>
          <pc:sldMk cId="3002628608" sldId="371"/>
        </pc:sldMkLst>
      </pc:sldChg>
      <pc:sldChg chg="modSp add mod ord">
        <pc:chgData name="Ms Alina Arshad" userId="cccdfd85-d35d-4453-9c6f-a463aae40722" providerId="ADAL" clId="{1C05DFB1-C023-4755-8788-6BFDA6690735}" dt="2024-09-05T08:15:20.321" v="423"/>
        <pc:sldMkLst>
          <pc:docMk/>
          <pc:sldMk cId="0" sldId="372"/>
        </pc:sldMkLst>
        <pc:spChg chg="mod">
          <ac:chgData name="Ms Alina Arshad" userId="cccdfd85-d35d-4453-9c6f-a463aae40722" providerId="ADAL" clId="{1C05DFB1-C023-4755-8788-6BFDA6690735}" dt="2024-09-05T07:52:20.715" v="298" actId="12"/>
          <ac:spMkLst>
            <pc:docMk/>
            <pc:sldMk cId="0" sldId="372"/>
            <ac:spMk id="3" creationId="{3CE06910-2266-68E8-32AE-E6FCE586718E}"/>
          </ac:spMkLst>
        </pc:spChg>
        <pc:spChg chg="mod">
          <ac:chgData name="Ms Alina Arshad" userId="cccdfd85-d35d-4453-9c6f-a463aae40722" providerId="ADAL" clId="{1C05DFB1-C023-4755-8788-6BFDA6690735}" dt="2024-09-05T07:52:06.262" v="293" actId="1076"/>
          <ac:spMkLst>
            <pc:docMk/>
            <pc:sldMk cId="0" sldId="372"/>
            <ac:spMk id="20482" creationId="{66081410-0D97-977C-9351-D99DD14E7278}"/>
          </ac:spMkLst>
        </pc:spChg>
      </pc:sldChg>
      <pc:sldChg chg="modSp add mod">
        <pc:chgData name="Ms Alina Arshad" userId="cccdfd85-d35d-4453-9c6f-a463aae40722" providerId="ADAL" clId="{1C05DFB1-C023-4755-8788-6BFDA6690735}" dt="2024-09-05T07:52:36.823" v="306" actId="12"/>
        <pc:sldMkLst>
          <pc:docMk/>
          <pc:sldMk cId="0" sldId="376"/>
        </pc:sldMkLst>
        <pc:spChg chg="mod">
          <ac:chgData name="Ms Alina Arshad" userId="cccdfd85-d35d-4453-9c6f-a463aae40722" providerId="ADAL" clId="{1C05DFB1-C023-4755-8788-6BFDA6690735}" dt="2024-09-05T07:52:36.823" v="306" actId="12"/>
          <ac:spMkLst>
            <pc:docMk/>
            <pc:sldMk cId="0" sldId="376"/>
            <ac:spMk id="14339" creationId="{94A197E7-6DCB-57DA-E27C-724B31356253}"/>
          </ac:spMkLst>
        </pc:spChg>
        <pc:spChg chg="mod">
          <ac:chgData name="Ms Alina Arshad" userId="cccdfd85-d35d-4453-9c6f-a463aae40722" providerId="ADAL" clId="{1C05DFB1-C023-4755-8788-6BFDA6690735}" dt="2024-09-05T07:52:26.389" v="300" actId="113"/>
          <ac:spMkLst>
            <pc:docMk/>
            <pc:sldMk cId="0" sldId="376"/>
            <ac:spMk id="21506" creationId="{94B96EC9-3772-F192-36A7-9AEC2591F83D}"/>
          </ac:spMkLst>
        </pc:spChg>
      </pc:sldChg>
      <pc:sldChg chg="modSp add mod">
        <pc:chgData name="Ms Alina Arshad" userId="cccdfd85-d35d-4453-9c6f-a463aae40722" providerId="ADAL" clId="{1C05DFB1-C023-4755-8788-6BFDA6690735}" dt="2024-09-05T07:53:06.340" v="318" actId="113"/>
        <pc:sldMkLst>
          <pc:docMk/>
          <pc:sldMk cId="0" sldId="377"/>
        </pc:sldMkLst>
        <pc:spChg chg="mod">
          <ac:chgData name="Ms Alina Arshad" userId="cccdfd85-d35d-4453-9c6f-a463aae40722" providerId="ADAL" clId="{1C05DFB1-C023-4755-8788-6BFDA6690735}" dt="2024-09-05T07:53:06.340" v="318" actId="113"/>
          <ac:spMkLst>
            <pc:docMk/>
            <pc:sldMk cId="0" sldId="377"/>
            <ac:spMk id="14339" creationId="{146A747E-9050-5C65-BC4A-8D4836FF8395}"/>
          </ac:spMkLst>
        </pc:spChg>
        <pc:spChg chg="mod">
          <ac:chgData name="Ms Alina Arshad" userId="cccdfd85-d35d-4453-9c6f-a463aae40722" providerId="ADAL" clId="{1C05DFB1-C023-4755-8788-6BFDA6690735}" dt="2024-09-05T07:52:44.618" v="309" actId="14100"/>
          <ac:spMkLst>
            <pc:docMk/>
            <pc:sldMk cId="0" sldId="377"/>
            <ac:spMk id="22530" creationId="{7FF264FD-3FAC-696B-B23E-80C7D4989C57}"/>
          </ac:spMkLst>
        </pc:spChg>
      </pc:sldChg>
      <pc:sldChg chg="modSp add mod">
        <pc:chgData name="Ms Alina Arshad" userId="cccdfd85-d35d-4453-9c6f-a463aae40722" providerId="ADAL" clId="{1C05DFB1-C023-4755-8788-6BFDA6690735}" dt="2024-09-05T07:47:40.697" v="240" actId="5793"/>
        <pc:sldMkLst>
          <pc:docMk/>
          <pc:sldMk cId="0" sldId="378"/>
        </pc:sldMkLst>
        <pc:spChg chg="mod">
          <ac:chgData name="Ms Alina Arshad" userId="cccdfd85-d35d-4453-9c6f-a463aae40722" providerId="ADAL" clId="{1C05DFB1-C023-4755-8788-6BFDA6690735}" dt="2024-09-05T07:47:40.697" v="240" actId="5793"/>
          <ac:spMkLst>
            <pc:docMk/>
            <pc:sldMk cId="0" sldId="378"/>
            <ac:spMk id="3" creationId="{4D92009B-F46A-5A2A-9F0D-713E31A909F0}"/>
          </ac:spMkLst>
        </pc:spChg>
        <pc:spChg chg="mod">
          <ac:chgData name="Ms Alina Arshad" userId="cccdfd85-d35d-4453-9c6f-a463aae40722" providerId="ADAL" clId="{1C05DFB1-C023-4755-8788-6BFDA6690735}" dt="2024-09-05T07:47:30.328" v="235" actId="1076"/>
          <ac:spMkLst>
            <pc:docMk/>
            <pc:sldMk cId="0" sldId="378"/>
            <ac:spMk id="15362" creationId="{3442C437-2A5E-2C29-35CE-ED5EFF025000}"/>
          </ac:spMkLst>
        </pc:spChg>
      </pc:sldChg>
      <pc:sldChg chg="modSp add mod modAnim">
        <pc:chgData name="Ms Alina Arshad" userId="cccdfd85-d35d-4453-9c6f-a463aae40722" providerId="ADAL" clId="{1C05DFB1-C023-4755-8788-6BFDA6690735}" dt="2024-09-05T08:14:51.102" v="411" actId="20577"/>
        <pc:sldMkLst>
          <pc:docMk/>
          <pc:sldMk cId="0" sldId="379"/>
        </pc:sldMkLst>
        <pc:spChg chg="mod">
          <ac:chgData name="Ms Alina Arshad" userId="cccdfd85-d35d-4453-9c6f-a463aae40722" providerId="ADAL" clId="{1C05DFB1-C023-4755-8788-6BFDA6690735}" dt="2024-09-05T08:14:51.102" v="411" actId="20577"/>
          <ac:spMkLst>
            <pc:docMk/>
            <pc:sldMk cId="0" sldId="379"/>
            <ac:spMk id="3" creationId="{61195190-11D2-11B5-78F3-47F19F95C21B}"/>
          </ac:spMkLst>
        </pc:spChg>
        <pc:spChg chg="mod">
          <ac:chgData name="Ms Alina Arshad" userId="cccdfd85-d35d-4453-9c6f-a463aae40722" providerId="ADAL" clId="{1C05DFB1-C023-4755-8788-6BFDA6690735}" dt="2024-09-05T07:47:52.400" v="243" actId="1076"/>
          <ac:spMkLst>
            <pc:docMk/>
            <pc:sldMk cId="0" sldId="379"/>
            <ac:spMk id="16386" creationId="{0F49AA23-905E-F20F-088A-5E8560F2BB65}"/>
          </ac:spMkLst>
        </pc:spChg>
      </pc:sldChg>
      <pc:sldChg chg="modSp add mod modAnim">
        <pc:chgData name="Ms Alina Arshad" userId="cccdfd85-d35d-4453-9c6f-a463aae40722" providerId="ADAL" clId="{1C05DFB1-C023-4755-8788-6BFDA6690735}" dt="2024-09-05T07:43:18.362" v="180" actId="5793"/>
        <pc:sldMkLst>
          <pc:docMk/>
          <pc:sldMk cId="0" sldId="383"/>
        </pc:sldMkLst>
        <pc:spChg chg="mod">
          <ac:chgData name="Ms Alina Arshad" userId="cccdfd85-d35d-4453-9c6f-a463aae40722" providerId="ADAL" clId="{1C05DFB1-C023-4755-8788-6BFDA6690735}" dt="2024-09-05T07:43:18.362" v="180" actId="5793"/>
          <ac:spMkLst>
            <pc:docMk/>
            <pc:sldMk cId="0" sldId="383"/>
            <ac:spMk id="3" creationId="{C2FC69E0-7DD3-4C45-6AFE-2872EF17DC2F}"/>
          </ac:spMkLst>
        </pc:spChg>
        <pc:spChg chg="mod">
          <ac:chgData name="Ms Alina Arshad" userId="cccdfd85-d35d-4453-9c6f-a463aae40722" providerId="ADAL" clId="{1C05DFB1-C023-4755-8788-6BFDA6690735}" dt="2024-09-05T07:42:53.024" v="172" actId="20577"/>
          <ac:spMkLst>
            <pc:docMk/>
            <pc:sldMk cId="0" sldId="383"/>
            <ac:spMk id="9218" creationId="{7D46923B-4293-0392-7CA6-15541CC5E291}"/>
          </ac:spMkLst>
        </pc:spChg>
      </pc:sldChg>
      <pc:sldChg chg="modSp add mod">
        <pc:chgData name="Ms Alina Arshad" userId="cccdfd85-d35d-4453-9c6f-a463aae40722" providerId="ADAL" clId="{1C05DFB1-C023-4755-8788-6BFDA6690735}" dt="2024-09-05T07:44:56.003" v="189" actId="14100"/>
        <pc:sldMkLst>
          <pc:docMk/>
          <pc:sldMk cId="0" sldId="384"/>
        </pc:sldMkLst>
        <pc:spChg chg="mod">
          <ac:chgData name="Ms Alina Arshad" userId="cccdfd85-d35d-4453-9c6f-a463aae40722" providerId="ADAL" clId="{1C05DFB1-C023-4755-8788-6BFDA6690735}" dt="2024-09-05T07:44:56.003" v="189" actId="14100"/>
          <ac:spMkLst>
            <pc:docMk/>
            <pc:sldMk cId="0" sldId="384"/>
            <ac:spMk id="3" creationId="{C634E1DB-E2BA-2AFF-7108-3E751B986BF9}"/>
          </ac:spMkLst>
        </pc:spChg>
        <pc:spChg chg="mod">
          <ac:chgData name="Ms Alina Arshad" userId="cccdfd85-d35d-4453-9c6f-a463aae40722" providerId="ADAL" clId="{1C05DFB1-C023-4755-8788-6BFDA6690735}" dt="2024-09-05T07:44:40.769" v="183" actId="1076"/>
          <ac:spMkLst>
            <pc:docMk/>
            <pc:sldMk cId="0" sldId="384"/>
            <ac:spMk id="10242" creationId="{50DB1E3C-43B1-2632-8424-D1FFA8841F47}"/>
          </ac:spMkLst>
        </pc:spChg>
      </pc:sldChg>
      <pc:sldChg chg="modSp add mod">
        <pc:chgData name="Ms Alina Arshad" userId="cccdfd85-d35d-4453-9c6f-a463aae40722" providerId="ADAL" clId="{1C05DFB1-C023-4755-8788-6BFDA6690735}" dt="2024-09-05T07:46:39.842" v="219" actId="12"/>
        <pc:sldMkLst>
          <pc:docMk/>
          <pc:sldMk cId="0" sldId="385"/>
        </pc:sldMkLst>
        <pc:spChg chg="mod">
          <ac:chgData name="Ms Alina Arshad" userId="cccdfd85-d35d-4453-9c6f-a463aae40722" providerId="ADAL" clId="{1C05DFB1-C023-4755-8788-6BFDA6690735}" dt="2024-09-05T07:46:39.842" v="219" actId="12"/>
          <ac:spMkLst>
            <pc:docMk/>
            <pc:sldMk cId="0" sldId="385"/>
            <ac:spMk id="3" creationId="{379A78FA-6D74-14F8-2672-ED7E5F387EF1}"/>
          </ac:spMkLst>
        </pc:spChg>
        <pc:spChg chg="mod">
          <ac:chgData name="Ms Alina Arshad" userId="cccdfd85-d35d-4453-9c6f-a463aae40722" providerId="ADAL" clId="{1C05DFB1-C023-4755-8788-6BFDA6690735}" dt="2024-09-05T07:46:15.304" v="212" actId="1076"/>
          <ac:spMkLst>
            <pc:docMk/>
            <pc:sldMk cId="0" sldId="385"/>
            <ac:spMk id="13314" creationId="{732ED189-5E03-CB9F-F411-B5D3F802C357}"/>
          </ac:spMkLst>
        </pc:spChg>
      </pc:sldChg>
      <pc:sldChg chg="modSp add mod">
        <pc:chgData name="Ms Alina Arshad" userId="cccdfd85-d35d-4453-9c6f-a463aae40722" providerId="ADAL" clId="{1C05DFB1-C023-4755-8788-6BFDA6690735}" dt="2024-09-05T07:47:20.829" v="232" actId="403"/>
        <pc:sldMkLst>
          <pc:docMk/>
          <pc:sldMk cId="0" sldId="386"/>
        </pc:sldMkLst>
        <pc:spChg chg="mod">
          <ac:chgData name="Ms Alina Arshad" userId="cccdfd85-d35d-4453-9c6f-a463aae40722" providerId="ADAL" clId="{1C05DFB1-C023-4755-8788-6BFDA6690735}" dt="2024-09-05T07:47:20.829" v="232" actId="403"/>
          <ac:spMkLst>
            <pc:docMk/>
            <pc:sldMk cId="0" sldId="386"/>
            <ac:spMk id="3" creationId="{0ADDFDD8-BEF2-6FD9-6843-39FB18C7F97C}"/>
          </ac:spMkLst>
        </pc:spChg>
        <pc:spChg chg="mod">
          <ac:chgData name="Ms Alina Arshad" userId="cccdfd85-d35d-4453-9c6f-a463aae40722" providerId="ADAL" clId="{1C05DFB1-C023-4755-8788-6BFDA6690735}" dt="2024-09-05T07:46:47.656" v="222" actId="1076"/>
          <ac:spMkLst>
            <pc:docMk/>
            <pc:sldMk cId="0" sldId="386"/>
            <ac:spMk id="14338" creationId="{B83E9FFA-704B-66F4-F1D7-6A91C9C11149}"/>
          </ac:spMkLst>
        </pc:spChg>
      </pc:sldChg>
      <pc:sldChg chg="modSp add mod modAnim">
        <pc:chgData name="Ms Alina Arshad" userId="cccdfd85-d35d-4453-9c6f-a463aae40722" providerId="ADAL" clId="{1C05DFB1-C023-4755-8788-6BFDA6690735}" dt="2024-09-05T07:54:35.206" v="338" actId="20577"/>
        <pc:sldMkLst>
          <pc:docMk/>
          <pc:sldMk cId="0" sldId="387"/>
        </pc:sldMkLst>
        <pc:spChg chg="mod">
          <ac:chgData name="Ms Alina Arshad" userId="cccdfd85-d35d-4453-9c6f-a463aae40722" providerId="ADAL" clId="{1C05DFB1-C023-4755-8788-6BFDA6690735}" dt="2024-09-05T07:54:35.206" v="338" actId="20577"/>
          <ac:spMkLst>
            <pc:docMk/>
            <pc:sldMk cId="0" sldId="387"/>
            <ac:spMk id="13315" creationId="{531687A9-A3D6-897B-44B5-C9FB8F83C570}"/>
          </ac:spMkLst>
        </pc:spChg>
        <pc:spChg chg="mod">
          <ac:chgData name="Ms Alina Arshad" userId="cccdfd85-d35d-4453-9c6f-a463aae40722" providerId="ADAL" clId="{1C05DFB1-C023-4755-8788-6BFDA6690735}" dt="2024-09-05T07:53:54.999" v="320" actId="113"/>
          <ac:spMkLst>
            <pc:docMk/>
            <pc:sldMk cId="0" sldId="387"/>
            <ac:spMk id="23554" creationId="{5CC3658E-AF25-BB3C-3809-6442770ED61D}"/>
          </ac:spMkLst>
        </pc:spChg>
      </pc:sldChg>
      <pc:sldChg chg="modSp add mod">
        <pc:chgData name="Ms Alina Arshad" userId="cccdfd85-d35d-4453-9c6f-a463aae40722" providerId="ADAL" clId="{1C05DFB1-C023-4755-8788-6BFDA6690735}" dt="2024-09-05T07:55:35.887" v="366" actId="404"/>
        <pc:sldMkLst>
          <pc:docMk/>
          <pc:sldMk cId="0" sldId="388"/>
        </pc:sldMkLst>
        <pc:spChg chg="mod">
          <ac:chgData name="Ms Alina Arshad" userId="cccdfd85-d35d-4453-9c6f-a463aae40722" providerId="ADAL" clId="{1C05DFB1-C023-4755-8788-6BFDA6690735}" dt="2024-09-05T07:55:35.887" v="366" actId="404"/>
          <ac:spMkLst>
            <pc:docMk/>
            <pc:sldMk cId="0" sldId="388"/>
            <ac:spMk id="12291" creationId="{A4229261-4050-E940-E2CC-E6C349C00026}"/>
          </ac:spMkLst>
        </pc:spChg>
        <pc:spChg chg="mod">
          <ac:chgData name="Ms Alina Arshad" userId="cccdfd85-d35d-4453-9c6f-a463aae40722" providerId="ADAL" clId="{1C05DFB1-C023-4755-8788-6BFDA6690735}" dt="2024-09-05T07:54:43.782" v="340" actId="113"/>
          <ac:spMkLst>
            <pc:docMk/>
            <pc:sldMk cId="0" sldId="388"/>
            <ac:spMk id="25602" creationId="{B6BE0445-8A2A-E89B-D80A-2E7BB69D894C}"/>
          </ac:spMkLst>
        </pc:spChg>
        <pc:picChg chg="mod">
          <ac:chgData name="Ms Alina Arshad" userId="cccdfd85-d35d-4453-9c6f-a463aae40722" providerId="ADAL" clId="{1C05DFB1-C023-4755-8788-6BFDA6690735}" dt="2024-09-05T07:55:30.652" v="363" actId="1076"/>
          <ac:picMkLst>
            <pc:docMk/>
            <pc:sldMk cId="0" sldId="388"/>
            <ac:picMk id="4" creationId="{DC97E133-31CE-26D9-EDB0-C1FF1455F237}"/>
          </ac:picMkLst>
        </pc:picChg>
      </pc:sldChg>
      <pc:sldChg chg="add">
        <pc:chgData name="Ms Alina Arshad" userId="cccdfd85-d35d-4453-9c6f-a463aae40722" providerId="ADAL" clId="{1C05DFB1-C023-4755-8788-6BFDA6690735}" dt="2024-09-05T07:35:18.954" v="147"/>
        <pc:sldMkLst>
          <pc:docMk/>
          <pc:sldMk cId="0" sldId="389"/>
        </pc:sldMkLst>
      </pc:sldChg>
      <pc:sldChg chg="modSp add mod">
        <pc:chgData name="Ms Alina Arshad" userId="cccdfd85-d35d-4453-9c6f-a463aae40722" providerId="ADAL" clId="{1C05DFB1-C023-4755-8788-6BFDA6690735}" dt="2024-09-05T07:46:09.888" v="210" actId="1076"/>
        <pc:sldMkLst>
          <pc:docMk/>
          <pc:sldMk cId="0" sldId="390"/>
        </pc:sldMkLst>
        <pc:spChg chg="mod">
          <ac:chgData name="Ms Alina Arshad" userId="cccdfd85-d35d-4453-9c6f-a463aae40722" providerId="ADAL" clId="{1C05DFB1-C023-4755-8788-6BFDA6690735}" dt="2024-09-05T07:45:21.202" v="195" actId="207"/>
          <ac:spMkLst>
            <pc:docMk/>
            <pc:sldMk cId="0" sldId="390"/>
            <ac:spMk id="12290" creationId="{8E0F0A77-C487-B84C-9097-D4771F55B8EE}"/>
          </ac:spMkLst>
        </pc:spChg>
        <pc:spChg chg="mod">
          <ac:chgData name="Ms Alina Arshad" userId="cccdfd85-d35d-4453-9c6f-a463aae40722" providerId="ADAL" clId="{1C05DFB1-C023-4755-8788-6BFDA6690735}" dt="2024-09-05T07:46:09.888" v="210" actId="1076"/>
          <ac:spMkLst>
            <pc:docMk/>
            <pc:sldMk cId="0" sldId="390"/>
            <ac:spMk id="14339" creationId="{0243372F-21F0-51E3-14C0-24B5D136C36E}"/>
          </ac:spMkLst>
        </pc:spChg>
      </pc:sldChg>
      <pc:sldChg chg="modSp add mod">
        <pc:chgData name="Ms Alina Arshad" userId="cccdfd85-d35d-4453-9c6f-a463aae40722" providerId="ADAL" clId="{1C05DFB1-C023-4755-8788-6BFDA6690735}" dt="2024-09-05T07:55:45.781" v="369" actId="1076"/>
        <pc:sldMkLst>
          <pc:docMk/>
          <pc:sldMk cId="0" sldId="391"/>
        </pc:sldMkLst>
        <pc:spChg chg="mod">
          <ac:chgData name="Ms Alina Arshad" userId="cccdfd85-d35d-4453-9c6f-a463aae40722" providerId="ADAL" clId="{1C05DFB1-C023-4755-8788-6BFDA6690735}" dt="2024-09-05T07:55:45.781" v="369" actId="1076"/>
          <ac:spMkLst>
            <pc:docMk/>
            <pc:sldMk cId="0" sldId="391"/>
            <ac:spMk id="26626" creationId="{0FEEB420-FF9F-896C-19FE-30B0D95ADF93}"/>
          </ac:spMkLst>
        </pc:spChg>
      </pc:sldChg>
      <pc:sldChg chg="del">
        <pc:chgData name="Ms Alina Arshad" userId="cccdfd85-d35d-4453-9c6f-a463aae40722" providerId="ADAL" clId="{1C05DFB1-C023-4755-8788-6BFDA6690735}" dt="2024-09-05T06:57:35.413" v="0" actId="47"/>
        <pc:sldMkLst>
          <pc:docMk/>
          <pc:sldMk cId="3567501205" sldId="393"/>
        </pc:sldMkLst>
      </pc:sldChg>
      <pc:sldChg chg="del">
        <pc:chgData name="Ms Alina Arshad" userId="cccdfd85-d35d-4453-9c6f-a463aae40722" providerId="ADAL" clId="{1C05DFB1-C023-4755-8788-6BFDA6690735}" dt="2024-09-05T06:57:36.202" v="3" actId="47"/>
        <pc:sldMkLst>
          <pc:docMk/>
          <pc:sldMk cId="2835579431" sldId="396"/>
        </pc:sldMkLst>
      </pc:sldChg>
      <pc:sldChg chg="del">
        <pc:chgData name="Ms Alina Arshad" userId="cccdfd85-d35d-4453-9c6f-a463aae40722" providerId="ADAL" clId="{1C05DFB1-C023-4755-8788-6BFDA6690735}" dt="2024-09-05T06:57:35.685" v="1" actId="47"/>
        <pc:sldMkLst>
          <pc:docMk/>
          <pc:sldMk cId="3038092496" sldId="400"/>
        </pc:sldMkLst>
      </pc:sldChg>
      <pc:sldChg chg="del">
        <pc:chgData name="Ms Alina Arshad" userId="cccdfd85-d35d-4453-9c6f-a463aae40722" providerId="ADAL" clId="{1C05DFB1-C023-4755-8788-6BFDA6690735}" dt="2024-09-05T06:57:35.968" v="2" actId="47"/>
        <pc:sldMkLst>
          <pc:docMk/>
          <pc:sldMk cId="2157527746" sldId="401"/>
        </pc:sldMkLst>
      </pc:sldChg>
      <pc:sldChg chg="del">
        <pc:chgData name="Ms Alina Arshad" userId="cccdfd85-d35d-4453-9c6f-a463aae40722" providerId="ADAL" clId="{1C05DFB1-C023-4755-8788-6BFDA6690735}" dt="2024-09-05T06:57:36.358" v="4" actId="47"/>
        <pc:sldMkLst>
          <pc:docMk/>
          <pc:sldMk cId="2990775597" sldId="402"/>
        </pc:sldMkLst>
      </pc:sldChg>
      <pc:sldChg chg="del">
        <pc:chgData name="Ms Alina Arshad" userId="cccdfd85-d35d-4453-9c6f-a463aae40722" providerId="ADAL" clId="{1C05DFB1-C023-4755-8788-6BFDA6690735}" dt="2024-09-05T06:57:36.546" v="5" actId="47"/>
        <pc:sldMkLst>
          <pc:docMk/>
          <pc:sldMk cId="1130882444" sldId="403"/>
        </pc:sldMkLst>
      </pc:sldChg>
      <pc:sldChg chg="del">
        <pc:chgData name="Ms Alina Arshad" userId="cccdfd85-d35d-4453-9c6f-a463aae40722" providerId="ADAL" clId="{1C05DFB1-C023-4755-8788-6BFDA6690735}" dt="2024-09-05T06:57:36.694" v="6" actId="47"/>
        <pc:sldMkLst>
          <pc:docMk/>
          <pc:sldMk cId="1416402" sldId="404"/>
        </pc:sldMkLst>
      </pc:sldChg>
      <pc:sldChg chg="del">
        <pc:chgData name="Ms Alina Arshad" userId="cccdfd85-d35d-4453-9c6f-a463aae40722" providerId="ADAL" clId="{1C05DFB1-C023-4755-8788-6BFDA6690735}" dt="2024-09-05T06:57:38.006" v="7" actId="47"/>
        <pc:sldMkLst>
          <pc:docMk/>
          <pc:sldMk cId="3071036191" sldId="405"/>
        </pc:sldMkLst>
      </pc:sldChg>
      <pc:sldChg chg="del">
        <pc:chgData name="Ms Alina Arshad" userId="cccdfd85-d35d-4453-9c6f-a463aae40722" providerId="ADAL" clId="{1C05DFB1-C023-4755-8788-6BFDA6690735}" dt="2024-09-05T06:57:38.244" v="8" actId="47"/>
        <pc:sldMkLst>
          <pc:docMk/>
          <pc:sldMk cId="1110637184" sldId="406"/>
        </pc:sldMkLst>
      </pc:sldChg>
      <pc:sldChg chg="del">
        <pc:chgData name="Ms Alina Arshad" userId="cccdfd85-d35d-4453-9c6f-a463aae40722" providerId="ADAL" clId="{1C05DFB1-C023-4755-8788-6BFDA6690735}" dt="2024-09-05T06:57:38.415" v="9" actId="47"/>
        <pc:sldMkLst>
          <pc:docMk/>
          <pc:sldMk cId="261616852" sldId="407"/>
        </pc:sldMkLst>
      </pc:sldChg>
      <pc:sldChg chg="del">
        <pc:chgData name="Ms Alina Arshad" userId="cccdfd85-d35d-4453-9c6f-a463aae40722" providerId="ADAL" clId="{1C05DFB1-C023-4755-8788-6BFDA6690735}" dt="2024-09-05T06:57:38.587" v="10" actId="47"/>
        <pc:sldMkLst>
          <pc:docMk/>
          <pc:sldMk cId="2553615988" sldId="409"/>
        </pc:sldMkLst>
      </pc:sldChg>
      <pc:sldChg chg="del">
        <pc:chgData name="Ms Alina Arshad" userId="cccdfd85-d35d-4453-9c6f-a463aae40722" providerId="ADAL" clId="{1C05DFB1-C023-4755-8788-6BFDA6690735}" dt="2024-09-05T06:57:38.947" v="11" actId="47"/>
        <pc:sldMkLst>
          <pc:docMk/>
          <pc:sldMk cId="515654138" sldId="410"/>
        </pc:sldMkLst>
      </pc:sldChg>
      <pc:sldChg chg="del">
        <pc:chgData name="Ms Alina Arshad" userId="cccdfd85-d35d-4453-9c6f-a463aae40722" providerId="ADAL" clId="{1C05DFB1-C023-4755-8788-6BFDA6690735}" dt="2024-09-05T06:57:39.759" v="13" actId="47"/>
        <pc:sldMkLst>
          <pc:docMk/>
          <pc:sldMk cId="317315783" sldId="412"/>
        </pc:sldMkLst>
      </pc:sldChg>
      <pc:sldChg chg="delSp modSp add del mod">
        <pc:chgData name="Ms Alina Arshad" userId="cccdfd85-d35d-4453-9c6f-a463aae40722" providerId="ADAL" clId="{1C05DFB1-C023-4755-8788-6BFDA6690735}" dt="2024-09-05T07:16:52.386" v="23" actId="47"/>
        <pc:sldMkLst>
          <pc:docMk/>
          <pc:sldMk cId="8447295" sldId="436"/>
        </pc:sldMkLst>
        <pc:spChg chg="mod">
          <ac:chgData name="Ms Alina Arshad" userId="cccdfd85-d35d-4453-9c6f-a463aae40722" providerId="ADAL" clId="{1C05DFB1-C023-4755-8788-6BFDA6690735}" dt="2024-09-05T07:12:06.985" v="21" actId="1076"/>
          <ac:spMkLst>
            <pc:docMk/>
            <pc:sldMk cId="8447295" sldId="436"/>
            <ac:spMk id="2" creationId="{00000000-0000-0000-0000-000000000000}"/>
          </ac:spMkLst>
        </pc:spChg>
        <pc:spChg chg="del">
          <ac:chgData name="Ms Alina Arshad" userId="cccdfd85-d35d-4453-9c6f-a463aae40722" providerId="ADAL" clId="{1C05DFB1-C023-4755-8788-6BFDA6690735}" dt="2024-09-05T07:12:10.600" v="22" actId="478"/>
          <ac:spMkLst>
            <pc:docMk/>
            <pc:sldMk cId="8447295" sldId="436"/>
            <ac:spMk id="4" creationId="{00000000-0000-0000-0000-000000000000}"/>
          </ac:spMkLst>
        </pc:spChg>
      </pc:sldChg>
      <pc:sldChg chg="delSp modSp add mod ord">
        <pc:chgData name="Ms Alina Arshad" userId="cccdfd85-d35d-4453-9c6f-a463aae40722" providerId="ADAL" clId="{1C05DFB1-C023-4755-8788-6BFDA6690735}" dt="2024-09-05T07:56:56.253" v="373"/>
        <pc:sldMkLst>
          <pc:docMk/>
          <pc:sldMk cId="1737629093" sldId="438"/>
        </pc:sldMkLst>
        <pc:spChg chg="mod">
          <ac:chgData name="Ms Alina Arshad" userId="cccdfd85-d35d-4453-9c6f-a463aae40722" providerId="ADAL" clId="{1C05DFB1-C023-4755-8788-6BFDA6690735}" dt="2024-09-05T07:18:13.492" v="31" actId="20577"/>
          <ac:spMkLst>
            <pc:docMk/>
            <pc:sldMk cId="1737629093" sldId="438"/>
            <ac:spMk id="2" creationId="{00000000-0000-0000-0000-000000000000}"/>
          </ac:spMkLst>
        </pc:spChg>
        <pc:spChg chg="mod">
          <ac:chgData name="Ms Alina Arshad" userId="cccdfd85-d35d-4453-9c6f-a463aae40722" providerId="ADAL" clId="{1C05DFB1-C023-4755-8788-6BFDA6690735}" dt="2024-09-05T07:19:24.244" v="46" actId="12"/>
          <ac:spMkLst>
            <pc:docMk/>
            <pc:sldMk cId="1737629093" sldId="438"/>
            <ac:spMk id="3" creationId="{00000000-0000-0000-0000-000000000000}"/>
          </ac:spMkLst>
        </pc:spChg>
        <pc:spChg chg="del">
          <ac:chgData name="Ms Alina Arshad" userId="cccdfd85-d35d-4453-9c6f-a463aae40722" providerId="ADAL" clId="{1C05DFB1-C023-4755-8788-6BFDA6690735}" dt="2024-09-05T07:17:30.423" v="29" actId="478"/>
          <ac:spMkLst>
            <pc:docMk/>
            <pc:sldMk cId="1737629093" sldId="438"/>
            <ac:spMk id="4" creationId="{00000000-0000-0000-0000-000000000000}"/>
          </ac:spMkLst>
        </pc:spChg>
        <pc:spChg chg="del">
          <ac:chgData name="Ms Alina Arshad" userId="cccdfd85-d35d-4453-9c6f-a463aae40722" providerId="ADAL" clId="{1C05DFB1-C023-4755-8788-6BFDA6690735}" dt="2024-09-05T07:17:33.157" v="30" actId="478"/>
          <ac:spMkLst>
            <pc:docMk/>
            <pc:sldMk cId="1737629093" sldId="438"/>
            <ac:spMk id="5" creationId="{00000000-0000-0000-0000-000000000000}"/>
          </ac:spMkLst>
        </pc:spChg>
      </pc:sldChg>
      <pc:sldChg chg="add">
        <pc:chgData name="Ms Alina Arshad" userId="cccdfd85-d35d-4453-9c6f-a463aae40722" providerId="ADAL" clId="{1C05DFB1-C023-4755-8788-6BFDA6690735}" dt="2024-09-05T07:57:33.427" v="377"/>
        <pc:sldMkLst>
          <pc:docMk/>
          <pc:sldMk cId="2841578013" sldId="439"/>
        </pc:sldMkLst>
      </pc:sldChg>
      <pc:sldChg chg="delSp modSp add del mod">
        <pc:chgData name="Ms Alina Arshad" userId="cccdfd85-d35d-4453-9c6f-a463aae40722" providerId="ADAL" clId="{1C05DFB1-C023-4755-8788-6BFDA6690735}" dt="2024-09-05T07:57:27.448" v="376" actId="2696"/>
        <pc:sldMkLst>
          <pc:docMk/>
          <pc:sldMk cId="4097389567" sldId="439"/>
        </pc:sldMkLst>
        <pc:spChg chg="mod">
          <ac:chgData name="Ms Alina Arshad" userId="cccdfd85-d35d-4453-9c6f-a463aae40722" providerId="ADAL" clId="{1C05DFB1-C023-4755-8788-6BFDA6690735}" dt="2024-09-05T07:18:53.327" v="37" actId="27636"/>
          <ac:spMkLst>
            <pc:docMk/>
            <pc:sldMk cId="4097389567" sldId="439"/>
            <ac:spMk id="2" creationId="{00000000-0000-0000-0000-000000000000}"/>
          </ac:spMkLst>
        </pc:spChg>
        <pc:spChg chg="del">
          <ac:chgData name="Ms Alina Arshad" userId="cccdfd85-d35d-4453-9c6f-a463aae40722" providerId="ADAL" clId="{1C05DFB1-C023-4755-8788-6BFDA6690735}" dt="2024-09-05T07:18:55.967" v="38" actId="478"/>
          <ac:spMkLst>
            <pc:docMk/>
            <pc:sldMk cId="4097389567" sldId="439"/>
            <ac:spMk id="4" creationId="{00000000-0000-0000-0000-000000000000}"/>
          </ac:spMkLst>
        </pc:spChg>
        <pc:spChg chg="del">
          <ac:chgData name="Ms Alina Arshad" userId="cccdfd85-d35d-4453-9c6f-a463aae40722" providerId="ADAL" clId="{1C05DFB1-C023-4755-8788-6BFDA6690735}" dt="2024-09-05T07:18:57.947" v="39" actId="478"/>
          <ac:spMkLst>
            <pc:docMk/>
            <pc:sldMk cId="4097389567" sldId="439"/>
            <ac:spMk id="5" creationId="{00000000-0000-0000-0000-000000000000}"/>
          </ac:spMkLst>
        </pc:spChg>
      </pc:sldChg>
      <pc:sldChg chg="delSp modSp add del mod">
        <pc:chgData name="Ms Alina Arshad" userId="cccdfd85-d35d-4453-9c6f-a463aae40722" providerId="ADAL" clId="{1C05DFB1-C023-4755-8788-6BFDA6690735}" dt="2024-09-05T07:57:27.448" v="376" actId="2696"/>
        <pc:sldMkLst>
          <pc:docMk/>
          <pc:sldMk cId="1869326336" sldId="440"/>
        </pc:sldMkLst>
        <pc:spChg chg="mod">
          <ac:chgData name="Ms Alina Arshad" userId="cccdfd85-d35d-4453-9c6f-a463aae40722" providerId="ADAL" clId="{1C05DFB1-C023-4755-8788-6BFDA6690735}" dt="2024-09-05T07:21:34.853" v="52" actId="14100"/>
          <ac:spMkLst>
            <pc:docMk/>
            <pc:sldMk cId="1869326336" sldId="440"/>
            <ac:spMk id="2" creationId="{00000000-0000-0000-0000-000000000000}"/>
          </ac:spMkLst>
        </pc:spChg>
        <pc:spChg chg="del">
          <ac:chgData name="Ms Alina Arshad" userId="cccdfd85-d35d-4453-9c6f-a463aae40722" providerId="ADAL" clId="{1C05DFB1-C023-4755-8788-6BFDA6690735}" dt="2024-09-05T07:21:23.813" v="47" actId="478"/>
          <ac:spMkLst>
            <pc:docMk/>
            <pc:sldMk cId="1869326336" sldId="440"/>
            <ac:spMk id="4" creationId="{00000000-0000-0000-0000-000000000000}"/>
          </ac:spMkLst>
        </pc:spChg>
        <pc:spChg chg="del">
          <ac:chgData name="Ms Alina Arshad" userId="cccdfd85-d35d-4453-9c6f-a463aae40722" providerId="ADAL" clId="{1C05DFB1-C023-4755-8788-6BFDA6690735}" dt="2024-09-05T07:21:25.622" v="48" actId="478"/>
          <ac:spMkLst>
            <pc:docMk/>
            <pc:sldMk cId="1869326336" sldId="440"/>
            <ac:spMk id="5" creationId="{00000000-0000-0000-0000-000000000000}"/>
          </ac:spMkLst>
        </pc:spChg>
        <pc:picChg chg="mod">
          <ac:chgData name="Ms Alina Arshad" userId="cccdfd85-d35d-4453-9c6f-a463aae40722" providerId="ADAL" clId="{1C05DFB1-C023-4755-8788-6BFDA6690735}" dt="2024-09-05T07:21:38.145" v="53" actId="1076"/>
          <ac:picMkLst>
            <pc:docMk/>
            <pc:sldMk cId="1869326336" sldId="440"/>
            <ac:picMk id="6" creationId="{00000000-0000-0000-0000-000000000000}"/>
          </ac:picMkLst>
        </pc:picChg>
      </pc:sldChg>
      <pc:sldChg chg="add">
        <pc:chgData name="Ms Alina Arshad" userId="cccdfd85-d35d-4453-9c6f-a463aae40722" providerId="ADAL" clId="{1C05DFB1-C023-4755-8788-6BFDA6690735}" dt="2024-09-05T07:57:33.427" v="377"/>
        <pc:sldMkLst>
          <pc:docMk/>
          <pc:sldMk cId="3081461208" sldId="440"/>
        </pc:sldMkLst>
      </pc:sldChg>
      <pc:sldChg chg="delSp modSp add del mod">
        <pc:chgData name="Ms Alina Arshad" userId="cccdfd85-d35d-4453-9c6f-a463aae40722" providerId="ADAL" clId="{1C05DFB1-C023-4755-8788-6BFDA6690735}" dt="2024-09-05T07:57:54.173" v="378" actId="2696"/>
        <pc:sldMkLst>
          <pc:docMk/>
          <pc:sldMk cId="2656535664" sldId="441"/>
        </pc:sldMkLst>
        <pc:spChg chg="mod">
          <ac:chgData name="Ms Alina Arshad" userId="cccdfd85-d35d-4453-9c6f-a463aae40722" providerId="ADAL" clId="{1C05DFB1-C023-4755-8788-6BFDA6690735}" dt="2024-09-05T07:21:45.032" v="56" actId="14100"/>
          <ac:spMkLst>
            <pc:docMk/>
            <pc:sldMk cId="2656535664" sldId="441"/>
            <ac:spMk id="2" creationId="{00000000-0000-0000-0000-000000000000}"/>
          </ac:spMkLst>
        </pc:spChg>
        <pc:spChg chg="mod">
          <ac:chgData name="Ms Alina Arshad" userId="cccdfd85-d35d-4453-9c6f-a463aae40722" providerId="ADAL" clId="{1C05DFB1-C023-4755-8788-6BFDA6690735}" dt="2024-09-05T07:23:15.383" v="86" actId="113"/>
          <ac:spMkLst>
            <pc:docMk/>
            <pc:sldMk cId="2656535664" sldId="441"/>
            <ac:spMk id="3" creationId="{00000000-0000-0000-0000-000000000000}"/>
          </ac:spMkLst>
        </pc:spChg>
        <pc:spChg chg="del">
          <ac:chgData name="Ms Alina Arshad" userId="cccdfd85-d35d-4453-9c6f-a463aae40722" providerId="ADAL" clId="{1C05DFB1-C023-4755-8788-6BFDA6690735}" dt="2024-09-05T07:21:47.120" v="57" actId="478"/>
          <ac:spMkLst>
            <pc:docMk/>
            <pc:sldMk cId="2656535664" sldId="441"/>
            <ac:spMk id="4" creationId="{00000000-0000-0000-0000-000000000000}"/>
          </ac:spMkLst>
        </pc:spChg>
        <pc:spChg chg="del">
          <ac:chgData name="Ms Alina Arshad" userId="cccdfd85-d35d-4453-9c6f-a463aae40722" providerId="ADAL" clId="{1C05DFB1-C023-4755-8788-6BFDA6690735}" dt="2024-09-05T07:21:49.444" v="58" actId="478"/>
          <ac:spMkLst>
            <pc:docMk/>
            <pc:sldMk cId="2656535664" sldId="441"/>
            <ac:spMk id="5" creationId="{00000000-0000-0000-0000-000000000000}"/>
          </ac:spMkLst>
        </pc:spChg>
      </pc:sldChg>
      <pc:sldChg chg="add">
        <pc:chgData name="Ms Alina Arshad" userId="cccdfd85-d35d-4453-9c6f-a463aae40722" providerId="ADAL" clId="{1C05DFB1-C023-4755-8788-6BFDA6690735}" dt="2024-09-05T07:58:02.432" v="379"/>
        <pc:sldMkLst>
          <pc:docMk/>
          <pc:sldMk cId="4115417814" sldId="441"/>
        </pc:sldMkLst>
      </pc:sldChg>
      <pc:sldChg chg="delSp modSp add del mod">
        <pc:chgData name="Ms Alina Arshad" userId="cccdfd85-d35d-4453-9c6f-a463aae40722" providerId="ADAL" clId="{1C05DFB1-C023-4755-8788-6BFDA6690735}" dt="2024-09-05T08:17:07.446" v="430" actId="2696"/>
        <pc:sldMkLst>
          <pc:docMk/>
          <pc:sldMk cId="2646742664" sldId="443"/>
        </pc:sldMkLst>
        <pc:spChg chg="mod">
          <ac:chgData name="Ms Alina Arshad" userId="cccdfd85-d35d-4453-9c6f-a463aae40722" providerId="ADAL" clId="{1C05DFB1-C023-4755-8788-6BFDA6690735}" dt="2024-09-05T07:22:01.285" v="62" actId="207"/>
          <ac:spMkLst>
            <pc:docMk/>
            <pc:sldMk cId="2646742664" sldId="443"/>
            <ac:spMk id="2" creationId="{00000000-0000-0000-0000-000000000000}"/>
          </ac:spMkLst>
        </pc:spChg>
        <pc:spChg chg="mod">
          <ac:chgData name="Ms Alina Arshad" userId="cccdfd85-d35d-4453-9c6f-a463aae40722" providerId="ADAL" clId="{1C05DFB1-C023-4755-8788-6BFDA6690735}" dt="2024-09-05T07:23:10.157" v="85" actId="14100"/>
          <ac:spMkLst>
            <pc:docMk/>
            <pc:sldMk cId="2646742664" sldId="443"/>
            <ac:spMk id="3" creationId="{00000000-0000-0000-0000-000000000000}"/>
          </ac:spMkLst>
        </pc:spChg>
        <pc:spChg chg="del">
          <ac:chgData name="Ms Alina Arshad" userId="cccdfd85-d35d-4453-9c6f-a463aae40722" providerId="ADAL" clId="{1C05DFB1-C023-4755-8788-6BFDA6690735}" dt="2024-09-05T07:22:08.503" v="64" actId="478"/>
          <ac:spMkLst>
            <pc:docMk/>
            <pc:sldMk cId="2646742664" sldId="443"/>
            <ac:spMk id="4" creationId="{00000000-0000-0000-0000-000000000000}"/>
          </ac:spMkLst>
        </pc:spChg>
        <pc:spChg chg="del">
          <ac:chgData name="Ms Alina Arshad" userId="cccdfd85-d35d-4453-9c6f-a463aae40722" providerId="ADAL" clId="{1C05DFB1-C023-4755-8788-6BFDA6690735}" dt="2024-09-05T07:22:10.204" v="65" actId="478"/>
          <ac:spMkLst>
            <pc:docMk/>
            <pc:sldMk cId="2646742664" sldId="443"/>
            <ac:spMk id="5"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132114375" sldId="444"/>
        </pc:sldMkLst>
        <pc:spChg chg="mod">
          <ac:chgData name="Ms Alina Arshad" userId="cccdfd85-d35d-4453-9c6f-a463aae40722" providerId="ADAL" clId="{1C05DFB1-C023-4755-8788-6BFDA6690735}" dt="2024-09-05T07:22:21.935" v="68" actId="14100"/>
          <ac:spMkLst>
            <pc:docMk/>
            <pc:sldMk cId="132114375" sldId="444"/>
            <ac:spMk id="2" creationId="{00000000-0000-0000-0000-000000000000}"/>
          </ac:spMkLst>
        </pc:spChg>
        <pc:spChg chg="mod">
          <ac:chgData name="Ms Alina Arshad" userId="cccdfd85-d35d-4453-9c6f-a463aae40722" providerId="ADAL" clId="{1C05DFB1-C023-4755-8788-6BFDA6690735}" dt="2024-09-05T07:22:53.825" v="79" actId="113"/>
          <ac:spMkLst>
            <pc:docMk/>
            <pc:sldMk cId="132114375" sldId="444"/>
            <ac:spMk id="3" creationId="{00000000-0000-0000-0000-000000000000}"/>
          </ac:spMkLst>
        </pc:spChg>
        <pc:spChg chg="del">
          <ac:chgData name="Ms Alina Arshad" userId="cccdfd85-d35d-4453-9c6f-a463aae40722" providerId="ADAL" clId="{1C05DFB1-C023-4755-8788-6BFDA6690735}" dt="2024-09-05T07:22:23.883" v="69" actId="478"/>
          <ac:spMkLst>
            <pc:docMk/>
            <pc:sldMk cId="132114375" sldId="444"/>
            <ac:spMk id="4" creationId="{00000000-0000-0000-0000-000000000000}"/>
          </ac:spMkLst>
        </pc:spChg>
        <pc:spChg chg="del">
          <ac:chgData name="Ms Alina Arshad" userId="cccdfd85-d35d-4453-9c6f-a463aae40722" providerId="ADAL" clId="{1C05DFB1-C023-4755-8788-6BFDA6690735}" dt="2024-09-05T07:22:28.146" v="70" actId="478"/>
          <ac:spMkLst>
            <pc:docMk/>
            <pc:sldMk cId="132114375" sldId="444"/>
            <ac:spMk id="5" creationId="{00000000-0000-0000-0000-000000000000}"/>
          </ac:spMkLst>
        </pc:spChg>
      </pc:sldChg>
      <pc:sldChg chg="add del">
        <pc:chgData name="Ms Alina Arshad" userId="cccdfd85-d35d-4453-9c6f-a463aae40722" providerId="ADAL" clId="{1C05DFB1-C023-4755-8788-6BFDA6690735}" dt="2024-09-05T08:14:26.302" v="402" actId="47"/>
        <pc:sldMkLst>
          <pc:docMk/>
          <pc:sldMk cId="2565756905" sldId="444"/>
        </pc:sldMkLst>
      </pc:sldChg>
      <pc:sldChg chg="add del">
        <pc:chgData name="Ms Alina Arshad" userId="cccdfd85-d35d-4453-9c6f-a463aae40722" providerId="ADAL" clId="{1C05DFB1-C023-4755-8788-6BFDA6690735}" dt="2024-09-05T08:00:24.115" v="399" actId="47"/>
        <pc:sldMkLst>
          <pc:docMk/>
          <pc:sldMk cId="1449205093" sldId="445"/>
        </pc:sldMkLst>
      </pc:sldChg>
      <pc:sldChg chg="delSp modSp add del mod">
        <pc:chgData name="Ms Alina Arshad" userId="cccdfd85-d35d-4453-9c6f-a463aae40722" providerId="ADAL" clId="{1C05DFB1-C023-4755-8788-6BFDA6690735}" dt="2024-09-05T07:58:32.647" v="380" actId="2696"/>
        <pc:sldMkLst>
          <pc:docMk/>
          <pc:sldMk cId="1534966288" sldId="445"/>
        </pc:sldMkLst>
        <pc:spChg chg="mod">
          <ac:chgData name="Ms Alina Arshad" userId="cccdfd85-d35d-4453-9c6f-a463aae40722" providerId="ADAL" clId="{1C05DFB1-C023-4755-8788-6BFDA6690735}" dt="2024-09-05T07:23:30.157" v="89" actId="207"/>
          <ac:spMkLst>
            <pc:docMk/>
            <pc:sldMk cId="1534966288" sldId="445"/>
            <ac:spMk id="2" creationId="{00000000-0000-0000-0000-000000000000}"/>
          </ac:spMkLst>
        </pc:spChg>
        <pc:spChg chg="mod">
          <ac:chgData name="Ms Alina Arshad" userId="cccdfd85-d35d-4453-9c6f-a463aae40722" providerId="ADAL" clId="{1C05DFB1-C023-4755-8788-6BFDA6690735}" dt="2024-09-05T07:25:12.027" v="96" actId="12"/>
          <ac:spMkLst>
            <pc:docMk/>
            <pc:sldMk cId="1534966288" sldId="445"/>
            <ac:spMk id="3" creationId="{00000000-0000-0000-0000-000000000000}"/>
          </ac:spMkLst>
        </pc:spChg>
        <pc:spChg chg="del">
          <ac:chgData name="Ms Alina Arshad" userId="cccdfd85-d35d-4453-9c6f-a463aae40722" providerId="ADAL" clId="{1C05DFB1-C023-4755-8788-6BFDA6690735}" dt="2024-09-05T07:23:37.088" v="92" actId="478"/>
          <ac:spMkLst>
            <pc:docMk/>
            <pc:sldMk cId="1534966288" sldId="445"/>
            <ac:spMk id="4" creationId="{00000000-0000-0000-0000-000000000000}"/>
          </ac:spMkLst>
        </pc:spChg>
        <pc:spChg chg="del">
          <ac:chgData name="Ms Alina Arshad" userId="cccdfd85-d35d-4453-9c6f-a463aae40722" providerId="ADAL" clId="{1C05DFB1-C023-4755-8788-6BFDA6690735}" dt="2024-09-05T07:23:39.624" v="93" actId="478"/>
          <ac:spMkLst>
            <pc:docMk/>
            <pc:sldMk cId="1534966288" sldId="445"/>
            <ac:spMk id="5" creationId="{00000000-0000-0000-0000-000000000000}"/>
          </ac:spMkLst>
        </pc:spChg>
        <pc:picChg chg="mod">
          <ac:chgData name="Ms Alina Arshad" userId="cccdfd85-d35d-4453-9c6f-a463aae40722" providerId="ADAL" clId="{1C05DFB1-C023-4755-8788-6BFDA6690735}" dt="2024-09-05T07:23:35.603" v="91" actId="14100"/>
          <ac:picMkLst>
            <pc:docMk/>
            <pc:sldMk cId="1534966288" sldId="445"/>
            <ac:picMk id="6" creationId="{00000000-0000-0000-0000-000000000000}"/>
          </ac:picMkLst>
        </pc:picChg>
      </pc:sldChg>
      <pc:sldChg chg="delSp modSp add del mod">
        <pc:chgData name="Ms Alina Arshad" userId="cccdfd85-d35d-4453-9c6f-a463aae40722" providerId="ADAL" clId="{1C05DFB1-C023-4755-8788-6BFDA6690735}" dt="2024-09-05T07:58:32.647" v="380" actId="2696"/>
        <pc:sldMkLst>
          <pc:docMk/>
          <pc:sldMk cId="1014349081" sldId="446"/>
        </pc:sldMkLst>
        <pc:spChg chg="mod">
          <ac:chgData name="Ms Alina Arshad" userId="cccdfd85-d35d-4453-9c6f-a463aae40722" providerId="ADAL" clId="{1C05DFB1-C023-4755-8788-6BFDA6690735}" dt="2024-09-05T07:26:17.254" v="98" actId="207"/>
          <ac:spMkLst>
            <pc:docMk/>
            <pc:sldMk cId="1014349081" sldId="446"/>
            <ac:spMk id="2" creationId="{00000000-0000-0000-0000-000000000000}"/>
          </ac:spMkLst>
        </pc:spChg>
        <pc:spChg chg="mod">
          <ac:chgData name="Ms Alina Arshad" userId="cccdfd85-d35d-4453-9c6f-a463aae40722" providerId="ADAL" clId="{1C05DFB1-C023-4755-8788-6BFDA6690735}" dt="2024-09-05T07:26:23.209" v="100" actId="12"/>
          <ac:spMkLst>
            <pc:docMk/>
            <pc:sldMk cId="1014349081" sldId="446"/>
            <ac:spMk id="3" creationId="{00000000-0000-0000-0000-000000000000}"/>
          </ac:spMkLst>
        </pc:spChg>
        <pc:spChg chg="del">
          <ac:chgData name="Ms Alina Arshad" userId="cccdfd85-d35d-4453-9c6f-a463aae40722" providerId="ADAL" clId="{1C05DFB1-C023-4755-8788-6BFDA6690735}" dt="2024-09-05T07:26:26.563" v="101" actId="478"/>
          <ac:spMkLst>
            <pc:docMk/>
            <pc:sldMk cId="1014349081" sldId="446"/>
            <ac:spMk id="4" creationId="{00000000-0000-0000-0000-000000000000}"/>
          </ac:spMkLst>
        </pc:spChg>
        <pc:spChg chg="del">
          <ac:chgData name="Ms Alina Arshad" userId="cccdfd85-d35d-4453-9c6f-a463aae40722" providerId="ADAL" clId="{1C05DFB1-C023-4755-8788-6BFDA6690735}" dt="2024-09-05T07:26:27.910" v="102" actId="478"/>
          <ac:spMkLst>
            <pc:docMk/>
            <pc:sldMk cId="1014349081" sldId="446"/>
            <ac:spMk id="5" creationId="{00000000-0000-0000-0000-000000000000}"/>
          </ac:spMkLst>
        </pc:spChg>
      </pc:sldChg>
      <pc:sldChg chg="modSp add mod">
        <pc:chgData name="Ms Alina Arshad" userId="cccdfd85-d35d-4453-9c6f-a463aae40722" providerId="ADAL" clId="{1C05DFB1-C023-4755-8788-6BFDA6690735}" dt="2024-09-05T08:14:44.713" v="409" actId="20577"/>
        <pc:sldMkLst>
          <pc:docMk/>
          <pc:sldMk cId="2279120568" sldId="446"/>
        </pc:sldMkLst>
        <pc:spChg chg="mod">
          <ac:chgData name="Ms Alina Arshad" userId="cccdfd85-d35d-4453-9c6f-a463aae40722" providerId="ADAL" clId="{1C05DFB1-C023-4755-8788-6BFDA6690735}" dt="2024-09-05T08:14:44.713" v="409" actId="20577"/>
          <ac:spMkLst>
            <pc:docMk/>
            <pc:sldMk cId="2279120568" sldId="446"/>
            <ac:spMk id="2"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674788557" sldId="447"/>
        </pc:sldMkLst>
        <pc:spChg chg="mod">
          <ac:chgData name="Ms Alina Arshad" userId="cccdfd85-d35d-4453-9c6f-a463aae40722" providerId="ADAL" clId="{1C05DFB1-C023-4755-8788-6BFDA6690735}" dt="2024-09-05T07:26:46.771" v="110" actId="5793"/>
          <ac:spMkLst>
            <pc:docMk/>
            <pc:sldMk cId="674788557" sldId="447"/>
            <ac:spMk id="3" creationId="{00000000-0000-0000-0000-000000000000}"/>
          </ac:spMkLst>
        </pc:spChg>
        <pc:spChg chg="del">
          <ac:chgData name="Ms Alina Arshad" userId="cccdfd85-d35d-4453-9c6f-a463aae40722" providerId="ADAL" clId="{1C05DFB1-C023-4755-8788-6BFDA6690735}" dt="2024-09-05T07:26:33.920" v="103" actId="478"/>
          <ac:spMkLst>
            <pc:docMk/>
            <pc:sldMk cId="674788557" sldId="447"/>
            <ac:spMk id="4" creationId="{00000000-0000-0000-0000-000000000000}"/>
          </ac:spMkLst>
        </pc:spChg>
        <pc:spChg chg="del">
          <ac:chgData name="Ms Alina Arshad" userId="cccdfd85-d35d-4453-9c6f-a463aae40722" providerId="ADAL" clId="{1C05DFB1-C023-4755-8788-6BFDA6690735}" dt="2024-09-05T07:26:35.837" v="104" actId="478"/>
          <ac:spMkLst>
            <pc:docMk/>
            <pc:sldMk cId="674788557" sldId="447"/>
            <ac:spMk id="5" creationId="{00000000-0000-0000-0000-000000000000}"/>
          </ac:spMkLst>
        </pc:spChg>
      </pc:sldChg>
      <pc:sldChg chg="modSp add del mod ord">
        <pc:chgData name="Ms Alina Arshad" userId="cccdfd85-d35d-4453-9c6f-a463aae40722" providerId="ADAL" clId="{1C05DFB1-C023-4755-8788-6BFDA6690735}" dt="2024-09-05T08:15:24.936" v="424" actId="47"/>
        <pc:sldMkLst>
          <pc:docMk/>
          <pc:sldMk cId="4044279338" sldId="447"/>
        </pc:sldMkLst>
        <pc:spChg chg="mod">
          <ac:chgData name="Ms Alina Arshad" userId="cccdfd85-d35d-4453-9c6f-a463aae40722" providerId="ADAL" clId="{1C05DFB1-C023-4755-8788-6BFDA6690735}" dt="2024-09-05T08:14:36.068" v="406" actId="207"/>
          <ac:spMkLst>
            <pc:docMk/>
            <pc:sldMk cId="4044279338" sldId="447"/>
            <ac:spMk id="2" creationId="{00000000-0000-0000-0000-000000000000}"/>
          </ac:spMkLst>
        </pc:spChg>
        <pc:spChg chg="mod">
          <ac:chgData name="Ms Alina Arshad" userId="cccdfd85-d35d-4453-9c6f-a463aae40722" providerId="ADAL" clId="{1C05DFB1-C023-4755-8788-6BFDA6690735}" dt="2024-09-05T08:14:40.402" v="407" actId="403"/>
          <ac:spMkLst>
            <pc:docMk/>
            <pc:sldMk cId="4044279338" sldId="447"/>
            <ac:spMk id="3" creationId="{00000000-0000-0000-0000-000000000000}"/>
          </ac:spMkLst>
        </pc:spChg>
      </pc:sldChg>
      <pc:sldChg chg="delSp modSp add del mod">
        <pc:chgData name="Ms Alina Arshad" userId="cccdfd85-d35d-4453-9c6f-a463aae40722" providerId="ADAL" clId="{1C05DFB1-C023-4755-8788-6BFDA6690735}" dt="2024-09-05T08:15:41.873" v="425" actId="47"/>
        <pc:sldMkLst>
          <pc:docMk/>
          <pc:sldMk cId="2809709330" sldId="448"/>
        </pc:sldMkLst>
        <pc:spChg chg="mod">
          <ac:chgData name="Ms Alina Arshad" userId="cccdfd85-d35d-4453-9c6f-a463aae40722" providerId="ADAL" clId="{1C05DFB1-C023-4755-8788-6BFDA6690735}" dt="2024-09-05T07:27:15.172" v="118" actId="1076"/>
          <ac:spMkLst>
            <pc:docMk/>
            <pc:sldMk cId="2809709330" sldId="448"/>
            <ac:spMk id="2" creationId="{00000000-0000-0000-0000-000000000000}"/>
          </ac:spMkLst>
        </pc:spChg>
        <pc:spChg chg="mod">
          <ac:chgData name="Ms Alina Arshad" userId="cccdfd85-d35d-4453-9c6f-a463aae40722" providerId="ADAL" clId="{1C05DFB1-C023-4755-8788-6BFDA6690735}" dt="2024-09-05T07:27:27.486" v="122" actId="12"/>
          <ac:spMkLst>
            <pc:docMk/>
            <pc:sldMk cId="2809709330" sldId="448"/>
            <ac:spMk id="3" creationId="{00000000-0000-0000-0000-000000000000}"/>
          </ac:spMkLst>
        </pc:spChg>
        <pc:spChg chg="del">
          <ac:chgData name="Ms Alina Arshad" userId="cccdfd85-d35d-4453-9c6f-a463aae40722" providerId="ADAL" clId="{1C05DFB1-C023-4755-8788-6BFDA6690735}" dt="2024-09-05T07:27:20.389" v="120" actId="478"/>
          <ac:spMkLst>
            <pc:docMk/>
            <pc:sldMk cId="2809709330" sldId="448"/>
            <ac:spMk id="4" creationId="{00000000-0000-0000-0000-000000000000}"/>
          </ac:spMkLst>
        </pc:spChg>
        <pc:spChg chg="del">
          <ac:chgData name="Ms Alina Arshad" userId="cccdfd85-d35d-4453-9c6f-a463aae40722" providerId="ADAL" clId="{1C05DFB1-C023-4755-8788-6BFDA6690735}" dt="2024-09-05T07:27:17.872" v="119" actId="478"/>
          <ac:spMkLst>
            <pc:docMk/>
            <pc:sldMk cId="2809709330" sldId="448"/>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81688199" sldId="449"/>
        </pc:sldMkLst>
        <pc:spChg chg="mod">
          <ac:chgData name="Ms Alina Arshad" userId="cccdfd85-d35d-4453-9c6f-a463aae40722" providerId="ADAL" clId="{1C05DFB1-C023-4755-8788-6BFDA6690735}" dt="2024-09-05T07:27:33.612" v="124" actId="207"/>
          <ac:spMkLst>
            <pc:docMk/>
            <pc:sldMk cId="1681688199" sldId="449"/>
            <ac:spMk id="2" creationId="{00000000-0000-0000-0000-000000000000}"/>
          </ac:spMkLst>
        </pc:spChg>
        <pc:spChg chg="mod">
          <ac:chgData name="Ms Alina Arshad" userId="cccdfd85-d35d-4453-9c6f-a463aae40722" providerId="ADAL" clId="{1C05DFB1-C023-4755-8788-6BFDA6690735}" dt="2024-09-05T07:27:42.827" v="127" actId="12"/>
          <ac:spMkLst>
            <pc:docMk/>
            <pc:sldMk cId="1681688199" sldId="449"/>
            <ac:spMk id="3" creationId="{00000000-0000-0000-0000-000000000000}"/>
          </ac:spMkLst>
        </pc:spChg>
        <pc:spChg chg="del">
          <ac:chgData name="Ms Alina Arshad" userId="cccdfd85-d35d-4453-9c6f-a463aae40722" providerId="ADAL" clId="{1C05DFB1-C023-4755-8788-6BFDA6690735}" dt="2024-09-05T07:27:36.632" v="125" actId="478"/>
          <ac:spMkLst>
            <pc:docMk/>
            <pc:sldMk cId="1681688199" sldId="449"/>
            <ac:spMk id="4" creationId="{00000000-0000-0000-0000-000000000000}"/>
          </ac:spMkLst>
        </pc:spChg>
        <pc:spChg chg="del">
          <ac:chgData name="Ms Alina Arshad" userId="cccdfd85-d35d-4453-9c6f-a463aae40722" providerId="ADAL" clId="{1C05DFB1-C023-4755-8788-6BFDA6690735}" dt="2024-09-05T07:27:38.225" v="126" actId="478"/>
          <ac:spMkLst>
            <pc:docMk/>
            <pc:sldMk cId="1681688199" sldId="449"/>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242073716" sldId="450"/>
        </pc:sldMkLst>
        <pc:spChg chg="mod">
          <ac:chgData name="Ms Alina Arshad" userId="cccdfd85-d35d-4453-9c6f-a463aae40722" providerId="ADAL" clId="{1C05DFB1-C023-4755-8788-6BFDA6690735}" dt="2024-09-05T07:27:53.868" v="130"/>
          <ac:spMkLst>
            <pc:docMk/>
            <pc:sldMk cId="242073716" sldId="450"/>
            <ac:spMk id="2" creationId="{00000000-0000-0000-0000-000000000000}"/>
          </ac:spMkLst>
        </pc:spChg>
        <pc:spChg chg="mod">
          <ac:chgData name="Ms Alina Arshad" userId="cccdfd85-d35d-4453-9c6f-a463aae40722" providerId="ADAL" clId="{1C05DFB1-C023-4755-8788-6BFDA6690735}" dt="2024-09-05T07:28:27.093" v="141" actId="12"/>
          <ac:spMkLst>
            <pc:docMk/>
            <pc:sldMk cId="242073716" sldId="450"/>
            <ac:spMk id="3" creationId="{00000000-0000-0000-0000-000000000000}"/>
          </ac:spMkLst>
        </pc:spChg>
        <pc:spChg chg="del">
          <ac:chgData name="Ms Alina Arshad" userId="cccdfd85-d35d-4453-9c6f-a463aae40722" providerId="ADAL" clId="{1C05DFB1-C023-4755-8788-6BFDA6690735}" dt="2024-09-05T07:27:58.463" v="131" actId="478"/>
          <ac:spMkLst>
            <pc:docMk/>
            <pc:sldMk cId="242073716" sldId="450"/>
            <ac:spMk id="4" creationId="{00000000-0000-0000-0000-000000000000}"/>
          </ac:spMkLst>
        </pc:spChg>
        <pc:spChg chg="del">
          <ac:chgData name="Ms Alina Arshad" userId="cccdfd85-d35d-4453-9c6f-a463aae40722" providerId="ADAL" clId="{1C05DFB1-C023-4755-8788-6BFDA6690735}" dt="2024-09-05T07:28:01.743" v="132" actId="478"/>
          <ac:spMkLst>
            <pc:docMk/>
            <pc:sldMk cId="242073716" sldId="450"/>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37132292" sldId="451"/>
        </pc:sldMkLst>
        <pc:spChg chg="mod">
          <ac:chgData name="Ms Alina Arshad" userId="cccdfd85-d35d-4453-9c6f-a463aae40722" providerId="ADAL" clId="{1C05DFB1-C023-4755-8788-6BFDA6690735}" dt="2024-09-05T07:33:02.749" v="143" actId="113"/>
          <ac:spMkLst>
            <pc:docMk/>
            <pc:sldMk cId="1637132292" sldId="451"/>
            <ac:spMk id="2" creationId="{00000000-0000-0000-0000-000000000000}"/>
          </ac:spMkLst>
        </pc:spChg>
        <pc:spChg chg="del">
          <ac:chgData name="Ms Alina Arshad" userId="cccdfd85-d35d-4453-9c6f-a463aae40722" providerId="ADAL" clId="{1C05DFB1-C023-4755-8788-6BFDA6690735}" dt="2024-09-05T08:16:01.026" v="428" actId="478"/>
          <ac:spMkLst>
            <pc:docMk/>
            <pc:sldMk cId="1637132292" sldId="451"/>
            <ac:spMk id="4" creationId="{00000000-0000-0000-0000-000000000000}"/>
          </ac:spMkLst>
        </pc:spChg>
        <pc:spChg chg="del">
          <ac:chgData name="Ms Alina Arshad" userId="cccdfd85-d35d-4453-9c6f-a463aae40722" providerId="ADAL" clId="{1C05DFB1-C023-4755-8788-6BFDA6690735}" dt="2024-09-05T08:16:02.792" v="429" actId="478"/>
          <ac:spMkLst>
            <pc:docMk/>
            <pc:sldMk cId="1637132292" sldId="451"/>
            <ac:spMk id="5" creationId="{00000000-0000-0000-0000-000000000000}"/>
          </ac:spMkLst>
        </pc:spChg>
        <pc:picChg chg="mod">
          <ac:chgData name="Ms Alina Arshad" userId="cccdfd85-d35d-4453-9c6f-a463aae40722" providerId="ADAL" clId="{1C05DFB1-C023-4755-8788-6BFDA6690735}" dt="2024-09-05T07:33:07.044" v="144" actId="1076"/>
          <ac:picMkLst>
            <pc:docMk/>
            <pc:sldMk cId="1637132292" sldId="451"/>
            <ac:picMk id="7" creationId="{00000000-0000-0000-0000-000000000000}"/>
          </ac:picMkLst>
        </pc:picChg>
      </pc:sldChg>
      <pc:sldChg chg="delSp add del mod">
        <pc:chgData name="Ms Alina Arshad" userId="cccdfd85-d35d-4453-9c6f-a463aae40722" providerId="ADAL" clId="{1C05DFB1-C023-4755-8788-6BFDA6690735}" dt="2024-09-05T08:17:07.446" v="430" actId="2696"/>
        <pc:sldMkLst>
          <pc:docMk/>
          <pc:sldMk cId="723443559" sldId="452"/>
        </pc:sldMkLst>
        <pc:spChg chg="del">
          <ac:chgData name="Ms Alina Arshad" userId="cccdfd85-d35d-4453-9c6f-a463aae40722" providerId="ADAL" clId="{1C05DFB1-C023-4755-8788-6BFDA6690735}" dt="2024-09-05T08:15:53.419" v="426" actId="478"/>
          <ac:spMkLst>
            <pc:docMk/>
            <pc:sldMk cId="723443559" sldId="452"/>
            <ac:spMk id="4" creationId="{00000000-0000-0000-0000-000000000000}"/>
          </ac:spMkLst>
        </pc:spChg>
        <pc:spChg chg="del">
          <ac:chgData name="Ms Alina Arshad" userId="cccdfd85-d35d-4453-9c6f-a463aae40722" providerId="ADAL" clId="{1C05DFB1-C023-4755-8788-6BFDA6690735}" dt="2024-09-05T08:15:55.747" v="427" actId="478"/>
          <ac:spMkLst>
            <pc:docMk/>
            <pc:sldMk cId="723443559" sldId="452"/>
            <ac:spMk id="5" creationId="{00000000-0000-0000-0000-000000000000}"/>
          </ac:spMkLst>
        </pc:spChg>
      </pc:sldChg>
    </pc:docChg>
  </pc:docChgLst>
  <pc:docChgLst>
    <pc:chgData name="Ms Alina Arshad" userId="cccdfd85-d35d-4453-9c6f-a463aae40722" providerId="ADAL" clId="{03F3768F-5344-4E5A-B293-BE1259BC470C}"/>
    <pc:docChg chg="custSel addSld delSld modSld">
      <pc:chgData name="Ms Alina Arshad" userId="cccdfd85-d35d-4453-9c6f-a463aae40722" providerId="ADAL" clId="{03F3768F-5344-4E5A-B293-BE1259BC470C}" dt="2024-09-17T13:46:43.871" v="246" actId="12"/>
      <pc:docMkLst>
        <pc:docMk/>
      </pc:docMkLst>
      <pc:sldChg chg="del">
        <pc:chgData name="Ms Alina Arshad" userId="cccdfd85-d35d-4453-9c6f-a463aae40722" providerId="ADAL" clId="{03F3768F-5344-4E5A-B293-BE1259BC470C}" dt="2024-09-15T06:19:30.239" v="49" actId="47"/>
        <pc:sldMkLst>
          <pc:docMk/>
          <pc:sldMk cId="987785057" sldId="258"/>
        </pc:sldMkLst>
      </pc:sldChg>
      <pc:sldChg chg="modSp add mod">
        <pc:chgData name="Ms Alina Arshad" userId="cccdfd85-d35d-4453-9c6f-a463aae40722" providerId="ADAL" clId="{03F3768F-5344-4E5A-B293-BE1259BC470C}" dt="2024-09-17T13:39:19.174" v="208" actId="207"/>
        <pc:sldMkLst>
          <pc:docMk/>
          <pc:sldMk cId="0" sldId="386"/>
        </pc:sldMkLst>
        <pc:spChg chg="mod">
          <ac:chgData name="Ms Alina Arshad" userId="cccdfd85-d35d-4453-9c6f-a463aae40722" providerId="ADAL" clId="{03F3768F-5344-4E5A-B293-BE1259BC470C}" dt="2024-09-17T13:39:19.174" v="208" actId="207"/>
          <ac:spMkLst>
            <pc:docMk/>
            <pc:sldMk cId="0" sldId="386"/>
            <ac:spMk id="3" creationId="{746FE3BF-273E-CE1C-B58B-B5937FB4FDCA}"/>
          </ac:spMkLst>
        </pc:spChg>
        <pc:spChg chg="mod">
          <ac:chgData name="Ms Alina Arshad" userId="cccdfd85-d35d-4453-9c6f-a463aae40722" providerId="ADAL" clId="{03F3768F-5344-4E5A-B293-BE1259BC470C}" dt="2024-09-17T13:39:00.053" v="204" actId="1076"/>
          <ac:spMkLst>
            <pc:docMk/>
            <pc:sldMk cId="0" sldId="386"/>
            <ac:spMk id="18434" creationId="{D0231127-0A0A-57D3-2C1F-FC07E3FE6787}"/>
          </ac:spMkLst>
        </pc:spChg>
      </pc:sldChg>
      <pc:sldChg chg="modSp add mod">
        <pc:chgData name="Ms Alina Arshad" userId="cccdfd85-d35d-4453-9c6f-a463aae40722" providerId="ADAL" clId="{03F3768F-5344-4E5A-B293-BE1259BC470C}" dt="2024-09-17T13:39:40.216" v="213" actId="207"/>
        <pc:sldMkLst>
          <pc:docMk/>
          <pc:sldMk cId="0" sldId="387"/>
        </pc:sldMkLst>
        <pc:spChg chg="mod">
          <ac:chgData name="Ms Alina Arshad" userId="cccdfd85-d35d-4453-9c6f-a463aae40722" providerId="ADAL" clId="{03F3768F-5344-4E5A-B293-BE1259BC470C}" dt="2024-09-17T13:39:40.216" v="213" actId="207"/>
          <ac:spMkLst>
            <pc:docMk/>
            <pc:sldMk cId="0" sldId="387"/>
            <ac:spMk id="16386" creationId="{E92B245A-9B5F-2589-B515-A06EFC2B2B4C}"/>
          </ac:spMkLst>
        </pc:spChg>
        <pc:spChg chg="mod">
          <ac:chgData name="Ms Alina Arshad" userId="cccdfd85-d35d-4453-9c6f-a463aae40722" providerId="ADAL" clId="{03F3768F-5344-4E5A-B293-BE1259BC470C}" dt="2024-09-17T13:39:36.480" v="212" actId="207"/>
          <ac:spMkLst>
            <pc:docMk/>
            <pc:sldMk cId="0" sldId="387"/>
            <ac:spMk id="20483" creationId="{22E8BEA8-D2E3-B374-6221-0A36B07C7CA7}"/>
          </ac:spMkLst>
        </pc:spChg>
      </pc:sldChg>
      <pc:sldChg chg="modSp add mod">
        <pc:chgData name="Ms Alina Arshad" userId="cccdfd85-d35d-4453-9c6f-a463aae40722" providerId="ADAL" clId="{03F3768F-5344-4E5A-B293-BE1259BC470C}" dt="2024-09-17T13:40:17.880" v="218" actId="113"/>
        <pc:sldMkLst>
          <pc:docMk/>
          <pc:sldMk cId="0" sldId="388"/>
        </pc:sldMkLst>
        <pc:spChg chg="mod">
          <ac:chgData name="Ms Alina Arshad" userId="cccdfd85-d35d-4453-9c6f-a463aae40722" providerId="ADAL" clId="{03F3768F-5344-4E5A-B293-BE1259BC470C}" dt="2024-09-17T13:40:14.774" v="217" actId="207"/>
          <ac:spMkLst>
            <pc:docMk/>
            <pc:sldMk cId="0" sldId="388"/>
            <ac:spMk id="3" creationId="{CC3D0619-68B9-E6B7-1F59-66EB4AA60045}"/>
          </ac:spMkLst>
        </pc:spChg>
        <pc:spChg chg="mod">
          <ac:chgData name="Ms Alina Arshad" userId="cccdfd85-d35d-4453-9c6f-a463aae40722" providerId="ADAL" clId="{03F3768F-5344-4E5A-B293-BE1259BC470C}" dt="2024-09-17T13:40:17.880" v="218" actId="113"/>
          <ac:spMkLst>
            <pc:docMk/>
            <pc:sldMk cId="0" sldId="388"/>
            <ac:spMk id="17410" creationId="{D2EEC780-56FA-0048-CA6F-E5FBF9128A3B}"/>
          </ac:spMkLst>
        </pc:spChg>
      </pc:sldChg>
      <pc:sldChg chg="modSp add mod">
        <pc:chgData name="Ms Alina Arshad" userId="cccdfd85-d35d-4453-9c6f-a463aae40722" providerId="ADAL" clId="{03F3768F-5344-4E5A-B293-BE1259BC470C}" dt="2024-09-17T13:41:00.101" v="224" actId="207"/>
        <pc:sldMkLst>
          <pc:docMk/>
          <pc:sldMk cId="0" sldId="389"/>
        </pc:sldMkLst>
        <pc:spChg chg="mod">
          <ac:chgData name="Ms Alina Arshad" userId="cccdfd85-d35d-4453-9c6f-a463aae40722" providerId="ADAL" clId="{03F3768F-5344-4E5A-B293-BE1259BC470C}" dt="2024-09-17T13:40:49.971" v="220" actId="113"/>
          <ac:spMkLst>
            <pc:docMk/>
            <pc:sldMk cId="0" sldId="389"/>
            <ac:spMk id="18434" creationId="{9B7DC386-4AC3-0F65-E605-F51840DD5C1C}"/>
          </ac:spMkLst>
        </pc:spChg>
        <pc:spChg chg="mod">
          <ac:chgData name="Ms Alina Arshad" userId="cccdfd85-d35d-4453-9c6f-a463aae40722" providerId="ADAL" clId="{03F3768F-5344-4E5A-B293-BE1259BC470C}" dt="2024-09-17T13:41:00.101" v="224" actId="207"/>
          <ac:spMkLst>
            <pc:docMk/>
            <pc:sldMk cId="0" sldId="389"/>
            <ac:spMk id="19459" creationId="{ACA6224F-9799-178D-D933-1C62B7EC23E3}"/>
          </ac:spMkLst>
        </pc:spChg>
      </pc:sldChg>
      <pc:sldChg chg="modSp add mod">
        <pc:chgData name="Ms Alina Arshad" userId="cccdfd85-d35d-4453-9c6f-a463aae40722" providerId="ADAL" clId="{03F3768F-5344-4E5A-B293-BE1259BC470C}" dt="2024-09-17T13:41:43.983" v="230" actId="207"/>
        <pc:sldMkLst>
          <pc:docMk/>
          <pc:sldMk cId="0" sldId="390"/>
        </pc:sldMkLst>
        <pc:spChg chg="mod">
          <ac:chgData name="Ms Alina Arshad" userId="cccdfd85-d35d-4453-9c6f-a463aae40722" providerId="ADAL" clId="{03F3768F-5344-4E5A-B293-BE1259BC470C}" dt="2024-09-17T13:41:43.983" v="230" actId="207"/>
          <ac:spMkLst>
            <pc:docMk/>
            <pc:sldMk cId="0" sldId="390"/>
            <ac:spMk id="3" creationId="{FDE3EE85-3B99-FA9B-16FB-C60CC3D1A5BD}"/>
          </ac:spMkLst>
        </pc:spChg>
        <pc:spChg chg="mod">
          <ac:chgData name="Ms Alina Arshad" userId="cccdfd85-d35d-4453-9c6f-a463aae40722" providerId="ADAL" clId="{03F3768F-5344-4E5A-B293-BE1259BC470C}" dt="2024-09-17T13:41:27.965" v="225" actId="113"/>
          <ac:spMkLst>
            <pc:docMk/>
            <pc:sldMk cId="0" sldId="390"/>
            <ac:spMk id="19458" creationId="{81C82C7A-DD18-1772-7B91-BA06A9B7ED44}"/>
          </ac:spMkLst>
        </pc:spChg>
      </pc:sldChg>
      <pc:sldChg chg="modSp add mod">
        <pc:chgData name="Ms Alina Arshad" userId="cccdfd85-d35d-4453-9c6f-a463aae40722" providerId="ADAL" clId="{03F3768F-5344-4E5A-B293-BE1259BC470C}" dt="2024-09-17T13:42:49.035" v="235" actId="207"/>
        <pc:sldMkLst>
          <pc:docMk/>
          <pc:sldMk cId="0" sldId="391"/>
        </pc:sldMkLst>
        <pc:spChg chg="mod">
          <ac:chgData name="Ms Alina Arshad" userId="cccdfd85-d35d-4453-9c6f-a463aae40722" providerId="ADAL" clId="{03F3768F-5344-4E5A-B293-BE1259BC470C}" dt="2024-09-17T13:42:49.035" v="235" actId="207"/>
          <ac:spMkLst>
            <pc:docMk/>
            <pc:sldMk cId="0" sldId="391"/>
            <ac:spMk id="3" creationId="{23B298CD-E0BE-E34B-EE83-5EAC5F249733}"/>
          </ac:spMkLst>
        </pc:spChg>
        <pc:spChg chg="mod">
          <ac:chgData name="Ms Alina Arshad" userId="cccdfd85-d35d-4453-9c6f-a463aae40722" providerId="ADAL" clId="{03F3768F-5344-4E5A-B293-BE1259BC470C}" dt="2024-09-17T13:42:36.973" v="231" actId="113"/>
          <ac:spMkLst>
            <pc:docMk/>
            <pc:sldMk cId="0" sldId="391"/>
            <ac:spMk id="20482" creationId="{65E34859-55F2-6869-3330-F00023AA7697}"/>
          </ac:spMkLst>
        </pc:spChg>
      </pc:sldChg>
      <pc:sldChg chg="modSp add mod">
        <pc:chgData name="Ms Alina Arshad" userId="cccdfd85-d35d-4453-9c6f-a463aae40722" providerId="ADAL" clId="{03F3768F-5344-4E5A-B293-BE1259BC470C}" dt="2024-09-17T13:43:11.213" v="241" actId="207"/>
        <pc:sldMkLst>
          <pc:docMk/>
          <pc:sldMk cId="0" sldId="392"/>
        </pc:sldMkLst>
        <pc:spChg chg="mod">
          <ac:chgData name="Ms Alina Arshad" userId="cccdfd85-d35d-4453-9c6f-a463aae40722" providerId="ADAL" clId="{03F3768F-5344-4E5A-B293-BE1259BC470C}" dt="2024-09-17T13:43:11.213" v="241" actId="207"/>
          <ac:spMkLst>
            <pc:docMk/>
            <pc:sldMk cId="0" sldId="392"/>
            <ac:spMk id="3" creationId="{BD3578C5-9FB1-957E-51D3-E5FAC44DF0CB}"/>
          </ac:spMkLst>
        </pc:spChg>
        <pc:spChg chg="mod">
          <ac:chgData name="Ms Alina Arshad" userId="cccdfd85-d35d-4453-9c6f-a463aae40722" providerId="ADAL" clId="{03F3768F-5344-4E5A-B293-BE1259BC470C}" dt="2024-09-17T13:42:59.088" v="237" actId="14100"/>
          <ac:spMkLst>
            <pc:docMk/>
            <pc:sldMk cId="0" sldId="392"/>
            <ac:spMk id="21506" creationId="{284475D3-C7F9-89A6-A9C1-21E2D8ACB125}"/>
          </ac:spMkLst>
        </pc:spChg>
      </pc:sldChg>
      <pc:sldChg chg="modSp add mod">
        <pc:chgData name="Ms Alina Arshad" userId="cccdfd85-d35d-4453-9c6f-a463aae40722" providerId="ADAL" clId="{03F3768F-5344-4E5A-B293-BE1259BC470C}" dt="2024-09-17T13:44:11.378" v="245" actId="14100"/>
        <pc:sldMkLst>
          <pc:docMk/>
          <pc:sldMk cId="0" sldId="394"/>
        </pc:sldMkLst>
        <pc:spChg chg="mod">
          <ac:chgData name="Ms Alina Arshad" userId="cccdfd85-d35d-4453-9c6f-a463aae40722" providerId="ADAL" clId="{03F3768F-5344-4E5A-B293-BE1259BC470C}" dt="2024-09-17T13:44:04.430" v="242" actId="113"/>
          <ac:spMkLst>
            <pc:docMk/>
            <pc:sldMk cId="0" sldId="394"/>
            <ac:spMk id="21506" creationId="{FBD72B6B-756E-622C-CB19-1300F8168DD5}"/>
          </ac:spMkLst>
        </pc:spChg>
        <pc:spChg chg="mod">
          <ac:chgData name="Ms Alina Arshad" userId="cccdfd85-d35d-4453-9c6f-a463aae40722" providerId="ADAL" clId="{03F3768F-5344-4E5A-B293-BE1259BC470C}" dt="2024-09-17T13:44:11.378" v="245" actId="14100"/>
          <ac:spMkLst>
            <pc:docMk/>
            <pc:sldMk cId="0" sldId="394"/>
            <ac:spMk id="26627" creationId="{9B22326B-6B8F-96AA-268A-3F878AE180CC}"/>
          </ac:spMkLst>
        </pc:spChg>
      </pc:sldChg>
      <pc:sldChg chg="modSp add mod">
        <pc:chgData name="Ms Alina Arshad" userId="cccdfd85-d35d-4453-9c6f-a463aae40722" providerId="ADAL" clId="{03F3768F-5344-4E5A-B293-BE1259BC470C}" dt="2024-09-17T13:38:52.277" v="201" actId="113"/>
        <pc:sldMkLst>
          <pc:docMk/>
          <pc:sldMk cId="0" sldId="395"/>
        </pc:sldMkLst>
        <pc:spChg chg="mod">
          <ac:chgData name="Ms Alina Arshad" userId="cccdfd85-d35d-4453-9c6f-a463aae40722" providerId="ADAL" clId="{03F3768F-5344-4E5A-B293-BE1259BC470C}" dt="2024-09-17T13:38:52.277" v="201" actId="113"/>
          <ac:spMkLst>
            <pc:docMk/>
            <pc:sldMk cId="0" sldId="395"/>
            <ac:spMk id="17410" creationId="{A5E5E90F-809A-8C29-0A13-67E8CD91E805}"/>
          </ac:spMkLst>
        </pc:spChg>
        <pc:picChg chg="mod">
          <ac:chgData name="Ms Alina Arshad" userId="cccdfd85-d35d-4453-9c6f-a463aae40722" providerId="ADAL" clId="{03F3768F-5344-4E5A-B293-BE1259BC470C}" dt="2024-09-17T13:38:24.222" v="199" actId="1076"/>
          <ac:picMkLst>
            <pc:docMk/>
            <pc:sldMk cId="0" sldId="395"/>
            <ac:picMk id="17411" creationId="{7C787678-F63B-F6E3-98E0-43A886AF8B91}"/>
          </ac:picMkLst>
        </pc:picChg>
      </pc:sldChg>
      <pc:sldChg chg="addSp modSp new mod">
        <pc:chgData name="Ms Alina Arshad" userId="cccdfd85-d35d-4453-9c6f-a463aae40722" providerId="ADAL" clId="{03F3768F-5344-4E5A-B293-BE1259BC470C}" dt="2024-09-12T11:56:43.426" v="7" actId="1076"/>
        <pc:sldMkLst>
          <pc:docMk/>
          <pc:sldMk cId="2342459706" sldId="447"/>
        </pc:sldMkLst>
        <pc:spChg chg="add mod">
          <ac:chgData name="Ms Alina Arshad" userId="cccdfd85-d35d-4453-9c6f-a463aae40722" providerId="ADAL" clId="{03F3768F-5344-4E5A-B293-BE1259BC470C}" dt="2024-09-12T11:56:43.426" v="7" actId="1076"/>
          <ac:spMkLst>
            <pc:docMk/>
            <pc:sldMk cId="2342459706" sldId="447"/>
            <ac:spMk id="4" creationId="{887797D9-A663-D2C6-552E-4EBC5B78E9D7}"/>
          </ac:spMkLst>
        </pc:spChg>
        <pc:picChg chg="add mod">
          <ac:chgData name="Ms Alina Arshad" userId="cccdfd85-d35d-4453-9c6f-a463aae40722" providerId="ADAL" clId="{03F3768F-5344-4E5A-B293-BE1259BC470C}" dt="2024-09-12T11:56:31.661" v="5" actId="1076"/>
          <ac:picMkLst>
            <pc:docMk/>
            <pc:sldMk cId="2342459706" sldId="447"/>
            <ac:picMk id="2" creationId="{552D4A0C-07D1-C5F2-28BF-77125F167C87}"/>
          </ac:picMkLst>
        </pc:picChg>
      </pc:sldChg>
      <pc:sldChg chg="modSp mod">
        <pc:chgData name="Ms Alina Arshad" userId="cccdfd85-d35d-4453-9c6f-a463aae40722" providerId="ADAL" clId="{03F3768F-5344-4E5A-B293-BE1259BC470C}" dt="2024-09-15T06:19:35.738" v="50" actId="207"/>
        <pc:sldMkLst>
          <pc:docMk/>
          <pc:sldMk cId="719467134" sldId="458"/>
        </pc:sldMkLst>
        <pc:spChg chg="mod">
          <ac:chgData name="Ms Alina Arshad" userId="cccdfd85-d35d-4453-9c6f-a463aae40722" providerId="ADAL" clId="{03F3768F-5344-4E5A-B293-BE1259BC470C}" dt="2024-09-15T06:19:35.738" v="50" actId="207"/>
          <ac:spMkLst>
            <pc:docMk/>
            <pc:sldMk cId="719467134" sldId="458"/>
            <ac:spMk id="2" creationId="{00000000-0000-0000-0000-000000000000}"/>
          </ac:spMkLst>
        </pc:spChg>
        <pc:spChg chg="mod">
          <ac:chgData name="Ms Alina Arshad" userId="cccdfd85-d35d-4453-9c6f-a463aae40722" providerId="ADAL" clId="{03F3768F-5344-4E5A-B293-BE1259BC470C}" dt="2024-09-14T05:26:08.105" v="12" actId="207"/>
          <ac:spMkLst>
            <pc:docMk/>
            <pc:sldMk cId="719467134" sldId="458"/>
            <ac:spMk id="3" creationId="{00000000-0000-0000-0000-000000000000}"/>
          </ac:spMkLst>
        </pc:spChg>
      </pc:sldChg>
      <pc:sldChg chg="delSp modSp mod">
        <pc:chgData name="Ms Alina Arshad" userId="cccdfd85-d35d-4453-9c6f-a463aae40722" providerId="ADAL" clId="{03F3768F-5344-4E5A-B293-BE1259BC470C}" dt="2024-09-14T05:27:05.784" v="23" actId="207"/>
        <pc:sldMkLst>
          <pc:docMk/>
          <pc:sldMk cId="379126886" sldId="459"/>
        </pc:sldMkLst>
        <pc:spChg chg="mod">
          <ac:chgData name="Ms Alina Arshad" userId="cccdfd85-d35d-4453-9c6f-a463aae40722" providerId="ADAL" clId="{03F3768F-5344-4E5A-B293-BE1259BC470C}" dt="2024-09-14T05:27:01.210" v="22" actId="207"/>
          <ac:spMkLst>
            <pc:docMk/>
            <pc:sldMk cId="379126886" sldId="459"/>
            <ac:spMk id="2" creationId="{00000000-0000-0000-0000-000000000000}"/>
          </ac:spMkLst>
        </pc:spChg>
        <pc:spChg chg="mod">
          <ac:chgData name="Ms Alina Arshad" userId="cccdfd85-d35d-4453-9c6f-a463aae40722" providerId="ADAL" clId="{03F3768F-5344-4E5A-B293-BE1259BC470C}" dt="2024-09-14T05:27:05.784" v="23" actId="207"/>
          <ac:spMkLst>
            <pc:docMk/>
            <pc:sldMk cId="379126886" sldId="459"/>
            <ac:spMk id="3" creationId="{00000000-0000-0000-0000-000000000000}"/>
          </ac:spMkLst>
        </pc:spChg>
        <pc:spChg chg="del">
          <ac:chgData name="Ms Alina Arshad" userId="cccdfd85-d35d-4453-9c6f-a463aae40722" providerId="ADAL" clId="{03F3768F-5344-4E5A-B293-BE1259BC470C}" dt="2024-09-14T05:26:52.415" v="20" actId="478"/>
          <ac:spMkLst>
            <pc:docMk/>
            <pc:sldMk cId="379126886" sldId="459"/>
            <ac:spMk id="4" creationId="{00000000-0000-0000-0000-000000000000}"/>
          </ac:spMkLst>
        </pc:spChg>
        <pc:spChg chg="del">
          <ac:chgData name="Ms Alina Arshad" userId="cccdfd85-d35d-4453-9c6f-a463aae40722" providerId="ADAL" clId="{03F3768F-5344-4E5A-B293-BE1259BC470C}" dt="2024-09-14T05:26:54.475" v="21" actId="478"/>
          <ac:spMkLst>
            <pc:docMk/>
            <pc:sldMk cId="379126886" sldId="459"/>
            <ac:spMk id="5" creationId="{00000000-0000-0000-0000-000000000000}"/>
          </ac:spMkLst>
        </pc:spChg>
        <pc:picChg chg="mod">
          <ac:chgData name="Ms Alina Arshad" userId="cccdfd85-d35d-4453-9c6f-a463aae40722" providerId="ADAL" clId="{03F3768F-5344-4E5A-B293-BE1259BC470C}" dt="2024-09-14T05:26:50.845" v="19" actId="1076"/>
          <ac:picMkLst>
            <pc:docMk/>
            <pc:sldMk cId="379126886" sldId="459"/>
            <ac:picMk id="6" creationId="{00000000-0000-0000-0000-000000000000}"/>
          </ac:picMkLst>
        </pc:picChg>
        <pc:picChg chg="mod">
          <ac:chgData name="Ms Alina Arshad" userId="cccdfd85-d35d-4453-9c6f-a463aae40722" providerId="ADAL" clId="{03F3768F-5344-4E5A-B293-BE1259BC470C}" dt="2024-09-14T05:26:46.545" v="18" actId="1076"/>
          <ac:picMkLst>
            <pc:docMk/>
            <pc:sldMk cId="379126886" sldId="459"/>
            <ac:picMk id="7" creationId="{00000000-0000-0000-0000-000000000000}"/>
          </ac:picMkLst>
        </pc:picChg>
      </pc:sldChg>
      <pc:sldChg chg="delSp modSp mod">
        <pc:chgData name="Ms Alina Arshad" userId="cccdfd85-d35d-4453-9c6f-a463aae40722" providerId="ADAL" clId="{03F3768F-5344-4E5A-B293-BE1259BC470C}" dt="2024-09-14T05:27:29.476" v="30" actId="478"/>
        <pc:sldMkLst>
          <pc:docMk/>
          <pc:sldMk cId="475468520" sldId="461"/>
        </pc:sldMkLst>
        <pc:spChg chg="mod">
          <ac:chgData name="Ms Alina Arshad" userId="cccdfd85-d35d-4453-9c6f-a463aae40722" providerId="ADAL" clId="{03F3768F-5344-4E5A-B293-BE1259BC470C}" dt="2024-09-14T05:27:24.384" v="28" actId="20577"/>
          <ac:spMkLst>
            <pc:docMk/>
            <pc:sldMk cId="475468520" sldId="461"/>
            <ac:spMk id="2" creationId="{00000000-0000-0000-0000-000000000000}"/>
          </ac:spMkLst>
        </pc:spChg>
        <pc:spChg chg="del">
          <ac:chgData name="Ms Alina Arshad" userId="cccdfd85-d35d-4453-9c6f-a463aae40722" providerId="ADAL" clId="{03F3768F-5344-4E5A-B293-BE1259BC470C}" dt="2024-09-14T05:27:27.484" v="29" actId="478"/>
          <ac:spMkLst>
            <pc:docMk/>
            <pc:sldMk cId="475468520" sldId="461"/>
            <ac:spMk id="4" creationId="{00000000-0000-0000-0000-000000000000}"/>
          </ac:spMkLst>
        </pc:spChg>
        <pc:spChg chg="del">
          <ac:chgData name="Ms Alina Arshad" userId="cccdfd85-d35d-4453-9c6f-a463aae40722" providerId="ADAL" clId="{03F3768F-5344-4E5A-B293-BE1259BC470C}" dt="2024-09-14T05:27:29.476" v="30" actId="478"/>
          <ac:spMkLst>
            <pc:docMk/>
            <pc:sldMk cId="475468520" sldId="461"/>
            <ac:spMk id="5" creationId="{00000000-0000-0000-0000-000000000000}"/>
          </ac:spMkLst>
        </pc:spChg>
        <pc:picChg chg="mod">
          <ac:chgData name="Ms Alina Arshad" userId="cccdfd85-d35d-4453-9c6f-a463aae40722" providerId="ADAL" clId="{03F3768F-5344-4E5A-B293-BE1259BC470C}" dt="2024-09-14T05:27:12.725" v="24" actId="1076"/>
          <ac:picMkLst>
            <pc:docMk/>
            <pc:sldMk cId="475468520" sldId="461"/>
            <ac:picMk id="7" creationId="{00000000-0000-0000-0000-000000000000}"/>
          </ac:picMkLst>
        </pc:picChg>
      </pc:sldChg>
      <pc:sldChg chg="delSp modSp mod">
        <pc:chgData name="Ms Alina Arshad" userId="cccdfd85-d35d-4453-9c6f-a463aae40722" providerId="ADAL" clId="{03F3768F-5344-4E5A-B293-BE1259BC470C}" dt="2024-09-14T05:28:00.386" v="37" actId="1076"/>
        <pc:sldMkLst>
          <pc:docMk/>
          <pc:sldMk cId="1755260321" sldId="462"/>
        </pc:sldMkLst>
        <pc:spChg chg="mod">
          <ac:chgData name="Ms Alina Arshad" userId="cccdfd85-d35d-4453-9c6f-a463aae40722" providerId="ADAL" clId="{03F3768F-5344-4E5A-B293-BE1259BC470C}" dt="2024-09-14T05:27:46.454" v="33" actId="14100"/>
          <ac:spMkLst>
            <pc:docMk/>
            <pc:sldMk cId="1755260321" sldId="462"/>
            <ac:spMk id="2" creationId="{00000000-0000-0000-0000-000000000000}"/>
          </ac:spMkLst>
        </pc:spChg>
        <pc:spChg chg="del">
          <ac:chgData name="Ms Alina Arshad" userId="cccdfd85-d35d-4453-9c6f-a463aae40722" providerId="ADAL" clId="{03F3768F-5344-4E5A-B293-BE1259BC470C}" dt="2024-09-14T05:27:49.285" v="34" actId="478"/>
          <ac:spMkLst>
            <pc:docMk/>
            <pc:sldMk cId="1755260321" sldId="462"/>
            <ac:spMk id="4" creationId="{00000000-0000-0000-0000-000000000000}"/>
          </ac:spMkLst>
        </pc:spChg>
        <pc:spChg chg="del">
          <ac:chgData name="Ms Alina Arshad" userId="cccdfd85-d35d-4453-9c6f-a463aae40722" providerId="ADAL" clId="{03F3768F-5344-4E5A-B293-BE1259BC470C}" dt="2024-09-14T05:27:52.165" v="35" actId="478"/>
          <ac:spMkLst>
            <pc:docMk/>
            <pc:sldMk cId="1755260321" sldId="462"/>
            <ac:spMk id="5" creationId="{00000000-0000-0000-0000-000000000000}"/>
          </ac:spMkLst>
        </pc:spChg>
        <pc:picChg chg="mod">
          <ac:chgData name="Ms Alina Arshad" userId="cccdfd85-d35d-4453-9c6f-a463aae40722" providerId="ADAL" clId="{03F3768F-5344-4E5A-B293-BE1259BC470C}" dt="2024-09-14T05:28:00.386" v="37" actId="1076"/>
          <ac:picMkLst>
            <pc:docMk/>
            <pc:sldMk cId="1755260321" sldId="462"/>
            <ac:picMk id="8" creationId="{00000000-0000-0000-0000-000000000000}"/>
          </ac:picMkLst>
        </pc:picChg>
      </pc:sldChg>
      <pc:sldChg chg="delSp modSp mod">
        <pc:chgData name="Ms Alina Arshad" userId="cccdfd85-d35d-4453-9c6f-a463aae40722" providerId="ADAL" clId="{03F3768F-5344-4E5A-B293-BE1259BC470C}" dt="2024-09-15T07:26:11.282" v="68" actId="404"/>
        <pc:sldMkLst>
          <pc:docMk/>
          <pc:sldMk cId="3175048454" sldId="463"/>
        </pc:sldMkLst>
        <pc:spChg chg="mod">
          <ac:chgData name="Ms Alina Arshad" userId="cccdfd85-d35d-4453-9c6f-a463aae40722" providerId="ADAL" clId="{03F3768F-5344-4E5A-B293-BE1259BC470C}" dt="2024-09-14T05:28:29.612" v="45" actId="113"/>
          <ac:spMkLst>
            <pc:docMk/>
            <pc:sldMk cId="3175048454" sldId="463"/>
            <ac:spMk id="2" creationId="{00000000-0000-0000-0000-000000000000}"/>
          </ac:spMkLst>
        </pc:spChg>
        <pc:spChg chg="mod">
          <ac:chgData name="Ms Alina Arshad" userId="cccdfd85-d35d-4453-9c6f-a463aae40722" providerId="ADAL" clId="{03F3768F-5344-4E5A-B293-BE1259BC470C}" dt="2024-09-15T07:26:11.282" v="68" actId="404"/>
          <ac:spMkLst>
            <pc:docMk/>
            <pc:sldMk cId="3175048454" sldId="463"/>
            <ac:spMk id="3" creationId="{00000000-0000-0000-0000-000000000000}"/>
          </ac:spMkLst>
        </pc:spChg>
        <pc:spChg chg="del">
          <ac:chgData name="Ms Alina Arshad" userId="cccdfd85-d35d-4453-9c6f-a463aae40722" providerId="ADAL" clId="{03F3768F-5344-4E5A-B293-BE1259BC470C}" dt="2024-09-14T05:28:36.584" v="47" actId="478"/>
          <ac:spMkLst>
            <pc:docMk/>
            <pc:sldMk cId="3175048454" sldId="463"/>
            <ac:spMk id="4" creationId="{00000000-0000-0000-0000-000000000000}"/>
          </ac:spMkLst>
        </pc:spChg>
        <pc:spChg chg="del">
          <ac:chgData name="Ms Alina Arshad" userId="cccdfd85-d35d-4453-9c6f-a463aae40722" providerId="ADAL" clId="{03F3768F-5344-4E5A-B293-BE1259BC470C}" dt="2024-09-14T05:28:38.365" v="48" actId="478"/>
          <ac:spMkLst>
            <pc:docMk/>
            <pc:sldMk cId="3175048454" sldId="463"/>
            <ac:spMk id="5" creationId="{00000000-0000-0000-0000-000000000000}"/>
          </ac:spMkLst>
        </pc:spChg>
      </pc:sldChg>
      <pc:sldChg chg="delSp modSp mod">
        <pc:chgData name="Ms Alina Arshad" userId="cccdfd85-d35d-4453-9c6f-a463aae40722" providerId="ADAL" clId="{03F3768F-5344-4E5A-B293-BE1259BC470C}" dt="2024-09-14T05:28:22.835" v="43" actId="478"/>
        <pc:sldMkLst>
          <pc:docMk/>
          <pc:sldMk cId="2524428318" sldId="464"/>
        </pc:sldMkLst>
        <pc:spChg chg="mod">
          <ac:chgData name="Ms Alina Arshad" userId="cccdfd85-d35d-4453-9c6f-a463aae40722" providerId="ADAL" clId="{03F3768F-5344-4E5A-B293-BE1259BC470C}" dt="2024-09-14T05:28:06.649" v="39" actId="113"/>
          <ac:spMkLst>
            <pc:docMk/>
            <pc:sldMk cId="2524428318" sldId="464"/>
            <ac:spMk id="2" creationId="{00000000-0000-0000-0000-000000000000}"/>
          </ac:spMkLst>
        </pc:spChg>
        <pc:spChg chg="mod">
          <ac:chgData name="Ms Alina Arshad" userId="cccdfd85-d35d-4453-9c6f-a463aae40722" providerId="ADAL" clId="{03F3768F-5344-4E5A-B293-BE1259BC470C}" dt="2024-09-14T05:28:18.686" v="41" actId="12"/>
          <ac:spMkLst>
            <pc:docMk/>
            <pc:sldMk cId="2524428318" sldId="464"/>
            <ac:spMk id="3" creationId="{00000000-0000-0000-0000-000000000000}"/>
          </ac:spMkLst>
        </pc:spChg>
        <pc:spChg chg="del">
          <ac:chgData name="Ms Alina Arshad" userId="cccdfd85-d35d-4453-9c6f-a463aae40722" providerId="ADAL" clId="{03F3768F-5344-4E5A-B293-BE1259BC470C}" dt="2024-09-14T05:28:20.785" v="42" actId="478"/>
          <ac:spMkLst>
            <pc:docMk/>
            <pc:sldMk cId="2524428318" sldId="464"/>
            <ac:spMk id="4" creationId="{00000000-0000-0000-0000-000000000000}"/>
          </ac:spMkLst>
        </pc:spChg>
        <pc:spChg chg="del">
          <ac:chgData name="Ms Alina Arshad" userId="cccdfd85-d35d-4453-9c6f-a463aae40722" providerId="ADAL" clId="{03F3768F-5344-4E5A-B293-BE1259BC470C}" dt="2024-09-14T05:28:22.835" v="43" actId="478"/>
          <ac:spMkLst>
            <pc:docMk/>
            <pc:sldMk cId="2524428318" sldId="464"/>
            <ac:spMk id="5" creationId="{00000000-0000-0000-0000-000000000000}"/>
          </ac:spMkLst>
        </pc:spChg>
      </pc:sldChg>
      <pc:sldChg chg="delSp modSp mod">
        <pc:chgData name="Ms Alina Arshad" userId="cccdfd85-d35d-4453-9c6f-a463aae40722" providerId="ADAL" clId="{03F3768F-5344-4E5A-B293-BE1259BC470C}" dt="2024-09-15T07:26:58.244" v="78" actId="1036"/>
        <pc:sldMkLst>
          <pc:docMk/>
          <pc:sldMk cId="3502560203" sldId="465"/>
        </pc:sldMkLst>
        <pc:spChg chg="mod">
          <ac:chgData name="Ms Alina Arshad" userId="cccdfd85-d35d-4453-9c6f-a463aae40722" providerId="ADAL" clId="{03F3768F-5344-4E5A-B293-BE1259BC470C}" dt="2024-09-15T07:26:39.671" v="72" actId="113"/>
          <ac:spMkLst>
            <pc:docMk/>
            <pc:sldMk cId="3502560203" sldId="465"/>
            <ac:spMk id="2" creationId="{00000000-0000-0000-0000-000000000000}"/>
          </ac:spMkLst>
        </pc:spChg>
        <pc:spChg chg="mod">
          <ac:chgData name="Ms Alina Arshad" userId="cccdfd85-d35d-4453-9c6f-a463aae40722" providerId="ADAL" clId="{03F3768F-5344-4E5A-B293-BE1259BC470C}" dt="2024-09-15T07:26:58.244" v="78" actId="1036"/>
          <ac:spMkLst>
            <pc:docMk/>
            <pc:sldMk cId="3502560203" sldId="465"/>
            <ac:spMk id="3" creationId="{00000000-0000-0000-0000-000000000000}"/>
          </ac:spMkLst>
        </pc:spChg>
        <pc:spChg chg="del">
          <ac:chgData name="Ms Alina Arshad" userId="cccdfd85-d35d-4453-9c6f-a463aae40722" providerId="ADAL" clId="{03F3768F-5344-4E5A-B293-BE1259BC470C}" dt="2024-09-15T07:15:34.293" v="55" actId="478"/>
          <ac:spMkLst>
            <pc:docMk/>
            <pc:sldMk cId="3502560203" sldId="465"/>
            <ac:spMk id="4" creationId="{00000000-0000-0000-0000-000000000000}"/>
          </ac:spMkLst>
        </pc:spChg>
        <pc:spChg chg="del">
          <ac:chgData name="Ms Alina Arshad" userId="cccdfd85-d35d-4453-9c6f-a463aae40722" providerId="ADAL" clId="{03F3768F-5344-4E5A-B293-BE1259BC470C}" dt="2024-09-15T07:15:37.788" v="56" actId="478"/>
          <ac:spMkLst>
            <pc:docMk/>
            <pc:sldMk cId="3502560203" sldId="465"/>
            <ac:spMk id="5" creationId="{00000000-0000-0000-0000-000000000000}"/>
          </ac:spMkLst>
        </pc:spChg>
        <pc:picChg chg="mod">
          <ac:chgData name="Ms Alina Arshad" userId="cccdfd85-d35d-4453-9c6f-a463aae40722" providerId="ADAL" clId="{03F3768F-5344-4E5A-B293-BE1259BC470C}" dt="2024-09-15T07:26:54.568" v="76" actId="1076"/>
          <ac:picMkLst>
            <pc:docMk/>
            <pc:sldMk cId="3502560203" sldId="465"/>
            <ac:picMk id="6" creationId="{00000000-0000-0000-0000-000000000000}"/>
          </ac:picMkLst>
        </pc:picChg>
        <pc:picChg chg="mod">
          <ac:chgData name="Ms Alina Arshad" userId="cccdfd85-d35d-4453-9c6f-a463aae40722" providerId="ADAL" clId="{03F3768F-5344-4E5A-B293-BE1259BC470C}" dt="2024-09-15T07:26:57.173" v="77" actId="1076"/>
          <ac:picMkLst>
            <pc:docMk/>
            <pc:sldMk cId="3502560203" sldId="465"/>
            <ac:picMk id="7" creationId="{00000000-0000-0000-0000-000000000000}"/>
          </ac:picMkLst>
        </pc:picChg>
      </pc:sldChg>
      <pc:sldChg chg="delSp modSp mod">
        <pc:chgData name="Ms Alina Arshad" userId="cccdfd85-d35d-4453-9c6f-a463aae40722" providerId="ADAL" clId="{03F3768F-5344-4E5A-B293-BE1259BC470C}" dt="2024-09-17T13:46:43.871" v="246" actId="12"/>
        <pc:sldMkLst>
          <pc:docMk/>
          <pc:sldMk cId="4240682665" sldId="466"/>
        </pc:sldMkLst>
        <pc:spChg chg="mod">
          <ac:chgData name="Ms Alina Arshad" userId="cccdfd85-d35d-4453-9c6f-a463aae40722" providerId="ADAL" clId="{03F3768F-5344-4E5A-B293-BE1259BC470C}" dt="2024-09-15T07:27:06.716" v="80" actId="113"/>
          <ac:spMkLst>
            <pc:docMk/>
            <pc:sldMk cId="4240682665" sldId="466"/>
            <ac:spMk id="2" creationId="{00000000-0000-0000-0000-000000000000}"/>
          </ac:spMkLst>
        </pc:spChg>
        <pc:spChg chg="mod">
          <ac:chgData name="Ms Alina Arshad" userId="cccdfd85-d35d-4453-9c6f-a463aae40722" providerId="ADAL" clId="{03F3768F-5344-4E5A-B293-BE1259BC470C}" dt="2024-09-17T13:46:43.871" v="246" actId="12"/>
          <ac:spMkLst>
            <pc:docMk/>
            <pc:sldMk cId="4240682665" sldId="466"/>
            <ac:spMk id="3" creationId="{00000000-0000-0000-0000-000000000000}"/>
          </ac:spMkLst>
        </pc:spChg>
        <pc:spChg chg="del">
          <ac:chgData name="Ms Alina Arshad" userId="cccdfd85-d35d-4453-9c6f-a463aae40722" providerId="ADAL" clId="{03F3768F-5344-4E5A-B293-BE1259BC470C}" dt="2024-09-15T07:15:28.002" v="53" actId="478"/>
          <ac:spMkLst>
            <pc:docMk/>
            <pc:sldMk cId="4240682665" sldId="466"/>
            <ac:spMk id="4" creationId="{00000000-0000-0000-0000-000000000000}"/>
          </ac:spMkLst>
        </pc:spChg>
        <pc:spChg chg="del">
          <ac:chgData name="Ms Alina Arshad" userId="cccdfd85-d35d-4453-9c6f-a463aae40722" providerId="ADAL" clId="{03F3768F-5344-4E5A-B293-BE1259BC470C}" dt="2024-09-15T07:15:30.106" v="54" actId="478"/>
          <ac:spMkLst>
            <pc:docMk/>
            <pc:sldMk cId="4240682665" sldId="466"/>
            <ac:spMk id="5" creationId="{00000000-0000-0000-0000-000000000000}"/>
          </ac:spMkLst>
        </pc:spChg>
      </pc:sldChg>
      <pc:sldChg chg="delSp modSp mod">
        <pc:chgData name="Ms Alina Arshad" userId="cccdfd85-d35d-4453-9c6f-a463aae40722" providerId="ADAL" clId="{03F3768F-5344-4E5A-B293-BE1259BC470C}" dt="2024-09-15T07:28:15.867" v="89" actId="1036"/>
        <pc:sldMkLst>
          <pc:docMk/>
          <pc:sldMk cId="1253061490" sldId="467"/>
        </pc:sldMkLst>
        <pc:spChg chg="mod">
          <ac:chgData name="Ms Alina Arshad" userId="cccdfd85-d35d-4453-9c6f-a463aae40722" providerId="ADAL" clId="{03F3768F-5344-4E5A-B293-BE1259BC470C}" dt="2024-09-15T07:28:05.545" v="85" actId="113"/>
          <ac:spMkLst>
            <pc:docMk/>
            <pc:sldMk cId="1253061490" sldId="467"/>
            <ac:spMk id="2" creationId="{00000000-0000-0000-0000-000000000000}"/>
          </ac:spMkLst>
        </pc:spChg>
        <pc:spChg chg="del mod">
          <ac:chgData name="Ms Alina Arshad" userId="cccdfd85-d35d-4453-9c6f-a463aae40722" providerId="ADAL" clId="{03F3768F-5344-4E5A-B293-BE1259BC470C}" dt="2024-09-15T07:28:11.939" v="87" actId="478"/>
          <ac:spMkLst>
            <pc:docMk/>
            <pc:sldMk cId="1253061490" sldId="467"/>
            <ac:spMk id="3" creationId="{00000000-0000-0000-0000-000000000000}"/>
          </ac:spMkLst>
        </pc:spChg>
        <pc:spChg chg="del">
          <ac:chgData name="Ms Alina Arshad" userId="cccdfd85-d35d-4453-9c6f-a463aae40722" providerId="ADAL" clId="{03F3768F-5344-4E5A-B293-BE1259BC470C}" dt="2024-09-15T07:15:42.453" v="57" actId="478"/>
          <ac:spMkLst>
            <pc:docMk/>
            <pc:sldMk cId="1253061490" sldId="467"/>
            <ac:spMk id="4" creationId="{00000000-0000-0000-0000-000000000000}"/>
          </ac:spMkLst>
        </pc:spChg>
        <pc:spChg chg="del">
          <ac:chgData name="Ms Alina Arshad" userId="cccdfd85-d35d-4453-9c6f-a463aae40722" providerId="ADAL" clId="{03F3768F-5344-4E5A-B293-BE1259BC470C}" dt="2024-09-15T07:15:44.657" v="58" actId="478"/>
          <ac:spMkLst>
            <pc:docMk/>
            <pc:sldMk cId="1253061490" sldId="467"/>
            <ac:spMk id="5" creationId="{00000000-0000-0000-0000-000000000000}"/>
          </ac:spMkLst>
        </pc:spChg>
        <pc:picChg chg="mod">
          <ac:chgData name="Ms Alina Arshad" userId="cccdfd85-d35d-4453-9c6f-a463aae40722" providerId="ADAL" clId="{03F3768F-5344-4E5A-B293-BE1259BC470C}" dt="2024-09-15T07:28:15.867" v="89" actId="1036"/>
          <ac:picMkLst>
            <pc:docMk/>
            <pc:sldMk cId="1253061490" sldId="467"/>
            <ac:picMk id="7" creationId="{00000000-0000-0000-0000-000000000000}"/>
          </ac:picMkLst>
        </pc:picChg>
      </pc:sldChg>
      <pc:sldChg chg="delSp modSp mod">
        <pc:chgData name="Ms Alina Arshad" userId="cccdfd85-d35d-4453-9c6f-a463aae40722" providerId="ADAL" clId="{03F3768F-5344-4E5A-B293-BE1259BC470C}" dt="2024-09-15T07:28:25.745" v="92" actId="207"/>
        <pc:sldMkLst>
          <pc:docMk/>
          <pc:sldMk cId="1729599593" sldId="468"/>
        </pc:sldMkLst>
        <pc:spChg chg="mod">
          <ac:chgData name="Ms Alina Arshad" userId="cccdfd85-d35d-4453-9c6f-a463aae40722" providerId="ADAL" clId="{03F3768F-5344-4E5A-B293-BE1259BC470C}" dt="2024-09-15T07:28:25.745" v="92" actId="207"/>
          <ac:spMkLst>
            <pc:docMk/>
            <pc:sldMk cId="1729599593" sldId="468"/>
            <ac:spMk id="2" creationId="{00000000-0000-0000-0000-000000000000}"/>
          </ac:spMkLst>
        </pc:spChg>
        <pc:spChg chg="mod">
          <ac:chgData name="Ms Alina Arshad" userId="cccdfd85-d35d-4453-9c6f-a463aae40722" providerId="ADAL" clId="{03F3768F-5344-4E5A-B293-BE1259BC470C}" dt="2024-09-15T07:28:21.071" v="90" actId="207"/>
          <ac:spMkLst>
            <pc:docMk/>
            <pc:sldMk cId="1729599593" sldId="468"/>
            <ac:spMk id="3" creationId="{00000000-0000-0000-0000-000000000000}"/>
          </ac:spMkLst>
        </pc:spChg>
        <pc:spChg chg="del">
          <ac:chgData name="Ms Alina Arshad" userId="cccdfd85-d35d-4453-9c6f-a463aae40722" providerId="ADAL" clId="{03F3768F-5344-4E5A-B293-BE1259BC470C}" dt="2024-09-15T07:15:51.890" v="59" actId="478"/>
          <ac:spMkLst>
            <pc:docMk/>
            <pc:sldMk cId="1729599593" sldId="468"/>
            <ac:spMk id="4" creationId="{00000000-0000-0000-0000-000000000000}"/>
          </ac:spMkLst>
        </pc:spChg>
        <pc:spChg chg="del">
          <ac:chgData name="Ms Alina Arshad" userId="cccdfd85-d35d-4453-9c6f-a463aae40722" providerId="ADAL" clId="{03F3768F-5344-4E5A-B293-BE1259BC470C}" dt="2024-09-15T07:15:55.306" v="60" actId="478"/>
          <ac:spMkLst>
            <pc:docMk/>
            <pc:sldMk cId="1729599593" sldId="468"/>
            <ac:spMk id="5" creationId="{00000000-0000-0000-0000-000000000000}"/>
          </ac:spMkLst>
        </pc:spChg>
      </pc:sldChg>
      <pc:sldChg chg="delSp modSp mod">
        <pc:chgData name="Ms Alina Arshad" userId="cccdfd85-d35d-4453-9c6f-a463aae40722" providerId="ADAL" clId="{03F3768F-5344-4E5A-B293-BE1259BC470C}" dt="2024-09-15T07:28:38.185" v="97" actId="1076"/>
        <pc:sldMkLst>
          <pc:docMk/>
          <pc:sldMk cId="174372872" sldId="469"/>
        </pc:sldMkLst>
        <pc:spChg chg="del">
          <ac:chgData name="Ms Alina Arshad" userId="cccdfd85-d35d-4453-9c6f-a463aae40722" providerId="ADAL" clId="{03F3768F-5344-4E5A-B293-BE1259BC470C}" dt="2024-09-15T07:28:30.595" v="93" actId="478"/>
          <ac:spMkLst>
            <pc:docMk/>
            <pc:sldMk cId="174372872" sldId="469"/>
            <ac:spMk id="2" creationId="{00000000-0000-0000-0000-000000000000}"/>
          </ac:spMkLst>
        </pc:spChg>
        <pc:spChg chg="del">
          <ac:chgData name="Ms Alina Arshad" userId="cccdfd85-d35d-4453-9c6f-a463aae40722" providerId="ADAL" clId="{03F3768F-5344-4E5A-B293-BE1259BC470C}" dt="2024-09-15T07:15:59.748" v="61" actId="478"/>
          <ac:spMkLst>
            <pc:docMk/>
            <pc:sldMk cId="174372872" sldId="469"/>
            <ac:spMk id="4" creationId="{00000000-0000-0000-0000-000000000000}"/>
          </ac:spMkLst>
        </pc:spChg>
        <pc:spChg chg="del">
          <ac:chgData name="Ms Alina Arshad" userId="cccdfd85-d35d-4453-9c6f-a463aae40722" providerId="ADAL" clId="{03F3768F-5344-4E5A-B293-BE1259BC470C}" dt="2024-09-15T07:16:02.767" v="62" actId="478"/>
          <ac:spMkLst>
            <pc:docMk/>
            <pc:sldMk cId="174372872" sldId="469"/>
            <ac:spMk id="5" creationId="{00000000-0000-0000-0000-000000000000}"/>
          </ac:spMkLst>
        </pc:spChg>
        <pc:picChg chg="mod">
          <ac:chgData name="Ms Alina Arshad" userId="cccdfd85-d35d-4453-9c6f-a463aae40722" providerId="ADAL" clId="{03F3768F-5344-4E5A-B293-BE1259BC470C}" dt="2024-09-15T07:28:38.185" v="97" actId="1076"/>
          <ac:picMkLst>
            <pc:docMk/>
            <pc:sldMk cId="174372872" sldId="469"/>
            <ac:picMk id="6" creationId="{00000000-0000-0000-0000-000000000000}"/>
          </ac:picMkLst>
        </pc:picChg>
      </pc:sldChg>
      <pc:sldChg chg="delSp modSp mod">
        <pc:chgData name="Ms Alina Arshad" userId="cccdfd85-d35d-4453-9c6f-a463aae40722" providerId="ADAL" clId="{03F3768F-5344-4E5A-B293-BE1259BC470C}" dt="2024-09-15T07:28:59.921" v="103" actId="207"/>
        <pc:sldMkLst>
          <pc:docMk/>
          <pc:sldMk cId="1593451177" sldId="472"/>
        </pc:sldMkLst>
        <pc:spChg chg="mod">
          <ac:chgData name="Ms Alina Arshad" userId="cccdfd85-d35d-4453-9c6f-a463aae40722" providerId="ADAL" clId="{03F3768F-5344-4E5A-B293-BE1259BC470C}" dt="2024-09-15T07:28:59.921" v="103" actId="207"/>
          <ac:spMkLst>
            <pc:docMk/>
            <pc:sldMk cId="1593451177" sldId="472"/>
            <ac:spMk id="2" creationId="{00000000-0000-0000-0000-000000000000}"/>
          </ac:spMkLst>
        </pc:spChg>
        <pc:spChg chg="mod">
          <ac:chgData name="Ms Alina Arshad" userId="cccdfd85-d35d-4453-9c6f-a463aae40722" providerId="ADAL" clId="{03F3768F-5344-4E5A-B293-BE1259BC470C}" dt="2024-09-15T07:28:55.842" v="101" actId="207"/>
          <ac:spMkLst>
            <pc:docMk/>
            <pc:sldMk cId="1593451177" sldId="472"/>
            <ac:spMk id="3" creationId="{00000000-0000-0000-0000-000000000000}"/>
          </ac:spMkLst>
        </pc:spChg>
        <pc:spChg chg="del">
          <ac:chgData name="Ms Alina Arshad" userId="cccdfd85-d35d-4453-9c6f-a463aae40722" providerId="ADAL" clId="{03F3768F-5344-4E5A-B293-BE1259BC470C}" dt="2024-09-15T07:18:11.404" v="66" actId="478"/>
          <ac:spMkLst>
            <pc:docMk/>
            <pc:sldMk cId="1593451177" sldId="472"/>
            <ac:spMk id="4" creationId="{00000000-0000-0000-0000-000000000000}"/>
          </ac:spMkLst>
        </pc:spChg>
        <pc:spChg chg="del">
          <ac:chgData name="Ms Alina Arshad" userId="cccdfd85-d35d-4453-9c6f-a463aae40722" providerId="ADAL" clId="{03F3768F-5344-4E5A-B293-BE1259BC470C}" dt="2024-09-15T07:18:13.819" v="67" actId="478"/>
          <ac:spMkLst>
            <pc:docMk/>
            <pc:sldMk cId="1593451177" sldId="472"/>
            <ac:spMk id="5" creationId="{00000000-0000-0000-0000-000000000000}"/>
          </ac:spMkLst>
        </pc:spChg>
      </pc:sldChg>
      <pc:sldChg chg="delSp modSp mod">
        <pc:chgData name="Ms Alina Arshad" userId="cccdfd85-d35d-4453-9c6f-a463aae40722" providerId="ADAL" clId="{03F3768F-5344-4E5A-B293-BE1259BC470C}" dt="2024-09-15T07:27:35.272" v="83" actId="113"/>
        <pc:sldMkLst>
          <pc:docMk/>
          <pc:sldMk cId="3011208458" sldId="473"/>
        </pc:sldMkLst>
        <pc:spChg chg="mod">
          <ac:chgData name="Ms Alina Arshad" userId="cccdfd85-d35d-4453-9c6f-a463aae40722" providerId="ADAL" clId="{03F3768F-5344-4E5A-B293-BE1259BC470C}" dt="2024-09-15T07:27:35.272" v="83" actId="113"/>
          <ac:spMkLst>
            <pc:docMk/>
            <pc:sldMk cId="3011208458" sldId="473"/>
            <ac:spMk id="2" creationId="{00000000-0000-0000-0000-000000000000}"/>
          </ac:spMkLst>
        </pc:spChg>
        <pc:spChg chg="mod">
          <ac:chgData name="Ms Alina Arshad" userId="cccdfd85-d35d-4453-9c6f-a463aae40722" providerId="ADAL" clId="{03F3768F-5344-4E5A-B293-BE1259BC470C}" dt="2024-09-15T07:26:33.422" v="70" actId="5793"/>
          <ac:spMkLst>
            <pc:docMk/>
            <pc:sldMk cId="3011208458" sldId="473"/>
            <ac:spMk id="3" creationId="{00000000-0000-0000-0000-000000000000}"/>
          </ac:spMkLst>
        </pc:spChg>
        <pc:spChg chg="del">
          <ac:chgData name="Ms Alina Arshad" userId="cccdfd85-d35d-4453-9c6f-a463aae40722" providerId="ADAL" clId="{03F3768F-5344-4E5A-B293-BE1259BC470C}" dt="2024-09-15T06:55:50.682" v="51" actId="478"/>
          <ac:spMkLst>
            <pc:docMk/>
            <pc:sldMk cId="3011208458" sldId="473"/>
            <ac:spMk id="4" creationId="{00000000-0000-0000-0000-000000000000}"/>
          </ac:spMkLst>
        </pc:spChg>
        <pc:spChg chg="del">
          <ac:chgData name="Ms Alina Arshad" userId="cccdfd85-d35d-4453-9c6f-a463aae40722" providerId="ADAL" clId="{03F3768F-5344-4E5A-B293-BE1259BC470C}" dt="2024-09-15T06:55:53.265" v="52" actId="478"/>
          <ac:spMkLst>
            <pc:docMk/>
            <pc:sldMk cId="3011208458" sldId="473"/>
            <ac:spMk id="5" creationId="{00000000-0000-0000-0000-000000000000}"/>
          </ac:spMkLst>
        </pc:spChg>
      </pc:sldChg>
      <pc:sldChg chg="delSp modSp mod">
        <pc:chgData name="Ms Alina Arshad" userId="cccdfd85-d35d-4453-9c6f-a463aae40722" providerId="ADAL" clId="{03F3768F-5344-4E5A-B293-BE1259BC470C}" dt="2024-09-15T07:28:49.455" v="100" actId="207"/>
        <pc:sldMkLst>
          <pc:docMk/>
          <pc:sldMk cId="457050581" sldId="475"/>
        </pc:sldMkLst>
        <pc:spChg chg="mod">
          <ac:chgData name="Ms Alina Arshad" userId="cccdfd85-d35d-4453-9c6f-a463aae40722" providerId="ADAL" clId="{03F3768F-5344-4E5A-B293-BE1259BC470C}" dt="2024-09-15T07:28:44.663" v="99" actId="113"/>
          <ac:spMkLst>
            <pc:docMk/>
            <pc:sldMk cId="457050581" sldId="475"/>
            <ac:spMk id="2" creationId="{00000000-0000-0000-0000-000000000000}"/>
          </ac:spMkLst>
        </pc:spChg>
        <pc:spChg chg="mod">
          <ac:chgData name="Ms Alina Arshad" userId="cccdfd85-d35d-4453-9c6f-a463aae40722" providerId="ADAL" clId="{03F3768F-5344-4E5A-B293-BE1259BC470C}" dt="2024-09-15T07:28:49.455" v="100" actId="207"/>
          <ac:spMkLst>
            <pc:docMk/>
            <pc:sldMk cId="457050581" sldId="475"/>
            <ac:spMk id="3" creationId="{00000000-0000-0000-0000-000000000000}"/>
          </ac:spMkLst>
        </pc:spChg>
        <pc:spChg chg="del">
          <ac:chgData name="Ms Alina Arshad" userId="cccdfd85-d35d-4453-9c6f-a463aae40722" providerId="ADAL" clId="{03F3768F-5344-4E5A-B293-BE1259BC470C}" dt="2024-09-15T07:16:06.344" v="63" actId="478"/>
          <ac:spMkLst>
            <pc:docMk/>
            <pc:sldMk cId="457050581" sldId="475"/>
            <ac:spMk id="4" creationId="{00000000-0000-0000-0000-000000000000}"/>
          </ac:spMkLst>
        </pc:spChg>
        <pc:spChg chg="del">
          <ac:chgData name="Ms Alina Arshad" userId="cccdfd85-d35d-4453-9c6f-a463aae40722" providerId="ADAL" clId="{03F3768F-5344-4E5A-B293-BE1259BC470C}" dt="2024-09-15T07:16:09.550" v="64" actId="478"/>
          <ac:spMkLst>
            <pc:docMk/>
            <pc:sldMk cId="457050581" sldId="475"/>
            <ac:spMk id="5" creationId="{00000000-0000-0000-0000-000000000000}"/>
          </ac:spMkLst>
        </pc:spChg>
      </pc:sldChg>
      <pc:sldChg chg="addSp modSp new mod">
        <pc:chgData name="Ms Alina Arshad" userId="cccdfd85-d35d-4453-9c6f-a463aae40722" providerId="ADAL" clId="{03F3768F-5344-4E5A-B293-BE1259BC470C}" dt="2024-09-15T14:22:14.265" v="119" actId="1076"/>
        <pc:sldMkLst>
          <pc:docMk/>
          <pc:sldMk cId="1229924645" sldId="476"/>
        </pc:sldMkLst>
        <pc:spChg chg="add mod">
          <ac:chgData name="Ms Alina Arshad" userId="cccdfd85-d35d-4453-9c6f-a463aae40722" providerId="ADAL" clId="{03F3768F-5344-4E5A-B293-BE1259BC470C}" dt="2024-09-15T14:22:14.265" v="119" actId="1076"/>
          <ac:spMkLst>
            <pc:docMk/>
            <pc:sldMk cId="1229924645" sldId="476"/>
            <ac:spMk id="3" creationId="{9E02BD07-5194-85B6-EFCE-6195A5F9FA2D}"/>
          </ac:spMkLst>
        </pc:spChg>
      </pc:sldChg>
      <pc:sldChg chg="addSp modSp new mod">
        <pc:chgData name="Ms Alina Arshad" userId="cccdfd85-d35d-4453-9c6f-a463aae40722" providerId="ADAL" clId="{03F3768F-5344-4E5A-B293-BE1259BC470C}" dt="2024-09-15T14:22:56.262" v="125" actId="1076"/>
        <pc:sldMkLst>
          <pc:docMk/>
          <pc:sldMk cId="2716896203" sldId="477"/>
        </pc:sldMkLst>
        <pc:picChg chg="add mod">
          <ac:chgData name="Ms Alina Arshad" userId="cccdfd85-d35d-4453-9c6f-a463aae40722" providerId="ADAL" clId="{03F3768F-5344-4E5A-B293-BE1259BC470C}" dt="2024-09-15T14:22:56.262" v="125" actId="1076"/>
          <ac:picMkLst>
            <pc:docMk/>
            <pc:sldMk cId="2716896203" sldId="477"/>
            <ac:picMk id="3" creationId="{CEC37F5B-D7E9-C7D7-A3FC-A6BFAA6D7D52}"/>
          </ac:picMkLst>
        </pc:picChg>
      </pc:sldChg>
      <pc:sldChg chg="addSp delSp modSp new mod">
        <pc:chgData name="Ms Alina Arshad" userId="cccdfd85-d35d-4453-9c6f-a463aae40722" providerId="ADAL" clId="{03F3768F-5344-4E5A-B293-BE1259BC470C}" dt="2024-09-15T14:37:15.065" v="188" actId="1076"/>
        <pc:sldMkLst>
          <pc:docMk/>
          <pc:sldMk cId="1539764836" sldId="478"/>
        </pc:sldMkLst>
        <pc:spChg chg="add del mod">
          <ac:chgData name="Ms Alina Arshad" userId="cccdfd85-d35d-4453-9c6f-a463aae40722" providerId="ADAL" clId="{03F3768F-5344-4E5A-B293-BE1259BC470C}" dt="2024-09-15T14:35:58.164" v="175" actId="478"/>
          <ac:spMkLst>
            <pc:docMk/>
            <pc:sldMk cId="1539764836" sldId="478"/>
            <ac:spMk id="3" creationId="{DE9F3615-82D7-D530-232F-134EC036A9F8}"/>
          </ac:spMkLst>
        </pc:spChg>
        <pc:spChg chg="add del mod">
          <ac:chgData name="Ms Alina Arshad" userId="cccdfd85-d35d-4453-9c6f-a463aae40722" providerId="ADAL" clId="{03F3768F-5344-4E5A-B293-BE1259BC470C}" dt="2024-09-15T14:36:00.568" v="176" actId="478"/>
          <ac:spMkLst>
            <pc:docMk/>
            <pc:sldMk cId="1539764836" sldId="478"/>
            <ac:spMk id="5" creationId="{FFB33835-B197-8C99-1F1B-D7A9E740DC8C}"/>
          </ac:spMkLst>
        </pc:spChg>
        <pc:picChg chg="add mod">
          <ac:chgData name="Ms Alina Arshad" userId="cccdfd85-d35d-4453-9c6f-a463aae40722" providerId="ADAL" clId="{03F3768F-5344-4E5A-B293-BE1259BC470C}" dt="2024-09-15T14:37:10.667" v="187" actId="14100"/>
          <ac:picMkLst>
            <pc:docMk/>
            <pc:sldMk cId="1539764836" sldId="478"/>
            <ac:picMk id="7" creationId="{F8D8019B-1533-A540-0238-00FE1B71E986}"/>
          </ac:picMkLst>
        </pc:picChg>
        <pc:picChg chg="add mod">
          <ac:chgData name="Ms Alina Arshad" userId="cccdfd85-d35d-4453-9c6f-a463aae40722" providerId="ADAL" clId="{03F3768F-5344-4E5A-B293-BE1259BC470C}" dt="2024-09-15T14:37:15.065" v="188" actId="1076"/>
          <ac:picMkLst>
            <pc:docMk/>
            <pc:sldMk cId="1539764836" sldId="478"/>
            <ac:picMk id="9" creationId="{7456819B-0B75-7F65-462A-907D44DEE7F2}"/>
          </ac:picMkLst>
        </pc:picChg>
      </pc:sldChg>
      <pc:sldChg chg="addSp modSp new mod">
        <pc:chgData name="Ms Alina Arshad" userId="cccdfd85-d35d-4453-9c6f-a463aae40722" providerId="ADAL" clId="{03F3768F-5344-4E5A-B293-BE1259BC470C}" dt="2024-09-15T14:38:10.439" v="195" actId="1076"/>
        <pc:sldMkLst>
          <pc:docMk/>
          <pc:sldMk cId="3784571307" sldId="479"/>
        </pc:sldMkLst>
        <pc:picChg chg="add mod">
          <ac:chgData name="Ms Alina Arshad" userId="cccdfd85-d35d-4453-9c6f-a463aae40722" providerId="ADAL" clId="{03F3768F-5344-4E5A-B293-BE1259BC470C}" dt="2024-09-15T14:38:10.439" v="195" actId="1076"/>
          <ac:picMkLst>
            <pc:docMk/>
            <pc:sldMk cId="3784571307" sldId="479"/>
            <ac:picMk id="3" creationId="{86476297-C38B-769A-0DB1-48DC457E7C69}"/>
          </ac:picMkLst>
        </pc:picChg>
      </pc:sldChg>
    </pc:docChg>
  </pc:docChgLst>
  <pc:docChgLst>
    <pc:chgData name="Ms Alina Arshad" userId="cccdfd85-d35d-4453-9c6f-a463aae40722" providerId="ADAL" clId="{2FEB24EE-2666-4060-89BA-CD0A06313B23}"/>
    <pc:docChg chg="custSel addSld delSld modSld">
      <pc:chgData name="Ms Alina Arshad" userId="cccdfd85-d35d-4453-9c6f-a463aae40722" providerId="ADAL" clId="{2FEB24EE-2666-4060-89BA-CD0A06313B23}" dt="2024-09-07T15:30:07.645" v="78" actId="1076"/>
      <pc:docMkLst>
        <pc:docMk/>
      </pc:docMkLst>
      <pc:sldChg chg="modSp mod">
        <pc:chgData name="Ms Alina Arshad" userId="cccdfd85-d35d-4453-9c6f-a463aae40722" providerId="ADAL" clId="{2FEB24EE-2666-4060-89BA-CD0A06313B23}" dt="2024-09-07T14:12:40.520" v="22" actId="20577"/>
        <pc:sldMkLst>
          <pc:docMk/>
          <pc:sldMk cId="3322361034" sldId="256"/>
        </pc:sldMkLst>
        <pc:spChg chg="mod">
          <ac:chgData name="Ms Alina Arshad" userId="cccdfd85-d35d-4453-9c6f-a463aae40722" providerId="ADAL" clId="{2FEB24EE-2666-4060-89BA-CD0A06313B23}" dt="2024-09-07T14:12:40.520" v="22" actId="20577"/>
          <ac:spMkLst>
            <pc:docMk/>
            <pc:sldMk cId="3322361034" sldId="256"/>
            <ac:spMk id="3" creationId="{44E9F82C-BBA7-3495-1097-BEDB54FFFDF4}"/>
          </ac:spMkLst>
        </pc:spChg>
      </pc:sldChg>
      <pc:sldChg chg="modSp mod">
        <pc:chgData name="Ms Alina Arshad" userId="cccdfd85-d35d-4453-9c6f-a463aae40722" providerId="ADAL" clId="{2FEB24EE-2666-4060-89BA-CD0A06313B23}" dt="2024-09-07T15:27:11.022" v="71" actId="20577"/>
        <pc:sldMkLst>
          <pc:docMk/>
          <pc:sldMk cId="0" sldId="372"/>
        </pc:sldMkLst>
        <pc:spChg chg="mod">
          <ac:chgData name="Ms Alina Arshad" userId="cccdfd85-d35d-4453-9c6f-a463aae40722" providerId="ADAL" clId="{2FEB24EE-2666-4060-89BA-CD0A06313B23}" dt="2024-09-07T15:27:11.022" v="71" actId="20577"/>
          <ac:spMkLst>
            <pc:docMk/>
            <pc:sldMk cId="0" sldId="372"/>
            <ac:spMk id="3" creationId="{3CE06910-2266-68E8-32AE-E6FCE586718E}"/>
          </ac:spMkLst>
        </pc:spChg>
      </pc:sldChg>
      <pc:sldChg chg="del">
        <pc:chgData name="Ms Alina Arshad" userId="cccdfd85-d35d-4453-9c6f-a463aae40722" providerId="ADAL" clId="{2FEB24EE-2666-4060-89BA-CD0A06313B23}" dt="2024-09-07T14:11:32.691" v="18" actId="2696"/>
        <pc:sldMkLst>
          <pc:docMk/>
          <pc:sldMk cId="0" sldId="376"/>
        </pc:sldMkLst>
      </pc:sldChg>
      <pc:sldChg chg="del">
        <pc:chgData name="Ms Alina Arshad" userId="cccdfd85-d35d-4453-9c6f-a463aae40722" providerId="ADAL" clId="{2FEB24EE-2666-4060-89BA-CD0A06313B23}" dt="2024-09-07T14:11:32.691" v="18" actId="2696"/>
        <pc:sldMkLst>
          <pc:docMk/>
          <pc:sldMk cId="0" sldId="377"/>
        </pc:sldMkLst>
      </pc:sldChg>
      <pc:sldChg chg="del">
        <pc:chgData name="Ms Alina Arshad" userId="cccdfd85-d35d-4453-9c6f-a463aae40722" providerId="ADAL" clId="{2FEB24EE-2666-4060-89BA-CD0A06313B23}" dt="2024-09-07T14:11:32.691" v="18" actId="2696"/>
        <pc:sldMkLst>
          <pc:docMk/>
          <pc:sldMk cId="0" sldId="387"/>
        </pc:sldMkLst>
      </pc:sldChg>
      <pc:sldChg chg="del">
        <pc:chgData name="Ms Alina Arshad" userId="cccdfd85-d35d-4453-9c6f-a463aae40722" providerId="ADAL" clId="{2FEB24EE-2666-4060-89BA-CD0A06313B23}" dt="2024-09-07T14:11:32.691" v="18" actId="2696"/>
        <pc:sldMkLst>
          <pc:docMk/>
          <pc:sldMk cId="0" sldId="388"/>
        </pc:sldMkLst>
      </pc:sldChg>
      <pc:sldChg chg="modSp del mod">
        <pc:chgData name="Ms Alina Arshad" userId="cccdfd85-d35d-4453-9c6f-a463aae40722" providerId="ADAL" clId="{2FEB24EE-2666-4060-89BA-CD0A06313B23}" dt="2024-09-07T14:11:32.691" v="18" actId="2696"/>
        <pc:sldMkLst>
          <pc:docMk/>
          <pc:sldMk cId="0" sldId="389"/>
        </pc:sldMkLst>
        <pc:spChg chg="mod">
          <ac:chgData name="Ms Alina Arshad" userId="cccdfd85-d35d-4453-9c6f-a463aae40722" providerId="ADAL" clId="{2FEB24EE-2666-4060-89BA-CD0A06313B23}" dt="2024-09-07T14:04:23.480" v="10" actId="5793"/>
          <ac:spMkLst>
            <pc:docMk/>
            <pc:sldMk cId="0" sldId="389"/>
            <ac:spMk id="13315" creationId="{5AEC1019-6C33-068D-89FF-73F14DD73519}"/>
          </ac:spMkLst>
        </pc:spChg>
        <pc:spChg chg="mod">
          <ac:chgData name="Ms Alina Arshad" userId="cccdfd85-d35d-4453-9c6f-a463aae40722" providerId="ADAL" clId="{2FEB24EE-2666-4060-89BA-CD0A06313B23}" dt="2024-09-07T14:04:04.382" v="4" actId="27636"/>
          <ac:spMkLst>
            <pc:docMk/>
            <pc:sldMk cId="0" sldId="389"/>
            <ac:spMk id="24578" creationId="{305B7E1E-5597-3B12-6D73-B24294AD131D}"/>
          </ac:spMkLst>
        </pc:spChg>
      </pc:sldChg>
      <pc:sldChg chg="modSp del mod">
        <pc:chgData name="Ms Alina Arshad" userId="cccdfd85-d35d-4453-9c6f-a463aae40722" providerId="ADAL" clId="{2FEB24EE-2666-4060-89BA-CD0A06313B23}" dt="2024-09-07T14:11:32.691" v="18" actId="2696"/>
        <pc:sldMkLst>
          <pc:docMk/>
          <pc:sldMk cId="0" sldId="391"/>
        </pc:sldMkLst>
        <pc:spChg chg="mod">
          <ac:chgData name="Ms Alina Arshad" userId="cccdfd85-d35d-4453-9c6f-a463aae40722" providerId="ADAL" clId="{2FEB24EE-2666-4060-89BA-CD0A06313B23}" dt="2024-09-07T14:04:40.295" v="17" actId="20577"/>
          <ac:spMkLst>
            <pc:docMk/>
            <pc:sldMk cId="0" sldId="391"/>
            <ac:spMk id="26626" creationId="{0FEEB420-FF9F-896C-19FE-30B0D95ADF93}"/>
          </ac:spMkLst>
        </pc:spChg>
      </pc:sldChg>
      <pc:sldChg chg="modSp add mod">
        <pc:chgData name="Ms Alina Arshad" userId="cccdfd85-d35d-4453-9c6f-a463aae40722" providerId="ADAL" clId="{2FEB24EE-2666-4060-89BA-CD0A06313B23}" dt="2024-09-07T14:26:37.570" v="48" actId="20577"/>
        <pc:sldMkLst>
          <pc:docMk/>
          <pc:sldMk cId="1227695002" sldId="429"/>
        </pc:sldMkLst>
        <pc:spChg chg="mod">
          <ac:chgData name="Ms Alina Arshad" userId="cccdfd85-d35d-4453-9c6f-a463aae40722" providerId="ADAL" clId="{2FEB24EE-2666-4060-89BA-CD0A06313B23}" dt="2024-09-07T14:16:40.823" v="36" actId="14100"/>
          <ac:spMkLst>
            <pc:docMk/>
            <pc:sldMk cId="1227695002" sldId="429"/>
            <ac:spMk id="2" creationId="{00000000-0000-0000-0000-000000000000}"/>
          </ac:spMkLst>
        </pc:spChg>
        <pc:spChg chg="mod">
          <ac:chgData name="Ms Alina Arshad" userId="cccdfd85-d35d-4453-9c6f-a463aae40722" providerId="ADAL" clId="{2FEB24EE-2666-4060-89BA-CD0A06313B23}" dt="2024-09-07T14:26:37.570" v="48" actId="20577"/>
          <ac:spMkLst>
            <pc:docMk/>
            <pc:sldMk cId="1227695002" sldId="429"/>
            <ac:spMk id="3" creationId="{00000000-0000-0000-0000-000000000000}"/>
          </ac:spMkLst>
        </pc:spChg>
      </pc:sldChg>
      <pc:sldChg chg="modSp add mod">
        <pc:chgData name="Ms Alina Arshad" userId="cccdfd85-d35d-4453-9c6f-a463aae40722" providerId="ADAL" clId="{2FEB24EE-2666-4060-89BA-CD0A06313B23}" dt="2024-09-07T14:28:10.057" v="50" actId="20577"/>
        <pc:sldMkLst>
          <pc:docMk/>
          <pc:sldMk cId="4289592975" sldId="430"/>
        </pc:sldMkLst>
        <pc:spChg chg="mod">
          <ac:chgData name="Ms Alina Arshad" userId="cccdfd85-d35d-4453-9c6f-a463aae40722" providerId="ADAL" clId="{2FEB24EE-2666-4060-89BA-CD0A06313B23}" dt="2024-09-07T14:28:10.057" v="50" actId="20577"/>
          <ac:spMkLst>
            <pc:docMk/>
            <pc:sldMk cId="4289592975" sldId="430"/>
            <ac:spMk id="3" creationId="{00000000-0000-0000-0000-000000000000}"/>
          </ac:spMkLst>
        </pc:spChg>
      </pc:sldChg>
      <pc:sldChg chg="modSp add mod">
        <pc:chgData name="Ms Alina Arshad" userId="cccdfd85-d35d-4453-9c6f-a463aae40722" providerId="ADAL" clId="{2FEB24EE-2666-4060-89BA-CD0A06313B23}" dt="2024-09-07T14:33:40.207" v="55" actId="207"/>
        <pc:sldMkLst>
          <pc:docMk/>
          <pc:sldMk cId="1008177089" sldId="433"/>
        </pc:sldMkLst>
        <pc:spChg chg="mod">
          <ac:chgData name="Ms Alina Arshad" userId="cccdfd85-d35d-4453-9c6f-a463aae40722" providerId="ADAL" clId="{2FEB24EE-2666-4060-89BA-CD0A06313B23}" dt="2024-09-07T14:33:40.207" v="55" actId="207"/>
          <ac:spMkLst>
            <pc:docMk/>
            <pc:sldMk cId="1008177089" sldId="433"/>
            <ac:spMk id="3" creationId="{00000000-0000-0000-0000-000000000000}"/>
          </ac:spMkLst>
        </pc:spChg>
      </pc:sldChg>
      <pc:sldChg chg="modSp add mod">
        <pc:chgData name="Ms Alina Arshad" userId="cccdfd85-d35d-4453-9c6f-a463aae40722" providerId="ADAL" clId="{2FEB24EE-2666-4060-89BA-CD0A06313B23}" dt="2024-09-07T14:38:19.708" v="62" actId="20577"/>
        <pc:sldMkLst>
          <pc:docMk/>
          <pc:sldMk cId="4177771332" sldId="434"/>
        </pc:sldMkLst>
        <pc:spChg chg="mod">
          <ac:chgData name="Ms Alina Arshad" userId="cccdfd85-d35d-4453-9c6f-a463aae40722" providerId="ADAL" clId="{2FEB24EE-2666-4060-89BA-CD0A06313B23}" dt="2024-09-07T14:37:16.352" v="58" actId="1076"/>
          <ac:spMkLst>
            <pc:docMk/>
            <pc:sldMk cId="4177771332" sldId="434"/>
            <ac:spMk id="2" creationId="{00000000-0000-0000-0000-000000000000}"/>
          </ac:spMkLst>
        </pc:spChg>
        <pc:spChg chg="mod">
          <ac:chgData name="Ms Alina Arshad" userId="cccdfd85-d35d-4453-9c6f-a463aae40722" providerId="ADAL" clId="{2FEB24EE-2666-4060-89BA-CD0A06313B23}" dt="2024-09-07T14:38:19.708" v="62" actId="20577"/>
          <ac:spMkLst>
            <pc:docMk/>
            <pc:sldMk cId="4177771332" sldId="434"/>
            <ac:spMk id="3" creationId="{00000000-0000-0000-0000-000000000000}"/>
          </ac:spMkLst>
        </pc:spChg>
      </pc:sldChg>
      <pc:sldChg chg="modSp add mod">
        <pc:chgData name="Ms Alina Arshad" userId="cccdfd85-d35d-4453-9c6f-a463aae40722" providerId="ADAL" clId="{2FEB24EE-2666-4060-89BA-CD0A06313B23}" dt="2024-09-07T14:38:53.527" v="63" actId="404"/>
        <pc:sldMkLst>
          <pc:docMk/>
          <pc:sldMk cId="2642975351" sldId="435"/>
        </pc:sldMkLst>
        <pc:spChg chg="mod">
          <ac:chgData name="Ms Alina Arshad" userId="cccdfd85-d35d-4453-9c6f-a463aae40722" providerId="ADAL" clId="{2FEB24EE-2666-4060-89BA-CD0A06313B23}" dt="2024-09-07T14:38:53.527" v="63" actId="404"/>
          <ac:spMkLst>
            <pc:docMk/>
            <pc:sldMk cId="2642975351" sldId="435"/>
            <ac:spMk id="3" creationId="{00000000-0000-0000-0000-000000000000}"/>
          </ac:spMkLst>
        </pc:spChg>
      </pc:sldChg>
      <pc:sldChg chg="modSp add mod">
        <pc:chgData name="Ms Alina Arshad" userId="cccdfd85-d35d-4453-9c6f-a463aae40722" providerId="ADAL" clId="{2FEB24EE-2666-4060-89BA-CD0A06313B23}" dt="2024-09-07T14:42:05.679" v="66" actId="207"/>
        <pc:sldMkLst>
          <pc:docMk/>
          <pc:sldMk cId="8447295" sldId="436"/>
        </pc:sldMkLst>
        <pc:spChg chg="mod">
          <ac:chgData name="Ms Alina Arshad" userId="cccdfd85-d35d-4453-9c6f-a463aae40722" providerId="ADAL" clId="{2FEB24EE-2666-4060-89BA-CD0A06313B23}" dt="2024-09-07T14:41:44.573" v="64" actId="33524"/>
          <ac:spMkLst>
            <pc:docMk/>
            <pc:sldMk cId="8447295" sldId="436"/>
            <ac:spMk id="2" creationId="{00000000-0000-0000-0000-000000000000}"/>
          </ac:spMkLst>
        </pc:spChg>
        <pc:spChg chg="mod">
          <ac:chgData name="Ms Alina Arshad" userId="cccdfd85-d35d-4453-9c6f-a463aae40722" providerId="ADAL" clId="{2FEB24EE-2666-4060-89BA-CD0A06313B23}" dt="2024-09-07T14:42:05.679" v="66" actId="207"/>
          <ac:spMkLst>
            <pc:docMk/>
            <pc:sldMk cId="8447295" sldId="436"/>
            <ac:spMk id="3" creationId="{00000000-0000-0000-0000-000000000000}"/>
          </ac:spMkLst>
        </pc:spChg>
      </pc:sldChg>
      <pc:sldChg chg="modSp mod">
        <pc:chgData name="Ms Alina Arshad" userId="cccdfd85-d35d-4453-9c6f-a463aae40722" providerId="ADAL" clId="{2FEB24EE-2666-4060-89BA-CD0A06313B23}" dt="2024-09-07T15:07:51.624" v="70" actId="20577"/>
        <pc:sldMkLst>
          <pc:docMk/>
          <pc:sldMk cId="1737629093" sldId="438"/>
        </pc:sldMkLst>
        <pc:spChg chg="mod">
          <ac:chgData name="Ms Alina Arshad" userId="cccdfd85-d35d-4453-9c6f-a463aae40722" providerId="ADAL" clId="{2FEB24EE-2666-4060-89BA-CD0A06313B23}" dt="2024-09-07T15:07:51.624" v="70" actId="20577"/>
          <ac:spMkLst>
            <pc:docMk/>
            <pc:sldMk cId="1737629093" sldId="438"/>
            <ac:spMk id="3" creationId="{00000000-0000-0000-0000-000000000000}"/>
          </ac:spMkLst>
        </pc:spChg>
      </pc:sldChg>
      <pc:sldChg chg="addSp modSp">
        <pc:chgData name="Ms Alina Arshad" userId="cccdfd85-d35d-4453-9c6f-a463aae40722" providerId="ADAL" clId="{2FEB24EE-2666-4060-89BA-CD0A06313B23}" dt="2024-09-07T15:30:07.645" v="78" actId="1076"/>
        <pc:sldMkLst>
          <pc:docMk/>
          <pc:sldMk cId="2279120568" sldId="446"/>
        </pc:sldMkLst>
        <pc:spChg chg="mod">
          <ac:chgData name="Ms Alina Arshad" userId="cccdfd85-d35d-4453-9c6f-a463aae40722" providerId="ADAL" clId="{2FEB24EE-2666-4060-89BA-CD0A06313B23}" dt="2024-09-07T15:29:56.694" v="75" actId="14100"/>
          <ac:spMkLst>
            <pc:docMk/>
            <pc:sldMk cId="2279120568" sldId="446"/>
            <ac:spMk id="3" creationId="{00000000-0000-0000-0000-000000000000}"/>
          </ac:spMkLst>
        </pc:spChg>
        <pc:picChg chg="add mod">
          <ac:chgData name="Ms Alina Arshad" userId="cccdfd85-d35d-4453-9c6f-a463aae40722" providerId="ADAL" clId="{2FEB24EE-2666-4060-89BA-CD0A06313B23}" dt="2024-09-07T15:30:07.645" v="78" actId="1076"/>
          <ac:picMkLst>
            <pc:docMk/>
            <pc:sldMk cId="2279120568" sldId="446"/>
            <ac:picMk id="1026" creationId="{33CCDCAF-3759-99D5-6506-736BA3E5DF0B}"/>
          </ac:picMkLst>
        </pc:picChg>
      </pc:sldChg>
    </pc:docChg>
  </pc:docChgLst>
  <pc:docChgLst>
    <pc:chgData name="Ms Alina Arshad" userId="cccdfd85-d35d-4453-9c6f-a463aae40722" providerId="ADAL" clId="{889ED1B4-3B5C-4371-ABF8-B9437E0A75AE}"/>
    <pc:docChg chg="custSel addSld delSld modSld">
      <pc:chgData name="Ms Alina Arshad" userId="cccdfd85-d35d-4453-9c6f-a463aae40722" providerId="ADAL" clId="{889ED1B4-3B5C-4371-ABF8-B9437E0A75AE}" dt="2024-09-19T05:09:47.152" v="38" actId="47"/>
      <pc:docMkLst>
        <pc:docMk/>
      </pc:docMkLst>
      <pc:sldChg chg="delSp modSp add mod">
        <pc:chgData name="Ms Alina Arshad" userId="cccdfd85-d35d-4453-9c6f-a463aae40722" providerId="ADAL" clId="{889ED1B4-3B5C-4371-ABF8-B9437E0A75AE}" dt="2024-09-13T05:08:52.831" v="31" actId="1076"/>
        <pc:sldMkLst>
          <pc:docMk/>
          <pc:sldMk cId="987785057" sldId="258"/>
        </pc:sldMkLst>
        <pc:spChg chg="del">
          <ac:chgData name="Ms Alina Arshad" userId="cccdfd85-d35d-4453-9c6f-a463aae40722" providerId="ADAL" clId="{889ED1B4-3B5C-4371-ABF8-B9437E0A75AE}" dt="2024-09-13T05:08:43.192" v="28" actId="478"/>
          <ac:spMkLst>
            <pc:docMk/>
            <pc:sldMk cId="987785057" sldId="258"/>
            <ac:spMk id="2" creationId="{00000000-0000-0000-0000-000000000000}"/>
          </ac:spMkLst>
        </pc:spChg>
        <pc:spChg chg="del">
          <ac:chgData name="Ms Alina Arshad" userId="cccdfd85-d35d-4453-9c6f-a463aae40722" providerId="ADAL" clId="{889ED1B4-3B5C-4371-ABF8-B9437E0A75AE}" dt="2024-09-13T05:08:45.155" v="29" actId="478"/>
          <ac:spMkLst>
            <pc:docMk/>
            <pc:sldMk cId="987785057" sldId="258"/>
            <ac:spMk id="5" creationId="{00000000-0000-0000-0000-000000000000}"/>
          </ac:spMkLst>
        </pc:spChg>
        <pc:spChg chg="mod">
          <ac:chgData name="Ms Alina Arshad" userId="cccdfd85-d35d-4453-9c6f-a463aae40722" providerId="ADAL" clId="{889ED1B4-3B5C-4371-ABF8-B9437E0A75AE}" dt="2024-09-13T05:08:49.517" v="30" actId="207"/>
          <ac:spMkLst>
            <pc:docMk/>
            <pc:sldMk cId="987785057" sldId="258"/>
            <ac:spMk id="107522" creationId="{00000000-0000-0000-0000-000000000000}"/>
          </ac:spMkLst>
        </pc:spChg>
        <pc:spChg chg="mod">
          <ac:chgData name="Ms Alina Arshad" userId="cccdfd85-d35d-4453-9c6f-a463aae40722" providerId="ADAL" clId="{889ED1B4-3B5C-4371-ABF8-B9437E0A75AE}" dt="2024-09-13T05:08:52.831" v="31" actId="1076"/>
          <ac:spMkLst>
            <pc:docMk/>
            <pc:sldMk cId="987785057" sldId="258"/>
            <ac:spMk id="107523" creationId="{00000000-0000-0000-0000-000000000000}"/>
          </ac:spMkLst>
        </pc:spChg>
      </pc:sldChg>
      <pc:sldChg chg="add del">
        <pc:chgData name="Ms Alina Arshad" userId="cccdfd85-d35d-4453-9c6f-a463aae40722" providerId="ADAL" clId="{889ED1B4-3B5C-4371-ABF8-B9437E0A75AE}" dt="2024-09-13T05:08:20.368" v="1" actId="47"/>
        <pc:sldMkLst>
          <pc:docMk/>
          <pc:sldMk cId="1032267902" sldId="313"/>
        </pc:sldMkLst>
      </pc:sldChg>
      <pc:sldChg chg="del">
        <pc:chgData name="Ms Alina Arshad" userId="cccdfd85-d35d-4453-9c6f-a463aae40722" providerId="ADAL" clId="{889ED1B4-3B5C-4371-ABF8-B9437E0A75AE}" dt="2024-09-13T05:08:25.525" v="15" actId="47"/>
        <pc:sldMkLst>
          <pc:docMk/>
          <pc:sldMk cId="0" sldId="361"/>
        </pc:sldMkLst>
      </pc:sldChg>
      <pc:sldChg chg="del">
        <pc:chgData name="Ms Alina Arshad" userId="cccdfd85-d35d-4453-9c6f-a463aae40722" providerId="ADAL" clId="{889ED1B4-3B5C-4371-ABF8-B9437E0A75AE}" dt="2024-09-13T05:08:29.024" v="21" actId="47"/>
        <pc:sldMkLst>
          <pc:docMk/>
          <pc:sldMk cId="0" sldId="369"/>
        </pc:sldMkLst>
      </pc:sldChg>
      <pc:sldChg chg="del">
        <pc:chgData name="Ms Alina Arshad" userId="cccdfd85-d35d-4453-9c6f-a463aae40722" providerId="ADAL" clId="{889ED1B4-3B5C-4371-ABF8-B9437E0A75AE}" dt="2024-09-13T05:08:30.024" v="23" actId="47"/>
        <pc:sldMkLst>
          <pc:docMk/>
          <pc:sldMk cId="0" sldId="370"/>
        </pc:sldMkLst>
      </pc:sldChg>
      <pc:sldChg chg="del">
        <pc:chgData name="Ms Alina Arshad" userId="cccdfd85-d35d-4453-9c6f-a463aae40722" providerId="ADAL" clId="{889ED1B4-3B5C-4371-ABF8-B9437E0A75AE}" dt="2024-09-13T05:08:29.227" v="22" actId="47"/>
        <pc:sldMkLst>
          <pc:docMk/>
          <pc:sldMk cId="0" sldId="371"/>
        </pc:sldMkLst>
      </pc:sldChg>
      <pc:sldChg chg="del">
        <pc:chgData name="Ms Alina Arshad" userId="cccdfd85-d35d-4453-9c6f-a463aae40722" providerId="ADAL" clId="{889ED1B4-3B5C-4371-ABF8-B9437E0A75AE}" dt="2024-09-13T05:08:30.367" v="24" actId="47"/>
        <pc:sldMkLst>
          <pc:docMk/>
          <pc:sldMk cId="0" sldId="372"/>
        </pc:sldMkLst>
      </pc:sldChg>
      <pc:sldChg chg="del">
        <pc:chgData name="Ms Alina Arshad" userId="cccdfd85-d35d-4453-9c6f-a463aae40722" providerId="ADAL" clId="{889ED1B4-3B5C-4371-ABF8-B9437E0A75AE}" dt="2024-09-13T05:08:27.859" v="19" actId="47"/>
        <pc:sldMkLst>
          <pc:docMk/>
          <pc:sldMk cId="0" sldId="378"/>
        </pc:sldMkLst>
      </pc:sldChg>
      <pc:sldChg chg="del">
        <pc:chgData name="Ms Alina Arshad" userId="cccdfd85-d35d-4453-9c6f-a463aae40722" providerId="ADAL" clId="{889ED1B4-3B5C-4371-ABF8-B9437E0A75AE}" dt="2024-09-13T05:08:28.383" v="20" actId="47"/>
        <pc:sldMkLst>
          <pc:docMk/>
          <pc:sldMk cId="0" sldId="379"/>
        </pc:sldMkLst>
      </pc:sldChg>
      <pc:sldChg chg="del">
        <pc:chgData name="Ms Alina Arshad" userId="cccdfd85-d35d-4453-9c6f-a463aae40722" providerId="ADAL" clId="{889ED1B4-3B5C-4371-ABF8-B9437E0A75AE}" dt="2024-09-13T05:08:22.493" v="8" actId="47"/>
        <pc:sldMkLst>
          <pc:docMk/>
          <pc:sldMk cId="0" sldId="383"/>
        </pc:sldMkLst>
      </pc:sldChg>
      <pc:sldChg chg="del">
        <pc:chgData name="Ms Alina Arshad" userId="cccdfd85-d35d-4453-9c6f-a463aae40722" providerId="ADAL" clId="{889ED1B4-3B5C-4371-ABF8-B9437E0A75AE}" dt="2024-09-13T05:08:22.727" v="9" actId="47"/>
        <pc:sldMkLst>
          <pc:docMk/>
          <pc:sldMk cId="0" sldId="384"/>
        </pc:sldMkLst>
      </pc:sldChg>
      <pc:sldChg chg="del">
        <pc:chgData name="Ms Alina Arshad" userId="cccdfd85-d35d-4453-9c6f-a463aae40722" providerId="ADAL" clId="{889ED1B4-3B5C-4371-ABF8-B9437E0A75AE}" dt="2024-09-13T05:08:26.559" v="17" actId="47"/>
        <pc:sldMkLst>
          <pc:docMk/>
          <pc:sldMk cId="0" sldId="385"/>
        </pc:sldMkLst>
      </pc:sldChg>
      <pc:sldChg chg="del">
        <pc:chgData name="Ms Alina Arshad" userId="cccdfd85-d35d-4453-9c6f-a463aae40722" providerId="ADAL" clId="{889ED1B4-3B5C-4371-ABF8-B9437E0A75AE}" dt="2024-09-13T05:08:27.218" v="18" actId="47"/>
        <pc:sldMkLst>
          <pc:docMk/>
          <pc:sldMk cId="0" sldId="386"/>
        </pc:sldMkLst>
      </pc:sldChg>
      <pc:sldChg chg="del">
        <pc:chgData name="Ms Alina Arshad" userId="cccdfd85-d35d-4453-9c6f-a463aae40722" providerId="ADAL" clId="{889ED1B4-3B5C-4371-ABF8-B9437E0A75AE}" dt="2024-09-13T05:08:26.278" v="16" actId="47"/>
        <pc:sldMkLst>
          <pc:docMk/>
          <pc:sldMk cId="0" sldId="390"/>
        </pc:sldMkLst>
      </pc:sldChg>
      <pc:sldChg chg="del">
        <pc:chgData name="Ms Alina Arshad" userId="cccdfd85-d35d-4453-9c6f-a463aae40722" providerId="ADAL" clId="{889ED1B4-3B5C-4371-ABF8-B9437E0A75AE}" dt="2024-09-13T05:08:20.618" v="2" actId="47"/>
        <pc:sldMkLst>
          <pc:docMk/>
          <pc:sldMk cId="1227695002" sldId="429"/>
        </pc:sldMkLst>
      </pc:sldChg>
      <pc:sldChg chg="del">
        <pc:chgData name="Ms Alina Arshad" userId="cccdfd85-d35d-4453-9c6f-a463aae40722" providerId="ADAL" clId="{889ED1B4-3B5C-4371-ABF8-B9437E0A75AE}" dt="2024-09-13T05:08:20.900" v="3" actId="47"/>
        <pc:sldMkLst>
          <pc:docMk/>
          <pc:sldMk cId="4289592975" sldId="430"/>
        </pc:sldMkLst>
      </pc:sldChg>
      <pc:sldChg chg="del">
        <pc:chgData name="Ms Alina Arshad" userId="cccdfd85-d35d-4453-9c6f-a463aae40722" providerId="ADAL" clId="{889ED1B4-3B5C-4371-ABF8-B9437E0A75AE}" dt="2024-09-13T05:08:21.118" v="4" actId="47"/>
        <pc:sldMkLst>
          <pc:docMk/>
          <pc:sldMk cId="1008177089" sldId="433"/>
        </pc:sldMkLst>
      </pc:sldChg>
      <pc:sldChg chg="del">
        <pc:chgData name="Ms Alina Arshad" userId="cccdfd85-d35d-4453-9c6f-a463aae40722" providerId="ADAL" clId="{889ED1B4-3B5C-4371-ABF8-B9437E0A75AE}" dt="2024-09-13T05:08:21.337" v="5" actId="47"/>
        <pc:sldMkLst>
          <pc:docMk/>
          <pc:sldMk cId="4177771332" sldId="434"/>
        </pc:sldMkLst>
      </pc:sldChg>
      <pc:sldChg chg="del">
        <pc:chgData name="Ms Alina Arshad" userId="cccdfd85-d35d-4453-9c6f-a463aae40722" providerId="ADAL" clId="{889ED1B4-3B5C-4371-ABF8-B9437E0A75AE}" dt="2024-09-13T05:08:21.446" v="6" actId="47"/>
        <pc:sldMkLst>
          <pc:docMk/>
          <pc:sldMk cId="2642975351" sldId="435"/>
        </pc:sldMkLst>
      </pc:sldChg>
      <pc:sldChg chg="del">
        <pc:chgData name="Ms Alina Arshad" userId="cccdfd85-d35d-4453-9c6f-a463aae40722" providerId="ADAL" clId="{889ED1B4-3B5C-4371-ABF8-B9437E0A75AE}" dt="2024-09-13T05:08:21.634" v="7" actId="47"/>
        <pc:sldMkLst>
          <pc:docMk/>
          <pc:sldMk cId="8447295" sldId="436"/>
        </pc:sldMkLst>
      </pc:sldChg>
      <pc:sldChg chg="del">
        <pc:chgData name="Ms Alina Arshad" userId="cccdfd85-d35d-4453-9c6f-a463aae40722" providerId="ADAL" clId="{889ED1B4-3B5C-4371-ABF8-B9437E0A75AE}" dt="2024-09-13T05:08:24.008" v="10" actId="47"/>
        <pc:sldMkLst>
          <pc:docMk/>
          <pc:sldMk cId="1737629093" sldId="438"/>
        </pc:sldMkLst>
      </pc:sldChg>
      <pc:sldChg chg="del">
        <pc:chgData name="Ms Alina Arshad" userId="cccdfd85-d35d-4453-9c6f-a463aae40722" providerId="ADAL" clId="{889ED1B4-3B5C-4371-ABF8-B9437E0A75AE}" dt="2024-09-13T05:08:24.336" v="12" actId="47"/>
        <pc:sldMkLst>
          <pc:docMk/>
          <pc:sldMk cId="2841578013" sldId="439"/>
        </pc:sldMkLst>
      </pc:sldChg>
      <pc:sldChg chg="del">
        <pc:chgData name="Ms Alina Arshad" userId="cccdfd85-d35d-4453-9c6f-a463aae40722" providerId="ADAL" clId="{889ED1B4-3B5C-4371-ABF8-B9437E0A75AE}" dt="2024-09-13T05:08:25.180" v="13" actId="47"/>
        <pc:sldMkLst>
          <pc:docMk/>
          <pc:sldMk cId="3081461208" sldId="440"/>
        </pc:sldMkLst>
      </pc:sldChg>
      <pc:sldChg chg="del">
        <pc:chgData name="Ms Alina Arshad" userId="cccdfd85-d35d-4453-9c6f-a463aae40722" providerId="ADAL" clId="{889ED1B4-3B5C-4371-ABF8-B9437E0A75AE}" dt="2024-09-13T05:08:24.211" v="11" actId="47"/>
        <pc:sldMkLst>
          <pc:docMk/>
          <pc:sldMk cId="4115417814" sldId="441"/>
        </pc:sldMkLst>
      </pc:sldChg>
      <pc:sldChg chg="del">
        <pc:chgData name="Ms Alina Arshad" userId="cccdfd85-d35d-4453-9c6f-a463aae40722" providerId="ADAL" clId="{889ED1B4-3B5C-4371-ABF8-B9437E0A75AE}" dt="2024-09-13T05:08:30.867" v="25" actId="47"/>
        <pc:sldMkLst>
          <pc:docMk/>
          <pc:sldMk cId="2279120568" sldId="446"/>
        </pc:sldMkLst>
      </pc:sldChg>
      <pc:sldChg chg="del">
        <pc:chgData name="Ms Alina Arshad" userId="cccdfd85-d35d-4453-9c6f-a463aae40722" providerId="ADAL" clId="{889ED1B4-3B5C-4371-ABF8-B9437E0A75AE}" dt="2024-09-13T05:08:25.353" v="14" actId="47"/>
        <pc:sldMkLst>
          <pc:docMk/>
          <pc:sldMk cId="2342459706" sldId="447"/>
        </pc:sldMkLst>
      </pc:sldChg>
      <pc:sldChg chg="modSp add del mod">
        <pc:chgData name="Ms Alina Arshad" userId="cccdfd85-d35d-4453-9c6f-a463aae40722" providerId="ADAL" clId="{889ED1B4-3B5C-4371-ABF8-B9437E0A75AE}" dt="2024-09-13T05:08:37.521" v="27" actId="47"/>
        <pc:sldMkLst>
          <pc:docMk/>
          <pc:sldMk cId="2348086917" sldId="448"/>
        </pc:sldMkLst>
        <pc:spChg chg="mod">
          <ac:chgData name="Ms Alina Arshad" userId="cccdfd85-d35d-4453-9c6f-a463aae40722" providerId="ADAL" clId="{889ED1B4-3B5C-4371-ABF8-B9437E0A75AE}" dt="2024-09-13T05:08:35.856" v="26" actId="6549"/>
          <ac:spMkLst>
            <pc:docMk/>
            <pc:sldMk cId="2348086917" sldId="448"/>
            <ac:spMk id="2" creationId="{00000000-0000-0000-0000-000000000000}"/>
          </ac:spMkLst>
        </pc:spChg>
      </pc:sldChg>
      <pc:sldChg chg="delSp modSp add mod">
        <pc:chgData name="Ms Alina Arshad" userId="cccdfd85-d35d-4453-9c6f-a463aae40722" providerId="ADAL" clId="{889ED1B4-3B5C-4371-ABF8-B9437E0A75AE}" dt="2024-09-13T05:09:06.731" v="36" actId="207"/>
        <pc:sldMkLst>
          <pc:docMk/>
          <pc:sldMk cId="719467134" sldId="458"/>
        </pc:sldMkLst>
        <pc:spChg chg="mod">
          <ac:chgData name="Ms Alina Arshad" userId="cccdfd85-d35d-4453-9c6f-a463aae40722" providerId="ADAL" clId="{889ED1B4-3B5C-4371-ABF8-B9437E0A75AE}" dt="2024-09-13T05:09:06.731" v="36" actId="207"/>
          <ac:spMkLst>
            <pc:docMk/>
            <pc:sldMk cId="719467134" sldId="458"/>
            <ac:spMk id="2" creationId="{00000000-0000-0000-0000-000000000000}"/>
          </ac:spMkLst>
        </pc:spChg>
        <pc:spChg chg="mod">
          <ac:chgData name="Ms Alina Arshad" userId="cccdfd85-d35d-4453-9c6f-a463aae40722" providerId="ADAL" clId="{889ED1B4-3B5C-4371-ABF8-B9437E0A75AE}" dt="2024-09-13T05:09:04.427" v="35" actId="207"/>
          <ac:spMkLst>
            <pc:docMk/>
            <pc:sldMk cId="719467134" sldId="458"/>
            <ac:spMk id="3" creationId="{00000000-0000-0000-0000-000000000000}"/>
          </ac:spMkLst>
        </pc:spChg>
        <pc:spChg chg="del">
          <ac:chgData name="Ms Alina Arshad" userId="cccdfd85-d35d-4453-9c6f-a463aae40722" providerId="ADAL" clId="{889ED1B4-3B5C-4371-ABF8-B9437E0A75AE}" dt="2024-09-13T05:08:59.495" v="33" actId="478"/>
          <ac:spMkLst>
            <pc:docMk/>
            <pc:sldMk cId="719467134" sldId="458"/>
            <ac:spMk id="4" creationId="{00000000-0000-0000-0000-000000000000}"/>
          </ac:spMkLst>
        </pc:spChg>
        <pc:spChg chg="del">
          <ac:chgData name="Ms Alina Arshad" userId="cccdfd85-d35d-4453-9c6f-a463aae40722" providerId="ADAL" clId="{889ED1B4-3B5C-4371-ABF8-B9437E0A75AE}" dt="2024-09-13T05:09:01.600" v="34" actId="478"/>
          <ac:spMkLst>
            <pc:docMk/>
            <pc:sldMk cId="719467134" sldId="458"/>
            <ac:spMk id="5" creationId="{00000000-0000-0000-0000-000000000000}"/>
          </ac:spMkLst>
        </pc:spChg>
      </pc:sldChg>
      <pc:sldChg chg="add">
        <pc:chgData name="Ms Alina Arshad" userId="cccdfd85-d35d-4453-9c6f-a463aae40722" providerId="ADAL" clId="{889ED1B4-3B5C-4371-ABF8-B9437E0A75AE}" dt="2024-09-13T05:08:13.467" v="0"/>
        <pc:sldMkLst>
          <pc:docMk/>
          <pc:sldMk cId="379126886" sldId="459"/>
        </pc:sldMkLst>
      </pc:sldChg>
      <pc:sldChg chg="add">
        <pc:chgData name="Ms Alina Arshad" userId="cccdfd85-d35d-4453-9c6f-a463aae40722" providerId="ADAL" clId="{889ED1B4-3B5C-4371-ABF8-B9437E0A75AE}" dt="2024-09-13T05:08:13.467" v="0"/>
        <pc:sldMkLst>
          <pc:docMk/>
          <pc:sldMk cId="475468520" sldId="461"/>
        </pc:sldMkLst>
      </pc:sldChg>
      <pc:sldChg chg="add">
        <pc:chgData name="Ms Alina Arshad" userId="cccdfd85-d35d-4453-9c6f-a463aae40722" providerId="ADAL" clId="{889ED1B4-3B5C-4371-ABF8-B9437E0A75AE}" dt="2024-09-13T05:08:13.467" v="0"/>
        <pc:sldMkLst>
          <pc:docMk/>
          <pc:sldMk cId="1755260321" sldId="462"/>
        </pc:sldMkLst>
      </pc:sldChg>
      <pc:sldChg chg="add">
        <pc:chgData name="Ms Alina Arshad" userId="cccdfd85-d35d-4453-9c6f-a463aae40722" providerId="ADAL" clId="{889ED1B4-3B5C-4371-ABF8-B9437E0A75AE}" dt="2024-09-13T05:08:13.467" v="0"/>
        <pc:sldMkLst>
          <pc:docMk/>
          <pc:sldMk cId="3175048454" sldId="463"/>
        </pc:sldMkLst>
      </pc:sldChg>
      <pc:sldChg chg="add">
        <pc:chgData name="Ms Alina Arshad" userId="cccdfd85-d35d-4453-9c6f-a463aae40722" providerId="ADAL" clId="{889ED1B4-3B5C-4371-ABF8-B9437E0A75AE}" dt="2024-09-13T05:08:13.467" v="0"/>
        <pc:sldMkLst>
          <pc:docMk/>
          <pc:sldMk cId="2524428318" sldId="464"/>
        </pc:sldMkLst>
      </pc:sldChg>
      <pc:sldChg chg="add">
        <pc:chgData name="Ms Alina Arshad" userId="cccdfd85-d35d-4453-9c6f-a463aae40722" providerId="ADAL" clId="{889ED1B4-3B5C-4371-ABF8-B9437E0A75AE}" dt="2024-09-13T05:08:13.467" v="0"/>
        <pc:sldMkLst>
          <pc:docMk/>
          <pc:sldMk cId="3502560203" sldId="465"/>
        </pc:sldMkLst>
      </pc:sldChg>
      <pc:sldChg chg="add">
        <pc:chgData name="Ms Alina Arshad" userId="cccdfd85-d35d-4453-9c6f-a463aae40722" providerId="ADAL" clId="{889ED1B4-3B5C-4371-ABF8-B9437E0A75AE}" dt="2024-09-13T05:08:13.467" v="0"/>
        <pc:sldMkLst>
          <pc:docMk/>
          <pc:sldMk cId="4240682665" sldId="466"/>
        </pc:sldMkLst>
      </pc:sldChg>
      <pc:sldChg chg="add">
        <pc:chgData name="Ms Alina Arshad" userId="cccdfd85-d35d-4453-9c6f-a463aae40722" providerId="ADAL" clId="{889ED1B4-3B5C-4371-ABF8-B9437E0A75AE}" dt="2024-09-13T05:08:13.467" v="0"/>
        <pc:sldMkLst>
          <pc:docMk/>
          <pc:sldMk cId="1253061490" sldId="467"/>
        </pc:sldMkLst>
      </pc:sldChg>
      <pc:sldChg chg="add">
        <pc:chgData name="Ms Alina Arshad" userId="cccdfd85-d35d-4453-9c6f-a463aae40722" providerId="ADAL" clId="{889ED1B4-3B5C-4371-ABF8-B9437E0A75AE}" dt="2024-09-13T05:08:13.467" v="0"/>
        <pc:sldMkLst>
          <pc:docMk/>
          <pc:sldMk cId="1729599593" sldId="468"/>
        </pc:sldMkLst>
      </pc:sldChg>
      <pc:sldChg chg="add">
        <pc:chgData name="Ms Alina Arshad" userId="cccdfd85-d35d-4453-9c6f-a463aae40722" providerId="ADAL" clId="{889ED1B4-3B5C-4371-ABF8-B9437E0A75AE}" dt="2024-09-13T05:08:13.467" v="0"/>
        <pc:sldMkLst>
          <pc:docMk/>
          <pc:sldMk cId="174372872" sldId="469"/>
        </pc:sldMkLst>
      </pc:sldChg>
      <pc:sldChg chg="add">
        <pc:chgData name="Ms Alina Arshad" userId="cccdfd85-d35d-4453-9c6f-a463aae40722" providerId="ADAL" clId="{889ED1B4-3B5C-4371-ABF8-B9437E0A75AE}" dt="2024-09-13T05:08:13.467" v="0"/>
        <pc:sldMkLst>
          <pc:docMk/>
          <pc:sldMk cId="1593451177" sldId="472"/>
        </pc:sldMkLst>
      </pc:sldChg>
      <pc:sldChg chg="add">
        <pc:chgData name="Ms Alina Arshad" userId="cccdfd85-d35d-4453-9c6f-a463aae40722" providerId="ADAL" clId="{889ED1B4-3B5C-4371-ABF8-B9437E0A75AE}" dt="2024-09-13T05:08:13.467" v="0"/>
        <pc:sldMkLst>
          <pc:docMk/>
          <pc:sldMk cId="3011208458" sldId="473"/>
        </pc:sldMkLst>
      </pc:sldChg>
      <pc:sldChg chg="add">
        <pc:chgData name="Ms Alina Arshad" userId="cccdfd85-d35d-4453-9c6f-a463aae40722" providerId="ADAL" clId="{889ED1B4-3B5C-4371-ABF8-B9437E0A75AE}" dt="2024-09-13T05:08:13.467" v="0"/>
        <pc:sldMkLst>
          <pc:docMk/>
          <pc:sldMk cId="457050581" sldId="475"/>
        </pc:sldMkLst>
      </pc:sldChg>
      <pc:sldChg chg="del">
        <pc:chgData name="Ms Alina Arshad" userId="cccdfd85-d35d-4453-9c6f-a463aae40722" providerId="ADAL" clId="{889ED1B4-3B5C-4371-ABF8-B9437E0A75AE}" dt="2024-09-19T05:09:46.230" v="37" actId="47"/>
        <pc:sldMkLst>
          <pc:docMk/>
          <pc:sldMk cId="1229924645" sldId="476"/>
        </pc:sldMkLst>
      </pc:sldChg>
      <pc:sldChg chg="del">
        <pc:chgData name="Ms Alina Arshad" userId="cccdfd85-d35d-4453-9c6f-a463aae40722" providerId="ADAL" clId="{889ED1B4-3B5C-4371-ABF8-B9437E0A75AE}" dt="2024-09-19T05:09:47.152" v="38" actId="47"/>
        <pc:sldMkLst>
          <pc:docMk/>
          <pc:sldMk cId="2716896203" sldId="477"/>
        </pc:sldMkLst>
      </pc:sldChg>
    </pc:docChg>
  </pc:docChgLst>
  <pc:docChgLst>
    <pc:chgData name="Ms Alina Arshad" userId="cccdfd85-d35d-4453-9c6f-a463aae40722" providerId="ADAL" clId="{EADAEE91-4A7C-4065-A245-779568A60DD0}"/>
    <pc:docChg chg="undo custSel addSld delSld modSld sldOrd">
      <pc:chgData name="Ms Alina Arshad" userId="cccdfd85-d35d-4453-9c6f-a463aae40722" providerId="ADAL" clId="{EADAEE91-4A7C-4065-A245-779568A60DD0}" dt="2024-08-25T15:14:04.534" v="324" actId="2696"/>
      <pc:docMkLst>
        <pc:docMk/>
      </pc:docMkLst>
      <pc:sldChg chg="del">
        <pc:chgData name="Ms Alina Arshad" userId="cccdfd85-d35d-4453-9c6f-a463aae40722" providerId="ADAL" clId="{EADAEE91-4A7C-4065-A245-779568A60DD0}" dt="2024-08-25T13:34:30.844" v="2" actId="47"/>
        <pc:sldMkLst>
          <pc:docMk/>
          <pc:sldMk cId="3829966237" sldId="341"/>
        </pc:sldMkLst>
      </pc:sldChg>
      <pc:sldChg chg="del">
        <pc:chgData name="Ms Alina Arshad" userId="cccdfd85-d35d-4453-9c6f-a463aae40722" providerId="ADAL" clId="{EADAEE91-4A7C-4065-A245-779568A60DD0}" dt="2024-08-25T13:34:31.597" v="3" actId="47"/>
        <pc:sldMkLst>
          <pc:docMk/>
          <pc:sldMk cId="1130609535" sldId="342"/>
        </pc:sldMkLst>
      </pc:sldChg>
      <pc:sldChg chg="delSp modSp del mod">
        <pc:chgData name="Ms Alina Arshad" userId="cccdfd85-d35d-4453-9c6f-a463aae40722" providerId="ADAL" clId="{EADAEE91-4A7C-4065-A245-779568A60DD0}" dt="2024-08-25T15:09:29.508" v="302" actId="47"/>
        <pc:sldMkLst>
          <pc:docMk/>
          <pc:sldMk cId="47593581" sldId="345"/>
        </pc:sldMkLst>
        <pc:spChg chg="mod">
          <ac:chgData name="Ms Alina Arshad" userId="cccdfd85-d35d-4453-9c6f-a463aae40722" providerId="ADAL" clId="{EADAEE91-4A7C-4065-A245-779568A60DD0}" dt="2024-08-25T13:41:42.034" v="13" actId="14100"/>
          <ac:spMkLst>
            <pc:docMk/>
            <pc:sldMk cId="47593581" sldId="345"/>
            <ac:spMk id="2" creationId="{7E51EDD7-5122-4590-8B7F-DC837E23C380}"/>
          </ac:spMkLst>
        </pc:spChg>
        <pc:spChg chg="mod">
          <ac:chgData name="Ms Alina Arshad" userId="cccdfd85-d35d-4453-9c6f-a463aae40722" providerId="ADAL" clId="{EADAEE91-4A7C-4065-A245-779568A60DD0}" dt="2024-08-25T13:58:46.017" v="100" actId="12"/>
          <ac:spMkLst>
            <pc:docMk/>
            <pc:sldMk cId="47593581" sldId="345"/>
            <ac:spMk id="3" creationId="{2DFF783D-CE62-42B7-AF33-34074E4461A2}"/>
          </ac:spMkLst>
        </pc:spChg>
        <pc:spChg chg="del">
          <ac:chgData name="Ms Alina Arshad" userId="cccdfd85-d35d-4453-9c6f-a463aae40722" providerId="ADAL" clId="{EADAEE91-4A7C-4065-A245-779568A60DD0}" dt="2024-08-25T13:41:32.883" v="10" actId="478"/>
          <ac:spMkLst>
            <pc:docMk/>
            <pc:sldMk cId="47593581" sldId="345"/>
            <ac:spMk id="4" creationId="{00000000-0000-0000-0000-000000000000}"/>
          </ac:spMkLst>
        </pc:spChg>
        <pc:spChg chg="del">
          <ac:chgData name="Ms Alina Arshad" userId="cccdfd85-d35d-4453-9c6f-a463aae40722" providerId="ADAL" clId="{EADAEE91-4A7C-4065-A245-779568A60DD0}" dt="2024-08-25T13:41:34.842" v="11" actId="478"/>
          <ac:spMkLst>
            <pc:docMk/>
            <pc:sldMk cId="47593581" sldId="345"/>
            <ac:spMk id="5" creationId="{00000000-0000-0000-0000-000000000000}"/>
          </ac:spMkLst>
        </pc:spChg>
      </pc:sldChg>
      <pc:sldChg chg="delSp modSp del mod">
        <pc:chgData name="Ms Alina Arshad" userId="cccdfd85-d35d-4453-9c6f-a463aae40722" providerId="ADAL" clId="{EADAEE91-4A7C-4065-A245-779568A60DD0}" dt="2024-08-25T15:09:30.905" v="303" actId="47"/>
        <pc:sldMkLst>
          <pc:docMk/>
          <pc:sldMk cId="4118113692" sldId="346"/>
        </pc:sldMkLst>
        <pc:spChg chg="mod">
          <ac:chgData name="Ms Alina Arshad" userId="cccdfd85-d35d-4453-9c6f-a463aae40722" providerId="ADAL" clId="{EADAEE91-4A7C-4065-A245-779568A60DD0}" dt="2024-08-25T13:42:05.951" v="20" actId="1076"/>
          <ac:spMkLst>
            <pc:docMk/>
            <pc:sldMk cId="4118113692" sldId="346"/>
            <ac:spMk id="2" creationId="{189AF601-8D70-417E-83F0-4C2544ACF381}"/>
          </ac:spMkLst>
        </pc:spChg>
        <pc:spChg chg="mod">
          <ac:chgData name="Ms Alina Arshad" userId="cccdfd85-d35d-4453-9c6f-a463aae40722" providerId="ADAL" clId="{EADAEE91-4A7C-4065-A245-779568A60DD0}" dt="2024-08-25T13:42:08.883" v="21" actId="207"/>
          <ac:spMkLst>
            <pc:docMk/>
            <pc:sldMk cId="4118113692" sldId="346"/>
            <ac:spMk id="3" creationId="{7994D1C3-C6BD-49FE-ADD7-107918564080}"/>
          </ac:spMkLst>
        </pc:spChg>
        <pc:spChg chg="del">
          <ac:chgData name="Ms Alina Arshad" userId="cccdfd85-d35d-4453-9c6f-a463aae40722" providerId="ADAL" clId="{EADAEE91-4A7C-4065-A245-779568A60DD0}" dt="2024-08-25T13:41:52.482" v="15" actId="478"/>
          <ac:spMkLst>
            <pc:docMk/>
            <pc:sldMk cId="4118113692" sldId="346"/>
            <ac:spMk id="4" creationId="{00000000-0000-0000-0000-000000000000}"/>
          </ac:spMkLst>
        </pc:spChg>
        <pc:spChg chg="del">
          <ac:chgData name="Ms Alina Arshad" userId="cccdfd85-d35d-4453-9c6f-a463aae40722" providerId="ADAL" clId="{EADAEE91-4A7C-4065-A245-779568A60DD0}" dt="2024-08-25T13:41:54.245" v="16" actId="478"/>
          <ac:spMkLst>
            <pc:docMk/>
            <pc:sldMk cId="4118113692" sldId="346"/>
            <ac:spMk id="5" creationId="{00000000-0000-0000-0000-000000000000}"/>
          </ac:spMkLst>
        </pc:spChg>
      </pc:sldChg>
      <pc:sldChg chg="delSp modSp del mod">
        <pc:chgData name="Ms Alina Arshad" userId="cccdfd85-d35d-4453-9c6f-a463aae40722" providerId="ADAL" clId="{EADAEE91-4A7C-4065-A245-779568A60DD0}" dt="2024-08-25T15:09:31.592" v="304" actId="47"/>
        <pc:sldMkLst>
          <pc:docMk/>
          <pc:sldMk cId="1592470958" sldId="347"/>
        </pc:sldMkLst>
        <pc:spChg chg="mod">
          <ac:chgData name="Ms Alina Arshad" userId="cccdfd85-d35d-4453-9c6f-a463aae40722" providerId="ADAL" clId="{EADAEE91-4A7C-4065-A245-779568A60DD0}" dt="2024-08-25T13:42:20.300" v="24" actId="1076"/>
          <ac:spMkLst>
            <pc:docMk/>
            <pc:sldMk cId="1592470958" sldId="347"/>
            <ac:spMk id="2" creationId="{4095D5A0-FF21-4C13-A9F4-11F27B882005}"/>
          </ac:spMkLst>
        </pc:spChg>
        <pc:spChg chg="mod">
          <ac:chgData name="Ms Alina Arshad" userId="cccdfd85-d35d-4453-9c6f-a463aae40722" providerId="ADAL" clId="{EADAEE91-4A7C-4065-A245-779568A60DD0}" dt="2024-08-25T13:42:28.221" v="27" actId="255"/>
          <ac:spMkLst>
            <pc:docMk/>
            <pc:sldMk cId="1592470958" sldId="347"/>
            <ac:spMk id="3" creationId="{D93D2A2A-F7B4-4BEE-A16C-64E5A2B22228}"/>
          </ac:spMkLst>
        </pc:spChg>
        <pc:spChg chg="del">
          <ac:chgData name="Ms Alina Arshad" userId="cccdfd85-d35d-4453-9c6f-a463aae40722" providerId="ADAL" clId="{EADAEE91-4A7C-4065-A245-779568A60DD0}" dt="2024-08-25T13:42:31.109" v="28" actId="478"/>
          <ac:spMkLst>
            <pc:docMk/>
            <pc:sldMk cId="1592470958" sldId="347"/>
            <ac:spMk id="4" creationId="{00000000-0000-0000-0000-000000000000}"/>
          </ac:spMkLst>
        </pc:spChg>
        <pc:spChg chg="del">
          <ac:chgData name="Ms Alina Arshad" userId="cccdfd85-d35d-4453-9c6f-a463aae40722" providerId="ADAL" clId="{EADAEE91-4A7C-4065-A245-779568A60DD0}" dt="2024-08-25T13:42:33.014" v="29" actId="478"/>
          <ac:spMkLst>
            <pc:docMk/>
            <pc:sldMk cId="1592470958" sldId="347"/>
            <ac:spMk id="5" creationId="{00000000-0000-0000-0000-000000000000}"/>
          </ac:spMkLst>
        </pc:spChg>
      </pc:sldChg>
      <pc:sldChg chg="delSp modSp del mod">
        <pc:chgData name="Ms Alina Arshad" userId="cccdfd85-d35d-4453-9c6f-a463aae40722" providerId="ADAL" clId="{EADAEE91-4A7C-4065-A245-779568A60DD0}" dt="2024-08-25T15:09:32.177" v="305" actId="47"/>
        <pc:sldMkLst>
          <pc:docMk/>
          <pc:sldMk cId="2505751039" sldId="348"/>
        </pc:sldMkLst>
        <pc:spChg chg="mod">
          <ac:chgData name="Ms Alina Arshad" userId="cccdfd85-d35d-4453-9c6f-a463aae40722" providerId="ADAL" clId="{EADAEE91-4A7C-4065-A245-779568A60DD0}" dt="2024-08-25T13:42:47.129" v="31" actId="1076"/>
          <ac:spMkLst>
            <pc:docMk/>
            <pc:sldMk cId="2505751039" sldId="348"/>
            <ac:spMk id="2" creationId="{09840C44-A6AE-44E7-AB9D-97CB7C1C0B3B}"/>
          </ac:spMkLst>
        </pc:spChg>
        <pc:spChg chg="mod">
          <ac:chgData name="Ms Alina Arshad" userId="cccdfd85-d35d-4453-9c6f-a463aae40722" providerId="ADAL" clId="{EADAEE91-4A7C-4065-A245-779568A60DD0}" dt="2024-08-25T13:42:54.716" v="33" actId="207"/>
          <ac:spMkLst>
            <pc:docMk/>
            <pc:sldMk cId="2505751039" sldId="348"/>
            <ac:spMk id="3" creationId="{D9B437DC-A3DB-401E-B265-1B37EED2AEE1}"/>
          </ac:spMkLst>
        </pc:spChg>
        <pc:spChg chg="del">
          <ac:chgData name="Ms Alina Arshad" userId="cccdfd85-d35d-4453-9c6f-a463aae40722" providerId="ADAL" clId="{EADAEE91-4A7C-4065-A245-779568A60DD0}" dt="2024-08-25T13:42:58.434" v="34" actId="478"/>
          <ac:spMkLst>
            <pc:docMk/>
            <pc:sldMk cId="2505751039" sldId="348"/>
            <ac:spMk id="4" creationId="{00000000-0000-0000-0000-000000000000}"/>
          </ac:spMkLst>
        </pc:spChg>
        <pc:spChg chg="del">
          <ac:chgData name="Ms Alina Arshad" userId="cccdfd85-d35d-4453-9c6f-a463aae40722" providerId="ADAL" clId="{EADAEE91-4A7C-4065-A245-779568A60DD0}" dt="2024-08-25T13:43:01.831" v="35" actId="478"/>
          <ac:spMkLst>
            <pc:docMk/>
            <pc:sldMk cId="2505751039" sldId="348"/>
            <ac:spMk id="5" creationId="{00000000-0000-0000-0000-000000000000}"/>
          </ac:spMkLst>
        </pc:spChg>
      </pc:sldChg>
      <pc:sldChg chg="delSp modSp del mod">
        <pc:chgData name="Ms Alina Arshad" userId="cccdfd85-d35d-4453-9c6f-a463aae40722" providerId="ADAL" clId="{EADAEE91-4A7C-4065-A245-779568A60DD0}" dt="2024-08-25T15:09:32.959" v="306" actId="47"/>
        <pc:sldMkLst>
          <pc:docMk/>
          <pc:sldMk cId="662195488" sldId="349"/>
        </pc:sldMkLst>
        <pc:spChg chg="mod">
          <ac:chgData name="Ms Alina Arshad" userId="cccdfd85-d35d-4453-9c6f-a463aae40722" providerId="ADAL" clId="{EADAEE91-4A7C-4065-A245-779568A60DD0}" dt="2024-08-25T13:43:11.222" v="38" actId="207"/>
          <ac:spMkLst>
            <pc:docMk/>
            <pc:sldMk cId="662195488" sldId="349"/>
            <ac:spMk id="2" creationId="{E948826E-E54E-49E5-A1BB-A247D73F4654}"/>
          </ac:spMkLst>
        </pc:spChg>
        <pc:spChg chg="mod">
          <ac:chgData name="Ms Alina Arshad" userId="cccdfd85-d35d-4453-9c6f-a463aae40722" providerId="ADAL" clId="{EADAEE91-4A7C-4065-A245-779568A60DD0}" dt="2024-08-25T13:43:30.275" v="42" actId="207"/>
          <ac:spMkLst>
            <pc:docMk/>
            <pc:sldMk cId="662195488" sldId="349"/>
            <ac:spMk id="3" creationId="{73CAB96E-5D26-4FBA-93D4-48E335D0109C}"/>
          </ac:spMkLst>
        </pc:spChg>
        <pc:spChg chg="del">
          <ac:chgData name="Ms Alina Arshad" userId="cccdfd85-d35d-4453-9c6f-a463aae40722" providerId="ADAL" clId="{EADAEE91-4A7C-4065-A245-779568A60DD0}" dt="2024-08-25T13:43:21.984" v="40" actId="478"/>
          <ac:spMkLst>
            <pc:docMk/>
            <pc:sldMk cId="662195488" sldId="349"/>
            <ac:spMk id="4" creationId="{00000000-0000-0000-0000-000000000000}"/>
          </ac:spMkLst>
        </pc:spChg>
        <pc:spChg chg="del">
          <ac:chgData name="Ms Alina Arshad" userId="cccdfd85-d35d-4453-9c6f-a463aae40722" providerId="ADAL" clId="{EADAEE91-4A7C-4065-A245-779568A60DD0}" dt="2024-08-25T13:43:25.868" v="41" actId="478"/>
          <ac:spMkLst>
            <pc:docMk/>
            <pc:sldMk cId="662195488" sldId="349"/>
            <ac:spMk id="5" creationId="{00000000-0000-0000-0000-000000000000}"/>
          </ac:spMkLst>
        </pc:spChg>
      </pc:sldChg>
      <pc:sldChg chg="modSp add mod">
        <pc:chgData name="Ms Alina Arshad" userId="cccdfd85-d35d-4453-9c6f-a463aae40722" providerId="ADAL" clId="{EADAEE91-4A7C-4065-A245-779568A60DD0}" dt="2024-08-25T14:58:19.557" v="149" actId="207"/>
        <pc:sldMkLst>
          <pc:docMk/>
          <pc:sldMk cId="0" sldId="350"/>
        </pc:sldMkLst>
        <pc:spChg chg="mod">
          <ac:chgData name="Ms Alina Arshad" userId="cccdfd85-d35d-4453-9c6f-a463aae40722" providerId="ADAL" clId="{EADAEE91-4A7C-4065-A245-779568A60DD0}" dt="2024-08-25T14:58:19.557" v="149" actId="207"/>
          <ac:spMkLst>
            <pc:docMk/>
            <pc:sldMk cId="0" sldId="350"/>
            <ac:spMk id="18434" creationId="{A577BD20-D1FF-1BEE-9621-64AB62F59F87}"/>
          </ac:spMkLst>
        </pc:spChg>
      </pc:sldChg>
      <pc:sldChg chg="modSp add mod">
        <pc:chgData name="Ms Alina Arshad" userId="cccdfd85-d35d-4453-9c6f-a463aae40722" providerId="ADAL" clId="{EADAEE91-4A7C-4065-A245-779568A60DD0}" dt="2024-08-25T14:59:22.631" v="165" actId="27636"/>
        <pc:sldMkLst>
          <pc:docMk/>
          <pc:sldMk cId="0" sldId="351"/>
        </pc:sldMkLst>
        <pc:spChg chg="mod">
          <ac:chgData name="Ms Alina Arshad" userId="cccdfd85-d35d-4453-9c6f-a463aae40722" providerId="ADAL" clId="{EADAEE91-4A7C-4065-A245-779568A60DD0}" dt="2024-08-25T14:59:22.631" v="165" actId="27636"/>
          <ac:spMkLst>
            <pc:docMk/>
            <pc:sldMk cId="0" sldId="351"/>
            <ac:spMk id="3" creationId="{C0C22FA1-E5B0-AD82-96B5-C98C4EA3D56C}"/>
          </ac:spMkLst>
        </pc:spChg>
        <pc:spChg chg="mod">
          <ac:chgData name="Ms Alina Arshad" userId="cccdfd85-d35d-4453-9c6f-a463aae40722" providerId="ADAL" clId="{EADAEE91-4A7C-4065-A245-779568A60DD0}" dt="2024-08-25T14:58:57.020" v="157" actId="1076"/>
          <ac:spMkLst>
            <pc:docMk/>
            <pc:sldMk cId="0" sldId="351"/>
            <ac:spMk id="20482" creationId="{BBAA9927-7645-6E75-19D7-0A3279220EAB}"/>
          </ac:spMkLst>
        </pc:spChg>
        <pc:spChg chg="mod">
          <ac:chgData name="Ms Alina Arshad" userId="cccdfd85-d35d-4453-9c6f-a463aae40722" providerId="ADAL" clId="{EADAEE91-4A7C-4065-A245-779568A60DD0}" dt="2024-08-25T14:59:06.519" v="160" actId="1076"/>
          <ac:spMkLst>
            <pc:docMk/>
            <pc:sldMk cId="0" sldId="351"/>
            <ac:spMk id="20490" creationId="{633463A3-DE25-CA28-40E4-8C3D91E44508}"/>
          </ac:spMkLst>
        </pc:spChg>
        <pc:spChg chg="mod">
          <ac:chgData name="Ms Alina Arshad" userId="cccdfd85-d35d-4453-9c6f-a463aae40722" providerId="ADAL" clId="{EADAEE91-4A7C-4065-A245-779568A60DD0}" dt="2024-08-25T14:59:06.519" v="160" actId="1076"/>
          <ac:spMkLst>
            <pc:docMk/>
            <pc:sldMk cId="0" sldId="351"/>
            <ac:spMk id="20491" creationId="{D7881945-A53A-8D17-791D-162E4ADC9F1A}"/>
          </ac:spMkLst>
        </pc:spChg>
        <pc:spChg chg="mod">
          <ac:chgData name="Ms Alina Arshad" userId="cccdfd85-d35d-4453-9c6f-a463aae40722" providerId="ADAL" clId="{EADAEE91-4A7C-4065-A245-779568A60DD0}" dt="2024-08-25T14:59:06.519" v="160" actId="1076"/>
          <ac:spMkLst>
            <pc:docMk/>
            <pc:sldMk cId="0" sldId="351"/>
            <ac:spMk id="20495" creationId="{30D2EC8A-7B00-E22A-A5F0-C7C377536AE3}"/>
          </ac:spMkLst>
        </pc:spChg>
        <pc:spChg chg="mod">
          <ac:chgData name="Ms Alina Arshad" userId="cccdfd85-d35d-4453-9c6f-a463aae40722" providerId="ADAL" clId="{EADAEE91-4A7C-4065-A245-779568A60DD0}" dt="2024-08-25T14:59:06.519" v="160" actId="1076"/>
          <ac:spMkLst>
            <pc:docMk/>
            <pc:sldMk cId="0" sldId="351"/>
            <ac:spMk id="20496" creationId="{42E8223A-9727-18BC-F219-76783C6B7987}"/>
          </ac:spMkLst>
        </pc:spChg>
        <pc:spChg chg="mod">
          <ac:chgData name="Ms Alina Arshad" userId="cccdfd85-d35d-4453-9c6f-a463aae40722" providerId="ADAL" clId="{EADAEE91-4A7C-4065-A245-779568A60DD0}" dt="2024-08-25T14:59:06.519" v="160" actId="1076"/>
          <ac:spMkLst>
            <pc:docMk/>
            <pc:sldMk cId="0" sldId="351"/>
            <ac:spMk id="20497" creationId="{8CC3DB45-73B0-CB58-0A96-E1B87974EC72}"/>
          </ac:spMkLst>
        </pc:spChg>
        <pc:spChg chg="mod">
          <ac:chgData name="Ms Alina Arshad" userId="cccdfd85-d35d-4453-9c6f-a463aae40722" providerId="ADAL" clId="{EADAEE91-4A7C-4065-A245-779568A60DD0}" dt="2024-08-25T14:59:06.519" v="160" actId="1076"/>
          <ac:spMkLst>
            <pc:docMk/>
            <pc:sldMk cId="0" sldId="351"/>
            <ac:spMk id="20498" creationId="{6B2D9AAB-1FD8-024E-2C7E-CD197AB3F167}"/>
          </ac:spMkLst>
        </pc:spChg>
        <pc:spChg chg="mod">
          <ac:chgData name="Ms Alina Arshad" userId="cccdfd85-d35d-4453-9c6f-a463aae40722" providerId="ADAL" clId="{EADAEE91-4A7C-4065-A245-779568A60DD0}" dt="2024-08-25T14:59:06.519" v="160" actId="1076"/>
          <ac:spMkLst>
            <pc:docMk/>
            <pc:sldMk cId="0" sldId="351"/>
            <ac:spMk id="20499" creationId="{B21B324D-B54B-AB2A-35F9-0B2633DCB27E}"/>
          </ac:spMkLst>
        </pc:spChg>
        <pc:spChg chg="mod">
          <ac:chgData name="Ms Alina Arshad" userId="cccdfd85-d35d-4453-9c6f-a463aae40722" providerId="ADAL" clId="{EADAEE91-4A7C-4065-A245-779568A60DD0}" dt="2024-08-25T14:59:06.519" v="160" actId="1076"/>
          <ac:spMkLst>
            <pc:docMk/>
            <pc:sldMk cId="0" sldId="351"/>
            <ac:spMk id="20500" creationId="{368DA16C-FD8C-D0D7-7F0E-66A1775A49F1}"/>
          </ac:spMkLst>
        </pc:spChg>
        <pc:spChg chg="mod">
          <ac:chgData name="Ms Alina Arshad" userId="cccdfd85-d35d-4453-9c6f-a463aae40722" providerId="ADAL" clId="{EADAEE91-4A7C-4065-A245-779568A60DD0}" dt="2024-08-25T14:59:06.519" v="160" actId="1076"/>
          <ac:spMkLst>
            <pc:docMk/>
            <pc:sldMk cId="0" sldId="351"/>
            <ac:spMk id="20501" creationId="{BBE25917-92B5-29DD-2D43-C206AE6FAD3F}"/>
          </ac:spMkLst>
        </pc:spChg>
        <pc:spChg chg="mod">
          <ac:chgData name="Ms Alina Arshad" userId="cccdfd85-d35d-4453-9c6f-a463aae40722" providerId="ADAL" clId="{EADAEE91-4A7C-4065-A245-779568A60DD0}" dt="2024-08-25T14:59:06.519" v="160" actId="1076"/>
          <ac:spMkLst>
            <pc:docMk/>
            <pc:sldMk cId="0" sldId="351"/>
            <ac:spMk id="20502" creationId="{5B7BB921-3413-4F30-B079-54C603A5CA86}"/>
          </ac:spMkLst>
        </pc:spChg>
        <pc:spChg chg="mod">
          <ac:chgData name="Ms Alina Arshad" userId="cccdfd85-d35d-4453-9c6f-a463aae40722" providerId="ADAL" clId="{EADAEE91-4A7C-4065-A245-779568A60DD0}" dt="2024-08-25T14:59:06.519" v="160" actId="1076"/>
          <ac:spMkLst>
            <pc:docMk/>
            <pc:sldMk cId="0" sldId="351"/>
            <ac:spMk id="20503" creationId="{33B1CDDC-6023-5CD5-5C24-0D8879304E02}"/>
          </ac:spMkLst>
        </pc:spChg>
        <pc:spChg chg="mod">
          <ac:chgData name="Ms Alina Arshad" userId="cccdfd85-d35d-4453-9c6f-a463aae40722" providerId="ADAL" clId="{EADAEE91-4A7C-4065-A245-779568A60DD0}" dt="2024-08-25T14:59:06.519" v="160" actId="1076"/>
          <ac:spMkLst>
            <pc:docMk/>
            <pc:sldMk cId="0" sldId="351"/>
            <ac:spMk id="20504" creationId="{64F24335-C1B3-911B-8406-E9E34E828CE1}"/>
          </ac:spMkLst>
        </pc:spChg>
        <pc:spChg chg="mod">
          <ac:chgData name="Ms Alina Arshad" userId="cccdfd85-d35d-4453-9c6f-a463aae40722" providerId="ADAL" clId="{EADAEE91-4A7C-4065-A245-779568A60DD0}" dt="2024-08-25T14:59:06.519" v="160" actId="1076"/>
          <ac:spMkLst>
            <pc:docMk/>
            <pc:sldMk cId="0" sldId="351"/>
            <ac:spMk id="20506" creationId="{9B3659CD-6C1E-2B5A-5A04-DE082428E653}"/>
          </ac:spMkLst>
        </pc:spChg>
        <pc:spChg chg="mod">
          <ac:chgData name="Ms Alina Arshad" userId="cccdfd85-d35d-4453-9c6f-a463aae40722" providerId="ADAL" clId="{EADAEE91-4A7C-4065-A245-779568A60DD0}" dt="2024-08-25T14:59:06.519" v="160" actId="1076"/>
          <ac:spMkLst>
            <pc:docMk/>
            <pc:sldMk cId="0" sldId="351"/>
            <ac:spMk id="20508" creationId="{B622AB96-288F-81CD-5E4A-A96A8645BC6A}"/>
          </ac:spMkLst>
        </pc:spChg>
        <pc:spChg chg="mod">
          <ac:chgData name="Ms Alina Arshad" userId="cccdfd85-d35d-4453-9c6f-a463aae40722" providerId="ADAL" clId="{EADAEE91-4A7C-4065-A245-779568A60DD0}" dt="2024-08-25T14:59:06.519" v="160" actId="1076"/>
          <ac:spMkLst>
            <pc:docMk/>
            <pc:sldMk cId="0" sldId="351"/>
            <ac:spMk id="20509" creationId="{89A1CA44-16E9-8216-7022-7920138E5E17}"/>
          </ac:spMkLst>
        </pc:spChg>
        <pc:spChg chg="mod">
          <ac:chgData name="Ms Alina Arshad" userId="cccdfd85-d35d-4453-9c6f-a463aae40722" providerId="ADAL" clId="{EADAEE91-4A7C-4065-A245-779568A60DD0}" dt="2024-08-25T14:59:06.519" v="160" actId="1076"/>
          <ac:spMkLst>
            <pc:docMk/>
            <pc:sldMk cId="0" sldId="351"/>
            <ac:spMk id="20510" creationId="{EE6AD805-7BC0-6284-A5A6-E5975E600F61}"/>
          </ac:spMkLst>
        </pc:spChg>
        <pc:spChg chg="mod">
          <ac:chgData name="Ms Alina Arshad" userId="cccdfd85-d35d-4453-9c6f-a463aae40722" providerId="ADAL" clId="{EADAEE91-4A7C-4065-A245-779568A60DD0}" dt="2024-08-25T14:59:06.519" v="160" actId="1076"/>
          <ac:spMkLst>
            <pc:docMk/>
            <pc:sldMk cId="0" sldId="351"/>
            <ac:spMk id="20511" creationId="{1C9AA088-7E22-4D43-1279-63DD018115AA}"/>
          </ac:spMkLst>
        </pc:spChg>
        <pc:spChg chg="mod">
          <ac:chgData name="Ms Alina Arshad" userId="cccdfd85-d35d-4453-9c6f-a463aae40722" providerId="ADAL" clId="{EADAEE91-4A7C-4065-A245-779568A60DD0}" dt="2024-08-25T14:59:06.519" v="160" actId="1076"/>
          <ac:spMkLst>
            <pc:docMk/>
            <pc:sldMk cId="0" sldId="351"/>
            <ac:spMk id="20512" creationId="{BB11CD00-1F5F-6793-EC2D-87C49775945D}"/>
          </ac:spMkLst>
        </pc:spChg>
        <pc:spChg chg="mod">
          <ac:chgData name="Ms Alina Arshad" userId="cccdfd85-d35d-4453-9c6f-a463aae40722" providerId="ADAL" clId="{EADAEE91-4A7C-4065-A245-779568A60DD0}" dt="2024-08-25T14:59:06.519" v="160" actId="1076"/>
          <ac:spMkLst>
            <pc:docMk/>
            <pc:sldMk cId="0" sldId="351"/>
            <ac:spMk id="20513" creationId="{FCC19961-6BBD-7936-C553-6162DC2475FF}"/>
          </ac:spMkLst>
        </pc:spChg>
        <pc:spChg chg="mod">
          <ac:chgData name="Ms Alina Arshad" userId="cccdfd85-d35d-4453-9c6f-a463aae40722" providerId="ADAL" clId="{EADAEE91-4A7C-4065-A245-779568A60DD0}" dt="2024-08-25T14:59:06.519" v="160" actId="1076"/>
          <ac:spMkLst>
            <pc:docMk/>
            <pc:sldMk cId="0" sldId="351"/>
            <ac:spMk id="20514" creationId="{43DD98F7-450E-0791-BFCC-67C8C437F27A}"/>
          </ac:spMkLst>
        </pc:spChg>
        <pc:spChg chg="mod">
          <ac:chgData name="Ms Alina Arshad" userId="cccdfd85-d35d-4453-9c6f-a463aae40722" providerId="ADAL" clId="{EADAEE91-4A7C-4065-A245-779568A60DD0}" dt="2024-08-25T14:59:06.519" v="160" actId="1076"/>
          <ac:spMkLst>
            <pc:docMk/>
            <pc:sldMk cId="0" sldId="351"/>
            <ac:spMk id="20515" creationId="{909C4666-C7D2-5CFD-2A9D-E6C939F855DB}"/>
          </ac:spMkLst>
        </pc:spChg>
        <pc:spChg chg="mod">
          <ac:chgData name="Ms Alina Arshad" userId="cccdfd85-d35d-4453-9c6f-a463aae40722" providerId="ADAL" clId="{EADAEE91-4A7C-4065-A245-779568A60DD0}" dt="2024-08-25T14:59:06.519" v="160" actId="1076"/>
          <ac:spMkLst>
            <pc:docMk/>
            <pc:sldMk cId="0" sldId="351"/>
            <ac:spMk id="20516" creationId="{F559048E-5AEA-BFAA-4AB2-A79BD77B4E64}"/>
          </ac:spMkLst>
        </pc:spChg>
        <pc:spChg chg="mod">
          <ac:chgData name="Ms Alina Arshad" userId="cccdfd85-d35d-4453-9c6f-a463aae40722" providerId="ADAL" clId="{EADAEE91-4A7C-4065-A245-779568A60DD0}" dt="2024-08-25T14:59:06.519" v="160" actId="1076"/>
          <ac:spMkLst>
            <pc:docMk/>
            <pc:sldMk cId="0" sldId="351"/>
            <ac:spMk id="20518" creationId="{A73BE407-30D4-0E52-57AB-73F9CF23B9C0}"/>
          </ac:spMkLst>
        </pc:spChg>
        <pc:spChg chg="mod">
          <ac:chgData name="Ms Alina Arshad" userId="cccdfd85-d35d-4453-9c6f-a463aae40722" providerId="ADAL" clId="{EADAEE91-4A7C-4065-A245-779568A60DD0}" dt="2024-08-25T14:59:06.519" v="160" actId="1076"/>
          <ac:spMkLst>
            <pc:docMk/>
            <pc:sldMk cId="0" sldId="351"/>
            <ac:spMk id="20519" creationId="{3D2DE760-CDA8-026D-2727-1D2422A40053}"/>
          </ac:spMkLst>
        </pc:spChg>
        <pc:spChg chg="mod">
          <ac:chgData name="Ms Alina Arshad" userId="cccdfd85-d35d-4453-9c6f-a463aae40722" providerId="ADAL" clId="{EADAEE91-4A7C-4065-A245-779568A60DD0}" dt="2024-08-25T14:59:06.519" v="160" actId="1076"/>
          <ac:spMkLst>
            <pc:docMk/>
            <pc:sldMk cId="0" sldId="351"/>
            <ac:spMk id="20522" creationId="{724AC8D3-447F-303D-8B23-332CAB41837E}"/>
          </ac:spMkLst>
        </pc:spChg>
        <pc:spChg chg="mod">
          <ac:chgData name="Ms Alina Arshad" userId="cccdfd85-d35d-4453-9c6f-a463aae40722" providerId="ADAL" clId="{EADAEE91-4A7C-4065-A245-779568A60DD0}" dt="2024-08-25T14:59:06.519" v="160" actId="1076"/>
          <ac:spMkLst>
            <pc:docMk/>
            <pc:sldMk cId="0" sldId="351"/>
            <ac:spMk id="20523" creationId="{F261ED58-EC46-D0CB-EF10-36FDD01A018A}"/>
          </ac:spMkLst>
        </pc:spChg>
        <pc:spChg chg="mod">
          <ac:chgData name="Ms Alina Arshad" userId="cccdfd85-d35d-4453-9c6f-a463aae40722" providerId="ADAL" clId="{EADAEE91-4A7C-4065-A245-779568A60DD0}" dt="2024-08-25T14:59:06.519" v="160" actId="1076"/>
          <ac:spMkLst>
            <pc:docMk/>
            <pc:sldMk cId="0" sldId="351"/>
            <ac:spMk id="20524" creationId="{2978236F-238F-63A3-A9C6-1BC14C387C7A}"/>
          </ac:spMkLst>
        </pc:spChg>
        <pc:spChg chg="mod">
          <ac:chgData name="Ms Alina Arshad" userId="cccdfd85-d35d-4453-9c6f-a463aae40722" providerId="ADAL" clId="{EADAEE91-4A7C-4065-A245-779568A60DD0}" dt="2024-08-25T14:59:06.519" v="160" actId="1076"/>
          <ac:spMkLst>
            <pc:docMk/>
            <pc:sldMk cId="0" sldId="351"/>
            <ac:spMk id="20525" creationId="{3A10A80B-598C-6F80-B20E-D83391B4DAFE}"/>
          </ac:spMkLst>
        </pc:spChg>
        <pc:spChg chg="mod">
          <ac:chgData name="Ms Alina Arshad" userId="cccdfd85-d35d-4453-9c6f-a463aae40722" providerId="ADAL" clId="{EADAEE91-4A7C-4065-A245-779568A60DD0}" dt="2024-08-25T14:59:06.519" v="160" actId="1076"/>
          <ac:spMkLst>
            <pc:docMk/>
            <pc:sldMk cId="0" sldId="351"/>
            <ac:spMk id="20526" creationId="{DE8A2B8B-C132-773A-4325-63EA471A82E6}"/>
          </ac:spMkLst>
        </pc:spChg>
        <pc:spChg chg="mod">
          <ac:chgData name="Ms Alina Arshad" userId="cccdfd85-d35d-4453-9c6f-a463aae40722" providerId="ADAL" clId="{EADAEE91-4A7C-4065-A245-779568A60DD0}" dt="2024-08-25T14:59:06.519" v="160" actId="1076"/>
          <ac:spMkLst>
            <pc:docMk/>
            <pc:sldMk cId="0" sldId="351"/>
            <ac:spMk id="20527" creationId="{A7378887-B4EE-0D36-3B40-BF7373A0A755}"/>
          </ac:spMkLst>
        </pc:spChg>
        <pc:spChg chg="mod">
          <ac:chgData name="Ms Alina Arshad" userId="cccdfd85-d35d-4453-9c6f-a463aae40722" providerId="ADAL" clId="{EADAEE91-4A7C-4065-A245-779568A60DD0}" dt="2024-08-25T14:59:06.519" v="160" actId="1076"/>
          <ac:spMkLst>
            <pc:docMk/>
            <pc:sldMk cId="0" sldId="351"/>
            <ac:spMk id="20528" creationId="{CBA19445-DC40-B276-D8A2-FB7B5D7C6931}"/>
          </ac:spMkLst>
        </pc:spChg>
        <pc:spChg chg="mod">
          <ac:chgData name="Ms Alina Arshad" userId="cccdfd85-d35d-4453-9c6f-a463aae40722" providerId="ADAL" clId="{EADAEE91-4A7C-4065-A245-779568A60DD0}" dt="2024-08-25T14:59:06.519" v="160" actId="1076"/>
          <ac:spMkLst>
            <pc:docMk/>
            <pc:sldMk cId="0" sldId="351"/>
            <ac:spMk id="20529" creationId="{3D9C512B-90B6-61AE-0FE2-301DA8BF6166}"/>
          </ac:spMkLst>
        </pc:spChg>
        <pc:spChg chg="mod">
          <ac:chgData name="Ms Alina Arshad" userId="cccdfd85-d35d-4453-9c6f-a463aae40722" providerId="ADAL" clId="{EADAEE91-4A7C-4065-A245-779568A60DD0}" dt="2024-08-25T14:59:06.519" v="160" actId="1076"/>
          <ac:spMkLst>
            <pc:docMk/>
            <pc:sldMk cId="0" sldId="351"/>
            <ac:spMk id="20532" creationId="{01F75FB1-FA05-E792-5677-1408EBFE4895}"/>
          </ac:spMkLst>
        </pc:spChg>
        <pc:spChg chg="mod">
          <ac:chgData name="Ms Alina Arshad" userId="cccdfd85-d35d-4453-9c6f-a463aae40722" providerId="ADAL" clId="{EADAEE91-4A7C-4065-A245-779568A60DD0}" dt="2024-08-25T14:59:06.519" v="160" actId="1076"/>
          <ac:spMkLst>
            <pc:docMk/>
            <pc:sldMk cId="0" sldId="351"/>
            <ac:spMk id="20535" creationId="{B248B2D8-4FD5-CC0D-B842-158AE12C4F74}"/>
          </ac:spMkLst>
        </pc:spChg>
        <pc:spChg chg="mod">
          <ac:chgData name="Ms Alina Arshad" userId="cccdfd85-d35d-4453-9c6f-a463aae40722" providerId="ADAL" clId="{EADAEE91-4A7C-4065-A245-779568A60DD0}" dt="2024-08-25T14:59:06.519" v="160" actId="1076"/>
          <ac:spMkLst>
            <pc:docMk/>
            <pc:sldMk cId="0" sldId="351"/>
            <ac:spMk id="20536" creationId="{BC821949-4409-B6D2-0B76-CF34243713C4}"/>
          </ac:spMkLst>
        </pc:spChg>
        <pc:spChg chg="mod">
          <ac:chgData name="Ms Alina Arshad" userId="cccdfd85-d35d-4453-9c6f-a463aae40722" providerId="ADAL" clId="{EADAEE91-4A7C-4065-A245-779568A60DD0}" dt="2024-08-25T14:59:06.519" v="160" actId="1076"/>
          <ac:spMkLst>
            <pc:docMk/>
            <pc:sldMk cId="0" sldId="351"/>
            <ac:spMk id="20537" creationId="{D2F2A971-F446-C273-87FD-620558105FC1}"/>
          </ac:spMkLst>
        </pc:spChg>
        <pc:spChg chg="mod">
          <ac:chgData name="Ms Alina Arshad" userId="cccdfd85-d35d-4453-9c6f-a463aae40722" providerId="ADAL" clId="{EADAEE91-4A7C-4065-A245-779568A60DD0}" dt="2024-08-25T14:59:06.519" v="160" actId="1076"/>
          <ac:spMkLst>
            <pc:docMk/>
            <pc:sldMk cId="0" sldId="351"/>
            <ac:spMk id="20538" creationId="{8D694FCD-8075-29AA-7B6F-E3033267B8FA}"/>
          </ac:spMkLst>
        </pc:spChg>
        <pc:spChg chg="mod">
          <ac:chgData name="Ms Alina Arshad" userId="cccdfd85-d35d-4453-9c6f-a463aae40722" providerId="ADAL" clId="{EADAEE91-4A7C-4065-A245-779568A60DD0}" dt="2024-08-25T14:59:06.519" v="160" actId="1076"/>
          <ac:spMkLst>
            <pc:docMk/>
            <pc:sldMk cId="0" sldId="351"/>
            <ac:spMk id="20539" creationId="{C2E3A1C5-308C-D8E1-DF3B-D3F666024944}"/>
          </ac:spMkLst>
        </pc:spChg>
        <pc:spChg chg="mod">
          <ac:chgData name="Ms Alina Arshad" userId="cccdfd85-d35d-4453-9c6f-a463aae40722" providerId="ADAL" clId="{EADAEE91-4A7C-4065-A245-779568A60DD0}" dt="2024-08-25T14:59:06.519" v="160" actId="1076"/>
          <ac:spMkLst>
            <pc:docMk/>
            <pc:sldMk cId="0" sldId="351"/>
            <ac:spMk id="20540" creationId="{3D348CA4-5DDE-5C56-5FA0-AF17C8561F35}"/>
          </ac:spMkLst>
        </pc:spChg>
        <pc:spChg chg="mod">
          <ac:chgData name="Ms Alina Arshad" userId="cccdfd85-d35d-4453-9c6f-a463aae40722" providerId="ADAL" clId="{EADAEE91-4A7C-4065-A245-779568A60DD0}" dt="2024-08-25T14:59:06.519" v="160" actId="1076"/>
          <ac:spMkLst>
            <pc:docMk/>
            <pc:sldMk cId="0" sldId="351"/>
            <ac:spMk id="20541" creationId="{AFBDDBF6-D876-C151-24EF-4F8278F2BA34}"/>
          </ac:spMkLst>
        </pc:spChg>
        <pc:spChg chg="mod">
          <ac:chgData name="Ms Alina Arshad" userId="cccdfd85-d35d-4453-9c6f-a463aae40722" providerId="ADAL" clId="{EADAEE91-4A7C-4065-A245-779568A60DD0}" dt="2024-08-25T14:59:06.519" v="160" actId="1076"/>
          <ac:spMkLst>
            <pc:docMk/>
            <pc:sldMk cId="0" sldId="351"/>
            <ac:spMk id="20542" creationId="{DBB3D900-774B-536F-785C-E839802B58ED}"/>
          </ac:spMkLst>
        </pc:spChg>
        <pc:spChg chg="mod">
          <ac:chgData name="Ms Alina Arshad" userId="cccdfd85-d35d-4453-9c6f-a463aae40722" providerId="ADAL" clId="{EADAEE91-4A7C-4065-A245-779568A60DD0}" dt="2024-08-25T14:59:06.519" v="160" actId="1076"/>
          <ac:spMkLst>
            <pc:docMk/>
            <pc:sldMk cId="0" sldId="351"/>
            <ac:spMk id="20543" creationId="{0952B678-AF27-EA9B-4BB4-76D04C4889D8}"/>
          </ac:spMkLst>
        </pc:spChg>
        <pc:spChg chg="mod">
          <ac:chgData name="Ms Alina Arshad" userId="cccdfd85-d35d-4453-9c6f-a463aae40722" providerId="ADAL" clId="{EADAEE91-4A7C-4065-A245-779568A60DD0}" dt="2024-08-25T14:59:06.519" v="160" actId="1076"/>
          <ac:spMkLst>
            <pc:docMk/>
            <pc:sldMk cId="0" sldId="351"/>
            <ac:spMk id="20544" creationId="{82380CB0-76D2-D7C4-10F0-DE56CAED63AE}"/>
          </ac:spMkLst>
        </pc:spChg>
        <pc:grpChg chg="mod">
          <ac:chgData name="Ms Alina Arshad" userId="cccdfd85-d35d-4453-9c6f-a463aae40722" providerId="ADAL" clId="{EADAEE91-4A7C-4065-A245-779568A60DD0}" dt="2024-08-25T14:59:06.519" v="160" actId="1076"/>
          <ac:grpSpMkLst>
            <pc:docMk/>
            <pc:sldMk cId="0" sldId="351"/>
            <ac:grpSpMk id="2" creationId="{7F9631C9-A4A1-9EC8-8B28-D2C54EDAAC8E}"/>
          </ac:grpSpMkLst>
        </pc:grpChg>
        <pc:grpChg chg="mod">
          <ac:chgData name="Ms Alina Arshad" userId="cccdfd85-d35d-4453-9c6f-a463aae40722" providerId="ADAL" clId="{EADAEE91-4A7C-4065-A245-779568A60DD0}" dt="2024-08-25T14:59:06.519" v="160" actId="1076"/>
          <ac:grpSpMkLst>
            <pc:docMk/>
            <pc:sldMk cId="0" sldId="351"/>
            <ac:grpSpMk id="20485" creationId="{B7A9110E-17AF-7A9A-94CA-09682B01ADA7}"/>
          </ac:grpSpMkLst>
        </pc:grpChg>
        <pc:grpChg chg="mod">
          <ac:chgData name="Ms Alina Arshad" userId="cccdfd85-d35d-4453-9c6f-a463aae40722" providerId="ADAL" clId="{EADAEE91-4A7C-4065-A245-779568A60DD0}" dt="2024-08-25T14:59:06.519" v="160" actId="1076"/>
          <ac:grpSpMkLst>
            <pc:docMk/>
            <pc:sldMk cId="0" sldId="351"/>
            <ac:grpSpMk id="20486" creationId="{C87A5648-2ED0-13A1-E987-3804502F5DB1}"/>
          </ac:grpSpMkLst>
        </pc:grpChg>
        <pc:grpChg chg="mod">
          <ac:chgData name="Ms Alina Arshad" userId="cccdfd85-d35d-4453-9c6f-a463aae40722" providerId="ADAL" clId="{EADAEE91-4A7C-4065-A245-779568A60DD0}" dt="2024-08-25T14:59:06.519" v="160" actId="1076"/>
          <ac:grpSpMkLst>
            <pc:docMk/>
            <pc:sldMk cId="0" sldId="351"/>
            <ac:grpSpMk id="20487" creationId="{FEF07A09-23EB-692B-E7F8-931D9A1688D3}"/>
          </ac:grpSpMkLst>
        </pc:grpChg>
        <pc:grpChg chg="mod">
          <ac:chgData name="Ms Alina Arshad" userId="cccdfd85-d35d-4453-9c6f-a463aae40722" providerId="ADAL" clId="{EADAEE91-4A7C-4065-A245-779568A60DD0}" dt="2024-08-25T14:59:06.519" v="160" actId="1076"/>
          <ac:grpSpMkLst>
            <pc:docMk/>
            <pc:sldMk cId="0" sldId="351"/>
            <ac:grpSpMk id="20488" creationId="{4F49DAD8-804A-D178-31DD-036F4BAAAE47}"/>
          </ac:grpSpMkLst>
        </pc:grpChg>
        <pc:grpChg chg="mod">
          <ac:chgData name="Ms Alina Arshad" userId="cccdfd85-d35d-4453-9c6f-a463aae40722" providerId="ADAL" clId="{EADAEE91-4A7C-4065-A245-779568A60DD0}" dt="2024-08-25T14:59:06.519" v="160" actId="1076"/>
          <ac:grpSpMkLst>
            <pc:docMk/>
            <pc:sldMk cId="0" sldId="351"/>
            <ac:grpSpMk id="20489" creationId="{95027C7D-621B-B27C-733C-C9EC585D5C2C}"/>
          </ac:grpSpMkLst>
        </pc:grpChg>
        <pc:grpChg chg="mod">
          <ac:chgData name="Ms Alina Arshad" userId="cccdfd85-d35d-4453-9c6f-a463aae40722" providerId="ADAL" clId="{EADAEE91-4A7C-4065-A245-779568A60DD0}" dt="2024-08-25T14:59:06.519" v="160" actId="1076"/>
          <ac:grpSpMkLst>
            <pc:docMk/>
            <pc:sldMk cId="0" sldId="351"/>
            <ac:grpSpMk id="20492" creationId="{054DD1F6-623A-E71F-F6E2-064F30277D12}"/>
          </ac:grpSpMkLst>
        </pc:grpChg>
        <pc:grpChg chg="mod">
          <ac:chgData name="Ms Alina Arshad" userId="cccdfd85-d35d-4453-9c6f-a463aae40722" providerId="ADAL" clId="{EADAEE91-4A7C-4065-A245-779568A60DD0}" dt="2024-08-25T14:59:06.519" v="160" actId="1076"/>
          <ac:grpSpMkLst>
            <pc:docMk/>
            <pc:sldMk cId="0" sldId="351"/>
            <ac:grpSpMk id="20493" creationId="{6ECA2E41-720C-F599-9154-426F329E4A57}"/>
          </ac:grpSpMkLst>
        </pc:grpChg>
        <pc:grpChg chg="mod">
          <ac:chgData name="Ms Alina Arshad" userId="cccdfd85-d35d-4453-9c6f-a463aae40722" providerId="ADAL" clId="{EADAEE91-4A7C-4065-A245-779568A60DD0}" dt="2024-08-25T14:59:06.519" v="160" actId="1076"/>
          <ac:grpSpMkLst>
            <pc:docMk/>
            <pc:sldMk cId="0" sldId="351"/>
            <ac:grpSpMk id="20494" creationId="{1E4BF6B6-F9CB-5FE1-F3F4-5BA86F870DB1}"/>
          </ac:grpSpMkLst>
        </pc:grpChg>
        <pc:grpChg chg="mod">
          <ac:chgData name="Ms Alina Arshad" userId="cccdfd85-d35d-4453-9c6f-a463aae40722" providerId="ADAL" clId="{EADAEE91-4A7C-4065-A245-779568A60DD0}" dt="2024-08-25T14:59:06.519" v="160" actId="1076"/>
          <ac:grpSpMkLst>
            <pc:docMk/>
            <pc:sldMk cId="0" sldId="351"/>
            <ac:grpSpMk id="20505" creationId="{93453CF6-B129-40D6-76E3-5DC20D6CDA59}"/>
          </ac:grpSpMkLst>
        </pc:grpChg>
        <pc:grpChg chg="mod">
          <ac:chgData name="Ms Alina Arshad" userId="cccdfd85-d35d-4453-9c6f-a463aae40722" providerId="ADAL" clId="{EADAEE91-4A7C-4065-A245-779568A60DD0}" dt="2024-08-25T14:59:06.519" v="160" actId="1076"/>
          <ac:grpSpMkLst>
            <pc:docMk/>
            <pc:sldMk cId="0" sldId="351"/>
            <ac:grpSpMk id="20507" creationId="{DFBB99D5-D52B-1F57-9535-CF9B7EE26221}"/>
          </ac:grpSpMkLst>
        </pc:grpChg>
        <pc:grpChg chg="mod">
          <ac:chgData name="Ms Alina Arshad" userId="cccdfd85-d35d-4453-9c6f-a463aae40722" providerId="ADAL" clId="{EADAEE91-4A7C-4065-A245-779568A60DD0}" dt="2024-08-25T14:59:06.519" v="160" actId="1076"/>
          <ac:grpSpMkLst>
            <pc:docMk/>
            <pc:sldMk cId="0" sldId="351"/>
            <ac:grpSpMk id="20517" creationId="{264FBE28-AF63-C31F-376E-2E336D6CE572}"/>
          </ac:grpSpMkLst>
        </pc:grpChg>
        <pc:grpChg chg="mod">
          <ac:chgData name="Ms Alina Arshad" userId="cccdfd85-d35d-4453-9c6f-a463aae40722" providerId="ADAL" clId="{EADAEE91-4A7C-4065-A245-779568A60DD0}" dt="2024-08-25T14:59:06.519" v="160" actId="1076"/>
          <ac:grpSpMkLst>
            <pc:docMk/>
            <pc:sldMk cId="0" sldId="351"/>
            <ac:grpSpMk id="20520" creationId="{FC154E7D-4B1D-54F5-535F-267395724150}"/>
          </ac:grpSpMkLst>
        </pc:grpChg>
        <pc:grpChg chg="mod">
          <ac:chgData name="Ms Alina Arshad" userId="cccdfd85-d35d-4453-9c6f-a463aae40722" providerId="ADAL" clId="{EADAEE91-4A7C-4065-A245-779568A60DD0}" dt="2024-08-25T14:59:06.519" v="160" actId="1076"/>
          <ac:grpSpMkLst>
            <pc:docMk/>
            <pc:sldMk cId="0" sldId="351"/>
            <ac:grpSpMk id="20521" creationId="{D3F057E2-1931-2A47-5DEE-9A1C6D847247}"/>
          </ac:grpSpMkLst>
        </pc:grpChg>
        <pc:grpChg chg="mod">
          <ac:chgData name="Ms Alina Arshad" userId="cccdfd85-d35d-4453-9c6f-a463aae40722" providerId="ADAL" clId="{EADAEE91-4A7C-4065-A245-779568A60DD0}" dt="2024-08-25T14:59:06.519" v="160" actId="1076"/>
          <ac:grpSpMkLst>
            <pc:docMk/>
            <pc:sldMk cId="0" sldId="351"/>
            <ac:grpSpMk id="20530" creationId="{9329A31E-5CC2-8249-4436-0A6A6E596555}"/>
          </ac:grpSpMkLst>
        </pc:grpChg>
        <pc:grpChg chg="mod">
          <ac:chgData name="Ms Alina Arshad" userId="cccdfd85-d35d-4453-9c6f-a463aae40722" providerId="ADAL" clId="{EADAEE91-4A7C-4065-A245-779568A60DD0}" dt="2024-08-25T14:59:06.519" v="160" actId="1076"/>
          <ac:grpSpMkLst>
            <pc:docMk/>
            <pc:sldMk cId="0" sldId="351"/>
            <ac:grpSpMk id="20531" creationId="{84BB47A9-E83E-AEFB-27FA-6B66D827416E}"/>
          </ac:grpSpMkLst>
        </pc:grpChg>
        <pc:grpChg chg="mod">
          <ac:chgData name="Ms Alina Arshad" userId="cccdfd85-d35d-4453-9c6f-a463aae40722" providerId="ADAL" clId="{EADAEE91-4A7C-4065-A245-779568A60DD0}" dt="2024-08-25T14:59:06.519" v="160" actId="1076"/>
          <ac:grpSpMkLst>
            <pc:docMk/>
            <pc:sldMk cId="0" sldId="351"/>
            <ac:grpSpMk id="20533" creationId="{201B7CCB-5F34-F678-758F-0661DE8D959C}"/>
          </ac:grpSpMkLst>
        </pc:grpChg>
        <pc:grpChg chg="mod">
          <ac:chgData name="Ms Alina Arshad" userId="cccdfd85-d35d-4453-9c6f-a463aae40722" providerId="ADAL" clId="{EADAEE91-4A7C-4065-A245-779568A60DD0}" dt="2024-08-25T14:59:06.519" v="160" actId="1076"/>
          <ac:grpSpMkLst>
            <pc:docMk/>
            <pc:sldMk cId="0" sldId="351"/>
            <ac:grpSpMk id="20534" creationId="{0E9C74A4-0952-6E8E-DB45-32A6E2651681}"/>
          </ac:grpSpMkLst>
        </pc:grpChg>
      </pc:sldChg>
      <pc:sldChg chg="modSp add mod modAnim">
        <pc:chgData name="Ms Alina Arshad" userId="cccdfd85-d35d-4453-9c6f-a463aae40722" providerId="ADAL" clId="{EADAEE91-4A7C-4065-A245-779568A60DD0}" dt="2024-08-25T15:02:43.628" v="201" actId="12"/>
        <pc:sldMkLst>
          <pc:docMk/>
          <pc:sldMk cId="0" sldId="352"/>
        </pc:sldMkLst>
        <pc:spChg chg="mod">
          <ac:chgData name="Ms Alina Arshad" userId="cccdfd85-d35d-4453-9c6f-a463aae40722" providerId="ADAL" clId="{EADAEE91-4A7C-4065-A245-779568A60DD0}" dt="2024-08-25T15:02:43.628" v="201" actId="12"/>
          <ac:spMkLst>
            <pc:docMk/>
            <pc:sldMk cId="0" sldId="352"/>
            <ac:spMk id="2052" creationId="{B4DE60EB-A6E8-8EBF-8E19-B399561545C9}"/>
          </ac:spMkLst>
        </pc:spChg>
        <pc:spChg chg="mod">
          <ac:chgData name="Ms Alina Arshad" userId="cccdfd85-d35d-4453-9c6f-a463aae40722" providerId="ADAL" clId="{EADAEE91-4A7C-4065-A245-779568A60DD0}" dt="2024-08-25T15:01:36.327" v="178" actId="207"/>
          <ac:spMkLst>
            <pc:docMk/>
            <pc:sldMk cId="0" sldId="352"/>
            <ac:spMk id="22530" creationId="{81E4A2DE-EED4-BE27-0CBC-60AC4B3515B2}"/>
          </ac:spMkLst>
        </pc:spChg>
        <pc:graphicFrameChg chg="mod">
          <ac:chgData name="Ms Alina Arshad" userId="cccdfd85-d35d-4453-9c6f-a463aae40722" providerId="ADAL" clId="{EADAEE91-4A7C-4065-A245-779568A60DD0}" dt="2024-08-25T15:01:54.126" v="183" actId="1076"/>
          <ac:graphicFrameMkLst>
            <pc:docMk/>
            <pc:sldMk cId="0" sldId="352"/>
            <ac:graphicFrameMk id="2050" creationId="{69F5B8D4-45C1-7EAE-504B-933840C40481}"/>
          </ac:graphicFrameMkLst>
        </pc:graphicFrameChg>
      </pc:sldChg>
      <pc:sldChg chg="modSp add mod">
        <pc:chgData name="Ms Alina Arshad" userId="cccdfd85-d35d-4453-9c6f-a463aae40722" providerId="ADAL" clId="{EADAEE91-4A7C-4065-A245-779568A60DD0}" dt="2024-08-25T15:04:31.039" v="226" actId="1076"/>
        <pc:sldMkLst>
          <pc:docMk/>
          <pc:sldMk cId="0" sldId="353"/>
        </pc:sldMkLst>
        <pc:spChg chg="mod">
          <ac:chgData name="Ms Alina Arshad" userId="cccdfd85-d35d-4453-9c6f-a463aae40722" providerId="ADAL" clId="{EADAEE91-4A7C-4065-A245-779568A60DD0}" dt="2024-08-25T15:04:31.039" v="226" actId="1076"/>
          <ac:spMkLst>
            <pc:docMk/>
            <pc:sldMk cId="0" sldId="353"/>
            <ac:spMk id="12" creationId="{1B6A82AF-111F-D1BE-2D7D-3590FC2DDAC9}"/>
          </ac:spMkLst>
        </pc:spChg>
        <pc:spChg chg="mod">
          <ac:chgData name="Ms Alina Arshad" userId="cccdfd85-d35d-4453-9c6f-a463aae40722" providerId="ADAL" clId="{EADAEE91-4A7C-4065-A245-779568A60DD0}" dt="2024-08-25T15:04:18.556" v="222" actId="207"/>
          <ac:spMkLst>
            <pc:docMk/>
            <pc:sldMk cId="0" sldId="353"/>
            <ac:spMk id="13" creationId="{40BD6F9F-8B0E-8151-5595-E398BA5B69BC}"/>
          </ac:spMkLst>
        </pc:spChg>
        <pc:spChg chg="mod">
          <ac:chgData name="Ms Alina Arshad" userId="cccdfd85-d35d-4453-9c6f-a463aae40722" providerId="ADAL" clId="{EADAEE91-4A7C-4065-A245-779568A60DD0}" dt="2024-08-25T15:03:57.441" v="219" actId="207"/>
          <ac:spMkLst>
            <pc:docMk/>
            <pc:sldMk cId="0" sldId="353"/>
            <ac:spMk id="24578" creationId="{A6AAA39F-8495-7D22-ACDD-646A2CF1F432}"/>
          </ac:spMkLst>
        </pc:spChg>
        <pc:spChg chg="mod">
          <ac:chgData name="Ms Alina Arshad" userId="cccdfd85-d35d-4453-9c6f-a463aae40722" providerId="ADAL" clId="{EADAEE91-4A7C-4065-A245-779568A60DD0}" dt="2024-08-25T15:04:21.653" v="223" actId="207"/>
          <ac:spMkLst>
            <pc:docMk/>
            <pc:sldMk cId="0" sldId="353"/>
            <ac:spMk id="24579" creationId="{1D3E6F96-66D0-4256-B3BD-7CD77460DDD7}"/>
          </ac:spMkLst>
        </pc:spChg>
        <pc:spChg chg="mod">
          <ac:chgData name="Ms Alina Arshad" userId="cccdfd85-d35d-4453-9c6f-a463aae40722" providerId="ADAL" clId="{EADAEE91-4A7C-4065-A245-779568A60DD0}" dt="2024-08-25T15:04:25.363" v="224" actId="113"/>
          <ac:spMkLst>
            <pc:docMk/>
            <pc:sldMk cId="0" sldId="353"/>
            <ac:spMk id="24581" creationId="{AC6072E2-E180-4510-5672-05CB4006ADFA}"/>
          </ac:spMkLst>
        </pc:spChg>
      </pc:sldChg>
      <pc:sldChg chg="modSp add mod">
        <pc:chgData name="Ms Alina Arshad" userId="cccdfd85-d35d-4453-9c6f-a463aae40722" providerId="ADAL" clId="{EADAEE91-4A7C-4065-A245-779568A60DD0}" dt="2024-08-25T15:04:55.549" v="232" actId="113"/>
        <pc:sldMkLst>
          <pc:docMk/>
          <pc:sldMk cId="0" sldId="354"/>
        </pc:sldMkLst>
        <pc:spChg chg="mod">
          <ac:chgData name="Ms Alina Arshad" userId="cccdfd85-d35d-4453-9c6f-a463aae40722" providerId="ADAL" clId="{EADAEE91-4A7C-4065-A245-779568A60DD0}" dt="2024-08-25T15:04:44.641" v="229" actId="207"/>
          <ac:spMkLst>
            <pc:docMk/>
            <pc:sldMk cId="0" sldId="354"/>
            <ac:spMk id="8" creationId="{643E073A-7DD6-73B9-FE08-31C2814707E7}"/>
          </ac:spMkLst>
        </pc:spChg>
        <pc:spChg chg="mod">
          <ac:chgData name="Ms Alina Arshad" userId="cccdfd85-d35d-4453-9c6f-a463aae40722" providerId="ADAL" clId="{EADAEE91-4A7C-4065-A245-779568A60DD0}" dt="2024-08-25T15:04:55.549" v="232" actId="113"/>
          <ac:spMkLst>
            <pc:docMk/>
            <pc:sldMk cId="0" sldId="354"/>
            <ac:spMk id="15" creationId="{220352EF-14A6-A74A-D1D9-AE269D4104D5}"/>
          </ac:spMkLst>
        </pc:spChg>
        <pc:spChg chg="mod">
          <ac:chgData name="Ms Alina Arshad" userId="cccdfd85-d35d-4453-9c6f-a463aae40722" providerId="ADAL" clId="{EADAEE91-4A7C-4065-A245-779568A60DD0}" dt="2024-08-25T15:04:37.382" v="227" actId="207"/>
          <ac:spMkLst>
            <pc:docMk/>
            <pc:sldMk cId="0" sldId="354"/>
            <ac:spMk id="25602" creationId="{763249DC-6058-8C52-C85A-8BDD92970B7F}"/>
          </ac:spMkLst>
        </pc:spChg>
        <pc:spChg chg="mod">
          <ac:chgData name="Ms Alina Arshad" userId="cccdfd85-d35d-4453-9c6f-a463aae40722" providerId="ADAL" clId="{EADAEE91-4A7C-4065-A245-779568A60DD0}" dt="2024-08-25T15:04:41.757" v="228" actId="207"/>
          <ac:spMkLst>
            <pc:docMk/>
            <pc:sldMk cId="0" sldId="354"/>
            <ac:spMk id="25603" creationId="{BF524721-A574-8A8A-2F01-CF97DC19A676}"/>
          </ac:spMkLst>
        </pc:spChg>
        <pc:spChg chg="mod">
          <ac:chgData name="Ms Alina Arshad" userId="cccdfd85-d35d-4453-9c6f-a463aae40722" providerId="ADAL" clId="{EADAEE91-4A7C-4065-A245-779568A60DD0}" dt="2024-08-25T15:04:51.278" v="231" actId="1076"/>
          <ac:spMkLst>
            <pc:docMk/>
            <pc:sldMk cId="0" sldId="354"/>
            <ac:spMk id="25605" creationId="{4AD958AC-ED29-36C3-55AE-161AB81FAC71}"/>
          </ac:spMkLst>
        </pc:spChg>
      </pc:sldChg>
      <pc:sldChg chg="modSp add mod">
        <pc:chgData name="Ms Alina Arshad" userId="cccdfd85-d35d-4453-9c6f-a463aae40722" providerId="ADAL" clId="{EADAEE91-4A7C-4065-A245-779568A60DD0}" dt="2024-08-25T14:58:07.978" v="147" actId="207"/>
        <pc:sldMkLst>
          <pc:docMk/>
          <pc:sldMk cId="0" sldId="355"/>
        </pc:sldMkLst>
        <pc:spChg chg="mod">
          <ac:chgData name="Ms Alina Arshad" userId="cccdfd85-d35d-4453-9c6f-a463aae40722" providerId="ADAL" clId="{EADAEE91-4A7C-4065-A245-779568A60DD0}" dt="2024-08-25T14:58:07.978" v="147" actId="207"/>
          <ac:spMkLst>
            <pc:docMk/>
            <pc:sldMk cId="0" sldId="355"/>
            <ac:spMk id="3" creationId="{D85BE8BD-8465-2E9F-8E33-04A29E3523A4}"/>
          </ac:spMkLst>
        </pc:spChg>
        <pc:spChg chg="mod">
          <ac:chgData name="Ms Alina Arshad" userId="cccdfd85-d35d-4453-9c6f-a463aae40722" providerId="ADAL" clId="{EADAEE91-4A7C-4065-A245-779568A60DD0}" dt="2024-08-25T14:57:47.486" v="142" actId="207"/>
          <ac:spMkLst>
            <pc:docMk/>
            <pc:sldMk cId="0" sldId="355"/>
            <ac:spMk id="17410" creationId="{C3FC1DD1-B58D-09D5-C15F-8926BFD5C267}"/>
          </ac:spMkLst>
        </pc:spChg>
      </pc:sldChg>
      <pc:sldChg chg="modSp add mod modAnim">
        <pc:chgData name="Ms Alina Arshad" userId="cccdfd85-d35d-4453-9c6f-a463aae40722" providerId="ADAL" clId="{EADAEE91-4A7C-4065-A245-779568A60DD0}" dt="2024-08-25T15:03:12.680" v="212" actId="12"/>
        <pc:sldMkLst>
          <pc:docMk/>
          <pc:sldMk cId="0" sldId="356"/>
        </pc:sldMkLst>
        <pc:spChg chg="mod">
          <ac:chgData name="Ms Alina Arshad" userId="cccdfd85-d35d-4453-9c6f-a463aae40722" providerId="ADAL" clId="{EADAEE91-4A7C-4065-A245-779568A60DD0}" dt="2024-08-25T15:03:12.680" v="212" actId="12"/>
          <ac:spMkLst>
            <pc:docMk/>
            <pc:sldMk cId="0" sldId="356"/>
            <ac:spMk id="3" creationId="{A0C26980-5FCF-11CE-42EA-C789EFC81BF9}"/>
          </ac:spMkLst>
        </pc:spChg>
        <pc:spChg chg="mod">
          <ac:chgData name="Ms Alina Arshad" userId="cccdfd85-d35d-4453-9c6f-a463aae40722" providerId="ADAL" clId="{EADAEE91-4A7C-4065-A245-779568A60DD0}" dt="2024-08-25T14:59:50.347" v="170" actId="1076"/>
          <ac:spMkLst>
            <pc:docMk/>
            <pc:sldMk cId="0" sldId="356"/>
            <ac:spMk id="6" creationId="{E1E67165-1674-230D-4202-24CCC9DB983B}"/>
          </ac:spMkLst>
        </pc:spChg>
        <pc:spChg chg="mod">
          <ac:chgData name="Ms Alina Arshad" userId="cccdfd85-d35d-4453-9c6f-a463aae40722" providerId="ADAL" clId="{EADAEE91-4A7C-4065-A245-779568A60DD0}" dt="2024-08-25T14:59:34.753" v="167" actId="207"/>
          <ac:spMkLst>
            <pc:docMk/>
            <pc:sldMk cId="0" sldId="356"/>
            <ac:spMk id="21506" creationId="{2FDC0C03-1A50-AFEA-680D-11CB0080FD7C}"/>
          </ac:spMkLst>
        </pc:spChg>
        <pc:graphicFrameChg chg="mod">
          <ac:chgData name="Ms Alina Arshad" userId="cccdfd85-d35d-4453-9c6f-a463aae40722" providerId="ADAL" clId="{EADAEE91-4A7C-4065-A245-779568A60DD0}" dt="2024-08-25T14:59:45.178" v="169" actId="1076"/>
          <ac:graphicFrameMkLst>
            <pc:docMk/>
            <pc:sldMk cId="0" sldId="356"/>
            <ac:graphicFrameMk id="21509" creationId="{81D7D4B2-F8DF-09C0-AA5D-0071884A3BF6}"/>
          </ac:graphicFrameMkLst>
        </pc:graphicFrameChg>
      </pc:sldChg>
      <pc:sldChg chg="modSp add mod">
        <pc:chgData name="Ms Alina Arshad" userId="cccdfd85-d35d-4453-9c6f-a463aae40722" providerId="ADAL" clId="{EADAEE91-4A7C-4065-A245-779568A60DD0}" dt="2024-08-25T15:03:39.380" v="218" actId="1036"/>
        <pc:sldMkLst>
          <pc:docMk/>
          <pc:sldMk cId="0" sldId="357"/>
        </pc:sldMkLst>
        <pc:spChg chg="mod">
          <ac:chgData name="Ms Alina Arshad" userId="cccdfd85-d35d-4453-9c6f-a463aae40722" providerId="ADAL" clId="{EADAEE91-4A7C-4065-A245-779568A60DD0}" dt="2024-08-25T15:03:35.390" v="215" actId="1076"/>
          <ac:spMkLst>
            <pc:docMk/>
            <pc:sldMk cId="0" sldId="357"/>
            <ac:spMk id="23554" creationId="{715C96A0-76EB-2410-6028-7CC970A627D0}"/>
          </ac:spMkLst>
        </pc:spChg>
        <pc:graphicFrameChg chg="mod">
          <ac:chgData name="Ms Alina Arshad" userId="cccdfd85-d35d-4453-9c6f-a463aae40722" providerId="ADAL" clId="{EADAEE91-4A7C-4065-A245-779568A60DD0}" dt="2024-08-25T15:03:39.380" v="218" actId="1036"/>
          <ac:graphicFrameMkLst>
            <pc:docMk/>
            <pc:sldMk cId="0" sldId="357"/>
            <ac:graphicFrameMk id="4" creationId="{B1D77928-E685-A06F-FA78-FDDCC75A6255}"/>
          </ac:graphicFrameMkLst>
        </pc:graphicFrameChg>
      </pc:sldChg>
      <pc:sldChg chg="modSp add mod">
        <pc:chgData name="Ms Alina Arshad" userId="cccdfd85-d35d-4453-9c6f-a463aae40722" providerId="ADAL" clId="{EADAEE91-4A7C-4065-A245-779568A60DD0}" dt="2024-08-25T15:05:45.451" v="243" actId="14100"/>
        <pc:sldMkLst>
          <pc:docMk/>
          <pc:sldMk cId="0" sldId="359"/>
        </pc:sldMkLst>
        <pc:spChg chg="mod">
          <ac:chgData name="Ms Alina Arshad" userId="cccdfd85-d35d-4453-9c6f-a463aae40722" providerId="ADAL" clId="{EADAEE91-4A7C-4065-A245-779568A60DD0}" dt="2024-08-25T15:05:45.451" v="243" actId="14100"/>
          <ac:spMkLst>
            <pc:docMk/>
            <pc:sldMk cId="0" sldId="359"/>
            <ac:spMk id="3" creationId="{69781428-DBFB-ECB6-E9C1-D0A247A45649}"/>
          </ac:spMkLst>
        </pc:spChg>
        <pc:spChg chg="mod">
          <ac:chgData name="Ms Alina Arshad" userId="cccdfd85-d35d-4453-9c6f-a463aae40722" providerId="ADAL" clId="{EADAEE91-4A7C-4065-A245-779568A60DD0}" dt="2024-08-25T15:05:24.436" v="236" actId="207"/>
          <ac:spMkLst>
            <pc:docMk/>
            <pc:sldMk cId="0" sldId="359"/>
            <ac:spMk id="27650" creationId="{3601D225-8BCB-CD61-89F6-BD0091383FA4}"/>
          </ac:spMkLst>
        </pc:spChg>
      </pc:sldChg>
      <pc:sldChg chg="modSp add mod">
        <pc:chgData name="Ms Alina Arshad" userId="cccdfd85-d35d-4453-9c6f-a463aae40722" providerId="ADAL" clId="{EADAEE91-4A7C-4065-A245-779568A60DD0}" dt="2024-08-25T15:06:27.309" v="255" actId="1076"/>
        <pc:sldMkLst>
          <pc:docMk/>
          <pc:sldMk cId="0" sldId="360"/>
        </pc:sldMkLst>
        <pc:spChg chg="mod">
          <ac:chgData name="Ms Alina Arshad" userId="cccdfd85-d35d-4453-9c6f-a463aae40722" providerId="ADAL" clId="{EADAEE91-4A7C-4065-A245-779568A60DD0}" dt="2024-08-25T15:06:12.105" v="252" actId="14100"/>
          <ac:spMkLst>
            <pc:docMk/>
            <pc:sldMk cId="0" sldId="360"/>
            <ac:spMk id="3" creationId="{5A29B148-68E9-42A4-AAEF-21C44FB97CC8}"/>
          </ac:spMkLst>
        </pc:spChg>
        <pc:spChg chg="mod">
          <ac:chgData name="Ms Alina Arshad" userId="cccdfd85-d35d-4453-9c6f-a463aae40722" providerId="ADAL" clId="{EADAEE91-4A7C-4065-A245-779568A60DD0}" dt="2024-08-25T15:06:27.309" v="255" actId="1076"/>
          <ac:spMkLst>
            <pc:docMk/>
            <pc:sldMk cId="0" sldId="360"/>
            <ac:spMk id="28674" creationId="{5DF05B7C-3FB9-7AAD-79F2-F672F7AE8C7B}"/>
          </ac:spMkLst>
        </pc:spChg>
      </pc:sldChg>
      <pc:sldChg chg="delSp del mod">
        <pc:chgData name="Ms Alina Arshad" userId="cccdfd85-d35d-4453-9c6f-a463aae40722" providerId="ADAL" clId="{EADAEE91-4A7C-4065-A245-779568A60DD0}" dt="2024-08-25T15:14:04.534" v="324" actId="2696"/>
        <pc:sldMkLst>
          <pc:docMk/>
          <pc:sldMk cId="1781116589" sldId="366"/>
        </pc:sldMkLst>
        <pc:spChg chg="del">
          <ac:chgData name="Ms Alina Arshad" userId="cccdfd85-d35d-4453-9c6f-a463aae40722" providerId="ADAL" clId="{EADAEE91-4A7C-4065-A245-779568A60DD0}" dt="2024-08-25T13:49:30.341" v="85" actId="478"/>
          <ac:spMkLst>
            <pc:docMk/>
            <pc:sldMk cId="1781116589" sldId="366"/>
            <ac:spMk id="4" creationId="{00000000-0000-0000-0000-000000000000}"/>
          </ac:spMkLst>
        </pc:spChg>
      </pc:sldChg>
      <pc:sldChg chg="delSp modSp del mod">
        <pc:chgData name="Ms Alina Arshad" userId="cccdfd85-d35d-4453-9c6f-a463aae40722" providerId="ADAL" clId="{EADAEE91-4A7C-4065-A245-779568A60DD0}" dt="2024-08-25T15:13:48.352" v="323" actId="2696"/>
        <pc:sldMkLst>
          <pc:docMk/>
          <pc:sldMk cId="2646350301" sldId="367"/>
        </pc:sldMkLst>
        <pc:spChg chg="mod">
          <ac:chgData name="Ms Alina Arshad" userId="cccdfd85-d35d-4453-9c6f-a463aae40722" providerId="ADAL" clId="{EADAEE91-4A7C-4065-A245-779568A60DD0}" dt="2024-08-25T15:13:28.452" v="322" actId="207"/>
          <ac:spMkLst>
            <pc:docMk/>
            <pc:sldMk cId="2646350301" sldId="367"/>
            <ac:spMk id="3" creationId="{2518979F-5DCB-4663-9049-A6A42C1D2313}"/>
          </ac:spMkLst>
        </pc:spChg>
        <pc:spChg chg="del">
          <ac:chgData name="Ms Alina Arshad" userId="cccdfd85-d35d-4453-9c6f-a463aae40722" providerId="ADAL" clId="{EADAEE91-4A7C-4065-A245-779568A60DD0}" dt="2024-08-25T13:49:36.906" v="86" actId="478"/>
          <ac:spMkLst>
            <pc:docMk/>
            <pc:sldMk cId="2646350301" sldId="367"/>
            <ac:spMk id="4" creationId="{00000000-0000-0000-0000-000000000000}"/>
          </ac:spMkLst>
        </pc:spChg>
        <pc:spChg chg="del">
          <ac:chgData name="Ms Alina Arshad" userId="cccdfd85-d35d-4453-9c6f-a463aae40722" providerId="ADAL" clId="{EADAEE91-4A7C-4065-A245-779568A60DD0}" dt="2024-08-25T13:49:42.150" v="87" actId="478"/>
          <ac:spMkLst>
            <pc:docMk/>
            <pc:sldMk cId="2646350301" sldId="367"/>
            <ac:spMk id="5" creationId="{00000000-0000-0000-0000-000000000000}"/>
          </ac:spMkLst>
        </pc:spChg>
      </pc:sldChg>
      <pc:sldChg chg="modSp add mod">
        <pc:chgData name="Ms Alina Arshad" userId="cccdfd85-d35d-4453-9c6f-a463aae40722" providerId="ADAL" clId="{EADAEE91-4A7C-4065-A245-779568A60DD0}" dt="2024-08-25T15:08:15.486" v="296" actId="207"/>
        <pc:sldMkLst>
          <pc:docMk/>
          <pc:sldMk cId="0" sldId="368"/>
        </pc:sldMkLst>
        <pc:spChg chg="mod">
          <ac:chgData name="Ms Alina Arshad" userId="cccdfd85-d35d-4453-9c6f-a463aae40722" providerId="ADAL" clId="{EADAEE91-4A7C-4065-A245-779568A60DD0}" dt="2024-08-25T15:08:15.486" v="296" actId="207"/>
          <ac:spMkLst>
            <pc:docMk/>
            <pc:sldMk cId="0" sldId="368"/>
            <ac:spMk id="31746" creationId="{3F73AF0F-32BB-BF3D-2A46-896C3B9747AB}"/>
          </ac:spMkLst>
        </pc:spChg>
      </pc:sldChg>
      <pc:sldChg chg="modSp add mod">
        <pc:chgData name="Ms Alina Arshad" userId="cccdfd85-d35d-4453-9c6f-a463aae40722" providerId="ADAL" clId="{EADAEE91-4A7C-4065-A245-779568A60DD0}" dt="2024-08-25T15:05:05.625" v="234" actId="207"/>
        <pc:sldMkLst>
          <pc:docMk/>
          <pc:sldMk cId="0" sldId="369"/>
        </pc:sldMkLst>
        <pc:spChg chg="mod">
          <ac:chgData name="Ms Alina Arshad" userId="cccdfd85-d35d-4453-9c6f-a463aae40722" providerId="ADAL" clId="{EADAEE91-4A7C-4065-A245-779568A60DD0}" dt="2024-08-25T15:05:05.625" v="234" actId="207"/>
          <ac:spMkLst>
            <pc:docMk/>
            <pc:sldMk cId="0" sldId="369"/>
            <ac:spMk id="26626" creationId="{A4F027D1-2AC1-1C80-C6CA-8BCE00F02C1D}"/>
          </ac:spMkLst>
        </pc:spChg>
      </pc:sldChg>
      <pc:sldChg chg="delSp add del mod">
        <pc:chgData name="Ms Alina Arshad" userId="cccdfd85-d35d-4453-9c6f-a463aae40722" providerId="ADAL" clId="{EADAEE91-4A7C-4065-A245-779568A60DD0}" dt="2024-08-25T15:13:48.352" v="323" actId="2696"/>
        <pc:sldMkLst>
          <pc:docMk/>
          <pc:sldMk cId="894339878" sldId="370"/>
        </pc:sldMkLst>
        <pc:spChg chg="del">
          <ac:chgData name="Ms Alina Arshad" userId="cccdfd85-d35d-4453-9c6f-a463aae40722" providerId="ADAL" clId="{EADAEE91-4A7C-4065-A245-779568A60DD0}" dt="2024-08-25T13:51:31.553" v="92" actId="478"/>
          <ac:spMkLst>
            <pc:docMk/>
            <pc:sldMk cId="894339878" sldId="370"/>
            <ac:spMk id="2" creationId="{00000000-0000-0000-0000-000000000000}"/>
          </ac:spMkLst>
        </pc:spChg>
        <pc:spChg chg="del">
          <ac:chgData name="Ms Alina Arshad" userId="cccdfd85-d35d-4453-9c6f-a463aae40722" providerId="ADAL" clId="{EADAEE91-4A7C-4065-A245-779568A60DD0}" dt="2024-08-25T13:51:33.286" v="93" actId="478"/>
          <ac:spMkLst>
            <pc:docMk/>
            <pc:sldMk cId="894339878" sldId="370"/>
            <ac:spMk id="5" creationId="{00000000-0000-0000-0000-000000000000}"/>
          </ac:spMkLst>
        </pc:spChg>
      </pc:sldChg>
      <pc:sldChg chg="modSp add mod">
        <pc:chgData name="Ms Alina Arshad" userId="cccdfd85-d35d-4453-9c6f-a463aae40722" providerId="ADAL" clId="{EADAEE91-4A7C-4065-A245-779568A60DD0}" dt="2024-08-25T15:08:38.988" v="299" actId="1076"/>
        <pc:sldMkLst>
          <pc:docMk/>
          <pc:sldMk cId="3002628608" sldId="371"/>
        </pc:sldMkLst>
        <pc:spChg chg="mod">
          <ac:chgData name="Ms Alina Arshad" userId="cccdfd85-d35d-4453-9c6f-a463aae40722" providerId="ADAL" clId="{EADAEE91-4A7C-4065-A245-779568A60DD0}" dt="2024-08-25T15:08:38.988" v="299" actId="1076"/>
          <ac:spMkLst>
            <pc:docMk/>
            <pc:sldMk cId="3002628608" sldId="371"/>
            <ac:spMk id="4" creationId="{94D4E49B-D791-29C0-F6A5-C1046AC56CDE}"/>
          </ac:spMkLst>
        </pc:spChg>
        <pc:spChg chg="mod">
          <ac:chgData name="Ms Alina Arshad" userId="cccdfd85-d35d-4453-9c6f-a463aae40722" providerId="ADAL" clId="{EADAEE91-4A7C-4065-A245-779568A60DD0}" dt="2024-08-25T15:08:30.414" v="298" actId="1076"/>
          <ac:spMkLst>
            <pc:docMk/>
            <pc:sldMk cId="3002628608" sldId="371"/>
            <ac:spMk id="32770" creationId="{FA441A40-7A87-2958-591E-25A88C4756ED}"/>
          </ac:spMkLst>
        </pc:spChg>
      </pc:sldChg>
      <pc:sldChg chg="modSp add mod">
        <pc:chgData name="Ms Alina Arshad" userId="cccdfd85-d35d-4453-9c6f-a463aae40722" providerId="ADAL" clId="{EADAEE91-4A7C-4065-A245-779568A60DD0}" dt="2024-08-25T15:08:51.078" v="301" actId="207"/>
        <pc:sldMkLst>
          <pc:docMk/>
          <pc:sldMk cId="0" sldId="372"/>
        </pc:sldMkLst>
        <pc:spChg chg="mod">
          <ac:chgData name="Ms Alina Arshad" userId="cccdfd85-d35d-4453-9c6f-a463aae40722" providerId="ADAL" clId="{EADAEE91-4A7C-4065-A245-779568A60DD0}" dt="2024-08-25T15:08:51.078" v="301" actId="207"/>
          <ac:spMkLst>
            <pc:docMk/>
            <pc:sldMk cId="0" sldId="372"/>
            <ac:spMk id="33794" creationId="{21B4FF6A-7A53-1B02-2C5F-197ADE8BB9A5}"/>
          </ac:spMkLst>
        </pc:spChg>
      </pc:sldChg>
      <pc:sldChg chg="delSp modSp add del mod">
        <pc:chgData name="Ms Alina Arshad" userId="cccdfd85-d35d-4453-9c6f-a463aae40722" providerId="ADAL" clId="{EADAEE91-4A7C-4065-A245-779568A60DD0}" dt="2024-08-25T15:13:48.352" v="323" actId="2696"/>
        <pc:sldMkLst>
          <pc:docMk/>
          <pc:sldMk cId="2581933320" sldId="373"/>
        </pc:sldMkLst>
        <pc:spChg chg="del">
          <ac:chgData name="Ms Alina Arshad" userId="cccdfd85-d35d-4453-9c6f-a463aae40722" providerId="ADAL" clId="{EADAEE91-4A7C-4065-A245-779568A60DD0}" dt="2024-08-25T13:51:25.425" v="90" actId="478"/>
          <ac:spMkLst>
            <pc:docMk/>
            <pc:sldMk cId="2581933320" sldId="373"/>
            <ac:spMk id="5" creationId="{00000000-0000-0000-0000-000000000000}"/>
          </ac:spMkLst>
        </pc:spChg>
        <pc:spChg chg="del">
          <ac:chgData name="Ms Alina Arshad" userId="cccdfd85-d35d-4453-9c6f-a463aae40722" providerId="ADAL" clId="{EADAEE91-4A7C-4065-A245-779568A60DD0}" dt="2024-08-25T13:51:27.178" v="91" actId="478"/>
          <ac:spMkLst>
            <pc:docMk/>
            <pc:sldMk cId="2581933320" sldId="373"/>
            <ac:spMk id="6" creationId="{00000000-0000-0000-0000-000000000000}"/>
          </ac:spMkLst>
        </pc:spChg>
        <pc:picChg chg="mod">
          <ac:chgData name="Ms Alina Arshad" userId="cccdfd85-d35d-4453-9c6f-a463aae40722" providerId="ADAL" clId="{EADAEE91-4A7C-4065-A245-779568A60DD0}" dt="2024-08-25T13:51:23.578" v="89" actId="1076"/>
          <ac:picMkLst>
            <pc:docMk/>
            <pc:sldMk cId="2581933320" sldId="373"/>
            <ac:picMk id="4" creationId="{47E901C3-88FE-4B0F-8736-32CA0B98907C}"/>
          </ac:picMkLst>
        </pc:picChg>
      </pc:sldChg>
      <pc:sldChg chg="modSp add mod">
        <pc:chgData name="Ms Alina Arshad" userId="cccdfd85-d35d-4453-9c6f-a463aae40722" providerId="ADAL" clId="{EADAEE91-4A7C-4065-A245-779568A60DD0}" dt="2024-08-25T14:58:46.193" v="155" actId="14100"/>
        <pc:sldMkLst>
          <pc:docMk/>
          <pc:sldMk cId="0" sldId="374"/>
        </pc:sldMkLst>
        <pc:spChg chg="mod">
          <ac:chgData name="Ms Alina Arshad" userId="cccdfd85-d35d-4453-9c6f-a463aae40722" providerId="ADAL" clId="{EADAEE91-4A7C-4065-A245-779568A60DD0}" dt="2024-08-25T14:58:41.662" v="153" actId="1076"/>
          <ac:spMkLst>
            <pc:docMk/>
            <pc:sldMk cId="0" sldId="374"/>
            <ac:spMk id="19458" creationId="{257D38D8-EC6F-DB19-5669-DB3AFD529775}"/>
          </ac:spMkLst>
        </pc:spChg>
        <pc:picChg chg="mod">
          <ac:chgData name="Ms Alina Arshad" userId="cccdfd85-d35d-4453-9c6f-a463aae40722" providerId="ADAL" clId="{EADAEE91-4A7C-4065-A245-779568A60DD0}" dt="2024-08-25T14:58:46.193" v="155" actId="14100"/>
          <ac:picMkLst>
            <pc:docMk/>
            <pc:sldMk cId="0" sldId="374"/>
            <ac:picMk id="19459" creationId="{08D96F9A-03EF-D418-E75A-0E6D82E325DD}"/>
          </ac:picMkLst>
        </pc:picChg>
      </pc:sldChg>
      <pc:sldChg chg="del">
        <pc:chgData name="Ms Alina Arshad" userId="cccdfd85-d35d-4453-9c6f-a463aae40722" providerId="ADAL" clId="{EADAEE91-4A7C-4065-A245-779568A60DD0}" dt="2024-08-25T13:34:25.062" v="0" actId="47"/>
        <pc:sldMkLst>
          <pc:docMk/>
          <pc:sldMk cId="50377824" sldId="375"/>
        </pc:sldMkLst>
      </pc:sldChg>
      <pc:sldChg chg="del">
        <pc:chgData name="Ms Alina Arshad" userId="cccdfd85-d35d-4453-9c6f-a463aae40722" providerId="ADAL" clId="{EADAEE91-4A7C-4065-A245-779568A60DD0}" dt="2024-08-25T13:34:25.561" v="1" actId="47"/>
        <pc:sldMkLst>
          <pc:docMk/>
          <pc:sldMk cId="387448209" sldId="376"/>
        </pc:sldMkLst>
      </pc:sldChg>
      <pc:sldChg chg="modSp add mod">
        <pc:chgData name="Ms Alina Arshad" userId="cccdfd85-d35d-4453-9c6f-a463aae40722" providerId="ADAL" clId="{EADAEE91-4A7C-4065-A245-779568A60DD0}" dt="2024-08-25T15:10:28.603" v="313" actId="14100"/>
        <pc:sldMkLst>
          <pc:docMk/>
          <pc:sldMk cId="0" sldId="377"/>
        </pc:sldMkLst>
        <pc:spChg chg="mod">
          <ac:chgData name="Ms Alina Arshad" userId="cccdfd85-d35d-4453-9c6f-a463aae40722" providerId="ADAL" clId="{EADAEE91-4A7C-4065-A245-779568A60DD0}" dt="2024-08-25T15:10:28.603" v="313" actId="14100"/>
          <ac:spMkLst>
            <pc:docMk/>
            <pc:sldMk cId="0" sldId="377"/>
            <ac:spMk id="3" creationId="{9C77C349-0A59-5576-A92B-0169D43EA6ED}"/>
          </ac:spMkLst>
        </pc:spChg>
        <pc:spChg chg="mod">
          <ac:chgData name="Ms Alina Arshad" userId="cccdfd85-d35d-4453-9c6f-a463aae40722" providerId="ADAL" clId="{EADAEE91-4A7C-4065-A245-779568A60DD0}" dt="2024-08-25T14:57:11.438" v="131" actId="207"/>
          <ac:spMkLst>
            <pc:docMk/>
            <pc:sldMk cId="0" sldId="377"/>
            <ac:spMk id="16386" creationId="{D17D7E4F-39CA-AA82-79C3-3E53DD62665E}"/>
          </ac:spMkLst>
        </pc:spChg>
      </pc:sldChg>
      <pc:sldChg chg="del">
        <pc:chgData name="Ms Alina Arshad" userId="cccdfd85-d35d-4453-9c6f-a463aae40722" providerId="ADAL" clId="{EADAEE91-4A7C-4065-A245-779568A60DD0}" dt="2024-08-25T13:35:28.486" v="4" actId="2696"/>
        <pc:sldMkLst>
          <pc:docMk/>
          <pc:sldMk cId="878700326" sldId="377"/>
        </pc:sldMkLst>
      </pc:sldChg>
      <pc:sldChg chg="delSp modSp del mod ord">
        <pc:chgData name="Ms Alina Arshad" userId="cccdfd85-d35d-4453-9c6f-a463aae40722" providerId="ADAL" clId="{EADAEE91-4A7C-4065-A245-779568A60DD0}" dt="2024-08-25T15:10:58.195" v="314" actId="47"/>
        <pc:sldMkLst>
          <pc:docMk/>
          <pc:sldMk cId="4064093034" sldId="378"/>
        </pc:sldMkLst>
        <pc:spChg chg="mod">
          <ac:chgData name="Ms Alina Arshad" userId="cccdfd85-d35d-4453-9c6f-a463aae40722" providerId="ADAL" clId="{EADAEE91-4A7C-4065-A245-779568A60DD0}" dt="2024-08-25T14:52:44.627" v="101" actId="207"/>
          <ac:spMkLst>
            <pc:docMk/>
            <pc:sldMk cId="4064093034" sldId="378"/>
            <ac:spMk id="2" creationId="{5968DE79-4CF3-4764-A498-BFA5C2621DBE}"/>
          </ac:spMkLst>
        </pc:spChg>
        <pc:spChg chg="mod">
          <ac:chgData name="Ms Alina Arshad" userId="cccdfd85-d35d-4453-9c6f-a463aae40722" providerId="ADAL" clId="{EADAEE91-4A7C-4065-A245-779568A60DD0}" dt="2024-08-25T14:52:44.627" v="101" actId="207"/>
          <ac:spMkLst>
            <pc:docMk/>
            <pc:sldMk cId="4064093034" sldId="378"/>
            <ac:spMk id="3" creationId="{43DC346B-280B-4E52-8205-38BC91F5925A}"/>
          </ac:spMkLst>
        </pc:spChg>
        <pc:spChg chg="del">
          <ac:chgData name="Ms Alina Arshad" userId="cccdfd85-d35d-4453-9c6f-a463aae40722" providerId="ADAL" clId="{EADAEE91-4A7C-4065-A245-779568A60DD0}" dt="2024-08-25T13:41:07.411" v="7" actId="478"/>
          <ac:spMkLst>
            <pc:docMk/>
            <pc:sldMk cId="4064093034" sldId="378"/>
            <ac:spMk id="5" creationId="{00000000-0000-0000-0000-000000000000}"/>
          </ac:spMkLst>
        </pc:spChg>
        <pc:spChg chg="del">
          <ac:chgData name="Ms Alina Arshad" userId="cccdfd85-d35d-4453-9c6f-a463aae40722" providerId="ADAL" clId="{EADAEE91-4A7C-4065-A245-779568A60DD0}" dt="2024-08-25T13:41:10.096" v="8" actId="478"/>
          <ac:spMkLst>
            <pc:docMk/>
            <pc:sldMk cId="4064093034" sldId="378"/>
            <ac:spMk id="6" creationId="{00000000-0000-0000-0000-000000000000}"/>
          </ac:spMkLst>
        </pc:spChg>
        <pc:picChg chg="mod">
          <ac:chgData name="Ms Alina Arshad" userId="cccdfd85-d35d-4453-9c6f-a463aae40722" providerId="ADAL" clId="{EADAEE91-4A7C-4065-A245-779568A60DD0}" dt="2024-08-25T13:41:13.480" v="9" actId="1076"/>
          <ac:picMkLst>
            <pc:docMk/>
            <pc:sldMk cId="4064093034" sldId="378"/>
            <ac:picMk id="4" creationId="{3DBBE8BF-96C3-4767-8BE0-EE4991F19397}"/>
          </ac:picMkLst>
        </pc:picChg>
      </pc:sldChg>
      <pc:sldChg chg="delSp modSp del mod">
        <pc:chgData name="Ms Alina Arshad" userId="cccdfd85-d35d-4453-9c6f-a463aae40722" providerId="ADAL" clId="{EADAEE91-4A7C-4065-A245-779568A60DD0}" dt="2024-08-25T14:53:42.332" v="102" actId="47"/>
        <pc:sldMkLst>
          <pc:docMk/>
          <pc:sldMk cId="1461775536" sldId="379"/>
        </pc:sldMkLst>
        <pc:spChg chg="mod">
          <ac:chgData name="Ms Alina Arshad" userId="cccdfd85-d35d-4453-9c6f-a463aae40722" providerId="ADAL" clId="{EADAEE91-4A7C-4065-A245-779568A60DD0}" dt="2024-08-25T13:43:42.744" v="45" actId="1076"/>
          <ac:spMkLst>
            <pc:docMk/>
            <pc:sldMk cId="1461775536" sldId="379"/>
            <ac:spMk id="2" creationId="{D78211DC-DCD2-47C1-B8A3-58D1AA2D7DC9}"/>
          </ac:spMkLst>
        </pc:spChg>
        <pc:spChg chg="mod">
          <ac:chgData name="Ms Alina Arshad" userId="cccdfd85-d35d-4453-9c6f-a463aae40722" providerId="ADAL" clId="{EADAEE91-4A7C-4065-A245-779568A60DD0}" dt="2024-08-25T13:43:54.193" v="49" actId="14100"/>
          <ac:spMkLst>
            <pc:docMk/>
            <pc:sldMk cId="1461775536" sldId="379"/>
            <ac:spMk id="3" creationId="{C5C165DD-8B1C-4A87-83B9-18B35B126F92}"/>
          </ac:spMkLst>
        </pc:spChg>
        <pc:spChg chg="del">
          <ac:chgData name="Ms Alina Arshad" userId="cccdfd85-d35d-4453-9c6f-a463aae40722" providerId="ADAL" clId="{EADAEE91-4A7C-4065-A245-779568A60DD0}" dt="2024-08-25T13:43:56.477" v="50" actId="478"/>
          <ac:spMkLst>
            <pc:docMk/>
            <pc:sldMk cId="1461775536" sldId="379"/>
            <ac:spMk id="4" creationId="{00000000-0000-0000-0000-000000000000}"/>
          </ac:spMkLst>
        </pc:spChg>
        <pc:spChg chg="del">
          <ac:chgData name="Ms Alina Arshad" userId="cccdfd85-d35d-4453-9c6f-a463aae40722" providerId="ADAL" clId="{EADAEE91-4A7C-4065-A245-779568A60DD0}" dt="2024-08-25T13:43:59.873" v="51" actId="478"/>
          <ac:spMkLst>
            <pc:docMk/>
            <pc:sldMk cId="1461775536" sldId="379"/>
            <ac:spMk id="5" creationId="{00000000-0000-0000-0000-000000000000}"/>
          </ac:spMkLst>
        </pc:spChg>
      </pc:sldChg>
      <pc:sldChg chg="delSp modSp del mod">
        <pc:chgData name="Ms Alina Arshad" userId="cccdfd85-d35d-4453-9c6f-a463aae40722" providerId="ADAL" clId="{EADAEE91-4A7C-4065-A245-779568A60DD0}" dt="2024-08-25T14:53:43.340" v="103" actId="47"/>
        <pc:sldMkLst>
          <pc:docMk/>
          <pc:sldMk cId="1822324932" sldId="380"/>
        </pc:sldMkLst>
        <pc:spChg chg="mod">
          <ac:chgData name="Ms Alina Arshad" userId="cccdfd85-d35d-4453-9c6f-a463aae40722" providerId="ADAL" clId="{EADAEE91-4A7C-4065-A245-779568A60DD0}" dt="2024-08-25T13:44:11.452" v="54" actId="207"/>
          <ac:spMkLst>
            <pc:docMk/>
            <pc:sldMk cId="1822324932" sldId="380"/>
            <ac:spMk id="2" creationId="{D0A3B775-4D7B-444A-BAC6-72B54826614E}"/>
          </ac:spMkLst>
        </pc:spChg>
        <pc:spChg chg="mod">
          <ac:chgData name="Ms Alina Arshad" userId="cccdfd85-d35d-4453-9c6f-a463aae40722" providerId="ADAL" clId="{EADAEE91-4A7C-4065-A245-779568A60DD0}" dt="2024-08-25T13:44:52.564" v="58" actId="255"/>
          <ac:spMkLst>
            <pc:docMk/>
            <pc:sldMk cId="1822324932" sldId="380"/>
            <ac:spMk id="3" creationId="{EAB04FEA-9BA2-4990-A45A-478A844BEA75}"/>
          </ac:spMkLst>
        </pc:spChg>
        <pc:spChg chg="del">
          <ac:chgData name="Ms Alina Arshad" userId="cccdfd85-d35d-4453-9c6f-a463aae40722" providerId="ADAL" clId="{EADAEE91-4A7C-4065-A245-779568A60DD0}" dt="2024-08-25T13:44:16.661" v="55" actId="478"/>
          <ac:spMkLst>
            <pc:docMk/>
            <pc:sldMk cId="1822324932" sldId="380"/>
            <ac:spMk id="4" creationId="{00000000-0000-0000-0000-000000000000}"/>
          </ac:spMkLst>
        </pc:spChg>
        <pc:spChg chg="del">
          <ac:chgData name="Ms Alina Arshad" userId="cccdfd85-d35d-4453-9c6f-a463aae40722" providerId="ADAL" clId="{EADAEE91-4A7C-4065-A245-779568A60DD0}" dt="2024-08-25T13:44:41.318" v="56" actId="478"/>
          <ac:spMkLst>
            <pc:docMk/>
            <pc:sldMk cId="1822324932" sldId="380"/>
            <ac:spMk id="5" creationId="{00000000-0000-0000-0000-000000000000}"/>
          </ac:spMkLst>
        </pc:spChg>
      </pc:sldChg>
      <pc:sldChg chg="delSp modSp del mod">
        <pc:chgData name="Ms Alina Arshad" userId="cccdfd85-d35d-4453-9c6f-a463aae40722" providerId="ADAL" clId="{EADAEE91-4A7C-4065-A245-779568A60DD0}" dt="2024-08-25T14:53:50.254" v="104" actId="47"/>
        <pc:sldMkLst>
          <pc:docMk/>
          <pc:sldMk cId="4242572248" sldId="381"/>
        </pc:sldMkLst>
        <pc:spChg chg="mod">
          <ac:chgData name="Ms Alina Arshad" userId="cccdfd85-d35d-4453-9c6f-a463aae40722" providerId="ADAL" clId="{EADAEE91-4A7C-4065-A245-779568A60DD0}" dt="2024-08-25T13:45:14.185" v="61" actId="207"/>
          <ac:spMkLst>
            <pc:docMk/>
            <pc:sldMk cId="4242572248" sldId="381"/>
            <ac:spMk id="2" creationId="{4F73BFD3-DE5B-4C37-8B49-6083EEF64986}"/>
          </ac:spMkLst>
        </pc:spChg>
        <pc:spChg chg="mod">
          <ac:chgData name="Ms Alina Arshad" userId="cccdfd85-d35d-4453-9c6f-a463aae40722" providerId="ADAL" clId="{EADAEE91-4A7C-4065-A245-779568A60DD0}" dt="2024-08-25T13:45:18.401" v="62" actId="207"/>
          <ac:spMkLst>
            <pc:docMk/>
            <pc:sldMk cId="4242572248" sldId="381"/>
            <ac:spMk id="3" creationId="{F2238212-6622-4C4B-824C-18A1C8DB74A1}"/>
          </ac:spMkLst>
        </pc:spChg>
        <pc:spChg chg="del">
          <ac:chgData name="Ms Alina Arshad" userId="cccdfd85-d35d-4453-9c6f-a463aae40722" providerId="ADAL" clId="{EADAEE91-4A7C-4065-A245-779568A60DD0}" dt="2024-08-25T13:45:22.876" v="63" actId="478"/>
          <ac:spMkLst>
            <pc:docMk/>
            <pc:sldMk cId="4242572248" sldId="381"/>
            <ac:spMk id="4" creationId="{00000000-0000-0000-0000-000000000000}"/>
          </ac:spMkLst>
        </pc:spChg>
        <pc:spChg chg="del">
          <ac:chgData name="Ms Alina Arshad" userId="cccdfd85-d35d-4453-9c6f-a463aae40722" providerId="ADAL" clId="{EADAEE91-4A7C-4065-A245-779568A60DD0}" dt="2024-08-25T13:45:32.146" v="64" actId="478"/>
          <ac:spMkLst>
            <pc:docMk/>
            <pc:sldMk cId="4242572248" sldId="381"/>
            <ac:spMk id="5" creationId="{00000000-0000-0000-0000-000000000000}"/>
          </ac:spMkLst>
        </pc:spChg>
      </pc:sldChg>
      <pc:sldChg chg="delSp modSp del mod">
        <pc:chgData name="Ms Alina Arshad" userId="cccdfd85-d35d-4453-9c6f-a463aae40722" providerId="ADAL" clId="{EADAEE91-4A7C-4065-A245-779568A60DD0}" dt="2024-08-25T15:09:34.247" v="307" actId="47"/>
        <pc:sldMkLst>
          <pc:docMk/>
          <pc:sldMk cId="2023843453" sldId="382"/>
        </pc:sldMkLst>
        <pc:spChg chg="mod">
          <ac:chgData name="Ms Alina Arshad" userId="cccdfd85-d35d-4453-9c6f-a463aae40722" providerId="ADAL" clId="{EADAEE91-4A7C-4065-A245-779568A60DD0}" dt="2024-08-25T13:45:46.060" v="68" actId="207"/>
          <ac:spMkLst>
            <pc:docMk/>
            <pc:sldMk cId="2023843453" sldId="382"/>
            <ac:spMk id="2" creationId="{538BF2FB-FC35-43EB-BA77-A3228EA47211}"/>
          </ac:spMkLst>
        </pc:spChg>
        <pc:spChg chg="mod">
          <ac:chgData name="Ms Alina Arshad" userId="cccdfd85-d35d-4453-9c6f-a463aae40722" providerId="ADAL" clId="{EADAEE91-4A7C-4065-A245-779568A60DD0}" dt="2024-08-25T13:46:00.816" v="72" actId="14100"/>
          <ac:spMkLst>
            <pc:docMk/>
            <pc:sldMk cId="2023843453" sldId="382"/>
            <ac:spMk id="3" creationId="{5AE28F7A-B346-45F1-9C9B-99DF1EEE1C65}"/>
          </ac:spMkLst>
        </pc:spChg>
        <pc:spChg chg="del">
          <ac:chgData name="Ms Alina Arshad" userId="cccdfd85-d35d-4453-9c6f-a463aae40722" providerId="ADAL" clId="{EADAEE91-4A7C-4065-A245-779568A60DD0}" dt="2024-08-25T13:46:07.394" v="74" actId="478"/>
          <ac:spMkLst>
            <pc:docMk/>
            <pc:sldMk cId="2023843453" sldId="382"/>
            <ac:spMk id="5" creationId="{00000000-0000-0000-0000-000000000000}"/>
          </ac:spMkLst>
        </pc:spChg>
        <pc:spChg chg="del">
          <ac:chgData name="Ms Alina Arshad" userId="cccdfd85-d35d-4453-9c6f-a463aae40722" providerId="ADAL" clId="{EADAEE91-4A7C-4065-A245-779568A60DD0}" dt="2024-08-25T13:46:09.421" v="75" actId="478"/>
          <ac:spMkLst>
            <pc:docMk/>
            <pc:sldMk cId="2023843453" sldId="382"/>
            <ac:spMk id="6" creationId="{00000000-0000-0000-0000-000000000000}"/>
          </ac:spMkLst>
        </pc:spChg>
        <pc:picChg chg="mod">
          <ac:chgData name="Ms Alina Arshad" userId="cccdfd85-d35d-4453-9c6f-a463aae40722" providerId="ADAL" clId="{EADAEE91-4A7C-4065-A245-779568A60DD0}" dt="2024-08-25T13:46:04.469" v="73" actId="1076"/>
          <ac:picMkLst>
            <pc:docMk/>
            <pc:sldMk cId="2023843453" sldId="382"/>
            <ac:picMk id="4" creationId="{E3038F35-9107-48C4-8C73-EA2DFE362B9E}"/>
          </ac:picMkLst>
        </pc:picChg>
      </pc:sldChg>
      <pc:sldChg chg="delSp modSp del mod ord">
        <pc:chgData name="Ms Alina Arshad" userId="cccdfd85-d35d-4453-9c6f-a463aae40722" providerId="ADAL" clId="{EADAEE91-4A7C-4065-A245-779568A60DD0}" dt="2024-08-25T15:09:35.215" v="308" actId="47"/>
        <pc:sldMkLst>
          <pc:docMk/>
          <pc:sldMk cId="938158308" sldId="383"/>
        </pc:sldMkLst>
        <pc:spChg chg="mod">
          <ac:chgData name="Ms Alina Arshad" userId="cccdfd85-d35d-4453-9c6f-a463aae40722" providerId="ADAL" clId="{EADAEE91-4A7C-4065-A245-779568A60DD0}" dt="2024-08-25T13:46:30.186" v="80" actId="207"/>
          <ac:spMkLst>
            <pc:docMk/>
            <pc:sldMk cId="938158308" sldId="383"/>
            <ac:spMk id="2" creationId="{CCD37E2F-361C-46F4-BD07-2D803DB23F9E}"/>
          </ac:spMkLst>
        </pc:spChg>
        <pc:spChg chg="del">
          <ac:chgData name="Ms Alina Arshad" userId="cccdfd85-d35d-4453-9c6f-a463aae40722" providerId="ADAL" clId="{EADAEE91-4A7C-4065-A245-779568A60DD0}" dt="2024-08-25T13:51:54.195" v="98" actId="478"/>
          <ac:spMkLst>
            <pc:docMk/>
            <pc:sldMk cId="938158308" sldId="383"/>
            <ac:spMk id="4" creationId="{00000000-0000-0000-0000-000000000000}"/>
          </ac:spMkLst>
        </pc:spChg>
        <pc:spChg chg="del">
          <ac:chgData name="Ms Alina Arshad" userId="cccdfd85-d35d-4453-9c6f-a463aae40722" providerId="ADAL" clId="{EADAEE91-4A7C-4065-A245-779568A60DD0}" dt="2024-08-25T13:51:56.090" v="99" actId="478"/>
          <ac:spMkLst>
            <pc:docMk/>
            <pc:sldMk cId="938158308" sldId="383"/>
            <ac:spMk id="5" creationId="{00000000-0000-0000-0000-000000000000}"/>
          </ac:spMkLst>
        </pc:spChg>
      </pc:sldChg>
      <pc:sldChg chg="delSp del mod">
        <pc:chgData name="Ms Alina Arshad" userId="cccdfd85-d35d-4453-9c6f-a463aae40722" providerId="ADAL" clId="{EADAEE91-4A7C-4065-A245-779568A60DD0}" dt="2024-08-25T15:09:36.010" v="309" actId="47"/>
        <pc:sldMkLst>
          <pc:docMk/>
          <pc:sldMk cId="3237861477" sldId="384"/>
        </pc:sldMkLst>
        <pc:spChg chg="del">
          <ac:chgData name="Ms Alina Arshad" userId="cccdfd85-d35d-4453-9c6f-a463aae40722" providerId="ADAL" clId="{EADAEE91-4A7C-4065-A245-779568A60DD0}" dt="2024-08-25T13:48:33.764" v="81" actId="478"/>
          <ac:spMkLst>
            <pc:docMk/>
            <pc:sldMk cId="3237861477" sldId="384"/>
            <ac:spMk id="4" creationId="{00000000-0000-0000-0000-000000000000}"/>
          </ac:spMkLst>
        </pc:spChg>
        <pc:spChg chg="del">
          <ac:chgData name="Ms Alina Arshad" userId="cccdfd85-d35d-4453-9c6f-a463aae40722" providerId="ADAL" clId="{EADAEE91-4A7C-4065-A245-779568A60DD0}" dt="2024-08-25T13:49:21.739" v="84" actId="478"/>
          <ac:spMkLst>
            <pc:docMk/>
            <pc:sldMk cId="3237861477" sldId="384"/>
            <ac:spMk id="5" creationId="{00000000-0000-0000-0000-000000000000}"/>
          </ac:spMkLst>
        </pc:spChg>
      </pc:sldChg>
      <pc:sldChg chg="delSp mod">
        <pc:chgData name="Ms Alina Arshad" userId="cccdfd85-d35d-4453-9c6f-a463aae40722" providerId="ADAL" clId="{EADAEE91-4A7C-4065-A245-779568A60DD0}" dt="2024-08-25T13:48:49.110" v="83" actId="478"/>
        <pc:sldMkLst>
          <pc:docMk/>
          <pc:sldMk cId="511546327" sldId="385"/>
        </pc:sldMkLst>
        <pc:spChg chg="del">
          <ac:chgData name="Ms Alina Arshad" userId="cccdfd85-d35d-4453-9c6f-a463aae40722" providerId="ADAL" clId="{EADAEE91-4A7C-4065-A245-779568A60DD0}" dt="2024-08-25T13:48:45.157" v="82" actId="478"/>
          <ac:spMkLst>
            <pc:docMk/>
            <pc:sldMk cId="511546327" sldId="385"/>
            <ac:spMk id="4" creationId="{00000000-0000-0000-0000-000000000000}"/>
          </ac:spMkLst>
        </pc:spChg>
        <pc:spChg chg="del">
          <ac:chgData name="Ms Alina Arshad" userId="cccdfd85-d35d-4453-9c6f-a463aae40722" providerId="ADAL" clId="{EADAEE91-4A7C-4065-A245-779568A60DD0}" dt="2024-08-25T13:48:49.110" v="83" actId="478"/>
          <ac:spMkLst>
            <pc:docMk/>
            <pc:sldMk cId="511546327" sldId="385"/>
            <ac:spMk id="5" creationId="{00000000-0000-0000-0000-000000000000}"/>
          </ac:spMkLst>
        </pc:spChg>
      </pc:sldChg>
      <pc:sldChg chg="delSp add del mod">
        <pc:chgData name="Ms Alina Arshad" userId="cccdfd85-d35d-4453-9c6f-a463aae40722" providerId="ADAL" clId="{EADAEE91-4A7C-4065-A245-779568A60DD0}" dt="2024-08-25T15:13:48.352" v="323" actId="2696"/>
        <pc:sldMkLst>
          <pc:docMk/>
          <pc:sldMk cId="1584583967" sldId="386"/>
        </pc:sldMkLst>
        <pc:spChg chg="del">
          <ac:chgData name="Ms Alina Arshad" userId="cccdfd85-d35d-4453-9c6f-a463aae40722" providerId="ADAL" clId="{EADAEE91-4A7C-4065-A245-779568A60DD0}" dt="2024-08-25T13:51:36.422" v="94" actId="478"/>
          <ac:spMkLst>
            <pc:docMk/>
            <pc:sldMk cId="1584583967" sldId="386"/>
            <ac:spMk id="4" creationId="{00000000-0000-0000-0000-000000000000}"/>
          </ac:spMkLst>
        </pc:spChg>
        <pc:spChg chg="del">
          <ac:chgData name="Ms Alina Arshad" userId="cccdfd85-d35d-4453-9c6f-a463aae40722" providerId="ADAL" clId="{EADAEE91-4A7C-4065-A245-779568A60DD0}" dt="2024-08-25T13:51:38.372" v="95" actId="478"/>
          <ac:spMkLst>
            <pc:docMk/>
            <pc:sldMk cId="1584583967" sldId="386"/>
            <ac:spMk id="5" creationId="{00000000-0000-0000-0000-000000000000}"/>
          </ac:spMkLst>
        </pc:spChg>
      </pc:sldChg>
      <pc:sldChg chg="modSp add mod">
        <pc:chgData name="Ms Alina Arshad" userId="cccdfd85-d35d-4453-9c6f-a463aae40722" providerId="ADAL" clId="{EADAEE91-4A7C-4065-A245-779568A60DD0}" dt="2024-08-25T14:56:27.787" v="121" actId="207"/>
        <pc:sldMkLst>
          <pc:docMk/>
          <pc:sldMk cId="0" sldId="387"/>
        </pc:sldMkLst>
        <pc:spChg chg="mod">
          <ac:chgData name="Ms Alina Arshad" userId="cccdfd85-d35d-4453-9c6f-a463aae40722" providerId="ADAL" clId="{EADAEE91-4A7C-4065-A245-779568A60DD0}" dt="2024-08-25T14:56:03.653" v="117" actId="207"/>
          <ac:spMkLst>
            <pc:docMk/>
            <pc:sldMk cId="0" sldId="387"/>
            <ac:spMk id="14338" creationId="{81533B99-E9C6-177C-C5E3-C137C5976086}"/>
          </ac:spMkLst>
        </pc:spChg>
        <pc:spChg chg="mod">
          <ac:chgData name="Ms Alina Arshad" userId="cccdfd85-d35d-4453-9c6f-a463aae40722" providerId="ADAL" clId="{EADAEE91-4A7C-4065-A245-779568A60DD0}" dt="2024-08-25T14:56:27.787" v="121" actId="207"/>
          <ac:spMkLst>
            <pc:docMk/>
            <pc:sldMk cId="0" sldId="387"/>
            <ac:spMk id="29699" creationId="{B29985D4-6109-961B-1AE6-8442985EB065}"/>
          </ac:spMkLst>
        </pc:spChg>
      </pc:sldChg>
      <pc:sldChg chg="modSp add mod">
        <pc:chgData name="Ms Alina Arshad" userId="cccdfd85-d35d-4453-9c6f-a463aae40722" providerId="ADAL" clId="{EADAEE91-4A7C-4065-A245-779568A60DD0}" dt="2024-08-25T15:10:23.068" v="312" actId="255"/>
        <pc:sldMkLst>
          <pc:docMk/>
          <pc:sldMk cId="0" sldId="388"/>
        </pc:sldMkLst>
        <pc:spChg chg="mod">
          <ac:chgData name="Ms Alina Arshad" userId="cccdfd85-d35d-4453-9c6f-a463aae40722" providerId="ADAL" clId="{EADAEE91-4A7C-4065-A245-779568A60DD0}" dt="2024-08-25T15:10:23.068" v="312" actId="255"/>
          <ac:spMkLst>
            <pc:docMk/>
            <pc:sldMk cId="0" sldId="388"/>
            <ac:spMk id="3" creationId="{AC66B0F0-3DFF-05B3-759F-1E7F3B2FAA83}"/>
          </ac:spMkLst>
        </pc:spChg>
        <pc:spChg chg="mod">
          <ac:chgData name="Ms Alina Arshad" userId="cccdfd85-d35d-4453-9c6f-a463aae40722" providerId="ADAL" clId="{EADAEE91-4A7C-4065-A245-779568A60DD0}" dt="2024-08-25T14:56:36.138" v="123" actId="207"/>
          <ac:spMkLst>
            <pc:docMk/>
            <pc:sldMk cId="0" sldId="388"/>
            <ac:spMk id="15362" creationId="{B5D5958D-6E5F-9718-7AE6-E98B7E13C061}"/>
          </ac:spMkLst>
        </pc:spChg>
      </pc:sldChg>
      <pc:sldChg chg="addSp delSp modSp add mod">
        <pc:chgData name="Ms Alina Arshad" userId="cccdfd85-d35d-4453-9c6f-a463aae40722" providerId="ADAL" clId="{EADAEE91-4A7C-4065-A245-779568A60DD0}" dt="2024-08-25T15:07:59.774" v="292" actId="1076"/>
        <pc:sldMkLst>
          <pc:docMk/>
          <pc:sldMk cId="0" sldId="389"/>
        </pc:sldMkLst>
        <pc:spChg chg="add del mod">
          <ac:chgData name="Ms Alina Arshad" userId="cccdfd85-d35d-4453-9c6f-a463aae40722" providerId="ADAL" clId="{EADAEE91-4A7C-4065-A245-779568A60DD0}" dt="2024-08-25T15:07:37.186" v="260" actId="478"/>
          <ac:spMkLst>
            <pc:docMk/>
            <pc:sldMk cId="0" sldId="389"/>
            <ac:spMk id="2" creationId="{0CE23F3B-4239-597E-A5B0-E94D1CCE768F}"/>
          </ac:spMkLst>
        </pc:spChg>
        <pc:spChg chg="add mod">
          <ac:chgData name="Ms Alina Arshad" userId="cccdfd85-d35d-4453-9c6f-a463aae40722" providerId="ADAL" clId="{EADAEE91-4A7C-4065-A245-779568A60DD0}" dt="2024-08-25T15:07:59.774" v="292" actId="1076"/>
          <ac:spMkLst>
            <pc:docMk/>
            <pc:sldMk cId="0" sldId="389"/>
            <ac:spMk id="3" creationId="{0173BDB6-055B-979D-8CAA-5632A73BCD82}"/>
          </ac:spMkLst>
        </pc:spChg>
        <pc:spChg chg="add mod">
          <ac:chgData name="Ms Alina Arshad" userId="cccdfd85-d35d-4453-9c6f-a463aae40722" providerId="ADAL" clId="{EADAEE91-4A7C-4065-A245-779568A60DD0}" dt="2024-08-25T15:07:55.518" v="291" actId="1038"/>
          <ac:spMkLst>
            <pc:docMk/>
            <pc:sldMk cId="0" sldId="389"/>
            <ac:spMk id="4" creationId="{7FFE77F7-77BD-6779-7B8A-D5B59F9F7530}"/>
          </ac:spMkLst>
        </pc:spChg>
        <pc:spChg chg="add mod">
          <ac:chgData name="Ms Alina Arshad" userId="cccdfd85-d35d-4453-9c6f-a463aae40722" providerId="ADAL" clId="{EADAEE91-4A7C-4065-A245-779568A60DD0}" dt="2024-08-25T15:07:55.518" v="291" actId="1038"/>
          <ac:spMkLst>
            <pc:docMk/>
            <pc:sldMk cId="0" sldId="389"/>
            <ac:spMk id="5" creationId="{C4414AD6-34B1-DAA7-03FC-7EC433EC04E6}"/>
          </ac:spMkLst>
        </pc:spChg>
        <pc:spChg chg="add mod">
          <ac:chgData name="Ms Alina Arshad" userId="cccdfd85-d35d-4453-9c6f-a463aae40722" providerId="ADAL" clId="{EADAEE91-4A7C-4065-A245-779568A60DD0}" dt="2024-08-25T15:07:55.518" v="291" actId="1038"/>
          <ac:spMkLst>
            <pc:docMk/>
            <pc:sldMk cId="0" sldId="389"/>
            <ac:spMk id="6" creationId="{2E05F920-12EE-20C9-465F-E850967F1A78}"/>
          </ac:spMkLst>
        </pc:spChg>
        <pc:spChg chg="add mod">
          <ac:chgData name="Ms Alina Arshad" userId="cccdfd85-d35d-4453-9c6f-a463aae40722" providerId="ADAL" clId="{EADAEE91-4A7C-4065-A245-779568A60DD0}" dt="2024-08-25T15:07:55.518" v="291" actId="1038"/>
          <ac:spMkLst>
            <pc:docMk/>
            <pc:sldMk cId="0" sldId="389"/>
            <ac:spMk id="7" creationId="{36DDBCEF-D6D2-C158-E99C-C9CDC65F8F3D}"/>
          </ac:spMkLst>
        </pc:spChg>
        <pc:spChg chg="add mod">
          <ac:chgData name="Ms Alina Arshad" userId="cccdfd85-d35d-4453-9c6f-a463aae40722" providerId="ADAL" clId="{EADAEE91-4A7C-4065-A245-779568A60DD0}" dt="2024-08-25T15:07:55.518" v="291" actId="1038"/>
          <ac:spMkLst>
            <pc:docMk/>
            <pc:sldMk cId="0" sldId="389"/>
            <ac:spMk id="8" creationId="{17AE233E-13F0-77C2-B86F-7FEFD7F1B9F0}"/>
          </ac:spMkLst>
        </pc:spChg>
        <pc:spChg chg="add mod">
          <ac:chgData name="Ms Alina Arshad" userId="cccdfd85-d35d-4453-9c6f-a463aae40722" providerId="ADAL" clId="{EADAEE91-4A7C-4065-A245-779568A60DD0}" dt="2024-08-25T15:07:55.518" v="291" actId="1038"/>
          <ac:spMkLst>
            <pc:docMk/>
            <pc:sldMk cId="0" sldId="389"/>
            <ac:spMk id="9" creationId="{E7365357-B5DB-3CEF-F010-5742156B8C1B}"/>
          </ac:spMkLst>
        </pc:spChg>
        <pc:spChg chg="add mod">
          <ac:chgData name="Ms Alina Arshad" userId="cccdfd85-d35d-4453-9c6f-a463aae40722" providerId="ADAL" clId="{EADAEE91-4A7C-4065-A245-779568A60DD0}" dt="2024-08-25T15:07:55.518" v="291" actId="1038"/>
          <ac:spMkLst>
            <pc:docMk/>
            <pc:sldMk cId="0" sldId="389"/>
            <ac:spMk id="10" creationId="{8CE65B31-5F33-1B6C-2F06-BE41749D91AA}"/>
          </ac:spMkLst>
        </pc:spChg>
        <pc:spChg chg="add mod">
          <ac:chgData name="Ms Alina Arshad" userId="cccdfd85-d35d-4453-9c6f-a463aae40722" providerId="ADAL" clId="{EADAEE91-4A7C-4065-A245-779568A60DD0}" dt="2024-08-25T15:07:55.518" v="291" actId="1038"/>
          <ac:spMkLst>
            <pc:docMk/>
            <pc:sldMk cId="0" sldId="389"/>
            <ac:spMk id="11" creationId="{FA3B8632-49AD-498A-2A42-49E15FDFC5F6}"/>
          </ac:spMkLst>
        </pc:spChg>
        <pc:spChg chg="add mod">
          <ac:chgData name="Ms Alina Arshad" userId="cccdfd85-d35d-4453-9c6f-a463aae40722" providerId="ADAL" clId="{EADAEE91-4A7C-4065-A245-779568A60DD0}" dt="2024-08-25T15:07:55.518" v="291" actId="1038"/>
          <ac:spMkLst>
            <pc:docMk/>
            <pc:sldMk cId="0" sldId="389"/>
            <ac:spMk id="12" creationId="{6655D55A-3EB4-FB45-E5DF-E05B85B6EFCC}"/>
          </ac:spMkLst>
        </pc:spChg>
        <pc:spChg chg="add mod">
          <ac:chgData name="Ms Alina Arshad" userId="cccdfd85-d35d-4453-9c6f-a463aae40722" providerId="ADAL" clId="{EADAEE91-4A7C-4065-A245-779568A60DD0}" dt="2024-08-25T15:07:55.518" v="291" actId="1038"/>
          <ac:spMkLst>
            <pc:docMk/>
            <pc:sldMk cId="0" sldId="389"/>
            <ac:spMk id="13" creationId="{692A058E-6B2D-06E0-A7A9-05EC5DC3395C}"/>
          </ac:spMkLst>
        </pc:spChg>
        <pc:spChg chg="add mod">
          <ac:chgData name="Ms Alina Arshad" userId="cccdfd85-d35d-4453-9c6f-a463aae40722" providerId="ADAL" clId="{EADAEE91-4A7C-4065-A245-779568A60DD0}" dt="2024-08-25T15:07:55.518" v="291" actId="1038"/>
          <ac:spMkLst>
            <pc:docMk/>
            <pc:sldMk cId="0" sldId="389"/>
            <ac:spMk id="14" creationId="{23AB970B-A864-362B-B887-403304B23151}"/>
          </ac:spMkLst>
        </pc:spChg>
        <pc:spChg chg="add mod">
          <ac:chgData name="Ms Alina Arshad" userId="cccdfd85-d35d-4453-9c6f-a463aae40722" providerId="ADAL" clId="{EADAEE91-4A7C-4065-A245-779568A60DD0}" dt="2024-08-25T15:07:55.518" v="291" actId="1038"/>
          <ac:spMkLst>
            <pc:docMk/>
            <pc:sldMk cId="0" sldId="389"/>
            <ac:spMk id="15" creationId="{A5773E1F-E06B-EAEB-0D02-BD6A2BF6D1E7}"/>
          </ac:spMkLst>
        </pc:spChg>
        <pc:spChg chg="add mod">
          <ac:chgData name="Ms Alina Arshad" userId="cccdfd85-d35d-4453-9c6f-a463aae40722" providerId="ADAL" clId="{EADAEE91-4A7C-4065-A245-779568A60DD0}" dt="2024-08-25T15:07:55.518" v="291" actId="1038"/>
          <ac:spMkLst>
            <pc:docMk/>
            <pc:sldMk cId="0" sldId="389"/>
            <ac:spMk id="16" creationId="{879FA89E-6923-A723-4FD9-B6426E00E8DD}"/>
          </ac:spMkLst>
        </pc:spChg>
        <pc:spChg chg="del">
          <ac:chgData name="Ms Alina Arshad" userId="cccdfd85-d35d-4453-9c6f-a463aae40722" providerId="ADAL" clId="{EADAEE91-4A7C-4065-A245-779568A60DD0}" dt="2024-08-25T15:07:25.790" v="256" actId="478"/>
          <ac:spMkLst>
            <pc:docMk/>
            <pc:sldMk cId="0" sldId="389"/>
            <ac:spMk id="29698" creationId="{3F6F46F1-E6AC-8DD6-6673-7538B5C3F5BC}"/>
          </ac:spMkLst>
        </pc:spChg>
        <pc:spChg chg="del">
          <ac:chgData name="Ms Alina Arshad" userId="cccdfd85-d35d-4453-9c6f-a463aae40722" providerId="ADAL" clId="{EADAEE91-4A7C-4065-A245-779568A60DD0}" dt="2024-08-25T15:07:25.790" v="256" actId="478"/>
          <ac:spMkLst>
            <pc:docMk/>
            <pc:sldMk cId="0" sldId="389"/>
            <ac:spMk id="29699" creationId="{FC5184A2-F2B9-49F6-1654-ACACAB5C79AF}"/>
          </ac:spMkLst>
        </pc:spChg>
        <pc:spChg chg="del">
          <ac:chgData name="Ms Alina Arshad" userId="cccdfd85-d35d-4453-9c6f-a463aae40722" providerId="ADAL" clId="{EADAEE91-4A7C-4065-A245-779568A60DD0}" dt="2024-08-25T15:07:25.790" v="256" actId="478"/>
          <ac:spMkLst>
            <pc:docMk/>
            <pc:sldMk cId="0" sldId="389"/>
            <ac:spMk id="29700" creationId="{F4DE8B67-78F5-A9E1-6315-6FAB587D180D}"/>
          </ac:spMkLst>
        </pc:spChg>
        <pc:spChg chg="del">
          <ac:chgData name="Ms Alina Arshad" userId="cccdfd85-d35d-4453-9c6f-a463aae40722" providerId="ADAL" clId="{EADAEE91-4A7C-4065-A245-779568A60DD0}" dt="2024-08-25T15:07:25.790" v="256" actId="478"/>
          <ac:spMkLst>
            <pc:docMk/>
            <pc:sldMk cId="0" sldId="389"/>
            <ac:spMk id="29701" creationId="{C2D1E451-E89C-E4E6-FD6F-C8D7A163B35D}"/>
          </ac:spMkLst>
        </pc:spChg>
        <pc:spChg chg="del">
          <ac:chgData name="Ms Alina Arshad" userId="cccdfd85-d35d-4453-9c6f-a463aae40722" providerId="ADAL" clId="{EADAEE91-4A7C-4065-A245-779568A60DD0}" dt="2024-08-25T15:07:25.790" v="256" actId="478"/>
          <ac:spMkLst>
            <pc:docMk/>
            <pc:sldMk cId="0" sldId="389"/>
            <ac:spMk id="34822" creationId="{B08645AD-AE88-D2C7-F504-F425F4BE939B}"/>
          </ac:spMkLst>
        </pc:spChg>
        <pc:spChg chg="del">
          <ac:chgData name="Ms Alina Arshad" userId="cccdfd85-d35d-4453-9c6f-a463aae40722" providerId="ADAL" clId="{EADAEE91-4A7C-4065-A245-779568A60DD0}" dt="2024-08-25T15:07:25.790" v="256" actId="478"/>
          <ac:spMkLst>
            <pc:docMk/>
            <pc:sldMk cId="0" sldId="389"/>
            <ac:spMk id="34823" creationId="{5B6FBF83-817F-D141-D33E-459F0621F826}"/>
          </ac:spMkLst>
        </pc:spChg>
        <pc:spChg chg="del">
          <ac:chgData name="Ms Alina Arshad" userId="cccdfd85-d35d-4453-9c6f-a463aae40722" providerId="ADAL" clId="{EADAEE91-4A7C-4065-A245-779568A60DD0}" dt="2024-08-25T15:07:25.790" v="256" actId="478"/>
          <ac:spMkLst>
            <pc:docMk/>
            <pc:sldMk cId="0" sldId="389"/>
            <ac:spMk id="34824" creationId="{DB589E3A-BF2E-E221-E6B6-993A216E442E}"/>
          </ac:spMkLst>
        </pc:spChg>
        <pc:spChg chg="del">
          <ac:chgData name="Ms Alina Arshad" userId="cccdfd85-d35d-4453-9c6f-a463aae40722" providerId="ADAL" clId="{EADAEE91-4A7C-4065-A245-779568A60DD0}" dt="2024-08-25T15:07:25.790" v="256" actId="478"/>
          <ac:spMkLst>
            <pc:docMk/>
            <pc:sldMk cId="0" sldId="389"/>
            <ac:spMk id="34825" creationId="{38F3E364-724E-BA6F-FE49-BD3C10B1F1B8}"/>
          </ac:spMkLst>
        </pc:spChg>
        <pc:spChg chg="del">
          <ac:chgData name="Ms Alina Arshad" userId="cccdfd85-d35d-4453-9c6f-a463aae40722" providerId="ADAL" clId="{EADAEE91-4A7C-4065-A245-779568A60DD0}" dt="2024-08-25T15:07:25.790" v="256" actId="478"/>
          <ac:spMkLst>
            <pc:docMk/>
            <pc:sldMk cId="0" sldId="389"/>
            <ac:spMk id="34826" creationId="{D01EE884-8180-E26C-E572-2C33F3FCE09C}"/>
          </ac:spMkLst>
        </pc:spChg>
        <pc:spChg chg="del">
          <ac:chgData name="Ms Alina Arshad" userId="cccdfd85-d35d-4453-9c6f-a463aae40722" providerId="ADAL" clId="{EADAEE91-4A7C-4065-A245-779568A60DD0}" dt="2024-08-25T15:07:25.790" v="256" actId="478"/>
          <ac:spMkLst>
            <pc:docMk/>
            <pc:sldMk cId="0" sldId="389"/>
            <ac:spMk id="34827" creationId="{6CB2A977-4DC5-7FC7-496F-3B2CA32A8D68}"/>
          </ac:spMkLst>
        </pc:spChg>
        <pc:spChg chg="del">
          <ac:chgData name="Ms Alina Arshad" userId="cccdfd85-d35d-4453-9c6f-a463aae40722" providerId="ADAL" clId="{EADAEE91-4A7C-4065-A245-779568A60DD0}" dt="2024-08-25T15:07:25.790" v="256" actId="478"/>
          <ac:spMkLst>
            <pc:docMk/>
            <pc:sldMk cId="0" sldId="389"/>
            <ac:spMk id="34828" creationId="{65EBF1BE-A165-21EE-2058-AE2B633A1A64}"/>
          </ac:spMkLst>
        </pc:spChg>
        <pc:spChg chg="del">
          <ac:chgData name="Ms Alina Arshad" userId="cccdfd85-d35d-4453-9c6f-a463aae40722" providerId="ADAL" clId="{EADAEE91-4A7C-4065-A245-779568A60DD0}" dt="2024-08-25T15:07:25.790" v="256" actId="478"/>
          <ac:spMkLst>
            <pc:docMk/>
            <pc:sldMk cId="0" sldId="389"/>
            <ac:spMk id="34829" creationId="{AB1D4614-1815-DA2B-F9AF-FACE083AC6E5}"/>
          </ac:spMkLst>
        </pc:spChg>
        <pc:spChg chg="del">
          <ac:chgData name="Ms Alina Arshad" userId="cccdfd85-d35d-4453-9c6f-a463aae40722" providerId="ADAL" clId="{EADAEE91-4A7C-4065-A245-779568A60DD0}" dt="2024-08-25T15:07:25.790" v="256" actId="478"/>
          <ac:spMkLst>
            <pc:docMk/>
            <pc:sldMk cId="0" sldId="389"/>
            <ac:spMk id="34830" creationId="{AB4D4B83-29AA-CEA2-851B-BB35CCE63FAF}"/>
          </ac:spMkLst>
        </pc:spChg>
        <pc:spChg chg="del">
          <ac:chgData name="Ms Alina Arshad" userId="cccdfd85-d35d-4453-9c6f-a463aae40722" providerId="ADAL" clId="{EADAEE91-4A7C-4065-A245-779568A60DD0}" dt="2024-08-25T15:07:25.790" v="256" actId="478"/>
          <ac:spMkLst>
            <pc:docMk/>
            <pc:sldMk cId="0" sldId="389"/>
            <ac:spMk id="34831" creationId="{9AEF8E35-1583-35F5-98AC-117CF0E426B7}"/>
          </ac:spMkLst>
        </pc:spChg>
      </pc:sldChg>
      <pc:sldChg chg="modSp add mod">
        <pc:chgData name="Ms Alina Arshad" userId="cccdfd85-d35d-4453-9c6f-a463aae40722" providerId="ADAL" clId="{EADAEE91-4A7C-4065-A245-779568A60DD0}" dt="2024-08-25T15:08:07.810" v="294" actId="207"/>
        <pc:sldMkLst>
          <pc:docMk/>
          <pc:sldMk cId="938158308" sldId="390"/>
        </pc:sldMkLst>
        <pc:spChg chg="mod">
          <ac:chgData name="Ms Alina Arshad" userId="cccdfd85-d35d-4453-9c6f-a463aae40722" providerId="ADAL" clId="{EADAEE91-4A7C-4065-A245-779568A60DD0}" dt="2024-08-25T15:08:07.810" v="294" actId="207"/>
          <ac:spMkLst>
            <pc:docMk/>
            <pc:sldMk cId="938158308" sldId="390"/>
            <ac:spMk id="30722" creationId="{F873CBB7-56F4-3671-10D2-8B22B4B8004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9/19/2024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dirty="0"/>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 any example of decision table</a:t>
            </a:r>
          </a:p>
        </p:txBody>
      </p:sp>
      <p:sp>
        <p:nvSpPr>
          <p:cNvPr id="4" name="Slide Number Placeholder 3"/>
          <p:cNvSpPr>
            <a:spLocks noGrp="1"/>
          </p:cNvSpPr>
          <p:nvPr>
            <p:ph type="sldNum" sz="quarter" idx="10"/>
          </p:nvPr>
        </p:nvSpPr>
        <p:spPr/>
        <p:txBody>
          <a:bodyPr/>
          <a:lstStyle/>
          <a:p>
            <a:fld id="{741B017E-9405-4A24-9E72-ABBA234FC5F9}" type="slidenum">
              <a:rPr lang="en-US" smtClean="0"/>
              <a:t>7</a:t>
            </a:fld>
            <a:endParaRPr lang="en-US"/>
          </a:p>
        </p:txBody>
      </p:sp>
    </p:spTree>
    <p:extLst>
      <p:ext uri="{BB962C8B-B14F-4D97-AF65-F5344CB8AC3E}">
        <p14:creationId xmlns:p14="http://schemas.microsoft.com/office/powerpoint/2010/main" val="1582228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9/19/2024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9/19/2024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9/19/2024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9/19/2024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9/19/2024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9/19/2024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9/19/2024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9/19/2024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sz="7200" b="1" dirty="0">
                <a:solidFill>
                  <a:schemeClr val="tx1"/>
                </a:solidFill>
              </a:rPr>
              <a:t>Software Quality Engineering</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066800" y="3675889"/>
            <a:ext cx="10058400" cy="1922731"/>
          </a:xfrm>
        </p:spPr>
        <p:txBody>
          <a:bodyPr>
            <a:normAutofit/>
          </a:bodyPr>
          <a:lstStyle/>
          <a:p>
            <a:pPr algn="ctr"/>
            <a:r>
              <a:rPr lang="en-US" sz="4400" b="1" dirty="0">
                <a:solidFill>
                  <a:schemeClr val="tx1"/>
                </a:solidFill>
                <a:cs typeface="Times New Roman" panose="02020603050405020304" pitchFamily="18" charset="0"/>
              </a:rPr>
              <a:t>Lecture 1</a:t>
            </a:r>
          </a:p>
          <a:p>
            <a:pPr algn="ctr"/>
            <a:r>
              <a:rPr lang="en-US" sz="4400" b="1" dirty="0">
                <a:solidFill>
                  <a:schemeClr val="tx1"/>
                </a:solidFill>
                <a:cs typeface="Times New Roman" panose="02020603050405020304" pitchFamily="18" charset="0"/>
              </a:rPr>
              <a:t>software testing</a:t>
            </a: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8005526" y="5275523"/>
            <a:ext cx="4397722" cy="954107"/>
          </a:xfrm>
          <a:prstGeom prst="rect">
            <a:avLst/>
          </a:prstGeom>
          <a:noFill/>
        </p:spPr>
        <p:txBody>
          <a:bodyPr wrap="square">
            <a:spAutoFit/>
          </a:bodyPr>
          <a:lstStyle/>
          <a:p>
            <a:pPr algn="ctr"/>
            <a:r>
              <a:rPr lang="en-US" sz="2800" dirty="0">
                <a:solidFill>
                  <a:schemeClr val="tx1"/>
                </a:solidFill>
                <a:cs typeface="Times New Roman" panose="02020603050405020304" pitchFamily="18" charset="0"/>
              </a:rPr>
              <a:t>Alina Arshad</a:t>
            </a:r>
          </a:p>
          <a:p>
            <a:pPr algn="ctr"/>
            <a:r>
              <a:rPr lang="en-US" sz="2800" dirty="0">
                <a:cs typeface="Times New Roman" panose="02020603050405020304" pitchFamily="18" charset="0"/>
              </a:rPr>
              <a:t>alina.arshad@nu.edu.pk</a:t>
            </a:r>
            <a:endParaRPr lang="en-US" sz="2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DECISION TABLE BASED TESTING</a:t>
            </a:r>
          </a:p>
        </p:txBody>
      </p:sp>
      <p:sp>
        <p:nvSpPr>
          <p:cNvPr id="3" name="Content Placeholder 2"/>
          <p:cNvSpPr>
            <a:spLocks noGrp="1"/>
          </p:cNvSpPr>
          <p:nvPr>
            <p:ph idx="1"/>
          </p:nvPr>
        </p:nvSpPr>
        <p:spPr/>
        <p:txBody>
          <a:bodyPr>
            <a:noAutofit/>
          </a:bodyPr>
          <a:lstStyle/>
          <a:p>
            <a:pPr algn="just"/>
            <a:r>
              <a:rPr lang="en-US" sz="2000" dirty="0">
                <a:solidFill>
                  <a:schemeClr val="tx1"/>
                </a:solidFill>
              </a:rPr>
              <a:t>In Software Engineering, boundary value and equivalent partition are other similar techniques used to ensure better coverage. </a:t>
            </a:r>
          </a:p>
          <a:p>
            <a:pPr algn="just"/>
            <a:r>
              <a:rPr lang="en-US" sz="2000" dirty="0">
                <a:solidFill>
                  <a:schemeClr val="tx1"/>
                </a:solidFill>
              </a:rPr>
              <a:t>However, in a system where for each set of input values the system behavior is </a:t>
            </a:r>
            <a:r>
              <a:rPr lang="en-US" sz="2000" b="1" dirty="0">
                <a:solidFill>
                  <a:schemeClr val="tx1"/>
                </a:solidFill>
              </a:rPr>
              <a:t>different</a:t>
            </a:r>
            <a:r>
              <a:rPr lang="en-US" sz="2000" dirty="0">
                <a:solidFill>
                  <a:schemeClr val="tx1"/>
                </a:solidFill>
              </a:rPr>
              <a:t>, boundary value and equivalent partitioning technique are not effective in ensuring good test coverage.</a:t>
            </a:r>
          </a:p>
          <a:p>
            <a:pPr algn="just"/>
            <a:r>
              <a:rPr lang="en-US" sz="2000" dirty="0">
                <a:solidFill>
                  <a:schemeClr val="tx1"/>
                </a:solidFill>
              </a:rPr>
              <a:t>In this case, decision table testing is a good option. This technique can make sure of good coverage, and the representation is simple so that it is easy to interpret and use.</a:t>
            </a:r>
          </a:p>
          <a:p>
            <a:pPr marL="0" indent="0" algn="just">
              <a:buNone/>
            </a:pPr>
            <a:endParaRPr lang="en-US" sz="2000" dirty="0">
              <a:solidFill>
                <a:schemeClr val="tx1"/>
              </a:solidFill>
            </a:endParaRPr>
          </a:p>
          <a:p>
            <a:pPr marL="0" indent="0" algn="just">
              <a:buNone/>
            </a:pPr>
            <a:br>
              <a:rPr lang="en-US" sz="2000" dirty="0">
                <a:solidFill>
                  <a:schemeClr val="tx1"/>
                </a:solidFill>
              </a:rPr>
            </a:br>
            <a:endParaRPr lang="en-US" sz="2000" dirty="0">
              <a:solidFill>
                <a:schemeClr val="tx1"/>
              </a:solidFill>
            </a:endParaRPr>
          </a:p>
        </p:txBody>
      </p:sp>
    </p:spTree>
    <p:extLst>
      <p:ext uri="{BB962C8B-B14F-4D97-AF65-F5344CB8AC3E}">
        <p14:creationId xmlns:p14="http://schemas.microsoft.com/office/powerpoint/2010/main" val="3011208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DECISION TABLE BASED TESTING</a:t>
            </a:r>
          </a:p>
        </p:txBody>
      </p:sp>
      <p:sp>
        <p:nvSpPr>
          <p:cNvPr id="3" name="Content Placeholder 2"/>
          <p:cNvSpPr>
            <a:spLocks noGrp="1"/>
          </p:cNvSpPr>
          <p:nvPr>
            <p:ph idx="1"/>
          </p:nvPr>
        </p:nvSpPr>
        <p:spPr>
          <a:xfrm>
            <a:off x="1283368" y="1866597"/>
            <a:ext cx="5727032" cy="3920054"/>
          </a:xfrm>
        </p:spPr>
        <p:txBody>
          <a:bodyPr/>
          <a:lstStyle/>
          <a:p>
            <a:pPr algn="just"/>
            <a:r>
              <a:rPr lang="en-US" dirty="0">
                <a:solidFill>
                  <a:schemeClr val="tx1"/>
                </a:solidFill>
              </a:rPr>
              <a:t>Decision tables are used in many engineering disciplines to represent complex logical relationships. </a:t>
            </a:r>
          </a:p>
          <a:p>
            <a:pPr algn="just"/>
            <a:r>
              <a:rPr lang="en-US" dirty="0">
                <a:solidFill>
                  <a:schemeClr val="tx1"/>
                </a:solidFill>
              </a:rPr>
              <a:t>An output may be dependent on many input conditions and decision tables give a pictorial view of various combinations of input conditions. </a:t>
            </a:r>
          </a:p>
          <a:p>
            <a:pPr algn="just"/>
            <a:r>
              <a:rPr lang="en-US" dirty="0">
                <a:solidFill>
                  <a:schemeClr val="tx1"/>
                </a:solidFill>
              </a:rPr>
              <a:t>There are four portions of the decision table. The decision table provides a set of conditions and their corresponding actions.</a:t>
            </a:r>
          </a:p>
        </p:txBody>
      </p:sp>
      <p:pic>
        <p:nvPicPr>
          <p:cNvPr id="6" name="Picture 5"/>
          <p:cNvPicPr>
            <a:picLocks noChangeAspect="1"/>
          </p:cNvPicPr>
          <p:nvPr/>
        </p:nvPicPr>
        <p:blipFill>
          <a:blip r:embed="rId2"/>
          <a:stretch>
            <a:fillRect/>
          </a:stretch>
        </p:blipFill>
        <p:spPr>
          <a:xfrm>
            <a:off x="7774675" y="1737360"/>
            <a:ext cx="3898232" cy="2517119"/>
          </a:xfrm>
          <a:prstGeom prst="rect">
            <a:avLst/>
          </a:prstGeom>
        </p:spPr>
      </p:pic>
      <p:pic>
        <p:nvPicPr>
          <p:cNvPr id="7" name="Picture 6"/>
          <p:cNvPicPr>
            <a:picLocks noChangeAspect="1"/>
          </p:cNvPicPr>
          <p:nvPr/>
        </p:nvPicPr>
        <p:blipFill>
          <a:blip r:embed="rId3"/>
          <a:stretch>
            <a:fillRect/>
          </a:stretch>
        </p:blipFill>
        <p:spPr>
          <a:xfrm>
            <a:off x="8888320" y="4495588"/>
            <a:ext cx="2784587" cy="1630102"/>
          </a:xfrm>
          <a:prstGeom prst="rect">
            <a:avLst/>
          </a:prstGeom>
        </p:spPr>
      </p:pic>
    </p:spTree>
    <p:extLst>
      <p:ext uri="{BB962C8B-B14F-4D97-AF65-F5344CB8AC3E}">
        <p14:creationId xmlns:p14="http://schemas.microsoft.com/office/powerpoint/2010/main" val="3502560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Parts of the Decision Table</a:t>
            </a:r>
          </a:p>
        </p:txBody>
      </p:sp>
      <p:sp>
        <p:nvSpPr>
          <p:cNvPr id="3" name="Content Placeholder 2"/>
          <p:cNvSpPr>
            <a:spLocks noGrp="1"/>
          </p:cNvSpPr>
          <p:nvPr>
            <p:ph idx="1"/>
          </p:nvPr>
        </p:nvSpPr>
        <p:spPr/>
        <p:txBody>
          <a:bodyPr>
            <a:noAutofit/>
          </a:bodyPr>
          <a:lstStyle/>
          <a:p>
            <a:r>
              <a:rPr lang="en-US" sz="2000" dirty="0">
                <a:solidFill>
                  <a:schemeClr val="tx1"/>
                </a:solidFill>
              </a:rPr>
              <a:t>The four parts of the decision table are given as:</a:t>
            </a:r>
          </a:p>
          <a:p>
            <a:pPr>
              <a:buFont typeface="Arial" panose="020B0604020202020204" pitchFamily="34" charset="0"/>
              <a:buChar char="•"/>
            </a:pPr>
            <a:r>
              <a:rPr lang="en-US" sz="2000" dirty="0">
                <a:solidFill>
                  <a:schemeClr val="tx1"/>
                </a:solidFill>
              </a:rPr>
              <a:t>Condition Stubs: All the conditions are represented in this upper left section of the decision table. These conditions are used to determine a particular action or set of actions.</a:t>
            </a:r>
          </a:p>
          <a:p>
            <a:pPr>
              <a:buFont typeface="Arial" panose="020B0604020202020204" pitchFamily="34" charset="0"/>
              <a:buChar char="•"/>
            </a:pPr>
            <a:r>
              <a:rPr lang="en-US" sz="2000" dirty="0">
                <a:solidFill>
                  <a:schemeClr val="tx1"/>
                </a:solidFill>
              </a:rPr>
              <a:t>Action Stubs: All possible actions are listed in this lower left portion of the decision table.</a:t>
            </a:r>
          </a:p>
          <a:p>
            <a:pPr>
              <a:buFont typeface="Arial" panose="020B0604020202020204" pitchFamily="34" charset="0"/>
              <a:buChar char="•"/>
            </a:pPr>
            <a:r>
              <a:rPr lang="en-US" sz="2000" dirty="0">
                <a:solidFill>
                  <a:schemeClr val="tx1"/>
                </a:solidFill>
              </a:rPr>
              <a:t>Condition Entries: In the condition entries portion of the decision table, we have a number of columns and each column represents a rule. </a:t>
            </a:r>
          </a:p>
          <a:p>
            <a:pPr>
              <a:buFont typeface="Arial" panose="020B0604020202020204" pitchFamily="34" charset="0"/>
              <a:buChar char="•"/>
            </a:pPr>
            <a:r>
              <a:rPr lang="en-US" sz="2000" dirty="0">
                <a:solidFill>
                  <a:schemeClr val="tx1"/>
                </a:solidFill>
              </a:rPr>
              <a:t>Action Entries: Each entry in the action entries portion has some associated action or set of actions in this lower right portion of the table. </a:t>
            </a:r>
          </a:p>
        </p:txBody>
      </p:sp>
    </p:spTree>
    <p:extLst>
      <p:ext uri="{BB962C8B-B14F-4D97-AF65-F5344CB8AC3E}">
        <p14:creationId xmlns:p14="http://schemas.microsoft.com/office/powerpoint/2010/main" val="4240682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Typical structure of decision table</a:t>
            </a:r>
          </a:p>
        </p:txBody>
      </p:sp>
      <p:pic>
        <p:nvPicPr>
          <p:cNvPr id="7" name="Picture 6"/>
          <p:cNvPicPr>
            <a:picLocks noChangeAspect="1"/>
          </p:cNvPicPr>
          <p:nvPr/>
        </p:nvPicPr>
        <p:blipFill>
          <a:blip r:embed="rId2"/>
          <a:stretch>
            <a:fillRect/>
          </a:stretch>
        </p:blipFill>
        <p:spPr>
          <a:xfrm>
            <a:off x="1276904" y="2129451"/>
            <a:ext cx="8871284" cy="2626393"/>
          </a:xfrm>
          <a:prstGeom prst="rect">
            <a:avLst/>
          </a:prstGeom>
        </p:spPr>
      </p:pic>
    </p:spTree>
    <p:extLst>
      <p:ext uri="{BB962C8B-B14F-4D97-AF65-F5344CB8AC3E}">
        <p14:creationId xmlns:p14="http://schemas.microsoft.com/office/powerpoint/2010/main" val="1253061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decision table for a login screen.</a:t>
            </a:r>
          </a:p>
        </p:txBody>
      </p:sp>
      <p:sp>
        <p:nvSpPr>
          <p:cNvPr id="3" name="Content Placeholder 2"/>
          <p:cNvSpPr>
            <a:spLocks noGrp="1"/>
          </p:cNvSpPr>
          <p:nvPr>
            <p:ph idx="1"/>
          </p:nvPr>
        </p:nvSpPr>
        <p:spPr/>
        <p:txBody>
          <a:bodyPr>
            <a:normAutofit/>
          </a:bodyPr>
          <a:lstStyle/>
          <a:p>
            <a:pPr algn="just"/>
            <a:r>
              <a:rPr lang="en-US" sz="2000" dirty="0">
                <a:solidFill>
                  <a:schemeClr val="tx1"/>
                </a:solidFill>
              </a:rPr>
              <a:t>The condition is simple if the user provides correct username and password the user will be redirected to the homepage. If any of the input is wrong, an error message will be displayed.</a:t>
            </a:r>
          </a:p>
          <a:p>
            <a:r>
              <a:rPr lang="en-US" dirty="0">
                <a:solidFill>
                  <a:schemeClr val="tx1"/>
                </a:solidFill>
              </a:rPr>
              <a:t>Case 1 – Username and password both were wrong. The user is shown an error message.</a:t>
            </a:r>
          </a:p>
          <a:p>
            <a:r>
              <a:rPr lang="en-US" dirty="0">
                <a:solidFill>
                  <a:schemeClr val="tx1"/>
                </a:solidFill>
              </a:rPr>
              <a:t>Case 2 – Username was correct, but the password was wrong. The user is shown an error message.</a:t>
            </a:r>
          </a:p>
          <a:p>
            <a:r>
              <a:rPr lang="en-US" dirty="0">
                <a:solidFill>
                  <a:schemeClr val="tx1"/>
                </a:solidFill>
              </a:rPr>
              <a:t>Case 3 – Username was wrong, but the password was correct. The user is shown an error message.</a:t>
            </a:r>
          </a:p>
          <a:p>
            <a:r>
              <a:rPr lang="en-US" dirty="0">
                <a:solidFill>
                  <a:schemeClr val="tx1"/>
                </a:solidFill>
              </a:rPr>
              <a:t>Case 4 – Username and password both were correct, and the user navigated to homepage</a:t>
            </a:r>
          </a:p>
        </p:txBody>
      </p:sp>
    </p:spTree>
    <p:extLst>
      <p:ext uri="{BB962C8B-B14F-4D97-AF65-F5344CB8AC3E}">
        <p14:creationId xmlns:p14="http://schemas.microsoft.com/office/powerpoint/2010/main" val="1729599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3"/>
          <a:stretch>
            <a:fillRect/>
          </a:stretch>
        </p:blipFill>
        <p:spPr>
          <a:xfrm>
            <a:off x="770619" y="1087991"/>
            <a:ext cx="11021215" cy="3634135"/>
          </a:xfrm>
          <a:prstGeom prst="rect">
            <a:avLst/>
          </a:prstGeom>
        </p:spPr>
      </p:pic>
    </p:spTree>
    <p:extLst>
      <p:ext uri="{BB962C8B-B14F-4D97-AF65-F5344CB8AC3E}">
        <p14:creationId xmlns:p14="http://schemas.microsoft.com/office/powerpoint/2010/main" val="174372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applicability</a:t>
            </a:r>
          </a:p>
        </p:txBody>
      </p:sp>
      <p:sp>
        <p:nvSpPr>
          <p:cNvPr id="3" name="Content Placeholder 2"/>
          <p:cNvSpPr>
            <a:spLocks noGrp="1"/>
          </p:cNvSpPr>
          <p:nvPr>
            <p:ph idx="1"/>
          </p:nvPr>
        </p:nvSpPr>
        <p:spPr/>
        <p:txBody>
          <a:bodyPr/>
          <a:lstStyle/>
          <a:p>
            <a:pPr algn="just">
              <a:buFont typeface="Arial" panose="020B0604020202020204" pitchFamily="34" charset="0"/>
              <a:buChar char="•"/>
            </a:pPr>
            <a:r>
              <a:rPr lang="en-US" dirty="0">
                <a:solidFill>
                  <a:schemeClr val="tx1"/>
                </a:solidFill>
              </a:rPr>
              <a:t>Decision tables are popular in circumstances where an output is dependent on many conditions and a large number of decisions are required to be taken. </a:t>
            </a:r>
          </a:p>
          <a:p>
            <a:pPr algn="just">
              <a:buFont typeface="Arial" panose="020B0604020202020204" pitchFamily="34" charset="0"/>
              <a:buChar char="•"/>
            </a:pPr>
            <a:r>
              <a:rPr lang="en-US" dirty="0">
                <a:solidFill>
                  <a:schemeClr val="tx1"/>
                </a:solidFill>
              </a:rPr>
              <a:t>They may also incorporate complex business rules and use them to design test cases.</a:t>
            </a:r>
          </a:p>
          <a:p>
            <a:pPr algn="just">
              <a:buFont typeface="Arial" panose="020B0604020202020204" pitchFamily="34" charset="0"/>
              <a:buChar char="•"/>
            </a:pPr>
            <a:r>
              <a:rPr lang="en-US" dirty="0">
                <a:solidFill>
                  <a:schemeClr val="tx1"/>
                </a:solidFill>
              </a:rPr>
              <a:t>Every column of the decision table generates a test case. </a:t>
            </a:r>
          </a:p>
          <a:p>
            <a:pPr algn="just">
              <a:buFont typeface="Arial" panose="020B0604020202020204" pitchFamily="34" charset="0"/>
              <a:buChar char="•"/>
            </a:pPr>
            <a:r>
              <a:rPr lang="en-US" dirty="0">
                <a:solidFill>
                  <a:schemeClr val="tx1"/>
                </a:solidFill>
              </a:rPr>
              <a:t>As the size of the program increases, handling of decision tables becomes difficult and cumbersome. </a:t>
            </a:r>
          </a:p>
          <a:p>
            <a:pPr algn="just">
              <a:buFont typeface="Arial" panose="020B0604020202020204" pitchFamily="34" charset="0"/>
              <a:buChar char="•"/>
            </a:pPr>
            <a:r>
              <a:rPr lang="en-US" dirty="0">
                <a:solidFill>
                  <a:schemeClr val="tx1"/>
                </a:solidFill>
              </a:rPr>
              <a:t>In practice, they can be applied easily at unit level only. System testing and integration testing may not find its effective applications.</a:t>
            </a:r>
          </a:p>
        </p:txBody>
      </p:sp>
    </p:spTree>
    <p:extLst>
      <p:ext uri="{BB962C8B-B14F-4D97-AF65-F5344CB8AC3E}">
        <p14:creationId xmlns:p14="http://schemas.microsoft.com/office/powerpoint/2010/main" val="457050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applicability</a:t>
            </a:r>
          </a:p>
        </p:txBody>
      </p:sp>
      <p:sp>
        <p:nvSpPr>
          <p:cNvPr id="3" name="Content Placeholder 2"/>
          <p:cNvSpPr>
            <a:spLocks noGrp="1"/>
          </p:cNvSpPr>
          <p:nvPr>
            <p:ph idx="1"/>
          </p:nvPr>
        </p:nvSpPr>
        <p:spPr/>
        <p:txBody>
          <a:bodyPr/>
          <a:lstStyle/>
          <a:p>
            <a:pPr algn="just"/>
            <a:r>
              <a:rPr lang="en-US" dirty="0">
                <a:solidFill>
                  <a:schemeClr val="tx1"/>
                </a:solidFill>
              </a:rPr>
              <a:t> It's a tabular representation of input conditions and resulting actions. Additionally, it shows the causes and effects. Therefore, this technique is also called a </a:t>
            </a:r>
            <a:r>
              <a:rPr lang="en-US" b="1" i="1" dirty="0">
                <a:solidFill>
                  <a:schemeClr val="tx1"/>
                </a:solidFill>
              </a:rPr>
              <a:t>cause-effect table.</a:t>
            </a:r>
          </a:p>
          <a:p>
            <a:pPr algn="just"/>
            <a:r>
              <a:rPr lang="en-US" dirty="0">
                <a:solidFill>
                  <a:schemeClr val="tx1"/>
                </a:solidFill>
              </a:rPr>
              <a:t>Testing combinations can be a challenge, especially if the number of combinations is enormous. Moreover, testing all combinations is not practically feasible as it's not cost and time effective. Therefore, we have to be satisfied with testing just a small subset of combinations. That is to say, the success of this technique depends on our choice of combinations</a:t>
            </a:r>
          </a:p>
        </p:txBody>
      </p:sp>
    </p:spTree>
    <p:extLst>
      <p:ext uri="{BB962C8B-B14F-4D97-AF65-F5344CB8AC3E}">
        <p14:creationId xmlns:p14="http://schemas.microsoft.com/office/powerpoint/2010/main" val="1593451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382224" y="2598003"/>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997</TotalTime>
  <Words>623</Words>
  <Application>Microsoft Office PowerPoint</Application>
  <PresentationFormat>Widescreen</PresentationFormat>
  <Paragraphs>41</Paragraphs>
  <Slides>10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Calibri Light</vt:lpstr>
      <vt:lpstr>Times New Roman</vt:lpstr>
      <vt:lpstr>Retrospect</vt:lpstr>
      <vt:lpstr> Software Quality Engineering</vt:lpstr>
      <vt:lpstr>DECISION TABLE BASED TESTING</vt:lpstr>
      <vt:lpstr>DECISION TABLE BASED TESTING</vt:lpstr>
      <vt:lpstr>Parts of the Decision Table</vt:lpstr>
      <vt:lpstr>Typical structure of decision table</vt:lpstr>
      <vt:lpstr>decision table for a login screen.</vt:lpstr>
      <vt:lpstr>PowerPoint Presentation</vt:lpstr>
      <vt:lpstr>applicability</vt:lpstr>
      <vt:lpstr>applicability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28</cp:revision>
  <dcterms:created xsi:type="dcterms:W3CDTF">2024-08-09T06:58:16Z</dcterms:created>
  <dcterms:modified xsi:type="dcterms:W3CDTF">2024-09-19T05:11:24Z</dcterms:modified>
</cp:coreProperties>
</file>