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2"/>
  </p:notesMasterIdLst>
  <p:sldIdLst>
    <p:sldId id="256" r:id="rId2"/>
    <p:sldId id="511" r:id="rId3"/>
    <p:sldId id="512" r:id="rId4"/>
    <p:sldId id="525" r:id="rId5"/>
    <p:sldId id="526" r:id="rId6"/>
    <p:sldId id="527" r:id="rId7"/>
    <p:sldId id="528" r:id="rId8"/>
    <p:sldId id="529" r:id="rId9"/>
    <p:sldId id="516" r:id="rId10"/>
    <p:sldId id="279"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45A6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914C121-27D5-40DE-A44B-03621975D748}" v="5" dt="2024-10-07T13:13:58.19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441" autoAdjust="0"/>
    <p:restoredTop sz="90805" autoAdjust="0"/>
  </p:normalViewPr>
  <p:slideViewPr>
    <p:cSldViewPr snapToGrid="0">
      <p:cViewPr varScale="1">
        <p:scale>
          <a:sx n="70" d="100"/>
          <a:sy n="70" d="100"/>
        </p:scale>
        <p:origin x="720"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s Alina Arshad" userId="cccdfd85-d35d-4453-9c6f-a463aae40722" providerId="ADAL" clId="{6D99148A-78EC-44A5-895B-9E6E7F8E190D}"/>
    <pc:docChg chg="undo custSel delSld modSld">
      <pc:chgData name="Ms Alina Arshad" userId="cccdfd85-d35d-4453-9c6f-a463aae40722" providerId="ADAL" clId="{6D99148A-78EC-44A5-895B-9E6E7F8E190D}" dt="2024-08-30T09:52:56.715" v="36" actId="47"/>
      <pc:docMkLst>
        <pc:docMk/>
      </pc:docMkLst>
      <pc:sldChg chg="modSp mod">
        <pc:chgData name="Ms Alina Arshad" userId="cccdfd85-d35d-4453-9c6f-a463aae40722" providerId="ADAL" clId="{6D99148A-78EC-44A5-895B-9E6E7F8E190D}" dt="2024-08-30T09:51:42.777" v="9" actId="20577"/>
        <pc:sldMkLst>
          <pc:docMk/>
          <pc:sldMk cId="3322361034" sldId="256"/>
        </pc:sldMkLst>
        <pc:spChg chg="mod">
          <ac:chgData name="Ms Alina Arshad" userId="cccdfd85-d35d-4453-9c6f-a463aae40722" providerId="ADAL" clId="{6D99148A-78EC-44A5-895B-9E6E7F8E190D}" dt="2024-08-30T09:51:42.777" v="9" actId="20577"/>
          <ac:spMkLst>
            <pc:docMk/>
            <pc:sldMk cId="3322361034" sldId="256"/>
            <ac:spMk id="3" creationId="{44E9F82C-BBA7-3495-1097-BEDB54FFFDF4}"/>
          </ac:spMkLst>
        </pc:spChg>
      </pc:sldChg>
      <pc:sldChg chg="modNotesTx">
        <pc:chgData name="Ms Alina Arshad" userId="cccdfd85-d35d-4453-9c6f-a463aae40722" providerId="ADAL" clId="{6D99148A-78EC-44A5-895B-9E6E7F8E190D}" dt="2024-08-30T09:52:54.702" v="35" actId="5793"/>
        <pc:sldMkLst>
          <pc:docMk/>
          <pc:sldMk cId="515654138" sldId="410"/>
        </pc:sldMkLst>
      </pc:sldChg>
      <pc:sldChg chg="modSp del mod">
        <pc:chgData name="Ms Alina Arshad" userId="cccdfd85-d35d-4453-9c6f-a463aae40722" providerId="ADAL" clId="{6D99148A-78EC-44A5-895B-9E6E7F8E190D}" dt="2024-08-30T09:52:56.715" v="36" actId="47"/>
        <pc:sldMkLst>
          <pc:docMk/>
          <pc:sldMk cId="2400755825" sldId="414"/>
        </pc:sldMkLst>
        <pc:spChg chg="mod">
          <ac:chgData name="Ms Alina Arshad" userId="cccdfd85-d35d-4453-9c6f-a463aae40722" providerId="ADAL" clId="{6D99148A-78EC-44A5-895B-9E6E7F8E190D}" dt="2024-08-30T09:52:11.454" v="11" actId="27636"/>
          <ac:spMkLst>
            <pc:docMk/>
            <pc:sldMk cId="2400755825" sldId="414"/>
            <ac:spMk id="5" creationId="{6D2D65F8-7067-309B-2162-EDCA7F792D63}"/>
          </ac:spMkLst>
        </pc:spChg>
      </pc:sldChg>
    </pc:docChg>
  </pc:docChgLst>
  <pc:docChgLst>
    <pc:chgData name="Ms Alina Arshad" userId="cccdfd85-d35d-4453-9c6f-a463aae40722" providerId="ADAL" clId="{32985948-661D-45EF-9212-3BF9750EF1D6}"/>
    <pc:docChg chg="undo custSel addSld delSld modSld">
      <pc:chgData name="Ms Alina Arshad" userId="cccdfd85-d35d-4453-9c6f-a463aae40722" providerId="ADAL" clId="{32985948-661D-45EF-9212-3BF9750EF1D6}" dt="2024-09-29T11:40:01.801" v="677" actId="20577"/>
      <pc:docMkLst>
        <pc:docMk/>
      </pc:docMkLst>
      <pc:sldChg chg="modSp mod">
        <pc:chgData name="Ms Alina Arshad" userId="cccdfd85-d35d-4453-9c6f-a463aae40722" providerId="ADAL" clId="{32985948-661D-45EF-9212-3BF9750EF1D6}" dt="2024-09-29T04:49:30.477" v="45" actId="1076"/>
        <pc:sldMkLst>
          <pc:docMk/>
          <pc:sldMk cId="3322361034" sldId="256"/>
        </pc:sldMkLst>
        <pc:spChg chg="mod">
          <ac:chgData name="Ms Alina Arshad" userId="cccdfd85-d35d-4453-9c6f-a463aae40722" providerId="ADAL" clId="{32985948-661D-45EF-9212-3BF9750EF1D6}" dt="2024-09-29T04:49:30.477" v="45" actId="1076"/>
          <ac:spMkLst>
            <pc:docMk/>
            <pc:sldMk cId="3322361034" sldId="256"/>
            <ac:spMk id="3" creationId="{44E9F82C-BBA7-3495-1097-BEDB54FFFDF4}"/>
          </ac:spMkLst>
        </pc:spChg>
        <pc:spChg chg="mod">
          <ac:chgData name="Ms Alina Arshad" userId="cccdfd85-d35d-4453-9c6f-a463aae40722" providerId="ADAL" clId="{32985948-661D-45EF-9212-3BF9750EF1D6}" dt="2024-09-29T04:49:26.874" v="44" actId="1076"/>
          <ac:spMkLst>
            <pc:docMk/>
            <pc:sldMk cId="3322361034" sldId="256"/>
            <ac:spMk id="5" creationId="{75DE143E-53E3-798D-07E7-8D85DD770A95}"/>
          </ac:spMkLst>
        </pc:spChg>
      </pc:sldChg>
      <pc:sldChg chg="add del">
        <pc:chgData name="Ms Alina Arshad" userId="cccdfd85-d35d-4453-9c6f-a463aae40722" providerId="ADAL" clId="{32985948-661D-45EF-9212-3BF9750EF1D6}" dt="2024-09-29T04:49:39.110" v="47" actId="47"/>
        <pc:sldMkLst>
          <pc:docMk/>
          <pc:sldMk cId="987785057" sldId="258"/>
        </pc:sldMkLst>
      </pc:sldChg>
      <pc:sldChg chg="modSp add del mod">
        <pc:chgData name="Ms Alina Arshad" userId="cccdfd85-d35d-4453-9c6f-a463aae40722" providerId="ADAL" clId="{32985948-661D-45EF-9212-3BF9750EF1D6}" dt="2024-09-29T04:49:34.214" v="46" actId="47"/>
        <pc:sldMkLst>
          <pc:docMk/>
          <pc:sldMk cId="2348086917" sldId="280"/>
        </pc:sldMkLst>
        <pc:spChg chg="mod">
          <ac:chgData name="Ms Alina Arshad" userId="cccdfd85-d35d-4453-9c6f-a463aae40722" providerId="ADAL" clId="{32985948-661D-45EF-9212-3BF9750EF1D6}" dt="2024-09-29T04:48:48.551" v="10" actId="368"/>
          <ac:spMkLst>
            <pc:docMk/>
            <pc:sldMk cId="2348086917" sldId="280"/>
            <ac:spMk id="5" creationId="{00000000-0000-0000-0000-000000000000}"/>
          </ac:spMkLst>
        </pc:spChg>
      </pc:sldChg>
      <pc:sldChg chg="add del">
        <pc:chgData name="Ms Alina Arshad" userId="cccdfd85-d35d-4453-9c6f-a463aae40722" providerId="ADAL" clId="{32985948-661D-45EF-9212-3BF9750EF1D6}" dt="2024-09-29T04:49:54.369" v="48" actId="47"/>
        <pc:sldMkLst>
          <pc:docMk/>
          <pc:sldMk cId="1032267902" sldId="313"/>
        </pc:sldMkLst>
      </pc:sldChg>
      <pc:sldChg chg="del">
        <pc:chgData name="Ms Alina Arshad" userId="cccdfd85-d35d-4453-9c6f-a463aae40722" providerId="ADAL" clId="{32985948-661D-45EF-9212-3BF9750EF1D6}" dt="2024-09-29T04:47:46.044" v="1" actId="47"/>
        <pc:sldMkLst>
          <pc:docMk/>
          <pc:sldMk cId="3502560203" sldId="465"/>
        </pc:sldMkLst>
      </pc:sldChg>
      <pc:sldChg chg="del">
        <pc:chgData name="Ms Alina Arshad" userId="cccdfd85-d35d-4453-9c6f-a463aae40722" providerId="ADAL" clId="{32985948-661D-45EF-9212-3BF9750EF1D6}" dt="2024-09-29T04:47:46.450" v="2" actId="47"/>
        <pc:sldMkLst>
          <pc:docMk/>
          <pc:sldMk cId="4240682665" sldId="466"/>
        </pc:sldMkLst>
      </pc:sldChg>
      <pc:sldChg chg="del">
        <pc:chgData name="Ms Alina Arshad" userId="cccdfd85-d35d-4453-9c6f-a463aae40722" providerId="ADAL" clId="{32985948-661D-45EF-9212-3BF9750EF1D6}" dt="2024-09-29T04:47:46.804" v="3" actId="47"/>
        <pc:sldMkLst>
          <pc:docMk/>
          <pc:sldMk cId="1253061490" sldId="467"/>
        </pc:sldMkLst>
      </pc:sldChg>
      <pc:sldChg chg="del">
        <pc:chgData name="Ms Alina Arshad" userId="cccdfd85-d35d-4453-9c6f-a463aae40722" providerId="ADAL" clId="{32985948-661D-45EF-9212-3BF9750EF1D6}" dt="2024-09-29T04:47:47.168" v="4" actId="47"/>
        <pc:sldMkLst>
          <pc:docMk/>
          <pc:sldMk cId="1729599593" sldId="468"/>
        </pc:sldMkLst>
      </pc:sldChg>
      <pc:sldChg chg="del">
        <pc:chgData name="Ms Alina Arshad" userId="cccdfd85-d35d-4453-9c6f-a463aae40722" providerId="ADAL" clId="{32985948-661D-45EF-9212-3BF9750EF1D6}" dt="2024-09-29T04:47:47.478" v="5" actId="47"/>
        <pc:sldMkLst>
          <pc:docMk/>
          <pc:sldMk cId="174372872" sldId="469"/>
        </pc:sldMkLst>
      </pc:sldChg>
      <pc:sldChg chg="del">
        <pc:chgData name="Ms Alina Arshad" userId="cccdfd85-d35d-4453-9c6f-a463aae40722" providerId="ADAL" clId="{32985948-661D-45EF-9212-3BF9750EF1D6}" dt="2024-09-29T04:47:48.252" v="7" actId="47"/>
        <pc:sldMkLst>
          <pc:docMk/>
          <pc:sldMk cId="1593451177" sldId="472"/>
        </pc:sldMkLst>
      </pc:sldChg>
      <pc:sldChg chg="del">
        <pc:chgData name="Ms Alina Arshad" userId="cccdfd85-d35d-4453-9c6f-a463aae40722" providerId="ADAL" clId="{32985948-661D-45EF-9212-3BF9750EF1D6}" dt="2024-09-29T04:47:45.581" v="0" actId="47"/>
        <pc:sldMkLst>
          <pc:docMk/>
          <pc:sldMk cId="3011208458" sldId="473"/>
        </pc:sldMkLst>
      </pc:sldChg>
      <pc:sldChg chg="del">
        <pc:chgData name="Ms Alina Arshad" userId="cccdfd85-d35d-4453-9c6f-a463aae40722" providerId="ADAL" clId="{32985948-661D-45EF-9212-3BF9750EF1D6}" dt="2024-09-29T04:47:47.777" v="6" actId="47"/>
        <pc:sldMkLst>
          <pc:docMk/>
          <pc:sldMk cId="457050581" sldId="475"/>
        </pc:sldMkLst>
      </pc:sldChg>
      <pc:sldChg chg="delSp modSp add mod delAnim">
        <pc:chgData name="Ms Alina Arshad" userId="cccdfd85-d35d-4453-9c6f-a463aae40722" providerId="ADAL" clId="{32985948-661D-45EF-9212-3BF9750EF1D6}" dt="2024-09-29T11:40:01.801" v="677" actId="20577"/>
        <pc:sldMkLst>
          <pc:docMk/>
          <pc:sldMk cId="1317028974" sldId="475"/>
        </pc:sldMkLst>
        <pc:spChg chg="mod">
          <ac:chgData name="Ms Alina Arshad" userId="cccdfd85-d35d-4453-9c6f-a463aae40722" providerId="ADAL" clId="{32985948-661D-45EF-9212-3BF9750EF1D6}" dt="2024-09-29T11:40:01.801" v="677" actId="20577"/>
          <ac:spMkLst>
            <pc:docMk/>
            <pc:sldMk cId="1317028974" sldId="475"/>
            <ac:spMk id="2" creationId="{00000000-0000-0000-0000-000000000000}"/>
          </ac:spMkLst>
        </pc:spChg>
        <pc:spChg chg="mod">
          <ac:chgData name="Ms Alina Arshad" userId="cccdfd85-d35d-4453-9c6f-a463aae40722" providerId="ADAL" clId="{32985948-661D-45EF-9212-3BF9750EF1D6}" dt="2024-09-29T07:59:38.105" v="330" actId="20577"/>
          <ac:spMkLst>
            <pc:docMk/>
            <pc:sldMk cId="1317028974" sldId="475"/>
            <ac:spMk id="3" creationId="{00000000-0000-0000-0000-000000000000}"/>
          </ac:spMkLst>
        </pc:spChg>
        <pc:spChg chg="del">
          <ac:chgData name="Ms Alina Arshad" userId="cccdfd85-d35d-4453-9c6f-a463aae40722" providerId="ADAL" clId="{32985948-661D-45EF-9212-3BF9750EF1D6}" dt="2024-09-29T04:50:29.988" v="51" actId="478"/>
          <ac:spMkLst>
            <pc:docMk/>
            <pc:sldMk cId="1317028974" sldId="475"/>
            <ac:spMk id="4" creationId="{00000000-0000-0000-0000-000000000000}"/>
          </ac:spMkLst>
        </pc:spChg>
        <pc:spChg chg="del">
          <ac:chgData name="Ms Alina Arshad" userId="cccdfd85-d35d-4453-9c6f-a463aae40722" providerId="ADAL" clId="{32985948-661D-45EF-9212-3BF9750EF1D6}" dt="2024-09-29T07:57:49.173" v="252" actId="478"/>
          <ac:spMkLst>
            <pc:docMk/>
            <pc:sldMk cId="1317028974" sldId="475"/>
            <ac:spMk id="5" creationId="{00000000-0000-0000-0000-000000000000}"/>
          </ac:spMkLst>
        </pc:spChg>
        <pc:picChg chg="del mod">
          <ac:chgData name="Ms Alina Arshad" userId="cccdfd85-d35d-4453-9c6f-a463aae40722" providerId="ADAL" clId="{32985948-661D-45EF-9212-3BF9750EF1D6}" dt="2024-09-29T07:57:47.155" v="251" actId="478"/>
          <ac:picMkLst>
            <pc:docMk/>
            <pc:sldMk cId="1317028974" sldId="475"/>
            <ac:picMk id="6" creationId="{00000000-0000-0000-0000-000000000000}"/>
          </ac:picMkLst>
        </pc:picChg>
      </pc:sldChg>
      <pc:sldChg chg="addSp delSp modSp add mod delAnim">
        <pc:chgData name="Ms Alina Arshad" userId="cccdfd85-d35d-4453-9c6f-a463aae40722" providerId="ADAL" clId="{32985948-661D-45EF-9212-3BF9750EF1D6}" dt="2024-09-29T08:06:47.981" v="374" actId="1076"/>
        <pc:sldMkLst>
          <pc:docMk/>
          <pc:sldMk cId="1999589581" sldId="476"/>
        </pc:sldMkLst>
        <pc:spChg chg="mod">
          <ac:chgData name="Ms Alina Arshad" userId="cccdfd85-d35d-4453-9c6f-a463aae40722" providerId="ADAL" clId="{32985948-661D-45EF-9212-3BF9750EF1D6}" dt="2024-09-29T08:01:18.508" v="331" actId="207"/>
          <ac:spMkLst>
            <pc:docMk/>
            <pc:sldMk cId="1999589581" sldId="476"/>
            <ac:spMk id="2" creationId="{00000000-0000-0000-0000-000000000000}"/>
          </ac:spMkLst>
        </pc:spChg>
        <pc:spChg chg="mod">
          <ac:chgData name="Ms Alina Arshad" userId="cccdfd85-d35d-4453-9c6f-a463aae40722" providerId="ADAL" clId="{32985948-661D-45EF-9212-3BF9750EF1D6}" dt="2024-09-29T08:06:37.805" v="373" actId="403"/>
          <ac:spMkLst>
            <pc:docMk/>
            <pc:sldMk cId="1999589581" sldId="476"/>
            <ac:spMk id="3" creationId="{00000000-0000-0000-0000-000000000000}"/>
          </ac:spMkLst>
        </pc:spChg>
        <pc:spChg chg="del">
          <ac:chgData name="Ms Alina Arshad" userId="cccdfd85-d35d-4453-9c6f-a463aae40722" providerId="ADAL" clId="{32985948-661D-45EF-9212-3BF9750EF1D6}" dt="2024-09-29T04:51:22.726" v="67" actId="478"/>
          <ac:spMkLst>
            <pc:docMk/>
            <pc:sldMk cId="1999589581" sldId="476"/>
            <ac:spMk id="4" creationId="{00000000-0000-0000-0000-000000000000}"/>
          </ac:spMkLst>
        </pc:spChg>
        <pc:spChg chg="del">
          <ac:chgData name="Ms Alina Arshad" userId="cccdfd85-d35d-4453-9c6f-a463aae40722" providerId="ADAL" clId="{32985948-661D-45EF-9212-3BF9750EF1D6}" dt="2024-09-29T04:51:24.730" v="68" actId="478"/>
          <ac:spMkLst>
            <pc:docMk/>
            <pc:sldMk cId="1999589581" sldId="476"/>
            <ac:spMk id="5" creationId="{00000000-0000-0000-0000-000000000000}"/>
          </ac:spMkLst>
        </pc:spChg>
        <pc:spChg chg="add mod">
          <ac:chgData name="Ms Alina Arshad" userId="cccdfd85-d35d-4453-9c6f-a463aae40722" providerId="ADAL" clId="{32985948-661D-45EF-9212-3BF9750EF1D6}" dt="2024-09-29T08:06:29.680" v="370" actId="207"/>
          <ac:spMkLst>
            <pc:docMk/>
            <pc:sldMk cId="1999589581" sldId="476"/>
            <ac:spMk id="5" creationId="{F0FC1B4B-EFA7-313C-F90C-846A894B9230}"/>
          </ac:spMkLst>
        </pc:spChg>
        <pc:picChg chg="mod">
          <ac:chgData name="Ms Alina Arshad" userId="cccdfd85-d35d-4453-9c6f-a463aae40722" providerId="ADAL" clId="{32985948-661D-45EF-9212-3BF9750EF1D6}" dt="2024-09-29T08:06:47.981" v="374" actId="1076"/>
          <ac:picMkLst>
            <pc:docMk/>
            <pc:sldMk cId="1999589581" sldId="476"/>
            <ac:picMk id="6" creationId="{00000000-0000-0000-0000-000000000000}"/>
          </ac:picMkLst>
        </pc:picChg>
        <pc:picChg chg="del mod">
          <ac:chgData name="Ms Alina Arshad" userId="cccdfd85-d35d-4453-9c6f-a463aae40722" providerId="ADAL" clId="{32985948-661D-45EF-9212-3BF9750EF1D6}" dt="2024-09-29T08:04:51.266" v="333" actId="478"/>
          <ac:picMkLst>
            <pc:docMk/>
            <pc:sldMk cId="1999589581" sldId="476"/>
            <ac:picMk id="8" creationId="{00000000-0000-0000-0000-000000000000}"/>
          </ac:picMkLst>
        </pc:picChg>
      </pc:sldChg>
      <pc:sldChg chg="addSp delSp modSp add mod modNotesTx">
        <pc:chgData name="Ms Alina Arshad" userId="cccdfd85-d35d-4453-9c6f-a463aae40722" providerId="ADAL" clId="{32985948-661D-45EF-9212-3BF9750EF1D6}" dt="2024-09-29T09:05:12.947" v="502" actId="1036"/>
        <pc:sldMkLst>
          <pc:docMk/>
          <pc:sldMk cId="4056107159" sldId="477"/>
        </pc:sldMkLst>
        <pc:spChg chg="mod">
          <ac:chgData name="Ms Alina Arshad" userId="cccdfd85-d35d-4453-9c6f-a463aae40722" providerId="ADAL" clId="{32985948-661D-45EF-9212-3BF9750EF1D6}" dt="2024-09-29T04:51:55.633" v="75" actId="113"/>
          <ac:spMkLst>
            <pc:docMk/>
            <pc:sldMk cId="4056107159" sldId="477"/>
            <ac:spMk id="2" creationId="{00000000-0000-0000-0000-000000000000}"/>
          </ac:spMkLst>
        </pc:spChg>
        <pc:spChg chg="del">
          <ac:chgData name="Ms Alina Arshad" userId="cccdfd85-d35d-4453-9c6f-a463aae40722" providerId="ADAL" clId="{32985948-661D-45EF-9212-3BF9750EF1D6}" dt="2024-09-29T04:53:00.586" v="90" actId="478"/>
          <ac:spMkLst>
            <pc:docMk/>
            <pc:sldMk cId="4056107159" sldId="477"/>
            <ac:spMk id="4" creationId="{00000000-0000-0000-0000-000000000000}"/>
          </ac:spMkLst>
        </pc:spChg>
        <pc:spChg chg="del">
          <ac:chgData name="Ms Alina Arshad" userId="cccdfd85-d35d-4453-9c6f-a463aae40722" providerId="ADAL" clId="{32985948-661D-45EF-9212-3BF9750EF1D6}" dt="2024-09-29T04:52:53.893" v="89" actId="478"/>
          <ac:spMkLst>
            <pc:docMk/>
            <pc:sldMk cId="4056107159" sldId="477"/>
            <ac:spMk id="5" creationId="{00000000-0000-0000-0000-000000000000}"/>
          </ac:spMkLst>
        </pc:spChg>
        <pc:spChg chg="add mod">
          <ac:chgData name="Ms Alina Arshad" userId="cccdfd85-d35d-4453-9c6f-a463aae40722" providerId="ADAL" clId="{32985948-661D-45EF-9212-3BF9750EF1D6}" dt="2024-09-29T09:05:12.947" v="502" actId="1036"/>
          <ac:spMkLst>
            <pc:docMk/>
            <pc:sldMk cId="4056107159" sldId="477"/>
            <ac:spMk id="5" creationId="{23586CC7-BCFB-60C9-94BB-FF3EBB06A1D4}"/>
          </ac:spMkLst>
        </pc:spChg>
        <pc:picChg chg="del mod">
          <ac:chgData name="Ms Alina Arshad" userId="cccdfd85-d35d-4453-9c6f-a463aae40722" providerId="ADAL" clId="{32985948-661D-45EF-9212-3BF9750EF1D6}" dt="2024-09-29T04:53:21.891" v="92" actId="478"/>
          <ac:picMkLst>
            <pc:docMk/>
            <pc:sldMk cId="4056107159" sldId="477"/>
            <ac:picMk id="6" creationId="{00000000-0000-0000-0000-000000000000}"/>
          </ac:picMkLst>
        </pc:picChg>
        <pc:picChg chg="del mod">
          <ac:chgData name="Ms Alina Arshad" userId="cccdfd85-d35d-4453-9c6f-a463aae40722" providerId="ADAL" clId="{32985948-661D-45EF-9212-3BF9750EF1D6}" dt="2024-09-29T08:07:12.619" v="375" actId="478"/>
          <ac:picMkLst>
            <pc:docMk/>
            <pc:sldMk cId="4056107159" sldId="477"/>
            <ac:picMk id="7" creationId="{00000000-0000-0000-0000-000000000000}"/>
          </ac:picMkLst>
        </pc:picChg>
        <pc:picChg chg="del mod">
          <ac:chgData name="Ms Alina Arshad" userId="cccdfd85-d35d-4453-9c6f-a463aae40722" providerId="ADAL" clId="{32985948-661D-45EF-9212-3BF9750EF1D6}" dt="2024-09-29T04:53:23.715" v="93" actId="478"/>
          <ac:picMkLst>
            <pc:docMk/>
            <pc:sldMk cId="4056107159" sldId="477"/>
            <ac:picMk id="8" creationId="{00000000-0000-0000-0000-000000000000}"/>
          </ac:picMkLst>
        </pc:picChg>
      </pc:sldChg>
      <pc:sldChg chg="addSp delSp modSp add mod delAnim">
        <pc:chgData name="Ms Alina Arshad" userId="cccdfd85-d35d-4453-9c6f-a463aae40722" providerId="ADAL" clId="{32985948-661D-45EF-9212-3BF9750EF1D6}" dt="2024-09-29T08:15:06.065" v="479" actId="20577"/>
        <pc:sldMkLst>
          <pc:docMk/>
          <pc:sldMk cId="3142530740" sldId="478"/>
        </pc:sldMkLst>
        <pc:spChg chg="mod">
          <ac:chgData name="Ms Alina Arshad" userId="cccdfd85-d35d-4453-9c6f-a463aae40722" providerId="ADAL" clId="{32985948-661D-45EF-9212-3BF9750EF1D6}" dt="2024-09-29T04:54:29.523" v="102" actId="113"/>
          <ac:spMkLst>
            <pc:docMk/>
            <pc:sldMk cId="3142530740" sldId="478"/>
            <ac:spMk id="2" creationId="{00000000-0000-0000-0000-000000000000}"/>
          </ac:spMkLst>
        </pc:spChg>
        <pc:spChg chg="mod">
          <ac:chgData name="Ms Alina Arshad" userId="cccdfd85-d35d-4453-9c6f-a463aae40722" providerId="ADAL" clId="{32985948-661D-45EF-9212-3BF9750EF1D6}" dt="2024-09-29T08:13:59.233" v="464"/>
          <ac:spMkLst>
            <pc:docMk/>
            <pc:sldMk cId="3142530740" sldId="478"/>
            <ac:spMk id="3" creationId="{00000000-0000-0000-0000-000000000000}"/>
          </ac:spMkLst>
        </pc:spChg>
        <pc:spChg chg="del">
          <ac:chgData name="Ms Alina Arshad" userId="cccdfd85-d35d-4453-9c6f-a463aae40722" providerId="ADAL" clId="{32985948-661D-45EF-9212-3BF9750EF1D6}" dt="2024-09-29T04:55:16.885" v="119" actId="478"/>
          <ac:spMkLst>
            <pc:docMk/>
            <pc:sldMk cId="3142530740" sldId="478"/>
            <ac:spMk id="4" creationId="{00000000-0000-0000-0000-000000000000}"/>
          </ac:spMkLst>
        </pc:spChg>
        <pc:spChg chg="del">
          <ac:chgData name="Ms Alina Arshad" userId="cccdfd85-d35d-4453-9c6f-a463aae40722" providerId="ADAL" clId="{32985948-661D-45EF-9212-3BF9750EF1D6}" dt="2024-09-29T04:55:18.892" v="120" actId="478"/>
          <ac:spMkLst>
            <pc:docMk/>
            <pc:sldMk cId="3142530740" sldId="478"/>
            <ac:spMk id="5" creationId="{00000000-0000-0000-0000-000000000000}"/>
          </ac:spMkLst>
        </pc:spChg>
        <pc:spChg chg="add mod">
          <ac:chgData name="Ms Alina Arshad" userId="cccdfd85-d35d-4453-9c6f-a463aae40722" providerId="ADAL" clId="{32985948-661D-45EF-9212-3BF9750EF1D6}" dt="2024-09-29T08:15:06.065" v="479" actId="20577"/>
          <ac:spMkLst>
            <pc:docMk/>
            <pc:sldMk cId="3142530740" sldId="478"/>
            <ac:spMk id="5" creationId="{BB6A54B0-BC62-4B83-BA65-03696D78FBA8}"/>
          </ac:spMkLst>
        </pc:spChg>
        <pc:spChg chg="add mod">
          <ac:chgData name="Ms Alina Arshad" userId="cccdfd85-d35d-4453-9c6f-a463aae40722" providerId="ADAL" clId="{32985948-661D-45EF-9212-3BF9750EF1D6}" dt="2024-09-29T08:14:36.689" v="473" actId="1076"/>
          <ac:spMkLst>
            <pc:docMk/>
            <pc:sldMk cId="3142530740" sldId="478"/>
            <ac:spMk id="8" creationId="{EECA2D44-D37B-E53E-E9E8-1E944B4ED565}"/>
          </ac:spMkLst>
        </pc:spChg>
        <pc:picChg chg="del mod modCrop">
          <ac:chgData name="Ms Alina Arshad" userId="cccdfd85-d35d-4453-9c6f-a463aae40722" providerId="ADAL" clId="{32985948-661D-45EF-9212-3BF9750EF1D6}" dt="2024-09-29T08:12:25.409" v="441" actId="478"/>
          <ac:picMkLst>
            <pc:docMk/>
            <pc:sldMk cId="3142530740" sldId="478"/>
            <ac:picMk id="6" creationId="{00000000-0000-0000-0000-000000000000}"/>
          </ac:picMkLst>
        </pc:picChg>
      </pc:sldChg>
      <pc:sldChg chg="delSp modSp add mod">
        <pc:chgData name="Ms Alina Arshad" userId="cccdfd85-d35d-4453-9c6f-a463aae40722" providerId="ADAL" clId="{32985948-661D-45EF-9212-3BF9750EF1D6}" dt="2024-09-29T04:55:55.321" v="132" actId="207"/>
        <pc:sldMkLst>
          <pc:docMk/>
          <pc:sldMk cId="3718238795" sldId="479"/>
        </pc:sldMkLst>
        <pc:spChg chg="mod">
          <ac:chgData name="Ms Alina Arshad" userId="cccdfd85-d35d-4453-9c6f-a463aae40722" providerId="ADAL" clId="{32985948-661D-45EF-9212-3BF9750EF1D6}" dt="2024-09-29T04:55:46.840" v="129" actId="113"/>
          <ac:spMkLst>
            <pc:docMk/>
            <pc:sldMk cId="3718238795" sldId="479"/>
            <ac:spMk id="2" creationId="{00000000-0000-0000-0000-000000000000}"/>
          </ac:spMkLst>
        </pc:spChg>
        <pc:spChg chg="mod">
          <ac:chgData name="Ms Alina Arshad" userId="cccdfd85-d35d-4453-9c6f-a463aae40722" providerId="ADAL" clId="{32985948-661D-45EF-9212-3BF9750EF1D6}" dt="2024-09-29T04:55:55.321" v="132" actId="207"/>
          <ac:spMkLst>
            <pc:docMk/>
            <pc:sldMk cId="3718238795" sldId="479"/>
            <ac:spMk id="3" creationId="{00000000-0000-0000-0000-000000000000}"/>
          </ac:spMkLst>
        </pc:spChg>
        <pc:spChg chg="del">
          <ac:chgData name="Ms Alina Arshad" userId="cccdfd85-d35d-4453-9c6f-a463aae40722" providerId="ADAL" clId="{32985948-661D-45EF-9212-3BF9750EF1D6}" dt="2024-09-29T04:55:49.250" v="130" actId="478"/>
          <ac:spMkLst>
            <pc:docMk/>
            <pc:sldMk cId="3718238795" sldId="479"/>
            <ac:spMk id="4" creationId="{00000000-0000-0000-0000-000000000000}"/>
          </ac:spMkLst>
        </pc:spChg>
        <pc:spChg chg="del">
          <ac:chgData name="Ms Alina Arshad" userId="cccdfd85-d35d-4453-9c6f-a463aae40722" providerId="ADAL" clId="{32985948-661D-45EF-9212-3BF9750EF1D6}" dt="2024-09-29T04:55:51.210" v="131" actId="478"/>
          <ac:spMkLst>
            <pc:docMk/>
            <pc:sldMk cId="3718238795" sldId="479"/>
            <ac:spMk id="5" creationId="{00000000-0000-0000-0000-000000000000}"/>
          </ac:spMkLst>
        </pc:spChg>
      </pc:sldChg>
      <pc:sldChg chg="delSp modSp add mod">
        <pc:chgData name="Ms Alina Arshad" userId="cccdfd85-d35d-4453-9c6f-a463aae40722" providerId="ADAL" clId="{32985948-661D-45EF-9212-3BF9750EF1D6}" dt="2024-09-29T05:01:04.287" v="233" actId="207"/>
        <pc:sldMkLst>
          <pc:docMk/>
          <pc:sldMk cId="3737652639" sldId="482"/>
        </pc:sldMkLst>
        <pc:spChg chg="del">
          <ac:chgData name="Ms Alina Arshad" userId="cccdfd85-d35d-4453-9c6f-a463aae40722" providerId="ADAL" clId="{32985948-661D-45EF-9212-3BF9750EF1D6}" dt="2024-09-29T05:01:00.790" v="232" actId="478"/>
          <ac:spMkLst>
            <pc:docMk/>
            <pc:sldMk cId="3737652639" sldId="482"/>
            <ac:spMk id="2" creationId="{00000000-0000-0000-0000-000000000000}"/>
          </ac:spMkLst>
        </pc:spChg>
        <pc:spChg chg="mod">
          <ac:chgData name="Ms Alina Arshad" userId="cccdfd85-d35d-4453-9c6f-a463aae40722" providerId="ADAL" clId="{32985948-661D-45EF-9212-3BF9750EF1D6}" dt="2024-09-29T05:01:04.287" v="233" actId="207"/>
          <ac:spMkLst>
            <pc:docMk/>
            <pc:sldMk cId="3737652639" sldId="482"/>
            <ac:spMk id="3" creationId="{00000000-0000-0000-0000-000000000000}"/>
          </ac:spMkLst>
        </pc:spChg>
        <pc:spChg chg="del">
          <ac:chgData name="Ms Alina Arshad" userId="cccdfd85-d35d-4453-9c6f-a463aae40722" providerId="ADAL" clId="{32985948-661D-45EF-9212-3BF9750EF1D6}" dt="2024-09-29T04:58:00.263" v="173" actId="478"/>
          <ac:spMkLst>
            <pc:docMk/>
            <pc:sldMk cId="3737652639" sldId="482"/>
            <ac:spMk id="4" creationId="{00000000-0000-0000-0000-000000000000}"/>
          </ac:spMkLst>
        </pc:spChg>
        <pc:spChg chg="del">
          <ac:chgData name="Ms Alina Arshad" userId="cccdfd85-d35d-4453-9c6f-a463aae40722" providerId="ADAL" clId="{32985948-661D-45EF-9212-3BF9750EF1D6}" dt="2024-09-29T04:58:02.125" v="174" actId="478"/>
          <ac:spMkLst>
            <pc:docMk/>
            <pc:sldMk cId="3737652639" sldId="482"/>
            <ac:spMk id="5" creationId="{00000000-0000-0000-0000-000000000000}"/>
          </ac:spMkLst>
        </pc:spChg>
      </pc:sldChg>
      <pc:sldChg chg="delSp modSp add mod">
        <pc:chgData name="Ms Alina Arshad" userId="cccdfd85-d35d-4453-9c6f-a463aae40722" providerId="ADAL" clId="{32985948-661D-45EF-9212-3BF9750EF1D6}" dt="2024-09-29T04:58:18.837" v="179" actId="1076"/>
        <pc:sldMkLst>
          <pc:docMk/>
          <pc:sldMk cId="2818035381" sldId="483"/>
        </pc:sldMkLst>
        <pc:spChg chg="mod">
          <ac:chgData name="Ms Alina Arshad" userId="cccdfd85-d35d-4453-9c6f-a463aae40722" providerId="ADAL" clId="{32985948-661D-45EF-9212-3BF9750EF1D6}" dt="2024-09-29T04:58:08.310" v="175" actId="207"/>
          <ac:spMkLst>
            <pc:docMk/>
            <pc:sldMk cId="2818035381" sldId="483"/>
            <ac:spMk id="2" creationId="{00000000-0000-0000-0000-000000000000}"/>
          </ac:spMkLst>
        </pc:spChg>
        <pc:spChg chg="del">
          <ac:chgData name="Ms Alina Arshad" userId="cccdfd85-d35d-4453-9c6f-a463aae40722" providerId="ADAL" clId="{32985948-661D-45EF-9212-3BF9750EF1D6}" dt="2024-09-29T04:58:11.149" v="176" actId="478"/>
          <ac:spMkLst>
            <pc:docMk/>
            <pc:sldMk cId="2818035381" sldId="483"/>
            <ac:spMk id="4" creationId="{00000000-0000-0000-0000-000000000000}"/>
          </ac:spMkLst>
        </pc:spChg>
        <pc:spChg chg="del">
          <ac:chgData name="Ms Alina Arshad" userId="cccdfd85-d35d-4453-9c6f-a463aae40722" providerId="ADAL" clId="{32985948-661D-45EF-9212-3BF9750EF1D6}" dt="2024-09-29T04:58:12.842" v="177" actId="478"/>
          <ac:spMkLst>
            <pc:docMk/>
            <pc:sldMk cId="2818035381" sldId="483"/>
            <ac:spMk id="5" creationId="{00000000-0000-0000-0000-000000000000}"/>
          </ac:spMkLst>
        </pc:spChg>
        <pc:picChg chg="mod">
          <ac:chgData name="Ms Alina Arshad" userId="cccdfd85-d35d-4453-9c6f-a463aae40722" providerId="ADAL" clId="{32985948-661D-45EF-9212-3BF9750EF1D6}" dt="2024-09-29T04:58:18.837" v="179" actId="1076"/>
          <ac:picMkLst>
            <pc:docMk/>
            <pc:sldMk cId="2818035381" sldId="483"/>
            <ac:picMk id="6" creationId="{00000000-0000-0000-0000-000000000000}"/>
          </ac:picMkLst>
        </pc:picChg>
      </pc:sldChg>
      <pc:sldChg chg="delSp modSp add mod">
        <pc:chgData name="Ms Alina Arshad" userId="cccdfd85-d35d-4453-9c6f-a463aae40722" providerId="ADAL" clId="{32985948-661D-45EF-9212-3BF9750EF1D6}" dt="2024-09-29T04:56:39.564" v="145" actId="478"/>
        <pc:sldMkLst>
          <pc:docMk/>
          <pc:sldMk cId="267361801" sldId="484"/>
        </pc:sldMkLst>
        <pc:spChg chg="mod">
          <ac:chgData name="Ms Alina Arshad" userId="cccdfd85-d35d-4453-9c6f-a463aae40722" providerId="ADAL" clId="{32985948-661D-45EF-9212-3BF9750EF1D6}" dt="2024-09-29T04:56:03.073" v="134" actId="113"/>
          <ac:spMkLst>
            <pc:docMk/>
            <pc:sldMk cId="267361801" sldId="484"/>
            <ac:spMk id="2" creationId="{00000000-0000-0000-0000-000000000000}"/>
          </ac:spMkLst>
        </pc:spChg>
        <pc:spChg chg="mod">
          <ac:chgData name="Ms Alina Arshad" userId="cccdfd85-d35d-4453-9c6f-a463aae40722" providerId="ADAL" clId="{32985948-661D-45EF-9212-3BF9750EF1D6}" dt="2024-09-29T04:56:33.338" v="141" actId="207"/>
          <ac:spMkLst>
            <pc:docMk/>
            <pc:sldMk cId="267361801" sldId="484"/>
            <ac:spMk id="3" creationId="{00000000-0000-0000-0000-000000000000}"/>
          </ac:spMkLst>
        </pc:spChg>
        <pc:spChg chg="del mod">
          <ac:chgData name="Ms Alina Arshad" userId="cccdfd85-d35d-4453-9c6f-a463aae40722" providerId="ADAL" clId="{32985948-661D-45EF-9212-3BF9750EF1D6}" dt="2024-09-29T04:56:37.688" v="144" actId="478"/>
          <ac:spMkLst>
            <pc:docMk/>
            <pc:sldMk cId="267361801" sldId="484"/>
            <ac:spMk id="4" creationId="{00000000-0000-0000-0000-000000000000}"/>
          </ac:spMkLst>
        </pc:spChg>
        <pc:spChg chg="del">
          <ac:chgData name="Ms Alina Arshad" userId="cccdfd85-d35d-4453-9c6f-a463aae40722" providerId="ADAL" clId="{32985948-661D-45EF-9212-3BF9750EF1D6}" dt="2024-09-29T04:56:39.564" v="145" actId="478"/>
          <ac:spMkLst>
            <pc:docMk/>
            <pc:sldMk cId="267361801" sldId="484"/>
            <ac:spMk id="5" creationId="{00000000-0000-0000-0000-000000000000}"/>
          </ac:spMkLst>
        </pc:spChg>
      </pc:sldChg>
      <pc:sldChg chg="addSp delSp modSp add mod">
        <pc:chgData name="Ms Alina Arshad" userId="cccdfd85-d35d-4453-9c6f-a463aae40722" providerId="ADAL" clId="{32985948-661D-45EF-9212-3BF9750EF1D6}" dt="2024-09-29T09:22:13.220" v="673" actId="14100"/>
        <pc:sldMkLst>
          <pc:docMk/>
          <pc:sldMk cId="2146923405" sldId="485"/>
        </pc:sldMkLst>
        <pc:spChg chg="mod">
          <ac:chgData name="Ms Alina Arshad" userId="cccdfd85-d35d-4453-9c6f-a463aae40722" providerId="ADAL" clId="{32985948-661D-45EF-9212-3BF9750EF1D6}" dt="2024-09-29T09:22:13.220" v="673" actId="14100"/>
          <ac:spMkLst>
            <pc:docMk/>
            <pc:sldMk cId="2146923405" sldId="485"/>
            <ac:spMk id="2" creationId="{00000000-0000-0000-0000-000000000000}"/>
          </ac:spMkLst>
        </pc:spChg>
        <pc:spChg chg="del">
          <ac:chgData name="Ms Alina Arshad" userId="cccdfd85-d35d-4453-9c6f-a463aae40722" providerId="ADAL" clId="{32985948-661D-45EF-9212-3BF9750EF1D6}" dt="2024-09-29T04:55:25.845" v="121" actId="478"/>
          <ac:spMkLst>
            <pc:docMk/>
            <pc:sldMk cId="2146923405" sldId="485"/>
            <ac:spMk id="4" creationId="{00000000-0000-0000-0000-000000000000}"/>
          </ac:spMkLst>
        </pc:spChg>
        <pc:spChg chg="add mod">
          <ac:chgData name="Ms Alina Arshad" userId="cccdfd85-d35d-4453-9c6f-a463aae40722" providerId="ADAL" clId="{32985948-661D-45EF-9212-3BF9750EF1D6}" dt="2024-09-29T09:18:29.911" v="606" actId="20577"/>
          <ac:spMkLst>
            <pc:docMk/>
            <pc:sldMk cId="2146923405" sldId="485"/>
            <ac:spMk id="4" creationId="{32DBD649-80B3-AACA-CD0B-976727483B58}"/>
          </ac:spMkLst>
        </pc:spChg>
        <pc:spChg chg="del mod">
          <ac:chgData name="Ms Alina Arshad" userId="cccdfd85-d35d-4453-9c6f-a463aae40722" providerId="ADAL" clId="{32985948-661D-45EF-9212-3BF9750EF1D6}" dt="2024-09-29T04:55:32.064" v="126" actId="478"/>
          <ac:spMkLst>
            <pc:docMk/>
            <pc:sldMk cId="2146923405" sldId="485"/>
            <ac:spMk id="5" creationId="{00000000-0000-0000-0000-000000000000}"/>
          </ac:spMkLst>
        </pc:spChg>
        <pc:picChg chg="mod">
          <ac:chgData name="Ms Alina Arshad" userId="cccdfd85-d35d-4453-9c6f-a463aae40722" providerId="ADAL" clId="{32985948-661D-45EF-9212-3BF9750EF1D6}" dt="2024-09-29T09:21:09.379" v="672" actId="1036"/>
          <ac:picMkLst>
            <pc:docMk/>
            <pc:sldMk cId="2146923405" sldId="485"/>
            <ac:picMk id="6" creationId="{00000000-0000-0000-0000-000000000000}"/>
          </ac:picMkLst>
        </pc:picChg>
      </pc:sldChg>
      <pc:sldChg chg="delSp modSp add mod">
        <pc:chgData name="Ms Alina Arshad" userId="cccdfd85-d35d-4453-9c6f-a463aae40722" providerId="ADAL" clId="{32985948-661D-45EF-9212-3BF9750EF1D6}" dt="2024-09-29T11:32:32.367" v="675" actId="20577"/>
        <pc:sldMkLst>
          <pc:docMk/>
          <pc:sldMk cId="3895319384" sldId="486"/>
        </pc:sldMkLst>
        <pc:spChg chg="mod">
          <ac:chgData name="Ms Alina Arshad" userId="cccdfd85-d35d-4453-9c6f-a463aae40722" providerId="ADAL" clId="{32985948-661D-45EF-9212-3BF9750EF1D6}" dt="2024-09-29T04:57:26.429" v="166" actId="1076"/>
          <ac:spMkLst>
            <pc:docMk/>
            <pc:sldMk cId="3895319384" sldId="486"/>
            <ac:spMk id="2" creationId="{00000000-0000-0000-0000-000000000000}"/>
          </ac:spMkLst>
        </pc:spChg>
        <pc:spChg chg="mod">
          <ac:chgData name="Ms Alina Arshad" userId="cccdfd85-d35d-4453-9c6f-a463aae40722" providerId="ADAL" clId="{32985948-661D-45EF-9212-3BF9750EF1D6}" dt="2024-09-29T11:32:32.367" v="675" actId="20577"/>
          <ac:spMkLst>
            <pc:docMk/>
            <pc:sldMk cId="3895319384" sldId="486"/>
            <ac:spMk id="3" creationId="{00000000-0000-0000-0000-000000000000}"/>
          </ac:spMkLst>
        </pc:spChg>
        <pc:spChg chg="del">
          <ac:chgData name="Ms Alina Arshad" userId="cccdfd85-d35d-4453-9c6f-a463aae40722" providerId="ADAL" clId="{32985948-661D-45EF-9212-3BF9750EF1D6}" dt="2024-09-29T04:57:10.756" v="161" actId="478"/>
          <ac:spMkLst>
            <pc:docMk/>
            <pc:sldMk cId="3895319384" sldId="486"/>
            <ac:spMk id="4" creationId="{00000000-0000-0000-0000-000000000000}"/>
          </ac:spMkLst>
        </pc:spChg>
        <pc:spChg chg="del">
          <ac:chgData name="Ms Alina Arshad" userId="cccdfd85-d35d-4453-9c6f-a463aae40722" providerId="ADAL" clId="{32985948-661D-45EF-9212-3BF9750EF1D6}" dt="2024-09-29T04:57:16.047" v="162" actId="478"/>
          <ac:spMkLst>
            <pc:docMk/>
            <pc:sldMk cId="3895319384" sldId="486"/>
            <ac:spMk id="5" creationId="{00000000-0000-0000-0000-000000000000}"/>
          </ac:spMkLst>
        </pc:spChg>
      </pc:sldChg>
      <pc:sldChg chg="delSp modSp add mod">
        <pc:chgData name="Ms Alina Arshad" userId="cccdfd85-d35d-4453-9c6f-a463aae40722" providerId="ADAL" clId="{32985948-661D-45EF-9212-3BF9750EF1D6}" dt="2024-09-29T05:00:52.503" v="231" actId="113"/>
        <pc:sldMkLst>
          <pc:docMk/>
          <pc:sldMk cId="2382187672" sldId="488"/>
        </pc:sldMkLst>
        <pc:spChg chg="mod">
          <ac:chgData name="Ms Alina Arshad" userId="cccdfd85-d35d-4453-9c6f-a463aae40722" providerId="ADAL" clId="{32985948-661D-45EF-9212-3BF9750EF1D6}" dt="2024-09-29T04:58:31.403" v="183" actId="20577"/>
          <ac:spMkLst>
            <pc:docMk/>
            <pc:sldMk cId="2382187672" sldId="488"/>
            <ac:spMk id="2" creationId="{00000000-0000-0000-0000-000000000000}"/>
          </ac:spMkLst>
        </pc:spChg>
        <pc:spChg chg="mod">
          <ac:chgData name="Ms Alina Arshad" userId="cccdfd85-d35d-4453-9c6f-a463aae40722" providerId="ADAL" clId="{32985948-661D-45EF-9212-3BF9750EF1D6}" dt="2024-09-29T05:00:52.503" v="231" actId="113"/>
          <ac:spMkLst>
            <pc:docMk/>
            <pc:sldMk cId="2382187672" sldId="488"/>
            <ac:spMk id="3" creationId="{00000000-0000-0000-0000-000000000000}"/>
          </ac:spMkLst>
        </pc:spChg>
        <pc:spChg chg="del">
          <ac:chgData name="Ms Alina Arshad" userId="cccdfd85-d35d-4453-9c6f-a463aae40722" providerId="ADAL" clId="{32985948-661D-45EF-9212-3BF9750EF1D6}" dt="2024-09-29T04:59:08.548" v="191" actId="478"/>
          <ac:spMkLst>
            <pc:docMk/>
            <pc:sldMk cId="2382187672" sldId="488"/>
            <ac:spMk id="4" creationId="{00000000-0000-0000-0000-000000000000}"/>
          </ac:spMkLst>
        </pc:spChg>
        <pc:spChg chg="del">
          <ac:chgData name="Ms Alina Arshad" userId="cccdfd85-d35d-4453-9c6f-a463aae40722" providerId="ADAL" clId="{32985948-661D-45EF-9212-3BF9750EF1D6}" dt="2024-09-29T04:59:10.277" v="192" actId="478"/>
          <ac:spMkLst>
            <pc:docMk/>
            <pc:sldMk cId="2382187672" sldId="488"/>
            <ac:spMk id="5" creationId="{00000000-0000-0000-0000-000000000000}"/>
          </ac:spMkLst>
        </pc:spChg>
        <pc:spChg chg="del mod">
          <ac:chgData name="Ms Alina Arshad" userId="cccdfd85-d35d-4453-9c6f-a463aae40722" providerId="ADAL" clId="{32985948-661D-45EF-9212-3BF9750EF1D6}" dt="2024-09-29T04:59:39.422" v="199" actId="478"/>
          <ac:spMkLst>
            <pc:docMk/>
            <pc:sldMk cId="2382187672" sldId="488"/>
            <ac:spMk id="6" creationId="{00000000-0000-0000-0000-000000000000}"/>
          </ac:spMkLst>
        </pc:spChg>
      </pc:sldChg>
      <pc:sldChg chg="delSp modSp add mod">
        <pc:chgData name="Ms Alina Arshad" userId="cccdfd85-d35d-4453-9c6f-a463aae40722" providerId="ADAL" clId="{32985948-661D-45EF-9212-3BF9750EF1D6}" dt="2024-09-29T04:57:48.366" v="172" actId="478"/>
        <pc:sldMkLst>
          <pc:docMk/>
          <pc:sldMk cId="2466836527" sldId="490"/>
        </pc:sldMkLst>
        <pc:spChg chg="mod">
          <ac:chgData name="Ms Alina Arshad" userId="cccdfd85-d35d-4453-9c6f-a463aae40722" providerId="ADAL" clId="{32985948-661D-45EF-9212-3BF9750EF1D6}" dt="2024-09-29T04:57:38.511" v="168" actId="113"/>
          <ac:spMkLst>
            <pc:docMk/>
            <pc:sldMk cId="2466836527" sldId="490"/>
            <ac:spMk id="2" creationId="{00000000-0000-0000-0000-000000000000}"/>
          </ac:spMkLst>
        </pc:spChg>
        <pc:spChg chg="del">
          <ac:chgData name="Ms Alina Arshad" userId="cccdfd85-d35d-4453-9c6f-a463aae40722" providerId="ADAL" clId="{32985948-661D-45EF-9212-3BF9750EF1D6}" dt="2024-09-29T04:57:46.352" v="171" actId="478"/>
          <ac:spMkLst>
            <pc:docMk/>
            <pc:sldMk cId="2466836527" sldId="490"/>
            <ac:spMk id="4" creationId="{00000000-0000-0000-0000-000000000000}"/>
          </ac:spMkLst>
        </pc:spChg>
        <pc:spChg chg="del">
          <ac:chgData name="Ms Alina Arshad" userId="cccdfd85-d35d-4453-9c6f-a463aae40722" providerId="ADAL" clId="{32985948-661D-45EF-9212-3BF9750EF1D6}" dt="2024-09-29T04:57:48.366" v="172" actId="478"/>
          <ac:spMkLst>
            <pc:docMk/>
            <pc:sldMk cId="2466836527" sldId="490"/>
            <ac:spMk id="5" creationId="{00000000-0000-0000-0000-000000000000}"/>
          </ac:spMkLst>
        </pc:spChg>
        <pc:spChg chg="del">
          <ac:chgData name="Ms Alina Arshad" userId="cccdfd85-d35d-4453-9c6f-a463aae40722" providerId="ADAL" clId="{32985948-661D-45EF-9212-3BF9750EF1D6}" dt="2024-09-29T04:57:41.296" v="169" actId="478"/>
          <ac:spMkLst>
            <pc:docMk/>
            <pc:sldMk cId="2466836527" sldId="490"/>
            <ac:spMk id="8" creationId="{00000000-0000-0000-0000-000000000000}"/>
          </ac:spMkLst>
        </pc:spChg>
        <pc:picChg chg="mod">
          <ac:chgData name="Ms Alina Arshad" userId="cccdfd85-d35d-4453-9c6f-a463aae40722" providerId="ADAL" clId="{32985948-661D-45EF-9212-3BF9750EF1D6}" dt="2024-09-29T04:57:44.064" v="170" actId="1076"/>
          <ac:picMkLst>
            <pc:docMk/>
            <pc:sldMk cId="2466836527" sldId="490"/>
            <ac:picMk id="7" creationId="{00000000-0000-0000-0000-000000000000}"/>
          </ac:picMkLst>
        </pc:picChg>
      </pc:sldChg>
      <pc:sldChg chg="delSp modSp add mod">
        <pc:chgData name="Ms Alina Arshad" userId="cccdfd85-d35d-4453-9c6f-a463aae40722" providerId="ADAL" clId="{32985948-661D-45EF-9212-3BF9750EF1D6}" dt="2024-09-29T08:10:20.046" v="421" actId="1076"/>
        <pc:sldMkLst>
          <pc:docMk/>
          <pc:sldMk cId="1501064082" sldId="491"/>
        </pc:sldMkLst>
        <pc:picChg chg="mod">
          <ac:chgData name="Ms Alina Arshad" userId="cccdfd85-d35d-4453-9c6f-a463aae40722" providerId="ADAL" clId="{32985948-661D-45EF-9212-3BF9750EF1D6}" dt="2024-09-29T08:10:20.046" v="421" actId="1076"/>
          <ac:picMkLst>
            <pc:docMk/>
            <pc:sldMk cId="1501064082" sldId="491"/>
            <ac:picMk id="6" creationId="{00000000-0000-0000-0000-000000000000}"/>
          </ac:picMkLst>
        </pc:picChg>
        <pc:picChg chg="del">
          <ac:chgData name="Ms Alina Arshad" userId="cccdfd85-d35d-4453-9c6f-a463aae40722" providerId="ADAL" clId="{32985948-661D-45EF-9212-3BF9750EF1D6}" dt="2024-09-29T04:53:27.602" v="94" actId="478"/>
          <ac:picMkLst>
            <pc:docMk/>
            <pc:sldMk cId="1501064082" sldId="491"/>
            <ac:picMk id="7" creationId="{00000000-0000-0000-0000-000000000000}"/>
          </ac:picMkLst>
        </pc:picChg>
        <pc:picChg chg="del mod">
          <ac:chgData name="Ms Alina Arshad" userId="cccdfd85-d35d-4453-9c6f-a463aae40722" providerId="ADAL" clId="{32985948-661D-45EF-9212-3BF9750EF1D6}" dt="2024-09-29T08:10:10.255" v="416" actId="478"/>
          <ac:picMkLst>
            <pc:docMk/>
            <pc:sldMk cId="1501064082" sldId="491"/>
            <ac:picMk id="8" creationId="{00000000-0000-0000-0000-000000000000}"/>
          </ac:picMkLst>
        </pc:picChg>
      </pc:sldChg>
      <pc:sldChg chg="addSp delSp modSp add mod">
        <pc:chgData name="Ms Alina Arshad" userId="cccdfd85-d35d-4453-9c6f-a463aae40722" providerId="ADAL" clId="{32985948-661D-45EF-9212-3BF9750EF1D6}" dt="2024-09-29T07:57:43.687" v="250" actId="1076"/>
        <pc:sldMkLst>
          <pc:docMk/>
          <pc:sldMk cId="746752752" sldId="492"/>
        </pc:sldMkLst>
        <pc:spChg chg="mod">
          <ac:chgData name="Ms Alina Arshad" userId="cccdfd85-d35d-4453-9c6f-a463aae40722" providerId="ADAL" clId="{32985948-661D-45EF-9212-3BF9750EF1D6}" dt="2024-09-29T07:57:34.799" v="246" actId="1076"/>
          <ac:spMkLst>
            <pc:docMk/>
            <pc:sldMk cId="746752752" sldId="492"/>
            <ac:spMk id="2" creationId="{00000000-0000-0000-0000-000000000000}"/>
          </ac:spMkLst>
        </pc:spChg>
        <pc:spChg chg="del">
          <ac:chgData name="Ms Alina Arshad" userId="cccdfd85-d35d-4453-9c6f-a463aae40722" providerId="ADAL" clId="{32985948-661D-45EF-9212-3BF9750EF1D6}" dt="2024-09-29T07:57:18.852" v="238" actId="478"/>
          <ac:spMkLst>
            <pc:docMk/>
            <pc:sldMk cId="746752752" sldId="492"/>
            <ac:spMk id="3" creationId="{00000000-0000-0000-0000-000000000000}"/>
          </ac:spMkLst>
        </pc:spChg>
        <pc:spChg chg="del">
          <ac:chgData name="Ms Alina Arshad" userId="cccdfd85-d35d-4453-9c6f-a463aae40722" providerId="ADAL" clId="{32985948-661D-45EF-9212-3BF9750EF1D6}" dt="2024-09-29T07:57:38.417" v="248" actId="478"/>
          <ac:spMkLst>
            <pc:docMk/>
            <pc:sldMk cId="746752752" sldId="492"/>
            <ac:spMk id="5" creationId="{00000000-0000-0000-0000-000000000000}"/>
          </ac:spMkLst>
        </pc:spChg>
        <pc:spChg chg="add del mod">
          <ac:chgData name="Ms Alina Arshad" userId="cccdfd85-d35d-4453-9c6f-a463aae40722" providerId="ADAL" clId="{32985948-661D-45EF-9212-3BF9750EF1D6}" dt="2024-09-29T07:57:21.829" v="239" actId="478"/>
          <ac:spMkLst>
            <pc:docMk/>
            <pc:sldMk cId="746752752" sldId="492"/>
            <ac:spMk id="7" creationId="{F175443F-0E9F-67F5-61E0-5244B3B38723}"/>
          </ac:spMkLst>
        </pc:spChg>
        <pc:picChg chg="mod">
          <ac:chgData name="Ms Alina Arshad" userId="cccdfd85-d35d-4453-9c6f-a463aae40722" providerId="ADAL" clId="{32985948-661D-45EF-9212-3BF9750EF1D6}" dt="2024-09-29T07:57:43.687" v="250" actId="1076"/>
          <ac:picMkLst>
            <pc:docMk/>
            <pc:sldMk cId="746752752" sldId="492"/>
            <ac:picMk id="6" creationId="{00000000-0000-0000-0000-000000000000}"/>
          </ac:picMkLst>
        </pc:picChg>
      </pc:sldChg>
    </pc:docChg>
  </pc:docChgLst>
  <pc:docChgLst>
    <pc:chgData name="Ms Alina Arshad" userId="cccdfd85-d35d-4453-9c6f-a463aae40722" providerId="ADAL" clId="{A8F62292-C3D6-4926-9BC9-5B18711B6FF1}"/>
    <pc:docChg chg="undo custSel addSld delSld modSld sldOrd">
      <pc:chgData name="Ms Alina Arshad" userId="cccdfd85-d35d-4453-9c6f-a463aae40722" providerId="ADAL" clId="{A8F62292-C3D6-4926-9BC9-5B18711B6FF1}" dt="2024-10-06T05:09:35.700" v="1260" actId="20577"/>
      <pc:docMkLst>
        <pc:docMk/>
      </pc:docMkLst>
      <pc:sldChg chg="modSp mod">
        <pc:chgData name="Ms Alina Arshad" userId="cccdfd85-d35d-4453-9c6f-a463aae40722" providerId="ADAL" clId="{A8F62292-C3D6-4926-9BC9-5B18711B6FF1}" dt="2024-10-05T15:04:47.322" v="1" actId="20577"/>
        <pc:sldMkLst>
          <pc:docMk/>
          <pc:sldMk cId="3322361034" sldId="256"/>
        </pc:sldMkLst>
        <pc:spChg chg="mod">
          <ac:chgData name="Ms Alina Arshad" userId="cccdfd85-d35d-4453-9c6f-a463aae40722" providerId="ADAL" clId="{A8F62292-C3D6-4926-9BC9-5B18711B6FF1}" dt="2024-10-05T15:04:47.322" v="1" actId="20577"/>
          <ac:spMkLst>
            <pc:docMk/>
            <pc:sldMk cId="3322361034" sldId="256"/>
            <ac:spMk id="3" creationId="{44E9F82C-BBA7-3495-1097-BEDB54FFFDF4}"/>
          </ac:spMkLst>
        </pc:spChg>
      </pc:sldChg>
      <pc:sldChg chg="modSp mod">
        <pc:chgData name="Ms Alina Arshad" userId="cccdfd85-d35d-4453-9c6f-a463aae40722" providerId="ADAL" clId="{A8F62292-C3D6-4926-9BC9-5B18711B6FF1}" dt="2024-10-06T04:35:52.309" v="635" actId="255"/>
        <pc:sldMkLst>
          <pc:docMk/>
          <pc:sldMk cId="3595481221" sldId="492"/>
        </pc:sldMkLst>
        <pc:spChg chg="mod">
          <ac:chgData name="Ms Alina Arshad" userId="cccdfd85-d35d-4453-9c6f-a463aae40722" providerId="ADAL" clId="{A8F62292-C3D6-4926-9BC9-5B18711B6FF1}" dt="2024-10-05T15:05:02.423" v="3" actId="207"/>
          <ac:spMkLst>
            <pc:docMk/>
            <pc:sldMk cId="3595481221" sldId="492"/>
            <ac:spMk id="2" creationId="{00000000-0000-0000-0000-000000000000}"/>
          </ac:spMkLst>
        </pc:spChg>
        <pc:spChg chg="mod">
          <ac:chgData name="Ms Alina Arshad" userId="cccdfd85-d35d-4453-9c6f-a463aae40722" providerId="ADAL" clId="{A8F62292-C3D6-4926-9BC9-5B18711B6FF1}" dt="2024-10-06T04:35:52.309" v="635" actId="255"/>
          <ac:spMkLst>
            <pc:docMk/>
            <pc:sldMk cId="3595481221" sldId="492"/>
            <ac:spMk id="3" creationId="{00000000-0000-0000-0000-000000000000}"/>
          </ac:spMkLst>
        </pc:spChg>
      </pc:sldChg>
      <pc:sldChg chg="delSp modSp mod">
        <pc:chgData name="Ms Alina Arshad" userId="cccdfd85-d35d-4453-9c6f-a463aae40722" providerId="ADAL" clId="{A8F62292-C3D6-4926-9BC9-5B18711B6FF1}" dt="2024-10-06T04:38:52.629" v="661" actId="403"/>
        <pc:sldMkLst>
          <pc:docMk/>
          <pc:sldMk cId="3384488715" sldId="493"/>
        </pc:sldMkLst>
        <pc:spChg chg="mod">
          <ac:chgData name="Ms Alina Arshad" userId="cccdfd85-d35d-4453-9c6f-a463aae40722" providerId="ADAL" clId="{A8F62292-C3D6-4926-9BC9-5B18711B6FF1}" dt="2024-10-06T04:38:52.629" v="661" actId="403"/>
          <ac:spMkLst>
            <pc:docMk/>
            <pc:sldMk cId="3384488715" sldId="493"/>
            <ac:spMk id="3" creationId="{00000000-0000-0000-0000-000000000000}"/>
          </ac:spMkLst>
        </pc:spChg>
        <pc:picChg chg="del">
          <ac:chgData name="Ms Alina Arshad" userId="cccdfd85-d35d-4453-9c6f-a463aae40722" providerId="ADAL" clId="{A8F62292-C3D6-4926-9BC9-5B18711B6FF1}" dt="2024-10-06T04:38:36.879" v="657" actId="478"/>
          <ac:picMkLst>
            <pc:docMk/>
            <pc:sldMk cId="3384488715" sldId="493"/>
            <ac:picMk id="6" creationId="{00000000-0000-0000-0000-000000000000}"/>
          </ac:picMkLst>
        </pc:picChg>
      </pc:sldChg>
      <pc:sldChg chg="del">
        <pc:chgData name="Ms Alina Arshad" userId="cccdfd85-d35d-4453-9c6f-a463aae40722" providerId="ADAL" clId="{A8F62292-C3D6-4926-9BC9-5B18711B6FF1}" dt="2024-10-06T04:39:09.730" v="662" actId="47"/>
        <pc:sldMkLst>
          <pc:docMk/>
          <pc:sldMk cId="3386321733" sldId="494"/>
        </pc:sldMkLst>
      </pc:sldChg>
      <pc:sldChg chg="modSp mod">
        <pc:chgData name="Ms Alina Arshad" userId="cccdfd85-d35d-4453-9c6f-a463aae40722" providerId="ADAL" clId="{A8F62292-C3D6-4926-9BC9-5B18711B6FF1}" dt="2024-10-06T04:39:58.959" v="672" actId="1076"/>
        <pc:sldMkLst>
          <pc:docMk/>
          <pc:sldMk cId="4273395344" sldId="495"/>
        </pc:sldMkLst>
        <pc:spChg chg="mod">
          <ac:chgData name="Ms Alina Arshad" userId="cccdfd85-d35d-4453-9c6f-a463aae40722" providerId="ADAL" clId="{A8F62292-C3D6-4926-9BC9-5B18711B6FF1}" dt="2024-10-06T04:39:18.456" v="664" actId="207"/>
          <ac:spMkLst>
            <pc:docMk/>
            <pc:sldMk cId="4273395344" sldId="495"/>
            <ac:spMk id="2" creationId="{00000000-0000-0000-0000-000000000000}"/>
          </ac:spMkLst>
        </pc:spChg>
        <pc:spChg chg="mod">
          <ac:chgData name="Ms Alina Arshad" userId="cccdfd85-d35d-4453-9c6f-a463aae40722" providerId="ADAL" clId="{A8F62292-C3D6-4926-9BC9-5B18711B6FF1}" dt="2024-10-06T04:39:58.959" v="672" actId="1076"/>
          <ac:spMkLst>
            <pc:docMk/>
            <pc:sldMk cId="4273395344" sldId="495"/>
            <ac:spMk id="3" creationId="{00000000-0000-0000-0000-000000000000}"/>
          </ac:spMkLst>
        </pc:spChg>
      </pc:sldChg>
      <pc:sldChg chg="del">
        <pc:chgData name="Ms Alina Arshad" userId="cccdfd85-d35d-4453-9c6f-a463aae40722" providerId="ADAL" clId="{A8F62292-C3D6-4926-9BC9-5B18711B6FF1}" dt="2024-10-06T04:39:11.965" v="663" actId="47"/>
        <pc:sldMkLst>
          <pc:docMk/>
          <pc:sldMk cId="1799033065" sldId="507"/>
        </pc:sldMkLst>
      </pc:sldChg>
      <pc:sldChg chg="modSp new mod">
        <pc:chgData name="Ms Alina Arshad" userId="cccdfd85-d35d-4453-9c6f-a463aae40722" providerId="ADAL" clId="{A8F62292-C3D6-4926-9BC9-5B18711B6FF1}" dt="2024-10-06T04:34:09.200" v="575" actId="27636"/>
        <pc:sldMkLst>
          <pc:docMk/>
          <pc:sldMk cId="3654789932" sldId="525"/>
        </pc:sldMkLst>
        <pc:spChg chg="mod">
          <ac:chgData name="Ms Alina Arshad" userId="cccdfd85-d35d-4453-9c6f-a463aae40722" providerId="ADAL" clId="{A8F62292-C3D6-4926-9BC9-5B18711B6FF1}" dt="2024-10-06T04:32:24.541" v="545" actId="207"/>
          <ac:spMkLst>
            <pc:docMk/>
            <pc:sldMk cId="3654789932" sldId="525"/>
            <ac:spMk id="2" creationId="{98F2F3A0-6F3B-8C01-158E-C78C9D71DD82}"/>
          </ac:spMkLst>
        </pc:spChg>
        <pc:spChg chg="mod">
          <ac:chgData name="Ms Alina Arshad" userId="cccdfd85-d35d-4453-9c6f-a463aae40722" providerId="ADAL" clId="{A8F62292-C3D6-4926-9BC9-5B18711B6FF1}" dt="2024-10-06T04:34:09.200" v="575" actId="27636"/>
          <ac:spMkLst>
            <pc:docMk/>
            <pc:sldMk cId="3654789932" sldId="525"/>
            <ac:spMk id="3" creationId="{9A831400-11CD-74FE-91A4-F6C2DD118D6F}"/>
          </ac:spMkLst>
        </pc:spChg>
      </pc:sldChg>
      <pc:sldChg chg="modSp new del mod">
        <pc:chgData name="Ms Alina Arshad" userId="cccdfd85-d35d-4453-9c6f-a463aae40722" providerId="ADAL" clId="{A8F62292-C3D6-4926-9BC9-5B18711B6FF1}" dt="2024-10-06T04:35:58.918" v="636" actId="47"/>
        <pc:sldMkLst>
          <pc:docMk/>
          <pc:sldMk cId="1285450132" sldId="526"/>
        </pc:sldMkLst>
        <pc:spChg chg="mod">
          <ac:chgData name="Ms Alina Arshad" userId="cccdfd85-d35d-4453-9c6f-a463aae40722" providerId="ADAL" clId="{A8F62292-C3D6-4926-9BC9-5B18711B6FF1}" dt="2024-10-06T04:08:16.053" v="499" actId="20577"/>
          <ac:spMkLst>
            <pc:docMk/>
            <pc:sldMk cId="1285450132" sldId="526"/>
            <ac:spMk id="2" creationId="{6D2603C7-333C-1F44-94A9-A6EDE3260738}"/>
          </ac:spMkLst>
        </pc:spChg>
        <pc:spChg chg="mod">
          <ac:chgData name="Ms Alina Arshad" userId="cccdfd85-d35d-4453-9c6f-a463aae40722" providerId="ADAL" clId="{A8F62292-C3D6-4926-9BC9-5B18711B6FF1}" dt="2024-10-06T04:34:34.888" v="577" actId="21"/>
          <ac:spMkLst>
            <pc:docMk/>
            <pc:sldMk cId="1285450132" sldId="526"/>
            <ac:spMk id="3" creationId="{1BD5B6FC-BE51-CEFC-C5C9-97B2B6C1CD0E}"/>
          </ac:spMkLst>
        </pc:spChg>
      </pc:sldChg>
      <pc:sldChg chg="addSp delSp modSp new mod">
        <pc:chgData name="Ms Alina Arshad" userId="cccdfd85-d35d-4453-9c6f-a463aae40722" providerId="ADAL" clId="{A8F62292-C3D6-4926-9BC9-5B18711B6FF1}" dt="2024-10-06T04:09:51.372" v="514" actId="1076"/>
        <pc:sldMkLst>
          <pc:docMk/>
          <pc:sldMk cId="1051870460" sldId="527"/>
        </pc:sldMkLst>
        <pc:spChg chg="mod">
          <ac:chgData name="Ms Alina Arshad" userId="cccdfd85-d35d-4453-9c6f-a463aae40722" providerId="ADAL" clId="{A8F62292-C3D6-4926-9BC9-5B18711B6FF1}" dt="2024-10-06T04:09:43.825" v="512" actId="20577"/>
          <ac:spMkLst>
            <pc:docMk/>
            <pc:sldMk cId="1051870460" sldId="527"/>
            <ac:spMk id="2" creationId="{71E231F1-93FE-9646-AE27-86180FB6F288}"/>
          </ac:spMkLst>
        </pc:spChg>
        <pc:spChg chg="del">
          <ac:chgData name="Ms Alina Arshad" userId="cccdfd85-d35d-4453-9c6f-a463aae40722" providerId="ADAL" clId="{A8F62292-C3D6-4926-9BC9-5B18711B6FF1}" dt="2024-10-06T04:09:38.284" v="502" actId="22"/>
          <ac:spMkLst>
            <pc:docMk/>
            <pc:sldMk cId="1051870460" sldId="527"/>
            <ac:spMk id="3" creationId="{8A84921D-8057-70B7-43E4-5CD1BF5F9DD8}"/>
          </ac:spMkLst>
        </pc:spChg>
        <pc:picChg chg="add mod ord">
          <ac:chgData name="Ms Alina Arshad" userId="cccdfd85-d35d-4453-9c6f-a463aae40722" providerId="ADAL" clId="{A8F62292-C3D6-4926-9BC9-5B18711B6FF1}" dt="2024-10-06T04:09:51.372" v="514" actId="1076"/>
          <ac:picMkLst>
            <pc:docMk/>
            <pc:sldMk cId="1051870460" sldId="527"/>
            <ac:picMk id="5" creationId="{F63BED9D-1E5E-3D7D-CA6A-0569F637F64F}"/>
          </ac:picMkLst>
        </pc:picChg>
      </pc:sldChg>
      <pc:sldChg chg="addSp delSp modSp new mod">
        <pc:chgData name="Ms Alina Arshad" userId="cccdfd85-d35d-4453-9c6f-a463aae40722" providerId="ADAL" clId="{A8F62292-C3D6-4926-9BC9-5B18711B6FF1}" dt="2024-10-06T04:11:17.513" v="519" actId="1076"/>
        <pc:sldMkLst>
          <pc:docMk/>
          <pc:sldMk cId="1758917919" sldId="528"/>
        </pc:sldMkLst>
        <pc:spChg chg="del">
          <ac:chgData name="Ms Alina Arshad" userId="cccdfd85-d35d-4453-9c6f-a463aae40722" providerId="ADAL" clId="{A8F62292-C3D6-4926-9BC9-5B18711B6FF1}" dt="2024-10-06T04:10:22.465" v="516" actId="22"/>
          <ac:spMkLst>
            <pc:docMk/>
            <pc:sldMk cId="1758917919" sldId="528"/>
            <ac:spMk id="3" creationId="{AD3E4215-54EB-2D55-F378-5EF4F9936AA9}"/>
          </ac:spMkLst>
        </pc:spChg>
        <pc:picChg chg="add mod ord">
          <ac:chgData name="Ms Alina Arshad" userId="cccdfd85-d35d-4453-9c6f-a463aae40722" providerId="ADAL" clId="{A8F62292-C3D6-4926-9BC9-5B18711B6FF1}" dt="2024-10-06T04:11:17.513" v="519" actId="1076"/>
          <ac:picMkLst>
            <pc:docMk/>
            <pc:sldMk cId="1758917919" sldId="528"/>
            <ac:picMk id="5" creationId="{1784CF38-96D5-3E2A-1345-15017DEB4132}"/>
          </ac:picMkLst>
        </pc:picChg>
      </pc:sldChg>
      <pc:sldChg chg="addSp delSp modSp new mod">
        <pc:chgData name="Ms Alina Arshad" userId="cccdfd85-d35d-4453-9c6f-a463aae40722" providerId="ADAL" clId="{A8F62292-C3D6-4926-9BC9-5B18711B6FF1}" dt="2024-10-06T04:38:22.662" v="656"/>
        <pc:sldMkLst>
          <pc:docMk/>
          <pc:sldMk cId="2613136086" sldId="529"/>
        </pc:sldMkLst>
        <pc:spChg chg="mod">
          <ac:chgData name="Ms Alina Arshad" userId="cccdfd85-d35d-4453-9c6f-a463aae40722" providerId="ADAL" clId="{A8F62292-C3D6-4926-9BC9-5B18711B6FF1}" dt="2024-10-06T04:36:23.894" v="638" actId="207"/>
          <ac:spMkLst>
            <pc:docMk/>
            <pc:sldMk cId="2613136086" sldId="529"/>
            <ac:spMk id="2" creationId="{F91AFA57-3D6E-EEDC-CB33-82B94A6E739E}"/>
          </ac:spMkLst>
        </pc:spChg>
        <pc:spChg chg="del mod">
          <ac:chgData name="Ms Alina Arshad" userId="cccdfd85-d35d-4453-9c6f-a463aae40722" providerId="ADAL" clId="{A8F62292-C3D6-4926-9BC9-5B18711B6FF1}" dt="2024-10-06T04:11:45.254" v="523" actId="478"/>
          <ac:spMkLst>
            <pc:docMk/>
            <pc:sldMk cId="2613136086" sldId="529"/>
            <ac:spMk id="3" creationId="{6AD306E3-FF3A-F28D-F6BD-8AF7D5EF2C51}"/>
          </ac:spMkLst>
        </pc:spChg>
        <pc:spChg chg="add mod">
          <ac:chgData name="Ms Alina Arshad" userId="cccdfd85-d35d-4453-9c6f-a463aae40722" providerId="ADAL" clId="{A8F62292-C3D6-4926-9BC9-5B18711B6FF1}" dt="2024-10-06T04:36:44.248" v="642" actId="207"/>
          <ac:spMkLst>
            <pc:docMk/>
            <pc:sldMk cId="2613136086" sldId="529"/>
            <ac:spMk id="4" creationId="{3E05BF73-E989-3814-052F-354452D948EA}"/>
          </ac:spMkLst>
        </pc:spChg>
        <pc:picChg chg="add mod">
          <ac:chgData name="Ms Alina Arshad" userId="cccdfd85-d35d-4453-9c6f-a463aae40722" providerId="ADAL" clId="{A8F62292-C3D6-4926-9BC9-5B18711B6FF1}" dt="2024-10-06T04:37:48.123" v="652" actId="1076"/>
          <ac:picMkLst>
            <pc:docMk/>
            <pc:sldMk cId="2613136086" sldId="529"/>
            <ac:picMk id="1026" creationId="{ADA61062-260B-1A9C-9869-DA04445B3E08}"/>
          </ac:picMkLst>
        </pc:picChg>
        <pc:picChg chg="add mod">
          <ac:chgData name="Ms Alina Arshad" userId="cccdfd85-d35d-4453-9c6f-a463aae40722" providerId="ADAL" clId="{A8F62292-C3D6-4926-9BC9-5B18711B6FF1}" dt="2024-10-06T04:38:22.662" v="656"/>
          <ac:picMkLst>
            <pc:docMk/>
            <pc:sldMk cId="2613136086" sldId="529"/>
            <ac:picMk id="1027" creationId="{22731AC4-95E9-3DA6-4033-9A8AF14C2392}"/>
          </ac:picMkLst>
        </pc:picChg>
        <pc:picChg chg="add mod">
          <ac:chgData name="Ms Alina Arshad" userId="cccdfd85-d35d-4453-9c6f-a463aae40722" providerId="ADAL" clId="{A8F62292-C3D6-4926-9BC9-5B18711B6FF1}" dt="2024-10-06T04:37:56.879" v="653"/>
          <ac:picMkLst>
            <pc:docMk/>
            <pc:sldMk cId="2613136086" sldId="529"/>
            <ac:picMk id="1028" creationId="{4EABB25B-4C15-DE35-B1E0-330D969955E5}"/>
          </ac:picMkLst>
        </pc:picChg>
        <pc:picChg chg="add mod">
          <ac:chgData name="Ms Alina Arshad" userId="cccdfd85-d35d-4453-9c6f-a463aae40722" providerId="ADAL" clId="{A8F62292-C3D6-4926-9BC9-5B18711B6FF1}" dt="2024-10-06T04:38:14.213" v="655" actId="1076"/>
          <ac:picMkLst>
            <pc:docMk/>
            <pc:sldMk cId="2613136086" sldId="529"/>
            <ac:picMk id="1029" creationId="{3DB78F31-E123-5706-48AB-7D3EB0B9B094}"/>
          </ac:picMkLst>
        </pc:picChg>
      </pc:sldChg>
      <pc:sldChg chg="modSp new mod ord">
        <pc:chgData name="Ms Alina Arshad" userId="cccdfd85-d35d-4453-9c6f-a463aae40722" providerId="ADAL" clId="{A8F62292-C3D6-4926-9BC9-5B18711B6FF1}" dt="2024-10-06T04:40:30.040" v="681" actId="2711"/>
        <pc:sldMkLst>
          <pc:docMk/>
          <pc:sldMk cId="1875193234" sldId="530"/>
        </pc:sldMkLst>
        <pc:spChg chg="mod">
          <ac:chgData name="Ms Alina Arshad" userId="cccdfd85-d35d-4453-9c6f-a463aae40722" providerId="ADAL" clId="{A8F62292-C3D6-4926-9BC9-5B18711B6FF1}" dt="2024-10-06T04:40:30.040" v="681" actId="2711"/>
          <ac:spMkLst>
            <pc:docMk/>
            <pc:sldMk cId="1875193234" sldId="530"/>
            <ac:spMk id="2" creationId="{88B496CB-83AA-033D-FEB0-6044F7B0DD2F}"/>
          </ac:spMkLst>
        </pc:spChg>
        <pc:spChg chg="mod">
          <ac:chgData name="Ms Alina Arshad" userId="cccdfd85-d35d-4453-9c6f-a463aae40722" providerId="ADAL" clId="{A8F62292-C3D6-4926-9BC9-5B18711B6FF1}" dt="2024-10-06T04:40:16.723" v="679" actId="14100"/>
          <ac:spMkLst>
            <pc:docMk/>
            <pc:sldMk cId="1875193234" sldId="530"/>
            <ac:spMk id="3" creationId="{BE0E0C63-0550-7810-0C46-2ABA7B01846D}"/>
          </ac:spMkLst>
        </pc:spChg>
      </pc:sldChg>
      <pc:sldChg chg="addSp delSp modSp new del mod ord">
        <pc:chgData name="Ms Alina Arshad" userId="cccdfd85-d35d-4453-9c6f-a463aae40722" providerId="ADAL" clId="{A8F62292-C3D6-4926-9BC9-5B18711B6FF1}" dt="2024-10-06T04:56:38.088" v="919" actId="47"/>
        <pc:sldMkLst>
          <pc:docMk/>
          <pc:sldMk cId="2729188232" sldId="531"/>
        </pc:sldMkLst>
        <pc:spChg chg="del">
          <ac:chgData name="Ms Alina Arshad" userId="cccdfd85-d35d-4453-9c6f-a463aae40722" providerId="ADAL" clId="{A8F62292-C3D6-4926-9BC9-5B18711B6FF1}" dt="2024-10-06T04:41:21.194" v="683" actId="478"/>
          <ac:spMkLst>
            <pc:docMk/>
            <pc:sldMk cId="2729188232" sldId="531"/>
            <ac:spMk id="3" creationId="{C4EC7ACE-3C77-4C93-DDB8-F5488302C478}"/>
          </ac:spMkLst>
        </pc:spChg>
        <pc:picChg chg="add mod">
          <ac:chgData name="Ms Alina Arshad" userId="cccdfd85-d35d-4453-9c6f-a463aae40722" providerId="ADAL" clId="{A8F62292-C3D6-4926-9BC9-5B18711B6FF1}" dt="2024-10-06T04:41:32.793" v="686" actId="1076"/>
          <ac:picMkLst>
            <pc:docMk/>
            <pc:sldMk cId="2729188232" sldId="531"/>
            <ac:picMk id="2050" creationId="{10A2C191-7A7F-1426-D248-4AF426D6E35D}"/>
          </ac:picMkLst>
        </pc:picChg>
        <pc:picChg chg="add">
          <ac:chgData name="Ms Alina Arshad" userId="cccdfd85-d35d-4453-9c6f-a463aae40722" providerId="ADAL" clId="{A8F62292-C3D6-4926-9BC9-5B18711B6FF1}" dt="2024-10-06T04:41:59.477" v="687"/>
          <ac:picMkLst>
            <pc:docMk/>
            <pc:sldMk cId="2729188232" sldId="531"/>
            <ac:picMk id="2052" creationId="{EB1705C7-F3A1-633F-B4C6-EE5D4AE1CA36}"/>
          </ac:picMkLst>
        </pc:picChg>
      </pc:sldChg>
      <pc:sldChg chg="addSp delSp modSp new mod">
        <pc:chgData name="Ms Alina Arshad" userId="cccdfd85-d35d-4453-9c6f-a463aae40722" providerId="ADAL" clId="{A8F62292-C3D6-4926-9BC9-5B18711B6FF1}" dt="2024-10-06T05:04:12.377" v="1141" actId="20577"/>
        <pc:sldMkLst>
          <pc:docMk/>
          <pc:sldMk cId="3545550237" sldId="532"/>
        </pc:sldMkLst>
        <pc:spChg chg="mod">
          <ac:chgData name="Ms Alina Arshad" userId="cccdfd85-d35d-4453-9c6f-a463aae40722" providerId="ADAL" clId="{A8F62292-C3D6-4926-9BC9-5B18711B6FF1}" dt="2024-10-06T04:57:26.705" v="939" actId="20577"/>
          <ac:spMkLst>
            <pc:docMk/>
            <pc:sldMk cId="3545550237" sldId="532"/>
            <ac:spMk id="2" creationId="{D030AFEC-965B-F22F-B0B5-0BBB9AE23E50}"/>
          </ac:spMkLst>
        </pc:spChg>
        <pc:spChg chg="del">
          <ac:chgData name="Ms Alina Arshad" userId="cccdfd85-d35d-4453-9c6f-a463aae40722" providerId="ADAL" clId="{A8F62292-C3D6-4926-9BC9-5B18711B6FF1}" dt="2024-10-06T04:46:04.731" v="731" actId="478"/>
          <ac:spMkLst>
            <pc:docMk/>
            <pc:sldMk cId="3545550237" sldId="532"/>
            <ac:spMk id="3" creationId="{360585AC-CEB9-3660-A264-AD692CB9B531}"/>
          </ac:spMkLst>
        </pc:spChg>
        <pc:spChg chg="add mod">
          <ac:chgData name="Ms Alina Arshad" userId="cccdfd85-d35d-4453-9c6f-a463aae40722" providerId="ADAL" clId="{A8F62292-C3D6-4926-9BC9-5B18711B6FF1}" dt="2024-10-06T04:56:29.576" v="918" actId="1036"/>
          <ac:spMkLst>
            <pc:docMk/>
            <pc:sldMk cId="3545550237" sldId="532"/>
            <ac:spMk id="4" creationId="{E8FDBE96-FFC2-FA16-5876-24DC810756B3}"/>
          </ac:spMkLst>
        </pc:spChg>
        <pc:spChg chg="add del mod">
          <ac:chgData name="Ms Alina Arshad" userId="cccdfd85-d35d-4453-9c6f-a463aae40722" providerId="ADAL" clId="{A8F62292-C3D6-4926-9BC9-5B18711B6FF1}" dt="2024-10-06T04:48:25.535" v="804" actId="478"/>
          <ac:spMkLst>
            <pc:docMk/>
            <pc:sldMk cId="3545550237" sldId="532"/>
            <ac:spMk id="5" creationId="{193D73B8-DA38-585B-9A7C-6FE8AEFDDC6D}"/>
          </ac:spMkLst>
        </pc:spChg>
        <pc:spChg chg="add mod">
          <ac:chgData name="Ms Alina Arshad" userId="cccdfd85-d35d-4453-9c6f-a463aae40722" providerId="ADAL" clId="{A8F62292-C3D6-4926-9BC9-5B18711B6FF1}" dt="2024-10-06T05:04:12.377" v="1141" actId="20577"/>
          <ac:spMkLst>
            <pc:docMk/>
            <pc:sldMk cId="3545550237" sldId="532"/>
            <ac:spMk id="6" creationId="{97E24E0D-BBD5-FA46-CD36-F7464C23C681}"/>
          </ac:spMkLst>
        </pc:spChg>
        <pc:spChg chg="add mod">
          <ac:chgData name="Ms Alina Arshad" userId="cccdfd85-d35d-4453-9c6f-a463aae40722" providerId="ADAL" clId="{A8F62292-C3D6-4926-9BC9-5B18711B6FF1}" dt="2024-10-06T05:03:54.721" v="1122" actId="20577"/>
          <ac:spMkLst>
            <pc:docMk/>
            <pc:sldMk cId="3545550237" sldId="532"/>
            <ac:spMk id="7" creationId="{2F1C7FD1-C084-A920-4810-9881E8E5E41C}"/>
          </ac:spMkLst>
        </pc:spChg>
        <pc:spChg chg="add mod">
          <ac:chgData name="Ms Alina Arshad" userId="cccdfd85-d35d-4453-9c6f-a463aae40722" providerId="ADAL" clId="{A8F62292-C3D6-4926-9BC9-5B18711B6FF1}" dt="2024-10-06T04:58:30.987" v="942" actId="207"/>
          <ac:spMkLst>
            <pc:docMk/>
            <pc:sldMk cId="3545550237" sldId="532"/>
            <ac:spMk id="8" creationId="{70AF3C1F-D287-2522-60A9-273B5AF32303}"/>
          </ac:spMkLst>
        </pc:spChg>
        <pc:spChg chg="add del mod">
          <ac:chgData name="Ms Alina Arshad" userId="cccdfd85-d35d-4453-9c6f-a463aae40722" providerId="ADAL" clId="{A8F62292-C3D6-4926-9BC9-5B18711B6FF1}" dt="2024-10-06T04:58:30.987" v="942" actId="207"/>
          <ac:spMkLst>
            <pc:docMk/>
            <pc:sldMk cId="3545550237" sldId="532"/>
            <ac:spMk id="9" creationId="{77F2E839-7F85-5443-A52A-0A9133592D5F}"/>
          </ac:spMkLst>
        </pc:spChg>
        <pc:spChg chg="add mod">
          <ac:chgData name="Ms Alina Arshad" userId="cccdfd85-d35d-4453-9c6f-a463aae40722" providerId="ADAL" clId="{A8F62292-C3D6-4926-9BC9-5B18711B6FF1}" dt="2024-10-06T04:58:30.987" v="942" actId="207"/>
          <ac:spMkLst>
            <pc:docMk/>
            <pc:sldMk cId="3545550237" sldId="532"/>
            <ac:spMk id="10" creationId="{C1489C06-253E-42AE-2CD6-0634D54AC85F}"/>
          </ac:spMkLst>
        </pc:spChg>
        <pc:spChg chg="add mod">
          <ac:chgData name="Ms Alina Arshad" userId="cccdfd85-d35d-4453-9c6f-a463aae40722" providerId="ADAL" clId="{A8F62292-C3D6-4926-9BC9-5B18711B6FF1}" dt="2024-10-06T04:56:29.576" v="918" actId="1036"/>
          <ac:spMkLst>
            <pc:docMk/>
            <pc:sldMk cId="3545550237" sldId="532"/>
            <ac:spMk id="11" creationId="{6C3CD05F-311A-C2C9-ABF3-05BA661423E4}"/>
          </ac:spMkLst>
        </pc:spChg>
        <pc:spChg chg="add mod">
          <ac:chgData name="Ms Alina Arshad" userId="cccdfd85-d35d-4453-9c6f-a463aae40722" providerId="ADAL" clId="{A8F62292-C3D6-4926-9BC9-5B18711B6FF1}" dt="2024-10-06T04:56:29.576" v="918" actId="1036"/>
          <ac:spMkLst>
            <pc:docMk/>
            <pc:sldMk cId="3545550237" sldId="532"/>
            <ac:spMk id="12" creationId="{54E2ED62-C853-A247-2518-62428E6CA14B}"/>
          </ac:spMkLst>
        </pc:spChg>
        <pc:spChg chg="add del mod">
          <ac:chgData name="Ms Alina Arshad" userId="cccdfd85-d35d-4453-9c6f-a463aae40722" providerId="ADAL" clId="{A8F62292-C3D6-4926-9BC9-5B18711B6FF1}" dt="2024-10-06T04:48:09.460" v="800" actId="478"/>
          <ac:spMkLst>
            <pc:docMk/>
            <pc:sldMk cId="3545550237" sldId="532"/>
            <ac:spMk id="13" creationId="{5FC748D0-2040-9D33-BAC6-E07D824705EA}"/>
          </ac:spMkLst>
        </pc:spChg>
        <pc:spChg chg="add mod">
          <ac:chgData name="Ms Alina Arshad" userId="cccdfd85-d35d-4453-9c6f-a463aae40722" providerId="ADAL" clId="{A8F62292-C3D6-4926-9BC9-5B18711B6FF1}" dt="2024-10-06T04:56:29.576" v="918" actId="1036"/>
          <ac:spMkLst>
            <pc:docMk/>
            <pc:sldMk cId="3545550237" sldId="532"/>
            <ac:spMk id="14" creationId="{DC16D253-6027-3A36-D97D-F5FF63903729}"/>
          </ac:spMkLst>
        </pc:spChg>
        <pc:spChg chg="add mod">
          <ac:chgData name="Ms Alina Arshad" userId="cccdfd85-d35d-4453-9c6f-a463aae40722" providerId="ADAL" clId="{A8F62292-C3D6-4926-9BC9-5B18711B6FF1}" dt="2024-10-06T04:56:29.576" v="918" actId="1036"/>
          <ac:spMkLst>
            <pc:docMk/>
            <pc:sldMk cId="3545550237" sldId="532"/>
            <ac:spMk id="15" creationId="{C1F190D9-EEF0-7506-62A9-F5D57A1D4365}"/>
          </ac:spMkLst>
        </pc:spChg>
        <pc:spChg chg="add mod">
          <ac:chgData name="Ms Alina Arshad" userId="cccdfd85-d35d-4453-9c6f-a463aae40722" providerId="ADAL" clId="{A8F62292-C3D6-4926-9BC9-5B18711B6FF1}" dt="2024-10-06T04:56:29.576" v="918" actId="1036"/>
          <ac:spMkLst>
            <pc:docMk/>
            <pc:sldMk cId="3545550237" sldId="532"/>
            <ac:spMk id="16" creationId="{DDCAE6F2-3BBE-816F-2703-9999ABC5AB28}"/>
          </ac:spMkLst>
        </pc:spChg>
        <pc:spChg chg="add mod">
          <ac:chgData name="Ms Alina Arshad" userId="cccdfd85-d35d-4453-9c6f-a463aae40722" providerId="ADAL" clId="{A8F62292-C3D6-4926-9BC9-5B18711B6FF1}" dt="2024-10-06T04:56:29.576" v="918" actId="1036"/>
          <ac:spMkLst>
            <pc:docMk/>
            <pc:sldMk cId="3545550237" sldId="532"/>
            <ac:spMk id="17" creationId="{47F02330-B651-1BFD-2100-B72FD02E3876}"/>
          </ac:spMkLst>
        </pc:spChg>
        <pc:spChg chg="add mod">
          <ac:chgData name="Ms Alina Arshad" userId="cccdfd85-d35d-4453-9c6f-a463aae40722" providerId="ADAL" clId="{A8F62292-C3D6-4926-9BC9-5B18711B6FF1}" dt="2024-10-06T04:56:29.576" v="918" actId="1036"/>
          <ac:spMkLst>
            <pc:docMk/>
            <pc:sldMk cId="3545550237" sldId="532"/>
            <ac:spMk id="18" creationId="{B2EBB152-ABA8-8205-9E81-48FC8DEA95DF}"/>
          </ac:spMkLst>
        </pc:spChg>
        <pc:spChg chg="add mod">
          <ac:chgData name="Ms Alina Arshad" userId="cccdfd85-d35d-4453-9c6f-a463aae40722" providerId="ADAL" clId="{A8F62292-C3D6-4926-9BC9-5B18711B6FF1}" dt="2024-10-06T04:56:29.576" v="918" actId="1036"/>
          <ac:spMkLst>
            <pc:docMk/>
            <pc:sldMk cId="3545550237" sldId="532"/>
            <ac:spMk id="19" creationId="{F047D76A-3F98-2937-ECF1-261166E4A139}"/>
          </ac:spMkLst>
        </pc:spChg>
        <pc:cxnChg chg="add mod">
          <ac:chgData name="Ms Alina Arshad" userId="cccdfd85-d35d-4453-9c6f-a463aae40722" providerId="ADAL" clId="{A8F62292-C3D6-4926-9BC9-5B18711B6FF1}" dt="2024-10-06T04:57:02.555" v="924" actId="14100"/>
          <ac:cxnSpMkLst>
            <pc:docMk/>
            <pc:sldMk cId="3545550237" sldId="532"/>
            <ac:cxnSpMk id="21" creationId="{9702C17C-F06A-1138-783D-1B72682A289C}"/>
          </ac:cxnSpMkLst>
        </pc:cxnChg>
        <pc:cxnChg chg="add mod">
          <ac:chgData name="Ms Alina Arshad" userId="cccdfd85-d35d-4453-9c6f-a463aae40722" providerId="ADAL" clId="{A8F62292-C3D6-4926-9BC9-5B18711B6FF1}" dt="2024-10-06T04:56:54.443" v="921" actId="14100"/>
          <ac:cxnSpMkLst>
            <pc:docMk/>
            <pc:sldMk cId="3545550237" sldId="532"/>
            <ac:cxnSpMk id="23" creationId="{F2718462-25F0-0C98-751F-E439918AD78B}"/>
          </ac:cxnSpMkLst>
        </pc:cxnChg>
        <pc:cxnChg chg="add mod">
          <ac:chgData name="Ms Alina Arshad" userId="cccdfd85-d35d-4453-9c6f-a463aae40722" providerId="ADAL" clId="{A8F62292-C3D6-4926-9BC9-5B18711B6FF1}" dt="2024-10-06T04:56:29.576" v="918" actId="1036"/>
          <ac:cxnSpMkLst>
            <pc:docMk/>
            <pc:sldMk cId="3545550237" sldId="532"/>
            <ac:cxnSpMk id="26" creationId="{14EE53DC-DC8C-BA44-CB05-4FA5F7100CCE}"/>
          </ac:cxnSpMkLst>
        </pc:cxnChg>
        <pc:cxnChg chg="add mod">
          <ac:chgData name="Ms Alina Arshad" userId="cccdfd85-d35d-4453-9c6f-a463aae40722" providerId="ADAL" clId="{A8F62292-C3D6-4926-9BC9-5B18711B6FF1}" dt="2024-10-06T04:56:29.576" v="918" actId="1036"/>
          <ac:cxnSpMkLst>
            <pc:docMk/>
            <pc:sldMk cId="3545550237" sldId="532"/>
            <ac:cxnSpMk id="27" creationId="{0E38D9F2-EC66-1099-7616-8B9D4D83E30D}"/>
          </ac:cxnSpMkLst>
        </pc:cxnChg>
        <pc:cxnChg chg="add mod">
          <ac:chgData name="Ms Alina Arshad" userId="cccdfd85-d35d-4453-9c6f-a463aae40722" providerId="ADAL" clId="{A8F62292-C3D6-4926-9BC9-5B18711B6FF1}" dt="2024-10-06T04:56:29.576" v="918" actId="1036"/>
          <ac:cxnSpMkLst>
            <pc:docMk/>
            <pc:sldMk cId="3545550237" sldId="532"/>
            <ac:cxnSpMk id="30" creationId="{D60394C6-4F38-BFF4-44B2-F34E378B95D6}"/>
          </ac:cxnSpMkLst>
        </pc:cxnChg>
        <pc:cxnChg chg="add mod">
          <ac:chgData name="Ms Alina Arshad" userId="cccdfd85-d35d-4453-9c6f-a463aae40722" providerId="ADAL" clId="{A8F62292-C3D6-4926-9BC9-5B18711B6FF1}" dt="2024-10-06T04:56:29.576" v="918" actId="1036"/>
          <ac:cxnSpMkLst>
            <pc:docMk/>
            <pc:sldMk cId="3545550237" sldId="532"/>
            <ac:cxnSpMk id="33" creationId="{F67CC95A-7436-8A77-88A6-E5E24734FB89}"/>
          </ac:cxnSpMkLst>
        </pc:cxnChg>
        <pc:cxnChg chg="add mod">
          <ac:chgData name="Ms Alina Arshad" userId="cccdfd85-d35d-4453-9c6f-a463aae40722" providerId="ADAL" clId="{A8F62292-C3D6-4926-9BC9-5B18711B6FF1}" dt="2024-10-06T04:56:29.576" v="918" actId="1036"/>
          <ac:cxnSpMkLst>
            <pc:docMk/>
            <pc:sldMk cId="3545550237" sldId="532"/>
            <ac:cxnSpMk id="37" creationId="{BFE28554-187E-773B-D5CB-CFF822C7723A}"/>
          </ac:cxnSpMkLst>
        </pc:cxnChg>
      </pc:sldChg>
      <pc:sldChg chg="addSp modSp new del mod">
        <pc:chgData name="Ms Alina Arshad" userId="cccdfd85-d35d-4453-9c6f-a463aae40722" providerId="ADAL" clId="{A8F62292-C3D6-4926-9BC9-5B18711B6FF1}" dt="2024-10-06T05:06:24.433" v="1226" actId="47"/>
        <pc:sldMkLst>
          <pc:docMk/>
          <pc:sldMk cId="2054905135" sldId="533"/>
        </pc:sldMkLst>
        <pc:graphicFrameChg chg="add mod modGraphic">
          <ac:chgData name="Ms Alina Arshad" userId="cccdfd85-d35d-4453-9c6f-a463aae40722" providerId="ADAL" clId="{A8F62292-C3D6-4926-9BC9-5B18711B6FF1}" dt="2024-10-06T05:06:02.768" v="1222" actId="1076"/>
          <ac:graphicFrameMkLst>
            <pc:docMk/>
            <pc:sldMk cId="2054905135" sldId="533"/>
            <ac:graphicFrameMk id="2" creationId="{FC398764-79EA-68BC-ECBC-5FC1A79EC2C5}"/>
          </ac:graphicFrameMkLst>
        </pc:graphicFrameChg>
      </pc:sldChg>
      <pc:sldChg chg="addSp modSp new mod">
        <pc:chgData name="Ms Alina Arshad" userId="cccdfd85-d35d-4453-9c6f-a463aae40722" providerId="ADAL" clId="{A8F62292-C3D6-4926-9BC9-5B18711B6FF1}" dt="2024-10-06T05:06:47.625" v="1243" actId="1076"/>
        <pc:sldMkLst>
          <pc:docMk/>
          <pc:sldMk cId="3162381277" sldId="534"/>
        </pc:sldMkLst>
        <pc:spChg chg="mod">
          <ac:chgData name="Ms Alina Arshad" userId="cccdfd85-d35d-4453-9c6f-a463aae40722" providerId="ADAL" clId="{A8F62292-C3D6-4926-9BC9-5B18711B6FF1}" dt="2024-10-06T05:06:40.074" v="1240" actId="14100"/>
          <ac:spMkLst>
            <pc:docMk/>
            <pc:sldMk cId="3162381277" sldId="534"/>
            <ac:spMk id="2" creationId="{485A7A91-CB93-852E-32FB-484830C62884}"/>
          </ac:spMkLst>
        </pc:spChg>
        <pc:graphicFrameChg chg="add mod modGraphic">
          <ac:chgData name="Ms Alina Arshad" userId="cccdfd85-d35d-4453-9c6f-a463aae40722" providerId="ADAL" clId="{A8F62292-C3D6-4926-9BC9-5B18711B6FF1}" dt="2024-10-06T05:06:47.625" v="1243" actId="1076"/>
          <ac:graphicFrameMkLst>
            <pc:docMk/>
            <pc:sldMk cId="3162381277" sldId="534"/>
            <ac:graphicFrameMk id="4" creationId="{BC1A96F8-75CE-398D-1083-6347D11F64B9}"/>
          </ac:graphicFrameMkLst>
        </pc:graphicFrameChg>
      </pc:sldChg>
      <pc:sldChg chg="modSp new mod">
        <pc:chgData name="Ms Alina Arshad" userId="cccdfd85-d35d-4453-9c6f-a463aae40722" providerId="ADAL" clId="{A8F62292-C3D6-4926-9BC9-5B18711B6FF1}" dt="2024-10-06T05:09:35.700" v="1260" actId="20577"/>
        <pc:sldMkLst>
          <pc:docMk/>
          <pc:sldMk cId="1199260640" sldId="535"/>
        </pc:sldMkLst>
        <pc:spChg chg="mod">
          <ac:chgData name="Ms Alina Arshad" userId="cccdfd85-d35d-4453-9c6f-a463aae40722" providerId="ADAL" clId="{A8F62292-C3D6-4926-9BC9-5B18711B6FF1}" dt="2024-10-06T05:09:35.700" v="1260" actId="20577"/>
          <ac:spMkLst>
            <pc:docMk/>
            <pc:sldMk cId="1199260640" sldId="535"/>
            <ac:spMk id="2" creationId="{02106BE8-DF64-9A48-B1D3-308FEDC4CC7F}"/>
          </ac:spMkLst>
        </pc:spChg>
        <pc:spChg chg="mod">
          <ac:chgData name="Ms Alina Arshad" userId="cccdfd85-d35d-4453-9c6f-a463aae40722" providerId="ADAL" clId="{A8F62292-C3D6-4926-9BC9-5B18711B6FF1}" dt="2024-10-06T05:09:12.780" v="1248" actId="207"/>
          <ac:spMkLst>
            <pc:docMk/>
            <pc:sldMk cId="1199260640" sldId="535"/>
            <ac:spMk id="3" creationId="{F572B3B7-8AC4-17B3-8E63-73657D18ED3A}"/>
          </ac:spMkLst>
        </pc:spChg>
      </pc:sldChg>
    </pc:docChg>
  </pc:docChgLst>
  <pc:docChgLst>
    <pc:chgData name="Ms Alina Arshad" userId="cccdfd85-d35d-4453-9c6f-a463aae40722" providerId="ADAL" clId="{9D070D90-1526-4C33-8966-8ADF4EF98FAB}"/>
    <pc:docChg chg="undo custSel addSld delSld modSld sldOrd">
      <pc:chgData name="Ms Alina Arshad" userId="cccdfd85-d35d-4453-9c6f-a463aae40722" providerId="ADAL" clId="{9D070D90-1526-4C33-8966-8ADF4EF98FAB}" dt="2024-08-27T08:37:18.370" v="480" actId="1076"/>
      <pc:docMkLst>
        <pc:docMk/>
      </pc:docMkLst>
      <pc:sldChg chg="delSp modSp mod modAnim">
        <pc:chgData name="Ms Alina Arshad" userId="cccdfd85-d35d-4453-9c6f-a463aae40722" providerId="ADAL" clId="{9D070D90-1526-4C33-8966-8ADF4EF98FAB}" dt="2024-08-26T08:55:30.162" v="20" actId="27636"/>
        <pc:sldMkLst>
          <pc:docMk/>
          <pc:sldMk cId="0" sldId="351"/>
        </pc:sldMkLst>
        <pc:spChg chg="mod">
          <ac:chgData name="Ms Alina Arshad" userId="cccdfd85-d35d-4453-9c6f-a463aae40722" providerId="ADAL" clId="{9D070D90-1526-4C33-8966-8ADF4EF98FAB}" dt="2024-08-26T08:55:30.162" v="20" actId="27636"/>
          <ac:spMkLst>
            <pc:docMk/>
            <pc:sldMk cId="0" sldId="351"/>
            <ac:spMk id="3" creationId="{C0C22FA1-E5B0-AD82-96B5-C98C4EA3D56C}"/>
          </ac:spMkLst>
        </pc:spChg>
        <pc:grpChg chg="del">
          <ac:chgData name="Ms Alina Arshad" userId="cccdfd85-d35d-4453-9c6f-a463aae40722" providerId="ADAL" clId="{9D070D90-1526-4C33-8966-8ADF4EF98FAB}" dt="2024-08-26T08:52:15.902" v="6" actId="478"/>
          <ac:grpSpMkLst>
            <pc:docMk/>
            <pc:sldMk cId="0" sldId="351"/>
            <ac:grpSpMk id="2" creationId="{7F9631C9-A4A1-9EC8-8B28-D2C54EDAAC8E}"/>
          </ac:grpSpMkLst>
        </pc:grpChg>
      </pc:sldChg>
      <pc:sldChg chg="modSp mod">
        <pc:chgData name="Ms Alina Arshad" userId="cccdfd85-d35d-4453-9c6f-a463aae40722" providerId="ADAL" clId="{9D070D90-1526-4C33-8966-8ADF4EF98FAB}" dt="2024-08-27T08:37:18.370" v="480" actId="1076"/>
        <pc:sldMkLst>
          <pc:docMk/>
          <pc:sldMk cId="0" sldId="354"/>
        </pc:sldMkLst>
        <pc:spChg chg="mod">
          <ac:chgData name="Ms Alina Arshad" userId="cccdfd85-d35d-4453-9c6f-a463aae40722" providerId="ADAL" clId="{9D070D90-1526-4C33-8966-8ADF4EF98FAB}" dt="2024-08-27T08:37:18.370" v="480" actId="1076"/>
          <ac:spMkLst>
            <pc:docMk/>
            <pc:sldMk cId="0" sldId="354"/>
            <ac:spMk id="8" creationId="{643E073A-7DD6-73B9-FE08-31C2814707E7}"/>
          </ac:spMkLst>
        </pc:spChg>
        <pc:spChg chg="mod">
          <ac:chgData name="Ms Alina Arshad" userId="cccdfd85-d35d-4453-9c6f-a463aae40722" providerId="ADAL" clId="{9D070D90-1526-4C33-8966-8ADF4EF98FAB}" dt="2024-08-27T08:37:15.907" v="479" actId="1076"/>
          <ac:spMkLst>
            <pc:docMk/>
            <pc:sldMk cId="0" sldId="354"/>
            <ac:spMk id="25603" creationId="{BF524721-A574-8A8A-2F01-CF97DC19A676}"/>
          </ac:spMkLst>
        </pc:spChg>
      </pc:sldChg>
      <pc:sldChg chg="modSp mod">
        <pc:chgData name="Ms Alina Arshad" userId="cccdfd85-d35d-4453-9c6f-a463aae40722" providerId="ADAL" clId="{9D070D90-1526-4C33-8966-8ADF4EF98FAB}" dt="2024-08-26T08:55:46.777" v="21" actId="1076"/>
        <pc:sldMkLst>
          <pc:docMk/>
          <pc:sldMk cId="0" sldId="356"/>
        </pc:sldMkLst>
        <pc:spChg chg="mod">
          <ac:chgData name="Ms Alina Arshad" userId="cccdfd85-d35d-4453-9c6f-a463aae40722" providerId="ADAL" clId="{9D070D90-1526-4C33-8966-8ADF4EF98FAB}" dt="2024-08-26T06:59:26.289" v="3" actId="207"/>
          <ac:spMkLst>
            <pc:docMk/>
            <pc:sldMk cId="0" sldId="356"/>
            <ac:spMk id="3" creationId="{A0C26980-5FCF-11CE-42EA-C789EFC81BF9}"/>
          </ac:spMkLst>
        </pc:spChg>
        <pc:spChg chg="mod">
          <ac:chgData name="Ms Alina Arshad" userId="cccdfd85-d35d-4453-9c6f-a463aae40722" providerId="ADAL" clId="{9D070D90-1526-4C33-8966-8ADF4EF98FAB}" dt="2024-08-26T08:55:46.777" v="21" actId="1076"/>
          <ac:spMkLst>
            <pc:docMk/>
            <pc:sldMk cId="0" sldId="356"/>
            <ac:spMk id="21506" creationId="{2FDC0C03-1A50-AFEA-680D-11CB0080FD7C}"/>
          </ac:spMkLst>
        </pc:spChg>
      </pc:sldChg>
      <pc:sldChg chg="modSp mod">
        <pc:chgData name="Ms Alina Arshad" userId="cccdfd85-d35d-4453-9c6f-a463aae40722" providerId="ADAL" clId="{9D070D90-1526-4C33-8966-8ADF4EF98FAB}" dt="2024-08-26T08:57:57.549" v="23" actId="207"/>
        <pc:sldMkLst>
          <pc:docMk/>
          <pc:sldMk cId="0" sldId="357"/>
        </pc:sldMkLst>
        <pc:spChg chg="mod">
          <ac:chgData name="Ms Alina Arshad" userId="cccdfd85-d35d-4453-9c6f-a463aae40722" providerId="ADAL" clId="{9D070D90-1526-4C33-8966-8ADF4EF98FAB}" dt="2024-08-26T08:57:57.549" v="23" actId="207"/>
          <ac:spMkLst>
            <pc:docMk/>
            <pc:sldMk cId="0" sldId="357"/>
            <ac:spMk id="23554" creationId="{715C96A0-76EB-2410-6028-7CC970A627D0}"/>
          </ac:spMkLst>
        </pc:spChg>
      </pc:sldChg>
      <pc:sldChg chg="modSp mod">
        <pc:chgData name="Ms Alina Arshad" userId="cccdfd85-d35d-4453-9c6f-a463aae40722" providerId="ADAL" clId="{9D070D90-1526-4C33-8966-8ADF4EF98FAB}" dt="2024-08-26T08:59:32.937" v="31" actId="113"/>
        <pc:sldMkLst>
          <pc:docMk/>
          <pc:sldMk cId="0" sldId="359"/>
        </pc:sldMkLst>
        <pc:spChg chg="mod">
          <ac:chgData name="Ms Alina Arshad" userId="cccdfd85-d35d-4453-9c6f-a463aae40722" providerId="ADAL" clId="{9D070D90-1526-4C33-8966-8ADF4EF98FAB}" dt="2024-08-26T08:59:32.937" v="31" actId="113"/>
          <ac:spMkLst>
            <pc:docMk/>
            <pc:sldMk cId="0" sldId="359"/>
            <ac:spMk id="27650" creationId="{3601D225-8BCB-CD61-89F6-BD0091383FA4}"/>
          </ac:spMkLst>
        </pc:spChg>
      </pc:sldChg>
      <pc:sldChg chg="modSp mod">
        <pc:chgData name="Ms Alina Arshad" userId="cccdfd85-d35d-4453-9c6f-a463aae40722" providerId="ADAL" clId="{9D070D90-1526-4C33-8966-8ADF4EF98FAB}" dt="2024-08-26T09:01:41.296" v="33" actId="207"/>
        <pc:sldMkLst>
          <pc:docMk/>
          <pc:sldMk cId="0" sldId="360"/>
        </pc:sldMkLst>
        <pc:spChg chg="mod">
          <ac:chgData name="Ms Alina Arshad" userId="cccdfd85-d35d-4453-9c6f-a463aae40722" providerId="ADAL" clId="{9D070D90-1526-4C33-8966-8ADF4EF98FAB}" dt="2024-08-26T09:01:41.296" v="33" actId="207"/>
          <ac:spMkLst>
            <pc:docMk/>
            <pc:sldMk cId="0" sldId="360"/>
            <ac:spMk id="3" creationId="{5A29B148-68E9-42A4-AAEF-21C44FB97CC8}"/>
          </ac:spMkLst>
        </pc:spChg>
        <pc:spChg chg="mod">
          <ac:chgData name="Ms Alina Arshad" userId="cccdfd85-d35d-4453-9c6f-a463aae40722" providerId="ADAL" clId="{9D070D90-1526-4C33-8966-8ADF4EF98FAB}" dt="2024-08-26T08:59:33.484" v="32" actId="113"/>
          <ac:spMkLst>
            <pc:docMk/>
            <pc:sldMk cId="0" sldId="360"/>
            <ac:spMk id="28674" creationId="{5DF05B7C-3FB9-7AAD-79F2-F672F7AE8C7B}"/>
          </ac:spMkLst>
        </pc:spChg>
      </pc:sldChg>
      <pc:sldChg chg="modSp mod">
        <pc:chgData name="Ms Alina Arshad" userId="cccdfd85-d35d-4453-9c6f-a463aae40722" providerId="ADAL" clId="{9D070D90-1526-4C33-8966-8ADF4EF98FAB}" dt="2024-08-26T08:59:31.922" v="30" actId="113"/>
        <pc:sldMkLst>
          <pc:docMk/>
          <pc:sldMk cId="0" sldId="369"/>
        </pc:sldMkLst>
        <pc:spChg chg="mod">
          <ac:chgData name="Ms Alina Arshad" userId="cccdfd85-d35d-4453-9c6f-a463aae40722" providerId="ADAL" clId="{9D070D90-1526-4C33-8966-8ADF4EF98FAB}" dt="2024-08-26T08:59:31.922" v="30" actId="113"/>
          <ac:spMkLst>
            <pc:docMk/>
            <pc:sldMk cId="0" sldId="369"/>
            <ac:spMk id="26626" creationId="{A4F027D1-2AC1-1C80-C6CA-8BCE00F02C1D}"/>
          </ac:spMkLst>
        </pc:spChg>
      </pc:sldChg>
      <pc:sldChg chg="del">
        <pc:chgData name="Ms Alina Arshad" userId="cccdfd85-d35d-4453-9c6f-a463aae40722" providerId="ADAL" clId="{9D070D90-1526-4C33-8966-8ADF4EF98FAB}" dt="2024-08-26T09:03:11.641" v="34" actId="47"/>
        <pc:sldMkLst>
          <pc:docMk/>
          <pc:sldMk cId="3002628608" sldId="371"/>
        </pc:sldMkLst>
      </pc:sldChg>
      <pc:sldChg chg="modSp del mod">
        <pc:chgData name="Ms Alina Arshad" userId="cccdfd85-d35d-4453-9c6f-a463aae40722" providerId="ADAL" clId="{9D070D90-1526-4C33-8966-8ADF4EF98FAB}" dt="2024-08-26T09:03:53.121" v="36" actId="47"/>
        <pc:sldMkLst>
          <pc:docMk/>
          <pc:sldMk cId="0" sldId="372"/>
        </pc:sldMkLst>
        <pc:spChg chg="mod">
          <ac:chgData name="Ms Alina Arshad" userId="cccdfd85-d35d-4453-9c6f-a463aae40722" providerId="ADAL" clId="{9D070D90-1526-4C33-8966-8ADF4EF98FAB}" dt="2024-08-26T09:03:17.065" v="35" actId="207"/>
          <ac:spMkLst>
            <pc:docMk/>
            <pc:sldMk cId="0" sldId="372"/>
            <ac:spMk id="33794" creationId="{21B4FF6A-7A53-1B02-2C5F-197ADE8BB9A5}"/>
          </ac:spMkLst>
        </pc:spChg>
      </pc:sldChg>
      <pc:sldChg chg="modSp mod ord">
        <pc:chgData name="Ms Alina Arshad" userId="cccdfd85-d35d-4453-9c6f-a463aae40722" providerId="ADAL" clId="{9D070D90-1526-4C33-8966-8ADF4EF98FAB}" dt="2024-08-26T09:04:28.044" v="40"/>
        <pc:sldMkLst>
          <pc:docMk/>
          <pc:sldMk cId="511546327" sldId="385"/>
        </pc:sldMkLst>
        <pc:spChg chg="mod">
          <ac:chgData name="Ms Alina Arshad" userId="cccdfd85-d35d-4453-9c6f-a463aae40722" providerId="ADAL" clId="{9D070D90-1526-4C33-8966-8ADF4EF98FAB}" dt="2024-08-26T09:03:57.994" v="37" actId="207"/>
          <ac:spMkLst>
            <pc:docMk/>
            <pc:sldMk cId="511546327" sldId="385"/>
            <ac:spMk id="2" creationId="{00000000-0000-0000-0000-000000000000}"/>
          </ac:spMkLst>
        </pc:spChg>
        <pc:picChg chg="mod">
          <ac:chgData name="Ms Alina Arshad" userId="cccdfd85-d35d-4453-9c6f-a463aae40722" providerId="ADAL" clId="{9D070D90-1526-4C33-8966-8ADF4EF98FAB}" dt="2024-08-26T09:04:01.816" v="38" actId="1076"/>
          <ac:picMkLst>
            <pc:docMk/>
            <pc:sldMk cId="511546327" sldId="385"/>
            <ac:picMk id="6" creationId="{00000000-0000-0000-0000-000000000000}"/>
          </ac:picMkLst>
        </pc:picChg>
      </pc:sldChg>
      <pc:sldChg chg="del">
        <pc:chgData name="Ms Alina Arshad" userId="cccdfd85-d35d-4453-9c6f-a463aae40722" providerId="ADAL" clId="{9D070D90-1526-4C33-8966-8ADF4EF98FAB}" dt="2024-08-26T09:04:38.339" v="41" actId="47"/>
        <pc:sldMkLst>
          <pc:docMk/>
          <pc:sldMk cId="938158308" sldId="390"/>
        </pc:sldMkLst>
        <pc:spChg chg="mod">
          <ac:chgData name="Ms Alina Arshad" userId="cccdfd85-d35d-4453-9c6f-a463aae40722" providerId="ADAL" clId="{9D070D90-1526-4C33-8966-8ADF4EF98FAB}" dt="2024-08-26T09:06:18.885" v="52" actId="14100"/>
          <ac:spMkLst>
            <pc:docMk/>
            <pc:sldMk cId="938158308" sldId="390"/>
            <ac:spMk id="2" creationId="{CCD37E2F-361C-46F4-BD07-2D803DB23F9E}"/>
          </ac:spMkLst>
        </pc:spChg>
        <pc:spChg chg="mod">
          <ac:chgData name="Ms Alina Arshad" userId="cccdfd85-d35d-4453-9c6f-a463aae40722" providerId="ADAL" clId="{9D070D90-1526-4C33-8966-8ADF4EF98FAB}" dt="2024-08-26T09:06:10.008" v="47" actId="207"/>
          <ac:spMkLst>
            <pc:docMk/>
            <pc:sldMk cId="938158308" sldId="390"/>
            <ac:spMk id="3" creationId="{F59BCEDC-C5D1-42CB-8414-D9DBEA47ECB0}"/>
          </ac:spMkLst>
        </pc:spChg>
        <pc:spChg chg="del">
          <ac:chgData name="Ms Alina Arshad" userId="cccdfd85-d35d-4453-9c6f-a463aae40722" providerId="ADAL" clId="{9D070D90-1526-4C33-8966-8ADF4EF98FAB}" dt="2024-08-26T09:05:58.458" v="43" actId="478"/>
          <ac:spMkLst>
            <pc:docMk/>
            <pc:sldMk cId="938158308" sldId="390"/>
            <ac:spMk id="4" creationId="{00000000-0000-0000-0000-000000000000}"/>
          </ac:spMkLst>
        </pc:spChg>
        <pc:spChg chg="del">
          <ac:chgData name="Ms Alina Arshad" userId="cccdfd85-d35d-4453-9c6f-a463aae40722" providerId="ADAL" clId="{9D070D90-1526-4C33-8966-8ADF4EF98FAB}" dt="2024-08-26T09:06:01.138" v="44" actId="478"/>
          <ac:spMkLst>
            <pc:docMk/>
            <pc:sldMk cId="938158308" sldId="390"/>
            <ac:spMk id="5" creationId="{00000000-0000-0000-0000-000000000000}"/>
          </ac:spMkLst>
        </pc:spChg>
      </pc:sldChg>
      <pc:sldChg chg="delSp modSp add mod">
        <pc:chgData name="Ms Alina Arshad" userId="cccdfd85-d35d-4453-9c6f-a463aae40722" providerId="ADAL" clId="{9D070D90-1526-4C33-8966-8ADF4EF98FAB}" dt="2024-08-26T09:06:52.848" v="55" actId="1076"/>
        <pc:sldMkLst>
          <pc:docMk/>
          <pc:sldMk cId="3237861477" sldId="391"/>
        </pc:sldMkLst>
        <pc:spChg chg="mod">
          <ac:chgData name="Ms Alina Arshad" userId="cccdfd85-d35d-4453-9c6f-a463aae40722" providerId="ADAL" clId="{9D070D90-1526-4C33-8966-8ADF4EF98FAB}" dt="2024-08-26T09:06:52.848" v="55" actId="1076"/>
          <ac:spMkLst>
            <pc:docMk/>
            <pc:sldMk cId="3237861477" sldId="391"/>
            <ac:spMk id="2" creationId="{EDA72679-0F98-43B0-9C8E-609711DDE88A}"/>
          </ac:spMkLst>
        </pc:spChg>
        <pc:spChg chg="mod">
          <ac:chgData name="Ms Alina Arshad" userId="cccdfd85-d35d-4453-9c6f-a463aae40722" providerId="ADAL" clId="{9D070D90-1526-4C33-8966-8ADF4EF98FAB}" dt="2024-08-26T09:06:49.005" v="53" actId="207"/>
          <ac:spMkLst>
            <pc:docMk/>
            <pc:sldMk cId="3237861477" sldId="391"/>
            <ac:spMk id="3" creationId="{9F621F65-B7BE-4B1B-8A4D-34D27C89D961}"/>
          </ac:spMkLst>
        </pc:spChg>
        <pc:spChg chg="del">
          <ac:chgData name="Ms Alina Arshad" userId="cccdfd85-d35d-4453-9c6f-a463aae40722" providerId="ADAL" clId="{9D070D90-1526-4C33-8966-8ADF4EF98FAB}" dt="2024-08-26T09:06:04.744" v="45" actId="478"/>
          <ac:spMkLst>
            <pc:docMk/>
            <pc:sldMk cId="3237861477" sldId="391"/>
            <ac:spMk id="4" creationId="{00000000-0000-0000-0000-000000000000}"/>
          </ac:spMkLst>
        </pc:spChg>
        <pc:spChg chg="del">
          <ac:chgData name="Ms Alina Arshad" userId="cccdfd85-d35d-4453-9c6f-a463aae40722" providerId="ADAL" clId="{9D070D90-1526-4C33-8966-8ADF4EF98FAB}" dt="2024-08-26T09:06:06.196" v="46" actId="478"/>
          <ac:spMkLst>
            <pc:docMk/>
            <pc:sldMk cId="3237861477" sldId="391"/>
            <ac:spMk id="5" creationId="{00000000-0000-0000-0000-000000000000}"/>
          </ac:spMkLst>
        </pc:spChg>
      </pc:sldChg>
      <pc:sldChg chg="modSp new mod ord">
        <pc:chgData name="Ms Alina Arshad" userId="cccdfd85-d35d-4453-9c6f-a463aae40722" providerId="ADAL" clId="{9D070D90-1526-4C33-8966-8ADF4EF98FAB}" dt="2024-08-26T09:14:19.288" v="94"/>
        <pc:sldMkLst>
          <pc:docMk/>
          <pc:sldMk cId="3171797292" sldId="392"/>
        </pc:sldMkLst>
        <pc:spChg chg="mod">
          <ac:chgData name="Ms Alina Arshad" userId="cccdfd85-d35d-4453-9c6f-a463aae40722" providerId="ADAL" clId="{9D070D90-1526-4C33-8966-8ADF4EF98FAB}" dt="2024-08-26T09:08:44.241" v="76" actId="207"/>
          <ac:spMkLst>
            <pc:docMk/>
            <pc:sldMk cId="3171797292" sldId="392"/>
            <ac:spMk id="2" creationId="{71C7E6DC-E247-A1A6-4433-2D99DE757456}"/>
          </ac:spMkLst>
        </pc:spChg>
        <pc:spChg chg="mod">
          <ac:chgData name="Ms Alina Arshad" userId="cccdfd85-d35d-4453-9c6f-a463aae40722" providerId="ADAL" clId="{9D070D90-1526-4C33-8966-8ADF4EF98FAB}" dt="2024-08-26T09:09:47.517" v="87" actId="207"/>
          <ac:spMkLst>
            <pc:docMk/>
            <pc:sldMk cId="3171797292" sldId="392"/>
            <ac:spMk id="3" creationId="{8945664E-4C57-92F9-8D47-FA41D2EC3675}"/>
          </ac:spMkLst>
        </pc:spChg>
      </pc:sldChg>
      <pc:sldChg chg="new del">
        <pc:chgData name="Ms Alina Arshad" userId="cccdfd85-d35d-4453-9c6f-a463aae40722" providerId="ADAL" clId="{9D070D90-1526-4C33-8966-8ADF4EF98FAB}" dt="2024-08-26T09:08:28.926" v="57" actId="47"/>
        <pc:sldMkLst>
          <pc:docMk/>
          <pc:sldMk cId="3427654478" sldId="392"/>
        </pc:sldMkLst>
      </pc:sldChg>
      <pc:sldChg chg="delSp new del mod">
        <pc:chgData name="Ms Alina Arshad" userId="cccdfd85-d35d-4453-9c6f-a463aae40722" providerId="ADAL" clId="{9D070D90-1526-4C33-8966-8ADF4EF98FAB}" dt="2024-08-26T09:16:59.706" v="226" actId="47"/>
        <pc:sldMkLst>
          <pc:docMk/>
          <pc:sldMk cId="1468559554" sldId="393"/>
        </pc:sldMkLst>
        <pc:spChg chg="del">
          <ac:chgData name="Ms Alina Arshad" userId="cccdfd85-d35d-4453-9c6f-a463aae40722" providerId="ADAL" clId="{9D070D90-1526-4C33-8966-8ADF4EF98FAB}" dt="2024-08-26T09:14:10.928" v="92" actId="478"/>
          <ac:spMkLst>
            <pc:docMk/>
            <pc:sldMk cId="1468559554" sldId="393"/>
            <ac:spMk id="2" creationId="{7B3096DD-7254-94FB-B361-91D1E30F9BF0}"/>
          </ac:spMkLst>
        </pc:spChg>
        <pc:spChg chg="del">
          <ac:chgData name="Ms Alina Arshad" userId="cccdfd85-d35d-4453-9c6f-a463aae40722" providerId="ADAL" clId="{9D070D90-1526-4C33-8966-8ADF4EF98FAB}" dt="2024-08-26T09:14:09.350" v="91" actId="478"/>
          <ac:spMkLst>
            <pc:docMk/>
            <pc:sldMk cId="1468559554" sldId="393"/>
            <ac:spMk id="3" creationId="{D78851B1-4A44-FD00-8C39-D0F0F275E549}"/>
          </ac:spMkLst>
        </pc:spChg>
      </pc:sldChg>
      <pc:sldChg chg="modSp new mod">
        <pc:chgData name="Ms Alina Arshad" userId="cccdfd85-d35d-4453-9c6f-a463aae40722" providerId="ADAL" clId="{9D070D90-1526-4C33-8966-8ADF4EF98FAB}" dt="2024-08-26T09:16:54.548" v="225"/>
        <pc:sldMkLst>
          <pc:docMk/>
          <pc:sldMk cId="3643065844" sldId="394"/>
        </pc:sldMkLst>
        <pc:spChg chg="mod">
          <ac:chgData name="Ms Alina Arshad" userId="cccdfd85-d35d-4453-9c6f-a463aae40722" providerId="ADAL" clId="{9D070D90-1526-4C33-8966-8ADF4EF98FAB}" dt="2024-08-26T09:16:54.548" v="225"/>
          <ac:spMkLst>
            <pc:docMk/>
            <pc:sldMk cId="3643065844" sldId="394"/>
            <ac:spMk id="2" creationId="{56FB64E0-A331-330A-441B-B3C636221533}"/>
          </ac:spMkLst>
        </pc:spChg>
        <pc:spChg chg="mod">
          <ac:chgData name="Ms Alina Arshad" userId="cccdfd85-d35d-4453-9c6f-a463aae40722" providerId="ADAL" clId="{9D070D90-1526-4C33-8966-8ADF4EF98FAB}" dt="2024-08-26T09:16:41.558" v="224" actId="20577"/>
          <ac:spMkLst>
            <pc:docMk/>
            <pc:sldMk cId="3643065844" sldId="394"/>
            <ac:spMk id="3" creationId="{22ACE35B-3318-313E-A6ED-E9C39A6CC46C}"/>
          </ac:spMkLst>
        </pc:spChg>
      </pc:sldChg>
      <pc:sldChg chg="addSp modSp new mod">
        <pc:chgData name="Ms Alina Arshad" userId="cccdfd85-d35d-4453-9c6f-a463aae40722" providerId="ADAL" clId="{9D070D90-1526-4C33-8966-8ADF4EF98FAB}" dt="2024-08-26T09:19:42.253" v="237" actId="1076"/>
        <pc:sldMkLst>
          <pc:docMk/>
          <pc:sldMk cId="129645018" sldId="395"/>
        </pc:sldMkLst>
        <pc:spChg chg="add mod">
          <ac:chgData name="Ms Alina Arshad" userId="cccdfd85-d35d-4453-9c6f-a463aae40722" providerId="ADAL" clId="{9D070D90-1526-4C33-8966-8ADF4EF98FAB}" dt="2024-08-26T09:19:10.813" v="231" actId="1076"/>
          <ac:spMkLst>
            <pc:docMk/>
            <pc:sldMk cId="129645018" sldId="395"/>
            <ac:spMk id="3" creationId="{AE48E4DB-1020-2267-9323-EA4B0A7A40F7}"/>
          </ac:spMkLst>
        </pc:spChg>
        <pc:spChg chg="add mod">
          <ac:chgData name="Ms Alina Arshad" userId="cccdfd85-d35d-4453-9c6f-a463aae40722" providerId="ADAL" clId="{9D070D90-1526-4C33-8966-8ADF4EF98FAB}" dt="2024-08-26T09:19:42.253" v="237" actId="1076"/>
          <ac:spMkLst>
            <pc:docMk/>
            <pc:sldMk cId="129645018" sldId="395"/>
            <ac:spMk id="4" creationId="{E314460D-0C28-0074-04BC-D8A2FC53EC0F}"/>
          </ac:spMkLst>
        </pc:spChg>
      </pc:sldChg>
      <pc:sldChg chg="addSp delSp modSp new del mod">
        <pc:chgData name="Ms Alina Arshad" userId="cccdfd85-d35d-4453-9c6f-a463aae40722" providerId="ADAL" clId="{9D070D90-1526-4C33-8966-8ADF4EF98FAB}" dt="2024-08-26T09:50:52.084" v="253" actId="47"/>
        <pc:sldMkLst>
          <pc:docMk/>
          <pc:sldMk cId="195136698" sldId="396"/>
        </pc:sldMkLst>
        <pc:spChg chg="del">
          <ac:chgData name="Ms Alina Arshad" userId="cccdfd85-d35d-4453-9c6f-a463aae40722" providerId="ADAL" clId="{9D070D90-1526-4C33-8966-8ADF4EF98FAB}" dt="2024-08-26T09:50:10.617" v="243" actId="478"/>
          <ac:spMkLst>
            <pc:docMk/>
            <pc:sldMk cId="195136698" sldId="396"/>
            <ac:spMk id="2" creationId="{339A6985-72FC-5A91-A4DF-3F5B5298DCF8}"/>
          </ac:spMkLst>
        </pc:spChg>
        <pc:spChg chg="del">
          <ac:chgData name="Ms Alina Arshad" userId="cccdfd85-d35d-4453-9c6f-a463aae40722" providerId="ADAL" clId="{9D070D90-1526-4C33-8966-8ADF4EF98FAB}" dt="2024-08-26T09:49:52.682" v="240" actId="478"/>
          <ac:spMkLst>
            <pc:docMk/>
            <pc:sldMk cId="195136698" sldId="396"/>
            <ac:spMk id="3" creationId="{7878009F-28FC-5074-A45A-CC4FA57569B8}"/>
          </ac:spMkLst>
        </pc:spChg>
        <pc:spChg chg="add mod">
          <ac:chgData name="Ms Alina Arshad" userId="cccdfd85-d35d-4453-9c6f-a463aae40722" providerId="ADAL" clId="{9D070D90-1526-4C33-8966-8ADF4EF98FAB}" dt="2024-08-26T09:49:59.992" v="242" actId="14100"/>
          <ac:spMkLst>
            <pc:docMk/>
            <pc:sldMk cId="195136698" sldId="396"/>
            <ac:spMk id="4" creationId="{EC782C3C-54D3-9B18-19A8-E0A2A4D1DF4A}"/>
          </ac:spMkLst>
        </pc:spChg>
        <pc:spChg chg="add">
          <ac:chgData name="Ms Alina Arshad" userId="cccdfd85-d35d-4453-9c6f-a463aae40722" providerId="ADAL" clId="{9D070D90-1526-4C33-8966-8ADF4EF98FAB}" dt="2024-08-26T09:49:45.156" v="239"/>
          <ac:spMkLst>
            <pc:docMk/>
            <pc:sldMk cId="195136698" sldId="396"/>
            <ac:spMk id="5" creationId="{DD9F2442-6369-3A35-4A3E-0B47D0C8A4F0}"/>
          </ac:spMkLst>
        </pc:spChg>
        <pc:spChg chg="add">
          <ac:chgData name="Ms Alina Arshad" userId="cccdfd85-d35d-4453-9c6f-a463aae40722" providerId="ADAL" clId="{9D070D90-1526-4C33-8966-8ADF4EF98FAB}" dt="2024-08-26T09:49:45.156" v="239"/>
          <ac:spMkLst>
            <pc:docMk/>
            <pc:sldMk cId="195136698" sldId="396"/>
            <ac:spMk id="6" creationId="{DFEC5ACE-098C-E847-DA0F-9EEFCAC48C76}"/>
          </ac:spMkLst>
        </pc:spChg>
      </pc:sldChg>
      <pc:sldChg chg="addSp delSp modSp new mod">
        <pc:chgData name="Ms Alina Arshad" userId="cccdfd85-d35d-4453-9c6f-a463aae40722" providerId="ADAL" clId="{9D070D90-1526-4C33-8966-8ADF4EF98FAB}" dt="2024-08-27T04:54:01.181" v="478" actId="20577"/>
        <pc:sldMkLst>
          <pc:docMk/>
          <pc:sldMk cId="2801136258" sldId="397"/>
        </pc:sldMkLst>
        <pc:spChg chg="add mod">
          <ac:chgData name="Ms Alina Arshad" userId="cccdfd85-d35d-4453-9c6f-a463aae40722" providerId="ADAL" clId="{9D070D90-1526-4C33-8966-8ADF4EF98FAB}" dt="2024-08-27T04:54:01.181" v="478" actId="20577"/>
          <ac:spMkLst>
            <pc:docMk/>
            <pc:sldMk cId="2801136258" sldId="397"/>
            <ac:spMk id="2" creationId="{0AA35CFD-1519-F917-F636-053D59CFD9D1}"/>
          </ac:spMkLst>
        </pc:spChg>
        <pc:spChg chg="add">
          <ac:chgData name="Ms Alina Arshad" userId="cccdfd85-d35d-4453-9c6f-a463aae40722" providerId="ADAL" clId="{9D070D90-1526-4C33-8966-8ADF4EF98FAB}" dt="2024-08-27T04:49:53.463" v="336"/>
          <ac:spMkLst>
            <pc:docMk/>
            <pc:sldMk cId="2801136258" sldId="397"/>
            <ac:spMk id="3" creationId="{1A518913-A396-ACDA-F801-842CC2F63381}"/>
          </ac:spMkLst>
        </pc:spChg>
        <pc:spChg chg="add del mod">
          <ac:chgData name="Ms Alina Arshad" userId="cccdfd85-d35d-4453-9c6f-a463aae40722" providerId="ADAL" clId="{9D070D90-1526-4C33-8966-8ADF4EF98FAB}" dt="2024-08-26T09:51:37.534" v="264" actId="478"/>
          <ac:spMkLst>
            <pc:docMk/>
            <pc:sldMk cId="2801136258" sldId="397"/>
            <ac:spMk id="3" creationId="{D417D5B8-68C8-6DC5-BEEC-D1BEBA8C2A61}"/>
          </ac:spMkLst>
        </pc:spChg>
        <pc:spChg chg="add mod">
          <ac:chgData name="Ms Alina Arshad" userId="cccdfd85-d35d-4453-9c6f-a463aae40722" providerId="ADAL" clId="{9D070D90-1526-4C33-8966-8ADF4EF98FAB}" dt="2024-08-26T09:51:57.527" v="269" actId="1076"/>
          <ac:spMkLst>
            <pc:docMk/>
            <pc:sldMk cId="2801136258" sldId="397"/>
            <ac:spMk id="4" creationId="{9F6CA550-4BA9-D211-315D-511871109AFE}"/>
          </ac:spMkLst>
        </pc:spChg>
      </pc:sldChg>
      <pc:sldChg chg="new del">
        <pc:chgData name="Ms Alina Arshad" userId="cccdfd85-d35d-4453-9c6f-a463aae40722" providerId="ADAL" clId="{9D070D90-1526-4C33-8966-8ADF4EF98FAB}" dt="2024-08-27T04:43:07.654" v="271" actId="47"/>
        <pc:sldMkLst>
          <pc:docMk/>
          <pc:sldMk cId="1625032331" sldId="398"/>
        </pc:sldMkLst>
      </pc:sldChg>
      <pc:sldChg chg="addSp modSp new mod">
        <pc:chgData name="Ms Alina Arshad" userId="cccdfd85-d35d-4453-9c6f-a463aae40722" providerId="ADAL" clId="{9D070D90-1526-4C33-8966-8ADF4EF98FAB}" dt="2024-08-27T04:46:49.038" v="312" actId="21"/>
        <pc:sldMkLst>
          <pc:docMk/>
          <pc:sldMk cId="2310894512" sldId="398"/>
        </pc:sldMkLst>
        <pc:graphicFrameChg chg="add mod modGraphic">
          <ac:chgData name="Ms Alina Arshad" userId="cccdfd85-d35d-4453-9c6f-a463aae40722" providerId="ADAL" clId="{9D070D90-1526-4C33-8966-8ADF4EF98FAB}" dt="2024-08-27T04:46:49.038" v="312" actId="21"/>
          <ac:graphicFrameMkLst>
            <pc:docMk/>
            <pc:sldMk cId="2310894512" sldId="398"/>
            <ac:graphicFrameMk id="2" creationId="{0805F1E4-B84C-1BA4-9718-16AA4D217A43}"/>
          </ac:graphicFrameMkLst>
        </pc:graphicFrameChg>
      </pc:sldChg>
      <pc:sldChg chg="addSp modSp new mod">
        <pc:chgData name="Ms Alina Arshad" userId="cccdfd85-d35d-4453-9c6f-a463aae40722" providerId="ADAL" clId="{9D070D90-1526-4C33-8966-8ADF4EF98FAB}" dt="2024-08-27T04:48:27.289" v="332" actId="1076"/>
        <pc:sldMkLst>
          <pc:docMk/>
          <pc:sldMk cId="4103277343" sldId="399"/>
        </pc:sldMkLst>
        <pc:spChg chg="add mod">
          <ac:chgData name="Ms Alina Arshad" userId="cccdfd85-d35d-4453-9c6f-a463aae40722" providerId="ADAL" clId="{9D070D90-1526-4C33-8966-8ADF4EF98FAB}" dt="2024-08-27T04:48:27.289" v="332" actId="1076"/>
          <ac:spMkLst>
            <pc:docMk/>
            <pc:sldMk cId="4103277343" sldId="399"/>
            <ac:spMk id="4" creationId="{4C670BC4-2223-4809-FDC3-575B071F5472}"/>
          </ac:spMkLst>
        </pc:spChg>
        <pc:graphicFrameChg chg="add mod modGraphic">
          <ac:chgData name="Ms Alina Arshad" userId="cccdfd85-d35d-4453-9c6f-a463aae40722" providerId="ADAL" clId="{9D070D90-1526-4C33-8966-8ADF4EF98FAB}" dt="2024-08-27T04:48:11.618" v="325" actId="1076"/>
          <ac:graphicFrameMkLst>
            <pc:docMk/>
            <pc:sldMk cId="4103277343" sldId="399"/>
            <ac:graphicFrameMk id="2" creationId="{6D781DE9-F107-AAE6-19E7-A44FE0997EAB}"/>
          </ac:graphicFrameMkLst>
        </pc:graphicFrameChg>
      </pc:sldChg>
    </pc:docChg>
  </pc:docChgLst>
  <pc:docChgLst>
    <pc:chgData name="Ms Alina Arshad" userId="cccdfd85-d35d-4453-9c6f-a463aae40722" providerId="ADAL" clId="{03F3768F-5344-4E5A-B293-BE1259BC470C}"/>
    <pc:docChg chg="custSel addSld delSld modSld">
      <pc:chgData name="Ms Alina Arshad" userId="cccdfd85-d35d-4453-9c6f-a463aae40722" providerId="ADAL" clId="{03F3768F-5344-4E5A-B293-BE1259BC470C}" dt="2024-09-17T13:46:43.871" v="246" actId="12"/>
      <pc:docMkLst>
        <pc:docMk/>
      </pc:docMkLst>
      <pc:sldChg chg="del">
        <pc:chgData name="Ms Alina Arshad" userId="cccdfd85-d35d-4453-9c6f-a463aae40722" providerId="ADAL" clId="{03F3768F-5344-4E5A-B293-BE1259BC470C}" dt="2024-09-15T06:19:30.239" v="49" actId="47"/>
        <pc:sldMkLst>
          <pc:docMk/>
          <pc:sldMk cId="987785057" sldId="258"/>
        </pc:sldMkLst>
      </pc:sldChg>
      <pc:sldChg chg="modSp add mod">
        <pc:chgData name="Ms Alina Arshad" userId="cccdfd85-d35d-4453-9c6f-a463aae40722" providerId="ADAL" clId="{03F3768F-5344-4E5A-B293-BE1259BC470C}" dt="2024-09-17T13:39:19.174" v="208" actId="207"/>
        <pc:sldMkLst>
          <pc:docMk/>
          <pc:sldMk cId="0" sldId="386"/>
        </pc:sldMkLst>
        <pc:spChg chg="mod">
          <ac:chgData name="Ms Alina Arshad" userId="cccdfd85-d35d-4453-9c6f-a463aae40722" providerId="ADAL" clId="{03F3768F-5344-4E5A-B293-BE1259BC470C}" dt="2024-09-17T13:39:19.174" v="208" actId="207"/>
          <ac:spMkLst>
            <pc:docMk/>
            <pc:sldMk cId="0" sldId="386"/>
            <ac:spMk id="3" creationId="{746FE3BF-273E-CE1C-B58B-B5937FB4FDCA}"/>
          </ac:spMkLst>
        </pc:spChg>
        <pc:spChg chg="mod">
          <ac:chgData name="Ms Alina Arshad" userId="cccdfd85-d35d-4453-9c6f-a463aae40722" providerId="ADAL" clId="{03F3768F-5344-4E5A-B293-BE1259BC470C}" dt="2024-09-17T13:39:00.053" v="204" actId="1076"/>
          <ac:spMkLst>
            <pc:docMk/>
            <pc:sldMk cId="0" sldId="386"/>
            <ac:spMk id="18434" creationId="{D0231127-0A0A-57D3-2C1F-FC07E3FE6787}"/>
          </ac:spMkLst>
        </pc:spChg>
      </pc:sldChg>
      <pc:sldChg chg="modSp add mod">
        <pc:chgData name="Ms Alina Arshad" userId="cccdfd85-d35d-4453-9c6f-a463aae40722" providerId="ADAL" clId="{03F3768F-5344-4E5A-B293-BE1259BC470C}" dt="2024-09-17T13:39:40.216" v="213" actId="207"/>
        <pc:sldMkLst>
          <pc:docMk/>
          <pc:sldMk cId="0" sldId="387"/>
        </pc:sldMkLst>
        <pc:spChg chg="mod">
          <ac:chgData name="Ms Alina Arshad" userId="cccdfd85-d35d-4453-9c6f-a463aae40722" providerId="ADAL" clId="{03F3768F-5344-4E5A-B293-BE1259BC470C}" dt="2024-09-17T13:39:40.216" v="213" actId="207"/>
          <ac:spMkLst>
            <pc:docMk/>
            <pc:sldMk cId="0" sldId="387"/>
            <ac:spMk id="16386" creationId="{E92B245A-9B5F-2589-B515-A06EFC2B2B4C}"/>
          </ac:spMkLst>
        </pc:spChg>
        <pc:spChg chg="mod">
          <ac:chgData name="Ms Alina Arshad" userId="cccdfd85-d35d-4453-9c6f-a463aae40722" providerId="ADAL" clId="{03F3768F-5344-4E5A-B293-BE1259BC470C}" dt="2024-09-17T13:39:36.480" v="212" actId="207"/>
          <ac:spMkLst>
            <pc:docMk/>
            <pc:sldMk cId="0" sldId="387"/>
            <ac:spMk id="20483" creationId="{22E8BEA8-D2E3-B374-6221-0A36B07C7CA7}"/>
          </ac:spMkLst>
        </pc:spChg>
      </pc:sldChg>
      <pc:sldChg chg="modSp add mod">
        <pc:chgData name="Ms Alina Arshad" userId="cccdfd85-d35d-4453-9c6f-a463aae40722" providerId="ADAL" clId="{03F3768F-5344-4E5A-B293-BE1259BC470C}" dt="2024-09-17T13:40:17.880" v="218" actId="113"/>
        <pc:sldMkLst>
          <pc:docMk/>
          <pc:sldMk cId="0" sldId="388"/>
        </pc:sldMkLst>
        <pc:spChg chg="mod">
          <ac:chgData name="Ms Alina Arshad" userId="cccdfd85-d35d-4453-9c6f-a463aae40722" providerId="ADAL" clId="{03F3768F-5344-4E5A-B293-BE1259BC470C}" dt="2024-09-17T13:40:14.774" v="217" actId="207"/>
          <ac:spMkLst>
            <pc:docMk/>
            <pc:sldMk cId="0" sldId="388"/>
            <ac:spMk id="3" creationId="{CC3D0619-68B9-E6B7-1F59-66EB4AA60045}"/>
          </ac:spMkLst>
        </pc:spChg>
        <pc:spChg chg="mod">
          <ac:chgData name="Ms Alina Arshad" userId="cccdfd85-d35d-4453-9c6f-a463aae40722" providerId="ADAL" clId="{03F3768F-5344-4E5A-B293-BE1259BC470C}" dt="2024-09-17T13:40:17.880" v="218" actId="113"/>
          <ac:spMkLst>
            <pc:docMk/>
            <pc:sldMk cId="0" sldId="388"/>
            <ac:spMk id="17410" creationId="{D2EEC780-56FA-0048-CA6F-E5FBF9128A3B}"/>
          </ac:spMkLst>
        </pc:spChg>
      </pc:sldChg>
      <pc:sldChg chg="modSp add mod">
        <pc:chgData name="Ms Alina Arshad" userId="cccdfd85-d35d-4453-9c6f-a463aae40722" providerId="ADAL" clId="{03F3768F-5344-4E5A-B293-BE1259BC470C}" dt="2024-09-17T13:41:00.101" v="224" actId="207"/>
        <pc:sldMkLst>
          <pc:docMk/>
          <pc:sldMk cId="0" sldId="389"/>
        </pc:sldMkLst>
        <pc:spChg chg="mod">
          <ac:chgData name="Ms Alina Arshad" userId="cccdfd85-d35d-4453-9c6f-a463aae40722" providerId="ADAL" clId="{03F3768F-5344-4E5A-B293-BE1259BC470C}" dt="2024-09-17T13:40:49.971" v="220" actId="113"/>
          <ac:spMkLst>
            <pc:docMk/>
            <pc:sldMk cId="0" sldId="389"/>
            <ac:spMk id="18434" creationId="{9B7DC386-4AC3-0F65-E605-F51840DD5C1C}"/>
          </ac:spMkLst>
        </pc:spChg>
        <pc:spChg chg="mod">
          <ac:chgData name="Ms Alina Arshad" userId="cccdfd85-d35d-4453-9c6f-a463aae40722" providerId="ADAL" clId="{03F3768F-5344-4E5A-B293-BE1259BC470C}" dt="2024-09-17T13:41:00.101" v="224" actId="207"/>
          <ac:spMkLst>
            <pc:docMk/>
            <pc:sldMk cId="0" sldId="389"/>
            <ac:spMk id="19459" creationId="{ACA6224F-9799-178D-D933-1C62B7EC23E3}"/>
          </ac:spMkLst>
        </pc:spChg>
      </pc:sldChg>
      <pc:sldChg chg="modSp add mod">
        <pc:chgData name="Ms Alina Arshad" userId="cccdfd85-d35d-4453-9c6f-a463aae40722" providerId="ADAL" clId="{03F3768F-5344-4E5A-B293-BE1259BC470C}" dt="2024-09-17T13:41:43.983" v="230" actId="207"/>
        <pc:sldMkLst>
          <pc:docMk/>
          <pc:sldMk cId="0" sldId="390"/>
        </pc:sldMkLst>
        <pc:spChg chg="mod">
          <ac:chgData name="Ms Alina Arshad" userId="cccdfd85-d35d-4453-9c6f-a463aae40722" providerId="ADAL" clId="{03F3768F-5344-4E5A-B293-BE1259BC470C}" dt="2024-09-17T13:41:43.983" v="230" actId="207"/>
          <ac:spMkLst>
            <pc:docMk/>
            <pc:sldMk cId="0" sldId="390"/>
            <ac:spMk id="3" creationId="{FDE3EE85-3B99-FA9B-16FB-C60CC3D1A5BD}"/>
          </ac:spMkLst>
        </pc:spChg>
        <pc:spChg chg="mod">
          <ac:chgData name="Ms Alina Arshad" userId="cccdfd85-d35d-4453-9c6f-a463aae40722" providerId="ADAL" clId="{03F3768F-5344-4E5A-B293-BE1259BC470C}" dt="2024-09-17T13:41:27.965" v="225" actId="113"/>
          <ac:spMkLst>
            <pc:docMk/>
            <pc:sldMk cId="0" sldId="390"/>
            <ac:spMk id="19458" creationId="{81C82C7A-DD18-1772-7B91-BA06A9B7ED44}"/>
          </ac:spMkLst>
        </pc:spChg>
      </pc:sldChg>
      <pc:sldChg chg="modSp add mod">
        <pc:chgData name="Ms Alina Arshad" userId="cccdfd85-d35d-4453-9c6f-a463aae40722" providerId="ADAL" clId="{03F3768F-5344-4E5A-B293-BE1259BC470C}" dt="2024-09-17T13:42:49.035" v="235" actId="207"/>
        <pc:sldMkLst>
          <pc:docMk/>
          <pc:sldMk cId="0" sldId="391"/>
        </pc:sldMkLst>
        <pc:spChg chg="mod">
          <ac:chgData name="Ms Alina Arshad" userId="cccdfd85-d35d-4453-9c6f-a463aae40722" providerId="ADAL" clId="{03F3768F-5344-4E5A-B293-BE1259BC470C}" dt="2024-09-17T13:42:49.035" v="235" actId="207"/>
          <ac:spMkLst>
            <pc:docMk/>
            <pc:sldMk cId="0" sldId="391"/>
            <ac:spMk id="3" creationId="{23B298CD-E0BE-E34B-EE83-5EAC5F249733}"/>
          </ac:spMkLst>
        </pc:spChg>
        <pc:spChg chg="mod">
          <ac:chgData name="Ms Alina Arshad" userId="cccdfd85-d35d-4453-9c6f-a463aae40722" providerId="ADAL" clId="{03F3768F-5344-4E5A-B293-BE1259BC470C}" dt="2024-09-17T13:42:36.973" v="231" actId="113"/>
          <ac:spMkLst>
            <pc:docMk/>
            <pc:sldMk cId="0" sldId="391"/>
            <ac:spMk id="20482" creationId="{65E34859-55F2-6869-3330-F00023AA7697}"/>
          </ac:spMkLst>
        </pc:spChg>
      </pc:sldChg>
      <pc:sldChg chg="modSp add mod">
        <pc:chgData name="Ms Alina Arshad" userId="cccdfd85-d35d-4453-9c6f-a463aae40722" providerId="ADAL" clId="{03F3768F-5344-4E5A-B293-BE1259BC470C}" dt="2024-09-17T13:43:11.213" v="241" actId="207"/>
        <pc:sldMkLst>
          <pc:docMk/>
          <pc:sldMk cId="0" sldId="392"/>
        </pc:sldMkLst>
        <pc:spChg chg="mod">
          <ac:chgData name="Ms Alina Arshad" userId="cccdfd85-d35d-4453-9c6f-a463aae40722" providerId="ADAL" clId="{03F3768F-5344-4E5A-B293-BE1259BC470C}" dt="2024-09-17T13:43:11.213" v="241" actId="207"/>
          <ac:spMkLst>
            <pc:docMk/>
            <pc:sldMk cId="0" sldId="392"/>
            <ac:spMk id="3" creationId="{BD3578C5-9FB1-957E-51D3-E5FAC44DF0CB}"/>
          </ac:spMkLst>
        </pc:spChg>
        <pc:spChg chg="mod">
          <ac:chgData name="Ms Alina Arshad" userId="cccdfd85-d35d-4453-9c6f-a463aae40722" providerId="ADAL" clId="{03F3768F-5344-4E5A-B293-BE1259BC470C}" dt="2024-09-17T13:42:59.088" v="237" actId="14100"/>
          <ac:spMkLst>
            <pc:docMk/>
            <pc:sldMk cId="0" sldId="392"/>
            <ac:spMk id="21506" creationId="{284475D3-C7F9-89A6-A9C1-21E2D8ACB125}"/>
          </ac:spMkLst>
        </pc:spChg>
      </pc:sldChg>
      <pc:sldChg chg="modSp add mod">
        <pc:chgData name="Ms Alina Arshad" userId="cccdfd85-d35d-4453-9c6f-a463aae40722" providerId="ADAL" clId="{03F3768F-5344-4E5A-B293-BE1259BC470C}" dt="2024-09-17T13:44:11.378" v="245" actId="14100"/>
        <pc:sldMkLst>
          <pc:docMk/>
          <pc:sldMk cId="0" sldId="394"/>
        </pc:sldMkLst>
        <pc:spChg chg="mod">
          <ac:chgData name="Ms Alina Arshad" userId="cccdfd85-d35d-4453-9c6f-a463aae40722" providerId="ADAL" clId="{03F3768F-5344-4E5A-B293-BE1259BC470C}" dt="2024-09-17T13:44:04.430" v="242" actId="113"/>
          <ac:spMkLst>
            <pc:docMk/>
            <pc:sldMk cId="0" sldId="394"/>
            <ac:spMk id="21506" creationId="{FBD72B6B-756E-622C-CB19-1300F8168DD5}"/>
          </ac:spMkLst>
        </pc:spChg>
        <pc:spChg chg="mod">
          <ac:chgData name="Ms Alina Arshad" userId="cccdfd85-d35d-4453-9c6f-a463aae40722" providerId="ADAL" clId="{03F3768F-5344-4E5A-B293-BE1259BC470C}" dt="2024-09-17T13:44:11.378" v="245" actId="14100"/>
          <ac:spMkLst>
            <pc:docMk/>
            <pc:sldMk cId="0" sldId="394"/>
            <ac:spMk id="26627" creationId="{9B22326B-6B8F-96AA-268A-3F878AE180CC}"/>
          </ac:spMkLst>
        </pc:spChg>
      </pc:sldChg>
      <pc:sldChg chg="modSp add mod">
        <pc:chgData name="Ms Alina Arshad" userId="cccdfd85-d35d-4453-9c6f-a463aae40722" providerId="ADAL" clId="{03F3768F-5344-4E5A-B293-BE1259BC470C}" dt="2024-09-17T13:38:52.277" v="201" actId="113"/>
        <pc:sldMkLst>
          <pc:docMk/>
          <pc:sldMk cId="0" sldId="395"/>
        </pc:sldMkLst>
        <pc:spChg chg="mod">
          <ac:chgData name="Ms Alina Arshad" userId="cccdfd85-d35d-4453-9c6f-a463aae40722" providerId="ADAL" clId="{03F3768F-5344-4E5A-B293-BE1259BC470C}" dt="2024-09-17T13:38:52.277" v="201" actId="113"/>
          <ac:spMkLst>
            <pc:docMk/>
            <pc:sldMk cId="0" sldId="395"/>
            <ac:spMk id="17410" creationId="{A5E5E90F-809A-8C29-0A13-67E8CD91E805}"/>
          </ac:spMkLst>
        </pc:spChg>
        <pc:picChg chg="mod">
          <ac:chgData name="Ms Alina Arshad" userId="cccdfd85-d35d-4453-9c6f-a463aae40722" providerId="ADAL" clId="{03F3768F-5344-4E5A-B293-BE1259BC470C}" dt="2024-09-17T13:38:24.222" v="199" actId="1076"/>
          <ac:picMkLst>
            <pc:docMk/>
            <pc:sldMk cId="0" sldId="395"/>
            <ac:picMk id="17411" creationId="{7C787678-F63B-F6E3-98E0-43A886AF8B91}"/>
          </ac:picMkLst>
        </pc:picChg>
      </pc:sldChg>
      <pc:sldChg chg="addSp modSp new mod">
        <pc:chgData name="Ms Alina Arshad" userId="cccdfd85-d35d-4453-9c6f-a463aae40722" providerId="ADAL" clId="{03F3768F-5344-4E5A-B293-BE1259BC470C}" dt="2024-09-12T11:56:43.426" v="7" actId="1076"/>
        <pc:sldMkLst>
          <pc:docMk/>
          <pc:sldMk cId="2342459706" sldId="447"/>
        </pc:sldMkLst>
        <pc:spChg chg="add mod">
          <ac:chgData name="Ms Alina Arshad" userId="cccdfd85-d35d-4453-9c6f-a463aae40722" providerId="ADAL" clId="{03F3768F-5344-4E5A-B293-BE1259BC470C}" dt="2024-09-12T11:56:43.426" v="7" actId="1076"/>
          <ac:spMkLst>
            <pc:docMk/>
            <pc:sldMk cId="2342459706" sldId="447"/>
            <ac:spMk id="4" creationId="{887797D9-A663-D2C6-552E-4EBC5B78E9D7}"/>
          </ac:spMkLst>
        </pc:spChg>
        <pc:picChg chg="add mod">
          <ac:chgData name="Ms Alina Arshad" userId="cccdfd85-d35d-4453-9c6f-a463aae40722" providerId="ADAL" clId="{03F3768F-5344-4E5A-B293-BE1259BC470C}" dt="2024-09-12T11:56:31.661" v="5" actId="1076"/>
          <ac:picMkLst>
            <pc:docMk/>
            <pc:sldMk cId="2342459706" sldId="447"/>
            <ac:picMk id="2" creationId="{552D4A0C-07D1-C5F2-28BF-77125F167C87}"/>
          </ac:picMkLst>
        </pc:picChg>
      </pc:sldChg>
      <pc:sldChg chg="modSp mod">
        <pc:chgData name="Ms Alina Arshad" userId="cccdfd85-d35d-4453-9c6f-a463aae40722" providerId="ADAL" clId="{03F3768F-5344-4E5A-B293-BE1259BC470C}" dt="2024-09-15T06:19:35.738" v="50" actId="207"/>
        <pc:sldMkLst>
          <pc:docMk/>
          <pc:sldMk cId="719467134" sldId="458"/>
        </pc:sldMkLst>
        <pc:spChg chg="mod">
          <ac:chgData name="Ms Alina Arshad" userId="cccdfd85-d35d-4453-9c6f-a463aae40722" providerId="ADAL" clId="{03F3768F-5344-4E5A-B293-BE1259BC470C}" dt="2024-09-15T06:19:35.738" v="50" actId="207"/>
          <ac:spMkLst>
            <pc:docMk/>
            <pc:sldMk cId="719467134" sldId="458"/>
            <ac:spMk id="2" creationId="{00000000-0000-0000-0000-000000000000}"/>
          </ac:spMkLst>
        </pc:spChg>
        <pc:spChg chg="mod">
          <ac:chgData name="Ms Alina Arshad" userId="cccdfd85-d35d-4453-9c6f-a463aae40722" providerId="ADAL" clId="{03F3768F-5344-4E5A-B293-BE1259BC470C}" dt="2024-09-14T05:26:08.105" v="12" actId="207"/>
          <ac:spMkLst>
            <pc:docMk/>
            <pc:sldMk cId="719467134" sldId="458"/>
            <ac:spMk id="3" creationId="{00000000-0000-0000-0000-000000000000}"/>
          </ac:spMkLst>
        </pc:spChg>
      </pc:sldChg>
      <pc:sldChg chg="delSp modSp mod">
        <pc:chgData name="Ms Alina Arshad" userId="cccdfd85-d35d-4453-9c6f-a463aae40722" providerId="ADAL" clId="{03F3768F-5344-4E5A-B293-BE1259BC470C}" dt="2024-09-14T05:27:05.784" v="23" actId="207"/>
        <pc:sldMkLst>
          <pc:docMk/>
          <pc:sldMk cId="379126886" sldId="459"/>
        </pc:sldMkLst>
        <pc:spChg chg="mod">
          <ac:chgData name="Ms Alina Arshad" userId="cccdfd85-d35d-4453-9c6f-a463aae40722" providerId="ADAL" clId="{03F3768F-5344-4E5A-B293-BE1259BC470C}" dt="2024-09-14T05:27:01.210" v="22" actId="207"/>
          <ac:spMkLst>
            <pc:docMk/>
            <pc:sldMk cId="379126886" sldId="459"/>
            <ac:spMk id="2" creationId="{00000000-0000-0000-0000-000000000000}"/>
          </ac:spMkLst>
        </pc:spChg>
        <pc:spChg chg="mod">
          <ac:chgData name="Ms Alina Arshad" userId="cccdfd85-d35d-4453-9c6f-a463aae40722" providerId="ADAL" clId="{03F3768F-5344-4E5A-B293-BE1259BC470C}" dt="2024-09-14T05:27:05.784" v="23" actId="207"/>
          <ac:spMkLst>
            <pc:docMk/>
            <pc:sldMk cId="379126886" sldId="459"/>
            <ac:spMk id="3" creationId="{00000000-0000-0000-0000-000000000000}"/>
          </ac:spMkLst>
        </pc:spChg>
        <pc:spChg chg="del">
          <ac:chgData name="Ms Alina Arshad" userId="cccdfd85-d35d-4453-9c6f-a463aae40722" providerId="ADAL" clId="{03F3768F-5344-4E5A-B293-BE1259BC470C}" dt="2024-09-14T05:26:52.415" v="20" actId="478"/>
          <ac:spMkLst>
            <pc:docMk/>
            <pc:sldMk cId="379126886" sldId="459"/>
            <ac:spMk id="4" creationId="{00000000-0000-0000-0000-000000000000}"/>
          </ac:spMkLst>
        </pc:spChg>
        <pc:spChg chg="del">
          <ac:chgData name="Ms Alina Arshad" userId="cccdfd85-d35d-4453-9c6f-a463aae40722" providerId="ADAL" clId="{03F3768F-5344-4E5A-B293-BE1259BC470C}" dt="2024-09-14T05:26:54.475" v="21" actId="478"/>
          <ac:spMkLst>
            <pc:docMk/>
            <pc:sldMk cId="379126886" sldId="459"/>
            <ac:spMk id="5" creationId="{00000000-0000-0000-0000-000000000000}"/>
          </ac:spMkLst>
        </pc:spChg>
        <pc:picChg chg="mod">
          <ac:chgData name="Ms Alina Arshad" userId="cccdfd85-d35d-4453-9c6f-a463aae40722" providerId="ADAL" clId="{03F3768F-5344-4E5A-B293-BE1259BC470C}" dt="2024-09-14T05:26:50.845" v="19" actId="1076"/>
          <ac:picMkLst>
            <pc:docMk/>
            <pc:sldMk cId="379126886" sldId="459"/>
            <ac:picMk id="6" creationId="{00000000-0000-0000-0000-000000000000}"/>
          </ac:picMkLst>
        </pc:picChg>
        <pc:picChg chg="mod">
          <ac:chgData name="Ms Alina Arshad" userId="cccdfd85-d35d-4453-9c6f-a463aae40722" providerId="ADAL" clId="{03F3768F-5344-4E5A-B293-BE1259BC470C}" dt="2024-09-14T05:26:46.545" v="18" actId="1076"/>
          <ac:picMkLst>
            <pc:docMk/>
            <pc:sldMk cId="379126886" sldId="459"/>
            <ac:picMk id="7" creationId="{00000000-0000-0000-0000-000000000000}"/>
          </ac:picMkLst>
        </pc:picChg>
      </pc:sldChg>
      <pc:sldChg chg="delSp modSp mod">
        <pc:chgData name="Ms Alina Arshad" userId="cccdfd85-d35d-4453-9c6f-a463aae40722" providerId="ADAL" clId="{03F3768F-5344-4E5A-B293-BE1259BC470C}" dt="2024-09-14T05:27:29.476" v="30" actId="478"/>
        <pc:sldMkLst>
          <pc:docMk/>
          <pc:sldMk cId="475468520" sldId="461"/>
        </pc:sldMkLst>
        <pc:spChg chg="mod">
          <ac:chgData name="Ms Alina Arshad" userId="cccdfd85-d35d-4453-9c6f-a463aae40722" providerId="ADAL" clId="{03F3768F-5344-4E5A-B293-BE1259BC470C}" dt="2024-09-14T05:27:24.384" v="28" actId="20577"/>
          <ac:spMkLst>
            <pc:docMk/>
            <pc:sldMk cId="475468520" sldId="461"/>
            <ac:spMk id="2" creationId="{00000000-0000-0000-0000-000000000000}"/>
          </ac:spMkLst>
        </pc:spChg>
        <pc:spChg chg="del">
          <ac:chgData name="Ms Alina Arshad" userId="cccdfd85-d35d-4453-9c6f-a463aae40722" providerId="ADAL" clId="{03F3768F-5344-4E5A-B293-BE1259BC470C}" dt="2024-09-14T05:27:27.484" v="29" actId="478"/>
          <ac:spMkLst>
            <pc:docMk/>
            <pc:sldMk cId="475468520" sldId="461"/>
            <ac:spMk id="4" creationId="{00000000-0000-0000-0000-000000000000}"/>
          </ac:spMkLst>
        </pc:spChg>
        <pc:spChg chg="del">
          <ac:chgData name="Ms Alina Arshad" userId="cccdfd85-d35d-4453-9c6f-a463aae40722" providerId="ADAL" clId="{03F3768F-5344-4E5A-B293-BE1259BC470C}" dt="2024-09-14T05:27:29.476" v="30" actId="478"/>
          <ac:spMkLst>
            <pc:docMk/>
            <pc:sldMk cId="475468520" sldId="461"/>
            <ac:spMk id="5" creationId="{00000000-0000-0000-0000-000000000000}"/>
          </ac:spMkLst>
        </pc:spChg>
        <pc:picChg chg="mod">
          <ac:chgData name="Ms Alina Arshad" userId="cccdfd85-d35d-4453-9c6f-a463aae40722" providerId="ADAL" clId="{03F3768F-5344-4E5A-B293-BE1259BC470C}" dt="2024-09-14T05:27:12.725" v="24" actId="1076"/>
          <ac:picMkLst>
            <pc:docMk/>
            <pc:sldMk cId="475468520" sldId="461"/>
            <ac:picMk id="7" creationId="{00000000-0000-0000-0000-000000000000}"/>
          </ac:picMkLst>
        </pc:picChg>
      </pc:sldChg>
      <pc:sldChg chg="delSp modSp mod">
        <pc:chgData name="Ms Alina Arshad" userId="cccdfd85-d35d-4453-9c6f-a463aae40722" providerId="ADAL" clId="{03F3768F-5344-4E5A-B293-BE1259BC470C}" dt="2024-09-14T05:28:00.386" v="37" actId="1076"/>
        <pc:sldMkLst>
          <pc:docMk/>
          <pc:sldMk cId="1755260321" sldId="462"/>
        </pc:sldMkLst>
        <pc:spChg chg="mod">
          <ac:chgData name="Ms Alina Arshad" userId="cccdfd85-d35d-4453-9c6f-a463aae40722" providerId="ADAL" clId="{03F3768F-5344-4E5A-B293-BE1259BC470C}" dt="2024-09-14T05:27:46.454" v="33" actId="14100"/>
          <ac:spMkLst>
            <pc:docMk/>
            <pc:sldMk cId="1755260321" sldId="462"/>
            <ac:spMk id="2" creationId="{00000000-0000-0000-0000-000000000000}"/>
          </ac:spMkLst>
        </pc:spChg>
        <pc:spChg chg="del">
          <ac:chgData name="Ms Alina Arshad" userId="cccdfd85-d35d-4453-9c6f-a463aae40722" providerId="ADAL" clId="{03F3768F-5344-4E5A-B293-BE1259BC470C}" dt="2024-09-14T05:27:49.285" v="34" actId="478"/>
          <ac:spMkLst>
            <pc:docMk/>
            <pc:sldMk cId="1755260321" sldId="462"/>
            <ac:spMk id="4" creationId="{00000000-0000-0000-0000-000000000000}"/>
          </ac:spMkLst>
        </pc:spChg>
        <pc:spChg chg="del">
          <ac:chgData name="Ms Alina Arshad" userId="cccdfd85-d35d-4453-9c6f-a463aae40722" providerId="ADAL" clId="{03F3768F-5344-4E5A-B293-BE1259BC470C}" dt="2024-09-14T05:27:52.165" v="35" actId="478"/>
          <ac:spMkLst>
            <pc:docMk/>
            <pc:sldMk cId="1755260321" sldId="462"/>
            <ac:spMk id="5" creationId="{00000000-0000-0000-0000-000000000000}"/>
          </ac:spMkLst>
        </pc:spChg>
        <pc:picChg chg="mod">
          <ac:chgData name="Ms Alina Arshad" userId="cccdfd85-d35d-4453-9c6f-a463aae40722" providerId="ADAL" clId="{03F3768F-5344-4E5A-B293-BE1259BC470C}" dt="2024-09-14T05:28:00.386" v="37" actId="1076"/>
          <ac:picMkLst>
            <pc:docMk/>
            <pc:sldMk cId="1755260321" sldId="462"/>
            <ac:picMk id="8" creationId="{00000000-0000-0000-0000-000000000000}"/>
          </ac:picMkLst>
        </pc:picChg>
      </pc:sldChg>
      <pc:sldChg chg="delSp modSp mod">
        <pc:chgData name="Ms Alina Arshad" userId="cccdfd85-d35d-4453-9c6f-a463aae40722" providerId="ADAL" clId="{03F3768F-5344-4E5A-B293-BE1259BC470C}" dt="2024-09-15T07:26:11.282" v="68" actId="404"/>
        <pc:sldMkLst>
          <pc:docMk/>
          <pc:sldMk cId="3175048454" sldId="463"/>
        </pc:sldMkLst>
        <pc:spChg chg="mod">
          <ac:chgData name="Ms Alina Arshad" userId="cccdfd85-d35d-4453-9c6f-a463aae40722" providerId="ADAL" clId="{03F3768F-5344-4E5A-B293-BE1259BC470C}" dt="2024-09-14T05:28:29.612" v="45" actId="113"/>
          <ac:spMkLst>
            <pc:docMk/>
            <pc:sldMk cId="3175048454" sldId="463"/>
            <ac:spMk id="2" creationId="{00000000-0000-0000-0000-000000000000}"/>
          </ac:spMkLst>
        </pc:spChg>
        <pc:spChg chg="mod">
          <ac:chgData name="Ms Alina Arshad" userId="cccdfd85-d35d-4453-9c6f-a463aae40722" providerId="ADAL" clId="{03F3768F-5344-4E5A-B293-BE1259BC470C}" dt="2024-09-15T07:26:11.282" v="68" actId="404"/>
          <ac:spMkLst>
            <pc:docMk/>
            <pc:sldMk cId="3175048454" sldId="463"/>
            <ac:spMk id="3" creationId="{00000000-0000-0000-0000-000000000000}"/>
          </ac:spMkLst>
        </pc:spChg>
        <pc:spChg chg="del">
          <ac:chgData name="Ms Alina Arshad" userId="cccdfd85-d35d-4453-9c6f-a463aae40722" providerId="ADAL" clId="{03F3768F-5344-4E5A-B293-BE1259BC470C}" dt="2024-09-14T05:28:36.584" v="47" actId="478"/>
          <ac:spMkLst>
            <pc:docMk/>
            <pc:sldMk cId="3175048454" sldId="463"/>
            <ac:spMk id="4" creationId="{00000000-0000-0000-0000-000000000000}"/>
          </ac:spMkLst>
        </pc:spChg>
        <pc:spChg chg="del">
          <ac:chgData name="Ms Alina Arshad" userId="cccdfd85-d35d-4453-9c6f-a463aae40722" providerId="ADAL" clId="{03F3768F-5344-4E5A-B293-BE1259BC470C}" dt="2024-09-14T05:28:38.365" v="48" actId="478"/>
          <ac:spMkLst>
            <pc:docMk/>
            <pc:sldMk cId="3175048454" sldId="463"/>
            <ac:spMk id="5" creationId="{00000000-0000-0000-0000-000000000000}"/>
          </ac:spMkLst>
        </pc:spChg>
      </pc:sldChg>
      <pc:sldChg chg="delSp modSp mod">
        <pc:chgData name="Ms Alina Arshad" userId="cccdfd85-d35d-4453-9c6f-a463aae40722" providerId="ADAL" clId="{03F3768F-5344-4E5A-B293-BE1259BC470C}" dt="2024-09-14T05:28:22.835" v="43" actId="478"/>
        <pc:sldMkLst>
          <pc:docMk/>
          <pc:sldMk cId="2524428318" sldId="464"/>
        </pc:sldMkLst>
        <pc:spChg chg="mod">
          <ac:chgData name="Ms Alina Arshad" userId="cccdfd85-d35d-4453-9c6f-a463aae40722" providerId="ADAL" clId="{03F3768F-5344-4E5A-B293-BE1259BC470C}" dt="2024-09-14T05:28:06.649" v="39" actId="113"/>
          <ac:spMkLst>
            <pc:docMk/>
            <pc:sldMk cId="2524428318" sldId="464"/>
            <ac:spMk id="2" creationId="{00000000-0000-0000-0000-000000000000}"/>
          </ac:spMkLst>
        </pc:spChg>
        <pc:spChg chg="mod">
          <ac:chgData name="Ms Alina Arshad" userId="cccdfd85-d35d-4453-9c6f-a463aae40722" providerId="ADAL" clId="{03F3768F-5344-4E5A-B293-BE1259BC470C}" dt="2024-09-14T05:28:18.686" v="41" actId="12"/>
          <ac:spMkLst>
            <pc:docMk/>
            <pc:sldMk cId="2524428318" sldId="464"/>
            <ac:spMk id="3" creationId="{00000000-0000-0000-0000-000000000000}"/>
          </ac:spMkLst>
        </pc:spChg>
        <pc:spChg chg="del">
          <ac:chgData name="Ms Alina Arshad" userId="cccdfd85-d35d-4453-9c6f-a463aae40722" providerId="ADAL" clId="{03F3768F-5344-4E5A-B293-BE1259BC470C}" dt="2024-09-14T05:28:20.785" v="42" actId="478"/>
          <ac:spMkLst>
            <pc:docMk/>
            <pc:sldMk cId="2524428318" sldId="464"/>
            <ac:spMk id="4" creationId="{00000000-0000-0000-0000-000000000000}"/>
          </ac:spMkLst>
        </pc:spChg>
        <pc:spChg chg="del">
          <ac:chgData name="Ms Alina Arshad" userId="cccdfd85-d35d-4453-9c6f-a463aae40722" providerId="ADAL" clId="{03F3768F-5344-4E5A-B293-BE1259BC470C}" dt="2024-09-14T05:28:22.835" v="43" actId="478"/>
          <ac:spMkLst>
            <pc:docMk/>
            <pc:sldMk cId="2524428318" sldId="464"/>
            <ac:spMk id="5" creationId="{00000000-0000-0000-0000-000000000000}"/>
          </ac:spMkLst>
        </pc:spChg>
      </pc:sldChg>
      <pc:sldChg chg="delSp modSp mod">
        <pc:chgData name="Ms Alina Arshad" userId="cccdfd85-d35d-4453-9c6f-a463aae40722" providerId="ADAL" clId="{03F3768F-5344-4E5A-B293-BE1259BC470C}" dt="2024-09-15T07:26:58.244" v="78" actId="1036"/>
        <pc:sldMkLst>
          <pc:docMk/>
          <pc:sldMk cId="3502560203" sldId="465"/>
        </pc:sldMkLst>
        <pc:spChg chg="mod">
          <ac:chgData name="Ms Alina Arshad" userId="cccdfd85-d35d-4453-9c6f-a463aae40722" providerId="ADAL" clId="{03F3768F-5344-4E5A-B293-BE1259BC470C}" dt="2024-09-15T07:26:39.671" v="72" actId="113"/>
          <ac:spMkLst>
            <pc:docMk/>
            <pc:sldMk cId="3502560203" sldId="465"/>
            <ac:spMk id="2" creationId="{00000000-0000-0000-0000-000000000000}"/>
          </ac:spMkLst>
        </pc:spChg>
        <pc:spChg chg="mod">
          <ac:chgData name="Ms Alina Arshad" userId="cccdfd85-d35d-4453-9c6f-a463aae40722" providerId="ADAL" clId="{03F3768F-5344-4E5A-B293-BE1259BC470C}" dt="2024-09-15T07:26:58.244" v="78" actId="1036"/>
          <ac:spMkLst>
            <pc:docMk/>
            <pc:sldMk cId="3502560203" sldId="465"/>
            <ac:spMk id="3" creationId="{00000000-0000-0000-0000-000000000000}"/>
          </ac:spMkLst>
        </pc:spChg>
        <pc:spChg chg="del">
          <ac:chgData name="Ms Alina Arshad" userId="cccdfd85-d35d-4453-9c6f-a463aae40722" providerId="ADAL" clId="{03F3768F-5344-4E5A-B293-BE1259BC470C}" dt="2024-09-15T07:15:34.293" v="55" actId="478"/>
          <ac:spMkLst>
            <pc:docMk/>
            <pc:sldMk cId="3502560203" sldId="465"/>
            <ac:spMk id="4" creationId="{00000000-0000-0000-0000-000000000000}"/>
          </ac:spMkLst>
        </pc:spChg>
        <pc:spChg chg="del">
          <ac:chgData name="Ms Alina Arshad" userId="cccdfd85-d35d-4453-9c6f-a463aae40722" providerId="ADAL" clId="{03F3768F-5344-4E5A-B293-BE1259BC470C}" dt="2024-09-15T07:15:37.788" v="56" actId="478"/>
          <ac:spMkLst>
            <pc:docMk/>
            <pc:sldMk cId="3502560203" sldId="465"/>
            <ac:spMk id="5" creationId="{00000000-0000-0000-0000-000000000000}"/>
          </ac:spMkLst>
        </pc:spChg>
        <pc:picChg chg="mod">
          <ac:chgData name="Ms Alina Arshad" userId="cccdfd85-d35d-4453-9c6f-a463aae40722" providerId="ADAL" clId="{03F3768F-5344-4E5A-B293-BE1259BC470C}" dt="2024-09-15T07:26:54.568" v="76" actId="1076"/>
          <ac:picMkLst>
            <pc:docMk/>
            <pc:sldMk cId="3502560203" sldId="465"/>
            <ac:picMk id="6" creationId="{00000000-0000-0000-0000-000000000000}"/>
          </ac:picMkLst>
        </pc:picChg>
        <pc:picChg chg="mod">
          <ac:chgData name="Ms Alina Arshad" userId="cccdfd85-d35d-4453-9c6f-a463aae40722" providerId="ADAL" clId="{03F3768F-5344-4E5A-B293-BE1259BC470C}" dt="2024-09-15T07:26:57.173" v="77" actId="1076"/>
          <ac:picMkLst>
            <pc:docMk/>
            <pc:sldMk cId="3502560203" sldId="465"/>
            <ac:picMk id="7" creationId="{00000000-0000-0000-0000-000000000000}"/>
          </ac:picMkLst>
        </pc:picChg>
      </pc:sldChg>
      <pc:sldChg chg="delSp modSp mod">
        <pc:chgData name="Ms Alina Arshad" userId="cccdfd85-d35d-4453-9c6f-a463aae40722" providerId="ADAL" clId="{03F3768F-5344-4E5A-B293-BE1259BC470C}" dt="2024-09-17T13:46:43.871" v="246" actId="12"/>
        <pc:sldMkLst>
          <pc:docMk/>
          <pc:sldMk cId="4240682665" sldId="466"/>
        </pc:sldMkLst>
        <pc:spChg chg="mod">
          <ac:chgData name="Ms Alina Arshad" userId="cccdfd85-d35d-4453-9c6f-a463aae40722" providerId="ADAL" clId="{03F3768F-5344-4E5A-B293-BE1259BC470C}" dt="2024-09-15T07:27:06.716" v="80" actId="113"/>
          <ac:spMkLst>
            <pc:docMk/>
            <pc:sldMk cId="4240682665" sldId="466"/>
            <ac:spMk id="2" creationId="{00000000-0000-0000-0000-000000000000}"/>
          </ac:spMkLst>
        </pc:spChg>
        <pc:spChg chg="mod">
          <ac:chgData name="Ms Alina Arshad" userId="cccdfd85-d35d-4453-9c6f-a463aae40722" providerId="ADAL" clId="{03F3768F-5344-4E5A-B293-BE1259BC470C}" dt="2024-09-17T13:46:43.871" v="246" actId="12"/>
          <ac:spMkLst>
            <pc:docMk/>
            <pc:sldMk cId="4240682665" sldId="466"/>
            <ac:spMk id="3" creationId="{00000000-0000-0000-0000-000000000000}"/>
          </ac:spMkLst>
        </pc:spChg>
        <pc:spChg chg="del">
          <ac:chgData name="Ms Alina Arshad" userId="cccdfd85-d35d-4453-9c6f-a463aae40722" providerId="ADAL" clId="{03F3768F-5344-4E5A-B293-BE1259BC470C}" dt="2024-09-15T07:15:28.002" v="53" actId="478"/>
          <ac:spMkLst>
            <pc:docMk/>
            <pc:sldMk cId="4240682665" sldId="466"/>
            <ac:spMk id="4" creationId="{00000000-0000-0000-0000-000000000000}"/>
          </ac:spMkLst>
        </pc:spChg>
        <pc:spChg chg="del">
          <ac:chgData name="Ms Alina Arshad" userId="cccdfd85-d35d-4453-9c6f-a463aae40722" providerId="ADAL" clId="{03F3768F-5344-4E5A-B293-BE1259BC470C}" dt="2024-09-15T07:15:30.106" v="54" actId="478"/>
          <ac:spMkLst>
            <pc:docMk/>
            <pc:sldMk cId="4240682665" sldId="466"/>
            <ac:spMk id="5" creationId="{00000000-0000-0000-0000-000000000000}"/>
          </ac:spMkLst>
        </pc:spChg>
      </pc:sldChg>
      <pc:sldChg chg="delSp modSp mod">
        <pc:chgData name="Ms Alina Arshad" userId="cccdfd85-d35d-4453-9c6f-a463aae40722" providerId="ADAL" clId="{03F3768F-5344-4E5A-B293-BE1259BC470C}" dt="2024-09-15T07:28:15.867" v="89" actId="1036"/>
        <pc:sldMkLst>
          <pc:docMk/>
          <pc:sldMk cId="1253061490" sldId="467"/>
        </pc:sldMkLst>
        <pc:spChg chg="mod">
          <ac:chgData name="Ms Alina Arshad" userId="cccdfd85-d35d-4453-9c6f-a463aae40722" providerId="ADAL" clId="{03F3768F-5344-4E5A-B293-BE1259BC470C}" dt="2024-09-15T07:28:05.545" v="85" actId="113"/>
          <ac:spMkLst>
            <pc:docMk/>
            <pc:sldMk cId="1253061490" sldId="467"/>
            <ac:spMk id="2" creationId="{00000000-0000-0000-0000-000000000000}"/>
          </ac:spMkLst>
        </pc:spChg>
        <pc:spChg chg="del mod">
          <ac:chgData name="Ms Alina Arshad" userId="cccdfd85-d35d-4453-9c6f-a463aae40722" providerId="ADAL" clId="{03F3768F-5344-4E5A-B293-BE1259BC470C}" dt="2024-09-15T07:28:11.939" v="87" actId="478"/>
          <ac:spMkLst>
            <pc:docMk/>
            <pc:sldMk cId="1253061490" sldId="467"/>
            <ac:spMk id="3" creationId="{00000000-0000-0000-0000-000000000000}"/>
          </ac:spMkLst>
        </pc:spChg>
        <pc:spChg chg="del">
          <ac:chgData name="Ms Alina Arshad" userId="cccdfd85-d35d-4453-9c6f-a463aae40722" providerId="ADAL" clId="{03F3768F-5344-4E5A-B293-BE1259BC470C}" dt="2024-09-15T07:15:42.453" v="57" actId="478"/>
          <ac:spMkLst>
            <pc:docMk/>
            <pc:sldMk cId="1253061490" sldId="467"/>
            <ac:spMk id="4" creationId="{00000000-0000-0000-0000-000000000000}"/>
          </ac:spMkLst>
        </pc:spChg>
        <pc:spChg chg="del">
          <ac:chgData name="Ms Alina Arshad" userId="cccdfd85-d35d-4453-9c6f-a463aae40722" providerId="ADAL" clId="{03F3768F-5344-4E5A-B293-BE1259BC470C}" dt="2024-09-15T07:15:44.657" v="58" actId="478"/>
          <ac:spMkLst>
            <pc:docMk/>
            <pc:sldMk cId="1253061490" sldId="467"/>
            <ac:spMk id="5" creationId="{00000000-0000-0000-0000-000000000000}"/>
          </ac:spMkLst>
        </pc:spChg>
        <pc:picChg chg="mod">
          <ac:chgData name="Ms Alina Arshad" userId="cccdfd85-d35d-4453-9c6f-a463aae40722" providerId="ADAL" clId="{03F3768F-5344-4E5A-B293-BE1259BC470C}" dt="2024-09-15T07:28:15.867" v="89" actId="1036"/>
          <ac:picMkLst>
            <pc:docMk/>
            <pc:sldMk cId="1253061490" sldId="467"/>
            <ac:picMk id="7" creationId="{00000000-0000-0000-0000-000000000000}"/>
          </ac:picMkLst>
        </pc:picChg>
      </pc:sldChg>
      <pc:sldChg chg="delSp modSp mod">
        <pc:chgData name="Ms Alina Arshad" userId="cccdfd85-d35d-4453-9c6f-a463aae40722" providerId="ADAL" clId="{03F3768F-5344-4E5A-B293-BE1259BC470C}" dt="2024-09-15T07:28:25.745" v="92" actId="207"/>
        <pc:sldMkLst>
          <pc:docMk/>
          <pc:sldMk cId="1729599593" sldId="468"/>
        </pc:sldMkLst>
        <pc:spChg chg="mod">
          <ac:chgData name="Ms Alina Arshad" userId="cccdfd85-d35d-4453-9c6f-a463aae40722" providerId="ADAL" clId="{03F3768F-5344-4E5A-B293-BE1259BC470C}" dt="2024-09-15T07:28:25.745" v="92" actId="207"/>
          <ac:spMkLst>
            <pc:docMk/>
            <pc:sldMk cId="1729599593" sldId="468"/>
            <ac:spMk id="2" creationId="{00000000-0000-0000-0000-000000000000}"/>
          </ac:spMkLst>
        </pc:spChg>
        <pc:spChg chg="mod">
          <ac:chgData name="Ms Alina Arshad" userId="cccdfd85-d35d-4453-9c6f-a463aae40722" providerId="ADAL" clId="{03F3768F-5344-4E5A-B293-BE1259BC470C}" dt="2024-09-15T07:28:21.071" v="90" actId="207"/>
          <ac:spMkLst>
            <pc:docMk/>
            <pc:sldMk cId="1729599593" sldId="468"/>
            <ac:spMk id="3" creationId="{00000000-0000-0000-0000-000000000000}"/>
          </ac:spMkLst>
        </pc:spChg>
        <pc:spChg chg="del">
          <ac:chgData name="Ms Alina Arshad" userId="cccdfd85-d35d-4453-9c6f-a463aae40722" providerId="ADAL" clId="{03F3768F-5344-4E5A-B293-BE1259BC470C}" dt="2024-09-15T07:15:51.890" v="59" actId="478"/>
          <ac:spMkLst>
            <pc:docMk/>
            <pc:sldMk cId="1729599593" sldId="468"/>
            <ac:spMk id="4" creationId="{00000000-0000-0000-0000-000000000000}"/>
          </ac:spMkLst>
        </pc:spChg>
        <pc:spChg chg="del">
          <ac:chgData name="Ms Alina Arshad" userId="cccdfd85-d35d-4453-9c6f-a463aae40722" providerId="ADAL" clId="{03F3768F-5344-4E5A-B293-BE1259BC470C}" dt="2024-09-15T07:15:55.306" v="60" actId="478"/>
          <ac:spMkLst>
            <pc:docMk/>
            <pc:sldMk cId="1729599593" sldId="468"/>
            <ac:spMk id="5" creationId="{00000000-0000-0000-0000-000000000000}"/>
          </ac:spMkLst>
        </pc:spChg>
      </pc:sldChg>
      <pc:sldChg chg="delSp modSp mod">
        <pc:chgData name="Ms Alina Arshad" userId="cccdfd85-d35d-4453-9c6f-a463aae40722" providerId="ADAL" clId="{03F3768F-5344-4E5A-B293-BE1259BC470C}" dt="2024-09-15T07:28:38.185" v="97" actId="1076"/>
        <pc:sldMkLst>
          <pc:docMk/>
          <pc:sldMk cId="174372872" sldId="469"/>
        </pc:sldMkLst>
        <pc:spChg chg="del">
          <ac:chgData name="Ms Alina Arshad" userId="cccdfd85-d35d-4453-9c6f-a463aae40722" providerId="ADAL" clId="{03F3768F-5344-4E5A-B293-BE1259BC470C}" dt="2024-09-15T07:28:30.595" v="93" actId="478"/>
          <ac:spMkLst>
            <pc:docMk/>
            <pc:sldMk cId="174372872" sldId="469"/>
            <ac:spMk id="2" creationId="{00000000-0000-0000-0000-000000000000}"/>
          </ac:spMkLst>
        </pc:spChg>
        <pc:spChg chg="del">
          <ac:chgData name="Ms Alina Arshad" userId="cccdfd85-d35d-4453-9c6f-a463aae40722" providerId="ADAL" clId="{03F3768F-5344-4E5A-B293-BE1259BC470C}" dt="2024-09-15T07:15:59.748" v="61" actId="478"/>
          <ac:spMkLst>
            <pc:docMk/>
            <pc:sldMk cId="174372872" sldId="469"/>
            <ac:spMk id="4" creationId="{00000000-0000-0000-0000-000000000000}"/>
          </ac:spMkLst>
        </pc:spChg>
        <pc:spChg chg="del">
          <ac:chgData name="Ms Alina Arshad" userId="cccdfd85-d35d-4453-9c6f-a463aae40722" providerId="ADAL" clId="{03F3768F-5344-4E5A-B293-BE1259BC470C}" dt="2024-09-15T07:16:02.767" v="62" actId="478"/>
          <ac:spMkLst>
            <pc:docMk/>
            <pc:sldMk cId="174372872" sldId="469"/>
            <ac:spMk id="5" creationId="{00000000-0000-0000-0000-000000000000}"/>
          </ac:spMkLst>
        </pc:spChg>
        <pc:picChg chg="mod">
          <ac:chgData name="Ms Alina Arshad" userId="cccdfd85-d35d-4453-9c6f-a463aae40722" providerId="ADAL" clId="{03F3768F-5344-4E5A-B293-BE1259BC470C}" dt="2024-09-15T07:28:38.185" v="97" actId="1076"/>
          <ac:picMkLst>
            <pc:docMk/>
            <pc:sldMk cId="174372872" sldId="469"/>
            <ac:picMk id="6" creationId="{00000000-0000-0000-0000-000000000000}"/>
          </ac:picMkLst>
        </pc:picChg>
      </pc:sldChg>
      <pc:sldChg chg="delSp modSp mod">
        <pc:chgData name="Ms Alina Arshad" userId="cccdfd85-d35d-4453-9c6f-a463aae40722" providerId="ADAL" clId="{03F3768F-5344-4E5A-B293-BE1259BC470C}" dt="2024-09-15T07:28:59.921" v="103" actId="207"/>
        <pc:sldMkLst>
          <pc:docMk/>
          <pc:sldMk cId="1593451177" sldId="472"/>
        </pc:sldMkLst>
        <pc:spChg chg="mod">
          <ac:chgData name="Ms Alina Arshad" userId="cccdfd85-d35d-4453-9c6f-a463aae40722" providerId="ADAL" clId="{03F3768F-5344-4E5A-B293-BE1259BC470C}" dt="2024-09-15T07:28:59.921" v="103" actId="207"/>
          <ac:spMkLst>
            <pc:docMk/>
            <pc:sldMk cId="1593451177" sldId="472"/>
            <ac:spMk id="2" creationId="{00000000-0000-0000-0000-000000000000}"/>
          </ac:spMkLst>
        </pc:spChg>
        <pc:spChg chg="mod">
          <ac:chgData name="Ms Alina Arshad" userId="cccdfd85-d35d-4453-9c6f-a463aae40722" providerId="ADAL" clId="{03F3768F-5344-4E5A-B293-BE1259BC470C}" dt="2024-09-15T07:28:55.842" v="101" actId="207"/>
          <ac:spMkLst>
            <pc:docMk/>
            <pc:sldMk cId="1593451177" sldId="472"/>
            <ac:spMk id="3" creationId="{00000000-0000-0000-0000-000000000000}"/>
          </ac:spMkLst>
        </pc:spChg>
        <pc:spChg chg="del">
          <ac:chgData name="Ms Alina Arshad" userId="cccdfd85-d35d-4453-9c6f-a463aae40722" providerId="ADAL" clId="{03F3768F-5344-4E5A-B293-BE1259BC470C}" dt="2024-09-15T07:18:11.404" v="66" actId="478"/>
          <ac:spMkLst>
            <pc:docMk/>
            <pc:sldMk cId="1593451177" sldId="472"/>
            <ac:spMk id="4" creationId="{00000000-0000-0000-0000-000000000000}"/>
          </ac:spMkLst>
        </pc:spChg>
        <pc:spChg chg="del">
          <ac:chgData name="Ms Alina Arshad" userId="cccdfd85-d35d-4453-9c6f-a463aae40722" providerId="ADAL" clId="{03F3768F-5344-4E5A-B293-BE1259BC470C}" dt="2024-09-15T07:18:13.819" v="67" actId="478"/>
          <ac:spMkLst>
            <pc:docMk/>
            <pc:sldMk cId="1593451177" sldId="472"/>
            <ac:spMk id="5" creationId="{00000000-0000-0000-0000-000000000000}"/>
          </ac:spMkLst>
        </pc:spChg>
      </pc:sldChg>
      <pc:sldChg chg="delSp modSp mod">
        <pc:chgData name="Ms Alina Arshad" userId="cccdfd85-d35d-4453-9c6f-a463aae40722" providerId="ADAL" clId="{03F3768F-5344-4E5A-B293-BE1259BC470C}" dt="2024-09-15T07:27:35.272" v="83" actId="113"/>
        <pc:sldMkLst>
          <pc:docMk/>
          <pc:sldMk cId="3011208458" sldId="473"/>
        </pc:sldMkLst>
        <pc:spChg chg="mod">
          <ac:chgData name="Ms Alina Arshad" userId="cccdfd85-d35d-4453-9c6f-a463aae40722" providerId="ADAL" clId="{03F3768F-5344-4E5A-B293-BE1259BC470C}" dt="2024-09-15T07:27:35.272" v="83" actId="113"/>
          <ac:spMkLst>
            <pc:docMk/>
            <pc:sldMk cId="3011208458" sldId="473"/>
            <ac:spMk id="2" creationId="{00000000-0000-0000-0000-000000000000}"/>
          </ac:spMkLst>
        </pc:spChg>
        <pc:spChg chg="mod">
          <ac:chgData name="Ms Alina Arshad" userId="cccdfd85-d35d-4453-9c6f-a463aae40722" providerId="ADAL" clId="{03F3768F-5344-4E5A-B293-BE1259BC470C}" dt="2024-09-15T07:26:33.422" v="70" actId="5793"/>
          <ac:spMkLst>
            <pc:docMk/>
            <pc:sldMk cId="3011208458" sldId="473"/>
            <ac:spMk id="3" creationId="{00000000-0000-0000-0000-000000000000}"/>
          </ac:spMkLst>
        </pc:spChg>
        <pc:spChg chg="del">
          <ac:chgData name="Ms Alina Arshad" userId="cccdfd85-d35d-4453-9c6f-a463aae40722" providerId="ADAL" clId="{03F3768F-5344-4E5A-B293-BE1259BC470C}" dt="2024-09-15T06:55:50.682" v="51" actId="478"/>
          <ac:spMkLst>
            <pc:docMk/>
            <pc:sldMk cId="3011208458" sldId="473"/>
            <ac:spMk id="4" creationId="{00000000-0000-0000-0000-000000000000}"/>
          </ac:spMkLst>
        </pc:spChg>
        <pc:spChg chg="del">
          <ac:chgData name="Ms Alina Arshad" userId="cccdfd85-d35d-4453-9c6f-a463aae40722" providerId="ADAL" clId="{03F3768F-5344-4E5A-B293-BE1259BC470C}" dt="2024-09-15T06:55:53.265" v="52" actId="478"/>
          <ac:spMkLst>
            <pc:docMk/>
            <pc:sldMk cId="3011208458" sldId="473"/>
            <ac:spMk id="5" creationId="{00000000-0000-0000-0000-000000000000}"/>
          </ac:spMkLst>
        </pc:spChg>
      </pc:sldChg>
      <pc:sldChg chg="delSp modSp mod">
        <pc:chgData name="Ms Alina Arshad" userId="cccdfd85-d35d-4453-9c6f-a463aae40722" providerId="ADAL" clId="{03F3768F-5344-4E5A-B293-BE1259BC470C}" dt="2024-09-15T07:28:49.455" v="100" actId="207"/>
        <pc:sldMkLst>
          <pc:docMk/>
          <pc:sldMk cId="457050581" sldId="475"/>
        </pc:sldMkLst>
        <pc:spChg chg="mod">
          <ac:chgData name="Ms Alina Arshad" userId="cccdfd85-d35d-4453-9c6f-a463aae40722" providerId="ADAL" clId="{03F3768F-5344-4E5A-B293-BE1259BC470C}" dt="2024-09-15T07:28:44.663" v="99" actId="113"/>
          <ac:spMkLst>
            <pc:docMk/>
            <pc:sldMk cId="457050581" sldId="475"/>
            <ac:spMk id="2" creationId="{00000000-0000-0000-0000-000000000000}"/>
          </ac:spMkLst>
        </pc:spChg>
        <pc:spChg chg="mod">
          <ac:chgData name="Ms Alina Arshad" userId="cccdfd85-d35d-4453-9c6f-a463aae40722" providerId="ADAL" clId="{03F3768F-5344-4E5A-B293-BE1259BC470C}" dt="2024-09-15T07:28:49.455" v="100" actId="207"/>
          <ac:spMkLst>
            <pc:docMk/>
            <pc:sldMk cId="457050581" sldId="475"/>
            <ac:spMk id="3" creationId="{00000000-0000-0000-0000-000000000000}"/>
          </ac:spMkLst>
        </pc:spChg>
        <pc:spChg chg="del">
          <ac:chgData name="Ms Alina Arshad" userId="cccdfd85-d35d-4453-9c6f-a463aae40722" providerId="ADAL" clId="{03F3768F-5344-4E5A-B293-BE1259BC470C}" dt="2024-09-15T07:16:06.344" v="63" actId="478"/>
          <ac:spMkLst>
            <pc:docMk/>
            <pc:sldMk cId="457050581" sldId="475"/>
            <ac:spMk id="4" creationId="{00000000-0000-0000-0000-000000000000}"/>
          </ac:spMkLst>
        </pc:spChg>
        <pc:spChg chg="del">
          <ac:chgData name="Ms Alina Arshad" userId="cccdfd85-d35d-4453-9c6f-a463aae40722" providerId="ADAL" clId="{03F3768F-5344-4E5A-B293-BE1259BC470C}" dt="2024-09-15T07:16:09.550" v="64" actId="478"/>
          <ac:spMkLst>
            <pc:docMk/>
            <pc:sldMk cId="457050581" sldId="475"/>
            <ac:spMk id="5" creationId="{00000000-0000-0000-0000-000000000000}"/>
          </ac:spMkLst>
        </pc:spChg>
      </pc:sldChg>
      <pc:sldChg chg="addSp modSp new mod">
        <pc:chgData name="Ms Alina Arshad" userId="cccdfd85-d35d-4453-9c6f-a463aae40722" providerId="ADAL" clId="{03F3768F-5344-4E5A-B293-BE1259BC470C}" dt="2024-09-15T14:22:14.265" v="119" actId="1076"/>
        <pc:sldMkLst>
          <pc:docMk/>
          <pc:sldMk cId="1229924645" sldId="476"/>
        </pc:sldMkLst>
        <pc:spChg chg="add mod">
          <ac:chgData name="Ms Alina Arshad" userId="cccdfd85-d35d-4453-9c6f-a463aae40722" providerId="ADAL" clId="{03F3768F-5344-4E5A-B293-BE1259BC470C}" dt="2024-09-15T14:22:14.265" v="119" actId="1076"/>
          <ac:spMkLst>
            <pc:docMk/>
            <pc:sldMk cId="1229924645" sldId="476"/>
            <ac:spMk id="3" creationId="{9E02BD07-5194-85B6-EFCE-6195A5F9FA2D}"/>
          </ac:spMkLst>
        </pc:spChg>
      </pc:sldChg>
      <pc:sldChg chg="addSp modSp new mod">
        <pc:chgData name="Ms Alina Arshad" userId="cccdfd85-d35d-4453-9c6f-a463aae40722" providerId="ADAL" clId="{03F3768F-5344-4E5A-B293-BE1259BC470C}" dt="2024-09-15T14:22:56.262" v="125" actId="1076"/>
        <pc:sldMkLst>
          <pc:docMk/>
          <pc:sldMk cId="2716896203" sldId="477"/>
        </pc:sldMkLst>
        <pc:picChg chg="add mod">
          <ac:chgData name="Ms Alina Arshad" userId="cccdfd85-d35d-4453-9c6f-a463aae40722" providerId="ADAL" clId="{03F3768F-5344-4E5A-B293-BE1259BC470C}" dt="2024-09-15T14:22:56.262" v="125" actId="1076"/>
          <ac:picMkLst>
            <pc:docMk/>
            <pc:sldMk cId="2716896203" sldId="477"/>
            <ac:picMk id="3" creationId="{CEC37F5B-D7E9-C7D7-A3FC-A6BFAA6D7D52}"/>
          </ac:picMkLst>
        </pc:picChg>
      </pc:sldChg>
      <pc:sldChg chg="addSp delSp modSp new mod">
        <pc:chgData name="Ms Alina Arshad" userId="cccdfd85-d35d-4453-9c6f-a463aae40722" providerId="ADAL" clId="{03F3768F-5344-4E5A-B293-BE1259BC470C}" dt="2024-09-15T14:37:15.065" v="188" actId="1076"/>
        <pc:sldMkLst>
          <pc:docMk/>
          <pc:sldMk cId="1539764836" sldId="478"/>
        </pc:sldMkLst>
        <pc:spChg chg="add del mod">
          <ac:chgData name="Ms Alina Arshad" userId="cccdfd85-d35d-4453-9c6f-a463aae40722" providerId="ADAL" clId="{03F3768F-5344-4E5A-B293-BE1259BC470C}" dt="2024-09-15T14:35:58.164" v="175" actId="478"/>
          <ac:spMkLst>
            <pc:docMk/>
            <pc:sldMk cId="1539764836" sldId="478"/>
            <ac:spMk id="3" creationId="{DE9F3615-82D7-D530-232F-134EC036A9F8}"/>
          </ac:spMkLst>
        </pc:spChg>
        <pc:spChg chg="add del mod">
          <ac:chgData name="Ms Alina Arshad" userId="cccdfd85-d35d-4453-9c6f-a463aae40722" providerId="ADAL" clId="{03F3768F-5344-4E5A-B293-BE1259BC470C}" dt="2024-09-15T14:36:00.568" v="176" actId="478"/>
          <ac:spMkLst>
            <pc:docMk/>
            <pc:sldMk cId="1539764836" sldId="478"/>
            <ac:spMk id="5" creationId="{FFB33835-B197-8C99-1F1B-D7A9E740DC8C}"/>
          </ac:spMkLst>
        </pc:spChg>
        <pc:picChg chg="add mod">
          <ac:chgData name="Ms Alina Arshad" userId="cccdfd85-d35d-4453-9c6f-a463aae40722" providerId="ADAL" clId="{03F3768F-5344-4E5A-B293-BE1259BC470C}" dt="2024-09-15T14:37:10.667" v="187" actId="14100"/>
          <ac:picMkLst>
            <pc:docMk/>
            <pc:sldMk cId="1539764836" sldId="478"/>
            <ac:picMk id="7" creationId="{F8D8019B-1533-A540-0238-00FE1B71E986}"/>
          </ac:picMkLst>
        </pc:picChg>
        <pc:picChg chg="add mod">
          <ac:chgData name="Ms Alina Arshad" userId="cccdfd85-d35d-4453-9c6f-a463aae40722" providerId="ADAL" clId="{03F3768F-5344-4E5A-B293-BE1259BC470C}" dt="2024-09-15T14:37:15.065" v="188" actId="1076"/>
          <ac:picMkLst>
            <pc:docMk/>
            <pc:sldMk cId="1539764836" sldId="478"/>
            <ac:picMk id="9" creationId="{7456819B-0B75-7F65-462A-907D44DEE7F2}"/>
          </ac:picMkLst>
        </pc:picChg>
      </pc:sldChg>
      <pc:sldChg chg="addSp modSp new mod">
        <pc:chgData name="Ms Alina Arshad" userId="cccdfd85-d35d-4453-9c6f-a463aae40722" providerId="ADAL" clId="{03F3768F-5344-4E5A-B293-BE1259BC470C}" dt="2024-09-15T14:38:10.439" v="195" actId="1076"/>
        <pc:sldMkLst>
          <pc:docMk/>
          <pc:sldMk cId="3784571307" sldId="479"/>
        </pc:sldMkLst>
        <pc:picChg chg="add mod">
          <ac:chgData name="Ms Alina Arshad" userId="cccdfd85-d35d-4453-9c6f-a463aae40722" providerId="ADAL" clId="{03F3768F-5344-4E5A-B293-BE1259BC470C}" dt="2024-09-15T14:38:10.439" v="195" actId="1076"/>
          <ac:picMkLst>
            <pc:docMk/>
            <pc:sldMk cId="3784571307" sldId="479"/>
            <ac:picMk id="3" creationId="{86476297-C38B-769A-0DB1-48DC457E7C69}"/>
          </ac:picMkLst>
        </pc:picChg>
      </pc:sldChg>
    </pc:docChg>
  </pc:docChgLst>
  <pc:docChgLst>
    <pc:chgData name="Ms Alina Arshad" userId="cccdfd85-d35d-4453-9c6f-a463aae40722" providerId="ADAL" clId="{F914C121-27D5-40DE-A44B-03621975D748}"/>
    <pc:docChg chg="custSel addSld delSld modSld sldOrd">
      <pc:chgData name="Ms Alina Arshad" userId="cccdfd85-d35d-4453-9c6f-a463aae40722" providerId="ADAL" clId="{F914C121-27D5-40DE-A44B-03621975D748}" dt="2024-10-19T18:05:06.691" v="293" actId="20577"/>
      <pc:docMkLst>
        <pc:docMk/>
      </pc:docMkLst>
      <pc:sldChg chg="modSp mod">
        <pc:chgData name="Ms Alina Arshad" userId="cccdfd85-d35d-4453-9c6f-a463aae40722" providerId="ADAL" clId="{F914C121-27D5-40DE-A44B-03621975D748}" dt="2024-10-06T15:37:21.877" v="13" actId="20577"/>
        <pc:sldMkLst>
          <pc:docMk/>
          <pc:sldMk cId="3322361034" sldId="256"/>
        </pc:sldMkLst>
        <pc:spChg chg="mod">
          <ac:chgData name="Ms Alina Arshad" userId="cccdfd85-d35d-4453-9c6f-a463aae40722" providerId="ADAL" clId="{F914C121-27D5-40DE-A44B-03621975D748}" dt="2024-10-06T15:37:21.877" v="13" actId="20577"/>
          <ac:spMkLst>
            <pc:docMk/>
            <pc:sldMk cId="3322361034" sldId="256"/>
            <ac:spMk id="3" creationId="{44E9F82C-BBA7-3495-1097-BEDB54FFFDF4}"/>
          </ac:spMkLst>
        </pc:spChg>
      </pc:sldChg>
      <pc:sldChg chg="del">
        <pc:chgData name="Ms Alina Arshad" userId="cccdfd85-d35d-4453-9c6f-a463aae40722" providerId="ADAL" clId="{F914C121-27D5-40DE-A44B-03621975D748}" dt="2024-10-06T05:53:35.979" v="1" actId="47"/>
        <pc:sldMkLst>
          <pc:docMk/>
          <pc:sldMk cId="3595481221" sldId="492"/>
        </pc:sldMkLst>
      </pc:sldChg>
      <pc:sldChg chg="del">
        <pc:chgData name="Ms Alina Arshad" userId="cccdfd85-d35d-4453-9c6f-a463aae40722" providerId="ADAL" clId="{F914C121-27D5-40DE-A44B-03621975D748}" dt="2024-10-06T05:53:37.855" v="5" actId="47"/>
        <pc:sldMkLst>
          <pc:docMk/>
          <pc:sldMk cId="3384488715" sldId="493"/>
        </pc:sldMkLst>
      </pc:sldChg>
      <pc:sldChg chg="del">
        <pc:chgData name="Ms Alina Arshad" userId="cccdfd85-d35d-4453-9c6f-a463aae40722" providerId="ADAL" clId="{F914C121-27D5-40DE-A44B-03621975D748}" dt="2024-10-06T05:53:40.273" v="10" actId="47"/>
        <pc:sldMkLst>
          <pc:docMk/>
          <pc:sldMk cId="4273395344" sldId="495"/>
        </pc:sldMkLst>
      </pc:sldChg>
      <pc:sldChg chg="del">
        <pc:chgData name="Ms Alina Arshad" userId="cccdfd85-d35d-4453-9c6f-a463aae40722" providerId="ADAL" clId="{F914C121-27D5-40DE-A44B-03621975D748}" dt="2024-10-06T05:53:57.563" v="11" actId="2696"/>
        <pc:sldMkLst>
          <pc:docMk/>
          <pc:sldMk cId="1058188132" sldId="496"/>
        </pc:sldMkLst>
      </pc:sldChg>
      <pc:sldChg chg="del">
        <pc:chgData name="Ms Alina Arshad" userId="cccdfd85-d35d-4453-9c6f-a463aae40722" providerId="ADAL" clId="{F914C121-27D5-40DE-A44B-03621975D748}" dt="2024-10-07T13:43:59.905" v="286" actId="47"/>
        <pc:sldMkLst>
          <pc:docMk/>
          <pc:sldMk cId="1132663045" sldId="497"/>
        </pc:sldMkLst>
      </pc:sldChg>
      <pc:sldChg chg="del">
        <pc:chgData name="Ms Alina Arshad" userId="cccdfd85-d35d-4453-9c6f-a463aae40722" providerId="ADAL" clId="{F914C121-27D5-40DE-A44B-03621975D748}" dt="2024-10-06T05:53:57.563" v="11" actId="2696"/>
        <pc:sldMkLst>
          <pc:docMk/>
          <pc:sldMk cId="1570724855" sldId="505"/>
        </pc:sldMkLst>
      </pc:sldChg>
      <pc:sldChg chg="del">
        <pc:chgData name="Ms Alina Arshad" userId="cccdfd85-d35d-4453-9c6f-a463aae40722" providerId="ADAL" clId="{F914C121-27D5-40DE-A44B-03621975D748}" dt="2024-10-06T05:53:57.563" v="11" actId="2696"/>
        <pc:sldMkLst>
          <pc:docMk/>
          <pc:sldMk cId="2421881517" sldId="506"/>
        </pc:sldMkLst>
      </pc:sldChg>
      <pc:sldChg chg="modSp mod">
        <pc:chgData name="Ms Alina Arshad" userId="cccdfd85-d35d-4453-9c6f-a463aae40722" providerId="ADAL" clId="{F914C121-27D5-40DE-A44B-03621975D748}" dt="2024-10-07T13:08:17.810" v="125" actId="403"/>
        <pc:sldMkLst>
          <pc:docMk/>
          <pc:sldMk cId="163811022" sldId="511"/>
        </pc:sldMkLst>
        <pc:spChg chg="mod">
          <ac:chgData name="Ms Alina Arshad" userId="cccdfd85-d35d-4453-9c6f-a463aae40722" providerId="ADAL" clId="{F914C121-27D5-40DE-A44B-03621975D748}" dt="2024-10-07T13:08:12.572" v="124" actId="1076"/>
          <ac:spMkLst>
            <pc:docMk/>
            <pc:sldMk cId="163811022" sldId="511"/>
            <ac:spMk id="2" creationId="{00000000-0000-0000-0000-000000000000}"/>
          </ac:spMkLst>
        </pc:spChg>
        <pc:spChg chg="mod">
          <ac:chgData name="Ms Alina Arshad" userId="cccdfd85-d35d-4453-9c6f-a463aae40722" providerId="ADAL" clId="{F914C121-27D5-40DE-A44B-03621975D748}" dt="2024-10-07T13:08:17.810" v="125" actId="403"/>
          <ac:spMkLst>
            <pc:docMk/>
            <pc:sldMk cId="163811022" sldId="511"/>
            <ac:spMk id="3" creationId="{00000000-0000-0000-0000-000000000000}"/>
          </ac:spMkLst>
        </pc:spChg>
      </pc:sldChg>
      <pc:sldChg chg="modSp mod">
        <pc:chgData name="Ms Alina Arshad" userId="cccdfd85-d35d-4453-9c6f-a463aae40722" providerId="ADAL" clId="{F914C121-27D5-40DE-A44B-03621975D748}" dt="2024-10-07T13:08:52.370" v="129" actId="20577"/>
        <pc:sldMkLst>
          <pc:docMk/>
          <pc:sldMk cId="1045239677" sldId="512"/>
        </pc:sldMkLst>
        <pc:spChg chg="mod">
          <ac:chgData name="Ms Alina Arshad" userId="cccdfd85-d35d-4453-9c6f-a463aae40722" providerId="ADAL" clId="{F914C121-27D5-40DE-A44B-03621975D748}" dt="2024-10-07T13:08:23.659" v="127" actId="1076"/>
          <ac:spMkLst>
            <pc:docMk/>
            <pc:sldMk cId="1045239677" sldId="512"/>
            <ac:spMk id="2" creationId="{00000000-0000-0000-0000-000000000000}"/>
          </ac:spMkLst>
        </pc:spChg>
        <pc:spChg chg="mod">
          <ac:chgData name="Ms Alina Arshad" userId="cccdfd85-d35d-4453-9c6f-a463aae40722" providerId="ADAL" clId="{F914C121-27D5-40DE-A44B-03621975D748}" dt="2024-10-07T13:08:52.370" v="129" actId="20577"/>
          <ac:spMkLst>
            <pc:docMk/>
            <pc:sldMk cId="1045239677" sldId="512"/>
            <ac:spMk id="3" creationId="{00000000-0000-0000-0000-000000000000}"/>
          </ac:spMkLst>
        </pc:spChg>
      </pc:sldChg>
      <pc:sldChg chg="modSp mod">
        <pc:chgData name="Ms Alina Arshad" userId="cccdfd85-d35d-4453-9c6f-a463aae40722" providerId="ADAL" clId="{F914C121-27D5-40DE-A44B-03621975D748}" dt="2024-10-07T12:55:16.637" v="27" actId="207"/>
        <pc:sldMkLst>
          <pc:docMk/>
          <pc:sldMk cId="711124051" sldId="516"/>
        </pc:sldMkLst>
        <pc:spChg chg="mod">
          <ac:chgData name="Ms Alina Arshad" userId="cccdfd85-d35d-4453-9c6f-a463aae40722" providerId="ADAL" clId="{F914C121-27D5-40DE-A44B-03621975D748}" dt="2024-10-07T12:55:16.637" v="27" actId="207"/>
          <ac:spMkLst>
            <pc:docMk/>
            <pc:sldMk cId="711124051" sldId="516"/>
            <ac:spMk id="2" creationId="{00000000-0000-0000-0000-000000000000}"/>
          </ac:spMkLst>
        </pc:spChg>
      </pc:sldChg>
      <pc:sldChg chg="del">
        <pc:chgData name="Ms Alina Arshad" userId="cccdfd85-d35d-4453-9c6f-a463aae40722" providerId="ADAL" clId="{F914C121-27D5-40DE-A44B-03621975D748}" dt="2024-10-07T13:44:00.511" v="287" actId="47"/>
        <pc:sldMkLst>
          <pc:docMk/>
          <pc:sldMk cId="1747393571" sldId="518"/>
        </pc:sldMkLst>
      </pc:sldChg>
      <pc:sldChg chg="del">
        <pc:chgData name="Ms Alina Arshad" userId="cccdfd85-d35d-4453-9c6f-a463aae40722" providerId="ADAL" clId="{F914C121-27D5-40DE-A44B-03621975D748}" dt="2024-10-07T13:44:00.952" v="288" actId="47"/>
        <pc:sldMkLst>
          <pc:docMk/>
          <pc:sldMk cId="275598820" sldId="519"/>
        </pc:sldMkLst>
      </pc:sldChg>
      <pc:sldChg chg="del">
        <pc:chgData name="Ms Alina Arshad" userId="cccdfd85-d35d-4453-9c6f-a463aae40722" providerId="ADAL" clId="{F914C121-27D5-40DE-A44B-03621975D748}" dt="2024-10-07T13:44:01.471" v="289" actId="47"/>
        <pc:sldMkLst>
          <pc:docMk/>
          <pc:sldMk cId="3035140792" sldId="522"/>
        </pc:sldMkLst>
      </pc:sldChg>
      <pc:sldChg chg="del">
        <pc:chgData name="Ms Alina Arshad" userId="cccdfd85-d35d-4453-9c6f-a463aae40722" providerId="ADAL" clId="{F914C121-27D5-40DE-A44B-03621975D748}" dt="2024-10-07T13:44:02.453" v="290" actId="47"/>
        <pc:sldMkLst>
          <pc:docMk/>
          <pc:sldMk cId="2350581562" sldId="523"/>
        </pc:sldMkLst>
      </pc:sldChg>
      <pc:sldChg chg="del">
        <pc:chgData name="Ms Alina Arshad" userId="cccdfd85-d35d-4453-9c6f-a463aae40722" providerId="ADAL" clId="{F914C121-27D5-40DE-A44B-03621975D748}" dt="2024-10-07T13:44:03.238" v="291" actId="47"/>
        <pc:sldMkLst>
          <pc:docMk/>
          <pc:sldMk cId="627369714" sldId="524"/>
        </pc:sldMkLst>
      </pc:sldChg>
      <pc:sldChg chg="modSp new mod ord">
        <pc:chgData name="Ms Alina Arshad" userId="cccdfd85-d35d-4453-9c6f-a463aae40722" providerId="ADAL" clId="{F914C121-27D5-40DE-A44B-03621975D748}" dt="2024-10-07T13:11:39.635" v="183" actId="20577"/>
        <pc:sldMkLst>
          <pc:docMk/>
          <pc:sldMk cId="2427267918" sldId="525"/>
        </pc:sldMkLst>
        <pc:spChg chg="mod">
          <ac:chgData name="Ms Alina Arshad" userId="cccdfd85-d35d-4453-9c6f-a463aae40722" providerId="ADAL" clId="{F914C121-27D5-40DE-A44B-03621975D748}" dt="2024-10-07T13:09:07.808" v="130"/>
          <ac:spMkLst>
            <pc:docMk/>
            <pc:sldMk cId="2427267918" sldId="525"/>
            <ac:spMk id="2" creationId="{E37F6D6B-52E2-13D9-241A-623409ECED82}"/>
          </ac:spMkLst>
        </pc:spChg>
        <pc:spChg chg="mod">
          <ac:chgData name="Ms Alina Arshad" userId="cccdfd85-d35d-4453-9c6f-a463aae40722" providerId="ADAL" clId="{F914C121-27D5-40DE-A44B-03621975D748}" dt="2024-10-07T13:11:39.635" v="183" actId="20577"/>
          <ac:spMkLst>
            <pc:docMk/>
            <pc:sldMk cId="2427267918" sldId="525"/>
            <ac:spMk id="3" creationId="{D24F7636-2D0D-03B4-A70E-BF1BCCC7DD42}"/>
          </ac:spMkLst>
        </pc:spChg>
      </pc:sldChg>
      <pc:sldChg chg="del">
        <pc:chgData name="Ms Alina Arshad" userId="cccdfd85-d35d-4453-9c6f-a463aae40722" providerId="ADAL" clId="{F914C121-27D5-40DE-A44B-03621975D748}" dt="2024-10-06T05:53:35.623" v="0" actId="47"/>
        <pc:sldMkLst>
          <pc:docMk/>
          <pc:sldMk cId="3654789932" sldId="525"/>
        </pc:sldMkLst>
      </pc:sldChg>
      <pc:sldChg chg="modSp new mod">
        <pc:chgData name="Ms Alina Arshad" userId="cccdfd85-d35d-4453-9c6f-a463aae40722" providerId="ADAL" clId="{F914C121-27D5-40DE-A44B-03621975D748}" dt="2024-10-07T13:13:01.438" v="195" actId="5793"/>
        <pc:sldMkLst>
          <pc:docMk/>
          <pc:sldMk cId="1270081800" sldId="526"/>
        </pc:sldMkLst>
        <pc:spChg chg="mod">
          <ac:chgData name="Ms Alina Arshad" userId="cccdfd85-d35d-4453-9c6f-a463aae40722" providerId="ADAL" clId="{F914C121-27D5-40DE-A44B-03621975D748}" dt="2024-10-07T13:12:23.914" v="184"/>
          <ac:spMkLst>
            <pc:docMk/>
            <pc:sldMk cId="1270081800" sldId="526"/>
            <ac:spMk id="2" creationId="{6E5B1C21-D1B5-5FD5-09AA-19D5F7B39D16}"/>
          </ac:spMkLst>
        </pc:spChg>
        <pc:spChg chg="mod">
          <ac:chgData name="Ms Alina Arshad" userId="cccdfd85-d35d-4453-9c6f-a463aae40722" providerId="ADAL" clId="{F914C121-27D5-40DE-A44B-03621975D748}" dt="2024-10-07T13:13:01.438" v="195" actId="5793"/>
          <ac:spMkLst>
            <pc:docMk/>
            <pc:sldMk cId="1270081800" sldId="526"/>
            <ac:spMk id="3" creationId="{0B4D9234-DC1E-63D1-6478-EB07B63884A3}"/>
          </ac:spMkLst>
        </pc:spChg>
      </pc:sldChg>
      <pc:sldChg chg="addSp delSp modSp new mod">
        <pc:chgData name="Ms Alina Arshad" userId="cccdfd85-d35d-4453-9c6f-a463aae40722" providerId="ADAL" clId="{F914C121-27D5-40DE-A44B-03621975D748}" dt="2024-10-07T13:14:45.447" v="248" actId="20577"/>
        <pc:sldMkLst>
          <pc:docMk/>
          <pc:sldMk cId="870909777" sldId="527"/>
        </pc:sldMkLst>
        <pc:spChg chg="del">
          <ac:chgData name="Ms Alina Arshad" userId="cccdfd85-d35d-4453-9c6f-a463aae40722" providerId="ADAL" clId="{F914C121-27D5-40DE-A44B-03621975D748}" dt="2024-10-07T13:03:36.458" v="47" actId="478"/>
          <ac:spMkLst>
            <pc:docMk/>
            <pc:sldMk cId="870909777" sldId="527"/>
            <ac:spMk id="2" creationId="{3E9E35B2-C05A-E334-D7E0-5743F9C9EABF}"/>
          </ac:spMkLst>
        </pc:spChg>
        <pc:spChg chg="mod">
          <ac:chgData name="Ms Alina Arshad" userId="cccdfd85-d35d-4453-9c6f-a463aae40722" providerId="ADAL" clId="{F914C121-27D5-40DE-A44B-03621975D748}" dt="2024-10-07T13:14:45.447" v="248" actId="20577"/>
          <ac:spMkLst>
            <pc:docMk/>
            <pc:sldMk cId="870909777" sldId="527"/>
            <ac:spMk id="3" creationId="{C80DA4E9-1DE3-00D3-6721-52348858C824}"/>
          </ac:spMkLst>
        </pc:spChg>
        <pc:spChg chg="add mod">
          <ac:chgData name="Ms Alina Arshad" userId="cccdfd85-d35d-4453-9c6f-a463aae40722" providerId="ADAL" clId="{F914C121-27D5-40DE-A44B-03621975D748}" dt="2024-10-07T13:14:05.503" v="230" actId="20577"/>
          <ac:spMkLst>
            <pc:docMk/>
            <pc:sldMk cId="870909777" sldId="527"/>
            <ac:spMk id="4" creationId="{0FC78A23-41CA-037C-BFCC-9A29C7B5EE39}"/>
          </ac:spMkLst>
        </pc:spChg>
      </pc:sldChg>
      <pc:sldChg chg="del">
        <pc:chgData name="Ms Alina Arshad" userId="cccdfd85-d35d-4453-9c6f-a463aae40722" providerId="ADAL" clId="{F914C121-27D5-40DE-A44B-03621975D748}" dt="2024-10-06T05:53:36.364" v="2" actId="47"/>
        <pc:sldMkLst>
          <pc:docMk/>
          <pc:sldMk cId="1051870460" sldId="527"/>
        </pc:sldMkLst>
      </pc:sldChg>
      <pc:sldChg chg="modSp new mod">
        <pc:chgData name="Ms Alina Arshad" userId="cccdfd85-d35d-4453-9c6f-a463aae40722" providerId="ADAL" clId="{F914C121-27D5-40DE-A44B-03621975D748}" dt="2024-10-07T13:16:52.103" v="283" actId="20577"/>
        <pc:sldMkLst>
          <pc:docMk/>
          <pc:sldMk cId="503587932" sldId="528"/>
        </pc:sldMkLst>
        <pc:spChg chg="mod">
          <ac:chgData name="Ms Alina Arshad" userId="cccdfd85-d35d-4453-9c6f-a463aae40722" providerId="ADAL" clId="{F914C121-27D5-40DE-A44B-03621975D748}" dt="2024-10-07T13:15:12.718" v="258" actId="113"/>
          <ac:spMkLst>
            <pc:docMk/>
            <pc:sldMk cId="503587932" sldId="528"/>
            <ac:spMk id="2" creationId="{4FD1C097-DB08-E7FD-F0E6-3182220123C7}"/>
          </ac:spMkLst>
        </pc:spChg>
        <pc:spChg chg="mod">
          <ac:chgData name="Ms Alina Arshad" userId="cccdfd85-d35d-4453-9c6f-a463aae40722" providerId="ADAL" clId="{F914C121-27D5-40DE-A44B-03621975D748}" dt="2024-10-07T13:16:52.103" v="283" actId="20577"/>
          <ac:spMkLst>
            <pc:docMk/>
            <pc:sldMk cId="503587932" sldId="528"/>
            <ac:spMk id="3" creationId="{1A1CDF7E-3834-5C8D-DFBE-531D101A666D}"/>
          </ac:spMkLst>
        </pc:spChg>
      </pc:sldChg>
      <pc:sldChg chg="del">
        <pc:chgData name="Ms Alina Arshad" userId="cccdfd85-d35d-4453-9c6f-a463aae40722" providerId="ADAL" clId="{F914C121-27D5-40DE-A44B-03621975D748}" dt="2024-10-06T05:53:36.865" v="3" actId="47"/>
        <pc:sldMkLst>
          <pc:docMk/>
          <pc:sldMk cId="1758917919" sldId="528"/>
        </pc:sldMkLst>
      </pc:sldChg>
      <pc:sldChg chg="addSp delSp modSp new mod">
        <pc:chgData name="Ms Alina Arshad" userId="cccdfd85-d35d-4453-9c6f-a463aae40722" providerId="ADAL" clId="{F914C121-27D5-40DE-A44B-03621975D748}" dt="2024-10-19T18:05:06.691" v="293" actId="20577"/>
        <pc:sldMkLst>
          <pc:docMk/>
          <pc:sldMk cId="1646226232" sldId="529"/>
        </pc:sldMkLst>
        <pc:spChg chg="add del mod">
          <ac:chgData name="Ms Alina Arshad" userId="cccdfd85-d35d-4453-9c6f-a463aae40722" providerId="ADAL" clId="{F914C121-27D5-40DE-A44B-03621975D748}" dt="2024-10-07T13:04:50.809" v="89" actId="478"/>
          <ac:spMkLst>
            <pc:docMk/>
            <pc:sldMk cId="1646226232" sldId="529"/>
            <ac:spMk id="3" creationId="{48A03DF7-526A-149F-40DC-6BC0D54F51D3}"/>
          </ac:spMkLst>
        </pc:spChg>
        <pc:graphicFrameChg chg="add mod modGraphic">
          <ac:chgData name="Ms Alina Arshad" userId="cccdfd85-d35d-4453-9c6f-a463aae40722" providerId="ADAL" clId="{F914C121-27D5-40DE-A44B-03621975D748}" dt="2024-10-19T18:05:06.691" v="293" actId="20577"/>
          <ac:graphicFrameMkLst>
            <pc:docMk/>
            <pc:sldMk cId="1646226232" sldId="529"/>
            <ac:graphicFrameMk id="2" creationId="{D85D5C57-72E3-7FB1-3FA8-F393EFF5D1D8}"/>
          </ac:graphicFrameMkLst>
        </pc:graphicFrameChg>
      </pc:sldChg>
      <pc:sldChg chg="del">
        <pc:chgData name="Ms Alina Arshad" userId="cccdfd85-d35d-4453-9c6f-a463aae40722" providerId="ADAL" clId="{F914C121-27D5-40DE-A44B-03621975D748}" dt="2024-10-06T05:53:37.420" v="4" actId="47"/>
        <pc:sldMkLst>
          <pc:docMk/>
          <pc:sldMk cId="2613136086" sldId="529"/>
        </pc:sldMkLst>
      </pc:sldChg>
      <pc:sldChg chg="del">
        <pc:chgData name="Ms Alina Arshad" userId="cccdfd85-d35d-4453-9c6f-a463aae40722" providerId="ADAL" clId="{F914C121-27D5-40DE-A44B-03621975D748}" dt="2024-10-06T05:53:38.334" v="6" actId="47"/>
        <pc:sldMkLst>
          <pc:docMk/>
          <pc:sldMk cId="1875193234" sldId="530"/>
        </pc:sldMkLst>
      </pc:sldChg>
      <pc:sldChg chg="del">
        <pc:chgData name="Ms Alina Arshad" userId="cccdfd85-d35d-4453-9c6f-a463aae40722" providerId="ADAL" clId="{F914C121-27D5-40DE-A44B-03621975D748}" dt="2024-10-06T05:53:38.936" v="7" actId="47"/>
        <pc:sldMkLst>
          <pc:docMk/>
          <pc:sldMk cId="3545550237" sldId="532"/>
        </pc:sldMkLst>
      </pc:sldChg>
      <pc:sldChg chg="del">
        <pc:chgData name="Ms Alina Arshad" userId="cccdfd85-d35d-4453-9c6f-a463aae40722" providerId="ADAL" clId="{F914C121-27D5-40DE-A44B-03621975D748}" dt="2024-10-06T05:53:39.389" v="8" actId="47"/>
        <pc:sldMkLst>
          <pc:docMk/>
          <pc:sldMk cId="3162381277" sldId="534"/>
        </pc:sldMkLst>
      </pc:sldChg>
      <pc:sldChg chg="del">
        <pc:chgData name="Ms Alina Arshad" userId="cccdfd85-d35d-4453-9c6f-a463aae40722" providerId="ADAL" clId="{F914C121-27D5-40DE-A44B-03621975D748}" dt="2024-10-06T05:53:39.823" v="9" actId="47"/>
        <pc:sldMkLst>
          <pc:docMk/>
          <pc:sldMk cId="1199260640" sldId="535"/>
        </pc:sldMkLst>
      </pc:sldChg>
    </pc:docChg>
  </pc:docChgLst>
  <pc:docChgLst>
    <pc:chgData name="Ms Alina Arshad" userId="cccdfd85-d35d-4453-9c6f-a463aae40722" providerId="ADAL" clId="{2DC180FD-F18C-4625-AB1F-E76E8B18C48B}"/>
    <pc:docChg chg="undo custSel addSld delSld modSld">
      <pc:chgData name="Ms Alina Arshad" userId="cccdfd85-d35d-4453-9c6f-a463aae40722" providerId="ADAL" clId="{2DC180FD-F18C-4625-AB1F-E76E8B18C48B}" dt="2024-09-03T05:38:11.505" v="436" actId="5793"/>
      <pc:docMkLst>
        <pc:docMk/>
      </pc:docMkLst>
      <pc:sldChg chg="modSp mod">
        <pc:chgData name="Ms Alina Arshad" userId="cccdfd85-d35d-4453-9c6f-a463aae40722" providerId="ADAL" clId="{2DC180FD-F18C-4625-AB1F-E76E8B18C48B}" dt="2024-09-02T08:51:50.113" v="330"/>
        <pc:sldMkLst>
          <pc:docMk/>
          <pc:sldMk cId="3322361034" sldId="256"/>
        </pc:sldMkLst>
        <pc:spChg chg="mod">
          <ac:chgData name="Ms Alina Arshad" userId="cccdfd85-d35d-4453-9c6f-a463aae40722" providerId="ADAL" clId="{2DC180FD-F18C-4625-AB1F-E76E8B18C48B}" dt="2024-09-02T08:51:50.113" v="330"/>
          <ac:spMkLst>
            <pc:docMk/>
            <pc:sldMk cId="3322361034" sldId="256"/>
            <ac:spMk id="3" creationId="{44E9F82C-BBA7-3495-1097-BEDB54FFFDF4}"/>
          </ac:spMkLst>
        </pc:spChg>
      </pc:sldChg>
      <pc:sldChg chg="del">
        <pc:chgData name="Ms Alina Arshad" userId="cccdfd85-d35d-4453-9c6f-a463aae40722" providerId="ADAL" clId="{2DC180FD-F18C-4625-AB1F-E76E8B18C48B}" dt="2024-08-30T04:31:20.525" v="5" actId="47"/>
        <pc:sldMkLst>
          <pc:docMk/>
          <pc:sldMk cId="0" sldId="350"/>
        </pc:sldMkLst>
      </pc:sldChg>
      <pc:sldChg chg="del">
        <pc:chgData name="Ms Alina Arshad" userId="cccdfd85-d35d-4453-9c6f-a463aae40722" providerId="ADAL" clId="{2DC180FD-F18C-4625-AB1F-E76E8B18C48B}" dt="2024-08-30T04:31:21.134" v="7" actId="47"/>
        <pc:sldMkLst>
          <pc:docMk/>
          <pc:sldMk cId="0" sldId="351"/>
        </pc:sldMkLst>
      </pc:sldChg>
      <pc:sldChg chg="del">
        <pc:chgData name="Ms Alina Arshad" userId="cccdfd85-d35d-4453-9c6f-a463aae40722" providerId="ADAL" clId="{2DC180FD-F18C-4625-AB1F-E76E8B18C48B}" dt="2024-08-30T04:31:21.759" v="9" actId="47"/>
        <pc:sldMkLst>
          <pc:docMk/>
          <pc:sldMk cId="0" sldId="352"/>
        </pc:sldMkLst>
      </pc:sldChg>
      <pc:sldChg chg="del">
        <pc:chgData name="Ms Alina Arshad" userId="cccdfd85-d35d-4453-9c6f-a463aae40722" providerId="ADAL" clId="{2DC180FD-F18C-4625-AB1F-E76E8B18C48B}" dt="2024-08-30T04:31:22.331" v="11" actId="47"/>
        <pc:sldMkLst>
          <pc:docMk/>
          <pc:sldMk cId="0" sldId="353"/>
        </pc:sldMkLst>
      </pc:sldChg>
      <pc:sldChg chg="del">
        <pc:chgData name="Ms Alina Arshad" userId="cccdfd85-d35d-4453-9c6f-a463aae40722" providerId="ADAL" clId="{2DC180FD-F18C-4625-AB1F-E76E8B18C48B}" dt="2024-08-30T04:31:22.800" v="12" actId="47"/>
        <pc:sldMkLst>
          <pc:docMk/>
          <pc:sldMk cId="0" sldId="354"/>
        </pc:sldMkLst>
      </pc:sldChg>
      <pc:sldChg chg="del">
        <pc:chgData name="Ms Alina Arshad" userId="cccdfd85-d35d-4453-9c6f-a463aae40722" providerId="ADAL" clId="{2DC180FD-F18C-4625-AB1F-E76E8B18C48B}" dt="2024-08-30T04:31:20.197" v="4" actId="47"/>
        <pc:sldMkLst>
          <pc:docMk/>
          <pc:sldMk cId="0" sldId="355"/>
        </pc:sldMkLst>
      </pc:sldChg>
      <pc:sldChg chg="del">
        <pc:chgData name="Ms Alina Arshad" userId="cccdfd85-d35d-4453-9c6f-a463aae40722" providerId="ADAL" clId="{2DC180FD-F18C-4625-AB1F-E76E8B18C48B}" dt="2024-08-30T04:31:21.431" v="8" actId="47"/>
        <pc:sldMkLst>
          <pc:docMk/>
          <pc:sldMk cId="0" sldId="356"/>
        </pc:sldMkLst>
      </pc:sldChg>
      <pc:sldChg chg="del">
        <pc:chgData name="Ms Alina Arshad" userId="cccdfd85-d35d-4453-9c6f-a463aae40722" providerId="ADAL" clId="{2DC180FD-F18C-4625-AB1F-E76E8B18C48B}" dt="2024-08-30T04:31:22.034" v="10" actId="47"/>
        <pc:sldMkLst>
          <pc:docMk/>
          <pc:sldMk cId="0" sldId="357"/>
        </pc:sldMkLst>
      </pc:sldChg>
      <pc:sldChg chg="del">
        <pc:chgData name="Ms Alina Arshad" userId="cccdfd85-d35d-4453-9c6f-a463aae40722" providerId="ADAL" clId="{2DC180FD-F18C-4625-AB1F-E76E8B18C48B}" dt="2024-08-30T04:31:25.753" v="19" actId="47"/>
        <pc:sldMkLst>
          <pc:docMk/>
          <pc:sldMk cId="0" sldId="359"/>
        </pc:sldMkLst>
      </pc:sldChg>
      <pc:sldChg chg="del">
        <pc:chgData name="Ms Alina Arshad" userId="cccdfd85-d35d-4453-9c6f-a463aae40722" providerId="ADAL" clId="{2DC180FD-F18C-4625-AB1F-E76E8B18C48B}" dt="2024-08-30T04:31:26.112" v="20" actId="47"/>
        <pc:sldMkLst>
          <pc:docMk/>
          <pc:sldMk cId="0" sldId="360"/>
        </pc:sldMkLst>
      </pc:sldChg>
      <pc:sldChg chg="del">
        <pc:chgData name="Ms Alina Arshad" userId="cccdfd85-d35d-4453-9c6f-a463aae40722" providerId="ADAL" clId="{2DC180FD-F18C-4625-AB1F-E76E8B18C48B}" dt="2024-08-30T04:31:27.753" v="23" actId="47"/>
        <pc:sldMkLst>
          <pc:docMk/>
          <pc:sldMk cId="0" sldId="368"/>
        </pc:sldMkLst>
      </pc:sldChg>
      <pc:sldChg chg="del">
        <pc:chgData name="Ms Alina Arshad" userId="cccdfd85-d35d-4453-9c6f-a463aae40722" providerId="ADAL" clId="{2DC180FD-F18C-4625-AB1F-E76E8B18C48B}" dt="2024-08-30T04:31:25.237" v="18" actId="47"/>
        <pc:sldMkLst>
          <pc:docMk/>
          <pc:sldMk cId="0" sldId="369"/>
        </pc:sldMkLst>
      </pc:sldChg>
      <pc:sldChg chg="modSp add mod">
        <pc:chgData name="Ms Alina Arshad" userId="cccdfd85-d35d-4453-9c6f-a463aae40722" providerId="ADAL" clId="{2DC180FD-F18C-4625-AB1F-E76E8B18C48B}" dt="2024-08-30T05:02:55.440" v="315" actId="20577"/>
        <pc:sldMkLst>
          <pc:docMk/>
          <pc:sldMk cId="3002628608" sldId="371"/>
        </pc:sldMkLst>
        <pc:spChg chg="mod">
          <ac:chgData name="Ms Alina Arshad" userId="cccdfd85-d35d-4453-9c6f-a463aae40722" providerId="ADAL" clId="{2DC180FD-F18C-4625-AB1F-E76E8B18C48B}" dt="2024-08-30T05:02:41.621" v="307" actId="113"/>
          <ac:spMkLst>
            <pc:docMk/>
            <pc:sldMk cId="3002628608" sldId="371"/>
            <ac:spMk id="2" creationId="{00000000-0000-0000-0000-000000000000}"/>
          </ac:spMkLst>
        </pc:spChg>
        <pc:spChg chg="mod">
          <ac:chgData name="Ms Alina Arshad" userId="cccdfd85-d35d-4453-9c6f-a463aae40722" providerId="ADAL" clId="{2DC180FD-F18C-4625-AB1F-E76E8B18C48B}" dt="2024-08-30T05:02:55.440" v="315" actId="20577"/>
          <ac:spMkLst>
            <pc:docMk/>
            <pc:sldMk cId="3002628608" sldId="371"/>
            <ac:spMk id="3" creationId="{00000000-0000-0000-0000-000000000000}"/>
          </ac:spMkLst>
        </pc:spChg>
      </pc:sldChg>
      <pc:sldChg chg="del">
        <pc:chgData name="Ms Alina Arshad" userId="cccdfd85-d35d-4453-9c6f-a463aae40722" providerId="ADAL" clId="{2DC180FD-F18C-4625-AB1F-E76E8B18C48B}" dt="2024-08-30T04:31:20.853" v="6" actId="47"/>
        <pc:sldMkLst>
          <pc:docMk/>
          <pc:sldMk cId="0" sldId="374"/>
        </pc:sldMkLst>
      </pc:sldChg>
      <pc:sldChg chg="del">
        <pc:chgData name="Ms Alina Arshad" userId="cccdfd85-d35d-4453-9c6f-a463aae40722" providerId="ADAL" clId="{2DC180FD-F18C-4625-AB1F-E76E8B18C48B}" dt="2024-08-30T04:31:19.806" v="3" actId="47"/>
        <pc:sldMkLst>
          <pc:docMk/>
          <pc:sldMk cId="0" sldId="377"/>
        </pc:sldMkLst>
      </pc:sldChg>
      <pc:sldChg chg="del">
        <pc:chgData name="Ms Alina Arshad" userId="cccdfd85-d35d-4453-9c6f-a463aae40722" providerId="ADAL" clId="{2DC180FD-F18C-4625-AB1F-E76E8B18C48B}" dt="2024-08-30T04:31:26.972" v="22" actId="47"/>
        <pc:sldMkLst>
          <pc:docMk/>
          <pc:sldMk cId="511546327" sldId="385"/>
        </pc:sldMkLst>
      </pc:sldChg>
      <pc:sldChg chg="del">
        <pc:chgData name="Ms Alina Arshad" userId="cccdfd85-d35d-4453-9c6f-a463aae40722" providerId="ADAL" clId="{2DC180FD-F18C-4625-AB1F-E76E8B18C48B}" dt="2024-08-30T04:31:18.931" v="1" actId="47"/>
        <pc:sldMkLst>
          <pc:docMk/>
          <pc:sldMk cId="0" sldId="387"/>
        </pc:sldMkLst>
      </pc:sldChg>
      <pc:sldChg chg="del">
        <pc:chgData name="Ms Alina Arshad" userId="cccdfd85-d35d-4453-9c6f-a463aae40722" providerId="ADAL" clId="{2DC180FD-F18C-4625-AB1F-E76E8B18C48B}" dt="2024-08-30T04:31:19.462" v="2" actId="47"/>
        <pc:sldMkLst>
          <pc:docMk/>
          <pc:sldMk cId="0" sldId="388"/>
        </pc:sldMkLst>
      </pc:sldChg>
      <pc:sldChg chg="del">
        <pc:chgData name="Ms Alina Arshad" userId="cccdfd85-d35d-4453-9c6f-a463aae40722" providerId="ADAL" clId="{2DC180FD-F18C-4625-AB1F-E76E8B18C48B}" dt="2024-08-30T04:31:26.628" v="21" actId="47"/>
        <pc:sldMkLst>
          <pc:docMk/>
          <pc:sldMk cId="0" sldId="389"/>
        </pc:sldMkLst>
      </pc:sldChg>
      <pc:sldChg chg="del">
        <pc:chgData name="Ms Alina Arshad" userId="cccdfd85-d35d-4453-9c6f-a463aae40722" providerId="ADAL" clId="{2DC180FD-F18C-4625-AB1F-E76E8B18C48B}" dt="2024-08-30T04:31:23.175" v="13" actId="47"/>
        <pc:sldMkLst>
          <pc:docMk/>
          <pc:sldMk cId="938158308" sldId="390"/>
        </pc:sldMkLst>
      </pc:sldChg>
      <pc:sldChg chg="del">
        <pc:chgData name="Ms Alina Arshad" userId="cccdfd85-d35d-4453-9c6f-a463aae40722" providerId="ADAL" clId="{2DC180FD-F18C-4625-AB1F-E76E8B18C48B}" dt="2024-08-30T04:31:23.441" v="14" actId="47"/>
        <pc:sldMkLst>
          <pc:docMk/>
          <pc:sldMk cId="3237861477" sldId="391"/>
        </pc:sldMkLst>
      </pc:sldChg>
      <pc:sldChg chg="del">
        <pc:chgData name="Ms Alina Arshad" userId="cccdfd85-d35d-4453-9c6f-a463aae40722" providerId="ADAL" clId="{2DC180FD-F18C-4625-AB1F-E76E8B18C48B}" dt="2024-08-30T04:31:24.191" v="15" actId="47"/>
        <pc:sldMkLst>
          <pc:docMk/>
          <pc:sldMk cId="3171797292" sldId="392"/>
        </pc:sldMkLst>
      </pc:sldChg>
      <pc:sldChg chg="modSp add mod modNotesTx">
        <pc:chgData name="Ms Alina Arshad" userId="cccdfd85-d35d-4453-9c6f-a463aae40722" providerId="ADAL" clId="{2DC180FD-F18C-4625-AB1F-E76E8B18C48B}" dt="2024-09-03T05:36:37.436" v="434" actId="207"/>
        <pc:sldMkLst>
          <pc:docMk/>
          <pc:sldMk cId="3567501205" sldId="393"/>
        </pc:sldMkLst>
        <pc:spChg chg="mod">
          <ac:chgData name="Ms Alina Arshad" userId="cccdfd85-d35d-4453-9c6f-a463aae40722" providerId="ADAL" clId="{2DC180FD-F18C-4625-AB1F-E76E8B18C48B}" dt="2024-09-03T04:36:57.156" v="374" actId="207"/>
          <ac:spMkLst>
            <pc:docMk/>
            <pc:sldMk cId="3567501205" sldId="393"/>
            <ac:spMk id="2" creationId="{00000000-0000-0000-0000-000000000000}"/>
          </ac:spMkLst>
        </pc:spChg>
        <pc:spChg chg="mod">
          <ac:chgData name="Ms Alina Arshad" userId="cccdfd85-d35d-4453-9c6f-a463aae40722" providerId="ADAL" clId="{2DC180FD-F18C-4625-AB1F-E76E8B18C48B}" dt="2024-09-03T05:36:37.436" v="434" actId="207"/>
          <ac:spMkLst>
            <pc:docMk/>
            <pc:sldMk cId="3567501205" sldId="393"/>
            <ac:spMk id="3" creationId="{00000000-0000-0000-0000-000000000000}"/>
          </ac:spMkLst>
        </pc:spChg>
      </pc:sldChg>
      <pc:sldChg chg="del">
        <pc:chgData name="Ms Alina Arshad" userId="cccdfd85-d35d-4453-9c6f-a463aae40722" providerId="ADAL" clId="{2DC180FD-F18C-4625-AB1F-E76E8B18C48B}" dt="2024-08-30T04:31:24.519" v="16" actId="47"/>
        <pc:sldMkLst>
          <pc:docMk/>
          <pc:sldMk cId="3643065844" sldId="394"/>
        </pc:sldMkLst>
      </pc:sldChg>
      <pc:sldChg chg="del">
        <pc:chgData name="Ms Alina Arshad" userId="cccdfd85-d35d-4453-9c6f-a463aae40722" providerId="ADAL" clId="{2DC180FD-F18C-4625-AB1F-E76E8B18C48B}" dt="2024-08-30T04:31:28.940" v="25" actId="47"/>
        <pc:sldMkLst>
          <pc:docMk/>
          <pc:sldMk cId="129645018" sldId="395"/>
        </pc:sldMkLst>
      </pc:sldChg>
      <pc:sldChg chg="modSp add mod">
        <pc:chgData name="Ms Alina Arshad" userId="cccdfd85-d35d-4453-9c6f-a463aae40722" providerId="ADAL" clId="{2DC180FD-F18C-4625-AB1F-E76E8B18C48B}" dt="2024-09-03T05:38:11.505" v="436" actId="5793"/>
        <pc:sldMkLst>
          <pc:docMk/>
          <pc:sldMk cId="2835579431" sldId="396"/>
        </pc:sldMkLst>
        <pc:spChg chg="mod">
          <ac:chgData name="Ms Alina Arshad" userId="cccdfd85-d35d-4453-9c6f-a463aae40722" providerId="ADAL" clId="{2DC180FD-F18C-4625-AB1F-E76E8B18C48B}" dt="2024-08-30T04:34:29.245" v="73" actId="113"/>
          <ac:spMkLst>
            <pc:docMk/>
            <pc:sldMk cId="2835579431" sldId="396"/>
            <ac:spMk id="2" creationId="{00000000-0000-0000-0000-000000000000}"/>
          </ac:spMkLst>
        </pc:spChg>
        <pc:spChg chg="mod">
          <ac:chgData name="Ms Alina Arshad" userId="cccdfd85-d35d-4453-9c6f-a463aae40722" providerId="ADAL" clId="{2DC180FD-F18C-4625-AB1F-E76E8B18C48B}" dt="2024-09-03T05:38:11.505" v="436" actId="5793"/>
          <ac:spMkLst>
            <pc:docMk/>
            <pc:sldMk cId="2835579431" sldId="396"/>
            <ac:spMk id="3" creationId="{00000000-0000-0000-0000-000000000000}"/>
          </ac:spMkLst>
        </pc:spChg>
      </pc:sldChg>
      <pc:sldChg chg="del">
        <pc:chgData name="Ms Alina Arshad" userId="cccdfd85-d35d-4453-9c6f-a463aae40722" providerId="ADAL" clId="{2DC180FD-F18C-4625-AB1F-E76E8B18C48B}" dt="2024-08-30T04:31:29.442" v="26" actId="47"/>
        <pc:sldMkLst>
          <pc:docMk/>
          <pc:sldMk cId="2801136258" sldId="397"/>
        </pc:sldMkLst>
      </pc:sldChg>
      <pc:sldChg chg="del">
        <pc:chgData name="Ms Alina Arshad" userId="cccdfd85-d35d-4453-9c6f-a463aae40722" providerId="ADAL" clId="{2DC180FD-F18C-4625-AB1F-E76E8B18C48B}" dt="2024-08-30T04:31:25.003" v="17" actId="47"/>
        <pc:sldMkLst>
          <pc:docMk/>
          <pc:sldMk cId="2310894512" sldId="398"/>
        </pc:sldMkLst>
      </pc:sldChg>
      <pc:sldChg chg="del">
        <pc:chgData name="Ms Alina Arshad" userId="cccdfd85-d35d-4453-9c6f-a463aae40722" providerId="ADAL" clId="{2DC180FD-F18C-4625-AB1F-E76E8B18C48B}" dt="2024-08-30T04:31:28.097" v="24" actId="47"/>
        <pc:sldMkLst>
          <pc:docMk/>
          <pc:sldMk cId="4103277343" sldId="399"/>
        </pc:sldMkLst>
      </pc:sldChg>
      <pc:sldChg chg="modSp add mod modAnim">
        <pc:chgData name="Ms Alina Arshad" userId="cccdfd85-d35d-4453-9c6f-a463aae40722" providerId="ADAL" clId="{2DC180FD-F18C-4625-AB1F-E76E8B18C48B}" dt="2024-09-02T09:08:18.724" v="341" actId="14100"/>
        <pc:sldMkLst>
          <pc:docMk/>
          <pc:sldMk cId="3038092496" sldId="400"/>
        </pc:sldMkLst>
        <pc:spChg chg="mod">
          <ac:chgData name="Ms Alina Arshad" userId="cccdfd85-d35d-4453-9c6f-a463aae40722" providerId="ADAL" clId="{2DC180FD-F18C-4625-AB1F-E76E8B18C48B}" dt="2024-09-02T09:08:15.561" v="340" actId="113"/>
          <ac:spMkLst>
            <pc:docMk/>
            <pc:sldMk cId="3038092496" sldId="400"/>
            <ac:spMk id="2" creationId="{00000000-0000-0000-0000-000000000000}"/>
          </ac:spMkLst>
        </pc:spChg>
        <pc:spChg chg="mod">
          <ac:chgData name="Ms Alina Arshad" userId="cccdfd85-d35d-4453-9c6f-a463aae40722" providerId="ADAL" clId="{2DC180FD-F18C-4625-AB1F-E76E8B18C48B}" dt="2024-09-02T09:08:18.724" v="341" actId="14100"/>
          <ac:spMkLst>
            <pc:docMk/>
            <pc:sldMk cId="3038092496" sldId="400"/>
            <ac:spMk id="3" creationId="{00000000-0000-0000-0000-000000000000}"/>
          </ac:spMkLst>
        </pc:spChg>
      </pc:sldChg>
      <pc:sldChg chg="delSp modSp add mod">
        <pc:chgData name="Ms Alina Arshad" userId="cccdfd85-d35d-4453-9c6f-a463aae40722" providerId="ADAL" clId="{2DC180FD-F18C-4625-AB1F-E76E8B18C48B}" dt="2024-08-30T06:37:53.683" v="329" actId="207"/>
        <pc:sldMkLst>
          <pc:docMk/>
          <pc:sldMk cId="2157527746" sldId="401"/>
        </pc:sldMkLst>
        <pc:spChg chg="del mod">
          <ac:chgData name="Ms Alina Arshad" userId="cccdfd85-d35d-4453-9c6f-a463aae40722" providerId="ADAL" clId="{2DC180FD-F18C-4625-AB1F-E76E8B18C48B}" dt="2024-08-30T04:34:15.526" v="70" actId="478"/>
          <ac:spMkLst>
            <pc:docMk/>
            <pc:sldMk cId="2157527746" sldId="401"/>
            <ac:spMk id="4" creationId="{00000000-0000-0000-0000-000000000000}"/>
          </ac:spMkLst>
        </pc:spChg>
        <pc:spChg chg="mod">
          <ac:chgData name="Ms Alina Arshad" userId="cccdfd85-d35d-4453-9c6f-a463aae40722" providerId="ADAL" clId="{2DC180FD-F18C-4625-AB1F-E76E8B18C48B}" dt="2024-08-30T06:37:53.683" v="329" actId="207"/>
          <ac:spMkLst>
            <pc:docMk/>
            <pc:sldMk cId="2157527746" sldId="401"/>
            <ac:spMk id="7" creationId="{E6A48FC6-A99B-4FA8-A440-FEC0FDD782EA}"/>
          </ac:spMkLst>
        </pc:spChg>
        <pc:picChg chg="mod">
          <ac:chgData name="Ms Alina Arshad" userId="cccdfd85-d35d-4453-9c6f-a463aae40722" providerId="ADAL" clId="{2DC180FD-F18C-4625-AB1F-E76E8B18C48B}" dt="2024-08-30T04:34:21.717" v="71" actId="1076"/>
          <ac:picMkLst>
            <pc:docMk/>
            <pc:sldMk cId="2157527746" sldId="401"/>
            <ac:picMk id="1026" creationId="{00000000-0000-0000-0000-000000000000}"/>
          </ac:picMkLst>
        </pc:picChg>
      </pc:sldChg>
      <pc:sldChg chg="modSp add mod">
        <pc:chgData name="Ms Alina Arshad" userId="cccdfd85-d35d-4453-9c6f-a463aae40722" providerId="ADAL" clId="{2DC180FD-F18C-4625-AB1F-E76E8B18C48B}" dt="2024-08-30T04:40:39.796" v="191" actId="207"/>
        <pc:sldMkLst>
          <pc:docMk/>
          <pc:sldMk cId="2990775597" sldId="402"/>
        </pc:sldMkLst>
        <pc:spChg chg="mod">
          <ac:chgData name="Ms Alina Arshad" userId="cccdfd85-d35d-4453-9c6f-a463aae40722" providerId="ADAL" clId="{2DC180FD-F18C-4625-AB1F-E76E8B18C48B}" dt="2024-08-30T04:37:33.296" v="176" actId="14100"/>
          <ac:spMkLst>
            <pc:docMk/>
            <pc:sldMk cId="2990775597" sldId="402"/>
            <ac:spMk id="2" creationId="{00000000-0000-0000-0000-000000000000}"/>
          </ac:spMkLst>
        </pc:spChg>
        <pc:spChg chg="mod">
          <ac:chgData name="Ms Alina Arshad" userId="cccdfd85-d35d-4453-9c6f-a463aae40722" providerId="ADAL" clId="{2DC180FD-F18C-4625-AB1F-E76E8B18C48B}" dt="2024-08-30T04:40:39.796" v="191" actId="207"/>
          <ac:spMkLst>
            <pc:docMk/>
            <pc:sldMk cId="2990775597" sldId="402"/>
            <ac:spMk id="3" creationId="{00000000-0000-0000-0000-000000000000}"/>
          </ac:spMkLst>
        </pc:spChg>
      </pc:sldChg>
      <pc:sldChg chg="modSp add mod modAnim">
        <pc:chgData name="Ms Alina Arshad" userId="cccdfd85-d35d-4453-9c6f-a463aae40722" providerId="ADAL" clId="{2DC180FD-F18C-4625-AB1F-E76E8B18C48B}" dt="2024-09-02T09:16:55.922" v="361" actId="403"/>
        <pc:sldMkLst>
          <pc:docMk/>
          <pc:sldMk cId="1130882444" sldId="403"/>
        </pc:sldMkLst>
        <pc:spChg chg="mod">
          <ac:chgData name="Ms Alina Arshad" userId="cccdfd85-d35d-4453-9c6f-a463aae40722" providerId="ADAL" clId="{2DC180FD-F18C-4625-AB1F-E76E8B18C48B}" dt="2024-08-30T04:48:46.558" v="208" actId="14100"/>
          <ac:spMkLst>
            <pc:docMk/>
            <pc:sldMk cId="1130882444" sldId="403"/>
            <ac:spMk id="2" creationId="{00000000-0000-0000-0000-000000000000}"/>
          </ac:spMkLst>
        </pc:spChg>
        <pc:spChg chg="mod">
          <ac:chgData name="Ms Alina Arshad" userId="cccdfd85-d35d-4453-9c6f-a463aae40722" providerId="ADAL" clId="{2DC180FD-F18C-4625-AB1F-E76E8B18C48B}" dt="2024-09-02T09:16:55.922" v="361" actId="403"/>
          <ac:spMkLst>
            <pc:docMk/>
            <pc:sldMk cId="1130882444" sldId="403"/>
            <ac:spMk id="3" creationId="{00000000-0000-0000-0000-000000000000}"/>
          </ac:spMkLst>
        </pc:spChg>
      </pc:sldChg>
      <pc:sldChg chg="modSp add mod">
        <pc:chgData name="Ms Alina Arshad" userId="cccdfd85-d35d-4453-9c6f-a463aae40722" providerId="ADAL" clId="{2DC180FD-F18C-4625-AB1F-E76E8B18C48B}" dt="2024-08-30T04:54:17.369" v="217" actId="207"/>
        <pc:sldMkLst>
          <pc:docMk/>
          <pc:sldMk cId="1416402" sldId="404"/>
        </pc:sldMkLst>
        <pc:spChg chg="mod">
          <ac:chgData name="Ms Alina Arshad" userId="cccdfd85-d35d-4453-9c6f-a463aae40722" providerId="ADAL" clId="{2DC180FD-F18C-4625-AB1F-E76E8B18C48B}" dt="2024-08-30T04:53:59.536" v="213" actId="1076"/>
          <ac:spMkLst>
            <pc:docMk/>
            <pc:sldMk cId="1416402" sldId="404"/>
            <ac:spMk id="2" creationId="{00000000-0000-0000-0000-000000000000}"/>
          </ac:spMkLst>
        </pc:spChg>
        <pc:spChg chg="mod">
          <ac:chgData name="Ms Alina Arshad" userId="cccdfd85-d35d-4453-9c6f-a463aae40722" providerId="ADAL" clId="{2DC180FD-F18C-4625-AB1F-E76E8B18C48B}" dt="2024-08-30T04:54:17.369" v="217" actId="207"/>
          <ac:spMkLst>
            <pc:docMk/>
            <pc:sldMk cId="1416402" sldId="404"/>
            <ac:spMk id="3" creationId="{00000000-0000-0000-0000-000000000000}"/>
          </ac:spMkLst>
        </pc:spChg>
      </pc:sldChg>
      <pc:sldChg chg="modSp add mod">
        <pc:chgData name="Ms Alina Arshad" userId="cccdfd85-d35d-4453-9c6f-a463aae40722" providerId="ADAL" clId="{2DC180FD-F18C-4625-AB1F-E76E8B18C48B}" dt="2024-08-30T04:54:51.487" v="230" actId="207"/>
        <pc:sldMkLst>
          <pc:docMk/>
          <pc:sldMk cId="3071036191" sldId="405"/>
        </pc:sldMkLst>
        <pc:spChg chg="mod">
          <ac:chgData name="Ms Alina Arshad" userId="cccdfd85-d35d-4453-9c6f-a463aae40722" providerId="ADAL" clId="{2DC180FD-F18C-4625-AB1F-E76E8B18C48B}" dt="2024-08-30T04:54:27.659" v="219" actId="207"/>
          <ac:spMkLst>
            <pc:docMk/>
            <pc:sldMk cId="3071036191" sldId="405"/>
            <ac:spMk id="2" creationId="{E0D201D3-B15F-4934-887A-5FCE7F2DF401}"/>
          </ac:spMkLst>
        </pc:spChg>
        <pc:spChg chg="mod">
          <ac:chgData name="Ms Alina Arshad" userId="cccdfd85-d35d-4453-9c6f-a463aae40722" providerId="ADAL" clId="{2DC180FD-F18C-4625-AB1F-E76E8B18C48B}" dt="2024-08-30T04:54:51.487" v="230" actId="207"/>
          <ac:spMkLst>
            <pc:docMk/>
            <pc:sldMk cId="3071036191" sldId="405"/>
            <ac:spMk id="3" creationId="{B06DAE9B-D257-4D59-AF08-5FC3CA34B519}"/>
          </ac:spMkLst>
        </pc:spChg>
      </pc:sldChg>
      <pc:sldChg chg="addSp delSp modSp add mod">
        <pc:chgData name="Ms Alina Arshad" userId="cccdfd85-d35d-4453-9c6f-a463aae40722" providerId="ADAL" clId="{2DC180FD-F18C-4625-AB1F-E76E8B18C48B}" dt="2024-09-02T09:18:24.468" v="367" actId="1076"/>
        <pc:sldMkLst>
          <pc:docMk/>
          <pc:sldMk cId="1110637184" sldId="406"/>
        </pc:sldMkLst>
        <pc:spChg chg="mod">
          <ac:chgData name="Ms Alina Arshad" userId="cccdfd85-d35d-4453-9c6f-a463aae40722" providerId="ADAL" clId="{2DC180FD-F18C-4625-AB1F-E76E8B18C48B}" dt="2024-08-30T04:55:02.050" v="234" actId="113"/>
          <ac:spMkLst>
            <pc:docMk/>
            <pc:sldMk cId="1110637184" sldId="406"/>
            <ac:spMk id="2" creationId="{00000000-0000-0000-0000-000000000000}"/>
          </ac:spMkLst>
        </pc:spChg>
        <pc:picChg chg="add mod">
          <ac:chgData name="Ms Alina Arshad" userId="cccdfd85-d35d-4453-9c6f-a463aae40722" providerId="ADAL" clId="{2DC180FD-F18C-4625-AB1F-E76E8B18C48B}" dt="2024-09-02T09:18:24.468" v="367" actId="1076"/>
          <ac:picMkLst>
            <pc:docMk/>
            <pc:sldMk cId="1110637184" sldId="406"/>
            <ac:picMk id="1026" creationId="{2323452F-E9F2-364A-6D76-808115144BEA}"/>
          </ac:picMkLst>
        </pc:picChg>
        <pc:picChg chg="del mod">
          <ac:chgData name="Ms Alina Arshad" userId="cccdfd85-d35d-4453-9c6f-a463aae40722" providerId="ADAL" clId="{2DC180FD-F18C-4625-AB1F-E76E8B18C48B}" dt="2024-09-02T09:18:18.784" v="362" actId="478"/>
          <ac:picMkLst>
            <pc:docMk/>
            <pc:sldMk cId="1110637184" sldId="406"/>
            <ac:picMk id="2050" creationId="{00000000-0000-0000-0000-000000000000}"/>
          </ac:picMkLst>
        </pc:picChg>
      </pc:sldChg>
      <pc:sldChg chg="modSp add mod">
        <pc:chgData name="Ms Alina Arshad" userId="cccdfd85-d35d-4453-9c6f-a463aae40722" providerId="ADAL" clId="{2DC180FD-F18C-4625-AB1F-E76E8B18C48B}" dt="2024-09-02T09:18:45.418" v="368" actId="207"/>
        <pc:sldMkLst>
          <pc:docMk/>
          <pc:sldMk cId="261616852" sldId="407"/>
        </pc:sldMkLst>
        <pc:spChg chg="mod">
          <ac:chgData name="Ms Alina Arshad" userId="cccdfd85-d35d-4453-9c6f-a463aae40722" providerId="ADAL" clId="{2DC180FD-F18C-4625-AB1F-E76E8B18C48B}" dt="2024-08-30T04:56:00.727" v="248" actId="1076"/>
          <ac:spMkLst>
            <pc:docMk/>
            <pc:sldMk cId="261616852" sldId="407"/>
            <ac:spMk id="2" creationId="{00000000-0000-0000-0000-000000000000}"/>
          </ac:spMkLst>
        </pc:spChg>
        <pc:spChg chg="mod">
          <ac:chgData name="Ms Alina Arshad" userId="cccdfd85-d35d-4453-9c6f-a463aae40722" providerId="ADAL" clId="{2DC180FD-F18C-4625-AB1F-E76E8B18C48B}" dt="2024-09-02T09:18:45.418" v="368" actId="207"/>
          <ac:spMkLst>
            <pc:docMk/>
            <pc:sldMk cId="261616852" sldId="407"/>
            <ac:spMk id="3" creationId="{00000000-0000-0000-0000-000000000000}"/>
          </ac:spMkLst>
        </pc:spChg>
      </pc:sldChg>
      <pc:sldChg chg="modSp add del mod">
        <pc:chgData name="Ms Alina Arshad" userId="cccdfd85-d35d-4453-9c6f-a463aae40722" providerId="ADAL" clId="{2DC180FD-F18C-4625-AB1F-E76E8B18C48B}" dt="2024-08-30T04:56:30.069" v="255" actId="47"/>
        <pc:sldMkLst>
          <pc:docMk/>
          <pc:sldMk cId="2685411724" sldId="408"/>
        </pc:sldMkLst>
        <pc:spChg chg="mod">
          <ac:chgData name="Ms Alina Arshad" userId="cccdfd85-d35d-4453-9c6f-a463aae40722" providerId="ADAL" clId="{2DC180FD-F18C-4625-AB1F-E76E8B18C48B}" dt="2024-08-30T04:56:05.438" v="249" actId="21"/>
          <ac:spMkLst>
            <pc:docMk/>
            <pc:sldMk cId="2685411724" sldId="408"/>
            <ac:spMk id="3" creationId="{00000000-0000-0000-0000-000000000000}"/>
          </ac:spMkLst>
        </pc:spChg>
      </pc:sldChg>
      <pc:sldChg chg="modSp add mod modAnim">
        <pc:chgData name="Ms Alina Arshad" userId="cccdfd85-d35d-4453-9c6f-a463aae40722" providerId="ADAL" clId="{2DC180FD-F18C-4625-AB1F-E76E8B18C48B}" dt="2024-09-02T09:19:48.597" v="373" actId="14"/>
        <pc:sldMkLst>
          <pc:docMk/>
          <pc:sldMk cId="2553615988" sldId="409"/>
        </pc:sldMkLst>
        <pc:spChg chg="mod">
          <ac:chgData name="Ms Alina Arshad" userId="cccdfd85-d35d-4453-9c6f-a463aae40722" providerId="ADAL" clId="{2DC180FD-F18C-4625-AB1F-E76E8B18C48B}" dt="2024-08-30T04:57:40.923" v="273" actId="403"/>
          <ac:spMkLst>
            <pc:docMk/>
            <pc:sldMk cId="2553615988" sldId="409"/>
            <ac:spMk id="2" creationId="{00000000-0000-0000-0000-000000000000}"/>
          </ac:spMkLst>
        </pc:spChg>
        <pc:spChg chg="mod">
          <ac:chgData name="Ms Alina Arshad" userId="cccdfd85-d35d-4453-9c6f-a463aae40722" providerId="ADAL" clId="{2DC180FD-F18C-4625-AB1F-E76E8B18C48B}" dt="2024-09-02T09:19:48.597" v="373" actId="14"/>
          <ac:spMkLst>
            <pc:docMk/>
            <pc:sldMk cId="2553615988" sldId="409"/>
            <ac:spMk id="3" creationId="{00000000-0000-0000-0000-000000000000}"/>
          </ac:spMkLst>
        </pc:spChg>
      </pc:sldChg>
      <pc:sldChg chg="modSp add mod">
        <pc:chgData name="Ms Alina Arshad" userId="cccdfd85-d35d-4453-9c6f-a463aae40722" providerId="ADAL" clId="{2DC180FD-F18C-4625-AB1F-E76E8B18C48B}" dt="2024-08-30T05:01:52.923" v="293" actId="33524"/>
        <pc:sldMkLst>
          <pc:docMk/>
          <pc:sldMk cId="515654138" sldId="410"/>
        </pc:sldMkLst>
        <pc:spChg chg="mod">
          <ac:chgData name="Ms Alina Arshad" userId="cccdfd85-d35d-4453-9c6f-a463aae40722" providerId="ADAL" clId="{2DC180FD-F18C-4625-AB1F-E76E8B18C48B}" dt="2024-08-30T04:59:04.600" v="284" actId="403"/>
          <ac:spMkLst>
            <pc:docMk/>
            <pc:sldMk cId="515654138" sldId="410"/>
            <ac:spMk id="2" creationId="{00000000-0000-0000-0000-000000000000}"/>
          </ac:spMkLst>
        </pc:spChg>
        <pc:spChg chg="mod">
          <ac:chgData name="Ms Alina Arshad" userId="cccdfd85-d35d-4453-9c6f-a463aae40722" providerId="ADAL" clId="{2DC180FD-F18C-4625-AB1F-E76E8B18C48B}" dt="2024-08-30T05:01:52.923" v="293" actId="33524"/>
          <ac:spMkLst>
            <pc:docMk/>
            <pc:sldMk cId="515654138" sldId="410"/>
            <ac:spMk id="3" creationId="{00000000-0000-0000-0000-000000000000}"/>
          </ac:spMkLst>
        </pc:spChg>
      </pc:sldChg>
      <pc:sldChg chg="modSp add del mod">
        <pc:chgData name="Ms Alina Arshad" userId="cccdfd85-d35d-4453-9c6f-a463aae40722" providerId="ADAL" clId="{2DC180FD-F18C-4625-AB1F-E76E8B18C48B}" dt="2024-08-30T05:03:27.610" v="321" actId="47"/>
        <pc:sldMkLst>
          <pc:docMk/>
          <pc:sldMk cId="1166324033" sldId="411"/>
        </pc:sldMkLst>
        <pc:spChg chg="mod">
          <ac:chgData name="Ms Alina Arshad" userId="cccdfd85-d35d-4453-9c6f-a463aae40722" providerId="ADAL" clId="{2DC180FD-F18C-4625-AB1F-E76E8B18C48B}" dt="2024-08-30T05:02:32.228" v="305" actId="14100"/>
          <ac:spMkLst>
            <pc:docMk/>
            <pc:sldMk cId="1166324033" sldId="411"/>
            <ac:spMk id="2" creationId="{00000000-0000-0000-0000-000000000000}"/>
          </ac:spMkLst>
        </pc:spChg>
        <pc:spChg chg="mod">
          <ac:chgData name="Ms Alina Arshad" userId="cccdfd85-d35d-4453-9c6f-a463aae40722" providerId="ADAL" clId="{2DC180FD-F18C-4625-AB1F-E76E8B18C48B}" dt="2024-08-30T05:02:25.322" v="299" actId="27636"/>
          <ac:spMkLst>
            <pc:docMk/>
            <pc:sldMk cId="1166324033" sldId="411"/>
            <ac:spMk id="3" creationId="{00000000-0000-0000-0000-000000000000}"/>
          </ac:spMkLst>
        </pc:spChg>
      </pc:sldChg>
      <pc:sldChg chg="delSp modSp add mod">
        <pc:chgData name="Ms Alina Arshad" userId="cccdfd85-d35d-4453-9c6f-a463aae40722" providerId="ADAL" clId="{2DC180FD-F18C-4625-AB1F-E76E8B18C48B}" dt="2024-08-30T05:03:15.926" v="319" actId="478"/>
        <pc:sldMkLst>
          <pc:docMk/>
          <pc:sldMk cId="317315783" sldId="412"/>
        </pc:sldMkLst>
        <pc:spChg chg="mod">
          <ac:chgData name="Ms Alina Arshad" userId="cccdfd85-d35d-4453-9c6f-a463aae40722" providerId="ADAL" clId="{2DC180FD-F18C-4625-AB1F-E76E8B18C48B}" dt="2024-08-30T05:03:11.221" v="317" actId="113"/>
          <ac:spMkLst>
            <pc:docMk/>
            <pc:sldMk cId="317315783" sldId="412"/>
            <ac:spMk id="2" creationId="{00000000-0000-0000-0000-000000000000}"/>
          </ac:spMkLst>
        </pc:spChg>
        <pc:spChg chg="mod">
          <ac:chgData name="Ms Alina Arshad" userId="cccdfd85-d35d-4453-9c6f-a463aae40722" providerId="ADAL" clId="{2DC180FD-F18C-4625-AB1F-E76E8B18C48B}" dt="2024-08-30T05:03:07.056" v="316" actId="207"/>
          <ac:spMkLst>
            <pc:docMk/>
            <pc:sldMk cId="317315783" sldId="412"/>
            <ac:spMk id="3" creationId="{00000000-0000-0000-0000-000000000000}"/>
          </ac:spMkLst>
        </pc:spChg>
        <pc:spChg chg="del">
          <ac:chgData name="Ms Alina Arshad" userId="cccdfd85-d35d-4453-9c6f-a463aae40722" providerId="ADAL" clId="{2DC180FD-F18C-4625-AB1F-E76E8B18C48B}" dt="2024-08-30T05:03:14.398" v="318" actId="478"/>
          <ac:spMkLst>
            <pc:docMk/>
            <pc:sldMk cId="317315783" sldId="412"/>
            <ac:spMk id="4" creationId="{00000000-0000-0000-0000-000000000000}"/>
          </ac:spMkLst>
        </pc:spChg>
        <pc:spChg chg="del">
          <ac:chgData name="Ms Alina Arshad" userId="cccdfd85-d35d-4453-9c6f-a463aae40722" providerId="ADAL" clId="{2DC180FD-F18C-4625-AB1F-E76E8B18C48B}" dt="2024-08-30T05:03:15.926" v="319" actId="478"/>
          <ac:spMkLst>
            <pc:docMk/>
            <pc:sldMk cId="317315783" sldId="412"/>
            <ac:spMk id="5" creationId="{00000000-0000-0000-0000-000000000000}"/>
          </ac:spMkLst>
        </pc:spChg>
      </pc:sldChg>
      <pc:sldChg chg="add del">
        <pc:chgData name="Ms Alina Arshad" userId="cccdfd85-d35d-4453-9c6f-a463aae40722" providerId="ADAL" clId="{2DC180FD-F18C-4625-AB1F-E76E8B18C48B}" dt="2024-08-30T05:04:12.713" v="328" actId="47"/>
        <pc:sldMkLst>
          <pc:docMk/>
          <pc:sldMk cId="3728980149" sldId="413"/>
        </pc:sldMkLst>
      </pc:sldChg>
      <pc:sldChg chg="new del">
        <pc:chgData name="Ms Alina Arshad" userId="cccdfd85-d35d-4453-9c6f-a463aae40722" providerId="ADAL" clId="{2DC180FD-F18C-4625-AB1F-E76E8B18C48B}" dt="2024-08-30T05:03:53.190" v="323" actId="47"/>
        <pc:sldMkLst>
          <pc:docMk/>
          <pc:sldMk cId="1613639856" sldId="414"/>
        </pc:sldMkLst>
      </pc:sldChg>
      <pc:sldChg chg="addSp delSp modSp new mod">
        <pc:chgData name="Ms Alina Arshad" userId="cccdfd85-d35d-4453-9c6f-a463aae40722" providerId="ADAL" clId="{2DC180FD-F18C-4625-AB1F-E76E8B18C48B}" dt="2024-08-30T05:04:09.868" v="327" actId="478"/>
        <pc:sldMkLst>
          <pc:docMk/>
          <pc:sldMk cId="2400755825" sldId="414"/>
        </pc:sldMkLst>
        <pc:spChg chg="del">
          <ac:chgData name="Ms Alina Arshad" userId="cccdfd85-d35d-4453-9c6f-a463aae40722" providerId="ADAL" clId="{2DC180FD-F18C-4625-AB1F-E76E8B18C48B}" dt="2024-08-30T05:04:09.868" v="327" actId="478"/>
          <ac:spMkLst>
            <pc:docMk/>
            <pc:sldMk cId="2400755825" sldId="414"/>
            <ac:spMk id="2" creationId="{12C4D42B-3827-A9BA-1272-BAAED7039507}"/>
          </ac:spMkLst>
        </pc:spChg>
        <pc:spChg chg="del">
          <ac:chgData name="Ms Alina Arshad" userId="cccdfd85-d35d-4453-9c6f-a463aae40722" providerId="ADAL" clId="{2DC180FD-F18C-4625-AB1F-E76E8B18C48B}" dt="2024-08-30T05:04:08.047" v="326" actId="478"/>
          <ac:spMkLst>
            <pc:docMk/>
            <pc:sldMk cId="2400755825" sldId="414"/>
            <ac:spMk id="3" creationId="{279481B2-0BCE-C230-6D15-9B44E227864D}"/>
          </ac:spMkLst>
        </pc:spChg>
        <pc:spChg chg="add mod">
          <ac:chgData name="Ms Alina Arshad" userId="cccdfd85-d35d-4453-9c6f-a463aae40722" providerId="ADAL" clId="{2DC180FD-F18C-4625-AB1F-E76E8B18C48B}" dt="2024-08-30T05:04:05.804" v="325"/>
          <ac:spMkLst>
            <pc:docMk/>
            <pc:sldMk cId="2400755825" sldId="414"/>
            <ac:spMk id="4" creationId="{B7916EF2-DCF0-0573-80BA-3C20ED469E9E}"/>
          </ac:spMkLst>
        </pc:spChg>
        <pc:spChg chg="add mod">
          <ac:chgData name="Ms Alina Arshad" userId="cccdfd85-d35d-4453-9c6f-a463aae40722" providerId="ADAL" clId="{2DC180FD-F18C-4625-AB1F-E76E8B18C48B}" dt="2024-08-30T05:04:05.804" v="325"/>
          <ac:spMkLst>
            <pc:docMk/>
            <pc:sldMk cId="2400755825" sldId="414"/>
            <ac:spMk id="5" creationId="{6D2D65F8-7067-309B-2162-EDCA7F792D63}"/>
          </ac:spMkLst>
        </pc:spChg>
      </pc:sldChg>
    </pc:docChg>
  </pc:docChgLst>
  <pc:docChgLst>
    <pc:chgData name="Ms Alina Arshad" userId="cccdfd85-d35d-4453-9c6f-a463aae40722" providerId="ADAL" clId="{2FEB24EE-2666-4060-89BA-CD0A06313B23}"/>
    <pc:docChg chg="custSel addSld delSld modSld">
      <pc:chgData name="Ms Alina Arshad" userId="cccdfd85-d35d-4453-9c6f-a463aae40722" providerId="ADAL" clId="{2FEB24EE-2666-4060-89BA-CD0A06313B23}" dt="2024-09-07T15:30:07.645" v="78" actId="1076"/>
      <pc:docMkLst>
        <pc:docMk/>
      </pc:docMkLst>
      <pc:sldChg chg="modSp mod">
        <pc:chgData name="Ms Alina Arshad" userId="cccdfd85-d35d-4453-9c6f-a463aae40722" providerId="ADAL" clId="{2FEB24EE-2666-4060-89BA-CD0A06313B23}" dt="2024-09-07T14:12:40.520" v="22" actId="20577"/>
        <pc:sldMkLst>
          <pc:docMk/>
          <pc:sldMk cId="3322361034" sldId="256"/>
        </pc:sldMkLst>
        <pc:spChg chg="mod">
          <ac:chgData name="Ms Alina Arshad" userId="cccdfd85-d35d-4453-9c6f-a463aae40722" providerId="ADAL" clId="{2FEB24EE-2666-4060-89BA-CD0A06313B23}" dt="2024-09-07T14:12:40.520" v="22" actId="20577"/>
          <ac:spMkLst>
            <pc:docMk/>
            <pc:sldMk cId="3322361034" sldId="256"/>
            <ac:spMk id="3" creationId="{44E9F82C-BBA7-3495-1097-BEDB54FFFDF4}"/>
          </ac:spMkLst>
        </pc:spChg>
      </pc:sldChg>
      <pc:sldChg chg="modSp mod">
        <pc:chgData name="Ms Alina Arshad" userId="cccdfd85-d35d-4453-9c6f-a463aae40722" providerId="ADAL" clId="{2FEB24EE-2666-4060-89BA-CD0A06313B23}" dt="2024-09-07T15:27:11.022" v="71" actId="20577"/>
        <pc:sldMkLst>
          <pc:docMk/>
          <pc:sldMk cId="0" sldId="372"/>
        </pc:sldMkLst>
        <pc:spChg chg="mod">
          <ac:chgData name="Ms Alina Arshad" userId="cccdfd85-d35d-4453-9c6f-a463aae40722" providerId="ADAL" clId="{2FEB24EE-2666-4060-89BA-CD0A06313B23}" dt="2024-09-07T15:27:11.022" v="71" actId="20577"/>
          <ac:spMkLst>
            <pc:docMk/>
            <pc:sldMk cId="0" sldId="372"/>
            <ac:spMk id="3" creationId="{3CE06910-2266-68E8-32AE-E6FCE586718E}"/>
          </ac:spMkLst>
        </pc:spChg>
      </pc:sldChg>
      <pc:sldChg chg="del">
        <pc:chgData name="Ms Alina Arshad" userId="cccdfd85-d35d-4453-9c6f-a463aae40722" providerId="ADAL" clId="{2FEB24EE-2666-4060-89BA-CD0A06313B23}" dt="2024-09-07T14:11:32.691" v="18" actId="2696"/>
        <pc:sldMkLst>
          <pc:docMk/>
          <pc:sldMk cId="0" sldId="376"/>
        </pc:sldMkLst>
      </pc:sldChg>
      <pc:sldChg chg="del">
        <pc:chgData name="Ms Alina Arshad" userId="cccdfd85-d35d-4453-9c6f-a463aae40722" providerId="ADAL" clId="{2FEB24EE-2666-4060-89BA-CD0A06313B23}" dt="2024-09-07T14:11:32.691" v="18" actId="2696"/>
        <pc:sldMkLst>
          <pc:docMk/>
          <pc:sldMk cId="0" sldId="377"/>
        </pc:sldMkLst>
      </pc:sldChg>
      <pc:sldChg chg="del">
        <pc:chgData name="Ms Alina Arshad" userId="cccdfd85-d35d-4453-9c6f-a463aae40722" providerId="ADAL" clId="{2FEB24EE-2666-4060-89BA-CD0A06313B23}" dt="2024-09-07T14:11:32.691" v="18" actId="2696"/>
        <pc:sldMkLst>
          <pc:docMk/>
          <pc:sldMk cId="0" sldId="387"/>
        </pc:sldMkLst>
      </pc:sldChg>
      <pc:sldChg chg="del">
        <pc:chgData name="Ms Alina Arshad" userId="cccdfd85-d35d-4453-9c6f-a463aae40722" providerId="ADAL" clId="{2FEB24EE-2666-4060-89BA-CD0A06313B23}" dt="2024-09-07T14:11:32.691" v="18" actId="2696"/>
        <pc:sldMkLst>
          <pc:docMk/>
          <pc:sldMk cId="0" sldId="388"/>
        </pc:sldMkLst>
      </pc:sldChg>
      <pc:sldChg chg="modSp del mod">
        <pc:chgData name="Ms Alina Arshad" userId="cccdfd85-d35d-4453-9c6f-a463aae40722" providerId="ADAL" clId="{2FEB24EE-2666-4060-89BA-CD0A06313B23}" dt="2024-09-07T14:11:32.691" v="18" actId="2696"/>
        <pc:sldMkLst>
          <pc:docMk/>
          <pc:sldMk cId="0" sldId="389"/>
        </pc:sldMkLst>
        <pc:spChg chg="mod">
          <ac:chgData name="Ms Alina Arshad" userId="cccdfd85-d35d-4453-9c6f-a463aae40722" providerId="ADAL" clId="{2FEB24EE-2666-4060-89BA-CD0A06313B23}" dt="2024-09-07T14:04:23.480" v="10" actId="5793"/>
          <ac:spMkLst>
            <pc:docMk/>
            <pc:sldMk cId="0" sldId="389"/>
            <ac:spMk id="13315" creationId="{5AEC1019-6C33-068D-89FF-73F14DD73519}"/>
          </ac:spMkLst>
        </pc:spChg>
        <pc:spChg chg="mod">
          <ac:chgData name="Ms Alina Arshad" userId="cccdfd85-d35d-4453-9c6f-a463aae40722" providerId="ADAL" clId="{2FEB24EE-2666-4060-89BA-CD0A06313B23}" dt="2024-09-07T14:04:04.382" v="4" actId="27636"/>
          <ac:spMkLst>
            <pc:docMk/>
            <pc:sldMk cId="0" sldId="389"/>
            <ac:spMk id="24578" creationId="{305B7E1E-5597-3B12-6D73-B24294AD131D}"/>
          </ac:spMkLst>
        </pc:spChg>
      </pc:sldChg>
      <pc:sldChg chg="modSp del mod">
        <pc:chgData name="Ms Alina Arshad" userId="cccdfd85-d35d-4453-9c6f-a463aae40722" providerId="ADAL" clId="{2FEB24EE-2666-4060-89BA-CD0A06313B23}" dt="2024-09-07T14:11:32.691" v="18" actId="2696"/>
        <pc:sldMkLst>
          <pc:docMk/>
          <pc:sldMk cId="0" sldId="391"/>
        </pc:sldMkLst>
        <pc:spChg chg="mod">
          <ac:chgData name="Ms Alina Arshad" userId="cccdfd85-d35d-4453-9c6f-a463aae40722" providerId="ADAL" clId="{2FEB24EE-2666-4060-89BA-CD0A06313B23}" dt="2024-09-07T14:04:40.295" v="17" actId="20577"/>
          <ac:spMkLst>
            <pc:docMk/>
            <pc:sldMk cId="0" sldId="391"/>
            <ac:spMk id="26626" creationId="{0FEEB420-FF9F-896C-19FE-30B0D95ADF93}"/>
          </ac:spMkLst>
        </pc:spChg>
      </pc:sldChg>
      <pc:sldChg chg="modSp add mod">
        <pc:chgData name="Ms Alina Arshad" userId="cccdfd85-d35d-4453-9c6f-a463aae40722" providerId="ADAL" clId="{2FEB24EE-2666-4060-89BA-CD0A06313B23}" dt="2024-09-07T14:26:37.570" v="48" actId="20577"/>
        <pc:sldMkLst>
          <pc:docMk/>
          <pc:sldMk cId="1227695002" sldId="429"/>
        </pc:sldMkLst>
        <pc:spChg chg="mod">
          <ac:chgData name="Ms Alina Arshad" userId="cccdfd85-d35d-4453-9c6f-a463aae40722" providerId="ADAL" clId="{2FEB24EE-2666-4060-89BA-CD0A06313B23}" dt="2024-09-07T14:16:40.823" v="36" actId="14100"/>
          <ac:spMkLst>
            <pc:docMk/>
            <pc:sldMk cId="1227695002" sldId="429"/>
            <ac:spMk id="2" creationId="{00000000-0000-0000-0000-000000000000}"/>
          </ac:spMkLst>
        </pc:spChg>
        <pc:spChg chg="mod">
          <ac:chgData name="Ms Alina Arshad" userId="cccdfd85-d35d-4453-9c6f-a463aae40722" providerId="ADAL" clId="{2FEB24EE-2666-4060-89BA-CD0A06313B23}" dt="2024-09-07T14:26:37.570" v="48" actId="20577"/>
          <ac:spMkLst>
            <pc:docMk/>
            <pc:sldMk cId="1227695002" sldId="429"/>
            <ac:spMk id="3" creationId="{00000000-0000-0000-0000-000000000000}"/>
          </ac:spMkLst>
        </pc:spChg>
      </pc:sldChg>
      <pc:sldChg chg="modSp add mod">
        <pc:chgData name="Ms Alina Arshad" userId="cccdfd85-d35d-4453-9c6f-a463aae40722" providerId="ADAL" clId="{2FEB24EE-2666-4060-89BA-CD0A06313B23}" dt="2024-09-07T14:28:10.057" v="50" actId="20577"/>
        <pc:sldMkLst>
          <pc:docMk/>
          <pc:sldMk cId="4289592975" sldId="430"/>
        </pc:sldMkLst>
        <pc:spChg chg="mod">
          <ac:chgData name="Ms Alina Arshad" userId="cccdfd85-d35d-4453-9c6f-a463aae40722" providerId="ADAL" clId="{2FEB24EE-2666-4060-89BA-CD0A06313B23}" dt="2024-09-07T14:28:10.057" v="50" actId="20577"/>
          <ac:spMkLst>
            <pc:docMk/>
            <pc:sldMk cId="4289592975" sldId="430"/>
            <ac:spMk id="3" creationId="{00000000-0000-0000-0000-000000000000}"/>
          </ac:spMkLst>
        </pc:spChg>
      </pc:sldChg>
      <pc:sldChg chg="modSp add mod">
        <pc:chgData name="Ms Alina Arshad" userId="cccdfd85-d35d-4453-9c6f-a463aae40722" providerId="ADAL" clId="{2FEB24EE-2666-4060-89BA-CD0A06313B23}" dt="2024-09-07T14:33:40.207" v="55" actId="207"/>
        <pc:sldMkLst>
          <pc:docMk/>
          <pc:sldMk cId="1008177089" sldId="433"/>
        </pc:sldMkLst>
        <pc:spChg chg="mod">
          <ac:chgData name="Ms Alina Arshad" userId="cccdfd85-d35d-4453-9c6f-a463aae40722" providerId="ADAL" clId="{2FEB24EE-2666-4060-89BA-CD0A06313B23}" dt="2024-09-07T14:33:40.207" v="55" actId="207"/>
          <ac:spMkLst>
            <pc:docMk/>
            <pc:sldMk cId="1008177089" sldId="433"/>
            <ac:spMk id="3" creationId="{00000000-0000-0000-0000-000000000000}"/>
          </ac:spMkLst>
        </pc:spChg>
      </pc:sldChg>
      <pc:sldChg chg="modSp add mod">
        <pc:chgData name="Ms Alina Arshad" userId="cccdfd85-d35d-4453-9c6f-a463aae40722" providerId="ADAL" clId="{2FEB24EE-2666-4060-89BA-CD0A06313B23}" dt="2024-09-07T14:38:19.708" v="62" actId="20577"/>
        <pc:sldMkLst>
          <pc:docMk/>
          <pc:sldMk cId="4177771332" sldId="434"/>
        </pc:sldMkLst>
        <pc:spChg chg="mod">
          <ac:chgData name="Ms Alina Arshad" userId="cccdfd85-d35d-4453-9c6f-a463aae40722" providerId="ADAL" clId="{2FEB24EE-2666-4060-89BA-CD0A06313B23}" dt="2024-09-07T14:37:16.352" v="58" actId="1076"/>
          <ac:spMkLst>
            <pc:docMk/>
            <pc:sldMk cId="4177771332" sldId="434"/>
            <ac:spMk id="2" creationId="{00000000-0000-0000-0000-000000000000}"/>
          </ac:spMkLst>
        </pc:spChg>
        <pc:spChg chg="mod">
          <ac:chgData name="Ms Alina Arshad" userId="cccdfd85-d35d-4453-9c6f-a463aae40722" providerId="ADAL" clId="{2FEB24EE-2666-4060-89BA-CD0A06313B23}" dt="2024-09-07T14:38:19.708" v="62" actId="20577"/>
          <ac:spMkLst>
            <pc:docMk/>
            <pc:sldMk cId="4177771332" sldId="434"/>
            <ac:spMk id="3" creationId="{00000000-0000-0000-0000-000000000000}"/>
          </ac:spMkLst>
        </pc:spChg>
      </pc:sldChg>
      <pc:sldChg chg="modSp add mod">
        <pc:chgData name="Ms Alina Arshad" userId="cccdfd85-d35d-4453-9c6f-a463aae40722" providerId="ADAL" clId="{2FEB24EE-2666-4060-89BA-CD0A06313B23}" dt="2024-09-07T14:38:53.527" v="63" actId="404"/>
        <pc:sldMkLst>
          <pc:docMk/>
          <pc:sldMk cId="2642975351" sldId="435"/>
        </pc:sldMkLst>
        <pc:spChg chg="mod">
          <ac:chgData name="Ms Alina Arshad" userId="cccdfd85-d35d-4453-9c6f-a463aae40722" providerId="ADAL" clId="{2FEB24EE-2666-4060-89BA-CD0A06313B23}" dt="2024-09-07T14:38:53.527" v="63" actId="404"/>
          <ac:spMkLst>
            <pc:docMk/>
            <pc:sldMk cId="2642975351" sldId="435"/>
            <ac:spMk id="3" creationId="{00000000-0000-0000-0000-000000000000}"/>
          </ac:spMkLst>
        </pc:spChg>
      </pc:sldChg>
      <pc:sldChg chg="modSp add mod">
        <pc:chgData name="Ms Alina Arshad" userId="cccdfd85-d35d-4453-9c6f-a463aae40722" providerId="ADAL" clId="{2FEB24EE-2666-4060-89BA-CD0A06313B23}" dt="2024-09-07T14:42:05.679" v="66" actId="207"/>
        <pc:sldMkLst>
          <pc:docMk/>
          <pc:sldMk cId="8447295" sldId="436"/>
        </pc:sldMkLst>
        <pc:spChg chg="mod">
          <ac:chgData name="Ms Alina Arshad" userId="cccdfd85-d35d-4453-9c6f-a463aae40722" providerId="ADAL" clId="{2FEB24EE-2666-4060-89BA-CD0A06313B23}" dt="2024-09-07T14:41:44.573" v="64" actId="33524"/>
          <ac:spMkLst>
            <pc:docMk/>
            <pc:sldMk cId="8447295" sldId="436"/>
            <ac:spMk id="2" creationId="{00000000-0000-0000-0000-000000000000}"/>
          </ac:spMkLst>
        </pc:spChg>
        <pc:spChg chg="mod">
          <ac:chgData name="Ms Alina Arshad" userId="cccdfd85-d35d-4453-9c6f-a463aae40722" providerId="ADAL" clId="{2FEB24EE-2666-4060-89BA-CD0A06313B23}" dt="2024-09-07T14:42:05.679" v="66" actId="207"/>
          <ac:spMkLst>
            <pc:docMk/>
            <pc:sldMk cId="8447295" sldId="436"/>
            <ac:spMk id="3" creationId="{00000000-0000-0000-0000-000000000000}"/>
          </ac:spMkLst>
        </pc:spChg>
      </pc:sldChg>
      <pc:sldChg chg="modSp mod">
        <pc:chgData name="Ms Alina Arshad" userId="cccdfd85-d35d-4453-9c6f-a463aae40722" providerId="ADAL" clId="{2FEB24EE-2666-4060-89BA-CD0A06313B23}" dt="2024-09-07T15:07:51.624" v="70" actId="20577"/>
        <pc:sldMkLst>
          <pc:docMk/>
          <pc:sldMk cId="1737629093" sldId="438"/>
        </pc:sldMkLst>
        <pc:spChg chg="mod">
          <ac:chgData name="Ms Alina Arshad" userId="cccdfd85-d35d-4453-9c6f-a463aae40722" providerId="ADAL" clId="{2FEB24EE-2666-4060-89BA-CD0A06313B23}" dt="2024-09-07T15:07:51.624" v="70" actId="20577"/>
          <ac:spMkLst>
            <pc:docMk/>
            <pc:sldMk cId="1737629093" sldId="438"/>
            <ac:spMk id="3" creationId="{00000000-0000-0000-0000-000000000000}"/>
          </ac:spMkLst>
        </pc:spChg>
      </pc:sldChg>
      <pc:sldChg chg="addSp modSp">
        <pc:chgData name="Ms Alina Arshad" userId="cccdfd85-d35d-4453-9c6f-a463aae40722" providerId="ADAL" clId="{2FEB24EE-2666-4060-89BA-CD0A06313B23}" dt="2024-09-07T15:30:07.645" v="78" actId="1076"/>
        <pc:sldMkLst>
          <pc:docMk/>
          <pc:sldMk cId="2279120568" sldId="446"/>
        </pc:sldMkLst>
        <pc:spChg chg="mod">
          <ac:chgData name="Ms Alina Arshad" userId="cccdfd85-d35d-4453-9c6f-a463aae40722" providerId="ADAL" clId="{2FEB24EE-2666-4060-89BA-CD0A06313B23}" dt="2024-09-07T15:29:56.694" v="75" actId="14100"/>
          <ac:spMkLst>
            <pc:docMk/>
            <pc:sldMk cId="2279120568" sldId="446"/>
            <ac:spMk id="3" creationId="{00000000-0000-0000-0000-000000000000}"/>
          </ac:spMkLst>
        </pc:spChg>
        <pc:picChg chg="add mod">
          <ac:chgData name="Ms Alina Arshad" userId="cccdfd85-d35d-4453-9c6f-a463aae40722" providerId="ADAL" clId="{2FEB24EE-2666-4060-89BA-CD0A06313B23}" dt="2024-09-07T15:30:07.645" v="78" actId="1076"/>
          <ac:picMkLst>
            <pc:docMk/>
            <pc:sldMk cId="2279120568" sldId="446"/>
            <ac:picMk id="1026" creationId="{33CCDCAF-3759-99D5-6506-736BA3E5DF0B}"/>
          </ac:picMkLst>
        </pc:picChg>
      </pc:sldChg>
    </pc:docChg>
  </pc:docChgLst>
  <pc:docChgLst>
    <pc:chgData name="Ms Alina Arshad" userId="cccdfd85-d35d-4453-9c6f-a463aae40722" providerId="ADAL" clId="{CCDD98BF-CD6D-4DFE-B52E-0B39A9A67B48}"/>
    <pc:docChg chg="delSld">
      <pc:chgData name="Ms Alina Arshad" userId="cccdfd85-d35d-4453-9c6f-a463aae40722" providerId="ADAL" clId="{CCDD98BF-CD6D-4DFE-B52E-0B39A9A67B48}" dt="2024-09-19T05:11:23.804" v="16" actId="47"/>
      <pc:docMkLst>
        <pc:docMk/>
      </pc:docMkLst>
      <pc:sldChg chg="del">
        <pc:chgData name="Ms Alina Arshad" userId="cccdfd85-d35d-4453-9c6f-a463aae40722" providerId="ADAL" clId="{CCDD98BF-CD6D-4DFE-B52E-0B39A9A67B48}" dt="2024-09-19T05:11:20.849" v="9" actId="47"/>
        <pc:sldMkLst>
          <pc:docMk/>
          <pc:sldMk cId="0" sldId="386"/>
        </pc:sldMkLst>
      </pc:sldChg>
      <pc:sldChg chg="del">
        <pc:chgData name="Ms Alina Arshad" userId="cccdfd85-d35d-4453-9c6f-a463aae40722" providerId="ADAL" clId="{CCDD98BF-CD6D-4DFE-B52E-0B39A9A67B48}" dt="2024-09-19T05:11:21.493" v="10" actId="47"/>
        <pc:sldMkLst>
          <pc:docMk/>
          <pc:sldMk cId="0" sldId="387"/>
        </pc:sldMkLst>
      </pc:sldChg>
      <pc:sldChg chg="del">
        <pc:chgData name="Ms Alina Arshad" userId="cccdfd85-d35d-4453-9c6f-a463aae40722" providerId="ADAL" clId="{CCDD98BF-CD6D-4DFE-B52E-0B39A9A67B48}" dt="2024-09-19T05:11:21.868" v="11" actId="47"/>
        <pc:sldMkLst>
          <pc:docMk/>
          <pc:sldMk cId="0" sldId="388"/>
        </pc:sldMkLst>
      </pc:sldChg>
      <pc:sldChg chg="del">
        <pc:chgData name="Ms Alina Arshad" userId="cccdfd85-d35d-4453-9c6f-a463aae40722" providerId="ADAL" clId="{CCDD98BF-CD6D-4DFE-B52E-0B39A9A67B48}" dt="2024-09-19T05:11:22.086" v="12" actId="47"/>
        <pc:sldMkLst>
          <pc:docMk/>
          <pc:sldMk cId="0" sldId="389"/>
        </pc:sldMkLst>
      </pc:sldChg>
      <pc:sldChg chg="del">
        <pc:chgData name="Ms Alina Arshad" userId="cccdfd85-d35d-4453-9c6f-a463aae40722" providerId="ADAL" clId="{CCDD98BF-CD6D-4DFE-B52E-0B39A9A67B48}" dt="2024-09-19T05:11:22.508" v="13" actId="47"/>
        <pc:sldMkLst>
          <pc:docMk/>
          <pc:sldMk cId="0" sldId="390"/>
        </pc:sldMkLst>
      </pc:sldChg>
      <pc:sldChg chg="del">
        <pc:chgData name="Ms Alina Arshad" userId="cccdfd85-d35d-4453-9c6f-a463aae40722" providerId="ADAL" clId="{CCDD98BF-CD6D-4DFE-B52E-0B39A9A67B48}" dt="2024-09-19T05:11:22.898" v="14" actId="47"/>
        <pc:sldMkLst>
          <pc:docMk/>
          <pc:sldMk cId="0" sldId="391"/>
        </pc:sldMkLst>
      </pc:sldChg>
      <pc:sldChg chg="del">
        <pc:chgData name="Ms Alina Arshad" userId="cccdfd85-d35d-4453-9c6f-a463aae40722" providerId="ADAL" clId="{CCDD98BF-CD6D-4DFE-B52E-0B39A9A67B48}" dt="2024-09-19T05:11:23.320" v="15" actId="47"/>
        <pc:sldMkLst>
          <pc:docMk/>
          <pc:sldMk cId="0" sldId="392"/>
        </pc:sldMkLst>
      </pc:sldChg>
      <pc:sldChg chg="del">
        <pc:chgData name="Ms Alina Arshad" userId="cccdfd85-d35d-4453-9c6f-a463aae40722" providerId="ADAL" clId="{CCDD98BF-CD6D-4DFE-B52E-0B39A9A67B48}" dt="2024-09-19T05:11:23.804" v="16" actId="47"/>
        <pc:sldMkLst>
          <pc:docMk/>
          <pc:sldMk cId="0" sldId="394"/>
        </pc:sldMkLst>
      </pc:sldChg>
      <pc:sldChg chg="del">
        <pc:chgData name="Ms Alina Arshad" userId="cccdfd85-d35d-4453-9c6f-a463aae40722" providerId="ADAL" clId="{CCDD98BF-CD6D-4DFE-B52E-0B39A9A67B48}" dt="2024-09-19T05:11:20.646" v="8" actId="47"/>
        <pc:sldMkLst>
          <pc:docMk/>
          <pc:sldMk cId="0" sldId="395"/>
        </pc:sldMkLst>
      </pc:sldChg>
      <pc:sldChg chg="del">
        <pc:chgData name="Ms Alina Arshad" userId="cccdfd85-d35d-4453-9c6f-a463aae40722" providerId="ADAL" clId="{CCDD98BF-CD6D-4DFE-B52E-0B39A9A67B48}" dt="2024-09-19T05:11:17.979" v="0" actId="47"/>
        <pc:sldMkLst>
          <pc:docMk/>
          <pc:sldMk cId="719467134" sldId="458"/>
        </pc:sldMkLst>
      </pc:sldChg>
      <pc:sldChg chg="del">
        <pc:chgData name="Ms Alina Arshad" userId="cccdfd85-d35d-4453-9c6f-a463aae40722" providerId="ADAL" clId="{CCDD98BF-CD6D-4DFE-B52E-0B39A9A67B48}" dt="2024-09-19T05:11:18.463" v="1" actId="47"/>
        <pc:sldMkLst>
          <pc:docMk/>
          <pc:sldMk cId="379126886" sldId="459"/>
        </pc:sldMkLst>
      </pc:sldChg>
      <pc:sldChg chg="del">
        <pc:chgData name="Ms Alina Arshad" userId="cccdfd85-d35d-4453-9c6f-a463aae40722" providerId="ADAL" clId="{CCDD98BF-CD6D-4DFE-B52E-0B39A9A67B48}" dt="2024-09-19T05:11:18.666" v="2" actId="47"/>
        <pc:sldMkLst>
          <pc:docMk/>
          <pc:sldMk cId="475468520" sldId="461"/>
        </pc:sldMkLst>
      </pc:sldChg>
      <pc:sldChg chg="del">
        <pc:chgData name="Ms Alina Arshad" userId="cccdfd85-d35d-4453-9c6f-a463aae40722" providerId="ADAL" clId="{CCDD98BF-CD6D-4DFE-B52E-0B39A9A67B48}" dt="2024-09-19T05:11:18.869" v="3" actId="47"/>
        <pc:sldMkLst>
          <pc:docMk/>
          <pc:sldMk cId="1755260321" sldId="462"/>
        </pc:sldMkLst>
      </pc:sldChg>
      <pc:sldChg chg="del">
        <pc:chgData name="Ms Alina Arshad" userId="cccdfd85-d35d-4453-9c6f-a463aae40722" providerId="ADAL" clId="{CCDD98BF-CD6D-4DFE-B52E-0B39A9A67B48}" dt="2024-09-19T05:11:19.444" v="5" actId="47"/>
        <pc:sldMkLst>
          <pc:docMk/>
          <pc:sldMk cId="3175048454" sldId="463"/>
        </pc:sldMkLst>
      </pc:sldChg>
      <pc:sldChg chg="del">
        <pc:chgData name="Ms Alina Arshad" userId="cccdfd85-d35d-4453-9c6f-a463aae40722" providerId="ADAL" clId="{CCDD98BF-CD6D-4DFE-B52E-0B39A9A67B48}" dt="2024-09-19T05:11:19.240" v="4" actId="47"/>
        <pc:sldMkLst>
          <pc:docMk/>
          <pc:sldMk cId="2524428318" sldId="464"/>
        </pc:sldMkLst>
      </pc:sldChg>
      <pc:sldChg chg="del">
        <pc:chgData name="Ms Alina Arshad" userId="cccdfd85-d35d-4453-9c6f-a463aae40722" providerId="ADAL" clId="{CCDD98BF-CD6D-4DFE-B52E-0B39A9A67B48}" dt="2024-09-19T05:11:19.631" v="6" actId="47"/>
        <pc:sldMkLst>
          <pc:docMk/>
          <pc:sldMk cId="1539764836" sldId="478"/>
        </pc:sldMkLst>
      </pc:sldChg>
      <pc:sldChg chg="del">
        <pc:chgData name="Ms Alina Arshad" userId="cccdfd85-d35d-4453-9c6f-a463aae40722" providerId="ADAL" clId="{CCDD98BF-CD6D-4DFE-B52E-0B39A9A67B48}" dt="2024-09-19T05:11:20.037" v="7" actId="47"/>
        <pc:sldMkLst>
          <pc:docMk/>
          <pc:sldMk cId="3784571307" sldId="479"/>
        </pc:sldMkLst>
      </pc:sldChg>
    </pc:docChg>
  </pc:docChgLst>
  <pc:docChgLst>
    <pc:chgData name="Ms Alina Arshad" userId="cccdfd85-d35d-4453-9c6f-a463aae40722" providerId="ADAL" clId="{889ED1B4-3B5C-4371-ABF8-B9437E0A75AE}"/>
    <pc:docChg chg="custSel addSld delSld modSld">
      <pc:chgData name="Ms Alina Arshad" userId="cccdfd85-d35d-4453-9c6f-a463aae40722" providerId="ADAL" clId="{889ED1B4-3B5C-4371-ABF8-B9437E0A75AE}" dt="2024-09-19T05:09:47.152" v="38" actId="47"/>
      <pc:docMkLst>
        <pc:docMk/>
      </pc:docMkLst>
      <pc:sldChg chg="delSp modSp add mod">
        <pc:chgData name="Ms Alina Arshad" userId="cccdfd85-d35d-4453-9c6f-a463aae40722" providerId="ADAL" clId="{889ED1B4-3B5C-4371-ABF8-B9437E0A75AE}" dt="2024-09-13T05:08:52.831" v="31" actId="1076"/>
        <pc:sldMkLst>
          <pc:docMk/>
          <pc:sldMk cId="987785057" sldId="258"/>
        </pc:sldMkLst>
        <pc:spChg chg="del">
          <ac:chgData name="Ms Alina Arshad" userId="cccdfd85-d35d-4453-9c6f-a463aae40722" providerId="ADAL" clId="{889ED1B4-3B5C-4371-ABF8-B9437E0A75AE}" dt="2024-09-13T05:08:43.192" v="28" actId="478"/>
          <ac:spMkLst>
            <pc:docMk/>
            <pc:sldMk cId="987785057" sldId="258"/>
            <ac:spMk id="2" creationId="{00000000-0000-0000-0000-000000000000}"/>
          </ac:spMkLst>
        </pc:spChg>
        <pc:spChg chg="del">
          <ac:chgData name="Ms Alina Arshad" userId="cccdfd85-d35d-4453-9c6f-a463aae40722" providerId="ADAL" clId="{889ED1B4-3B5C-4371-ABF8-B9437E0A75AE}" dt="2024-09-13T05:08:45.155" v="29" actId="478"/>
          <ac:spMkLst>
            <pc:docMk/>
            <pc:sldMk cId="987785057" sldId="258"/>
            <ac:spMk id="5" creationId="{00000000-0000-0000-0000-000000000000}"/>
          </ac:spMkLst>
        </pc:spChg>
        <pc:spChg chg="mod">
          <ac:chgData name="Ms Alina Arshad" userId="cccdfd85-d35d-4453-9c6f-a463aae40722" providerId="ADAL" clId="{889ED1B4-3B5C-4371-ABF8-B9437E0A75AE}" dt="2024-09-13T05:08:49.517" v="30" actId="207"/>
          <ac:spMkLst>
            <pc:docMk/>
            <pc:sldMk cId="987785057" sldId="258"/>
            <ac:spMk id="107522" creationId="{00000000-0000-0000-0000-000000000000}"/>
          </ac:spMkLst>
        </pc:spChg>
        <pc:spChg chg="mod">
          <ac:chgData name="Ms Alina Arshad" userId="cccdfd85-d35d-4453-9c6f-a463aae40722" providerId="ADAL" clId="{889ED1B4-3B5C-4371-ABF8-B9437E0A75AE}" dt="2024-09-13T05:08:52.831" v="31" actId="1076"/>
          <ac:spMkLst>
            <pc:docMk/>
            <pc:sldMk cId="987785057" sldId="258"/>
            <ac:spMk id="107523" creationId="{00000000-0000-0000-0000-000000000000}"/>
          </ac:spMkLst>
        </pc:spChg>
      </pc:sldChg>
      <pc:sldChg chg="add del">
        <pc:chgData name="Ms Alina Arshad" userId="cccdfd85-d35d-4453-9c6f-a463aae40722" providerId="ADAL" clId="{889ED1B4-3B5C-4371-ABF8-B9437E0A75AE}" dt="2024-09-13T05:08:20.368" v="1" actId="47"/>
        <pc:sldMkLst>
          <pc:docMk/>
          <pc:sldMk cId="1032267902" sldId="313"/>
        </pc:sldMkLst>
      </pc:sldChg>
      <pc:sldChg chg="del">
        <pc:chgData name="Ms Alina Arshad" userId="cccdfd85-d35d-4453-9c6f-a463aae40722" providerId="ADAL" clId="{889ED1B4-3B5C-4371-ABF8-B9437E0A75AE}" dt="2024-09-13T05:08:25.525" v="15" actId="47"/>
        <pc:sldMkLst>
          <pc:docMk/>
          <pc:sldMk cId="0" sldId="361"/>
        </pc:sldMkLst>
      </pc:sldChg>
      <pc:sldChg chg="del">
        <pc:chgData name="Ms Alina Arshad" userId="cccdfd85-d35d-4453-9c6f-a463aae40722" providerId="ADAL" clId="{889ED1B4-3B5C-4371-ABF8-B9437E0A75AE}" dt="2024-09-13T05:08:29.024" v="21" actId="47"/>
        <pc:sldMkLst>
          <pc:docMk/>
          <pc:sldMk cId="0" sldId="369"/>
        </pc:sldMkLst>
      </pc:sldChg>
      <pc:sldChg chg="del">
        <pc:chgData name="Ms Alina Arshad" userId="cccdfd85-d35d-4453-9c6f-a463aae40722" providerId="ADAL" clId="{889ED1B4-3B5C-4371-ABF8-B9437E0A75AE}" dt="2024-09-13T05:08:30.024" v="23" actId="47"/>
        <pc:sldMkLst>
          <pc:docMk/>
          <pc:sldMk cId="0" sldId="370"/>
        </pc:sldMkLst>
      </pc:sldChg>
      <pc:sldChg chg="del">
        <pc:chgData name="Ms Alina Arshad" userId="cccdfd85-d35d-4453-9c6f-a463aae40722" providerId="ADAL" clId="{889ED1B4-3B5C-4371-ABF8-B9437E0A75AE}" dt="2024-09-13T05:08:29.227" v="22" actId="47"/>
        <pc:sldMkLst>
          <pc:docMk/>
          <pc:sldMk cId="0" sldId="371"/>
        </pc:sldMkLst>
      </pc:sldChg>
      <pc:sldChg chg="del">
        <pc:chgData name="Ms Alina Arshad" userId="cccdfd85-d35d-4453-9c6f-a463aae40722" providerId="ADAL" clId="{889ED1B4-3B5C-4371-ABF8-B9437E0A75AE}" dt="2024-09-13T05:08:30.367" v="24" actId="47"/>
        <pc:sldMkLst>
          <pc:docMk/>
          <pc:sldMk cId="0" sldId="372"/>
        </pc:sldMkLst>
      </pc:sldChg>
      <pc:sldChg chg="del">
        <pc:chgData name="Ms Alina Arshad" userId="cccdfd85-d35d-4453-9c6f-a463aae40722" providerId="ADAL" clId="{889ED1B4-3B5C-4371-ABF8-B9437E0A75AE}" dt="2024-09-13T05:08:27.859" v="19" actId="47"/>
        <pc:sldMkLst>
          <pc:docMk/>
          <pc:sldMk cId="0" sldId="378"/>
        </pc:sldMkLst>
      </pc:sldChg>
      <pc:sldChg chg="del">
        <pc:chgData name="Ms Alina Arshad" userId="cccdfd85-d35d-4453-9c6f-a463aae40722" providerId="ADAL" clId="{889ED1B4-3B5C-4371-ABF8-B9437E0A75AE}" dt="2024-09-13T05:08:28.383" v="20" actId="47"/>
        <pc:sldMkLst>
          <pc:docMk/>
          <pc:sldMk cId="0" sldId="379"/>
        </pc:sldMkLst>
      </pc:sldChg>
      <pc:sldChg chg="del">
        <pc:chgData name="Ms Alina Arshad" userId="cccdfd85-d35d-4453-9c6f-a463aae40722" providerId="ADAL" clId="{889ED1B4-3B5C-4371-ABF8-B9437E0A75AE}" dt="2024-09-13T05:08:22.493" v="8" actId="47"/>
        <pc:sldMkLst>
          <pc:docMk/>
          <pc:sldMk cId="0" sldId="383"/>
        </pc:sldMkLst>
      </pc:sldChg>
      <pc:sldChg chg="del">
        <pc:chgData name="Ms Alina Arshad" userId="cccdfd85-d35d-4453-9c6f-a463aae40722" providerId="ADAL" clId="{889ED1B4-3B5C-4371-ABF8-B9437E0A75AE}" dt="2024-09-13T05:08:22.727" v="9" actId="47"/>
        <pc:sldMkLst>
          <pc:docMk/>
          <pc:sldMk cId="0" sldId="384"/>
        </pc:sldMkLst>
      </pc:sldChg>
      <pc:sldChg chg="del">
        <pc:chgData name="Ms Alina Arshad" userId="cccdfd85-d35d-4453-9c6f-a463aae40722" providerId="ADAL" clId="{889ED1B4-3B5C-4371-ABF8-B9437E0A75AE}" dt="2024-09-13T05:08:26.559" v="17" actId="47"/>
        <pc:sldMkLst>
          <pc:docMk/>
          <pc:sldMk cId="0" sldId="385"/>
        </pc:sldMkLst>
      </pc:sldChg>
      <pc:sldChg chg="del">
        <pc:chgData name="Ms Alina Arshad" userId="cccdfd85-d35d-4453-9c6f-a463aae40722" providerId="ADAL" clId="{889ED1B4-3B5C-4371-ABF8-B9437E0A75AE}" dt="2024-09-13T05:08:27.218" v="18" actId="47"/>
        <pc:sldMkLst>
          <pc:docMk/>
          <pc:sldMk cId="0" sldId="386"/>
        </pc:sldMkLst>
      </pc:sldChg>
      <pc:sldChg chg="del">
        <pc:chgData name="Ms Alina Arshad" userId="cccdfd85-d35d-4453-9c6f-a463aae40722" providerId="ADAL" clId="{889ED1B4-3B5C-4371-ABF8-B9437E0A75AE}" dt="2024-09-13T05:08:26.278" v="16" actId="47"/>
        <pc:sldMkLst>
          <pc:docMk/>
          <pc:sldMk cId="0" sldId="390"/>
        </pc:sldMkLst>
      </pc:sldChg>
      <pc:sldChg chg="del">
        <pc:chgData name="Ms Alina Arshad" userId="cccdfd85-d35d-4453-9c6f-a463aae40722" providerId="ADAL" clId="{889ED1B4-3B5C-4371-ABF8-B9437E0A75AE}" dt="2024-09-13T05:08:20.618" v="2" actId="47"/>
        <pc:sldMkLst>
          <pc:docMk/>
          <pc:sldMk cId="1227695002" sldId="429"/>
        </pc:sldMkLst>
      </pc:sldChg>
      <pc:sldChg chg="del">
        <pc:chgData name="Ms Alina Arshad" userId="cccdfd85-d35d-4453-9c6f-a463aae40722" providerId="ADAL" clId="{889ED1B4-3B5C-4371-ABF8-B9437E0A75AE}" dt="2024-09-13T05:08:20.900" v="3" actId="47"/>
        <pc:sldMkLst>
          <pc:docMk/>
          <pc:sldMk cId="4289592975" sldId="430"/>
        </pc:sldMkLst>
      </pc:sldChg>
      <pc:sldChg chg="del">
        <pc:chgData name="Ms Alina Arshad" userId="cccdfd85-d35d-4453-9c6f-a463aae40722" providerId="ADAL" clId="{889ED1B4-3B5C-4371-ABF8-B9437E0A75AE}" dt="2024-09-13T05:08:21.118" v="4" actId="47"/>
        <pc:sldMkLst>
          <pc:docMk/>
          <pc:sldMk cId="1008177089" sldId="433"/>
        </pc:sldMkLst>
      </pc:sldChg>
      <pc:sldChg chg="del">
        <pc:chgData name="Ms Alina Arshad" userId="cccdfd85-d35d-4453-9c6f-a463aae40722" providerId="ADAL" clId="{889ED1B4-3B5C-4371-ABF8-B9437E0A75AE}" dt="2024-09-13T05:08:21.337" v="5" actId="47"/>
        <pc:sldMkLst>
          <pc:docMk/>
          <pc:sldMk cId="4177771332" sldId="434"/>
        </pc:sldMkLst>
      </pc:sldChg>
      <pc:sldChg chg="del">
        <pc:chgData name="Ms Alina Arshad" userId="cccdfd85-d35d-4453-9c6f-a463aae40722" providerId="ADAL" clId="{889ED1B4-3B5C-4371-ABF8-B9437E0A75AE}" dt="2024-09-13T05:08:21.446" v="6" actId="47"/>
        <pc:sldMkLst>
          <pc:docMk/>
          <pc:sldMk cId="2642975351" sldId="435"/>
        </pc:sldMkLst>
      </pc:sldChg>
      <pc:sldChg chg="del">
        <pc:chgData name="Ms Alina Arshad" userId="cccdfd85-d35d-4453-9c6f-a463aae40722" providerId="ADAL" clId="{889ED1B4-3B5C-4371-ABF8-B9437E0A75AE}" dt="2024-09-13T05:08:21.634" v="7" actId="47"/>
        <pc:sldMkLst>
          <pc:docMk/>
          <pc:sldMk cId="8447295" sldId="436"/>
        </pc:sldMkLst>
      </pc:sldChg>
      <pc:sldChg chg="del">
        <pc:chgData name="Ms Alina Arshad" userId="cccdfd85-d35d-4453-9c6f-a463aae40722" providerId="ADAL" clId="{889ED1B4-3B5C-4371-ABF8-B9437E0A75AE}" dt="2024-09-13T05:08:24.008" v="10" actId="47"/>
        <pc:sldMkLst>
          <pc:docMk/>
          <pc:sldMk cId="1737629093" sldId="438"/>
        </pc:sldMkLst>
      </pc:sldChg>
      <pc:sldChg chg="del">
        <pc:chgData name="Ms Alina Arshad" userId="cccdfd85-d35d-4453-9c6f-a463aae40722" providerId="ADAL" clId="{889ED1B4-3B5C-4371-ABF8-B9437E0A75AE}" dt="2024-09-13T05:08:24.336" v="12" actId="47"/>
        <pc:sldMkLst>
          <pc:docMk/>
          <pc:sldMk cId="2841578013" sldId="439"/>
        </pc:sldMkLst>
      </pc:sldChg>
      <pc:sldChg chg="del">
        <pc:chgData name="Ms Alina Arshad" userId="cccdfd85-d35d-4453-9c6f-a463aae40722" providerId="ADAL" clId="{889ED1B4-3B5C-4371-ABF8-B9437E0A75AE}" dt="2024-09-13T05:08:25.180" v="13" actId="47"/>
        <pc:sldMkLst>
          <pc:docMk/>
          <pc:sldMk cId="3081461208" sldId="440"/>
        </pc:sldMkLst>
      </pc:sldChg>
      <pc:sldChg chg="del">
        <pc:chgData name="Ms Alina Arshad" userId="cccdfd85-d35d-4453-9c6f-a463aae40722" providerId="ADAL" clId="{889ED1B4-3B5C-4371-ABF8-B9437E0A75AE}" dt="2024-09-13T05:08:24.211" v="11" actId="47"/>
        <pc:sldMkLst>
          <pc:docMk/>
          <pc:sldMk cId="4115417814" sldId="441"/>
        </pc:sldMkLst>
      </pc:sldChg>
      <pc:sldChg chg="del">
        <pc:chgData name="Ms Alina Arshad" userId="cccdfd85-d35d-4453-9c6f-a463aae40722" providerId="ADAL" clId="{889ED1B4-3B5C-4371-ABF8-B9437E0A75AE}" dt="2024-09-13T05:08:30.867" v="25" actId="47"/>
        <pc:sldMkLst>
          <pc:docMk/>
          <pc:sldMk cId="2279120568" sldId="446"/>
        </pc:sldMkLst>
      </pc:sldChg>
      <pc:sldChg chg="del">
        <pc:chgData name="Ms Alina Arshad" userId="cccdfd85-d35d-4453-9c6f-a463aae40722" providerId="ADAL" clId="{889ED1B4-3B5C-4371-ABF8-B9437E0A75AE}" dt="2024-09-13T05:08:25.353" v="14" actId="47"/>
        <pc:sldMkLst>
          <pc:docMk/>
          <pc:sldMk cId="2342459706" sldId="447"/>
        </pc:sldMkLst>
      </pc:sldChg>
      <pc:sldChg chg="modSp add del mod">
        <pc:chgData name="Ms Alina Arshad" userId="cccdfd85-d35d-4453-9c6f-a463aae40722" providerId="ADAL" clId="{889ED1B4-3B5C-4371-ABF8-B9437E0A75AE}" dt="2024-09-13T05:08:37.521" v="27" actId="47"/>
        <pc:sldMkLst>
          <pc:docMk/>
          <pc:sldMk cId="2348086917" sldId="448"/>
        </pc:sldMkLst>
        <pc:spChg chg="mod">
          <ac:chgData name="Ms Alina Arshad" userId="cccdfd85-d35d-4453-9c6f-a463aae40722" providerId="ADAL" clId="{889ED1B4-3B5C-4371-ABF8-B9437E0A75AE}" dt="2024-09-13T05:08:35.856" v="26" actId="6549"/>
          <ac:spMkLst>
            <pc:docMk/>
            <pc:sldMk cId="2348086917" sldId="448"/>
            <ac:spMk id="2" creationId="{00000000-0000-0000-0000-000000000000}"/>
          </ac:spMkLst>
        </pc:spChg>
      </pc:sldChg>
      <pc:sldChg chg="delSp modSp add mod">
        <pc:chgData name="Ms Alina Arshad" userId="cccdfd85-d35d-4453-9c6f-a463aae40722" providerId="ADAL" clId="{889ED1B4-3B5C-4371-ABF8-B9437E0A75AE}" dt="2024-09-13T05:09:06.731" v="36" actId="207"/>
        <pc:sldMkLst>
          <pc:docMk/>
          <pc:sldMk cId="719467134" sldId="458"/>
        </pc:sldMkLst>
        <pc:spChg chg="mod">
          <ac:chgData name="Ms Alina Arshad" userId="cccdfd85-d35d-4453-9c6f-a463aae40722" providerId="ADAL" clId="{889ED1B4-3B5C-4371-ABF8-B9437E0A75AE}" dt="2024-09-13T05:09:06.731" v="36" actId="207"/>
          <ac:spMkLst>
            <pc:docMk/>
            <pc:sldMk cId="719467134" sldId="458"/>
            <ac:spMk id="2" creationId="{00000000-0000-0000-0000-000000000000}"/>
          </ac:spMkLst>
        </pc:spChg>
        <pc:spChg chg="mod">
          <ac:chgData name="Ms Alina Arshad" userId="cccdfd85-d35d-4453-9c6f-a463aae40722" providerId="ADAL" clId="{889ED1B4-3B5C-4371-ABF8-B9437E0A75AE}" dt="2024-09-13T05:09:04.427" v="35" actId="207"/>
          <ac:spMkLst>
            <pc:docMk/>
            <pc:sldMk cId="719467134" sldId="458"/>
            <ac:spMk id="3" creationId="{00000000-0000-0000-0000-000000000000}"/>
          </ac:spMkLst>
        </pc:spChg>
        <pc:spChg chg="del">
          <ac:chgData name="Ms Alina Arshad" userId="cccdfd85-d35d-4453-9c6f-a463aae40722" providerId="ADAL" clId="{889ED1B4-3B5C-4371-ABF8-B9437E0A75AE}" dt="2024-09-13T05:08:59.495" v="33" actId="478"/>
          <ac:spMkLst>
            <pc:docMk/>
            <pc:sldMk cId="719467134" sldId="458"/>
            <ac:spMk id="4" creationId="{00000000-0000-0000-0000-000000000000}"/>
          </ac:spMkLst>
        </pc:spChg>
        <pc:spChg chg="del">
          <ac:chgData name="Ms Alina Arshad" userId="cccdfd85-d35d-4453-9c6f-a463aae40722" providerId="ADAL" clId="{889ED1B4-3B5C-4371-ABF8-B9437E0A75AE}" dt="2024-09-13T05:09:01.600" v="34" actId="478"/>
          <ac:spMkLst>
            <pc:docMk/>
            <pc:sldMk cId="719467134" sldId="458"/>
            <ac:spMk id="5" creationId="{00000000-0000-0000-0000-000000000000}"/>
          </ac:spMkLst>
        </pc:spChg>
      </pc:sldChg>
      <pc:sldChg chg="add">
        <pc:chgData name="Ms Alina Arshad" userId="cccdfd85-d35d-4453-9c6f-a463aae40722" providerId="ADAL" clId="{889ED1B4-3B5C-4371-ABF8-B9437E0A75AE}" dt="2024-09-13T05:08:13.467" v="0"/>
        <pc:sldMkLst>
          <pc:docMk/>
          <pc:sldMk cId="379126886" sldId="459"/>
        </pc:sldMkLst>
      </pc:sldChg>
      <pc:sldChg chg="add">
        <pc:chgData name="Ms Alina Arshad" userId="cccdfd85-d35d-4453-9c6f-a463aae40722" providerId="ADAL" clId="{889ED1B4-3B5C-4371-ABF8-B9437E0A75AE}" dt="2024-09-13T05:08:13.467" v="0"/>
        <pc:sldMkLst>
          <pc:docMk/>
          <pc:sldMk cId="475468520" sldId="461"/>
        </pc:sldMkLst>
      </pc:sldChg>
      <pc:sldChg chg="add">
        <pc:chgData name="Ms Alina Arshad" userId="cccdfd85-d35d-4453-9c6f-a463aae40722" providerId="ADAL" clId="{889ED1B4-3B5C-4371-ABF8-B9437E0A75AE}" dt="2024-09-13T05:08:13.467" v="0"/>
        <pc:sldMkLst>
          <pc:docMk/>
          <pc:sldMk cId="1755260321" sldId="462"/>
        </pc:sldMkLst>
      </pc:sldChg>
      <pc:sldChg chg="add">
        <pc:chgData name="Ms Alina Arshad" userId="cccdfd85-d35d-4453-9c6f-a463aae40722" providerId="ADAL" clId="{889ED1B4-3B5C-4371-ABF8-B9437E0A75AE}" dt="2024-09-13T05:08:13.467" v="0"/>
        <pc:sldMkLst>
          <pc:docMk/>
          <pc:sldMk cId="3175048454" sldId="463"/>
        </pc:sldMkLst>
      </pc:sldChg>
      <pc:sldChg chg="add">
        <pc:chgData name="Ms Alina Arshad" userId="cccdfd85-d35d-4453-9c6f-a463aae40722" providerId="ADAL" clId="{889ED1B4-3B5C-4371-ABF8-B9437E0A75AE}" dt="2024-09-13T05:08:13.467" v="0"/>
        <pc:sldMkLst>
          <pc:docMk/>
          <pc:sldMk cId="2524428318" sldId="464"/>
        </pc:sldMkLst>
      </pc:sldChg>
      <pc:sldChg chg="add">
        <pc:chgData name="Ms Alina Arshad" userId="cccdfd85-d35d-4453-9c6f-a463aae40722" providerId="ADAL" clId="{889ED1B4-3B5C-4371-ABF8-B9437E0A75AE}" dt="2024-09-13T05:08:13.467" v="0"/>
        <pc:sldMkLst>
          <pc:docMk/>
          <pc:sldMk cId="3502560203" sldId="465"/>
        </pc:sldMkLst>
      </pc:sldChg>
      <pc:sldChg chg="add">
        <pc:chgData name="Ms Alina Arshad" userId="cccdfd85-d35d-4453-9c6f-a463aae40722" providerId="ADAL" clId="{889ED1B4-3B5C-4371-ABF8-B9437E0A75AE}" dt="2024-09-13T05:08:13.467" v="0"/>
        <pc:sldMkLst>
          <pc:docMk/>
          <pc:sldMk cId="4240682665" sldId="466"/>
        </pc:sldMkLst>
      </pc:sldChg>
      <pc:sldChg chg="add">
        <pc:chgData name="Ms Alina Arshad" userId="cccdfd85-d35d-4453-9c6f-a463aae40722" providerId="ADAL" clId="{889ED1B4-3B5C-4371-ABF8-B9437E0A75AE}" dt="2024-09-13T05:08:13.467" v="0"/>
        <pc:sldMkLst>
          <pc:docMk/>
          <pc:sldMk cId="1253061490" sldId="467"/>
        </pc:sldMkLst>
      </pc:sldChg>
      <pc:sldChg chg="add">
        <pc:chgData name="Ms Alina Arshad" userId="cccdfd85-d35d-4453-9c6f-a463aae40722" providerId="ADAL" clId="{889ED1B4-3B5C-4371-ABF8-B9437E0A75AE}" dt="2024-09-13T05:08:13.467" v="0"/>
        <pc:sldMkLst>
          <pc:docMk/>
          <pc:sldMk cId="1729599593" sldId="468"/>
        </pc:sldMkLst>
      </pc:sldChg>
      <pc:sldChg chg="add">
        <pc:chgData name="Ms Alina Arshad" userId="cccdfd85-d35d-4453-9c6f-a463aae40722" providerId="ADAL" clId="{889ED1B4-3B5C-4371-ABF8-B9437E0A75AE}" dt="2024-09-13T05:08:13.467" v="0"/>
        <pc:sldMkLst>
          <pc:docMk/>
          <pc:sldMk cId="174372872" sldId="469"/>
        </pc:sldMkLst>
      </pc:sldChg>
      <pc:sldChg chg="add">
        <pc:chgData name="Ms Alina Arshad" userId="cccdfd85-d35d-4453-9c6f-a463aae40722" providerId="ADAL" clId="{889ED1B4-3B5C-4371-ABF8-B9437E0A75AE}" dt="2024-09-13T05:08:13.467" v="0"/>
        <pc:sldMkLst>
          <pc:docMk/>
          <pc:sldMk cId="1593451177" sldId="472"/>
        </pc:sldMkLst>
      </pc:sldChg>
      <pc:sldChg chg="add">
        <pc:chgData name="Ms Alina Arshad" userId="cccdfd85-d35d-4453-9c6f-a463aae40722" providerId="ADAL" clId="{889ED1B4-3B5C-4371-ABF8-B9437E0A75AE}" dt="2024-09-13T05:08:13.467" v="0"/>
        <pc:sldMkLst>
          <pc:docMk/>
          <pc:sldMk cId="3011208458" sldId="473"/>
        </pc:sldMkLst>
      </pc:sldChg>
      <pc:sldChg chg="add">
        <pc:chgData name="Ms Alina Arshad" userId="cccdfd85-d35d-4453-9c6f-a463aae40722" providerId="ADAL" clId="{889ED1B4-3B5C-4371-ABF8-B9437E0A75AE}" dt="2024-09-13T05:08:13.467" v="0"/>
        <pc:sldMkLst>
          <pc:docMk/>
          <pc:sldMk cId="457050581" sldId="475"/>
        </pc:sldMkLst>
      </pc:sldChg>
      <pc:sldChg chg="del">
        <pc:chgData name="Ms Alina Arshad" userId="cccdfd85-d35d-4453-9c6f-a463aae40722" providerId="ADAL" clId="{889ED1B4-3B5C-4371-ABF8-B9437E0A75AE}" dt="2024-09-19T05:09:46.230" v="37" actId="47"/>
        <pc:sldMkLst>
          <pc:docMk/>
          <pc:sldMk cId="1229924645" sldId="476"/>
        </pc:sldMkLst>
      </pc:sldChg>
      <pc:sldChg chg="del">
        <pc:chgData name="Ms Alina Arshad" userId="cccdfd85-d35d-4453-9c6f-a463aae40722" providerId="ADAL" clId="{889ED1B4-3B5C-4371-ABF8-B9437E0A75AE}" dt="2024-09-19T05:09:47.152" v="38" actId="47"/>
        <pc:sldMkLst>
          <pc:docMk/>
          <pc:sldMk cId="2716896203" sldId="477"/>
        </pc:sldMkLst>
      </pc:sldChg>
    </pc:docChg>
  </pc:docChgLst>
  <pc:docChgLst>
    <pc:chgData name="Ms Alina Arshad" userId="cccdfd85-d35d-4453-9c6f-a463aae40722" providerId="ADAL" clId="{2B0BDB09-5917-47B2-9AD9-E52B3C1731B6}"/>
    <pc:docChg chg="custSel addSld delSld modSld">
      <pc:chgData name="Ms Alina Arshad" userId="cccdfd85-d35d-4453-9c6f-a463aae40722" providerId="ADAL" clId="{2B0BDB09-5917-47B2-9AD9-E52B3C1731B6}" dt="2024-09-29T12:03:26.108" v="155" actId="47"/>
      <pc:docMkLst>
        <pc:docMk/>
      </pc:docMkLst>
      <pc:sldChg chg="modSp mod">
        <pc:chgData name="Ms Alina Arshad" userId="cccdfd85-d35d-4453-9c6f-a463aae40722" providerId="ADAL" clId="{2B0BDB09-5917-47B2-9AD9-E52B3C1731B6}" dt="2024-09-29T11:56:12.791" v="21" actId="20577"/>
        <pc:sldMkLst>
          <pc:docMk/>
          <pc:sldMk cId="3322361034" sldId="256"/>
        </pc:sldMkLst>
        <pc:spChg chg="mod">
          <ac:chgData name="Ms Alina Arshad" userId="cccdfd85-d35d-4453-9c6f-a463aae40722" providerId="ADAL" clId="{2B0BDB09-5917-47B2-9AD9-E52B3C1731B6}" dt="2024-09-29T11:56:12.791" v="21" actId="20577"/>
          <ac:spMkLst>
            <pc:docMk/>
            <pc:sldMk cId="3322361034" sldId="256"/>
            <ac:spMk id="3" creationId="{44E9F82C-BBA7-3495-1097-BEDB54FFFDF4}"/>
          </ac:spMkLst>
        </pc:spChg>
      </pc:sldChg>
      <pc:sldChg chg="delSp add del mod">
        <pc:chgData name="Ms Alina Arshad" userId="cccdfd85-d35d-4453-9c6f-a463aae40722" providerId="ADAL" clId="{2B0BDB09-5917-47B2-9AD9-E52B3C1731B6}" dt="2024-09-29T11:56:28.698" v="24" actId="47"/>
        <pc:sldMkLst>
          <pc:docMk/>
          <pc:sldMk cId="987785057" sldId="258"/>
        </pc:sldMkLst>
        <pc:spChg chg="del">
          <ac:chgData name="Ms Alina Arshad" userId="cccdfd85-d35d-4453-9c6f-a463aae40722" providerId="ADAL" clId="{2B0BDB09-5917-47B2-9AD9-E52B3C1731B6}" dt="2024-09-29T11:56:18.480" v="22" actId="478"/>
          <ac:spMkLst>
            <pc:docMk/>
            <pc:sldMk cId="987785057" sldId="258"/>
            <ac:spMk id="2" creationId="{00000000-0000-0000-0000-000000000000}"/>
          </ac:spMkLst>
        </pc:spChg>
        <pc:spChg chg="del">
          <ac:chgData name="Ms Alina Arshad" userId="cccdfd85-d35d-4453-9c6f-a463aae40722" providerId="ADAL" clId="{2B0BDB09-5917-47B2-9AD9-E52B3C1731B6}" dt="2024-09-29T11:56:20.475" v="23" actId="478"/>
          <ac:spMkLst>
            <pc:docMk/>
            <pc:sldMk cId="987785057" sldId="258"/>
            <ac:spMk id="5" creationId="{00000000-0000-0000-0000-000000000000}"/>
          </ac:spMkLst>
        </pc:spChg>
      </pc:sldChg>
      <pc:sldChg chg="modSp add del mod">
        <pc:chgData name="Ms Alina Arshad" userId="cccdfd85-d35d-4453-9c6f-a463aae40722" providerId="ADAL" clId="{2B0BDB09-5917-47B2-9AD9-E52B3C1731B6}" dt="2024-09-29T11:56:09.183" v="19" actId="47"/>
        <pc:sldMkLst>
          <pc:docMk/>
          <pc:sldMk cId="2348086917" sldId="280"/>
        </pc:sldMkLst>
        <pc:spChg chg="mod">
          <ac:chgData name="Ms Alina Arshad" userId="cccdfd85-d35d-4453-9c6f-a463aae40722" providerId="ADAL" clId="{2B0BDB09-5917-47B2-9AD9-E52B3C1731B6}" dt="2024-09-29T11:55:58.441" v="18" actId="207"/>
          <ac:spMkLst>
            <pc:docMk/>
            <pc:sldMk cId="2348086917" sldId="280"/>
            <ac:spMk id="2" creationId="{00000000-0000-0000-0000-000000000000}"/>
          </ac:spMkLst>
        </pc:spChg>
        <pc:spChg chg="mod">
          <ac:chgData name="Ms Alina Arshad" userId="cccdfd85-d35d-4453-9c6f-a463aae40722" providerId="ADAL" clId="{2B0BDB09-5917-47B2-9AD9-E52B3C1731B6}" dt="2024-09-29T11:55:58.441" v="18" actId="207"/>
          <ac:spMkLst>
            <pc:docMk/>
            <pc:sldMk cId="2348086917" sldId="280"/>
            <ac:spMk id="3" creationId="{00000000-0000-0000-0000-000000000000}"/>
          </ac:spMkLst>
        </pc:spChg>
        <pc:spChg chg="mod">
          <ac:chgData name="Ms Alina Arshad" userId="cccdfd85-d35d-4453-9c6f-a463aae40722" providerId="ADAL" clId="{2B0BDB09-5917-47B2-9AD9-E52B3C1731B6}" dt="2024-09-29T11:55:58.441" v="18" actId="207"/>
          <ac:spMkLst>
            <pc:docMk/>
            <pc:sldMk cId="2348086917" sldId="280"/>
            <ac:spMk id="5" creationId="{00000000-0000-0000-0000-000000000000}"/>
          </ac:spMkLst>
        </pc:spChg>
      </pc:sldChg>
      <pc:sldChg chg="add del">
        <pc:chgData name="Ms Alina Arshad" userId="cccdfd85-d35d-4453-9c6f-a463aae40722" providerId="ADAL" clId="{2B0BDB09-5917-47B2-9AD9-E52B3C1731B6}" dt="2024-09-29T12:03:26.108" v="155" actId="47"/>
        <pc:sldMkLst>
          <pc:docMk/>
          <pc:sldMk cId="1032267902" sldId="313"/>
        </pc:sldMkLst>
      </pc:sldChg>
      <pc:sldChg chg="del">
        <pc:chgData name="Ms Alina Arshad" userId="cccdfd85-d35d-4453-9c6f-a463aae40722" providerId="ADAL" clId="{2B0BDB09-5917-47B2-9AD9-E52B3C1731B6}" dt="2024-09-29T11:55:39.253" v="0" actId="47"/>
        <pc:sldMkLst>
          <pc:docMk/>
          <pc:sldMk cId="1317028974" sldId="475"/>
        </pc:sldMkLst>
      </pc:sldChg>
      <pc:sldChg chg="del">
        <pc:chgData name="Ms Alina Arshad" userId="cccdfd85-d35d-4453-9c6f-a463aae40722" providerId="ADAL" clId="{2B0BDB09-5917-47B2-9AD9-E52B3C1731B6}" dt="2024-09-29T11:55:41.199" v="2" actId="47"/>
        <pc:sldMkLst>
          <pc:docMk/>
          <pc:sldMk cId="1999589581" sldId="476"/>
        </pc:sldMkLst>
      </pc:sldChg>
      <pc:sldChg chg="del">
        <pc:chgData name="Ms Alina Arshad" userId="cccdfd85-d35d-4453-9c6f-a463aae40722" providerId="ADAL" clId="{2B0BDB09-5917-47B2-9AD9-E52B3C1731B6}" dt="2024-09-29T11:55:41.501" v="3" actId="47"/>
        <pc:sldMkLst>
          <pc:docMk/>
          <pc:sldMk cId="4056107159" sldId="477"/>
        </pc:sldMkLst>
      </pc:sldChg>
      <pc:sldChg chg="del">
        <pc:chgData name="Ms Alina Arshad" userId="cccdfd85-d35d-4453-9c6f-a463aae40722" providerId="ADAL" clId="{2B0BDB09-5917-47B2-9AD9-E52B3C1731B6}" dt="2024-09-29T11:55:42.027" v="5" actId="47"/>
        <pc:sldMkLst>
          <pc:docMk/>
          <pc:sldMk cId="3142530740" sldId="478"/>
        </pc:sldMkLst>
      </pc:sldChg>
      <pc:sldChg chg="del">
        <pc:chgData name="Ms Alina Arshad" userId="cccdfd85-d35d-4453-9c6f-a463aae40722" providerId="ADAL" clId="{2B0BDB09-5917-47B2-9AD9-E52B3C1731B6}" dt="2024-09-29T11:55:42.629" v="7" actId="47"/>
        <pc:sldMkLst>
          <pc:docMk/>
          <pc:sldMk cId="3718238795" sldId="479"/>
        </pc:sldMkLst>
      </pc:sldChg>
      <pc:sldChg chg="del">
        <pc:chgData name="Ms Alina Arshad" userId="cccdfd85-d35d-4453-9c6f-a463aae40722" providerId="ADAL" clId="{2B0BDB09-5917-47B2-9AD9-E52B3C1731B6}" dt="2024-09-29T11:55:43.590" v="11" actId="47"/>
        <pc:sldMkLst>
          <pc:docMk/>
          <pc:sldMk cId="3737652639" sldId="482"/>
        </pc:sldMkLst>
      </pc:sldChg>
      <pc:sldChg chg="del">
        <pc:chgData name="Ms Alina Arshad" userId="cccdfd85-d35d-4453-9c6f-a463aae40722" providerId="ADAL" clId="{2B0BDB09-5917-47B2-9AD9-E52B3C1731B6}" dt="2024-09-29T11:55:43.872" v="12" actId="47"/>
        <pc:sldMkLst>
          <pc:docMk/>
          <pc:sldMk cId="2818035381" sldId="483"/>
        </pc:sldMkLst>
      </pc:sldChg>
      <pc:sldChg chg="del">
        <pc:chgData name="Ms Alina Arshad" userId="cccdfd85-d35d-4453-9c6f-a463aae40722" providerId="ADAL" clId="{2B0BDB09-5917-47B2-9AD9-E52B3C1731B6}" dt="2024-09-29T11:55:42.898" v="8" actId="47"/>
        <pc:sldMkLst>
          <pc:docMk/>
          <pc:sldMk cId="267361801" sldId="484"/>
        </pc:sldMkLst>
      </pc:sldChg>
      <pc:sldChg chg="del">
        <pc:chgData name="Ms Alina Arshad" userId="cccdfd85-d35d-4453-9c6f-a463aae40722" providerId="ADAL" clId="{2B0BDB09-5917-47B2-9AD9-E52B3C1731B6}" dt="2024-09-29T11:55:42.294" v="6" actId="47"/>
        <pc:sldMkLst>
          <pc:docMk/>
          <pc:sldMk cId="2146923405" sldId="485"/>
        </pc:sldMkLst>
      </pc:sldChg>
      <pc:sldChg chg="del">
        <pc:chgData name="Ms Alina Arshad" userId="cccdfd85-d35d-4453-9c6f-a463aae40722" providerId="ADAL" clId="{2B0BDB09-5917-47B2-9AD9-E52B3C1731B6}" dt="2024-09-29T11:55:43.133" v="9" actId="47"/>
        <pc:sldMkLst>
          <pc:docMk/>
          <pc:sldMk cId="3895319384" sldId="486"/>
        </pc:sldMkLst>
      </pc:sldChg>
      <pc:sldChg chg="del">
        <pc:chgData name="Ms Alina Arshad" userId="cccdfd85-d35d-4453-9c6f-a463aae40722" providerId="ADAL" clId="{2B0BDB09-5917-47B2-9AD9-E52B3C1731B6}" dt="2024-09-29T11:55:44.367" v="13" actId="47"/>
        <pc:sldMkLst>
          <pc:docMk/>
          <pc:sldMk cId="2382187672" sldId="488"/>
        </pc:sldMkLst>
      </pc:sldChg>
      <pc:sldChg chg="del">
        <pc:chgData name="Ms Alina Arshad" userId="cccdfd85-d35d-4453-9c6f-a463aae40722" providerId="ADAL" clId="{2B0BDB09-5917-47B2-9AD9-E52B3C1731B6}" dt="2024-09-29T11:55:43.374" v="10" actId="47"/>
        <pc:sldMkLst>
          <pc:docMk/>
          <pc:sldMk cId="2466836527" sldId="490"/>
        </pc:sldMkLst>
      </pc:sldChg>
      <pc:sldChg chg="del">
        <pc:chgData name="Ms Alina Arshad" userId="cccdfd85-d35d-4453-9c6f-a463aae40722" providerId="ADAL" clId="{2B0BDB09-5917-47B2-9AD9-E52B3C1731B6}" dt="2024-09-29T11:55:41.782" v="4" actId="47"/>
        <pc:sldMkLst>
          <pc:docMk/>
          <pc:sldMk cId="1501064082" sldId="491"/>
        </pc:sldMkLst>
      </pc:sldChg>
      <pc:sldChg chg="del">
        <pc:chgData name="Ms Alina Arshad" userId="cccdfd85-d35d-4453-9c6f-a463aae40722" providerId="ADAL" clId="{2B0BDB09-5917-47B2-9AD9-E52B3C1731B6}" dt="2024-09-29T11:55:40.800" v="1" actId="47"/>
        <pc:sldMkLst>
          <pc:docMk/>
          <pc:sldMk cId="746752752" sldId="492"/>
        </pc:sldMkLst>
      </pc:sldChg>
      <pc:sldChg chg="delSp modSp add mod">
        <pc:chgData name="Ms Alina Arshad" userId="cccdfd85-d35d-4453-9c6f-a463aae40722" providerId="ADAL" clId="{2B0BDB09-5917-47B2-9AD9-E52B3C1731B6}" dt="2024-09-29T11:56:53.572" v="29" actId="207"/>
        <pc:sldMkLst>
          <pc:docMk/>
          <pc:sldMk cId="3595481221" sldId="492"/>
        </pc:sldMkLst>
        <pc:spChg chg="mod">
          <ac:chgData name="Ms Alina Arshad" userId="cccdfd85-d35d-4453-9c6f-a463aae40722" providerId="ADAL" clId="{2B0BDB09-5917-47B2-9AD9-E52B3C1731B6}" dt="2024-09-29T11:56:47.976" v="28" actId="113"/>
          <ac:spMkLst>
            <pc:docMk/>
            <pc:sldMk cId="3595481221" sldId="492"/>
            <ac:spMk id="2" creationId="{00000000-0000-0000-0000-000000000000}"/>
          </ac:spMkLst>
        </pc:spChg>
        <pc:spChg chg="mod">
          <ac:chgData name="Ms Alina Arshad" userId="cccdfd85-d35d-4453-9c6f-a463aae40722" providerId="ADAL" clId="{2B0BDB09-5917-47B2-9AD9-E52B3C1731B6}" dt="2024-09-29T11:56:53.572" v="29" actId="207"/>
          <ac:spMkLst>
            <pc:docMk/>
            <pc:sldMk cId="3595481221" sldId="492"/>
            <ac:spMk id="3" creationId="{00000000-0000-0000-0000-000000000000}"/>
          </ac:spMkLst>
        </pc:spChg>
        <pc:spChg chg="del">
          <ac:chgData name="Ms Alina Arshad" userId="cccdfd85-d35d-4453-9c6f-a463aae40722" providerId="ADAL" clId="{2B0BDB09-5917-47B2-9AD9-E52B3C1731B6}" dt="2024-09-29T11:56:33.333" v="25" actId="478"/>
          <ac:spMkLst>
            <pc:docMk/>
            <pc:sldMk cId="3595481221" sldId="492"/>
            <ac:spMk id="4" creationId="{00000000-0000-0000-0000-000000000000}"/>
          </ac:spMkLst>
        </pc:spChg>
        <pc:spChg chg="del">
          <ac:chgData name="Ms Alina Arshad" userId="cccdfd85-d35d-4453-9c6f-a463aae40722" providerId="ADAL" clId="{2B0BDB09-5917-47B2-9AD9-E52B3C1731B6}" dt="2024-09-29T11:56:36.486" v="26" actId="478"/>
          <ac:spMkLst>
            <pc:docMk/>
            <pc:sldMk cId="3595481221" sldId="492"/>
            <ac:spMk id="5" creationId="{00000000-0000-0000-0000-000000000000}"/>
          </ac:spMkLst>
        </pc:spChg>
      </pc:sldChg>
      <pc:sldChg chg="delSp modSp add mod">
        <pc:chgData name="Ms Alina Arshad" userId="cccdfd85-d35d-4453-9c6f-a463aae40722" providerId="ADAL" clId="{2B0BDB09-5917-47B2-9AD9-E52B3C1731B6}" dt="2024-09-29T11:57:34.158" v="42" actId="12"/>
        <pc:sldMkLst>
          <pc:docMk/>
          <pc:sldMk cId="3384488715" sldId="493"/>
        </pc:sldMkLst>
        <pc:spChg chg="mod">
          <ac:chgData name="Ms Alina Arshad" userId="cccdfd85-d35d-4453-9c6f-a463aae40722" providerId="ADAL" clId="{2B0BDB09-5917-47B2-9AD9-E52B3C1731B6}" dt="2024-09-29T11:57:11.536" v="34" actId="113"/>
          <ac:spMkLst>
            <pc:docMk/>
            <pc:sldMk cId="3384488715" sldId="493"/>
            <ac:spMk id="2" creationId="{00000000-0000-0000-0000-000000000000}"/>
          </ac:spMkLst>
        </pc:spChg>
        <pc:spChg chg="mod">
          <ac:chgData name="Ms Alina Arshad" userId="cccdfd85-d35d-4453-9c6f-a463aae40722" providerId="ADAL" clId="{2B0BDB09-5917-47B2-9AD9-E52B3C1731B6}" dt="2024-09-29T11:57:34.158" v="42" actId="12"/>
          <ac:spMkLst>
            <pc:docMk/>
            <pc:sldMk cId="3384488715" sldId="493"/>
            <ac:spMk id="3" creationId="{00000000-0000-0000-0000-000000000000}"/>
          </ac:spMkLst>
        </pc:spChg>
        <pc:spChg chg="del">
          <ac:chgData name="Ms Alina Arshad" userId="cccdfd85-d35d-4453-9c6f-a463aae40722" providerId="ADAL" clId="{2B0BDB09-5917-47B2-9AD9-E52B3C1731B6}" dt="2024-09-29T11:56:58.578" v="30" actId="478"/>
          <ac:spMkLst>
            <pc:docMk/>
            <pc:sldMk cId="3384488715" sldId="493"/>
            <ac:spMk id="4" creationId="{00000000-0000-0000-0000-000000000000}"/>
          </ac:spMkLst>
        </pc:spChg>
        <pc:spChg chg="del">
          <ac:chgData name="Ms Alina Arshad" userId="cccdfd85-d35d-4453-9c6f-a463aae40722" providerId="ADAL" clId="{2B0BDB09-5917-47B2-9AD9-E52B3C1731B6}" dt="2024-09-29T11:57:00.519" v="31" actId="478"/>
          <ac:spMkLst>
            <pc:docMk/>
            <pc:sldMk cId="3384488715" sldId="493"/>
            <ac:spMk id="5" creationId="{00000000-0000-0000-0000-000000000000}"/>
          </ac:spMkLst>
        </pc:spChg>
        <pc:picChg chg="mod">
          <ac:chgData name="Ms Alina Arshad" userId="cccdfd85-d35d-4453-9c6f-a463aae40722" providerId="ADAL" clId="{2B0BDB09-5917-47B2-9AD9-E52B3C1731B6}" dt="2024-09-29T11:57:28.124" v="41" actId="1076"/>
          <ac:picMkLst>
            <pc:docMk/>
            <pc:sldMk cId="3384488715" sldId="493"/>
            <ac:picMk id="6" creationId="{00000000-0000-0000-0000-000000000000}"/>
          </ac:picMkLst>
        </pc:picChg>
      </pc:sldChg>
      <pc:sldChg chg="delSp modSp add mod">
        <pc:chgData name="Ms Alina Arshad" userId="cccdfd85-d35d-4453-9c6f-a463aae40722" providerId="ADAL" clId="{2B0BDB09-5917-47B2-9AD9-E52B3C1731B6}" dt="2024-09-29T11:58:08.886" v="52" actId="1076"/>
        <pc:sldMkLst>
          <pc:docMk/>
          <pc:sldMk cId="3386321733" sldId="494"/>
        </pc:sldMkLst>
        <pc:spChg chg="mod">
          <ac:chgData name="Ms Alina Arshad" userId="cccdfd85-d35d-4453-9c6f-a463aae40722" providerId="ADAL" clId="{2B0BDB09-5917-47B2-9AD9-E52B3C1731B6}" dt="2024-09-29T11:58:08.886" v="52" actId="1076"/>
          <ac:spMkLst>
            <pc:docMk/>
            <pc:sldMk cId="3386321733" sldId="494"/>
            <ac:spMk id="2" creationId="{00000000-0000-0000-0000-000000000000}"/>
          </ac:spMkLst>
        </pc:spChg>
        <pc:spChg chg="mod">
          <ac:chgData name="Ms Alina Arshad" userId="cccdfd85-d35d-4453-9c6f-a463aae40722" providerId="ADAL" clId="{2B0BDB09-5917-47B2-9AD9-E52B3C1731B6}" dt="2024-09-29T11:58:03.553" v="51" actId="1076"/>
          <ac:spMkLst>
            <pc:docMk/>
            <pc:sldMk cId="3386321733" sldId="494"/>
            <ac:spMk id="3" creationId="{00000000-0000-0000-0000-000000000000}"/>
          </ac:spMkLst>
        </pc:spChg>
        <pc:spChg chg="del">
          <ac:chgData name="Ms Alina Arshad" userId="cccdfd85-d35d-4453-9c6f-a463aae40722" providerId="ADAL" clId="{2B0BDB09-5917-47B2-9AD9-E52B3C1731B6}" dt="2024-09-29T11:57:39.081" v="43" actId="478"/>
          <ac:spMkLst>
            <pc:docMk/>
            <pc:sldMk cId="3386321733" sldId="494"/>
            <ac:spMk id="4" creationId="{00000000-0000-0000-0000-000000000000}"/>
          </ac:spMkLst>
        </pc:spChg>
        <pc:spChg chg="del">
          <ac:chgData name="Ms Alina Arshad" userId="cccdfd85-d35d-4453-9c6f-a463aae40722" providerId="ADAL" clId="{2B0BDB09-5917-47B2-9AD9-E52B3C1731B6}" dt="2024-09-29T11:57:40.847" v="44" actId="478"/>
          <ac:spMkLst>
            <pc:docMk/>
            <pc:sldMk cId="3386321733" sldId="494"/>
            <ac:spMk id="5" creationId="{00000000-0000-0000-0000-000000000000}"/>
          </ac:spMkLst>
        </pc:spChg>
      </pc:sldChg>
      <pc:sldChg chg="delSp modSp add mod">
        <pc:chgData name="Ms Alina Arshad" userId="cccdfd85-d35d-4453-9c6f-a463aae40722" providerId="ADAL" clId="{2B0BDB09-5917-47B2-9AD9-E52B3C1731B6}" dt="2024-09-29T11:59:00.649" v="70" actId="12"/>
        <pc:sldMkLst>
          <pc:docMk/>
          <pc:sldMk cId="4273395344" sldId="495"/>
        </pc:sldMkLst>
        <pc:spChg chg="mod">
          <ac:chgData name="Ms Alina Arshad" userId="cccdfd85-d35d-4453-9c6f-a463aae40722" providerId="ADAL" clId="{2B0BDB09-5917-47B2-9AD9-E52B3C1731B6}" dt="2024-09-29T11:58:41.524" v="63" actId="113"/>
          <ac:spMkLst>
            <pc:docMk/>
            <pc:sldMk cId="4273395344" sldId="495"/>
            <ac:spMk id="2" creationId="{00000000-0000-0000-0000-000000000000}"/>
          </ac:spMkLst>
        </pc:spChg>
        <pc:spChg chg="mod">
          <ac:chgData name="Ms Alina Arshad" userId="cccdfd85-d35d-4453-9c6f-a463aae40722" providerId="ADAL" clId="{2B0BDB09-5917-47B2-9AD9-E52B3C1731B6}" dt="2024-09-29T11:59:00.649" v="70" actId="12"/>
          <ac:spMkLst>
            <pc:docMk/>
            <pc:sldMk cId="4273395344" sldId="495"/>
            <ac:spMk id="3" creationId="{00000000-0000-0000-0000-000000000000}"/>
          </ac:spMkLst>
        </pc:spChg>
        <pc:spChg chg="del">
          <ac:chgData name="Ms Alina Arshad" userId="cccdfd85-d35d-4453-9c6f-a463aae40722" providerId="ADAL" clId="{2B0BDB09-5917-47B2-9AD9-E52B3C1731B6}" dt="2024-09-29T11:58:44.982" v="64" actId="478"/>
          <ac:spMkLst>
            <pc:docMk/>
            <pc:sldMk cId="4273395344" sldId="495"/>
            <ac:spMk id="4" creationId="{00000000-0000-0000-0000-000000000000}"/>
          </ac:spMkLst>
        </pc:spChg>
        <pc:spChg chg="del">
          <ac:chgData name="Ms Alina Arshad" userId="cccdfd85-d35d-4453-9c6f-a463aae40722" providerId="ADAL" clId="{2B0BDB09-5917-47B2-9AD9-E52B3C1731B6}" dt="2024-09-29T11:58:46.496" v="65" actId="478"/>
          <ac:spMkLst>
            <pc:docMk/>
            <pc:sldMk cId="4273395344" sldId="495"/>
            <ac:spMk id="5" creationId="{00000000-0000-0000-0000-000000000000}"/>
          </ac:spMkLst>
        </pc:spChg>
      </pc:sldChg>
      <pc:sldChg chg="delSp modSp add mod">
        <pc:chgData name="Ms Alina Arshad" userId="cccdfd85-d35d-4453-9c6f-a463aae40722" providerId="ADAL" clId="{2B0BDB09-5917-47B2-9AD9-E52B3C1731B6}" dt="2024-09-29T12:00:23.716" v="98" actId="403"/>
        <pc:sldMkLst>
          <pc:docMk/>
          <pc:sldMk cId="1058188132" sldId="496"/>
        </pc:sldMkLst>
        <pc:spChg chg="mod">
          <ac:chgData name="Ms Alina Arshad" userId="cccdfd85-d35d-4453-9c6f-a463aae40722" providerId="ADAL" clId="{2B0BDB09-5917-47B2-9AD9-E52B3C1731B6}" dt="2024-09-29T12:00:12.718" v="95" actId="113"/>
          <ac:spMkLst>
            <pc:docMk/>
            <pc:sldMk cId="1058188132" sldId="496"/>
            <ac:spMk id="2" creationId="{00000000-0000-0000-0000-000000000000}"/>
          </ac:spMkLst>
        </pc:spChg>
        <pc:spChg chg="mod">
          <ac:chgData name="Ms Alina Arshad" userId="cccdfd85-d35d-4453-9c6f-a463aae40722" providerId="ADAL" clId="{2B0BDB09-5917-47B2-9AD9-E52B3C1731B6}" dt="2024-09-29T12:00:23.716" v="98" actId="403"/>
          <ac:spMkLst>
            <pc:docMk/>
            <pc:sldMk cId="1058188132" sldId="496"/>
            <ac:spMk id="3" creationId="{00000000-0000-0000-0000-000000000000}"/>
          </ac:spMkLst>
        </pc:spChg>
        <pc:spChg chg="del">
          <ac:chgData name="Ms Alina Arshad" userId="cccdfd85-d35d-4453-9c6f-a463aae40722" providerId="ADAL" clId="{2B0BDB09-5917-47B2-9AD9-E52B3C1731B6}" dt="2024-09-29T12:00:06.071" v="92" actId="478"/>
          <ac:spMkLst>
            <pc:docMk/>
            <pc:sldMk cId="1058188132" sldId="496"/>
            <ac:spMk id="4" creationId="{00000000-0000-0000-0000-000000000000}"/>
          </ac:spMkLst>
        </pc:spChg>
        <pc:spChg chg="del">
          <ac:chgData name="Ms Alina Arshad" userId="cccdfd85-d35d-4453-9c6f-a463aae40722" providerId="ADAL" clId="{2B0BDB09-5917-47B2-9AD9-E52B3C1731B6}" dt="2024-09-29T12:00:08.060" v="93" actId="478"/>
          <ac:spMkLst>
            <pc:docMk/>
            <pc:sldMk cId="1058188132" sldId="496"/>
            <ac:spMk id="5" creationId="{00000000-0000-0000-0000-000000000000}"/>
          </ac:spMkLst>
        </pc:spChg>
      </pc:sldChg>
      <pc:sldChg chg="delSp modSp add mod">
        <pc:chgData name="Ms Alina Arshad" userId="cccdfd85-d35d-4453-9c6f-a463aae40722" providerId="ADAL" clId="{2B0BDB09-5917-47B2-9AD9-E52B3C1731B6}" dt="2024-09-29T12:01:50.418" v="124" actId="478"/>
        <pc:sldMkLst>
          <pc:docMk/>
          <pc:sldMk cId="1132663045" sldId="497"/>
        </pc:sldMkLst>
        <pc:spChg chg="mod">
          <ac:chgData name="Ms Alina Arshad" userId="cccdfd85-d35d-4453-9c6f-a463aae40722" providerId="ADAL" clId="{2B0BDB09-5917-47B2-9AD9-E52B3C1731B6}" dt="2024-09-29T12:01:40.109" v="120" actId="113"/>
          <ac:spMkLst>
            <pc:docMk/>
            <pc:sldMk cId="1132663045" sldId="497"/>
            <ac:spMk id="2" creationId="{00000000-0000-0000-0000-000000000000}"/>
          </ac:spMkLst>
        </pc:spChg>
        <pc:spChg chg="mod">
          <ac:chgData name="Ms Alina Arshad" userId="cccdfd85-d35d-4453-9c6f-a463aae40722" providerId="ADAL" clId="{2B0BDB09-5917-47B2-9AD9-E52B3C1731B6}" dt="2024-09-29T12:01:47.026" v="122" actId="12"/>
          <ac:spMkLst>
            <pc:docMk/>
            <pc:sldMk cId="1132663045" sldId="497"/>
            <ac:spMk id="3" creationId="{00000000-0000-0000-0000-000000000000}"/>
          </ac:spMkLst>
        </pc:spChg>
        <pc:spChg chg="del">
          <ac:chgData name="Ms Alina Arshad" userId="cccdfd85-d35d-4453-9c6f-a463aae40722" providerId="ADAL" clId="{2B0BDB09-5917-47B2-9AD9-E52B3C1731B6}" dt="2024-09-29T12:01:48.726" v="123" actId="478"/>
          <ac:spMkLst>
            <pc:docMk/>
            <pc:sldMk cId="1132663045" sldId="497"/>
            <ac:spMk id="4" creationId="{00000000-0000-0000-0000-000000000000}"/>
          </ac:spMkLst>
        </pc:spChg>
        <pc:spChg chg="del">
          <ac:chgData name="Ms Alina Arshad" userId="cccdfd85-d35d-4453-9c6f-a463aae40722" providerId="ADAL" clId="{2B0BDB09-5917-47B2-9AD9-E52B3C1731B6}" dt="2024-09-29T12:01:50.418" v="124" actId="478"/>
          <ac:spMkLst>
            <pc:docMk/>
            <pc:sldMk cId="1132663045" sldId="497"/>
            <ac:spMk id="5" creationId="{00000000-0000-0000-0000-000000000000}"/>
          </ac:spMkLst>
        </pc:spChg>
      </pc:sldChg>
      <pc:sldChg chg="delSp modSp add mod">
        <pc:chgData name="Ms Alina Arshad" userId="cccdfd85-d35d-4453-9c6f-a463aae40722" providerId="ADAL" clId="{2B0BDB09-5917-47B2-9AD9-E52B3C1731B6}" dt="2024-09-29T11:59:26.248" v="79" actId="478"/>
        <pc:sldMkLst>
          <pc:docMk/>
          <pc:sldMk cId="1570724855" sldId="505"/>
        </pc:sldMkLst>
        <pc:spChg chg="mod">
          <ac:chgData name="Ms Alina Arshad" userId="cccdfd85-d35d-4453-9c6f-a463aae40722" providerId="ADAL" clId="{2B0BDB09-5917-47B2-9AD9-E52B3C1731B6}" dt="2024-09-29T11:59:11.914" v="73" actId="14100"/>
          <ac:spMkLst>
            <pc:docMk/>
            <pc:sldMk cId="1570724855" sldId="505"/>
            <ac:spMk id="2" creationId="{00000000-0000-0000-0000-000000000000}"/>
          </ac:spMkLst>
        </pc:spChg>
        <pc:spChg chg="del">
          <ac:chgData name="Ms Alina Arshad" userId="cccdfd85-d35d-4453-9c6f-a463aae40722" providerId="ADAL" clId="{2B0BDB09-5917-47B2-9AD9-E52B3C1731B6}" dt="2024-09-29T11:59:24.430" v="78" actId="478"/>
          <ac:spMkLst>
            <pc:docMk/>
            <pc:sldMk cId="1570724855" sldId="505"/>
            <ac:spMk id="4" creationId="{00000000-0000-0000-0000-000000000000}"/>
          </ac:spMkLst>
        </pc:spChg>
        <pc:spChg chg="del">
          <ac:chgData name="Ms Alina Arshad" userId="cccdfd85-d35d-4453-9c6f-a463aae40722" providerId="ADAL" clId="{2B0BDB09-5917-47B2-9AD9-E52B3C1731B6}" dt="2024-09-29T11:59:26.248" v="79" actId="478"/>
          <ac:spMkLst>
            <pc:docMk/>
            <pc:sldMk cId="1570724855" sldId="505"/>
            <ac:spMk id="5" creationId="{00000000-0000-0000-0000-000000000000}"/>
          </ac:spMkLst>
        </pc:spChg>
        <pc:picChg chg="mod">
          <ac:chgData name="Ms Alina Arshad" userId="cccdfd85-d35d-4453-9c6f-a463aae40722" providerId="ADAL" clId="{2B0BDB09-5917-47B2-9AD9-E52B3C1731B6}" dt="2024-09-29T11:59:22.229" v="77" actId="1076"/>
          <ac:picMkLst>
            <pc:docMk/>
            <pc:sldMk cId="1570724855" sldId="505"/>
            <ac:picMk id="6" creationId="{00000000-0000-0000-0000-000000000000}"/>
          </ac:picMkLst>
        </pc:picChg>
        <pc:picChg chg="mod">
          <ac:chgData name="Ms Alina Arshad" userId="cccdfd85-d35d-4453-9c6f-a463aae40722" providerId="ADAL" clId="{2B0BDB09-5917-47B2-9AD9-E52B3C1731B6}" dt="2024-09-29T11:59:20.384" v="76" actId="1076"/>
          <ac:picMkLst>
            <pc:docMk/>
            <pc:sldMk cId="1570724855" sldId="505"/>
            <ac:picMk id="7" creationId="{00000000-0000-0000-0000-000000000000}"/>
          </ac:picMkLst>
        </pc:picChg>
      </pc:sldChg>
      <pc:sldChg chg="delSp modSp add mod">
        <pc:chgData name="Ms Alina Arshad" userId="cccdfd85-d35d-4453-9c6f-a463aae40722" providerId="ADAL" clId="{2B0BDB09-5917-47B2-9AD9-E52B3C1731B6}" dt="2024-09-29T11:59:57.001" v="91" actId="1076"/>
        <pc:sldMkLst>
          <pc:docMk/>
          <pc:sldMk cId="2421881517" sldId="506"/>
        </pc:sldMkLst>
        <pc:spChg chg="del">
          <ac:chgData name="Ms Alina Arshad" userId="cccdfd85-d35d-4453-9c6f-a463aae40722" providerId="ADAL" clId="{2B0BDB09-5917-47B2-9AD9-E52B3C1731B6}" dt="2024-09-29T11:59:36.340" v="83" actId="478"/>
          <ac:spMkLst>
            <pc:docMk/>
            <pc:sldMk cId="2421881517" sldId="506"/>
            <ac:spMk id="2" creationId="{00000000-0000-0000-0000-000000000000}"/>
          </ac:spMkLst>
        </pc:spChg>
        <pc:spChg chg="del">
          <ac:chgData name="Ms Alina Arshad" userId="cccdfd85-d35d-4453-9c6f-a463aae40722" providerId="ADAL" clId="{2B0BDB09-5917-47B2-9AD9-E52B3C1731B6}" dt="2024-09-29T11:59:32.382" v="81" actId="478"/>
          <ac:spMkLst>
            <pc:docMk/>
            <pc:sldMk cId="2421881517" sldId="506"/>
            <ac:spMk id="4" creationId="{00000000-0000-0000-0000-000000000000}"/>
          </ac:spMkLst>
        </pc:spChg>
        <pc:spChg chg="del">
          <ac:chgData name="Ms Alina Arshad" userId="cccdfd85-d35d-4453-9c6f-a463aae40722" providerId="ADAL" clId="{2B0BDB09-5917-47B2-9AD9-E52B3C1731B6}" dt="2024-09-29T11:59:34.023" v="82" actId="478"/>
          <ac:spMkLst>
            <pc:docMk/>
            <pc:sldMk cId="2421881517" sldId="506"/>
            <ac:spMk id="5" creationId="{00000000-0000-0000-0000-000000000000}"/>
          </ac:spMkLst>
        </pc:spChg>
        <pc:picChg chg="mod">
          <ac:chgData name="Ms Alina Arshad" userId="cccdfd85-d35d-4453-9c6f-a463aae40722" providerId="ADAL" clId="{2B0BDB09-5917-47B2-9AD9-E52B3C1731B6}" dt="2024-09-29T11:59:57.001" v="91" actId="1076"/>
          <ac:picMkLst>
            <pc:docMk/>
            <pc:sldMk cId="2421881517" sldId="506"/>
            <ac:picMk id="6" creationId="{00000000-0000-0000-0000-000000000000}"/>
          </ac:picMkLst>
        </pc:picChg>
      </pc:sldChg>
      <pc:sldChg chg="delSp modSp add mod">
        <pc:chgData name="Ms Alina Arshad" userId="cccdfd85-d35d-4453-9c6f-a463aae40722" providerId="ADAL" clId="{2B0BDB09-5917-47B2-9AD9-E52B3C1731B6}" dt="2024-09-29T11:58:33.476" v="61" actId="1076"/>
        <pc:sldMkLst>
          <pc:docMk/>
          <pc:sldMk cId="1799033065" sldId="507"/>
        </pc:sldMkLst>
        <pc:spChg chg="mod">
          <ac:chgData name="Ms Alina Arshad" userId="cccdfd85-d35d-4453-9c6f-a463aae40722" providerId="ADAL" clId="{2B0BDB09-5917-47B2-9AD9-E52B3C1731B6}" dt="2024-09-29T11:58:16.306" v="54" actId="113"/>
          <ac:spMkLst>
            <pc:docMk/>
            <pc:sldMk cId="1799033065" sldId="507"/>
            <ac:spMk id="2" creationId="{00000000-0000-0000-0000-000000000000}"/>
          </ac:spMkLst>
        </pc:spChg>
        <pc:spChg chg="del">
          <ac:chgData name="Ms Alina Arshad" userId="cccdfd85-d35d-4453-9c6f-a463aae40722" providerId="ADAL" clId="{2B0BDB09-5917-47B2-9AD9-E52B3C1731B6}" dt="2024-09-29T11:58:29.802" v="59" actId="478"/>
          <ac:spMkLst>
            <pc:docMk/>
            <pc:sldMk cId="1799033065" sldId="507"/>
            <ac:spMk id="4" creationId="{00000000-0000-0000-0000-000000000000}"/>
          </ac:spMkLst>
        </pc:spChg>
        <pc:spChg chg="del">
          <ac:chgData name="Ms Alina Arshad" userId="cccdfd85-d35d-4453-9c6f-a463aae40722" providerId="ADAL" clId="{2B0BDB09-5917-47B2-9AD9-E52B3C1731B6}" dt="2024-09-29T11:58:31.558" v="60" actId="478"/>
          <ac:spMkLst>
            <pc:docMk/>
            <pc:sldMk cId="1799033065" sldId="507"/>
            <ac:spMk id="5" creationId="{00000000-0000-0000-0000-000000000000}"/>
          </ac:spMkLst>
        </pc:spChg>
        <pc:spChg chg="mod">
          <ac:chgData name="Ms Alina Arshad" userId="cccdfd85-d35d-4453-9c6f-a463aae40722" providerId="ADAL" clId="{2B0BDB09-5917-47B2-9AD9-E52B3C1731B6}" dt="2024-09-29T11:58:20.780" v="56" actId="113"/>
          <ac:spMkLst>
            <pc:docMk/>
            <pc:sldMk cId="1799033065" sldId="507"/>
            <ac:spMk id="7" creationId="{00000000-0000-0000-0000-000000000000}"/>
          </ac:spMkLst>
        </pc:spChg>
        <pc:picChg chg="mod">
          <ac:chgData name="Ms Alina Arshad" userId="cccdfd85-d35d-4453-9c6f-a463aae40722" providerId="ADAL" clId="{2B0BDB09-5917-47B2-9AD9-E52B3C1731B6}" dt="2024-09-29T11:58:33.476" v="61" actId="1076"/>
          <ac:picMkLst>
            <pc:docMk/>
            <pc:sldMk cId="1799033065" sldId="507"/>
            <ac:picMk id="8" creationId="{00000000-0000-0000-0000-000000000000}"/>
          </ac:picMkLst>
        </pc:picChg>
      </pc:sldChg>
      <pc:sldChg chg="delSp modSp add mod">
        <pc:chgData name="Ms Alina Arshad" userId="cccdfd85-d35d-4453-9c6f-a463aae40722" providerId="ADAL" clId="{2B0BDB09-5917-47B2-9AD9-E52B3C1731B6}" dt="2024-09-29T12:00:42.638" v="104" actId="12"/>
        <pc:sldMkLst>
          <pc:docMk/>
          <pc:sldMk cId="163811022" sldId="511"/>
        </pc:sldMkLst>
        <pc:spChg chg="mod">
          <ac:chgData name="Ms Alina Arshad" userId="cccdfd85-d35d-4453-9c6f-a463aae40722" providerId="ADAL" clId="{2B0BDB09-5917-47B2-9AD9-E52B3C1731B6}" dt="2024-09-29T12:00:30.945" v="100" actId="113"/>
          <ac:spMkLst>
            <pc:docMk/>
            <pc:sldMk cId="163811022" sldId="511"/>
            <ac:spMk id="2" creationId="{00000000-0000-0000-0000-000000000000}"/>
          </ac:spMkLst>
        </pc:spChg>
        <pc:spChg chg="mod">
          <ac:chgData name="Ms Alina Arshad" userId="cccdfd85-d35d-4453-9c6f-a463aae40722" providerId="ADAL" clId="{2B0BDB09-5917-47B2-9AD9-E52B3C1731B6}" dt="2024-09-29T12:00:42.638" v="104" actId="12"/>
          <ac:spMkLst>
            <pc:docMk/>
            <pc:sldMk cId="163811022" sldId="511"/>
            <ac:spMk id="3" creationId="{00000000-0000-0000-0000-000000000000}"/>
          </ac:spMkLst>
        </pc:spChg>
        <pc:spChg chg="del">
          <ac:chgData name="Ms Alina Arshad" userId="cccdfd85-d35d-4453-9c6f-a463aae40722" providerId="ADAL" clId="{2B0BDB09-5917-47B2-9AD9-E52B3C1731B6}" dt="2024-09-29T12:00:33.391" v="101" actId="478"/>
          <ac:spMkLst>
            <pc:docMk/>
            <pc:sldMk cId="163811022" sldId="511"/>
            <ac:spMk id="4" creationId="{00000000-0000-0000-0000-000000000000}"/>
          </ac:spMkLst>
        </pc:spChg>
        <pc:spChg chg="del">
          <ac:chgData name="Ms Alina Arshad" userId="cccdfd85-d35d-4453-9c6f-a463aae40722" providerId="ADAL" clId="{2B0BDB09-5917-47B2-9AD9-E52B3C1731B6}" dt="2024-09-29T12:00:34.984" v="102" actId="478"/>
          <ac:spMkLst>
            <pc:docMk/>
            <pc:sldMk cId="163811022" sldId="511"/>
            <ac:spMk id="5" creationId="{00000000-0000-0000-0000-000000000000}"/>
          </ac:spMkLst>
        </pc:spChg>
      </pc:sldChg>
      <pc:sldChg chg="delSp modSp add mod">
        <pc:chgData name="Ms Alina Arshad" userId="cccdfd85-d35d-4453-9c6f-a463aae40722" providerId="ADAL" clId="{2B0BDB09-5917-47B2-9AD9-E52B3C1731B6}" dt="2024-09-29T12:01:01.172" v="109" actId="207"/>
        <pc:sldMkLst>
          <pc:docMk/>
          <pc:sldMk cId="1045239677" sldId="512"/>
        </pc:sldMkLst>
        <pc:spChg chg="mod">
          <ac:chgData name="Ms Alina Arshad" userId="cccdfd85-d35d-4453-9c6f-a463aae40722" providerId="ADAL" clId="{2B0BDB09-5917-47B2-9AD9-E52B3C1731B6}" dt="2024-09-29T12:00:49.099" v="105" actId="207"/>
          <ac:spMkLst>
            <pc:docMk/>
            <pc:sldMk cId="1045239677" sldId="512"/>
            <ac:spMk id="2" creationId="{00000000-0000-0000-0000-000000000000}"/>
          </ac:spMkLst>
        </pc:spChg>
        <pc:spChg chg="mod">
          <ac:chgData name="Ms Alina Arshad" userId="cccdfd85-d35d-4453-9c6f-a463aae40722" providerId="ADAL" clId="{2B0BDB09-5917-47B2-9AD9-E52B3C1731B6}" dt="2024-09-29T12:01:01.172" v="109" actId="207"/>
          <ac:spMkLst>
            <pc:docMk/>
            <pc:sldMk cId="1045239677" sldId="512"/>
            <ac:spMk id="3" creationId="{00000000-0000-0000-0000-000000000000}"/>
          </ac:spMkLst>
        </pc:spChg>
        <pc:spChg chg="del mod">
          <ac:chgData name="Ms Alina Arshad" userId="cccdfd85-d35d-4453-9c6f-a463aae40722" providerId="ADAL" clId="{2B0BDB09-5917-47B2-9AD9-E52B3C1731B6}" dt="2024-09-29T12:00:53.437" v="107" actId="478"/>
          <ac:spMkLst>
            <pc:docMk/>
            <pc:sldMk cId="1045239677" sldId="512"/>
            <ac:spMk id="4" creationId="{00000000-0000-0000-0000-000000000000}"/>
          </ac:spMkLst>
        </pc:spChg>
        <pc:spChg chg="del">
          <ac:chgData name="Ms Alina Arshad" userId="cccdfd85-d35d-4453-9c6f-a463aae40722" providerId="ADAL" clId="{2B0BDB09-5917-47B2-9AD9-E52B3C1731B6}" dt="2024-09-29T12:00:56.800" v="108" actId="478"/>
          <ac:spMkLst>
            <pc:docMk/>
            <pc:sldMk cId="1045239677" sldId="512"/>
            <ac:spMk id="5" creationId="{00000000-0000-0000-0000-000000000000}"/>
          </ac:spMkLst>
        </pc:spChg>
      </pc:sldChg>
      <pc:sldChg chg="delSp modSp add mod">
        <pc:chgData name="Ms Alina Arshad" userId="cccdfd85-d35d-4453-9c6f-a463aae40722" providerId="ADAL" clId="{2B0BDB09-5917-47B2-9AD9-E52B3C1731B6}" dt="2024-09-29T12:01:32.686" v="118" actId="207"/>
        <pc:sldMkLst>
          <pc:docMk/>
          <pc:sldMk cId="711124051" sldId="516"/>
        </pc:sldMkLst>
        <pc:spChg chg="mod">
          <ac:chgData name="Ms Alina Arshad" userId="cccdfd85-d35d-4453-9c6f-a463aae40722" providerId="ADAL" clId="{2B0BDB09-5917-47B2-9AD9-E52B3C1731B6}" dt="2024-09-29T12:01:15.530" v="113" actId="27636"/>
          <ac:spMkLst>
            <pc:docMk/>
            <pc:sldMk cId="711124051" sldId="516"/>
            <ac:spMk id="2" creationId="{00000000-0000-0000-0000-000000000000}"/>
          </ac:spMkLst>
        </pc:spChg>
        <pc:spChg chg="mod">
          <ac:chgData name="Ms Alina Arshad" userId="cccdfd85-d35d-4453-9c6f-a463aae40722" providerId="ADAL" clId="{2B0BDB09-5917-47B2-9AD9-E52B3C1731B6}" dt="2024-09-29T12:01:32.686" v="118" actId="207"/>
          <ac:spMkLst>
            <pc:docMk/>
            <pc:sldMk cId="711124051" sldId="516"/>
            <ac:spMk id="3" creationId="{00000000-0000-0000-0000-000000000000}"/>
          </ac:spMkLst>
        </pc:spChg>
        <pc:spChg chg="del">
          <ac:chgData name="Ms Alina Arshad" userId="cccdfd85-d35d-4453-9c6f-a463aae40722" providerId="ADAL" clId="{2B0BDB09-5917-47B2-9AD9-E52B3C1731B6}" dt="2024-09-29T12:01:26.565" v="116" actId="478"/>
          <ac:spMkLst>
            <pc:docMk/>
            <pc:sldMk cId="711124051" sldId="516"/>
            <ac:spMk id="4" creationId="{00000000-0000-0000-0000-000000000000}"/>
          </ac:spMkLst>
        </pc:spChg>
        <pc:spChg chg="del">
          <ac:chgData name="Ms Alina Arshad" userId="cccdfd85-d35d-4453-9c6f-a463aae40722" providerId="ADAL" clId="{2B0BDB09-5917-47B2-9AD9-E52B3C1731B6}" dt="2024-09-29T12:01:28.676" v="117" actId="478"/>
          <ac:spMkLst>
            <pc:docMk/>
            <pc:sldMk cId="711124051" sldId="516"/>
            <ac:spMk id="5" creationId="{00000000-0000-0000-0000-000000000000}"/>
          </ac:spMkLst>
        </pc:spChg>
      </pc:sldChg>
      <pc:sldChg chg="delSp modSp add mod">
        <pc:chgData name="Ms Alina Arshad" userId="cccdfd85-d35d-4453-9c6f-a463aae40722" providerId="ADAL" clId="{2B0BDB09-5917-47B2-9AD9-E52B3C1731B6}" dt="2024-09-29T12:02:10.794" v="129" actId="478"/>
        <pc:sldMkLst>
          <pc:docMk/>
          <pc:sldMk cId="1747393571" sldId="518"/>
        </pc:sldMkLst>
        <pc:spChg chg="mod">
          <ac:chgData name="Ms Alina Arshad" userId="cccdfd85-d35d-4453-9c6f-a463aae40722" providerId="ADAL" clId="{2B0BDB09-5917-47B2-9AD9-E52B3C1731B6}" dt="2024-09-29T12:01:58.662" v="126" actId="113"/>
          <ac:spMkLst>
            <pc:docMk/>
            <pc:sldMk cId="1747393571" sldId="518"/>
            <ac:spMk id="2" creationId="{00000000-0000-0000-0000-000000000000}"/>
          </ac:spMkLst>
        </pc:spChg>
        <pc:spChg chg="mod">
          <ac:chgData name="Ms Alina Arshad" userId="cccdfd85-d35d-4453-9c6f-a463aae40722" providerId="ADAL" clId="{2B0BDB09-5917-47B2-9AD9-E52B3C1731B6}" dt="2024-09-29T12:02:03.066" v="127" actId="207"/>
          <ac:spMkLst>
            <pc:docMk/>
            <pc:sldMk cId="1747393571" sldId="518"/>
            <ac:spMk id="3" creationId="{00000000-0000-0000-0000-000000000000}"/>
          </ac:spMkLst>
        </pc:spChg>
        <pc:spChg chg="del">
          <ac:chgData name="Ms Alina Arshad" userId="cccdfd85-d35d-4453-9c6f-a463aae40722" providerId="ADAL" clId="{2B0BDB09-5917-47B2-9AD9-E52B3C1731B6}" dt="2024-09-29T12:02:09.041" v="128" actId="478"/>
          <ac:spMkLst>
            <pc:docMk/>
            <pc:sldMk cId="1747393571" sldId="518"/>
            <ac:spMk id="4" creationId="{00000000-0000-0000-0000-000000000000}"/>
          </ac:spMkLst>
        </pc:spChg>
        <pc:spChg chg="del">
          <ac:chgData name="Ms Alina Arshad" userId="cccdfd85-d35d-4453-9c6f-a463aae40722" providerId="ADAL" clId="{2B0BDB09-5917-47B2-9AD9-E52B3C1731B6}" dt="2024-09-29T12:02:10.794" v="129" actId="478"/>
          <ac:spMkLst>
            <pc:docMk/>
            <pc:sldMk cId="1747393571" sldId="518"/>
            <ac:spMk id="5" creationId="{00000000-0000-0000-0000-000000000000}"/>
          </ac:spMkLst>
        </pc:spChg>
      </pc:sldChg>
      <pc:sldChg chg="delSp modSp add mod">
        <pc:chgData name="Ms Alina Arshad" userId="cccdfd85-d35d-4453-9c6f-a463aae40722" providerId="ADAL" clId="{2B0BDB09-5917-47B2-9AD9-E52B3C1731B6}" dt="2024-09-29T12:02:32.238" v="134" actId="478"/>
        <pc:sldMkLst>
          <pc:docMk/>
          <pc:sldMk cId="275598820" sldId="519"/>
        </pc:sldMkLst>
        <pc:spChg chg="mod">
          <ac:chgData name="Ms Alina Arshad" userId="cccdfd85-d35d-4453-9c6f-a463aae40722" providerId="ADAL" clId="{2B0BDB09-5917-47B2-9AD9-E52B3C1731B6}" dt="2024-09-29T12:02:19.653" v="131" actId="14100"/>
          <ac:spMkLst>
            <pc:docMk/>
            <pc:sldMk cId="275598820" sldId="519"/>
            <ac:spMk id="2" creationId="{00000000-0000-0000-0000-000000000000}"/>
          </ac:spMkLst>
        </pc:spChg>
        <pc:spChg chg="mod">
          <ac:chgData name="Ms Alina Arshad" userId="cccdfd85-d35d-4453-9c6f-a463aae40722" providerId="ADAL" clId="{2B0BDB09-5917-47B2-9AD9-E52B3C1731B6}" dt="2024-09-29T12:02:24.162" v="132" actId="207"/>
          <ac:spMkLst>
            <pc:docMk/>
            <pc:sldMk cId="275598820" sldId="519"/>
            <ac:spMk id="3" creationId="{00000000-0000-0000-0000-000000000000}"/>
          </ac:spMkLst>
        </pc:spChg>
        <pc:spChg chg="del">
          <ac:chgData name="Ms Alina Arshad" userId="cccdfd85-d35d-4453-9c6f-a463aae40722" providerId="ADAL" clId="{2B0BDB09-5917-47B2-9AD9-E52B3C1731B6}" dt="2024-09-29T12:02:30.769" v="133" actId="478"/>
          <ac:spMkLst>
            <pc:docMk/>
            <pc:sldMk cId="275598820" sldId="519"/>
            <ac:spMk id="4" creationId="{00000000-0000-0000-0000-000000000000}"/>
          </ac:spMkLst>
        </pc:spChg>
        <pc:spChg chg="del">
          <ac:chgData name="Ms Alina Arshad" userId="cccdfd85-d35d-4453-9c6f-a463aae40722" providerId="ADAL" clId="{2B0BDB09-5917-47B2-9AD9-E52B3C1731B6}" dt="2024-09-29T12:02:32.238" v="134" actId="478"/>
          <ac:spMkLst>
            <pc:docMk/>
            <pc:sldMk cId="275598820" sldId="519"/>
            <ac:spMk id="5" creationId="{00000000-0000-0000-0000-000000000000}"/>
          </ac:spMkLst>
        </pc:spChg>
      </pc:sldChg>
      <pc:sldChg chg="delSp modSp add mod">
        <pc:chgData name="Ms Alina Arshad" userId="cccdfd85-d35d-4453-9c6f-a463aae40722" providerId="ADAL" clId="{2B0BDB09-5917-47B2-9AD9-E52B3C1731B6}" dt="2024-09-29T12:02:50.938" v="144" actId="478"/>
        <pc:sldMkLst>
          <pc:docMk/>
          <pc:sldMk cId="3035140792" sldId="522"/>
        </pc:sldMkLst>
        <pc:spChg chg="mod">
          <ac:chgData name="Ms Alina Arshad" userId="cccdfd85-d35d-4453-9c6f-a463aae40722" providerId="ADAL" clId="{2B0BDB09-5917-47B2-9AD9-E52B3C1731B6}" dt="2024-09-29T12:02:36.992" v="136" actId="5793"/>
          <ac:spMkLst>
            <pc:docMk/>
            <pc:sldMk cId="3035140792" sldId="522"/>
            <ac:spMk id="2" creationId="{00000000-0000-0000-0000-000000000000}"/>
          </ac:spMkLst>
        </pc:spChg>
        <pc:spChg chg="del mod">
          <ac:chgData name="Ms Alina Arshad" userId="cccdfd85-d35d-4453-9c6f-a463aae40722" providerId="ADAL" clId="{2B0BDB09-5917-47B2-9AD9-E52B3C1731B6}" dt="2024-09-29T12:02:48.318" v="143" actId="478"/>
          <ac:spMkLst>
            <pc:docMk/>
            <pc:sldMk cId="3035140792" sldId="522"/>
            <ac:spMk id="4" creationId="{00000000-0000-0000-0000-000000000000}"/>
          </ac:spMkLst>
        </pc:spChg>
        <pc:spChg chg="del">
          <ac:chgData name="Ms Alina Arshad" userId="cccdfd85-d35d-4453-9c6f-a463aae40722" providerId="ADAL" clId="{2B0BDB09-5917-47B2-9AD9-E52B3C1731B6}" dt="2024-09-29T12:02:50.938" v="144" actId="478"/>
          <ac:spMkLst>
            <pc:docMk/>
            <pc:sldMk cId="3035140792" sldId="522"/>
            <ac:spMk id="5" creationId="{00000000-0000-0000-0000-000000000000}"/>
          </ac:spMkLst>
        </pc:spChg>
        <pc:picChg chg="mod">
          <ac:chgData name="Ms Alina Arshad" userId="cccdfd85-d35d-4453-9c6f-a463aae40722" providerId="ADAL" clId="{2B0BDB09-5917-47B2-9AD9-E52B3C1731B6}" dt="2024-09-29T12:02:40.114" v="137" actId="1076"/>
          <ac:picMkLst>
            <pc:docMk/>
            <pc:sldMk cId="3035140792" sldId="522"/>
            <ac:picMk id="6" creationId="{00000000-0000-0000-0000-000000000000}"/>
          </ac:picMkLst>
        </pc:picChg>
      </pc:sldChg>
      <pc:sldChg chg="delSp modSp add mod">
        <pc:chgData name="Ms Alina Arshad" userId="cccdfd85-d35d-4453-9c6f-a463aae40722" providerId="ADAL" clId="{2B0BDB09-5917-47B2-9AD9-E52B3C1731B6}" dt="2024-09-29T12:03:06.343" v="148" actId="478"/>
        <pc:sldMkLst>
          <pc:docMk/>
          <pc:sldMk cId="2350581562" sldId="523"/>
        </pc:sldMkLst>
        <pc:spChg chg="mod">
          <ac:chgData name="Ms Alina Arshad" userId="cccdfd85-d35d-4453-9c6f-a463aae40722" providerId="ADAL" clId="{2B0BDB09-5917-47B2-9AD9-E52B3C1731B6}" dt="2024-09-29T12:02:59.595" v="146" actId="5793"/>
          <ac:spMkLst>
            <pc:docMk/>
            <pc:sldMk cId="2350581562" sldId="523"/>
            <ac:spMk id="2" creationId="{00000000-0000-0000-0000-000000000000}"/>
          </ac:spMkLst>
        </pc:spChg>
        <pc:spChg chg="del">
          <ac:chgData name="Ms Alina Arshad" userId="cccdfd85-d35d-4453-9c6f-a463aae40722" providerId="ADAL" clId="{2B0BDB09-5917-47B2-9AD9-E52B3C1731B6}" dt="2024-09-29T12:03:04.385" v="147" actId="478"/>
          <ac:spMkLst>
            <pc:docMk/>
            <pc:sldMk cId="2350581562" sldId="523"/>
            <ac:spMk id="4" creationId="{00000000-0000-0000-0000-000000000000}"/>
          </ac:spMkLst>
        </pc:spChg>
        <pc:spChg chg="del">
          <ac:chgData name="Ms Alina Arshad" userId="cccdfd85-d35d-4453-9c6f-a463aae40722" providerId="ADAL" clId="{2B0BDB09-5917-47B2-9AD9-E52B3C1731B6}" dt="2024-09-29T12:03:06.343" v="148" actId="478"/>
          <ac:spMkLst>
            <pc:docMk/>
            <pc:sldMk cId="2350581562" sldId="523"/>
            <ac:spMk id="5" creationId="{00000000-0000-0000-0000-000000000000}"/>
          </ac:spMkLst>
        </pc:spChg>
      </pc:sldChg>
      <pc:sldChg chg="delSp modSp add mod">
        <pc:chgData name="Ms Alina Arshad" userId="cccdfd85-d35d-4453-9c6f-a463aae40722" providerId="ADAL" clId="{2B0BDB09-5917-47B2-9AD9-E52B3C1731B6}" dt="2024-09-29T12:03:22.543" v="154" actId="478"/>
        <pc:sldMkLst>
          <pc:docMk/>
          <pc:sldMk cId="627369714" sldId="524"/>
        </pc:sldMkLst>
        <pc:spChg chg="mod">
          <ac:chgData name="Ms Alina Arshad" userId="cccdfd85-d35d-4453-9c6f-a463aae40722" providerId="ADAL" clId="{2B0BDB09-5917-47B2-9AD9-E52B3C1731B6}" dt="2024-09-29T12:03:11.628" v="150" actId="5793"/>
          <ac:spMkLst>
            <pc:docMk/>
            <pc:sldMk cId="627369714" sldId="524"/>
            <ac:spMk id="2" creationId="{00000000-0000-0000-0000-000000000000}"/>
          </ac:spMkLst>
        </pc:spChg>
        <pc:spChg chg="del">
          <ac:chgData name="Ms Alina Arshad" userId="cccdfd85-d35d-4453-9c6f-a463aae40722" providerId="ADAL" clId="{2B0BDB09-5917-47B2-9AD9-E52B3C1731B6}" dt="2024-09-29T12:03:19.840" v="153" actId="478"/>
          <ac:spMkLst>
            <pc:docMk/>
            <pc:sldMk cId="627369714" sldId="524"/>
            <ac:spMk id="4" creationId="{00000000-0000-0000-0000-000000000000}"/>
          </ac:spMkLst>
        </pc:spChg>
        <pc:spChg chg="del">
          <ac:chgData name="Ms Alina Arshad" userId="cccdfd85-d35d-4453-9c6f-a463aae40722" providerId="ADAL" clId="{2B0BDB09-5917-47B2-9AD9-E52B3C1731B6}" dt="2024-09-29T12:03:22.543" v="154" actId="478"/>
          <ac:spMkLst>
            <pc:docMk/>
            <pc:sldMk cId="627369714" sldId="524"/>
            <ac:spMk id="5" creationId="{00000000-0000-0000-0000-000000000000}"/>
          </ac:spMkLst>
        </pc:spChg>
        <pc:picChg chg="mod">
          <ac:chgData name="Ms Alina Arshad" userId="cccdfd85-d35d-4453-9c6f-a463aae40722" providerId="ADAL" clId="{2B0BDB09-5917-47B2-9AD9-E52B3C1731B6}" dt="2024-09-29T12:03:14.850" v="151" actId="1076"/>
          <ac:picMkLst>
            <pc:docMk/>
            <pc:sldMk cId="627369714" sldId="524"/>
            <ac:picMk id="6" creationId="{00000000-0000-0000-0000-000000000000}"/>
          </ac:picMkLst>
        </pc:picChg>
        <pc:picChg chg="mod">
          <ac:chgData name="Ms Alina Arshad" userId="cccdfd85-d35d-4453-9c6f-a463aae40722" providerId="ADAL" clId="{2B0BDB09-5917-47B2-9AD9-E52B3C1731B6}" dt="2024-09-29T12:03:18.261" v="152" actId="1076"/>
          <ac:picMkLst>
            <pc:docMk/>
            <pc:sldMk cId="627369714" sldId="524"/>
            <ac:picMk id="8" creationId="{00000000-0000-0000-0000-000000000000}"/>
          </ac:picMkLst>
        </pc:picChg>
      </pc:sldChg>
    </pc:docChg>
  </pc:docChgLst>
  <pc:docChgLst>
    <pc:chgData name="Ms Alina Arshad" userId="cccdfd85-d35d-4453-9c6f-a463aae40722" providerId="ADAL" clId="{1C05DFB1-C023-4755-8788-6BFDA6690735}"/>
    <pc:docChg chg="undo custSel addSld delSld modSld sldOrd">
      <pc:chgData name="Ms Alina Arshad" userId="cccdfd85-d35d-4453-9c6f-a463aae40722" providerId="ADAL" clId="{1C05DFB1-C023-4755-8788-6BFDA6690735}" dt="2024-09-05T08:41:59.376" v="433" actId="20577"/>
      <pc:docMkLst>
        <pc:docMk/>
      </pc:docMkLst>
      <pc:sldChg chg="addSp delSp modSp mod">
        <pc:chgData name="Ms Alina Arshad" userId="cccdfd85-d35d-4453-9c6f-a463aae40722" providerId="ADAL" clId="{1C05DFB1-C023-4755-8788-6BFDA6690735}" dt="2024-09-05T08:41:59.376" v="433" actId="20577"/>
        <pc:sldMkLst>
          <pc:docMk/>
          <pc:sldMk cId="3322361034" sldId="256"/>
        </pc:sldMkLst>
        <pc:spChg chg="mod">
          <ac:chgData name="Ms Alina Arshad" userId="cccdfd85-d35d-4453-9c6f-a463aae40722" providerId="ADAL" clId="{1C05DFB1-C023-4755-8788-6BFDA6690735}" dt="2024-09-05T08:41:59.376" v="433" actId="20577"/>
          <ac:spMkLst>
            <pc:docMk/>
            <pc:sldMk cId="3322361034" sldId="256"/>
            <ac:spMk id="3" creationId="{44E9F82C-BBA7-3495-1097-BEDB54FFFDF4}"/>
          </ac:spMkLst>
        </pc:spChg>
        <pc:spChg chg="add del">
          <ac:chgData name="Ms Alina Arshad" userId="cccdfd85-d35d-4453-9c6f-a463aae40722" providerId="ADAL" clId="{1C05DFB1-C023-4755-8788-6BFDA6690735}" dt="2024-09-05T07:34:55.610" v="146" actId="22"/>
          <ac:spMkLst>
            <pc:docMk/>
            <pc:sldMk cId="3322361034" sldId="256"/>
            <ac:spMk id="6" creationId="{3CA1EAAA-F942-5EDF-87BE-7AA035157A05}"/>
          </ac:spMkLst>
        </pc:spChg>
      </pc:sldChg>
      <pc:sldChg chg="modSp add mod ord">
        <pc:chgData name="Ms Alina Arshad" userId="cccdfd85-d35d-4453-9c6f-a463aae40722" providerId="ADAL" clId="{1C05DFB1-C023-4755-8788-6BFDA6690735}" dt="2024-09-05T07:56:57.780" v="375"/>
        <pc:sldMkLst>
          <pc:docMk/>
          <pc:sldMk cId="0" sldId="361"/>
        </pc:sldMkLst>
        <pc:spChg chg="mod">
          <ac:chgData name="Ms Alina Arshad" userId="cccdfd85-d35d-4453-9c6f-a463aae40722" providerId="ADAL" clId="{1C05DFB1-C023-4755-8788-6BFDA6690735}" dt="2024-09-05T07:45:06.953" v="192" actId="1076"/>
          <ac:spMkLst>
            <pc:docMk/>
            <pc:sldMk cId="0" sldId="361"/>
            <ac:spMk id="11266" creationId="{CDFEA5A7-DD76-DB88-8CE1-C136689A729E}"/>
          </ac:spMkLst>
        </pc:spChg>
        <pc:picChg chg="mod">
          <ac:chgData name="Ms Alina Arshad" userId="cccdfd85-d35d-4453-9c6f-a463aae40722" providerId="ADAL" clId="{1C05DFB1-C023-4755-8788-6BFDA6690735}" dt="2024-09-05T07:45:09.937" v="193" actId="1076"/>
          <ac:picMkLst>
            <pc:docMk/>
            <pc:sldMk cId="0" sldId="361"/>
            <ac:picMk id="11267" creationId="{E07318DB-010A-9C35-EA2F-B3B619FB4F96}"/>
          </ac:picMkLst>
        </pc:picChg>
      </pc:sldChg>
      <pc:sldChg chg="modSp add mod ord">
        <pc:chgData name="Ms Alina Arshad" userId="cccdfd85-d35d-4453-9c6f-a463aae40722" providerId="ADAL" clId="{1C05DFB1-C023-4755-8788-6BFDA6690735}" dt="2024-09-05T08:14:11.075" v="401"/>
        <pc:sldMkLst>
          <pc:docMk/>
          <pc:sldMk cId="0" sldId="369"/>
        </pc:sldMkLst>
        <pc:spChg chg="mod">
          <ac:chgData name="Ms Alina Arshad" userId="cccdfd85-d35d-4453-9c6f-a463aae40722" providerId="ADAL" clId="{1C05DFB1-C023-4755-8788-6BFDA6690735}" dt="2024-09-05T07:50:23.356" v="262" actId="404"/>
          <ac:spMkLst>
            <pc:docMk/>
            <pc:sldMk cId="0" sldId="369"/>
            <ac:spMk id="4" creationId="{8E987808-8596-9880-3716-1A0FF1EDC058}"/>
          </ac:spMkLst>
        </pc:spChg>
        <pc:spChg chg="mod">
          <ac:chgData name="Ms Alina Arshad" userId="cccdfd85-d35d-4453-9c6f-a463aae40722" providerId="ADAL" clId="{1C05DFB1-C023-4755-8788-6BFDA6690735}" dt="2024-09-05T07:50:03.718" v="254" actId="1076"/>
          <ac:spMkLst>
            <pc:docMk/>
            <pc:sldMk cId="0" sldId="369"/>
            <ac:spMk id="17410" creationId="{DD6089CE-4A31-4A96-1F98-DDBB2C23FF42}"/>
          </ac:spMkLst>
        </pc:spChg>
        <pc:picChg chg="mod">
          <ac:chgData name="Ms Alina Arshad" userId="cccdfd85-d35d-4453-9c6f-a463aae40722" providerId="ADAL" clId="{1C05DFB1-C023-4755-8788-6BFDA6690735}" dt="2024-09-05T07:50:25.414" v="263" actId="1076"/>
          <ac:picMkLst>
            <pc:docMk/>
            <pc:sldMk cId="0" sldId="369"/>
            <ac:picMk id="17412" creationId="{A99781B3-ECFD-C897-E252-4DA1744B8C9F}"/>
          </ac:picMkLst>
        </pc:picChg>
      </pc:sldChg>
      <pc:sldChg chg="modSp add mod ord modAnim">
        <pc:chgData name="Ms Alina Arshad" userId="cccdfd85-d35d-4453-9c6f-a463aae40722" providerId="ADAL" clId="{1C05DFB1-C023-4755-8788-6BFDA6690735}" dt="2024-09-05T08:15:10.231" v="421"/>
        <pc:sldMkLst>
          <pc:docMk/>
          <pc:sldMk cId="0" sldId="370"/>
        </pc:sldMkLst>
        <pc:spChg chg="mod">
          <ac:chgData name="Ms Alina Arshad" userId="cccdfd85-d35d-4453-9c6f-a463aae40722" providerId="ADAL" clId="{1C05DFB1-C023-4755-8788-6BFDA6690735}" dt="2024-09-05T08:15:07.606" v="419" actId="12"/>
          <ac:spMkLst>
            <pc:docMk/>
            <pc:sldMk cId="0" sldId="370"/>
            <ac:spMk id="4" creationId="{1BF07008-22A4-D676-C9D6-7038ABDE0606}"/>
          </ac:spMkLst>
        </pc:spChg>
        <pc:spChg chg="mod">
          <ac:chgData name="Ms Alina Arshad" userId="cccdfd85-d35d-4453-9c6f-a463aae40722" providerId="ADAL" clId="{1C05DFB1-C023-4755-8788-6BFDA6690735}" dt="2024-09-05T07:51:17.485" v="281" actId="1076"/>
          <ac:spMkLst>
            <pc:docMk/>
            <pc:sldMk cId="0" sldId="370"/>
            <ac:spMk id="19458" creationId="{36059FCC-18D6-6332-D685-7C398C657D85}"/>
          </ac:spMkLst>
        </pc:spChg>
        <pc:picChg chg="mod">
          <ac:chgData name="Ms Alina Arshad" userId="cccdfd85-d35d-4453-9c6f-a463aae40722" providerId="ADAL" clId="{1C05DFB1-C023-4755-8788-6BFDA6690735}" dt="2024-09-05T07:51:56.269" v="290" actId="1076"/>
          <ac:picMkLst>
            <pc:docMk/>
            <pc:sldMk cId="0" sldId="370"/>
            <ac:picMk id="19460" creationId="{A9A59423-9CB7-223E-698D-5348E408B2CE}"/>
          </ac:picMkLst>
        </pc:picChg>
      </pc:sldChg>
      <pc:sldChg chg="modSp add mod ord">
        <pc:chgData name="Ms Alina Arshad" userId="cccdfd85-d35d-4453-9c6f-a463aae40722" providerId="ADAL" clId="{1C05DFB1-C023-4755-8788-6BFDA6690735}" dt="2024-09-05T08:14:54.414" v="413"/>
        <pc:sldMkLst>
          <pc:docMk/>
          <pc:sldMk cId="0" sldId="371"/>
        </pc:sldMkLst>
        <pc:spChg chg="mod">
          <ac:chgData name="Ms Alina Arshad" userId="cccdfd85-d35d-4453-9c6f-a463aae40722" providerId="ADAL" clId="{1C05DFB1-C023-4755-8788-6BFDA6690735}" dt="2024-09-05T07:51:07.444" v="278" actId="12"/>
          <ac:spMkLst>
            <pc:docMk/>
            <pc:sldMk cId="0" sldId="371"/>
            <ac:spMk id="6" creationId="{BFF2EC28-54EE-BE7B-18AD-61866F6E4477}"/>
          </ac:spMkLst>
        </pc:spChg>
        <pc:spChg chg="mod">
          <ac:chgData name="Ms Alina Arshad" userId="cccdfd85-d35d-4453-9c6f-a463aae40722" providerId="ADAL" clId="{1C05DFB1-C023-4755-8788-6BFDA6690735}" dt="2024-09-05T07:50:36.990" v="267" actId="1076"/>
          <ac:spMkLst>
            <pc:docMk/>
            <pc:sldMk cId="0" sldId="371"/>
            <ac:spMk id="18434" creationId="{CC853854-2B92-E747-813E-1CCD9BE5A87A}"/>
          </ac:spMkLst>
        </pc:spChg>
      </pc:sldChg>
      <pc:sldChg chg="del">
        <pc:chgData name="Ms Alina Arshad" userId="cccdfd85-d35d-4453-9c6f-a463aae40722" providerId="ADAL" clId="{1C05DFB1-C023-4755-8788-6BFDA6690735}" dt="2024-09-05T06:57:39.431" v="12" actId="47"/>
        <pc:sldMkLst>
          <pc:docMk/>
          <pc:sldMk cId="3002628608" sldId="371"/>
        </pc:sldMkLst>
      </pc:sldChg>
      <pc:sldChg chg="modSp add mod ord">
        <pc:chgData name="Ms Alina Arshad" userId="cccdfd85-d35d-4453-9c6f-a463aae40722" providerId="ADAL" clId="{1C05DFB1-C023-4755-8788-6BFDA6690735}" dt="2024-09-05T08:15:20.321" v="423"/>
        <pc:sldMkLst>
          <pc:docMk/>
          <pc:sldMk cId="0" sldId="372"/>
        </pc:sldMkLst>
        <pc:spChg chg="mod">
          <ac:chgData name="Ms Alina Arshad" userId="cccdfd85-d35d-4453-9c6f-a463aae40722" providerId="ADAL" clId="{1C05DFB1-C023-4755-8788-6BFDA6690735}" dt="2024-09-05T07:52:20.715" v="298" actId="12"/>
          <ac:spMkLst>
            <pc:docMk/>
            <pc:sldMk cId="0" sldId="372"/>
            <ac:spMk id="3" creationId="{3CE06910-2266-68E8-32AE-E6FCE586718E}"/>
          </ac:spMkLst>
        </pc:spChg>
        <pc:spChg chg="mod">
          <ac:chgData name="Ms Alina Arshad" userId="cccdfd85-d35d-4453-9c6f-a463aae40722" providerId="ADAL" clId="{1C05DFB1-C023-4755-8788-6BFDA6690735}" dt="2024-09-05T07:52:06.262" v="293" actId="1076"/>
          <ac:spMkLst>
            <pc:docMk/>
            <pc:sldMk cId="0" sldId="372"/>
            <ac:spMk id="20482" creationId="{66081410-0D97-977C-9351-D99DD14E7278}"/>
          </ac:spMkLst>
        </pc:spChg>
      </pc:sldChg>
      <pc:sldChg chg="modSp add mod">
        <pc:chgData name="Ms Alina Arshad" userId="cccdfd85-d35d-4453-9c6f-a463aae40722" providerId="ADAL" clId="{1C05DFB1-C023-4755-8788-6BFDA6690735}" dt="2024-09-05T07:52:36.823" v="306" actId="12"/>
        <pc:sldMkLst>
          <pc:docMk/>
          <pc:sldMk cId="0" sldId="376"/>
        </pc:sldMkLst>
        <pc:spChg chg="mod">
          <ac:chgData name="Ms Alina Arshad" userId="cccdfd85-d35d-4453-9c6f-a463aae40722" providerId="ADAL" clId="{1C05DFB1-C023-4755-8788-6BFDA6690735}" dt="2024-09-05T07:52:36.823" v="306" actId="12"/>
          <ac:spMkLst>
            <pc:docMk/>
            <pc:sldMk cId="0" sldId="376"/>
            <ac:spMk id="14339" creationId="{94A197E7-6DCB-57DA-E27C-724B31356253}"/>
          </ac:spMkLst>
        </pc:spChg>
        <pc:spChg chg="mod">
          <ac:chgData name="Ms Alina Arshad" userId="cccdfd85-d35d-4453-9c6f-a463aae40722" providerId="ADAL" clId="{1C05DFB1-C023-4755-8788-6BFDA6690735}" dt="2024-09-05T07:52:26.389" v="300" actId="113"/>
          <ac:spMkLst>
            <pc:docMk/>
            <pc:sldMk cId="0" sldId="376"/>
            <ac:spMk id="21506" creationId="{94B96EC9-3772-F192-36A7-9AEC2591F83D}"/>
          </ac:spMkLst>
        </pc:spChg>
      </pc:sldChg>
      <pc:sldChg chg="modSp add mod">
        <pc:chgData name="Ms Alina Arshad" userId="cccdfd85-d35d-4453-9c6f-a463aae40722" providerId="ADAL" clId="{1C05DFB1-C023-4755-8788-6BFDA6690735}" dt="2024-09-05T07:53:06.340" v="318" actId="113"/>
        <pc:sldMkLst>
          <pc:docMk/>
          <pc:sldMk cId="0" sldId="377"/>
        </pc:sldMkLst>
        <pc:spChg chg="mod">
          <ac:chgData name="Ms Alina Arshad" userId="cccdfd85-d35d-4453-9c6f-a463aae40722" providerId="ADAL" clId="{1C05DFB1-C023-4755-8788-6BFDA6690735}" dt="2024-09-05T07:53:06.340" v="318" actId="113"/>
          <ac:spMkLst>
            <pc:docMk/>
            <pc:sldMk cId="0" sldId="377"/>
            <ac:spMk id="14339" creationId="{146A747E-9050-5C65-BC4A-8D4836FF8395}"/>
          </ac:spMkLst>
        </pc:spChg>
        <pc:spChg chg="mod">
          <ac:chgData name="Ms Alina Arshad" userId="cccdfd85-d35d-4453-9c6f-a463aae40722" providerId="ADAL" clId="{1C05DFB1-C023-4755-8788-6BFDA6690735}" dt="2024-09-05T07:52:44.618" v="309" actId="14100"/>
          <ac:spMkLst>
            <pc:docMk/>
            <pc:sldMk cId="0" sldId="377"/>
            <ac:spMk id="22530" creationId="{7FF264FD-3FAC-696B-B23E-80C7D4989C57}"/>
          </ac:spMkLst>
        </pc:spChg>
      </pc:sldChg>
      <pc:sldChg chg="modSp add mod">
        <pc:chgData name="Ms Alina Arshad" userId="cccdfd85-d35d-4453-9c6f-a463aae40722" providerId="ADAL" clId="{1C05DFB1-C023-4755-8788-6BFDA6690735}" dt="2024-09-05T07:47:40.697" v="240" actId="5793"/>
        <pc:sldMkLst>
          <pc:docMk/>
          <pc:sldMk cId="0" sldId="378"/>
        </pc:sldMkLst>
        <pc:spChg chg="mod">
          <ac:chgData name="Ms Alina Arshad" userId="cccdfd85-d35d-4453-9c6f-a463aae40722" providerId="ADAL" clId="{1C05DFB1-C023-4755-8788-6BFDA6690735}" dt="2024-09-05T07:47:40.697" v="240" actId="5793"/>
          <ac:spMkLst>
            <pc:docMk/>
            <pc:sldMk cId="0" sldId="378"/>
            <ac:spMk id="3" creationId="{4D92009B-F46A-5A2A-9F0D-713E31A909F0}"/>
          </ac:spMkLst>
        </pc:spChg>
        <pc:spChg chg="mod">
          <ac:chgData name="Ms Alina Arshad" userId="cccdfd85-d35d-4453-9c6f-a463aae40722" providerId="ADAL" clId="{1C05DFB1-C023-4755-8788-6BFDA6690735}" dt="2024-09-05T07:47:30.328" v="235" actId="1076"/>
          <ac:spMkLst>
            <pc:docMk/>
            <pc:sldMk cId="0" sldId="378"/>
            <ac:spMk id="15362" creationId="{3442C437-2A5E-2C29-35CE-ED5EFF025000}"/>
          </ac:spMkLst>
        </pc:spChg>
      </pc:sldChg>
      <pc:sldChg chg="modSp add mod modAnim">
        <pc:chgData name="Ms Alina Arshad" userId="cccdfd85-d35d-4453-9c6f-a463aae40722" providerId="ADAL" clId="{1C05DFB1-C023-4755-8788-6BFDA6690735}" dt="2024-09-05T08:14:51.102" v="411" actId="20577"/>
        <pc:sldMkLst>
          <pc:docMk/>
          <pc:sldMk cId="0" sldId="379"/>
        </pc:sldMkLst>
        <pc:spChg chg="mod">
          <ac:chgData name="Ms Alina Arshad" userId="cccdfd85-d35d-4453-9c6f-a463aae40722" providerId="ADAL" clId="{1C05DFB1-C023-4755-8788-6BFDA6690735}" dt="2024-09-05T08:14:51.102" v="411" actId="20577"/>
          <ac:spMkLst>
            <pc:docMk/>
            <pc:sldMk cId="0" sldId="379"/>
            <ac:spMk id="3" creationId="{61195190-11D2-11B5-78F3-47F19F95C21B}"/>
          </ac:spMkLst>
        </pc:spChg>
        <pc:spChg chg="mod">
          <ac:chgData name="Ms Alina Arshad" userId="cccdfd85-d35d-4453-9c6f-a463aae40722" providerId="ADAL" clId="{1C05DFB1-C023-4755-8788-6BFDA6690735}" dt="2024-09-05T07:47:52.400" v="243" actId="1076"/>
          <ac:spMkLst>
            <pc:docMk/>
            <pc:sldMk cId="0" sldId="379"/>
            <ac:spMk id="16386" creationId="{0F49AA23-905E-F20F-088A-5E8560F2BB65}"/>
          </ac:spMkLst>
        </pc:spChg>
      </pc:sldChg>
      <pc:sldChg chg="modSp add mod modAnim">
        <pc:chgData name="Ms Alina Arshad" userId="cccdfd85-d35d-4453-9c6f-a463aae40722" providerId="ADAL" clId="{1C05DFB1-C023-4755-8788-6BFDA6690735}" dt="2024-09-05T07:43:18.362" v="180" actId="5793"/>
        <pc:sldMkLst>
          <pc:docMk/>
          <pc:sldMk cId="0" sldId="383"/>
        </pc:sldMkLst>
        <pc:spChg chg="mod">
          <ac:chgData name="Ms Alina Arshad" userId="cccdfd85-d35d-4453-9c6f-a463aae40722" providerId="ADAL" clId="{1C05DFB1-C023-4755-8788-6BFDA6690735}" dt="2024-09-05T07:43:18.362" v="180" actId="5793"/>
          <ac:spMkLst>
            <pc:docMk/>
            <pc:sldMk cId="0" sldId="383"/>
            <ac:spMk id="3" creationId="{C2FC69E0-7DD3-4C45-6AFE-2872EF17DC2F}"/>
          </ac:spMkLst>
        </pc:spChg>
        <pc:spChg chg="mod">
          <ac:chgData name="Ms Alina Arshad" userId="cccdfd85-d35d-4453-9c6f-a463aae40722" providerId="ADAL" clId="{1C05DFB1-C023-4755-8788-6BFDA6690735}" dt="2024-09-05T07:42:53.024" v="172" actId="20577"/>
          <ac:spMkLst>
            <pc:docMk/>
            <pc:sldMk cId="0" sldId="383"/>
            <ac:spMk id="9218" creationId="{7D46923B-4293-0392-7CA6-15541CC5E291}"/>
          </ac:spMkLst>
        </pc:spChg>
      </pc:sldChg>
      <pc:sldChg chg="modSp add mod">
        <pc:chgData name="Ms Alina Arshad" userId="cccdfd85-d35d-4453-9c6f-a463aae40722" providerId="ADAL" clId="{1C05DFB1-C023-4755-8788-6BFDA6690735}" dt="2024-09-05T07:44:56.003" v="189" actId="14100"/>
        <pc:sldMkLst>
          <pc:docMk/>
          <pc:sldMk cId="0" sldId="384"/>
        </pc:sldMkLst>
        <pc:spChg chg="mod">
          <ac:chgData name="Ms Alina Arshad" userId="cccdfd85-d35d-4453-9c6f-a463aae40722" providerId="ADAL" clId="{1C05DFB1-C023-4755-8788-6BFDA6690735}" dt="2024-09-05T07:44:56.003" v="189" actId="14100"/>
          <ac:spMkLst>
            <pc:docMk/>
            <pc:sldMk cId="0" sldId="384"/>
            <ac:spMk id="3" creationId="{C634E1DB-E2BA-2AFF-7108-3E751B986BF9}"/>
          </ac:spMkLst>
        </pc:spChg>
        <pc:spChg chg="mod">
          <ac:chgData name="Ms Alina Arshad" userId="cccdfd85-d35d-4453-9c6f-a463aae40722" providerId="ADAL" clId="{1C05DFB1-C023-4755-8788-6BFDA6690735}" dt="2024-09-05T07:44:40.769" v="183" actId="1076"/>
          <ac:spMkLst>
            <pc:docMk/>
            <pc:sldMk cId="0" sldId="384"/>
            <ac:spMk id="10242" creationId="{50DB1E3C-43B1-2632-8424-D1FFA8841F47}"/>
          </ac:spMkLst>
        </pc:spChg>
      </pc:sldChg>
      <pc:sldChg chg="modSp add mod">
        <pc:chgData name="Ms Alina Arshad" userId="cccdfd85-d35d-4453-9c6f-a463aae40722" providerId="ADAL" clId="{1C05DFB1-C023-4755-8788-6BFDA6690735}" dt="2024-09-05T07:46:39.842" v="219" actId="12"/>
        <pc:sldMkLst>
          <pc:docMk/>
          <pc:sldMk cId="0" sldId="385"/>
        </pc:sldMkLst>
        <pc:spChg chg="mod">
          <ac:chgData name="Ms Alina Arshad" userId="cccdfd85-d35d-4453-9c6f-a463aae40722" providerId="ADAL" clId="{1C05DFB1-C023-4755-8788-6BFDA6690735}" dt="2024-09-05T07:46:39.842" v="219" actId="12"/>
          <ac:spMkLst>
            <pc:docMk/>
            <pc:sldMk cId="0" sldId="385"/>
            <ac:spMk id="3" creationId="{379A78FA-6D74-14F8-2672-ED7E5F387EF1}"/>
          </ac:spMkLst>
        </pc:spChg>
        <pc:spChg chg="mod">
          <ac:chgData name="Ms Alina Arshad" userId="cccdfd85-d35d-4453-9c6f-a463aae40722" providerId="ADAL" clId="{1C05DFB1-C023-4755-8788-6BFDA6690735}" dt="2024-09-05T07:46:15.304" v="212" actId="1076"/>
          <ac:spMkLst>
            <pc:docMk/>
            <pc:sldMk cId="0" sldId="385"/>
            <ac:spMk id="13314" creationId="{732ED189-5E03-CB9F-F411-B5D3F802C357}"/>
          </ac:spMkLst>
        </pc:spChg>
      </pc:sldChg>
      <pc:sldChg chg="modSp add mod">
        <pc:chgData name="Ms Alina Arshad" userId="cccdfd85-d35d-4453-9c6f-a463aae40722" providerId="ADAL" clId="{1C05DFB1-C023-4755-8788-6BFDA6690735}" dt="2024-09-05T07:47:20.829" v="232" actId="403"/>
        <pc:sldMkLst>
          <pc:docMk/>
          <pc:sldMk cId="0" sldId="386"/>
        </pc:sldMkLst>
        <pc:spChg chg="mod">
          <ac:chgData name="Ms Alina Arshad" userId="cccdfd85-d35d-4453-9c6f-a463aae40722" providerId="ADAL" clId="{1C05DFB1-C023-4755-8788-6BFDA6690735}" dt="2024-09-05T07:47:20.829" v="232" actId="403"/>
          <ac:spMkLst>
            <pc:docMk/>
            <pc:sldMk cId="0" sldId="386"/>
            <ac:spMk id="3" creationId="{0ADDFDD8-BEF2-6FD9-6843-39FB18C7F97C}"/>
          </ac:spMkLst>
        </pc:spChg>
        <pc:spChg chg="mod">
          <ac:chgData name="Ms Alina Arshad" userId="cccdfd85-d35d-4453-9c6f-a463aae40722" providerId="ADAL" clId="{1C05DFB1-C023-4755-8788-6BFDA6690735}" dt="2024-09-05T07:46:47.656" v="222" actId="1076"/>
          <ac:spMkLst>
            <pc:docMk/>
            <pc:sldMk cId="0" sldId="386"/>
            <ac:spMk id="14338" creationId="{B83E9FFA-704B-66F4-F1D7-6A91C9C11149}"/>
          </ac:spMkLst>
        </pc:spChg>
      </pc:sldChg>
      <pc:sldChg chg="modSp add mod modAnim">
        <pc:chgData name="Ms Alina Arshad" userId="cccdfd85-d35d-4453-9c6f-a463aae40722" providerId="ADAL" clId="{1C05DFB1-C023-4755-8788-6BFDA6690735}" dt="2024-09-05T07:54:35.206" v="338" actId="20577"/>
        <pc:sldMkLst>
          <pc:docMk/>
          <pc:sldMk cId="0" sldId="387"/>
        </pc:sldMkLst>
        <pc:spChg chg="mod">
          <ac:chgData name="Ms Alina Arshad" userId="cccdfd85-d35d-4453-9c6f-a463aae40722" providerId="ADAL" clId="{1C05DFB1-C023-4755-8788-6BFDA6690735}" dt="2024-09-05T07:54:35.206" v="338" actId="20577"/>
          <ac:spMkLst>
            <pc:docMk/>
            <pc:sldMk cId="0" sldId="387"/>
            <ac:spMk id="13315" creationId="{531687A9-A3D6-897B-44B5-C9FB8F83C570}"/>
          </ac:spMkLst>
        </pc:spChg>
        <pc:spChg chg="mod">
          <ac:chgData name="Ms Alina Arshad" userId="cccdfd85-d35d-4453-9c6f-a463aae40722" providerId="ADAL" clId="{1C05DFB1-C023-4755-8788-6BFDA6690735}" dt="2024-09-05T07:53:54.999" v="320" actId="113"/>
          <ac:spMkLst>
            <pc:docMk/>
            <pc:sldMk cId="0" sldId="387"/>
            <ac:spMk id="23554" creationId="{5CC3658E-AF25-BB3C-3809-6442770ED61D}"/>
          </ac:spMkLst>
        </pc:spChg>
      </pc:sldChg>
      <pc:sldChg chg="modSp add mod">
        <pc:chgData name="Ms Alina Arshad" userId="cccdfd85-d35d-4453-9c6f-a463aae40722" providerId="ADAL" clId="{1C05DFB1-C023-4755-8788-6BFDA6690735}" dt="2024-09-05T07:55:35.887" v="366" actId="404"/>
        <pc:sldMkLst>
          <pc:docMk/>
          <pc:sldMk cId="0" sldId="388"/>
        </pc:sldMkLst>
        <pc:spChg chg="mod">
          <ac:chgData name="Ms Alina Arshad" userId="cccdfd85-d35d-4453-9c6f-a463aae40722" providerId="ADAL" clId="{1C05DFB1-C023-4755-8788-6BFDA6690735}" dt="2024-09-05T07:55:35.887" v="366" actId="404"/>
          <ac:spMkLst>
            <pc:docMk/>
            <pc:sldMk cId="0" sldId="388"/>
            <ac:spMk id="12291" creationId="{A4229261-4050-E940-E2CC-E6C349C00026}"/>
          </ac:spMkLst>
        </pc:spChg>
        <pc:spChg chg="mod">
          <ac:chgData name="Ms Alina Arshad" userId="cccdfd85-d35d-4453-9c6f-a463aae40722" providerId="ADAL" clId="{1C05DFB1-C023-4755-8788-6BFDA6690735}" dt="2024-09-05T07:54:43.782" v="340" actId="113"/>
          <ac:spMkLst>
            <pc:docMk/>
            <pc:sldMk cId="0" sldId="388"/>
            <ac:spMk id="25602" creationId="{B6BE0445-8A2A-E89B-D80A-2E7BB69D894C}"/>
          </ac:spMkLst>
        </pc:spChg>
        <pc:picChg chg="mod">
          <ac:chgData name="Ms Alina Arshad" userId="cccdfd85-d35d-4453-9c6f-a463aae40722" providerId="ADAL" clId="{1C05DFB1-C023-4755-8788-6BFDA6690735}" dt="2024-09-05T07:55:30.652" v="363" actId="1076"/>
          <ac:picMkLst>
            <pc:docMk/>
            <pc:sldMk cId="0" sldId="388"/>
            <ac:picMk id="4" creationId="{DC97E133-31CE-26D9-EDB0-C1FF1455F237}"/>
          </ac:picMkLst>
        </pc:picChg>
      </pc:sldChg>
      <pc:sldChg chg="add">
        <pc:chgData name="Ms Alina Arshad" userId="cccdfd85-d35d-4453-9c6f-a463aae40722" providerId="ADAL" clId="{1C05DFB1-C023-4755-8788-6BFDA6690735}" dt="2024-09-05T07:35:18.954" v="147"/>
        <pc:sldMkLst>
          <pc:docMk/>
          <pc:sldMk cId="0" sldId="389"/>
        </pc:sldMkLst>
      </pc:sldChg>
      <pc:sldChg chg="modSp add mod">
        <pc:chgData name="Ms Alina Arshad" userId="cccdfd85-d35d-4453-9c6f-a463aae40722" providerId="ADAL" clId="{1C05DFB1-C023-4755-8788-6BFDA6690735}" dt="2024-09-05T07:46:09.888" v="210" actId="1076"/>
        <pc:sldMkLst>
          <pc:docMk/>
          <pc:sldMk cId="0" sldId="390"/>
        </pc:sldMkLst>
        <pc:spChg chg="mod">
          <ac:chgData name="Ms Alina Arshad" userId="cccdfd85-d35d-4453-9c6f-a463aae40722" providerId="ADAL" clId="{1C05DFB1-C023-4755-8788-6BFDA6690735}" dt="2024-09-05T07:45:21.202" v="195" actId="207"/>
          <ac:spMkLst>
            <pc:docMk/>
            <pc:sldMk cId="0" sldId="390"/>
            <ac:spMk id="12290" creationId="{8E0F0A77-C487-B84C-9097-D4771F55B8EE}"/>
          </ac:spMkLst>
        </pc:spChg>
        <pc:spChg chg="mod">
          <ac:chgData name="Ms Alina Arshad" userId="cccdfd85-d35d-4453-9c6f-a463aae40722" providerId="ADAL" clId="{1C05DFB1-C023-4755-8788-6BFDA6690735}" dt="2024-09-05T07:46:09.888" v="210" actId="1076"/>
          <ac:spMkLst>
            <pc:docMk/>
            <pc:sldMk cId="0" sldId="390"/>
            <ac:spMk id="14339" creationId="{0243372F-21F0-51E3-14C0-24B5D136C36E}"/>
          </ac:spMkLst>
        </pc:spChg>
      </pc:sldChg>
      <pc:sldChg chg="modSp add mod">
        <pc:chgData name="Ms Alina Arshad" userId="cccdfd85-d35d-4453-9c6f-a463aae40722" providerId="ADAL" clId="{1C05DFB1-C023-4755-8788-6BFDA6690735}" dt="2024-09-05T07:55:45.781" v="369" actId="1076"/>
        <pc:sldMkLst>
          <pc:docMk/>
          <pc:sldMk cId="0" sldId="391"/>
        </pc:sldMkLst>
        <pc:spChg chg="mod">
          <ac:chgData name="Ms Alina Arshad" userId="cccdfd85-d35d-4453-9c6f-a463aae40722" providerId="ADAL" clId="{1C05DFB1-C023-4755-8788-6BFDA6690735}" dt="2024-09-05T07:55:45.781" v="369" actId="1076"/>
          <ac:spMkLst>
            <pc:docMk/>
            <pc:sldMk cId="0" sldId="391"/>
            <ac:spMk id="26626" creationId="{0FEEB420-FF9F-896C-19FE-30B0D95ADF93}"/>
          </ac:spMkLst>
        </pc:spChg>
      </pc:sldChg>
      <pc:sldChg chg="del">
        <pc:chgData name="Ms Alina Arshad" userId="cccdfd85-d35d-4453-9c6f-a463aae40722" providerId="ADAL" clId="{1C05DFB1-C023-4755-8788-6BFDA6690735}" dt="2024-09-05T06:57:35.413" v="0" actId="47"/>
        <pc:sldMkLst>
          <pc:docMk/>
          <pc:sldMk cId="3567501205" sldId="393"/>
        </pc:sldMkLst>
      </pc:sldChg>
      <pc:sldChg chg="del">
        <pc:chgData name="Ms Alina Arshad" userId="cccdfd85-d35d-4453-9c6f-a463aae40722" providerId="ADAL" clId="{1C05DFB1-C023-4755-8788-6BFDA6690735}" dt="2024-09-05T06:57:36.202" v="3" actId="47"/>
        <pc:sldMkLst>
          <pc:docMk/>
          <pc:sldMk cId="2835579431" sldId="396"/>
        </pc:sldMkLst>
      </pc:sldChg>
      <pc:sldChg chg="del">
        <pc:chgData name="Ms Alina Arshad" userId="cccdfd85-d35d-4453-9c6f-a463aae40722" providerId="ADAL" clId="{1C05DFB1-C023-4755-8788-6BFDA6690735}" dt="2024-09-05T06:57:35.685" v="1" actId="47"/>
        <pc:sldMkLst>
          <pc:docMk/>
          <pc:sldMk cId="3038092496" sldId="400"/>
        </pc:sldMkLst>
      </pc:sldChg>
      <pc:sldChg chg="del">
        <pc:chgData name="Ms Alina Arshad" userId="cccdfd85-d35d-4453-9c6f-a463aae40722" providerId="ADAL" clId="{1C05DFB1-C023-4755-8788-6BFDA6690735}" dt="2024-09-05T06:57:35.968" v="2" actId="47"/>
        <pc:sldMkLst>
          <pc:docMk/>
          <pc:sldMk cId="2157527746" sldId="401"/>
        </pc:sldMkLst>
      </pc:sldChg>
      <pc:sldChg chg="del">
        <pc:chgData name="Ms Alina Arshad" userId="cccdfd85-d35d-4453-9c6f-a463aae40722" providerId="ADAL" clId="{1C05DFB1-C023-4755-8788-6BFDA6690735}" dt="2024-09-05T06:57:36.358" v="4" actId="47"/>
        <pc:sldMkLst>
          <pc:docMk/>
          <pc:sldMk cId="2990775597" sldId="402"/>
        </pc:sldMkLst>
      </pc:sldChg>
      <pc:sldChg chg="del">
        <pc:chgData name="Ms Alina Arshad" userId="cccdfd85-d35d-4453-9c6f-a463aae40722" providerId="ADAL" clId="{1C05DFB1-C023-4755-8788-6BFDA6690735}" dt="2024-09-05T06:57:36.546" v="5" actId="47"/>
        <pc:sldMkLst>
          <pc:docMk/>
          <pc:sldMk cId="1130882444" sldId="403"/>
        </pc:sldMkLst>
      </pc:sldChg>
      <pc:sldChg chg="del">
        <pc:chgData name="Ms Alina Arshad" userId="cccdfd85-d35d-4453-9c6f-a463aae40722" providerId="ADAL" clId="{1C05DFB1-C023-4755-8788-6BFDA6690735}" dt="2024-09-05T06:57:36.694" v="6" actId="47"/>
        <pc:sldMkLst>
          <pc:docMk/>
          <pc:sldMk cId="1416402" sldId="404"/>
        </pc:sldMkLst>
      </pc:sldChg>
      <pc:sldChg chg="del">
        <pc:chgData name="Ms Alina Arshad" userId="cccdfd85-d35d-4453-9c6f-a463aae40722" providerId="ADAL" clId="{1C05DFB1-C023-4755-8788-6BFDA6690735}" dt="2024-09-05T06:57:38.006" v="7" actId="47"/>
        <pc:sldMkLst>
          <pc:docMk/>
          <pc:sldMk cId="3071036191" sldId="405"/>
        </pc:sldMkLst>
      </pc:sldChg>
      <pc:sldChg chg="del">
        <pc:chgData name="Ms Alina Arshad" userId="cccdfd85-d35d-4453-9c6f-a463aae40722" providerId="ADAL" clId="{1C05DFB1-C023-4755-8788-6BFDA6690735}" dt="2024-09-05T06:57:38.244" v="8" actId="47"/>
        <pc:sldMkLst>
          <pc:docMk/>
          <pc:sldMk cId="1110637184" sldId="406"/>
        </pc:sldMkLst>
      </pc:sldChg>
      <pc:sldChg chg="del">
        <pc:chgData name="Ms Alina Arshad" userId="cccdfd85-d35d-4453-9c6f-a463aae40722" providerId="ADAL" clId="{1C05DFB1-C023-4755-8788-6BFDA6690735}" dt="2024-09-05T06:57:38.415" v="9" actId="47"/>
        <pc:sldMkLst>
          <pc:docMk/>
          <pc:sldMk cId="261616852" sldId="407"/>
        </pc:sldMkLst>
      </pc:sldChg>
      <pc:sldChg chg="del">
        <pc:chgData name="Ms Alina Arshad" userId="cccdfd85-d35d-4453-9c6f-a463aae40722" providerId="ADAL" clId="{1C05DFB1-C023-4755-8788-6BFDA6690735}" dt="2024-09-05T06:57:38.587" v="10" actId="47"/>
        <pc:sldMkLst>
          <pc:docMk/>
          <pc:sldMk cId="2553615988" sldId="409"/>
        </pc:sldMkLst>
      </pc:sldChg>
      <pc:sldChg chg="del">
        <pc:chgData name="Ms Alina Arshad" userId="cccdfd85-d35d-4453-9c6f-a463aae40722" providerId="ADAL" clId="{1C05DFB1-C023-4755-8788-6BFDA6690735}" dt="2024-09-05T06:57:38.947" v="11" actId="47"/>
        <pc:sldMkLst>
          <pc:docMk/>
          <pc:sldMk cId="515654138" sldId="410"/>
        </pc:sldMkLst>
      </pc:sldChg>
      <pc:sldChg chg="del">
        <pc:chgData name="Ms Alina Arshad" userId="cccdfd85-d35d-4453-9c6f-a463aae40722" providerId="ADAL" clId="{1C05DFB1-C023-4755-8788-6BFDA6690735}" dt="2024-09-05T06:57:39.759" v="13" actId="47"/>
        <pc:sldMkLst>
          <pc:docMk/>
          <pc:sldMk cId="317315783" sldId="412"/>
        </pc:sldMkLst>
      </pc:sldChg>
      <pc:sldChg chg="delSp modSp add del mod">
        <pc:chgData name="Ms Alina Arshad" userId="cccdfd85-d35d-4453-9c6f-a463aae40722" providerId="ADAL" clId="{1C05DFB1-C023-4755-8788-6BFDA6690735}" dt="2024-09-05T07:16:52.386" v="23" actId="47"/>
        <pc:sldMkLst>
          <pc:docMk/>
          <pc:sldMk cId="8447295" sldId="436"/>
        </pc:sldMkLst>
        <pc:spChg chg="mod">
          <ac:chgData name="Ms Alina Arshad" userId="cccdfd85-d35d-4453-9c6f-a463aae40722" providerId="ADAL" clId="{1C05DFB1-C023-4755-8788-6BFDA6690735}" dt="2024-09-05T07:12:06.985" v="21" actId="1076"/>
          <ac:spMkLst>
            <pc:docMk/>
            <pc:sldMk cId="8447295" sldId="436"/>
            <ac:spMk id="2" creationId="{00000000-0000-0000-0000-000000000000}"/>
          </ac:spMkLst>
        </pc:spChg>
        <pc:spChg chg="del">
          <ac:chgData name="Ms Alina Arshad" userId="cccdfd85-d35d-4453-9c6f-a463aae40722" providerId="ADAL" clId="{1C05DFB1-C023-4755-8788-6BFDA6690735}" dt="2024-09-05T07:12:10.600" v="22" actId="478"/>
          <ac:spMkLst>
            <pc:docMk/>
            <pc:sldMk cId="8447295" sldId="436"/>
            <ac:spMk id="4" creationId="{00000000-0000-0000-0000-000000000000}"/>
          </ac:spMkLst>
        </pc:spChg>
      </pc:sldChg>
      <pc:sldChg chg="delSp modSp add mod ord">
        <pc:chgData name="Ms Alina Arshad" userId="cccdfd85-d35d-4453-9c6f-a463aae40722" providerId="ADAL" clId="{1C05DFB1-C023-4755-8788-6BFDA6690735}" dt="2024-09-05T07:56:56.253" v="373"/>
        <pc:sldMkLst>
          <pc:docMk/>
          <pc:sldMk cId="1737629093" sldId="438"/>
        </pc:sldMkLst>
        <pc:spChg chg="mod">
          <ac:chgData name="Ms Alina Arshad" userId="cccdfd85-d35d-4453-9c6f-a463aae40722" providerId="ADAL" clId="{1C05DFB1-C023-4755-8788-6BFDA6690735}" dt="2024-09-05T07:18:13.492" v="31" actId="20577"/>
          <ac:spMkLst>
            <pc:docMk/>
            <pc:sldMk cId="1737629093" sldId="438"/>
            <ac:spMk id="2" creationId="{00000000-0000-0000-0000-000000000000}"/>
          </ac:spMkLst>
        </pc:spChg>
        <pc:spChg chg="mod">
          <ac:chgData name="Ms Alina Arshad" userId="cccdfd85-d35d-4453-9c6f-a463aae40722" providerId="ADAL" clId="{1C05DFB1-C023-4755-8788-6BFDA6690735}" dt="2024-09-05T07:19:24.244" v="46" actId="12"/>
          <ac:spMkLst>
            <pc:docMk/>
            <pc:sldMk cId="1737629093" sldId="438"/>
            <ac:spMk id="3" creationId="{00000000-0000-0000-0000-000000000000}"/>
          </ac:spMkLst>
        </pc:spChg>
        <pc:spChg chg="del">
          <ac:chgData name="Ms Alina Arshad" userId="cccdfd85-d35d-4453-9c6f-a463aae40722" providerId="ADAL" clId="{1C05DFB1-C023-4755-8788-6BFDA6690735}" dt="2024-09-05T07:17:30.423" v="29" actId="478"/>
          <ac:spMkLst>
            <pc:docMk/>
            <pc:sldMk cId="1737629093" sldId="438"/>
            <ac:spMk id="4" creationId="{00000000-0000-0000-0000-000000000000}"/>
          </ac:spMkLst>
        </pc:spChg>
        <pc:spChg chg="del">
          <ac:chgData name="Ms Alina Arshad" userId="cccdfd85-d35d-4453-9c6f-a463aae40722" providerId="ADAL" clId="{1C05DFB1-C023-4755-8788-6BFDA6690735}" dt="2024-09-05T07:17:33.157" v="30" actId="478"/>
          <ac:spMkLst>
            <pc:docMk/>
            <pc:sldMk cId="1737629093" sldId="438"/>
            <ac:spMk id="5" creationId="{00000000-0000-0000-0000-000000000000}"/>
          </ac:spMkLst>
        </pc:spChg>
      </pc:sldChg>
      <pc:sldChg chg="add">
        <pc:chgData name="Ms Alina Arshad" userId="cccdfd85-d35d-4453-9c6f-a463aae40722" providerId="ADAL" clId="{1C05DFB1-C023-4755-8788-6BFDA6690735}" dt="2024-09-05T07:57:33.427" v="377"/>
        <pc:sldMkLst>
          <pc:docMk/>
          <pc:sldMk cId="2841578013" sldId="439"/>
        </pc:sldMkLst>
      </pc:sldChg>
      <pc:sldChg chg="delSp modSp add del mod">
        <pc:chgData name="Ms Alina Arshad" userId="cccdfd85-d35d-4453-9c6f-a463aae40722" providerId="ADAL" clId="{1C05DFB1-C023-4755-8788-6BFDA6690735}" dt="2024-09-05T07:57:27.448" v="376" actId="2696"/>
        <pc:sldMkLst>
          <pc:docMk/>
          <pc:sldMk cId="4097389567" sldId="439"/>
        </pc:sldMkLst>
        <pc:spChg chg="mod">
          <ac:chgData name="Ms Alina Arshad" userId="cccdfd85-d35d-4453-9c6f-a463aae40722" providerId="ADAL" clId="{1C05DFB1-C023-4755-8788-6BFDA6690735}" dt="2024-09-05T07:18:53.327" v="37" actId="27636"/>
          <ac:spMkLst>
            <pc:docMk/>
            <pc:sldMk cId="4097389567" sldId="439"/>
            <ac:spMk id="2" creationId="{00000000-0000-0000-0000-000000000000}"/>
          </ac:spMkLst>
        </pc:spChg>
        <pc:spChg chg="del">
          <ac:chgData name="Ms Alina Arshad" userId="cccdfd85-d35d-4453-9c6f-a463aae40722" providerId="ADAL" clId="{1C05DFB1-C023-4755-8788-6BFDA6690735}" dt="2024-09-05T07:18:55.967" v="38" actId="478"/>
          <ac:spMkLst>
            <pc:docMk/>
            <pc:sldMk cId="4097389567" sldId="439"/>
            <ac:spMk id="4" creationId="{00000000-0000-0000-0000-000000000000}"/>
          </ac:spMkLst>
        </pc:spChg>
        <pc:spChg chg="del">
          <ac:chgData name="Ms Alina Arshad" userId="cccdfd85-d35d-4453-9c6f-a463aae40722" providerId="ADAL" clId="{1C05DFB1-C023-4755-8788-6BFDA6690735}" dt="2024-09-05T07:18:57.947" v="39" actId="478"/>
          <ac:spMkLst>
            <pc:docMk/>
            <pc:sldMk cId="4097389567" sldId="439"/>
            <ac:spMk id="5" creationId="{00000000-0000-0000-0000-000000000000}"/>
          </ac:spMkLst>
        </pc:spChg>
      </pc:sldChg>
      <pc:sldChg chg="delSp modSp add del mod">
        <pc:chgData name="Ms Alina Arshad" userId="cccdfd85-d35d-4453-9c6f-a463aae40722" providerId="ADAL" clId="{1C05DFB1-C023-4755-8788-6BFDA6690735}" dt="2024-09-05T07:57:27.448" v="376" actId="2696"/>
        <pc:sldMkLst>
          <pc:docMk/>
          <pc:sldMk cId="1869326336" sldId="440"/>
        </pc:sldMkLst>
        <pc:spChg chg="mod">
          <ac:chgData name="Ms Alina Arshad" userId="cccdfd85-d35d-4453-9c6f-a463aae40722" providerId="ADAL" clId="{1C05DFB1-C023-4755-8788-6BFDA6690735}" dt="2024-09-05T07:21:34.853" v="52" actId="14100"/>
          <ac:spMkLst>
            <pc:docMk/>
            <pc:sldMk cId="1869326336" sldId="440"/>
            <ac:spMk id="2" creationId="{00000000-0000-0000-0000-000000000000}"/>
          </ac:spMkLst>
        </pc:spChg>
        <pc:spChg chg="del">
          <ac:chgData name="Ms Alina Arshad" userId="cccdfd85-d35d-4453-9c6f-a463aae40722" providerId="ADAL" clId="{1C05DFB1-C023-4755-8788-6BFDA6690735}" dt="2024-09-05T07:21:23.813" v="47" actId="478"/>
          <ac:spMkLst>
            <pc:docMk/>
            <pc:sldMk cId="1869326336" sldId="440"/>
            <ac:spMk id="4" creationId="{00000000-0000-0000-0000-000000000000}"/>
          </ac:spMkLst>
        </pc:spChg>
        <pc:spChg chg="del">
          <ac:chgData name="Ms Alina Arshad" userId="cccdfd85-d35d-4453-9c6f-a463aae40722" providerId="ADAL" clId="{1C05DFB1-C023-4755-8788-6BFDA6690735}" dt="2024-09-05T07:21:25.622" v="48" actId="478"/>
          <ac:spMkLst>
            <pc:docMk/>
            <pc:sldMk cId="1869326336" sldId="440"/>
            <ac:spMk id="5" creationId="{00000000-0000-0000-0000-000000000000}"/>
          </ac:spMkLst>
        </pc:spChg>
        <pc:picChg chg="mod">
          <ac:chgData name="Ms Alina Arshad" userId="cccdfd85-d35d-4453-9c6f-a463aae40722" providerId="ADAL" clId="{1C05DFB1-C023-4755-8788-6BFDA6690735}" dt="2024-09-05T07:21:38.145" v="53" actId="1076"/>
          <ac:picMkLst>
            <pc:docMk/>
            <pc:sldMk cId="1869326336" sldId="440"/>
            <ac:picMk id="6" creationId="{00000000-0000-0000-0000-000000000000}"/>
          </ac:picMkLst>
        </pc:picChg>
      </pc:sldChg>
      <pc:sldChg chg="add">
        <pc:chgData name="Ms Alina Arshad" userId="cccdfd85-d35d-4453-9c6f-a463aae40722" providerId="ADAL" clId="{1C05DFB1-C023-4755-8788-6BFDA6690735}" dt="2024-09-05T07:57:33.427" v="377"/>
        <pc:sldMkLst>
          <pc:docMk/>
          <pc:sldMk cId="3081461208" sldId="440"/>
        </pc:sldMkLst>
      </pc:sldChg>
      <pc:sldChg chg="delSp modSp add del mod">
        <pc:chgData name="Ms Alina Arshad" userId="cccdfd85-d35d-4453-9c6f-a463aae40722" providerId="ADAL" clId="{1C05DFB1-C023-4755-8788-6BFDA6690735}" dt="2024-09-05T07:57:54.173" v="378" actId="2696"/>
        <pc:sldMkLst>
          <pc:docMk/>
          <pc:sldMk cId="2656535664" sldId="441"/>
        </pc:sldMkLst>
        <pc:spChg chg="mod">
          <ac:chgData name="Ms Alina Arshad" userId="cccdfd85-d35d-4453-9c6f-a463aae40722" providerId="ADAL" clId="{1C05DFB1-C023-4755-8788-6BFDA6690735}" dt="2024-09-05T07:21:45.032" v="56" actId="14100"/>
          <ac:spMkLst>
            <pc:docMk/>
            <pc:sldMk cId="2656535664" sldId="441"/>
            <ac:spMk id="2" creationId="{00000000-0000-0000-0000-000000000000}"/>
          </ac:spMkLst>
        </pc:spChg>
        <pc:spChg chg="mod">
          <ac:chgData name="Ms Alina Arshad" userId="cccdfd85-d35d-4453-9c6f-a463aae40722" providerId="ADAL" clId="{1C05DFB1-C023-4755-8788-6BFDA6690735}" dt="2024-09-05T07:23:15.383" v="86" actId="113"/>
          <ac:spMkLst>
            <pc:docMk/>
            <pc:sldMk cId="2656535664" sldId="441"/>
            <ac:spMk id="3" creationId="{00000000-0000-0000-0000-000000000000}"/>
          </ac:spMkLst>
        </pc:spChg>
        <pc:spChg chg="del">
          <ac:chgData name="Ms Alina Arshad" userId="cccdfd85-d35d-4453-9c6f-a463aae40722" providerId="ADAL" clId="{1C05DFB1-C023-4755-8788-6BFDA6690735}" dt="2024-09-05T07:21:47.120" v="57" actId="478"/>
          <ac:spMkLst>
            <pc:docMk/>
            <pc:sldMk cId="2656535664" sldId="441"/>
            <ac:spMk id="4" creationId="{00000000-0000-0000-0000-000000000000}"/>
          </ac:spMkLst>
        </pc:spChg>
        <pc:spChg chg="del">
          <ac:chgData name="Ms Alina Arshad" userId="cccdfd85-d35d-4453-9c6f-a463aae40722" providerId="ADAL" clId="{1C05DFB1-C023-4755-8788-6BFDA6690735}" dt="2024-09-05T07:21:49.444" v="58" actId="478"/>
          <ac:spMkLst>
            <pc:docMk/>
            <pc:sldMk cId="2656535664" sldId="441"/>
            <ac:spMk id="5" creationId="{00000000-0000-0000-0000-000000000000}"/>
          </ac:spMkLst>
        </pc:spChg>
      </pc:sldChg>
      <pc:sldChg chg="add">
        <pc:chgData name="Ms Alina Arshad" userId="cccdfd85-d35d-4453-9c6f-a463aae40722" providerId="ADAL" clId="{1C05DFB1-C023-4755-8788-6BFDA6690735}" dt="2024-09-05T07:58:02.432" v="379"/>
        <pc:sldMkLst>
          <pc:docMk/>
          <pc:sldMk cId="4115417814" sldId="441"/>
        </pc:sldMkLst>
      </pc:sldChg>
      <pc:sldChg chg="delSp modSp add del mod">
        <pc:chgData name="Ms Alina Arshad" userId="cccdfd85-d35d-4453-9c6f-a463aae40722" providerId="ADAL" clId="{1C05DFB1-C023-4755-8788-6BFDA6690735}" dt="2024-09-05T08:17:07.446" v="430" actId="2696"/>
        <pc:sldMkLst>
          <pc:docMk/>
          <pc:sldMk cId="2646742664" sldId="443"/>
        </pc:sldMkLst>
        <pc:spChg chg="mod">
          <ac:chgData name="Ms Alina Arshad" userId="cccdfd85-d35d-4453-9c6f-a463aae40722" providerId="ADAL" clId="{1C05DFB1-C023-4755-8788-6BFDA6690735}" dt="2024-09-05T07:22:01.285" v="62" actId="207"/>
          <ac:spMkLst>
            <pc:docMk/>
            <pc:sldMk cId="2646742664" sldId="443"/>
            <ac:spMk id="2" creationId="{00000000-0000-0000-0000-000000000000}"/>
          </ac:spMkLst>
        </pc:spChg>
        <pc:spChg chg="mod">
          <ac:chgData name="Ms Alina Arshad" userId="cccdfd85-d35d-4453-9c6f-a463aae40722" providerId="ADAL" clId="{1C05DFB1-C023-4755-8788-6BFDA6690735}" dt="2024-09-05T07:23:10.157" v="85" actId="14100"/>
          <ac:spMkLst>
            <pc:docMk/>
            <pc:sldMk cId="2646742664" sldId="443"/>
            <ac:spMk id="3" creationId="{00000000-0000-0000-0000-000000000000}"/>
          </ac:spMkLst>
        </pc:spChg>
        <pc:spChg chg="del">
          <ac:chgData name="Ms Alina Arshad" userId="cccdfd85-d35d-4453-9c6f-a463aae40722" providerId="ADAL" clId="{1C05DFB1-C023-4755-8788-6BFDA6690735}" dt="2024-09-05T07:22:08.503" v="64" actId="478"/>
          <ac:spMkLst>
            <pc:docMk/>
            <pc:sldMk cId="2646742664" sldId="443"/>
            <ac:spMk id="4" creationId="{00000000-0000-0000-0000-000000000000}"/>
          </ac:spMkLst>
        </pc:spChg>
        <pc:spChg chg="del">
          <ac:chgData name="Ms Alina Arshad" userId="cccdfd85-d35d-4453-9c6f-a463aae40722" providerId="ADAL" clId="{1C05DFB1-C023-4755-8788-6BFDA6690735}" dt="2024-09-05T07:22:10.204" v="65" actId="478"/>
          <ac:spMkLst>
            <pc:docMk/>
            <pc:sldMk cId="2646742664" sldId="443"/>
            <ac:spMk id="5" creationId="{00000000-0000-0000-0000-000000000000}"/>
          </ac:spMkLst>
        </pc:spChg>
      </pc:sldChg>
      <pc:sldChg chg="delSp modSp add del mod">
        <pc:chgData name="Ms Alina Arshad" userId="cccdfd85-d35d-4453-9c6f-a463aae40722" providerId="ADAL" clId="{1C05DFB1-C023-4755-8788-6BFDA6690735}" dt="2024-09-05T07:58:32.647" v="380" actId="2696"/>
        <pc:sldMkLst>
          <pc:docMk/>
          <pc:sldMk cId="132114375" sldId="444"/>
        </pc:sldMkLst>
        <pc:spChg chg="mod">
          <ac:chgData name="Ms Alina Arshad" userId="cccdfd85-d35d-4453-9c6f-a463aae40722" providerId="ADAL" clId="{1C05DFB1-C023-4755-8788-6BFDA6690735}" dt="2024-09-05T07:22:21.935" v="68" actId="14100"/>
          <ac:spMkLst>
            <pc:docMk/>
            <pc:sldMk cId="132114375" sldId="444"/>
            <ac:spMk id="2" creationId="{00000000-0000-0000-0000-000000000000}"/>
          </ac:spMkLst>
        </pc:spChg>
        <pc:spChg chg="mod">
          <ac:chgData name="Ms Alina Arshad" userId="cccdfd85-d35d-4453-9c6f-a463aae40722" providerId="ADAL" clId="{1C05DFB1-C023-4755-8788-6BFDA6690735}" dt="2024-09-05T07:22:53.825" v="79" actId="113"/>
          <ac:spMkLst>
            <pc:docMk/>
            <pc:sldMk cId="132114375" sldId="444"/>
            <ac:spMk id="3" creationId="{00000000-0000-0000-0000-000000000000}"/>
          </ac:spMkLst>
        </pc:spChg>
        <pc:spChg chg="del">
          <ac:chgData name="Ms Alina Arshad" userId="cccdfd85-d35d-4453-9c6f-a463aae40722" providerId="ADAL" clId="{1C05DFB1-C023-4755-8788-6BFDA6690735}" dt="2024-09-05T07:22:23.883" v="69" actId="478"/>
          <ac:spMkLst>
            <pc:docMk/>
            <pc:sldMk cId="132114375" sldId="444"/>
            <ac:spMk id="4" creationId="{00000000-0000-0000-0000-000000000000}"/>
          </ac:spMkLst>
        </pc:spChg>
        <pc:spChg chg="del">
          <ac:chgData name="Ms Alina Arshad" userId="cccdfd85-d35d-4453-9c6f-a463aae40722" providerId="ADAL" clId="{1C05DFB1-C023-4755-8788-6BFDA6690735}" dt="2024-09-05T07:22:28.146" v="70" actId="478"/>
          <ac:spMkLst>
            <pc:docMk/>
            <pc:sldMk cId="132114375" sldId="444"/>
            <ac:spMk id="5" creationId="{00000000-0000-0000-0000-000000000000}"/>
          </ac:spMkLst>
        </pc:spChg>
      </pc:sldChg>
      <pc:sldChg chg="add del">
        <pc:chgData name="Ms Alina Arshad" userId="cccdfd85-d35d-4453-9c6f-a463aae40722" providerId="ADAL" clId="{1C05DFB1-C023-4755-8788-6BFDA6690735}" dt="2024-09-05T08:14:26.302" v="402" actId="47"/>
        <pc:sldMkLst>
          <pc:docMk/>
          <pc:sldMk cId="2565756905" sldId="444"/>
        </pc:sldMkLst>
      </pc:sldChg>
      <pc:sldChg chg="add del">
        <pc:chgData name="Ms Alina Arshad" userId="cccdfd85-d35d-4453-9c6f-a463aae40722" providerId="ADAL" clId="{1C05DFB1-C023-4755-8788-6BFDA6690735}" dt="2024-09-05T08:00:24.115" v="399" actId="47"/>
        <pc:sldMkLst>
          <pc:docMk/>
          <pc:sldMk cId="1449205093" sldId="445"/>
        </pc:sldMkLst>
      </pc:sldChg>
      <pc:sldChg chg="delSp modSp add del mod">
        <pc:chgData name="Ms Alina Arshad" userId="cccdfd85-d35d-4453-9c6f-a463aae40722" providerId="ADAL" clId="{1C05DFB1-C023-4755-8788-6BFDA6690735}" dt="2024-09-05T07:58:32.647" v="380" actId="2696"/>
        <pc:sldMkLst>
          <pc:docMk/>
          <pc:sldMk cId="1534966288" sldId="445"/>
        </pc:sldMkLst>
        <pc:spChg chg="mod">
          <ac:chgData name="Ms Alina Arshad" userId="cccdfd85-d35d-4453-9c6f-a463aae40722" providerId="ADAL" clId="{1C05DFB1-C023-4755-8788-6BFDA6690735}" dt="2024-09-05T07:23:30.157" v="89" actId="207"/>
          <ac:spMkLst>
            <pc:docMk/>
            <pc:sldMk cId="1534966288" sldId="445"/>
            <ac:spMk id="2" creationId="{00000000-0000-0000-0000-000000000000}"/>
          </ac:spMkLst>
        </pc:spChg>
        <pc:spChg chg="mod">
          <ac:chgData name="Ms Alina Arshad" userId="cccdfd85-d35d-4453-9c6f-a463aae40722" providerId="ADAL" clId="{1C05DFB1-C023-4755-8788-6BFDA6690735}" dt="2024-09-05T07:25:12.027" v="96" actId="12"/>
          <ac:spMkLst>
            <pc:docMk/>
            <pc:sldMk cId="1534966288" sldId="445"/>
            <ac:spMk id="3" creationId="{00000000-0000-0000-0000-000000000000}"/>
          </ac:spMkLst>
        </pc:spChg>
        <pc:spChg chg="del">
          <ac:chgData name="Ms Alina Arshad" userId="cccdfd85-d35d-4453-9c6f-a463aae40722" providerId="ADAL" clId="{1C05DFB1-C023-4755-8788-6BFDA6690735}" dt="2024-09-05T07:23:37.088" v="92" actId="478"/>
          <ac:spMkLst>
            <pc:docMk/>
            <pc:sldMk cId="1534966288" sldId="445"/>
            <ac:spMk id="4" creationId="{00000000-0000-0000-0000-000000000000}"/>
          </ac:spMkLst>
        </pc:spChg>
        <pc:spChg chg="del">
          <ac:chgData name="Ms Alina Arshad" userId="cccdfd85-d35d-4453-9c6f-a463aae40722" providerId="ADAL" clId="{1C05DFB1-C023-4755-8788-6BFDA6690735}" dt="2024-09-05T07:23:39.624" v="93" actId="478"/>
          <ac:spMkLst>
            <pc:docMk/>
            <pc:sldMk cId="1534966288" sldId="445"/>
            <ac:spMk id="5" creationId="{00000000-0000-0000-0000-000000000000}"/>
          </ac:spMkLst>
        </pc:spChg>
        <pc:picChg chg="mod">
          <ac:chgData name="Ms Alina Arshad" userId="cccdfd85-d35d-4453-9c6f-a463aae40722" providerId="ADAL" clId="{1C05DFB1-C023-4755-8788-6BFDA6690735}" dt="2024-09-05T07:23:35.603" v="91" actId="14100"/>
          <ac:picMkLst>
            <pc:docMk/>
            <pc:sldMk cId="1534966288" sldId="445"/>
            <ac:picMk id="6" creationId="{00000000-0000-0000-0000-000000000000}"/>
          </ac:picMkLst>
        </pc:picChg>
      </pc:sldChg>
      <pc:sldChg chg="delSp modSp add del mod">
        <pc:chgData name="Ms Alina Arshad" userId="cccdfd85-d35d-4453-9c6f-a463aae40722" providerId="ADAL" clId="{1C05DFB1-C023-4755-8788-6BFDA6690735}" dt="2024-09-05T07:58:32.647" v="380" actId="2696"/>
        <pc:sldMkLst>
          <pc:docMk/>
          <pc:sldMk cId="1014349081" sldId="446"/>
        </pc:sldMkLst>
        <pc:spChg chg="mod">
          <ac:chgData name="Ms Alina Arshad" userId="cccdfd85-d35d-4453-9c6f-a463aae40722" providerId="ADAL" clId="{1C05DFB1-C023-4755-8788-6BFDA6690735}" dt="2024-09-05T07:26:17.254" v="98" actId="207"/>
          <ac:spMkLst>
            <pc:docMk/>
            <pc:sldMk cId="1014349081" sldId="446"/>
            <ac:spMk id="2" creationId="{00000000-0000-0000-0000-000000000000}"/>
          </ac:spMkLst>
        </pc:spChg>
        <pc:spChg chg="mod">
          <ac:chgData name="Ms Alina Arshad" userId="cccdfd85-d35d-4453-9c6f-a463aae40722" providerId="ADAL" clId="{1C05DFB1-C023-4755-8788-6BFDA6690735}" dt="2024-09-05T07:26:23.209" v="100" actId="12"/>
          <ac:spMkLst>
            <pc:docMk/>
            <pc:sldMk cId="1014349081" sldId="446"/>
            <ac:spMk id="3" creationId="{00000000-0000-0000-0000-000000000000}"/>
          </ac:spMkLst>
        </pc:spChg>
        <pc:spChg chg="del">
          <ac:chgData name="Ms Alina Arshad" userId="cccdfd85-d35d-4453-9c6f-a463aae40722" providerId="ADAL" clId="{1C05DFB1-C023-4755-8788-6BFDA6690735}" dt="2024-09-05T07:26:26.563" v="101" actId="478"/>
          <ac:spMkLst>
            <pc:docMk/>
            <pc:sldMk cId="1014349081" sldId="446"/>
            <ac:spMk id="4" creationId="{00000000-0000-0000-0000-000000000000}"/>
          </ac:spMkLst>
        </pc:spChg>
        <pc:spChg chg="del">
          <ac:chgData name="Ms Alina Arshad" userId="cccdfd85-d35d-4453-9c6f-a463aae40722" providerId="ADAL" clId="{1C05DFB1-C023-4755-8788-6BFDA6690735}" dt="2024-09-05T07:26:27.910" v="102" actId="478"/>
          <ac:spMkLst>
            <pc:docMk/>
            <pc:sldMk cId="1014349081" sldId="446"/>
            <ac:spMk id="5" creationId="{00000000-0000-0000-0000-000000000000}"/>
          </ac:spMkLst>
        </pc:spChg>
      </pc:sldChg>
      <pc:sldChg chg="modSp add mod">
        <pc:chgData name="Ms Alina Arshad" userId="cccdfd85-d35d-4453-9c6f-a463aae40722" providerId="ADAL" clId="{1C05DFB1-C023-4755-8788-6BFDA6690735}" dt="2024-09-05T08:14:44.713" v="409" actId="20577"/>
        <pc:sldMkLst>
          <pc:docMk/>
          <pc:sldMk cId="2279120568" sldId="446"/>
        </pc:sldMkLst>
        <pc:spChg chg="mod">
          <ac:chgData name="Ms Alina Arshad" userId="cccdfd85-d35d-4453-9c6f-a463aae40722" providerId="ADAL" clId="{1C05DFB1-C023-4755-8788-6BFDA6690735}" dt="2024-09-05T08:14:44.713" v="409" actId="20577"/>
          <ac:spMkLst>
            <pc:docMk/>
            <pc:sldMk cId="2279120568" sldId="446"/>
            <ac:spMk id="2" creationId="{00000000-0000-0000-0000-000000000000}"/>
          </ac:spMkLst>
        </pc:spChg>
      </pc:sldChg>
      <pc:sldChg chg="delSp modSp add del mod">
        <pc:chgData name="Ms Alina Arshad" userId="cccdfd85-d35d-4453-9c6f-a463aae40722" providerId="ADAL" clId="{1C05DFB1-C023-4755-8788-6BFDA6690735}" dt="2024-09-05T07:58:32.647" v="380" actId="2696"/>
        <pc:sldMkLst>
          <pc:docMk/>
          <pc:sldMk cId="674788557" sldId="447"/>
        </pc:sldMkLst>
        <pc:spChg chg="mod">
          <ac:chgData name="Ms Alina Arshad" userId="cccdfd85-d35d-4453-9c6f-a463aae40722" providerId="ADAL" clId="{1C05DFB1-C023-4755-8788-6BFDA6690735}" dt="2024-09-05T07:26:46.771" v="110" actId="5793"/>
          <ac:spMkLst>
            <pc:docMk/>
            <pc:sldMk cId="674788557" sldId="447"/>
            <ac:spMk id="3" creationId="{00000000-0000-0000-0000-000000000000}"/>
          </ac:spMkLst>
        </pc:spChg>
        <pc:spChg chg="del">
          <ac:chgData name="Ms Alina Arshad" userId="cccdfd85-d35d-4453-9c6f-a463aae40722" providerId="ADAL" clId="{1C05DFB1-C023-4755-8788-6BFDA6690735}" dt="2024-09-05T07:26:33.920" v="103" actId="478"/>
          <ac:spMkLst>
            <pc:docMk/>
            <pc:sldMk cId="674788557" sldId="447"/>
            <ac:spMk id="4" creationId="{00000000-0000-0000-0000-000000000000}"/>
          </ac:spMkLst>
        </pc:spChg>
        <pc:spChg chg="del">
          <ac:chgData name="Ms Alina Arshad" userId="cccdfd85-d35d-4453-9c6f-a463aae40722" providerId="ADAL" clId="{1C05DFB1-C023-4755-8788-6BFDA6690735}" dt="2024-09-05T07:26:35.837" v="104" actId="478"/>
          <ac:spMkLst>
            <pc:docMk/>
            <pc:sldMk cId="674788557" sldId="447"/>
            <ac:spMk id="5" creationId="{00000000-0000-0000-0000-000000000000}"/>
          </ac:spMkLst>
        </pc:spChg>
      </pc:sldChg>
      <pc:sldChg chg="modSp add del mod ord">
        <pc:chgData name="Ms Alina Arshad" userId="cccdfd85-d35d-4453-9c6f-a463aae40722" providerId="ADAL" clId="{1C05DFB1-C023-4755-8788-6BFDA6690735}" dt="2024-09-05T08:15:24.936" v="424" actId="47"/>
        <pc:sldMkLst>
          <pc:docMk/>
          <pc:sldMk cId="4044279338" sldId="447"/>
        </pc:sldMkLst>
        <pc:spChg chg="mod">
          <ac:chgData name="Ms Alina Arshad" userId="cccdfd85-d35d-4453-9c6f-a463aae40722" providerId="ADAL" clId="{1C05DFB1-C023-4755-8788-6BFDA6690735}" dt="2024-09-05T08:14:36.068" v="406" actId="207"/>
          <ac:spMkLst>
            <pc:docMk/>
            <pc:sldMk cId="4044279338" sldId="447"/>
            <ac:spMk id="2" creationId="{00000000-0000-0000-0000-000000000000}"/>
          </ac:spMkLst>
        </pc:spChg>
        <pc:spChg chg="mod">
          <ac:chgData name="Ms Alina Arshad" userId="cccdfd85-d35d-4453-9c6f-a463aae40722" providerId="ADAL" clId="{1C05DFB1-C023-4755-8788-6BFDA6690735}" dt="2024-09-05T08:14:40.402" v="407" actId="403"/>
          <ac:spMkLst>
            <pc:docMk/>
            <pc:sldMk cId="4044279338" sldId="447"/>
            <ac:spMk id="3" creationId="{00000000-0000-0000-0000-000000000000}"/>
          </ac:spMkLst>
        </pc:spChg>
      </pc:sldChg>
      <pc:sldChg chg="delSp modSp add del mod">
        <pc:chgData name="Ms Alina Arshad" userId="cccdfd85-d35d-4453-9c6f-a463aae40722" providerId="ADAL" clId="{1C05DFB1-C023-4755-8788-6BFDA6690735}" dt="2024-09-05T08:15:41.873" v="425" actId="47"/>
        <pc:sldMkLst>
          <pc:docMk/>
          <pc:sldMk cId="2809709330" sldId="448"/>
        </pc:sldMkLst>
        <pc:spChg chg="mod">
          <ac:chgData name="Ms Alina Arshad" userId="cccdfd85-d35d-4453-9c6f-a463aae40722" providerId="ADAL" clId="{1C05DFB1-C023-4755-8788-6BFDA6690735}" dt="2024-09-05T07:27:15.172" v="118" actId="1076"/>
          <ac:spMkLst>
            <pc:docMk/>
            <pc:sldMk cId="2809709330" sldId="448"/>
            <ac:spMk id="2" creationId="{00000000-0000-0000-0000-000000000000}"/>
          </ac:spMkLst>
        </pc:spChg>
        <pc:spChg chg="mod">
          <ac:chgData name="Ms Alina Arshad" userId="cccdfd85-d35d-4453-9c6f-a463aae40722" providerId="ADAL" clId="{1C05DFB1-C023-4755-8788-6BFDA6690735}" dt="2024-09-05T07:27:27.486" v="122" actId="12"/>
          <ac:spMkLst>
            <pc:docMk/>
            <pc:sldMk cId="2809709330" sldId="448"/>
            <ac:spMk id="3" creationId="{00000000-0000-0000-0000-000000000000}"/>
          </ac:spMkLst>
        </pc:spChg>
        <pc:spChg chg="del">
          <ac:chgData name="Ms Alina Arshad" userId="cccdfd85-d35d-4453-9c6f-a463aae40722" providerId="ADAL" clId="{1C05DFB1-C023-4755-8788-6BFDA6690735}" dt="2024-09-05T07:27:20.389" v="120" actId="478"/>
          <ac:spMkLst>
            <pc:docMk/>
            <pc:sldMk cId="2809709330" sldId="448"/>
            <ac:spMk id="4" creationId="{00000000-0000-0000-0000-000000000000}"/>
          </ac:spMkLst>
        </pc:spChg>
        <pc:spChg chg="del">
          <ac:chgData name="Ms Alina Arshad" userId="cccdfd85-d35d-4453-9c6f-a463aae40722" providerId="ADAL" clId="{1C05DFB1-C023-4755-8788-6BFDA6690735}" dt="2024-09-05T07:27:17.872" v="119" actId="478"/>
          <ac:spMkLst>
            <pc:docMk/>
            <pc:sldMk cId="2809709330" sldId="448"/>
            <ac:spMk id="5" creationId="{00000000-0000-0000-0000-000000000000}"/>
          </ac:spMkLst>
        </pc:spChg>
      </pc:sldChg>
      <pc:sldChg chg="delSp modSp add del mod">
        <pc:chgData name="Ms Alina Arshad" userId="cccdfd85-d35d-4453-9c6f-a463aae40722" providerId="ADAL" clId="{1C05DFB1-C023-4755-8788-6BFDA6690735}" dt="2024-09-05T08:17:07.446" v="430" actId="2696"/>
        <pc:sldMkLst>
          <pc:docMk/>
          <pc:sldMk cId="1681688199" sldId="449"/>
        </pc:sldMkLst>
        <pc:spChg chg="mod">
          <ac:chgData name="Ms Alina Arshad" userId="cccdfd85-d35d-4453-9c6f-a463aae40722" providerId="ADAL" clId="{1C05DFB1-C023-4755-8788-6BFDA6690735}" dt="2024-09-05T07:27:33.612" v="124" actId="207"/>
          <ac:spMkLst>
            <pc:docMk/>
            <pc:sldMk cId="1681688199" sldId="449"/>
            <ac:spMk id="2" creationId="{00000000-0000-0000-0000-000000000000}"/>
          </ac:spMkLst>
        </pc:spChg>
        <pc:spChg chg="mod">
          <ac:chgData name="Ms Alina Arshad" userId="cccdfd85-d35d-4453-9c6f-a463aae40722" providerId="ADAL" clId="{1C05DFB1-C023-4755-8788-6BFDA6690735}" dt="2024-09-05T07:27:42.827" v="127" actId="12"/>
          <ac:spMkLst>
            <pc:docMk/>
            <pc:sldMk cId="1681688199" sldId="449"/>
            <ac:spMk id="3" creationId="{00000000-0000-0000-0000-000000000000}"/>
          </ac:spMkLst>
        </pc:spChg>
        <pc:spChg chg="del">
          <ac:chgData name="Ms Alina Arshad" userId="cccdfd85-d35d-4453-9c6f-a463aae40722" providerId="ADAL" clId="{1C05DFB1-C023-4755-8788-6BFDA6690735}" dt="2024-09-05T07:27:36.632" v="125" actId="478"/>
          <ac:spMkLst>
            <pc:docMk/>
            <pc:sldMk cId="1681688199" sldId="449"/>
            <ac:spMk id="4" creationId="{00000000-0000-0000-0000-000000000000}"/>
          </ac:spMkLst>
        </pc:spChg>
        <pc:spChg chg="del">
          <ac:chgData name="Ms Alina Arshad" userId="cccdfd85-d35d-4453-9c6f-a463aae40722" providerId="ADAL" clId="{1C05DFB1-C023-4755-8788-6BFDA6690735}" dt="2024-09-05T07:27:38.225" v="126" actId="478"/>
          <ac:spMkLst>
            <pc:docMk/>
            <pc:sldMk cId="1681688199" sldId="449"/>
            <ac:spMk id="5" creationId="{00000000-0000-0000-0000-000000000000}"/>
          </ac:spMkLst>
        </pc:spChg>
      </pc:sldChg>
      <pc:sldChg chg="delSp modSp add del mod">
        <pc:chgData name="Ms Alina Arshad" userId="cccdfd85-d35d-4453-9c6f-a463aae40722" providerId="ADAL" clId="{1C05DFB1-C023-4755-8788-6BFDA6690735}" dt="2024-09-05T08:17:07.446" v="430" actId="2696"/>
        <pc:sldMkLst>
          <pc:docMk/>
          <pc:sldMk cId="242073716" sldId="450"/>
        </pc:sldMkLst>
        <pc:spChg chg="mod">
          <ac:chgData name="Ms Alina Arshad" userId="cccdfd85-d35d-4453-9c6f-a463aae40722" providerId="ADAL" clId="{1C05DFB1-C023-4755-8788-6BFDA6690735}" dt="2024-09-05T07:27:53.868" v="130"/>
          <ac:spMkLst>
            <pc:docMk/>
            <pc:sldMk cId="242073716" sldId="450"/>
            <ac:spMk id="2" creationId="{00000000-0000-0000-0000-000000000000}"/>
          </ac:spMkLst>
        </pc:spChg>
        <pc:spChg chg="mod">
          <ac:chgData name="Ms Alina Arshad" userId="cccdfd85-d35d-4453-9c6f-a463aae40722" providerId="ADAL" clId="{1C05DFB1-C023-4755-8788-6BFDA6690735}" dt="2024-09-05T07:28:27.093" v="141" actId="12"/>
          <ac:spMkLst>
            <pc:docMk/>
            <pc:sldMk cId="242073716" sldId="450"/>
            <ac:spMk id="3" creationId="{00000000-0000-0000-0000-000000000000}"/>
          </ac:spMkLst>
        </pc:spChg>
        <pc:spChg chg="del">
          <ac:chgData name="Ms Alina Arshad" userId="cccdfd85-d35d-4453-9c6f-a463aae40722" providerId="ADAL" clId="{1C05DFB1-C023-4755-8788-6BFDA6690735}" dt="2024-09-05T07:27:58.463" v="131" actId="478"/>
          <ac:spMkLst>
            <pc:docMk/>
            <pc:sldMk cId="242073716" sldId="450"/>
            <ac:spMk id="4" creationId="{00000000-0000-0000-0000-000000000000}"/>
          </ac:spMkLst>
        </pc:spChg>
        <pc:spChg chg="del">
          <ac:chgData name="Ms Alina Arshad" userId="cccdfd85-d35d-4453-9c6f-a463aae40722" providerId="ADAL" clId="{1C05DFB1-C023-4755-8788-6BFDA6690735}" dt="2024-09-05T07:28:01.743" v="132" actId="478"/>
          <ac:spMkLst>
            <pc:docMk/>
            <pc:sldMk cId="242073716" sldId="450"/>
            <ac:spMk id="5" creationId="{00000000-0000-0000-0000-000000000000}"/>
          </ac:spMkLst>
        </pc:spChg>
      </pc:sldChg>
      <pc:sldChg chg="delSp modSp add del mod">
        <pc:chgData name="Ms Alina Arshad" userId="cccdfd85-d35d-4453-9c6f-a463aae40722" providerId="ADAL" clId="{1C05DFB1-C023-4755-8788-6BFDA6690735}" dt="2024-09-05T08:17:07.446" v="430" actId="2696"/>
        <pc:sldMkLst>
          <pc:docMk/>
          <pc:sldMk cId="1637132292" sldId="451"/>
        </pc:sldMkLst>
        <pc:spChg chg="mod">
          <ac:chgData name="Ms Alina Arshad" userId="cccdfd85-d35d-4453-9c6f-a463aae40722" providerId="ADAL" clId="{1C05DFB1-C023-4755-8788-6BFDA6690735}" dt="2024-09-05T07:33:02.749" v="143" actId="113"/>
          <ac:spMkLst>
            <pc:docMk/>
            <pc:sldMk cId="1637132292" sldId="451"/>
            <ac:spMk id="2" creationId="{00000000-0000-0000-0000-000000000000}"/>
          </ac:spMkLst>
        </pc:spChg>
        <pc:spChg chg="del">
          <ac:chgData name="Ms Alina Arshad" userId="cccdfd85-d35d-4453-9c6f-a463aae40722" providerId="ADAL" clId="{1C05DFB1-C023-4755-8788-6BFDA6690735}" dt="2024-09-05T08:16:01.026" v="428" actId="478"/>
          <ac:spMkLst>
            <pc:docMk/>
            <pc:sldMk cId="1637132292" sldId="451"/>
            <ac:spMk id="4" creationId="{00000000-0000-0000-0000-000000000000}"/>
          </ac:spMkLst>
        </pc:spChg>
        <pc:spChg chg="del">
          <ac:chgData name="Ms Alina Arshad" userId="cccdfd85-d35d-4453-9c6f-a463aae40722" providerId="ADAL" clId="{1C05DFB1-C023-4755-8788-6BFDA6690735}" dt="2024-09-05T08:16:02.792" v="429" actId="478"/>
          <ac:spMkLst>
            <pc:docMk/>
            <pc:sldMk cId="1637132292" sldId="451"/>
            <ac:spMk id="5" creationId="{00000000-0000-0000-0000-000000000000}"/>
          </ac:spMkLst>
        </pc:spChg>
        <pc:picChg chg="mod">
          <ac:chgData name="Ms Alina Arshad" userId="cccdfd85-d35d-4453-9c6f-a463aae40722" providerId="ADAL" clId="{1C05DFB1-C023-4755-8788-6BFDA6690735}" dt="2024-09-05T07:33:07.044" v="144" actId="1076"/>
          <ac:picMkLst>
            <pc:docMk/>
            <pc:sldMk cId="1637132292" sldId="451"/>
            <ac:picMk id="7" creationId="{00000000-0000-0000-0000-000000000000}"/>
          </ac:picMkLst>
        </pc:picChg>
      </pc:sldChg>
      <pc:sldChg chg="delSp add del mod">
        <pc:chgData name="Ms Alina Arshad" userId="cccdfd85-d35d-4453-9c6f-a463aae40722" providerId="ADAL" clId="{1C05DFB1-C023-4755-8788-6BFDA6690735}" dt="2024-09-05T08:17:07.446" v="430" actId="2696"/>
        <pc:sldMkLst>
          <pc:docMk/>
          <pc:sldMk cId="723443559" sldId="452"/>
        </pc:sldMkLst>
        <pc:spChg chg="del">
          <ac:chgData name="Ms Alina Arshad" userId="cccdfd85-d35d-4453-9c6f-a463aae40722" providerId="ADAL" clId="{1C05DFB1-C023-4755-8788-6BFDA6690735}" dt="2024-09-05T08:15:53.419" v="426" actId="478"/>
          <ac:spMkLst>
            <pc:docMk/>
            <pc:sldMk cId="723443559" sldId="452"/>
            <ac:spMk id="4" creationId="{00000000-0000-0000-0000-000000000000}"/>
          </ac:spMkLst>
        </pc:spChg>
        <pc:spChg chg="del">
          <ac:chgData name="Ms Alina Arshad" userId="cccdfd85-d35d-4453-9c6f-a463aae40722" providerId="ADAL" clId="{1C05DFB1-C023-4755-8788-6BFDA6690735}" dt="2024-09-05T08:15:55.747" v="427" actId="478"/>
          <ac:spMkLst>
            <pc:docMk/>
            <pc:sldMk cId="723443559" sldId="452"/>
            <ac:spMk id="5" creationId="{00000000-0000-0000-0000-000000000000}"/>
          </ac:spMkLst>
        </pc:spChg>
      </pc:sldChg>
    </pc:docChg>
  </pc:docChgLst>
  <pc:docChgLst>
    <pc:chgData name="Ms Alina Arshad" userId="cccdfd85-d35d-4453-9c6f-a463aae40722" providerId="ADAL" clId="{EADAEE91-4A7C-4065-A245-779568A60DD0}"/>
    <pc:docChg chg="undo custSel addSld delSld modSld sldOrd">
      <pc:chgData name="Ms Alina Arshad" userId="cccdfd85-d35d-4453-9c6f-a463aae40722" providerId="ADAL" clId="{EADAEE91-4A7C-4065-A245-779568A60DD0}" dt="2024-08-25T15:14:04.534" v="324" actId="2696"/>
      <pc:docMkLst>
        <pc:docMk/>
      </pc:docMkLst>
      <pc:sldChg chg="del">
        <pc:chgData name="Ms Alina Arshad" userId="cccdfd85-d35d-4453-9c6f-a463aae40722" providerId="ADAL" clId="{EADAEE91-4A7C-4065-A245-779568A60DD0}" dt="2024-08-25T13:34:30.844" v="2" actId="47"/>
        <pc:sldMkLst>
          <pc:docMk/>
          <pc:sldMk cId="3829966237" sldId="341"/>
        </pc:sldMkLst>
      </pc:sldChg>
      <pc:sldChg chg="del">
        <pc:chgData name="Ms Alina Arshad" userId="cccdfd85-d35d-4453-9c6f-a463aae40722" providerId="ADAL" clId="{EADAEE91-4A7C-4065-A245-779568A60DD0}" dt="2024-08-25T13:34:31.597" v="3" actId="47"/>
        <pc:sldMkLst>
          <pc:docMk/>
          <pc:sldMk cId="1130609535" sldId="342"/>
        </pc:sldMkLst>
      </pc:sldChg>
      <pc:sldChg chg="delSp modSp del mod">
        <pc:chgData name="Ms Alina Arshad" userId="cccdfd85-d35d-4453-9c6f-a463aae40722" providerId="ADAL" clId="{EADAEE91-4A7C-4065-A245-779568A60DD0}" dt="2024-08-25T15:09:29.508" v="302" actId="47"/>
        <pc:sldMkLst>
          <pc:docMk/>
          <pc:sldMk cId="47593581" sldId="345"/>
        </pc:sldMkLst>
        <pc:spChg chg="mod">
          <ac:chgData name="Ms Alina Arshad" userId="cccdfd85-d35d-4453-9c6f-a463aae40722" providerId="ADAL" clId="{EADAEE91-4A7C-4065-A245-779568A60DD0}" dt="2024-08-25T13:41:42.034" v="13" actId="14100"/>
          <ac:spMkLst>
            <pc:docMk/>
            <pc:sldMk cId="47593581" sldId="345"/>
            <ac:spMk id="2" creationId="{7E51EDD7-5122-4590-8B7F-DC837E23C380}"/>
          </ac:spMkLst>
        </pc:spChg>
        <pc:spChg chg="mod">
          <ac:chgData name="Ms Alina Arshad" userId="cccdfd85-d35d-4453-9c6f-a463aae40722" providerId="ADAL" clId="{EADAEE91-4A7C-4065-A245-779568A60DD0}" dt="2024-08-25T13:58:46.017" v="100" actId="12"/>
          <ac:spMkLst>
            <pc:docMk/>
            <pc:sldMk cId="47593581" sldId="345"/>
            <ac:spMk id="3" creationId="{2DFF783D-CE62-42B7-AF33-34074E4461A2}"/>
          </ac:spMkLst>
        </pc:spChg>
        <pc:spChg chg="del">
          <ac:chgData name="Ms Alina Arshad" userId="cccdfd85-d35d-4453-9c6f-a463aae40722" providerId="ADAL" clId="{EADAEE91-4A7C-4065-A245-779568A60DD0}" dt="2024-08-25T13:41:32.883" v="10" actId="478"/>
          <ac:spMkLst>
            <pc:docMk/>
            <pc:sldMk cId="47593581" sldId="345"/>
            <ac:spMk id="4" creationId="{00000000-0000-0000-0000-000000000000}"/>
          </ac:spMkLst>
        </pc:spChg>
        <pc:spChg chg="del">
          <ac:chgData name="Ms Alina Arshad" userId="cccdfd85-d35d-4453-9c6f-a463aae40722" providerId="ADAL" clId="{EADAEE91-4A7C-4065-A245-779568A60DD0}" dt="2024-08-25T13:41:34.842" v="11" actId="478"/>
          <ac:spMkLst>
            <pc:docMk/>
            <pc:sldMk cId="47593581" sldId="345"/>
            <ac:spMk id="5" creationId="{00000000-0000-0000-0000-000000000000}"/>
          </ac:spMkLst>
        </pc:spChg>
      </pc:sldChg>
      <pc:sldChg chg="delSp modSp del mod">
        <pc:chgData name="Ms Alina Arshad" userId="cccdfd85-d35d-4453-9c6f-a463aae40722" providerId="ADAL" clId="{EADAEE91-4A7C-4065-A245-779568A60DD0}" dt="2024-08-25T15:09:30.905" v="303" actId="47"/>
        <pc:sldMkLst>
          <pc:docMk/>
          <pc:sldMk cId="4118113692" sldId="346"/>
        </pc:sldMkLst>
        <pc:spChg chg="mod">
          <ac:chgData name="Ms Alina Arshad" userId="cccdfd85-d35d-4453-9c6f-a463aae40722" providerId="ADAL" clId="{EADAEE91-4A7C-4065-A245-779568A60DD0}" dt="2024-08-25T13:42:05.951" v="20" actId="1076"/>
          <ac:spMkLst>
            <pc:docMk/>
            <pc:sldMk cId="4118113692" sldId="346"/>
            <ac:spMk id="2" creationId="{189AF601-8D70-417E-83F0-4C2544ACF381}"/>
          </ac:spMkLst>
        </pc:spChg>
        <pc:spChg chg="mod">
          <ac:chgData name="Ms Alina Arshad" userId="cccdfd85-d35d-4453-9c6f-a463aae40722" providerId="ADAL" clId="{EADAEE91-4A7C-4065-A245-779568A60DD0}" dt="2024-08-25T13:42:08.883" v="21" actId="207"/>
          <ac:spMkLst>
            <pc:docMk/>
            <pc:sldMk cId="4118113692" sldId="346"/>
            <ac:spMk id="3" creationId="{7994D1C3-C6BD-49FE-ADD7-107918564080}"/>
          </ac:spMkLst>
        </pc:spChg>
        <pc:spChg chg="del">
          <ac:chgData name="Ms Alina Arshad" userId="cccdfd85-d35d-4453-9c6f-a463aae40722" providerId="ADAL" clId="{EADAEE91-4A7C-4065-A245-779568A60DD0}" dt="2024-08-25T13:41:52.482" v="15" actId="478"/>
          <ac:spMkLst>
            <pc:docMk/>
            <pc:sldMk cId="4118113692" sldId="346"/>
            <ac:spMk id="4" creationId="{00000000-0000-0000-0000-000000000000}"/>
          </ac:spMkLst>
        </pc:spChg>
        <pc:spChg chg="del">
          <ac:chgData name="Ms Alina Arshad" userId="cccdfd85-d35d-4453-9c6f-a463aae40722" providerId="ADAL" clId="{EADAEE91-4A7C-4065-A245-779568A60DD0}" dt="2024-08-25T13:41:54.245" v="16" actId="478"/>
          <ac:spMkLst>
            <pc:docMk/>
            <pc:sldMk cId="4118113692" sldId="346"/>
            <ac:spMk id="5" creationId="{00000000-0000-0000-0000-000000000000}"/>
          </ac:spMkLst>
        </pc:spChg>
      </pc:sldChg>
      <pc:sldChg chg="delSp modSp del mod">
        <pc:chgData name="Ms Alina Arshad" userId="cccdfd85-d35d-4453-9c6f-a463aae40722" providerId="ADAL" clId="{EADAEE91-4A7C-4065-A245-779568A60DD0}" dt="2024-08-25T15:09:31.592" v="304" actId="47"/>
        <pc:sldMkLst>
          <pc:docMk/>
          <pc:sldMk cId="1592470958" sldId="347"/>
        </pc:sldMkLst>
        <pc:spChg chg="mod">
          <ac:chgData name="Ms Alina Arshad" userId="cccdfd85-d35d-4453-9c6f-a463aae40722" providerId="ADAL" clId="{EADAEE91-4A7C-4065-A245-779568A60DD0}" dt="2024-08-25T13:42:20.300" v="24" actId="1076"/>
          <ac:spMkLst>
            <pc:docMk/>
            <pc:sldMk cId="1592470958" sldId="347"/>
            <ac:spMk id="2" creationId="{4095D5A0-FF21-4C13-A9F4-11F27B882005}"/>
          </ac:spMkLst>
        </pc:spChg>
        <pc:spChg chg="mod">
          <ac:chgData name="Ms Alina Arshad" userId="cccdfd85-d35d-4453-9c6f-a463aae40722" providerId="ADAL" clId="{EADAEE91-4A7C-4065-A245-779568A60DD0}" dt="2024-08-25T13:42:28.221" v="27" actId="255"/>
          <ac:spMkLst>
            <pc:docMk/>
            <pc:sldMk cId="1592470958" sldId="347"/>
            <ac:spMk id="3" creationId="{D93D2A2A-F7B4-4BEE-A16C-64E5A2B22228}"/>
          </ac:spMkLst>
        </pc:spChg>
        <pc:spChg chg="del">
          <ac:chgData name="Ms Alina Arshad" userId="cccdfd85-d35d-4453-9c6f-a463aae40722" providerId="ADAL" clId="{EADAEE91-4A7C-4065-A245-779568A60DD0}" dt="2024-08-25T13:42:31.109" v="28" actId="478"/>
          <ac:spMkLst>
            <pc:docMk/>
            <pc:sldMk cId="1592470958" sldId="347"/>
            <ac:spMk id="4" creationId="{00000000-0000-0000-0000-000000000000}"/>
          </ac:spMkLst>
        </pc:spChg>
        <pc:spChg chg="del">
          <ac:chgData name="Ms Alina Arshad" userId="cccdfd85-d35d-4453-9c6f-a463aae40722" providerId="ADAL" clId="{EADAEE91-4A7C-4065-A245-779568A60DD0}" dt="2024-08-25T13:42:33.014" v="29" actId="478"/>
          <ac:spMkLst>
            <pc:docMk/>
            <pc:sldMk cId="1592470958" sldId="347"/>
            <ac:spMk id="5" creationId="{00000000-0000-0000-0000-000000000000}"/>
          </ac:spMkLst>
        </pc:spChg>
      </pc:sldChg>
      <pc:sldChg chg="delSp modSp del mod">
        <pc:chgData name="Ms Alina Arshad" userId="cccdfd85-d35d-4453-9c6f-a463aae40722" providerId="ADAL" clId="{EADAEE91-4A7C-4065-A245-779568A60DD0}" dt="2024-08-25T15:09:32.177" v="305" actId="47"/>
        <pc:sldMkLst>
          <pc:docMk/>
          <pc:sldMk cId="2505751039" sldId="348"/>
        </pc:sldMkLst>
        <pc:spChg chg="mod">
          <ac:chgData name="Ms Alina Arshad" userId="cccdfd85-d35d-4453-9c6f-a463aae40722" providerId="ADAL" clId="{EADAEE91-4A7C-4065-A245-779568A60DD0}" dt="2024-08-25T13:42:47.129" v="31" actId="1076"/>
          <ac:spMkLst>
            <pc:docMk/>
            <pc:sldMk cId="2505751039" sldId="348"/>
            <ac:spMk id="2" creationId="{09840C44-A6AE-44E7-AB9D-97CB7C1C0B3B}"/>
          </ac:spMkLst>
        </pc:spChg>
        <pc:spChg chg="mod">
          <ac:chgData name="Ms Alina Arshad" userId="cccdfd85-d35d-4453-9c6f-a463aae40722" providerId="ADAL" clId="{EADAEE91-4A7C-4065-A245-779568A60DD0}" dt="2024-08-25T13:42:54.716" v="33" actId="207"/>
          <ac:spMkLst>
            <pc:docMk/>
            <pc:sldMk cId="2505751039" sldId="348"/>
            <ac:spMk id="3" creationId="{D9B437DC-A3DB-401E-B265-1B37EED2AEE1}"/>
          </ac:spMkLst>
        </pc:spChg>
        <pc:spChg chg="del">
          <ac:chgData name="Ms Alina Arshad" userId="cccdfd85-d35d-4453-9c6f-a463aae40722" providerId="ADAL" clId="{EADAEE91-4A7C-4065-A245-779568A60DD0}" dt="2024-08-25T13:42:58.434" v="34" actId="478"/>
          <ac:spMkLst>
            <pc:docMk/>
            <pc:sldMk cId="2505751039" sldId="348"/>
            <ac:spMk id="4" creationId="{00000000-0000-0000-0000-000000000000}"/>
          </ac:spMkLst>
        </pc:spChg>
        <pc:spChg chg="del">
          <ac:chgData name="Ms Alina Arshad" userId="cccdfd85-d35d-4453-9c6f-a463aae40722" providerId="ADAL" clId="{EADAEE91-4A7C-4065-A245-779568A60DD0}" dt="2024-08-25T13:43:01.831" v="35" actId="478"/>
          <ac:spMkLst>
            <pc:docMk/>
            <pc:sldMk cId="2505751039" sldId="348"/>
            <ac:spMk id="5" creationId="{00000000-0000-0000-0000-000000000000}"/>
          </ac:spMkLst>
        </pc:spChg>
      </pc:sldChg>
      <pc:sldChg chg="delSp modSp del mod">
        <pc:chgData name="Ms Alina Arshad" userId="cccdfd85-d35d-4453-9c6f-a463aae40722" providerId="ADAL" clId="{EADAEE91-4A7C-4065-A245-779568A60DD0}" dt="2024-08-25T15:09:32.959" v="306" actId="47"/>
        <pc:sldMkLst>
          <pc:docMk/>
          <pc:sldMk cId="662195488" sldId="349"/>
        </pc:sldMkLst>
        <pc:spChg chg="mod">
          <ac:chgData name="Ms Alina Arshad" userId="cccdfd85-d35d-4453-9c6f-a463aae40722" providerId="ADAL" clId="{EADAEE91-4A7C-4065-A245-779568A60DD0}" dt="2024-08-25T13:43:11.222" v="38" actId="207"/>
          <ac:spMkLst>
            <pc:docMk/>
            <pc:sldMk cId="662195488" sldId="349"/>
            <ac:spMk id="2" creationId="{E948826E-E54E-49E5-A1BB-A247D73F4654}"/>
          </ac:spMkLst>
        </pc:spChg>
        <pc:spChg chg="mod">
          <ac:chgData name="Ms Alina Arshad" userId="cccdfd85-d35d-4453-9c6f-a463aae40722" providerId="ADAL" clId="{EADAEE91-4A7C-4065-A245-779568A60DD0}" dt="2024-08-25T13:43:30.275" v="42" actId="207"/>
          <ac:spMkLst>
            <pc:docMk/>
            <pc:sldMk cId="662195488" sldId="349"/>
            <ac:spMk id="3" creationId="{73CAB96E-5D26-4FBA-93D4-48E335D0109C}"/>
          </ac:spMkLst>
        </pc:spChg>
        <pc:spChg chg="del">
          <ac:chgData name="Ms Alina Arshad" userId="cccdfd85-d35d-4453-9c6f-a463aae40722" providerId="ADAL" clId="{EADAEE91-4A7C-4065-A245-779568A60DD0}" dt="2024-08-25T13:43:21.984" v="40" actId="478"/>
          <ac:spMkLst>
            <pc:docMk/>
            <pc:sldMk cId="662195488" sldId="349"/>
            <ac:spMk id="4" creationId="{00000000-0000-0000-0000-000000000000}"/>
          </ac:spMkLst>
        </pc:spChg>
        <pc:spChg chg="del">
          <ac:chgData name="Ms Alina Arshad" userId="cccdfd85-d35d-4453-9c6f-a463aae40722" providerId="ADAL" clId="{EADAEE91-4A7C-4065-A245-779568A60DD0}" dt="2024-08-25T13:43:25.868" v="41" actId="478"/>
          <ac:spMkLst>
            <pc:docMk/>
            <pc:sldMk cId="662195488" sldId="349"/>
            <ac:spMk id="5" creationId="{00000000-0000-0000-0000-000000000000}"/>
          </ac:spMkLst>
        </pc:spChg>
      </pc:sldChg>
      <pc:sldChg chg="modSp add mod">
        <pc:chgData name="Ms Alina Arshad" userId="cccdfd85-d35d-4453-9c6f-a463aae40722" providerId="ADAL" clId="{EADAEE91-4A7C-4065-A245-779568A60DD0}" dt="2024-08-25T14:58:19.557" v="149" actId="207"/>
        <pc:sldMkLst>
          <pc:docMk/>
          <pc:sldMk cId="0" sldId="350"/>
        </pc:sldMkLst>
        <pc:spChg chg="mod">
          <ac:chgData name="Ms Alina Arshad" userId="cccdfd85-d35d-4453-9c6f-a463aae40722" providerId="ADAL" clId="{EADAEE91-4A7C-4065-A245-779568A60DD0}" dt="2024-08-25T14:58:19.557" v="149" actId="207"/>
          <ac:spMkLst>
            <pc:docMk/>
            <pc:sldMk cId="0" sldId="350"/>
            <ac:spMk id="18434" creationId="{A577BD20-D1FF-1BEE-9621-64AB62F59F87}"/>
          </ac:spMkLst>
        </pc:spChg>
      </pc:sldChg>
      <pc:sldChg chg="modSp add mod">
        <pc:chgData name="Ms Alina Arshad" userId="cccdfd85-d35d-4453-9c6f-a463aae40722" providerId="ADAL" clId="{EADAEE91-4A7C-4065-A245-779568A60DD0}" dt="2024-08-25T14:59:22.631" v="165" actId="27636"/>
        <pc:sldMkLst>
          <pc:docMk/>
          <pc:sldMk cId="0" sldId="351"/>
        </pc:sldMkLst>
        <pc:spChg chg="mod">
          <ac:chgData name="Ms Alina Arshad" userId="cccdfd85-d35d-4453-9c6f-a463aae40722" providerId="ADAL" clId="{EADAEE91-4A7C-4065-A245-779568A60DD0}" dt="2024-08-25T14:59:22.631" v="165" actId="27636"/>
          <ac:spMkLst>
            <pc:docMk/>
            <pc:sldMk cId="0" sldId="351"/>
            <ac:spMk id="3" creationId="{C0C22FA1-E5B0-AD82-96B5-C98C4EA3D56C}"/>
          </ac:spMkLst>
        </pc:spChg>
        <pc:spChg chg="mod">
          <ac:chgData name="Ms Alina Arshad" userId="cccdfd85-d35d-4453-9c6f-a463aae40722" providerId="ADAL" clId="{EADAEE91-4A7C-4065-A245-779568A60DD0}" dt="2024-08-25T14:58:57.020" v="157" actId="1076"/>
          <ac:spMkLst>
            <pc:docMk/>
            <pc:sldMk cId="0" sldId="351"/>
            <ac:spMk id="20482" creationId="{BBAA9927-7645-6E75-19D7-0A3279220EAB}"/>
          </ac:spMkLst>
        </pc:spChg>
        <pc:spChg chg="mod">
          <ac:chgData name="Ms Alina Arshad" userId="cccdfd85-d35d-4453-9c6f-a463aae40722" providerId="ADAL" clId="{EADAEE91-4A7C-4065-A245-779568A60DD0}" dt="2024-08-25T14:59:06.519" v="160" actId="1076"/>
          <ac:spMkLst>
            <pc:docMk/>
            <pc:sldMk cId="0" sldId="351"/>
            <ac:spMk id="20490" creationId="{633463A3-DE25-CA28-40E4-8C3D91E44508}"/>
          </ac:spMkLst>
        </pc:spChg>
        <pc:spChg chg="mod">
          <ac:chgData name="Ms Alina Arshad" userId="cccdfd85-d35d-4453-9c6f-a463aae40722" providerId="ADAL" clId="{EADAEE91-4A7C-4065-A245-779568A60DD0}" dt="2024-08-25T14:59:06.519" v="160" actId="1076"/>
          <ac:spMkLst>
            <pc:docMk/>
            <pc:sldMk cId="0" sldId="351"/>
            <ac:spMk id="20491" creationId="{D7881945-A53A-8D17-791D-162E4ADC9F1A}"/>
          </ac:spMkLst>
        </pc:spChg>
        <pc:spChg chg="mod">
          <ac:chgData name="Ms Alina Arshad" userId="cccdfd85-d35d-4453-9c6f-a463aae40722" providerId="ADAL" clId="{EADAEE91-4A7C-4065-A245-779568A60DD0}" dt="2024-08-25T14:59:06.519" v="160" actId="1076"/>
          <ac:spMkLst>
            <pc:docMk/>
            <pc:sldMk cId="0" sldId="351"/>
            <ac:spMk id="20495" creationId="{30D2EC8A-7B00-E22A-A5F0-C7C377536AE3}"/>
          </ac:spMkLst>
        </pc:spChg>
        <pc:spChg chg="mod">
          <ac:chgData name="Ms Alina Arshad" userId="cccdfd85-d35d-4453-9c6f-a463aae40722" providerId="ADAL" clId="{EADAEE91-4A7C-4065-A245-779568A60DD0}" dt="2024-08-25T14:59:06.519" v="160" actId="1076"/>
          <ac:spMkLst>
            <pc:docMk/>
            <pc:sldMk cId="0" sldId="351"/>
            <ac:spMk id="20496" creationId="{42E8223A-9727-18BC-F219-76783C6B7987}"/>
          </ac:spMkLst>
        </pc:spChg>
        <pc:spChg chg="mod">
          <ac:chgData name="Ms Alina Arshad" userId="cccdfd85-d35d-4453-9c6f-a463aae40722" providerId="ADAL" clId="{EADAEE91-4A7C-4065-A245-779568A60DD0}" dt="2024-08-25T14:59:06.519" v="160" actId="1076"/>
          <ac:spMkLst>
            <pc:docMk/>
            <pc:sldMk cId="0" sldId="351"/>
            <ac:spMk id="20497" creationId="{8CC3DB45-73B0-CB58-0A96-E1B87974EC72}"/>
          </ac:spMkLst>
        </pc:spChg>
        <pc:spChg chg="mod">
          <ac:chgData name="Ms Alina Arshad" userId="cccdfd85-d35d-4453-9c6f-a463aae40722" providerId="ADAL" clId="{EADAEE91-4A7C-4065-A245-779568A60DD0}" dt="2024-08-25T14:59:06.519" v="160" actId="1076"/>
          <ac:spMkLst>
            <pc:docMk/>
            <pc:sldMk cId="0" sldId="351"/>
            <ac:spMk id="20498" creationId="{6B2D9AAB-1FD8-024E-2C7E-CD197AB3F167}"/>
          </ac:spMkLst>
        </pc:spChg>
        <pc:spChg chg="mod">
          <ac:chgData name="Ms Alina Arshad" userId="cccdfd85-d35d-4453-9c6f-a463aae40722" providerId="ADAL" clId="{EADAEE91-4A7C-4065-A245-779568A60DD0}" dt="2024-08-25T14:59:06.519" v="160" actId="1076"/>
          <ac:spMkLst>
            <pc:docMk/>
            <pc:sldMk cId="0" sldId="351"/>
            <ac:spMk id="20499" creationId="{B21B324D-B54B-AB2A-35F9-0B2633DCB27E}"/>
          </ac:spMkLst>
        </pc:spChg>
        <pc:spChg chg="mod">
          <ac:chgData name="Ms Alina Arshad" userId="cccdfd85-d35d-4453-9c6f-a463aae40722" providerId="ADAL" clId="{EADAEE91-4A7C-4065-A245-779568A60DD0}" dt="2024-08-25T14:59:06.519" v="160" actId="1076"/>
          <ac:spMkLst>
            <pc:docMk/>
            <pc:sldMk cId="0" sldId="351"/>
            <ac:spMk id="20500" creationId="{368DA16C-FD8C-D0D7-7F0E-66A1775A49F1}"/>
          </ac:spMkLst>
        </pc:spChg>
        <pc:spChg chg="mod">
          <ac:chgData name="Ms Alina Arshad" userId="cccdfd85-d35d-4453-9c6f-a463aae40722" providerId="ADAL" clId="{EADAEE91-4A7C-4065-A245-779568A60DD0}" dt="2024-08-25T14:59:06.519" v="160" actId="1076"/>
          <ac:spMkLst>
            <pc:docMk/>
            <pc:sldMk cId="0" sldId="351"/>
            <ac:spMk id="20501" creationId="{BBE25917-92B5-29DD-2D43-C206AE6FAD3F}"/>
          </ac:spMkLst>
        </pc:spChg>
        <pc:spChg chg="mod">
          <ac:chgData name="Ms Alina Arshad" userId="cccdfd85-d35d-4453-9c6f-a463aae40722" providerId="ADAL" clId="{EADAEE91-4A7C-4065-A245-779568A60DD0}" dt="2024-08-25T14:59:06.519" v="160" actId="1076"/>
          <ac:spMkLst>
            <pc:docMk/>
            <pc:sldMk cId="0" sldId="351"/>
            <ac:spMk id="20502" creationId="{5B7BB921-3413-4F30-B079-54C603A5CA86}"/>
          </ac:spMkLst>
        </pc:spChg>
        <pc:spChg chg="mod">
          <ac:chgData name="Ms Alina Arshad" userId="cccdfd85-d35d-4453-9c6f-a463aae40722" providerId="ADAL" clId="{EADAEE91-4A7C-4065-A245-779568A60DD0}" dt="2024-08-25T14:59:06.519" v="160" actId="1076"/>
          <ac:spMkLst>
            <pc:docMk/>
            <pc:sldMk cId="0" sldId="351"/>
            <ac:spMk id="20503" creationId="{33B1CDDC-6023-5CD5-5C24-0D8879304E02}"/>
          </ac:spMkLst>
        </pc:spChg>
        <pc:spChg chg="mod">
          <ac:chgData name="Ms Alina Arshad" userId="cccdfd85-d35d-4453-9c6f-a463aae40722" providerId="ADAL" clId="{EADAEE91-4A7C-4065-A245-779568A60DD0}" dt="2024-08-25T14:59:06.519" v="160" actId="1076"/>
          <ac:spMkLst>
            <pc:docMk/>
            <pc:sldMk cId="0" sldId="351"/>
            <ac:spMk id="20504" creationId="{64F24335-C1B3-911B-8406-E9E34E828CE1}"/>
          </ac:spMkLst>
        </pc:spChg>
        <pc:spChg chg="mod">
          <ac:chgData name="Ms Alina Arshad" userId="cccdfd85-d35d-4453-9c6f-a463aae40722" providerId="ADAL" clId="{EADAEE91-4A7C-4065-A245-779568A60DD0}" dt="2024-08-25T14:59:06.519" v="160" actId="1076"/>
          <ac:spMkLst>
            <pc:docMk/>
            <pc:sldMk cId="0" sldId="351"/>
            <ac:spMk id="20506" creationId="{9B3659CD-6C1E-2B5A-5A04-DE082428E653}"/>
          </ac:spMkLst>
        </pc:spChg>
        <pc:spChg chg="mod">
          <ac:chgData name="Ms Alina Arshad" userId="cccdfd85-d35d-4453-9c6f-a463aae40722" providerId="ADAL" clId="{EADAEE91-4A7C-4065-A245-779568A60DD0}" dt="2024-08-25T14:59:06.519" v="160" actId="1076"/>
          <ac:spMkLst>
            <pc:docMk/>
            <pc:sldMk cId="0" sldId="351"/>
            <ac:spMk id="20508" creationId="{B622AB96-288F-81CD-5E4A-A96A8645BC6A}"/>
          </ac:spMkLst>
        </pc:spChg>
        <pc:spChg chg="mod">
          <ac:chgData name="Ms Alina Arshad" userId="cccdfd85-d35d-4453-9c6f-a463aae40722" providerId="ADAL" clId="{EADAEE91-4A7C-4065-A245-779568A60DD0}" dt="2024-08-25T14:59:06.519" v="160" actId="1076"/>
          <ac:spMkLst>
            <pc:docMk/>
            <pc:sldMk cId="0" sldId="351"/>
            <ac:spMk id="20509" creationId="{89A1CA44-16E9-8216-7022-7920138E5E17}"/>
          </ac:spMkLst>
        </pc:spChg>
        <pc:spChg chg="mod">
          <ac:chgData name="Ms Alina Arshad" userId="cccdfd85-d35d-4453-9c6f-a463aae40722" providerId="ADAL" clId="{EADAEE91-4A7C-4065-A245-779568A60DD0}" dt="2024-08-25T14:59:06.519" v="160" actId="1076"/>
          <ac:spMkLst>
            <pc:docMk/>
            <pc:sldMk cId="0" sldId="351"/>
            <ac:spMk id="20510" creationId="{EE6AD805-7BC0-6284-A5A6-E5975E600F61}"/>
          </ac:spMkLst>
        </pc:spChg>
        <pc:spChg chg="mod">
          <ac:chgData name="Ms Alina Arshad" userId="cccdfd85-d35d-4453-9c6f-a463aae40722" providerId="ADAL" clId="{EADAEE91-4A7C-4065-A245-779568A60DD0}" dt="2024-08-25T14:59:06.519" v="160" actId="1076"/>
          <ac:spMkLst>
            <pc:docMk/>
            <pc:sldMk cId="0" sldId="351"/>
            <ac:spMk id="20511" creationId="{1C9AA088-7E22-4D43-1279-63DD018115AA}"/>
          </ac:spMkLst>
        </pc:spChg>
        <pc:spChg chg="mod">
          <ac:chgData name="Ms Alina Arshad" userId="cccdfd85-d35d-4453-9c6f-a463aae40722" providerId="ADAL" clId="{EADAEE91-4A7C-4065-A245-779568A60DD0}" dt="2024-08-25T14:59:06.519" v="160" actId="1076"/>
          <ac:spMkLst>
            <pc:docMk/>
            <pc:sldMk cId="0" sldId="351"/>
            <ac:spMk id="20512" creationId="{BB11CD00-1F5F-6793-EC2D-87C49775945D}"/>
          </ac:spMkLst>
        </pc:spChg>
        <pc:spChg chg="mod">
          <ac:chgData name="Ms Alina Arshad" userId="cccdfd85-d35d-4453-9c6f-a463aae40722" providerId="ADAL" clId="{EADAEE91-4A7C-4065-A245-779568A60DD0}" dt="2024-08-25T14:59:06.519" v="160" actId="1076"/>
          <ac:spMkLst>
            <pc:docMk/>
            <pc:sldMk cId="0" sldId="351"/>
            <ac:spMk id="20513" creationId="{FCC19961-6BBD-7936-C553-6162DC2475FF}"/>
          </ac:spMkLst>
        </pc:spChg>
        <pc:spChg chg="mod">
          <ac:chgData name="Ms Alina Arshad" userId="cccdfd85-d35d-4453-9c6f-a463aae40722" providerId="ADAL" clId="{EADAEE91-4A7C-4065-A245-779568A60DD0}" dt="2024-08-25T14:59:06.519" v="160" actId="1076"/>
          <ac:spMkLst>
            <pc:docMk/>
            <pc:sldMk cId="0" sldId="351"/>
            <ac:spMk id="20514" creationId="{43DD98F7-450E-0791-BFCC-67C8C437F27A}"/>
          </ac:spMkLst>
        </pc:spChg>
        <pc:spChg chg="mod">
          <ac:chgData name="Ms Alina Arshad" userId="cccdfd85-d35d-4453-9c6f-a463aae40722" providerId="ADAL" clId="{EADAEE91-4A7C-4065-A245-779568A60DD0}" dt="2024-08-25T14:59:06.519" v="160" actId="1076"/>
          <ac:spMkLst>
            <pc:docMk/>
            <pc:sldMk cId="0" sldId="351"/>
            <ac:spMk id="20515" creationId="{909C4666-C7D2-5CFD-2A9D-E6C939F855DB}"/>
          </ac:spMkLst>
        </pc:spChg>
        <pc:spChg chg="mod">
          <ac:chgData name="Ms Alina Arshad" userId="cccdfd85-d35d-4453-9c6f-a463aae40722" providerId="ADAL" clId="{EADAEE91-4A7C-4065-A245-779568A60DD0}" dt="2024-08-25T14:59:06.519" v="160" actId="1076"/>
          <ac:spMkLst>
            <pc:docMk/>
            <pc:sldMk cId="0" sldId="351"/>
            <ac:spMk id="20516" creationId="{F559048E-5AEA-BFAA-4AB2-A79BD77B4E64}"/>
          </ac:spMkLst>
        </pc:spChg>
        <pc:spChg chg="mod">
          <ac:chgData name="Ms Alina Arshad" userId="cccdfd85-d35d-4453-9c6f-a463aae40722" providerId="ADAL" clId="{EADAEE91-4A7C-4065-A245-779568A60DD0}" dt="2024-08-25T14:59:06.519" v="160" actId="1076"/>
          <ac:spMkLst>
            <pc:docMk/>
            <pc:sldMk cId="0" sldId="351"/>
            <ac:spMk id="20518" creationId="{A73BE407-30D4-0E52-57AB-73F9CF23B9C0}"/>
          </ac:spMkLst>
        </pc:spChg>
        <pc:spChg chg="mod">
          <ac:chgData name="Ms Alina Arshad" userId="cccdfd85-d35d-4453-9c6f-a463aae40722" providerId="ADAL" clId="{EADAEE91-4A7C-4065-A245-779568A60DD0}" dt="2024-08-25T14:59:06.519" v="160" actId="1076"/>
          <ac:spMkLst>
            <pc:docMk/>
            <pc:sldMk cId="0" sldId="351"/>
            <ac:spMk id="20519" creationId="{3D2DE760-CDA8-026D-2727-1D2422A40053}"/>
          </ac:spMkLst>
        </pc:spChg>
        <pc:spChg chg="mod">
          <ac:chgData name="Ms Alina Arshad" userId="cccdfd85-d35d-4453-9c6f-a463aae40722" providerId="ADAL" clId="{EADAEE91-4A7C-4065-A245-779568A60DD0}" dt="2024-08-25T14:59:06.519" v="160" actId="1076"/>
          <ac:spMkLst>
            <pc:docMk/>
            <pc:sldMk cId="0" sldId="351"/>
            <ac:spMk id="20522" creationId="{724AC8D3-447F-303D-8B23-332CAB41837E}"/>
          </ac:spMkLst>
        </pc:spChg>
        <pc:spChg chg="mod">
          <ac:chgData name="Ms Alina Arshad" userId="cccdfd85-d35d-4453-9c6f-a463aae40722" providerId="ADAL" clId="{EADAEE91-4A7C-4065-A245-779568A60DD0}" dt="2024-08-25T14:59:06.519" v="160" actId="1076"/>
          <ac:spMkLst>
            <pc:docMk/>
            <pc:sldMk cId="0" sldId="351"/>
            <ac:spMk id="20523" creationId="{F261ED58-EC46-D0CB-EF10-36FDD01A018A}"/>
          </ac:spMkLst>
        </pc:spChg>
        <pc:spChg chg="mod">
          <ac:chgData name="Ms Alina Arshad" userId="cccdfd85-d35d-4453-9c6f-a463aae40722" providerId="ADAL" clId="{EADAEE91-4A7C-4065-A245-779568A60DD0}" dt="2024-08-25T14:59:06.519" v="160" actId="1076"/>
          <ac:spMkLst>
            <pc:docMk/>
            <pc:sldMk cId="0" sldId="351"/>
            <ac:spMk id="20524" creationId="{2978236F-238F-63A3-A9C6-1BC14C387C7A}"/>
          </ac:spMkLst>
        </pc:spChg>
        <pc:spChg chg="mod">
          <ac:chgData name="Ms Alina Arshad" userId="cccdfd85-d35d-4453-9c6f-a463aae40722" providerId="ADAL" clId="{EADAEE91-4A7C-4065-A245-779568A60DD0}" dt="2024-08-25T14:59:06.519" v="160" actId="1076"/>
          <ac:spMkLst>
            <pc:docMk/>
            <pc:sldMk cId="0" sldId="351"/>
            <ac:spMk id="20525" creationId="{3A10A80B-598C-6F80-B20E-D83391B4DAFE}"/>
          </ac:spMkLst>
        </pc:spChg>
        <pc:spChg chg="mod">
          <ac:chgData name="Ms Alina Arshad" userId="cccdfd85-d35d-4453-9c6f-a463aae40722" providerId="ADAL" clId="{EADAEE91-4A7C-4065-A245-779568A60DD0}" dt="2024-08-25T14:59:06.519" v="160" actId="1076"/>
          <ac:spMkLst>
            <pc:docMk/>
            <pc:sldMk cId="0" sldId="351"/>
            <ac:spMk id="20526" creationId="{DE8A2B8B-C132-773A-4325-63EA471A82E6}"/>
          </ac:spMkLst>
        </pc:spChg>
        <pc:spChg chg="mod">
          <ac:chgData name="Ms Alina Arshad" userId="cccdfd85-d35d-4453-9c6f-a463aae40722" providerId="ADAL" clId="{EADAEE91-4A7C-4065-A245-779568A60DD0}" dt="2024-08-25T14:59:06.519" v="160" actId="1076"/>
          <ac:spMkLst>
            <pc:docMk/>
            <pc:sldMk cId="0" sldId="351"/>
            <ac:spMk id="20527" creationId="{A7378887-B4EE-0D36-3B40-BF7373A0A755}"/>
          </ac:spMkLst>
        </pc:spChg>
        <pc:spChg chg="mod">
          <ac:chgData name="Ms Alina Arshad" userId="cccdfd85-d35d-4453-9c6f-a463aae40722" providerId="ADAL" clId="{EADAEE91-4A7C-4065-A245-779568A60DD0}" dt="2024-08-25T14:59:06.519" v="160" actId="1076"/>
          <ac:spMkLst>
            <pc:docMk/>
            <pc:sldMk cId="0" sldId="351"/>
            <ac:spMk id="20528" creationId="{CBA19445-DC40-B276-D8A2-FB7B5D7C6931}"/>
          </ac:spMkLst>
        </pc:spChg>
        <pc:spChg chg="mod">
          <ac:chgData name="Ms Alina Arshad" userId="cccdfd85-d35d-4453-9c6f-a463aae40722" providerId="ADAL" clId="{EADAEE91-4A7C-4065-A245-779568A60DD0}" dt="2024-08-25T14:59:06.519" v="160" actId="1076"/>
          <ac:spMkLst>
            <pc:docMk/>
            <pc:sldMk cId="0" sldId="351"/>
            <ac:spMk id="20529" creationId="{3D9C512B-90B6-61AE-0FE2-301DA8BF6166}"/>
          </ac:spMkLst>
        </pc:spChg>
        <pc:spChg chg="mod">
          <ac:chgData name="Ms Alina Arshad" userId="cccdfd85-d35d-4453-9c6f-a463aae40722" providerId="ADAL" clId="{EADAEE91-4A7C-4065-A245-779568A60DD0}" dt="2024-08-25T14:59:06.519" v="160" actId="1076"/>
          <ac:spMkLst>
            <pc:docMk/>
            <pc:sldMk cId="0" sldId="351"/>
            <ac:spMk id="20532" creationId="{01F75FB1-FA05-E792-5677-1408EBFE4895}"/>
          </ac:spMkLst>
        </pc:spChg>
        <pc:spChg chg="mod">
          <ac:chgData name="Ms Alina Arshad" userId="cccdfd85-d35d-4453-9c6f-a463aae40722" providerId="ADAL" clId="{EADAEE91-4A7C-4065-A245-779568A60DD0}" dt="2024-08-25T14:59:06.519" v="160" actId="1076"/>
          <ac:spMkLst>
            <pc:docMk/>
            <pc:sldMk cId="0" sldId="351"/>
            <ac:spMk id="20535" creationId="{B248B2D8-4FD5-CC0D-B842-158AE12C4F74}"/>
          </ac:spMkLst>
        </pc:spChg>
        <pc:spChg chg="mod">
          <ac:chgData name="Ms Alina Arshad" userId="cccdfd85-d35d-4453-9c6f-a463aae40722" providerId="ADAL" clId="{EADAEE91-4A7C-4065-A245-779568A60DD0}" dt="2024-08-25T14:59:06.519" v="160" actId="1076"/>
          <ac:spMkLst>
            <pc:docMk/>
            <pc:sldMk cId="0" sldId="351"/>
            <ac:spMk id="20536" creationId="{BC821949-4409-B6D2-0B76-CF34243713C4}"/>
          </ac:spMkLst>
        </pc:spChg>
        <pc:spChg chg="mod">
          <ac:chgData name="Ms Alina Arshad" userId="cccdfd85-d35d-4453-9c6f-a463aae40722" providerId="ADAL" clId="{EADAEE91-4A7C-4065-A245-779568A60DD0}" dt="2024-08-25T14:59:06.519" v="160" actId="1076"/>
          <ac:spMkLst>
            <pc:docMk/>
            <pc:sldMk cId="0" sldId="351"/>
            <ac:spMk id="20537" creationId="{D2F2A971-F446-C273-87FD-620558105FC1}"/>
          </ac:spMkLst>
        </pc:spChg>
        <pc:spChg chg="mod">
          <ac:chgData name="Ms Alina Arshad" userId="cccdfd85-d35d-4453-9c6f-a463aae40722" providerId="ADAL" clId="{EADAEE91-4A7C-4065-A245-779568A60DD0}" dt="2024-08-25T14:59:06.519" v="160" actId="1076"/>
          <ac:spMkLst>
            <pc:docMk/>
            <pc:sldMk cId="0" sldId="351"/>
            <ac:spMk id="20538" creationId="{8D694FCD-8075-29AA-7B6F-E3033267B8FA}"/>
          </ac:spMkLst>
        </pc:spChg>
        <pc:spChg chg="mod">
          <ac:chgData name="Ms Alina Arshad" userId="cccdfd85-d35d-4453-9c6f-a463aae40722" providerId="ADAL" clId="{EADAEE91-4A7C-4065-A245-779568A60DD0}" dt="2024-08-25T14:59:06.519" v="160" actId="1076"/>
          <ac:spMkLst>
            <pc:docMk/>
            <pc:sldMk cId="0" sldId="351"/>
            <ac:spMk id="20539" creationId="{C2E3A1C5-308C-D8E1-DF3B-D3F666024944}"/>
          </ac:spMkLst>
        </pc:spChg>
        <pc:spChg chg="mod">
          <ac:chgData name="Ms Alina Arshad" userId="cccdfd85-d35d-4453-9c6f-a463aae40722" providerId="ADAL" clId="{EADAEE91-4A7C-4065-A245-779568A60DD0}" dt="2024-08-25T14:59:06.519" v="160" actId="1076"/>
          <ac:spMkLst>
            <pc:docMk/>
            <pc:sldMk cId="0" sldId="351"/>
            <ac:spMk id="20540" creationId="{3D348CA4-5DDE-5C56-5FA0-AF17C8561F35}"/>
          </ac:spMkLst>
        </pc:spChg>
        <pc:spChg chg="mod">
          <ac:chgData name="Ms Alina Arshad" userId="cccdfd85-d35d-4453-9c6f-a463aae40722" providerId="ADAL" clId="{EADAEE91-4A7C-4065-A245-779568A60DD0}" dt="2024-08-25T14:59:06.519" v="160" actId="1076"/>
          <ac:spMkLst>
            <pc:docMk/>
            <pc:sldMk cId="0" sldId="351"/>
            <ac:spMk id="20541" creationId="{AFBDDBF6-D876-C151-24EF-4F8278F2BA34}"/>
          </ac:spMkLst>
        </pc:spChg>
        <pc:spChg chg="mod">
          <ac:chgData name="Ms Alina Arshad" userId="cccdfd85-d35d-4453-9c6f-a463aae40722" providerId="ADAL" clId="{EADAEE91-4A7C-4065-A245-779568A60DD0}" dt="2024-08-25T14:59:06.519" v="160" actId="1076"/>
          <ac:spMkLst>
            <pc:docMk/>
            <pc:sldMk cId="0" sldId="351"/>
            <ac:spMk id="20542" creationId="{DBB3D900-774B-536F-785C-E839802B58ED}"/>
          </ac:spMkLst>
        </pc:spChg>
        <pc:spChg chg="mod">
          <ac:chgData name="Ms Alina Arshad" userId="cccdfd85-d35d-4453-9c6f-a463aae40722" providerId="ADAL" clId="{EADAEE91-4A7C-4065-A245-779568A60DD0}" dt="2024-08-25T14:59:06.519" v="160" actId="1076"/>
          <ac:spMkLst>
            <pc:docMk/>
            <pc:sldMk cId="0" sldId="351"/>
            <ac:spMk id="20543" creationId="{0952B678-AF27-EA9B-4BB4-76D04C4889D8}"/>
          </ac:spMkLst>
        </pc:spChg>
        <pc:spChg chg="mod">
          <ac:chgData name="Ms Alina Arshad" userId="cccdfd85-d35d-4453-9c6f-a463aae40722" providerId="ADAL" clId="{EADAEE91-4A7C-4065-A245-779568A60DD0}" dt="2024-08-25T14:59:06.519" v="160" actId="1076"/>
          <ac:spMkLst>
            <pc:docMk/>
            <pc:sldMk cId="0" sldId="351"/>
            <ac:spMk id="20544" creationId="{82380CB0-76D2-D7C4-10F0-DE56CAED63AE}"/>
          </ac:spMkLst>
        </pc:spChg>
        <pc:grpChg chg="mod">
          <ac:chgData name="Ms Alina Arshad" userId="cccdfd85-d35d-4453-9c6f-a463aae40722" providerId="ADAL" clId="{EADAEE91-4A7C-4065-A245-779568A60DD0}" dt="2024-08-25T14:59:06.519" v="160" actId="1076"/>
          <ac:grpSpMkLst>
            <pc:docMk/>
            <pc:sldMk cId="0" sldId="351"/>
            <ac:grpSpMk id="2" creationId="{7F9631C9-A4A1-9EC8-8B28-D2C54EDAAC8E}"/>
          </ac:grpSpMkLst>
        </pc:grpChg>
        <pc:grpChg chg="mod">
          <ac:chgData name="Ms Alina Arshad" userId="cccdfd85-d35d-4453-9c6f-a463aae40722" providerId="ADAL" clId="{EADAEE91-4A7C-4065-A245-779568A60DD0}" dt="2024-08-25T14:59:06.519" v="160" actId="1076"/>
          <ac:grpSpMkLst>
            <pc:docMk/>
            <pc:sldMk cId="0" sldId="351"/>
            <ac:grpSpMk id="20485" creationId="{B7A9110E-17AF-7A9A-94CA-09682B01ADA7}"/>
          </ac:grpSpMkLst>
        </pc:grpChg>
        <pc:grpChg chg="mod">
          <ac:chgData name="Ms Alina Arshad" userId="cccdfd85-d35d-4453-9c6f-a463aae40722" providerId="ADAL" clId="{EADAEE91-4A7C-4065-A245-779568A60DD0}" dt="2024-08-25T14:59:06.519" v="160" actId="1076"/>
          <ac:grpSpMkLst>
            <pc:docMk/>
            <pc:sldMk cId="0" sldId="351"/>
            <ac:grpSpMk id="20486" creationId="{C87A5648-2ED0-13A1-E987-3804502F5DB1}"/>
          </ac:grpSpMkLst>
        </pc:grpChg>
        <pc:grpChg chg="mod">
          <ac:chgData name="Ms Alina Arshad" userId="cccdfd85-d35d-4453-9c6f-a463aae40722" providerId="ADAL" clId="{EADAEE91-4A7C-4065-A245-779568A60DD0}" dt="2024-08-25T14:59:06.519" v="160" actId="1076"/>
          <ac:grpSpMkLst>
            <pc:docMk/>
            <pc:sldMk cId="0" sldId="351"/>
            <ac:grpSpMk id="20487" creationId="{FEF07A09-23EB-692B-E7F8-931D9A1688D3}"/>
          </ac:grpSpMkLst>
        </pc:grpChg>
        <pc:grpChg chg="mod">
          <ac:chgData name="Ms Alina Arshad" userId="cccdfd85-d35d-4453-9c6f-a463aae40722" providerId="ADAL" clId="{EADAEE91-4A7C-4065-A245-779568A60DD0}" dt="2024-08-25T14:59:06.519" v="160" actId="1076"/>
          <ac:grpSpMkLst>
            <pc:docMk/>
            <pc:sldMk cId="0" sldId="351"/>
            <ac:grpSpMk id="20488" creationId="{4F49DAD8-804A-D178-31DD-036F4BAAAE47}"/>
          </ac:grpSpMkLst>
        </pc:grpChg>
        <pc:grpChg chg="mod">
          <ac:chgData name="Ms Alina Arshad" userId="cccdfd85-d35d-4453-9c6f-a463aae40722" providerId="ADAL" clId="{EADAEE91-4A7C-4065-A245-779568A60DD0}" dt="2024-08-25T14:59:06.519" v="160" actId="1076"/>
          <ac:grpSpMkLst>
            <pc:docMk/>
            <pc:sldMk cId="0" sldId="351"/>
            <ac:grpSpMk id="20489" creationId="{95027C7D-621B-B27C-733C-C9EC585D5C2C}"/>
          </ac:grpSpMkLst>
        </pc:grpChg>
        <pc:grpChg chg="mod">
          <ac:chgData name="Ms Alina Arshad" userId="cccdfd85-d35d-4453-9c6f-a463aae40722" providerId="ADAL" clId="{EADAEE91-4A7C-4065-A245-779568A60DD0}" dt="2024-08-25T14:59:06.519" v="160" actId="1076"/>
          <ac:grpSpMkLst>
            <pc:docMk/>
            <pc:sldMk cId="0" sldId="351"/>
            <ac:grpSpMk id="20492" creationId="{054DD1F6-623A-E71F-F6E2-064F30277D12}"/>
          </ac:grpSpMkLst>
        </pc:grpChg>
        <pc:grpChg chg="mod">
          <ac:chgData name="Ms Alina Arshad" userId="cccdfd85-d35d-4453-9c6f-a463aae40722" providerId="ADAL" clId="{EADAEE91-4A7C-4065-A245-779568A60DD0}" dt="2024-08-25T14:59:06.519" v="160" actId="1076"/>
          <ac:grpSpMkLst>
            <pc:docMk/>
            <pc:sldMk cId="0" sldId="351"/>
            <ac:grpSpMk id="20493" creationId="{6ECA2E41-720C-F599-9154-426F329E4A57}"/>
          </ac:grpSpMkLst>
        </pc:grpChg>
        <pc:grpChg chg="mod">
          <ac:chgData name="Ms Alina Arshad" userId="cccdfd85-d35d-4453-9c6f-a463aae40722" providerId="ADAL" clId="{EADAEE91-4A7C-4065-A245-779568A60DD0}" dt="2024-08-25T14:59:06.519" v="160" actId="1076"/>
          <ac:grpSpMkLst>
            <pc:docMk/>
            <pc:sldMk cId="0" sldId="351"/>
            <ac:grpSpMk id="20494" creationId="{1E4BF6B6-F9CB-5FE1-F3F4-5BA86F870DB1}"/>
          </ac:grpSpMkLst>
        </pc:grpChg>
        <pc:grpChg chg="mod">
          <ac:chgData name="Ms Alina Arshad" userId="cccdfd85-d35d-4453-9c6f-a463aae40722" providerId="ADAL" clId="{EADAEE91-4A7C-4065-A245-779568A60DD0}" dt="2024-08-25T14:59:06.519" v="160" actId="1076"/>
          <ac:grpSpMkLst>
            <pc:docMk/>
            <pc:sldMk cId="0" sldId="351"/>
            <ac:grpSpMk id="20505" creationId="{93453CF6-B129-40D6-76E3-5DC20D6CDA59}"/>
          </ac:grpSpMkLst>
        </pc:grpChg>
        <pc:grpChg chg="mod">
          <ac:chgData name="Ms Alina Arshad" userId="cccdfd85-d35d-4453-9c6f-a463aae40722" providerId="ADAL" clId="{EADAEE91-4A7C-4065-A245-779568A60DD0}" dt="2024-08-25T14:59:06.519" v="160" actId="1076"/>
          <ac:grpSpMkLst>
            <pc:docMk/>
            <pc:sldMk cId="0" sldId="351"/>
            <ac:grpSpMk id="20507" creationId="{DFBB99D5-D52B-1F57-9535-CF9B7EE26221}"/>
          </ac:grpSpMkLst>
        </pc:grpChg>
        <pc:grpChg chg="mod">
          <ac:chgData name="Ms Alina Arshad" userId="cccdfd85-d35d-4453-9c6f-a463aae40722" providerId="ADAL" clId="{EADAEE91-4A7C-4065-A245-779568A60DD0}" dt="2024-08-25T14:59:06.519" v="160" actId="1076"/>
          <ac:grpSpMkLst>
            <pc:docMk/>
            <pc:sldMk cId="0" sldId="351"/>
            <ac:grpSpMk id="20517" creationId="{264FBE28-AF63-C31F-376E-2E336D6CE572}"/>
          </ac:grpSpMkLst>
        </pc:grpChg>
        <pc:grpChg chg="mod">
          <ac:chgData name="Ms Alina Arshad" userId="cccdfd85-d35d-4453-9c6f-a463aae40722" providerId="ADAL" clId="{EADAEE91-4A7C-4065-A245-779568A60DD0}" dt="2024-08-25T14:59:06.519" v="160" actId="1076"/>
          <ac:grpSpMkLst>
            <pc:docMk/>
            <pc:sldMk cId="0" sldId="351"/>
            <ac:grpSpMk id="20520" creationId="{FC154E7D-4B1D-54F5-535F-267395724150}"/>
          </ac:grpSpMkLst>
        </pc:grpChg>
        <pc:grpChg chg="mod">
          <ac:chgData name="Ms Alina Arshad" userId="cccdfd85-d35d-4453-9c6f-a463aae40722" providerId="ADAL" clId="{EADAEE91-4A7C-4065-A245-779568A60DD0}" dt="2024-08-25T14:59:06.519" v="160" actId="1076"/>
          <ac:grpSpMkLst>
            <pc:docMk/>
            <pc:sldMk cId="0" sldId="351"/>
            <ac:grpSpMk id="20521" creationId="{D3F057E2-1931-2A47-5DEE-9A1C6D847247}"/>
          </ac:grpSpMkLst>
        </pc:grpChg>
        <pc:grpChg chg="mod">
          <ac:chgData name="Ms Alina Arshad" userId="cccdfd85-d35d-4453-9c6f-a463aae40722" providerId="ADAL" clId="{EADAEE91-4A7C-4065-A245-779568A60DD0}" dt="2024-08-25T14:59:06.519" v="160" actId="1076"/>
          <ac:grpSpMkLst>
            <pc:docMk/>
            <pc:sldMk cId="0" sldId="351"/>
            <ac:grpSpMk id="20530" creationId="{9329A31E-5CC2-8249-4436-0A6A6E596555}"/>
          </ac:grpSpMkLst>
        </pc:grpChg>
        <pc:grpChg chg="mod">
          <ac:chgData name="Ms Alina Arshad" userId="cccdfd85-d35d-4453-9c6f-a463aae40722" providerId="ADAL" clId="{EADAEE91-4A7C-4065-A245-779568A60DD0}" dt="2024-08-25T14:59:06.519" v="160" actId="1076"/>
          <ac:grpSpMkLst>
            <pc:docMk/>
            <pc:sldMk cId="0" sldId="351"/>
            <ac:grpSpMk id="20531" creationId="{84BB47A9-E83E-AEFB-27FA-6B66D827416E}"/>
          </ac:grpSpMkLst>
        </pc:grpChg>
        <pc:grpChg chg="mod">
          <ac:chgData name="Ms Alina Arshad" userId="cccdfd85-d35d-4453-9c6f-a463aae40722" providerId="ADAL" clId="{EADAEE91-4A7C-4065-A245-779568A60DD0}" dt="2024-08-25T14:59:06.519" v="160" actId="1076"/>
          <ac:grpSpMkLst>
            <pc:docMk/>
            <pc:sldMk cId="0" sldId="351"/>
            <ac:grpSpMk id="20533" creationId="{201B7CCB-5F34-F678-758F-0661DE8D959C}"/>
          </ac:grpSpMkLst>
        </pc:grpChg>
        <pc:grpChg chg="mod">
          <ac:chgData name="Ms Alina Arshad" userId="cccdfd85-d35d-4453-9c6f-a463aae40722" providerId="ADAL" clId="{EADAEE91-4A7C-4065-A245-779568A60DD0}" dt="2024-08-25T14:59:06.519" v="160" actId="1076"/>
          <ac:grpSpMkLst>
            <pc:docMk/>
            <pc:sldMk cId="0" sldId="351"/>
            <ac:grpSpMk id="20534" creationId="{0E9C74A4-0952-6E8E-DB45-32A6E2651681}"/>
          </ac:grpSpMkLst>
        </pc:grpChg>
      </pc:sldChg>
      <pc:sldChg chg="modSp add mod modAnim">
        <pc:chgData name="Ms Alina Arshad" userId="cccdfd85-d35d-4453-9c6f-a463aae40722" providerId="ADAL" clId="{EADAEE91-4A7C-4065-A245-779568A60DD0}" dt="2024-08-25T15:02:43.628" v="201" actId="12"/>
        <pc:sldMkLst>
          <pc:docMk/>
          <pc:sldMk cId="0" sldId="352"/>
        </pc:sldMkLst>
        <pc:spChg chg="mod">
          <ac:chgData name="Ms Alina Arshad" userId="cccdfd85-d35d-4453-9c6f-a463aae40722" providerId="ADAL" clId="{EADAEE91-4A7C-4065-A245-779568A60DD0}" dt="2024-08-25T15:02:43.628" v="201" actId="12"/>
          <ac:spMkLst>
            <pc:docMk/>
            <pc:sldMk cId="0" sldId="352"/>
            <ac:spMk id="2052" creationId="{B4DE60EB-A6E8-8EBF-8E19-B399561545C9}"/>
          </ac:spMkLst>
        </pc:spChg>
        <pc:spChg chg="mod">
          <ac:chgData name="Ms Alina Arshad" userId="cccdfd85-d35d-4453-9c6f-a463aae40722" providerId="ADAL" clId="{EADAEE91-4A7C-4065-A245-779568A60DD0}" dt="2024-08-25T15:01:36.327" v="178" actId="207"/>
          <ac:spMkLst>
            <pc:docMk/>
            <pc:sldMk cId="0" sldId="352"/>
            <ac:spMk id="22530" creationId="{81E4A2DE-EED4-BE27-0CBC-60AC4B3515B2}"/>
          </ac:spMkLst>
        </pc:spChg>
        <pc:graphicFrameChg chg="mod">
          <ac:chgData name="Ms Alina Arshad" userId="cccdfd85-d35d-4453-9c6f-a463aae40722" providerId="ADAL" clId="{EADAEE91-4A7C-4065-A245-779568A60DD0}" dt="2024-08-25T15:01:54.126" v="183" actId="1076"/>
          <ac:graphicFrameMkLst>
            <pc:docMk/>
            <pc:sldMk cId="0" sldId="352"/>
            <ac:graphicFrameMk id="2050" creationId="{69F5B8D4-45C1-7EAE-504B-933840C40481}"/>
          </ac:graphicFrameMkLst>
        </pc:graphicFrameChg>
      </pc:sldChg>
      <pc:sldChg chg="modSp add mod">
        <pc:chgData name="Ms Alina Arshad" userId="cccdfd85-d35d-4453-9c6f-a463aae40722" providerId="ADAL" clId="{EADAEE91-4A7C-4065-A245-779568A60DD0}" dt="2024-08-25T15:04:31.039" v="226" actId="1076"/>
        <pc:sldMkLst>
          <pc:docMk/>
          <pc:sldMk cId="0" sldId="353"/>
        </pc:sldMkLst>
        <pc:spChg chg="mod">
          <ac:chgData name="Ms Alina Arshad" userId="cccdfd85-d35d-4453-9c6f-a463aae40722" providerId="ADAL" clId="{EADAEE91-4A7C-4065-A245-779568A60DD0}" dt="2024-08-25T15:04:31.039" v="226" actId="1076"/>
          <ac:spMkLst>
            <pc:docMk/>
            <pc:sldMk cId="0" sldId="353"/>
            <ac:spMk id="12" creationId="{1B6A82AF-111F-D1BE-2D7D-3590FC2DDAC9}"/>
          </ac:spMkLst>
        </pc:spChg>
        <pc:spChg chg="mod">
          <ac:chgData name="Ms Alina Arshad" userId="cccdfd85-d35d-4453-9c6f-a463aae40722" providerId="ADAL" clId="{EADAEE91-4A7C-4065-A245-779568A60DD0}" dt="2024-08-25T15:04:18.556" v="222" actId="207"/>
          <ac:spMkLst>
            <pc:docMk/>
            <pc:sldMk cId="0" sldId="353"/>
            <ac:spMk id="13" creationId="{40BD6F9F-8B0E-8151-5595-E398BA5B69BC}"/>
          </ac:spMkLst>
        </pc:spChg>
        <pc:spChg chg="mod">
          <ac:chgData name="Ms Alina Arshad" userId="cccdfd85-d35d-4453-9c6f-a463aae40722" providerId="ADAL" clId="{EADAEE91-4A7C-4065-A245-779568A60DD0}" dt="2024-08-25T15:03:57.441" v="219" actId="207"/>
          <ac:spMkLst>
            <pc:docMk/>
            <pc:sldMk cId="0" sldId="353"/>
            <ac:spMk id="24578" creationId="{A6AAA39F-8495-7D22-ACDD-646A2CF1F432}"/>
          </ac:spMkLst>
        </pc:spChg>
        <pc:spChg chg="mod">
          <ac:chgData name="Ms Alina Arshad" userId="cccdfd85-d35d-4453-9c6f-a463aae40722" providerId="ADAL" clId="{EADAEE91-4A7C-4065-A245-779568A60DD0}" dt="2024-08-25T15:04:21.653" v="223" actId="207"/>
          <ac:spMkLst>
            <pc:docMk/>
            <pc:sldMk cId="0" sldId="353"/>
            <ac:spMk id="24579" creationId="{1D3E6F96-66D0-4256-B3BD-7CD77460DDD7}"/>
          </ac:spMkLst>
        </pc:spChg>
        <pc:spChg chg="mod">
          <ac:chgData name="Ms Alina Arshad" userId="cccdfd85-d35d-4453-9c6f-a463aae40722" providerId="ADAL" clId="{EADAEE91-4A7C-4065-A245-779568A60DD0}" dt="2024-08-25T15:04:25.363" v="224" actId="113"/>
          <ac:spMkLst>
            <pc:docMk/>
            <pc:sldMk cId="0" sldId="353"/>
            <ac:spMk id="24581" creationId="{AC6072E2-E180-4510-5672-05CB4006ADFA}"/>
          </ac:spMkLst>
        </pc:spChg>
      </pc:sldChg>
      <pc:sldChg chg="modSp add mod">
        <pc:chgData name="Ms Alina Arshad" userId="cccdfd85-d35d-4453-9c6f-a463aae40722" providerId="ADAL" clId="{EADAEE91-4A7C-4065-A245-779568A60DD0}" dt="2024-08-25T15:04:55.549" v="232" actId="113"/>
        <pc:sldMkLst>
          <pc:docMk/>
          <pc:sldMk cId="0" sldId="354"/>
        </pc:sldMkLst>
        <pc:spChg chg="mod">
          <ac:chgData name="Ms Alina Arshad" userId="cccdfd85-d35d-4453-9c6f-a463aae40722" providerId="ADAL" clId="{EADAEE91-4A7C-4065-A245-779568A60DD0}" dt="2024-08-25T15:04:44.641" v="229" actId="207"/>
          <ac:spMkLst>
            <pc:docMk/>
            <pc:sldMk cId="0" sldId="354"/>
            <ac:spMk id="8" creationId="{643E073A-7DD6-73B9-FE08-31C2814707E7}"/>
          </ac:spMkLst>
        </pc:spChg>
        <pc:spChg chg="mod">
          <ac:chgData name="Ms Alina Arshad" userId="cccdfd85-d35d-4453-9c6f-a463aae40722" providerId="ADAL" clId="{EADAEE91-4A7C-4065-A245-779568A60DD0}" dt="2024-08-25T15:04:55.549" v="232" actId="113"/>
          <ac:spMkLst>
            <pc:docMk/>
            <pc:sldMk cId="0" sldId="354"/>
            <ac:spMk id="15" creationId="{220352EF-14A6-A74A-D1D9-AE269D4104D5}"/>
          </ac:spMkLst>
        </pc:spChg>
        <pc:spChg chg="mod">
          <ac:chgData name="Ms Alina Arshad" userId="cccdfd85-d35d-4453-9c6f-a463aae40722" providerId="ADAL" clId="{EADAEE91-4A7C-4065-A245-779568A60DD0}" dt="2024-08-25T15:04:37.382" v="227" actId="207"/>
          <ac:spMkLst>
            <pc:docMk/>
            <pc:sldMk cId="0" sldId="354"/>
            <ac:spMk id="25602" creationId="{763249DC-6058-8C52-C85A-8BDD92970B7F}"/>
          </ac:spMkLst>
        </pc:spChg>
        <pc:spChg chg="mod">
          <ac:chgData name="Ms Alina Arshad" userId="cccdfd85-d35d-4453-9c6f-a463aae40722" providerId="ADAL" clId="{EADAEE91-4A7C-4065-A245-779568A60DD0}" dt="2024-08-25T15:04:41.757" v="228" actId="207"/>
          <ac:spMkLst>
            <pc:docMk/>
            <pc:sldMk cId="0" sldId="354"/>
            <ac:spMk id="25603" creationId="{BF524721-A574-8A8A-2F01-CF97DC19A676}"/>
          </ac:spMkLst>
        </pc:spChg>
        <pc:spChg chg="mod">
          <ac:chgData name="Ms Alina Arshad" userId="cccdfd85-d35d-4453-9c6f-a463aae40722" providerId="ADAL" clId="{EADAEE91-4A7C-4065-A245-779568A60DD0}" dt="2024-08-25T15:04:51.278" v="231" actId="1076"/>
          <ac:spMkLst>
            <pc:docMk/>
            <pc:sldMk cId="0" sldId="354"/>
            <ac:spMk id="25605" creationId="{4AD958AC-ED29-36C3-55AE-161AB81FAC71}"/>
          </ac:spMkLst>
        </pc:spChg>
      </pc:sldChg>
      <pc:sldChg chg="modSp add mod">
        <pc:chgData name="Ms Alina Arshad" userId="cccdfd85-d35d-4453-9c6f-a463aae40722" providerId="ADAL" clId="{EADAEE91-4A7C-4065-A245-779568A60DD0}" dt="2024-08-25T14:58:07.978" v="147" actId="207"/>
        <pc:sldMkLst>
          <pc:docMk/>
          <pc:sldMk cId="0" sldId="355"/>
        </pc:sldMkLst>
        <pc:spChg chg="mod">
          <ac:chgData name="Ms Alina Arshad" userId="cccdfd85-d35d-4453-9c6f-a463aae40722" providerId="ADAL" clId="{EADAEE91-4A7C-4065-A245-779568A60DD0}" dt="2024-08-25T14:58:07.978" v="147" actId="207"/>
          <ac:spMkLst>
            <pc:docMk/>
            <pc:sldMk cId="0" sldId="355"/>
            <ac:spMk id="3" creationId="{D85BE8BD-8465-2E9F-8E33-04A29E3523A4}"/>
          </ac:spMkLst>
        </pc:spChg>
        <pc:spChg chg="mod">
          <ac:chgData name="Ms Alina Arshad" userId="cccdfd85-d35d-4453-9c6f-a463aae40722" providerId="ADAL" clId="{EADAEE91-4A7C-4065-A245-779568A60DD0}" dt="2024-08-25T14:57:47.486" v="142" actId="207"/>
          <ac:spMkLst>
            <pc:docMk/>
            <pc:sldMk cId="0" sldId="355"/>
            <ac:spMk id="17410" creationId="{C3FC1DD1-B58D-09D5-C15F-8926BFD5C267}"/>
          </ac:spMkLst>
        </pc:spChg>
      </pc:sldChg>
      <pc:sldChg chg="modSp add mod modAnim">
        <pc:chgData name="Ms Alina Arshad" userId="cccdfd85-d35d-4453-9c6f-a463aae40722" providerId="ADAL" clId="{EADAEE91-4A7C-4065-A245-779568A60DD0}" dt="2024-08-25T15:03:12.680" v="212" actId="12"/>
        <pc:sldMkLst>
          <pc:docMk/>
          <pc:sldMk cId="0" sldId="356"/>
        </pc:sldMkLst>
        <pc:spChg chg="mod">
          <ac:chgData name="Ms Alina Arshad" userId="cccdfd85-d35d-4453-9c6f-a463aae40722" providerId="ADAL" clId="{EADAEE91-4A7C-4065-A245-779568A60DD0}" dt="2024-08-25T15:03:12.680" v="212" actId="12"/>
          <ac:spMkLst>
            <pc:docMk/>
            <pc:sldMk cId="0" sldId="356"/>
            <ac:spMk id="3" creationId="{A0C26980-5FCF-11CE-42EA-C789EFC81BF9}"/>
          </ac:spMkLst>
        </pc:spChg>
        <pc:spChg chg="mod">
          <ac:chgData name="Ms Alina Arshad" userId="cccdfd85-d35d-4453-9c6f-a463aae40722" providerId="ADAL" clId="{EADAEE91-4A7C-4065-A245-779568A60DD0}" dt="2024-08-25T14:59:50.347" v="170" actId="1076"/>
          <ac:spMkLst>
            <pc:docMk/>
            <pc:sldMk cId="0" sldId="356"/>
            <ac:spMk id="6" creationId="{E1E67165-1674-230D-4202-24CCC9DB983B}"/>
          </ac:spMkLst>
        </pc:spChg>
        <pc:spChg chg="mod">
          <ac:chgData name="Ms Alina Arshad" userId="cccdfd85-d35d-4453-9c6f-a463aae40722" providerId="ADAL" clId="{EADAEE91-4A7C-4065-A245-779568A60DD0}" dt="2024-08-25T14:59:34.753" v="167" actId="207"/>
          <ac:spMkLst>
            <pc:docMk/>
            <pc:sldMk cId="0" sldId="356"/>
            <ac:spMk id="21506" creationId="{2FDC0C03-1A50-AFEA-680D-11CB0080FD7C}"/>
          </ac:spMkLst>
        </pc:spChg>
        <pc:graphicFrameChg chg="mod">
          <ac:chgData name="Ms Alina Arshad" userId="cccdfd85-d35d-4453-9c6f-a463aae40722" providerId="ADAL" clId="{EADAEE91-4A7C-4065-A245-779568A60DD0}" dt="2024-08-25T14:59:45.178" v="169" actId="1076"/>
          <ac:graphicFrameMkLst>
            <pc:docMk/>
            <pc:sldMk cId="0" sldId="356"/>
            <ac:graphicFrameMk id="21509" creationId="{81D7D4B2-F8DF-09C0-AA5D-0071884A3BF6}"/>
          </ac:graphicFrameMkLst>
        </pc:graphicFrameChg>
      </pc:sldChg>
      <pc:sldChg chg="modSp add mod">
        <pc:chgData name="Ms Alina Arshad" userId="cccdfd85-d35d-4453-9c6f-a463aae40722" providerId="ADAL" clId="{EADAEE91-4A7C-4065-A245-779568A60DD0}" dt="2024-08-25T15:03:39.380" v="218" actId="1036"/>
        <pc:sldMkLst>
          <pc:docMk/>
          <pc:sldMk cId="0" sldId="357"/>
        </pc:sldMkLst>
        <pc:spChg chg="mod">
          <ac:chgData name="Ms Alina Arshad" userId="cccdfd85-d35d-4453-9c6f-a463aae40722" providerId="ADAL" clId="{EADAEE91-4A7C-4065-A245-779568A60DD0}" dt="2024-08-25T15:03:35.390" v="215" actId="1076"/>
          <ac:spMkLst>
            <pc:docMk/>
            <pc:sldMk cId="0" sldId="357"/>
            <ac:spMk id="23554" creationId="{715C96A0-76EB-2410-6028-7CC970A627D0}"/>
          </ac:spMkLst>
        </pc:spChg>
        <pc:graphicFrameChg chg="mod">
          <ac:chgData name="Ms Alina Arshad" userId="cccdfd85-d35d-4453-9c6f-a463aae40722" providerId="ADAL" clId="{EADAEE91-4A7C-4065-A245-779568A60DD0}" dt="2024-08-25T15:03:39.380" v="218" actId="1036"/>
          <ac:graphicFrameMkLst>
            <pc:docMk/>
            <pc:sldMk cId="0" sldId="357"/>
            <ac:graphicFrameMk id="4" creationId="{B1D77928-E685-A06F-FA78-FDDCC75A6255}"/>
          </ac:graphicFrameMkLst>
        </pc:graphicFrameChg>
      </pc:sldChg>
      <pc:sldChg chg="modSp add mod">
        <pc:chgData name="Ms Alina Arshad" userId="cccdfd85-d35d-4453-9c6f-a463aae40722" providerId="ADAL" clId="{EADAEE91-4A7C-4065-A245-779568A60DD0}" dt="2024-08-25T15:05:45.451" v="243" actId="14100"/>
        <pc:sldMkLst>
          <pc:docMk/>
          <pc:sldMk cId="0" sldId="359"/>
        </pc:sldMkLst>
        <pc:spChg chg="mod">
          <ac:chgData name="Ms Alina Arshad" userId="cccdfd85-d35d-4453-9c6f-a463aae40722" providerId="ADAL" clId="{EADAEE91-4A7C-4065-A245-779568A60DD0}" dt="2024-08-25T15:05:45.451" v="243" actId="14100"/>
          <ac:spMkLst>
            <pc:docMk/>
            <pc:sldMk cId="0" sldId="359"/>
            <ac:spMk id="3" creationId="{69781428-DBFB-ECB6-E9C1-D0A247A45649}"/>
          </ac:spMkLst>
        </pc:spChg>
        <pc:spChg chg="mod">
          <ac:chgData name="Ms Alina Arshad" userId="cccdfd85-d35d-4453-9c6f-a463aae40722" providerId="ADAL" clId="{EADAEE91-4A7C-4065-A245-779568A60DD0}" dt="2024-08-25T15:05:24.436" v="236" actId="207"/>
          <ac:spMkLst>
            <pc:docMk/>
            <pc:sldMk cId="0" sldId="359"/>
            <ac:spMk id="27650" creationId="{3601D225-8BCB-CD61-89F6-BD0091383FA4}"/>
          </ac:spMkLst>
        </pc:spChg>
      </pc:sldChg>
      <pc:sldChg chg="modSp add mod">
        <pc:chgData name="Ms Alina Arshad" userId="cccdfd85-d35d-4453-9c6f-a463aae40722" providerId="ADAL" clId="{EADAEE91-4A7C-4065-A245-779568A60DD0}" dt="2024-08-25T15:06:27.309" v="255" actId="1076"/>
        <pc:sldMkLst>
          <pc:docMk/>
          <pc:sldMk cId="0" sldId="360"/>
        </pc:sldMkLst>
        <pc:spChg chg="mod">
          <ac:chgData name="Ms Alina Arshad" userId="cccdfd85-d35d-4453-9c6f-a463aae40722" providerId="ADAL" clId="{EADAEE91-4A7C-4065-A245-779568A60DD0}" dt="2024-08-25T15:06:12.105" v="252" actId="14100"/>
          <ac:spMkLst>
            <pc:docMk/>
            <pc:sldMk cId="0" sldId="360"/>
            <ac:spMk id="3" creationId="{5A29B148-68E9-42A4-AAEF-21C44FB97CC8}"/>
          </ac:spMkLst>
        </pc:spChg>
        <pc:spChg chg="mod">
          <ac:chgData name="Ms Alina Arshad" userId="cccdfd85-d35d-4453-9c6f-a463aae40722" providerId="ADAL" clId="{EADAEE91-4A7C-4065-A245-779568A60DD0}" dt="2024-08-25T15:06:27.309" v="255" actId="1076"/>
          <ac:spMkLst>
            <pc:docMk/>
            <pc:sldMk cId="0" sldId="360"/>
            <ac:spMk id="28674" creationId="{5DF05B7C-3FB9-7AAD-79F2-F672F7AE8C7B}"/>
          </ac:spMkLst>
        </pc:spChg>
      </pc:sldChg>
      <pc:sldChg chg="delSp del mod">
        <pc:chgData name="Ms Alina Arshad" userId="cccdfd85-d35d-4453-9c6f-a463aae40722" providerId="ADAL" clId="{EADAEE91-4A7C-4065-A245-779568A60DD0}" dt="2024-08-25T15:14:04.534" v="324" actId="2696"/>
        <pc:sldMkLst>
          <pc:docMk/>
          <pc:sldMk cId="1781116589" sldId="366"/>
        </pc:sldMkLst>
        <pc:spChg chg="del">
          <ac:chgData name="Ms Alina Arshad" userId="cccdfd85-d35d-4453-9c6f-a463aae40722" providerId="ADAL" clId="{EADAEE91-4A7C-4065-A245-779568A60DD0}" dt="2024-08-25T13:49:30.341" v="85" actId="478"/>
          <ac:spMkLst>
            <pc:docMk/>
            <pc:sldMk cId="1781116589" sldId="366"/>
            <ac:spMk id="4" creationId="{00000000-0000-0000-0000-000000000000}"/>
          </ac:spMkLst>
        </pc:spChg>
      </pc:sldChg>
      <pc:sldChg chg="delSp modSp del mod">
        <pc:chgData name="Ms Alina Arshad" userId="cccdfd85-d35d-4453-9c6f-a463aae40722" providerId="ADAL" clId="{EADAEE91-4A7C-4065-A245-779568A60DD0}" dt="2024-08-25T15:13:48.352" v="323" actId="2696"/>
        <pc:sldMkLst>
          <pc:docMk/>
          <pc:sldMk cId="2646350301" sldId="367"/>
        </pc:sldMkLst>
        <pc:spChg chg="mod">
          <ac:chgData name="Ms Alina Arshad" userId="cccdfd85-d35d-4453-9c6f-a463aae40722" providerId="ADAL" clId="{EADAEE91-4A7C-4065-A245-779568A60DD0}" dt="2024-08-25T15:13:28.452" v="322" actId="207"/>
          <ac:spMkLst>
            <pc:docMk/>
            <pc:sldMk cId="2646350301" sldId="367"/>
            <ac:spMk id="3" creationId="{2518979F-5DCB-4663-9049-A6A42C1D2313}"/>
          </ac:spMkLst>
        </pc:spChg>
        <pc:spChg chg="del">
          <ac:chgData name="Ms Alina Arshad" userId="cccdfd85-d35d-4453-9c6f-a463aae40722" providerId="ADAL" clId="{EADAEE91-4A7C-4065-A245-779568A60DD0}" dt="2024-08-25T13:49:36.906" v="86" actId="478"/>
          <ac:spMkLst>
            <pc:docMk/>
            <pc:sldMk cId="2646350301" sldId="367"/>
            <ac:spMk id="4" creationId="{00000000-0000-0000-0000-000000000000}"/>
          </ac:spMkLst>
        </pc:spChg>
        <pc:spChg chg="del">
          <ac:chgData name="Ms Alina Arshad" userId="cccdfd85-d35d-4453-9c6f-a463aae40722" providerId="ADAL" clId="{EADAEE91-4A7C-4065-A245-779568A60DD0}" dt="2024-08-25T13:49:42.150" v="87" actId="478"/>
          <ac:spMkLst>
            <pc:docMk/>
            <pc:sldMk cId="2646350301" sldId="367"/>
            <ac:spMk id="5" creationId="{00000000-0000-0000-0000-000000000000}"/>
          </ac:spMkLst>
        </pc:spChg>
      </pc:sldChg>
      <pc:sldChg chg="modSp add mod">
        <pc:chgData name="Ms Alina Arshad" userId="cccdfd85-d35d-4453-9c6f-a463aae40722" providerId="ADAL" clId="{EADAEE91-4A7C-4065-A245-779568A60DD0}" dt="2024-08-25T15:08:15.486" v="296" actId="207"/>
        <pc:sldMkLst>
          <pc:docMk/>
          <pc:sldMk cId="0" sldId="368"/>
        </pc:sldMkLst>
        <pc:spChg chg="mod">
          <ac:chgData name="Ms Alina Arshad" userId="cccdfd85-d35d-4453-9c6f-a463aae40722" providerId="ADAL" clId="{EADAEE91-4A7C-4065-A245-779568A60DD0}" dt="2024-08-25T15:08:15.486" v="296" actId="207"/>
          <ac:spMkLst>
            <pc:docMk/>
            <pc:sldMk cId="0" sldId="368"/>
            <ac:spMk id="31746" creationId="{3F73AF0F-32BB-BF3D-2A46-896C3B9747AB}"/>
          </ac:spMkLst>
        </pc:spChg>
      </pc:sldChg>
      <pc:sldChg chg="modSp add mod">
        <pc:chgData name="Ms Alina Arshad" userId="cccdfd85-d35d-4453-9c6f-a463aae40722" providerId="ADAL" clId="{EADAEE91-4A7C-4065-A245-779568A60DD0}" dt="2024-08-25T15:05:05.625" v="234" actId="207"/>
        <pc:sldMkLst>
          <pc:docMk/>
          <pc:sldMk cId="0" sldId="369"/>
        </pc:sldMkLst>
        <pc:spChg chg="mod">
          <ac:chgData name="Ms Alina Arshad" userId="cccdfd85-d35d-4453-9c6f-a463aae40722" providerId="ADAL" clId="{EADAEE91-4A7C-4065-A245-779568A60DD0}" dt="2024-08-25T15:05:05.625" v="234" actId="207"/>
          <ac:spMkLst>
            <pc:docMk/>
            <pc:sldMk cId="0" sldId="369"/>
            <ac:spMk id="26626" creationId="{A4F027D1-2AC1-1C80-C6CA-8BCE00F02C1D}"/>
          </ac:spMkLst>
        </pc:spChg>
      </pc:sldChg>
      <pc:sldChg chg="delSp add del mod">
        <pc:chgData name="Ms Alina Arshad" userId="cccdfd85-d35d-4453-9c6f-a463aae40722" providerId="ADAL" clId="{EADAEE91-4A7C-4065-A245-779568A60DD0}" dt="2024-08-25T15:13:48.352" v="323" actId="2696"/>
        <pc:sldMkLst>
          <pc:docMk/>
          <pc:sldMk cId="894339878" sldId="370"/>
        </pc:sldMkLst>
        <pc:spChg chg="del">
          <ac:chgData name="Ms Alina Arshad" userId="cccdfd85-d35d-4453-9c6f-a463aae40722" providerId="ADAL" clId="{EADAEE91-4A7C-4065-A245-779568A60DD0}" dt="2024-08-25T13:51:31.553" v="92" actId="478"/>
          <ac:spMkLst>
            <pc:docMk/>
            <pc:sldMk cId="894339878" sldId="370"/>
            <ac:spMk id="2" creationId="{00000000-0000-0000-0000-000000000000}"/>
          </ac:spMkLst>
        </pc:spChg>
        <pc:spChg chg="del">
          <ac:chgData name="Ms Alina Arshad" userId="cccdfd85-d35d-4453-9c6f-a463aae40722" providerId="ADAL" clId="{EADAEE91-4A7C-4065-A245-779568A60DD0}" dt="2024-08-25T13:51:33.286" v="93" actId="478"/>
          <ac:spMkLst>
            <pc:docMk/>
            <pc:sldMk cId="894339878" sldId="370"/>
            <ac:spMk id="5" creationId="{00000000-0000-0000-0000-000000000000}"/>
          </ac:spMkLst>
        </pc:spChg>
      </pc:sldChg>
      <pc:sldChg chg="modSp add mod">
        <pc:chgData name="Ms Alina Arshad" userId="cccdfd85-d35d-4453-9c6f-a463aae40722" providerId="ADAL" clId="{EADAEE91-4A7C-4065-A245-779568A60DD0}" dt="2024-08-25T15:08:38.988" v="299" actId="1076"/>
        <pc:sldMkLst>
          <pc:docMk/>
          <pc:sldMk cId="3002628608" sldId="371"/>
        </pc:sldMkLst>
        <pc:spChg chg="mod">
          <ac:chgData name="Ms Alina Arshad" userId="cccdfd85-d35d-4453-9c6f-a463aae40722" providerId="ADAL" clId="{EADAEE91-4A7C-4065-A245-779568A60DD0}" dt="2024-08-25T15:08:38.988" v="299" actId="1076"/>
          <ac:spMkLst>
            <pc:docMk/>
            <pc:sldMk cId="3002628608" sldId="371"/>
            <ac:spMk id="4" creationId="{94D4E49B-D791-29C0-F6A5-C1046AC56CDE}"/>
          </ac:spMkLst>
        </pc:spChg>
        <pc:spChg chg="mod">
          <ac:chgData name="Ms Alina Arshad" userId="cccdfd85-d35d-4453-9c6f-a463aae40722" providerId="ADAL" clId="{EADAEE91-4A7C-4065-A245-779568A60DD0}" dt="2024-08-25T15:08:30.414" v="298" actId="1076"/>
          <ac:spMkLst>
            <pc:docMk/>
            <pc:sldMk cId="3002628608" sldId="371"/>
            <ac:spMk id="32770" creationId="{FA441A40-7A87-2958-591E-25A88C4756ED}"/>
          </ac:spMkLst>
        </pc:spChg>
      </pc:sldChg>
      <pc:sldChg chg="modSp add mod">
        <pc:chgData name="Ms Alina Arshad" userId="cccdfd85-d35d-4453-9c6f-a463aae40722" providerId="ADAL" clId="{EADAEE91-4A7C-4065-A245-779568A60DD0}" dt="2024-08-25T15:08:51.078" v="301" actId="207"/>
        <pc:sldMkLst>
          <pc:docMk/>
          <pc:sldMk cId="0" sldId="372"/>
        </pc:sldMkLst>
        <pc:spChg chg="mod">
          <ac:chgData name="Ms Alina Arshad" userId="cccdfd85-d35d-4453-9c6f-a463aae40722" providerId="ADAL" clId="{EADAEE91-4A7C-4065-A245-779568A60DD0}" dt="2024-08-25T15:08:51.078" v="301" actId="207"/>
          <ac:spMkLst>
            <pc:docMk/>
            <pc:sldMk cId="0" sldId="372"/>
            <ac:spMk id="33794" creationId="{21B4FF6A-7A53-1B02-2C5F-197ADE8BB9A5}"/>
          </ac:spMkLst>
        </pc:spChg>
      </pc:sldChg>
      <pc:sldChg chg="delSp modSp add del mod">
        <pc:chgData name="Ms Alina Arshad" userId="cccdfd85-d35d-4453-9c6f-a463aae40722" providerId="ADAL" clId="{EADAEE91-4A7C-4065-A245-779568A60DD0}" dt="2024-08-25T15:13:48.352" v="323" actId="2696"/>
        <pc:sldMkLst>
          <pc:docMk/>
          <pc:sldMk cId="2581933320" sldId="373"/>
        </pc:sldMkLst>
        <pc:spChg chg="del">
          <ac:chgData name="Ms Alina Arshad" userId="cccdfd85-d35d-4453-9c6f-a463aae40722" providerId="ADAL" clId="{EADAEE91-4A7C-4065-A245-779568A60DD0}" dt="2024-08-25T13:51:25.425" v="90" actId="478"/>
          <ac:spMkLst>
            <pc:docMk/>
            <pc:sldMk cId="2581933320" sldId="373"/>
            <ac:spMk id="5" creationId="{00000000-0000-0000-0000-000000000000}"/>
          </ac:spMkLst>
        </pc:spChg>
        <pc:spChg chg="del">
          <ac:chgData name="Ms Alina Arshad" userId="cccdfd85-d35d-4453-9c6f-a463aae40722" providerId="ADAL" clId="{EADAEE91-4A7C-4065-A245-779568A60DD0}" dt="2024-08-25T13:51:27.178" v="91" actId="478"/>
          <ac:spMkLst>
            <pc:docMk/>
            <pc:sldMk cId="2581933320" sldId="373"/>
            <ac:spMk id="6" creationId="{00000000-0000-0000-0000-000000000000}"/>
          </ac:spMkLst>
        </pc:spChg>
        <pc:picChg chg="mod">
          <ac:chgData name="Ms Alina Arshad" userId="cccdfd85-d35d-4453-9c6f-a463aae40722" providerId="ADAL" clId="{EADAEE91-4A7C-4065-A245-779568A60DD0}" dt="2024-08-25T13:51:23.578" v="89" actId="1076"/>
          <ac:picMkLst>
            <pc:docMk/>
            <pc:sldMk cId="2581933320" sldId="373"/>
            <ac:picMk id="4" creationId="{47E901C3-88FE-4B0F-8736-32CA0B98907C}"/>
          </ac:picMkLst>
        </pc:picChg>
      </pc:sldChg>
      <pc:sldChg chg="modSp add mod">
        <pc:chgData name="Ms Alina Arshad" userId="cccdfd85-d35d-4453-9c6f-a463aae40722" providerId="ADAL" clId="{EADAEE91-4A7C-4065-A245-779568A60DD0}" dt="2024-08-25T14:58:46.193" v="155" actId="14100"/>
        <pc:sldMkLst>
          <pc:docMk/>
          <pc:sldMk cId="0" sldId="374"/>
        </pc:sldMkLst>
        <pc:spChg chg="mod">
          <ac:chgData name="Ms Alina Arshad" userId="cccdfd85-d35d-4453-9c6f-a463aae40722" providerId="ADAL" clId="{EADAEE91-4A7C-4065-A245-779568A60DD0}" dt="2024-08-25T14:58:41.662" v="153" actId="1076"/>
          <ac:spMkLst>
            <pc:docMk/>
            <pc:sldMk cId="0" sldId="374"/>
            <ac:spMk id="19458" creationId="{257D38D8-EC6F-DB19-5669-DB3AFD529775}"/>
          </ac:spMkLst>
        </pc:spChg>
        <pc:picChg chg="mod">
          <ac:chgData name="Ms Alina Arshad" userId="cccdfd85-d35d-4453-9c6f-a463aae40722" providerId="ADAL" clId="{EADAEE91-4A7C-4065-A245-779568A60DD0}" dt="2024-08-25T14:58:46.193" v="155" actId="14100"/>
          <ac:picMkLst>
            <pc:docMk/>
            <pc:sldMk cId="0" sldId="374"/>
            <ac:picMk id="19459" creationId="{08D96F9A-03EF-D418-E75A-0E6D82E325DD}"/>
          </ac:picMkLst>
        </pc:picChg>
      </pc:sldChg>
      <pc:sldChg chg="del">
        <pc:chgData name="Ms Alina Arshad" userId="cccdfd85-d35d-4453-9c6f-a463aae40722" providerId="ADAL" clId="{EADAEE91-4A7C-4065-A245-779568A60DD0}" dt="2024-08-25T13:34:25.062" v="0" actId="47"/>
        <pc:sldMkLst>
          <pc:docMk/>
          <pc:sldMk cId="50377824" sldId="375"/>
        </pc:sldMkLst>
      </pc:sldChg>
      <pc:sldChg chg="del">
        <pc:chgData name="Ms Alina Arshad" userId="cccdfd85-d35d-4453-9c6f-a463aae40722" providerId="ADAL" clId="{EADAEE91-4A7C-4065-A245-779568A60DD0}" dt="2024-08-25T13:34:25.561" v="1" actId="47"/>
        <pc:sldMkLst>
          <pc:docMk/>
          <pc:sldMk cId="387448209" sldId="376"/>
        </pc:sldMkLst>
      </pc:sldChg>
      <pc:sldChg chg="modSp add mod">
        <pc:chgData name="Ms Alina Arshad" userId="cccdfd85-d35d-4453-9c6f-a463aae40722" providerId="ADAL" clId="{EADAEE91-4A7C-4065-A245-779568A60DD0}" dt="2024-08-25T15:10:28.603" v="313" actId="14100"/>
        <pc:sldMkLst>
          <pc:docMk/>
          <pc:sldMk cId="0" sldId="377"/>
        </pc:sldMkLst>
        <pc:spChg chg="mod">
          <ac:chgData name="Ms Alina Arshad" userId="cccdfd85-d35d-4453-9c6f-a463aae40722" providerId="ADAL" clId="{EADAEE91-4A7C-4065-A245-779568A60DD0}" dt="2024-08-25T15:10:28.603" v="313" actId="14100"/>
          <ac:spMkLst>
            <pc:docMk/>
            <pc:sldMk cId="0" sldId="377"/>
            <ac:spMk id="3" creationId="{9C77C349-0A59-5576-A92B-0169D43EA6ED}"/>
          </ac:spMkLst>
        </pc:spChg>
        <pc:spChg chg="mod">
          <ac:chgData name="Ms Alina Arshad" userId="cccdfd85-d35d-4453-9c6f-a463aae40722" providerId="ADAL" clId="{EADAEE91-4A7C-4065-A245-779568A60DD0}" dt="2024-08-25T14:57:11.438" v="131" actId="207"/>
          <ac:spMkLst>
            <pc:docMk/>
            <pc:sldMk cId="0" sldId="377"/>
            <ac:spMk id="16386" creationId="{D17D7E4F-39CA-AA82-79C3-3E53DD62665E}"/>
          </ac:spMkLst>
        </pc:spChg>
      </pc:sldChg>
      <pc:sldChg chg="del">
        <pc:chgData name="Ms Alina Arshad" userId="cccdfd85-d35d-4453-9c6f-a463aae40722" providerId="ADAL" clId="{EADAEE91-4A7C-4065-A245-779568A60DD0}" dt="2024-08-25T13:35:28.486" v="4" actId="2696"/>
        <pc:sldMkLst>
          <pc:docMk/>
          <pc:sldMk cId="878700326" sldId="377"/>
        </pc:sldMkLst>
      </pc:sldChg>
      <pc:sldChg chg="delSp modSp del mod ord">
        <pc:chgData name="Ms Alina Arshad" userId="cccdfd85-d35d-4453-9c6f-a463aae40722" providerId="ADAL" clId="{EADAEE91-4A7C-4065-A245-779568A60DD0}" dt="2024-08-25T15:10:58.195" v="314" actId="47"/>
        <pc:sldMkLst>
          <pc:docMk/>
          <pc:sldMk cId="4064093034" sldId="378"/>
        </pc:sldMkLst>
        <pc:spChg chg="mod">
          <ac:chgData name="Ms Alina Arshad" userId="cccdfd85-d35d-4453-9c6f-a463aae40722" providerId="ADAL" clId="{EADAEE91-4A7C-4065-A245-779568A60DD0}" dt="2024-08-25T14:52:44.627" v="101" actId="207"/>
          <ac:spMkLst>
            <pc:docMk/>
            <pc:sldMk cId="4064093034" sldId="378"/>
            <ac:spMk id="2" creationId="{5968DE79-4CF3-4764-A498-BFA5C2621DBE}"/>
          </ac:spMkLst>
        </pc:spChg>
        <pc:spChg chg="mod">
          <ac:chgData name="Ms Alina Arshad" userId="cccdfd85-d35d-4453-9c6f-a463aae40722" providerId="ADAL" clId="{EADAEE91-4A7C-4065-A245-779568A60DD0}" dt="2024-08-25T14:52:44.627" v="101" actId="207"/>
          <ac:spMkLst>
            <pc:docMk/>
            <pc:sldMk cId="4064093034" sldId="378"/>
            <ac:spMk id="3" creationId="{43DC346B-280B-4E52-8205-38BC91F5925A}"/>
          </ac:spMkLst>
        </pc:spChg>
        <pc:spChg chg="del">
          <ac:chgData name="Ms Alina Arshad" userId="cccdfd85-d35d-4453-9c6f-a463aae40722" providerId="ADAL" clId="{EADAEE91-4A7C-4065-A245-779568A60DD0}" dt="2024-08-25T13:41:07.411" v="7" actId="478"/>
          <ac:spMkLst>
            <pc:docMk/>
            <pc:sldMk cId="4064093034" sldId="378"/>
            <ac:spMk id="5" creationId="{00000000-0000-0000-0000-000000000000}"/>
          </ac:spMkLst>
        </pc:spChg>
        <pc:spChg chg="del">
          <ac:chgData name="Ms Alina Arshad" userId="cccdfd85-d35d-4453-9c6f-a463aae40722" providerId="ADAL" clId="{EADAEE91-4A7C-4065-A245-779568A60DD0}" dt="2024-08-25T13:41:10.096" v="8" actId="478"/>
          <ac:spMkLst>
            <pc:docMk/>
            <pc:sldMk cId="4064093034" sldId="378"/>
            <ac:spMk id="6" creationId="{00000000-0000-0000-0000-000000000000}"/>
          </ac:spMkLst>
        </pc:spChg>
        <pc:picChg chg="mod">
          <ac:chgData name="Ms Alina Arshad" userId="cccdfd85-d35d-4453-9c6f-a463aae40722" providerId="ADAL" clId="{EADAEE91-4A7C-4065-A245-779568A60DD0}" dt="2024-08-25T13:41:13.480" v="9" actId="1076"/>
          <ac:picMkLst>
            <pc:docMk/>
            <pc:sldMk cId="4064093034" sldId="378"/>
            <ac:picMk id="4" creationId="{3DBBE8BF-96C3-4767-8BE0-EE4991F19397}"/>
          </ac:picMkLst>
        </pc:picChg>
      </pc:sldChg>
      <pc:sldChg chg="delSp modSp del mod">
        <pc:chgData name="Ms Alina Arshad" userId="cccdfd85-d35d-4453-9c6f-a463aae40722" providerId="ADAL" clId="{EADAEE91-4A7C-4065-A245-779568A60DD0}" dt="2024-08-25T14:53:42.332" v="102" actId="47"/>
        <pc:sldMkLst>
          <pc:docMk/>
          <pc:sldMk cId="1461775536" sldId="379"/>
        </pc:sldMkLst>
        <pc:spChg chg="mod">
          <ac:chgData name="Ms Alina Arshad" userId="cccdfd85-d35d-4453-9c6f-a463aae40722" providerId="ADAL" clId="{EADAEE91-4A7C-4065-A245-779568A60DD0}" dt="2024-08-25T13:43:42.744" v="45" actId="1076"/>
          <ac:spMkLst>
            <pc:docMk/>
            <pc:sldMk cId="1461775536" sldId="379"/>
            <ac:spMk id="2" creationId="{D78211DC-DCD2-47C1-B8A3-58D1AA2D7DC9}"/>
          </ac:spMkLst>
        </pc:spChg>
        <pc:spChg chg="mod">
          <ac:chgData name="Ms Alina Arshad" userId="cccdfd85-d35d-4453-9c6f-a463aae40722" providerId="ADAL" clId="{EADAEE91-4A7C-4065-A245-779568A60DD0}" dt="2024-08-25T13:43:54.193" v="49" actId="14100"/>
          <ac:spMkLst>
            <pc:docMk/>
            <pc:sldMk cId="1461775536" sldId="379"/>
            <ac:spMk id="3" creationId="{C5C165DD-8B1C-4A87-83B9-18B35B126F92}"/>
          </ac:spMkLst>
        </pc:spChg>
        <pc:spChg chg="del">
          <ac:chgData name="Ms Alina Arshad" userId="cccdfd85-d35d-4453-9c6f-a463aae40722" providerId="ADAL" clId="{EADAEE91-4A7C-4065-A245-779568A60DD0}" dt="2024-08-25T13:43:56.477" v="50" actId="478"/>
          <ac:spMkLst>
            <pc:docMk/>
            <pc:sldMk cId="1461775536" sldId="379"/>
            <ac:spMk id="4" creationId="{00000000-0000-0000-0000-000000000000}"/>
          </ac:spMkLst>
        </pc:spChg>
        <pc:spChg chg="del">
          <ac:chgData name="Ms Alina Arshad" userId="cccdfd85-d35d-4453-9c6f-a463aae40722" providerId="ADAL" clId="{EADAEE91-4A7C-4065-A245-779568A60DD0}" dt="2024-08-25T13:43:59.873" v="51" actId="478"/>
          <ac:spMkLst>
            <pc:docMk/>
            <pc:sldMk cId="1461775536" sldId="379"/>
            <ac:spMk id="5" creationId="{00000000-0000-0000-0000-000000000000}"/>
          </ac:spMkLst>
        </pc:spChg>
      </pc:sldChg>
      <pc:sldChg chg="delSp modSp del mod">
        <pc:chgData name="Ms Alina Arshad" userId="cccdfd85-d35d-4453-9c6f-a463aae40722" providerId="ADAL" clId="{EADAEE91-4A7C-4065-A245-779568A60DD0}" dt="2024-08-25T14:53:43.340" v="103" actId="47"/>
        <pc:sldMkLst>
          <pc:docMk/>
          <pc:sldMk cId="1822324932" sldId="380"/>
        </pc:sldMkLst>
        <pc:spChg chg="mod">
          <ac:chgData name="Ms Alina Arshad" userId="cccdfd85-d35d-4453-9c6f-a463aae40722" providerId="ADAL" clId="{EADAEE91-4A7C-4065-A245-779568A60DD0}" dt="2024-08-25T13:44:11.452" v="54" actId="207"/>
          <ac:spMkLst>
            <pc:docMk/>
            <pc:sldMk cId="1822324932" sldId="380"/>
            <ac:spMk id="2" creationId="{D0A3B775-4D7B-444A-BAC6-72B54826614E}"/>
          </ac:spMkLst>
        </pc:spChg>
        <pc:spChg chg="mod">
          <ac:chgData name="Ms Alina Arshad" userId="cccdfd85-d35d-4453-9c6f-a463aae40722" providerId="ADAL" clId="{EADAEE91-4A7C-4065-A245-779568A60DD0}" dt="2024-08-25T13:44:52.564" v="58" actId="255"/>
          <ac:spMkLst>
            <pc:docMk/>
            <pc:sldMk cId="1822324932" sldId="380"/>
            <ac:spMk id="3" creationId="{EAB04FEA-9BA2-4990-A45A-478A844BEA75}"/>
          </ac:spMkLst>
        </pc:spChg>
        <pc:spChg chg="del">
          <ac:chgData name="Ms Alina Arshad" userId="cccdfd85-d35d-4453-9c6f-a463aae40722" providerId="ADAL" clId="{EADAEE91-4A7C-4065-A245-779568A60DD0}" dt="2024-08-25T13:44:16.661" v="55" actId="478"/>
          <ac:spMkLst>
            <pc:docMk/>
            <pc:sldMk cId="1822324932" sldId="380"/>
            <ac:spMk id="4" creationId="{00000000-0000-0000-0000-000000000000}"/>
          </ac:spMkLst>
        </pc:spChg>
        <pc:spChg chg="del">
          <ac:chgData name="Ms Alina Arshad" userId="cccdfd85-d35d-4453-9c6f-a463aae40722" providerId="ADAL" clId="{EADAEE91-4A7C-4065-A245-779568A60DD0}" dt="2024-08-25T13:44:41.318" v="56" actId="478"/>
          <ac:spMkLst>
            <pc:docMk/>
            <pc:sldMk cId="1822324932" sldId="380"/>
            <ac:spMk id="5" creationId="{00000000-0000-0000-0000-000000000000}"/>
          </ac:spMkLst>
        </pc:spChg>
      </pc:sldChg>
      <pc:sldChg chg="delSp modSp del mod">
        <pc:chgData name="Ms Alina Arshad" userId="cccdfd85-d35d-4453-9c6f-a463aae40722" providerId="ADAL" clId="{EADAEE91-4A7C-4065-A245-779568A60DD0}" dt="2024-08-25T14:53:50.254" v="104" actId="47"/>
        <pc:sldMkLst>
          <pc:docMk/>
          <pc:sldMk cId="4242572248" sldId="381"/>
        </pc:sldMkLst>
        <pc:spChg chg="mod">
          <ac:chgData name="Ms Alina Arshad" userId="cccdfd85-d35d-4453-9c6f-a463aae40722" providerId="ADAL" clId="{EADAEE91-4A7C-4065-A245-779568A60DD0}" dt="2024-08-25T13:45:14.185" v="61" actId="207"/>
          <ac:spMkLst>
            <pc:docMk/>
            <pc:sldMk cId="4242572248" sldId="381"/>
            <ac:spMk id="2" creationId="{4F73BFD3-DE5B-4C37-8B49-6083EEF64986}"/>
          </ac:spMkLst>
        </pc:spChg>
        <pc:spChg chg="mod">
          <ac:chgData name="Ms Alina Arshad" userId="cccdfd85-d35d-4453-9c6f-a463aae40722" providerId="ADAL" clId="{EADAEE91-4A7C-4065-A245-779568A60DD0}" dt="2024-08-25T13:45:18.401" v="62" actId="207"/>
          <ac:spMkLst>
            <pc:docMk/>
            <pc:sldMk cId="4242572248" sldId="381"/>
            <ac:spMk id="3" creationId="{F2238212-6622-4C4B-824C-18A1C8DB74A1}"/>
          </ac:spMkLst>
        </pc:spChg>
        <pc:spChg chg="del">
          <ac:chgData name="Ms Alina Arshad" userId="cccdfd85-d35d-4453-9c6f-a463aae40722" providerId="ADAL" clId="{EADAEE91-4A7C-4065-A245-779568A60DD0}" dt="2024-08-25T13:45:22.876" v="63" actId="478"/>
          <ac:spMkLst>
            <pc:docMk/>
            <pc:sldMk cId="4242572248" sldId="381"/>
            <ac:spMk id="4" creationId="{00000000-0000-0000-0000-000000000000}"/>
          </ac:spMkLst>
        </pc:spChg>
        <pc:spChg chg="del">
          <ac:chgData name="Ms Alina Arshad" userId="cccdfd85-d35d-4453-9c6f-a463aae40722" providerId="ADAL" clId="{EADAEE91-4A7C-4065-A245-779568A60DD0}" dt="2024-08-25T13:45:32.146" v="64" actId="478"/>
          <ac:spMkLst>
            <pc:docMk/>
            <pc:sldMk cId="4242572248" sldId="381"/>
            <ac:spMk id="5" creationId="{00000000-0000-0000-0000-000000000000}"/>
          </ac:spMkLst>
        </pc:spChg>
      </pc:sldChg>
      <pc:sldChg chg="delSp modSp del mod">
        <pc:chgData name="Ms Alina Arshad" userId="cccdfd85-d35d-4453-9c6f-a463aae40722" providerId="ADAL" clId="{EADAEE91-4A7C-4065-A245-779568A60DD0}" dt="2024-08-25T15:09:34.247" v="307" actId="47"/>
        <pc:sldMkLst>
          <pc:docMk/>
          <pc:sldMk cId="2023843453" sldId="382"/>
        </pc:sldMkLst>
        <pc:spChg chg="mod">
          <ac:chgData name="Ms Alina Arshad" userId="cccdfd85-d35d-4453-9c6f-a463aae40722" providerId="ADAL" clId="{EADAEE91-4A7C-4065-A245-779568A60DD0}" dt="2024-08-25T13:45:46.060" v="68" actId="207"/>
          <ac:spMkLst>
            <pc:docMk/>
            <pc:sldMk cId="2023843453" sldId="382"/>
            <ac:spMk id="2" creationId="{538BF2FB-FC35-43EB-BA77-A3228EA47211}"/>
          </ac:spMkLst>
        </pc:spChg>
        <pc:spChg chg="mod">
          <ac:chgData name="Ms Alina Arshad" userId="cccdfd85-d35d-4453-9c6f-a463aae40722" providerId="ADAL" clId="{EADAEE91-4A7C-4065-A245-779568A60DD0}" dt="2024-08-25T13:46:00.816" v="72" actId="14100"/>
          <ac:spMkLst>
            <pc:docMk/>
            <pc:sldMk cId="2023843453" sldId="382"/>
            <ac:spMk id="3" creationId="{5AE28F7A-B346-45F1-9C9B-99DF1EEE1C65}"/>
          </ac:spMkLst>
        </pc:spChg>
        <pc:spChg chg="del">
          <ac:chgData name="Ms Alina Arshad" userId="cccdfd85-d35d-4453-9c6f-a463aae40722" providerId="ADAL" clId="{EADAEE91-4A7C-4065-A245-779568A60DD0}" dt="2024-08-25T13:46:07.394" v="74" actId="478"/>
          <ac:spMkLst>
            <pc:docMk/>
            <pc:sldMk cId="2023843453" sldId="382"/>
            <ac:spMk id="5" creationId="{00000000-0000-0000-0000-000000000000}"/>
          </ac:spMkLst>
        </pc:spChg>
        <pc:spChg chg="del">
          <ac:chgData name="Ms Alina Arshad" userId="cccdfd85-d35d-4453-9c6f-a463aae40722" providerId="ADAL" clId="{EADAEE91-4A7C-4065-A245-779568A60DD0}" dt="2024-08-25T13:46:09.421" v="75" actId="478"/>
          <ac:spMkLst>
            <pc:docMk/>
            <pc:sldMk cId="2023843453" sldId="382"/>
            <ac:spMk id="6" creationId="{00000000-0000-0000-0000-000000000000}"/>
          </ac:spMkLst>
        </pc:spChg>
        <pc:picChg chg="mod">
          <ac:chgData name="Ms Alina Arshad" userId="cccdfd85-d35d-4453-9c6f-a463aae40722" providerId="ADAL" clId="{EADAEE91-4A7C-4065-A245-779568A60DD0}" dt="2024-08-25T13:46:04.469" v="73" actId="1076"/>
          <ac:picMkLst>
            <pc:docMk/>
            <pc:sldMk cId="2023843453" sldId="382"/>
            <ac:picMk id="4" creationId="{E3038F35-9107-48C4-8C73-EA2DFE362B9E}"/>
          </ac:picMkLst>
        </pc:picChg>
      </pc:sldChg>
      <pc:sldChg chg="delSp modSp del mod ord">
        <pc:chgData name="Ms Alina Arshad" userId="cccdfd85-d35d-4453-9c6f-a463aae40722" providerId="ADAL" clId="{EADAEE91-4A7C-4065-A245-779568A60DD0}" dt="2024-08-25T15:09:35.215" v="308" actId="47"/>
        <pc:sldMkLst>
          <pc:docMk/>
          <pc:sldMk cId="938158308" sldId="383"/>
        </pc:sldMkLst>
        <pc:spChg chg="mod">
          <ac:chgData name="Ms Alina Arshad" userId="cccdfd85-d35d-4453-9c6f-a463aae40722" providerId="ADAL" clId="{EADAEE91-4A7C-4065-A245-779568A60DD0}" dt="2024-08-25T13:46:30.186" v="80" actId="207"/>
          <ac:spMkLst>
            <pc:docMk/>
            <pc:sldMk cId="938158308" sldId="383"/>
            <ac:spMk id="2" creationId="{CCD37E2F-361C-46F4-BD07-2D803DB23F9E}"/>
          </ac:spMkLst>
        </pc:spChg>
        <pc:spChg chg="del">
          <ac:chgData name="Ms Alina Arshad" userId="cccdfd85-d35d-4453-9c6f-a463aae40722" providerId="ADAL" clId="{EADAEE91-4A7C-4065-A245-779568A60DD0}" dt="2024-08-25T13:51:54.195" v="98" actId="478"/>
          <ac:spMkLst>
            <pc:docMk/>
            <pc:sldMk cId="938158308" sldId="383"/>
            <ac:spMk id="4" creationId="{00000000-0000-0000-0000-000000000000}"/>
          </ac:spMkLst>
        </pc:spChg>
        <pc:spChg chg="del">
          <ac:chgData name="Ms Alina Arshad" userId="cccdfd85-d35d-4453-9c6f-a463aae40722" providerId="ADAL" clId="{EADAEE91-4A7C-4065-A245-779568A60DD0}" dt="2024-08-25T13:51:56.090" v="99" actId="478"/>
          <ac:spMkLst>
            <pc:docMk/>
            <pc:sldMk cId="938158308" sldId="383"/>
            <ac:spMk id="5" creationId="{00000000-0000-0000-0000-000000000000}"/>
          </ac:spMkLst>
        </pc:spChg>
      </pc:sldChg>
      <pc:sldChg chg="delSp del mod">
        <pc:chgData name="Ms Alina Arshad" userId="cccdfd85-d35d-4453-9c6f-a463aae40722" providerId="ADAL" clId="{EADAEE91-4A7C-4065-A245-779568A60DD0}" dt="2024-08-25T15:09:36.010" v="309" actId="47"/>
        <pc:sldMkLst>
          <pc:docMk/>
          <pc:sldMk cId="3237861477" sldId="384"/>
        </pc:sldMkLst>
        <pc:spChg chg="del">
          <ac:chgData name="Ms Alina Arshad" userId="cccdfd85-d35d-4453-9c6f-a463aae40722" providerId="ADAL" clId="{EADAEE91-4A7C-4065-A245-779568A60DD0}" dt="2024-08-25T13:48:33.764" v="81" actId="478"/>
          <ac:spMkLst>
            <pc:docMk/>
            <pc:sldMk cId="3237861477" sldId="384"/>
            <ac:spMk id="4" creationId="{00000000-0000-0000-0000-000000000000}"/>
          </ac:spMkLst>
        </pc:spChg>
        <pc:spChg chg="del">
          <ac:chgData name="Ms Alina Arshad" userId="cccdfd85-d35d-4453-9c6f-a463aae40722" providerId="ADAL" clId="{EADAEE91-4A7C-4065-A245-779568A60DD0}" dt="2024-08-25T13:49:21.739" v="84" actId="478"/>
          <ac:spMkLst>
            <pc:docMk/>
            <pc:sldMk cId="3237861477" sldId="384"/>
            <ac:spMk id="5" creationId="{00000000-0000-0000-0000-000000000000}"/>
          </ac:spMkLst>
        </pc:spChg>
      </pc:sldChg>
      <pc:sldChg chg="delSp mod">
        <pc:chgData name="Ms Alina Arshad" userId="cccdfd85-d35d-4453-9c6f-a463aae40722" providerId="ADAL" clId="{EADAEE91-4A7C-4065-A245-779568A60DD0}" dt="2024-08-25T13:48:49.110" v="83" actId="478"/>
        <pc:sldMkLst>
          <pc:docMk/>
          <pc:sldMk cId="511546327" sldId="385"/>
        </pc:sldMkLst>
        <pc:spChg chg="del">
          <ac:chgData name="Ms Alina Arshad" userId="cccdfd85-d35d-4453-9c6f-a463aae40722" providerId="ADAL" clId="{EADAEE91-4A7C-4065-A245-779568A60DD0}" dt="2024-08-25T13:48:45.157" v="82" actId="478"/>
          <ac:spMkLst>
            <pc:docMk/>
            <pc:sldMk cId="511546327" sldId="385"/>
            <ac:spMk id="4" creationId="{00000000-0000-0000-0000-000000000000}"/>
          </ac:spMkLst>
        </pc:spChg>
        <pc:spChg chg="del">
          <ac:chgData name="Ms Alina Arshad" userId="cccdfd85-d35d-4453-9c6f-a463aae40722" providerId="ADAL" clId="{EADAEE91-4A7C-4065-A245-779568A60DD0}" dt="2024-08-25T13:48:49.110" v="83" actId="478"/>
          <ac:spMkLst>
            <pc:docMk/>
            <pc:sldMk cId="511546327" sldId="385"/>
            <ac:spMk id="5" creationId="{00000000-0000-0000-0000-000000000000}"/>
          </ac:spMkLst>
        </pc:spChg>
      </pc:sldChg>
      <pc:sldChg chg="delSp add del mod">
        <pc:chgData name="Ms Alina Arshad" userId="cccdfd85-d35d-4453-9c6f-a463aae40722" providerId="ADAL" clId="{EADAEE91-4A7C-4065-A245-779568A60DD0}" dt="2024-08-25T15:13:48.352" v="323" actId="2696"/>
        <pc:sldMkLst>
          <pc:docMk/>
          <pc:sldMk cId="1584583967" sldId="386"/>
        </pc:sldMkLst>
        <pc:spChg chg="del">
          <ac:chgData name="Ms Alina Arshad" userId="cccdfd85-d35d-4453-9c6f-a463aae40722" providerId="ADAL" clId="{EADAEE91-4A7C-4065-A245-779568A60DD0}" dt="2024-08-25T13:51:36.422" v="94" actId="478"/>
          <ac:spMkLst>
            <pc:docMk/>
            <pc:sldMk cId="1584583967" sldId="386"/>
            <ac:spMk id="4" creationId="{00000000-0000-0000-0000-000000000000}"/>
          </ac:spMkLst>
        </pc:spChg>
        <pc:spChg chg="del">
          <ac:chgData name="Ms Alina Arshad" userId="cccdfd85-d35d-4453-9c6f-a463aae40722" providerId="ADAL" clId="{EADAEE91-4A7C-4065-A245-779568A60DD0}" dt="2024-08-25T13:51:38.372" v="95" actId="478"/>
          <ac:spMkLst>
            <pc:docMk/>
            <pc:sldMk cId="1584583967" sldId="386"/>
            <ac:spMk id="5" creationId="{00000000-0000-0000-0000-000000000000}"/>
          </ac:spMkLst>
        </pc:spChg>
      </pc:sldChg>
      <pc:sldChg chg="modSp add mod">
        <pc:chgData name="Ms Alina Arshad" userId="cccdfd85-d35d-4453-9c6f-a463aae40722" providerId="ADAL" clId="{EADAEE91-4A7C-4065-A245-779568A60DD0}" dt="2024-08-25T14:56:27.787" v="121" actId="207"/>
        <pc:sldMkLst>
          <pc:docMk/>
          <pc:sldMk cId="0" sldId="387"/>
        </pc:sldMkLst>
        <pc:spChg chg="mod">
          <ac:chgData name="Ms Alina Arshad" userId="cccdfd85-d35d-4453-9c6f-a463aae40722" providerId="ADAL" clId="{EADAEE91-4A7C-4065-A245-779568A60DD0}" dt="2024-08-25T14:56:03.653" v="117" actId="207"/>
          <ac:spMkLst>
            <pc:docMk/>
            <pc:sldMk cId="0" sldId="387"/>
            <ac:spMk id="14338" creationId="{81533B99-E9C6-177C-C5E3-C137C5976086}"/>
          </ac:spMkLst>
        </pc:spChg>
        <pc:spChg chg="mod">
          <ac:chgData name="Ms Alina Arshad" userId="cccdfd85-d35d-4453-9c6f-a463aae40722" providerId="ADAL" clId="{EADAEE91-4A7C-4065-A245-779568A60DD0}" dt="2024-08-25T14:56:27.787" v="121" actId="207"/>
          <ac:spMkLst>
            <pc:docMk/>
            <pc:sldMk cId="0" sldId="387"/>
            <ac:spMk id="29699" creationId="{B29985D4-6109-961B-1AE6-8442985EB065}"/>
          </ac:spMkLst>
        </pc:spChg>
      </pc:sldChg>
      <pc:sldChg chg="modSp add mod">
        <pc:chgData name="Ms Alina Arshad" userId="cccdfd85-d35d-4453-9c6f-a463aae40722" providerId="ADAL" clId="{EADAEE91-4A7C-4065-A245-779568A60DD0}" dt="2024-08-25T15:10:23.068" v="312" actId="255"/>
        <pc:sldMkLst>
          <pc:docMk/>
          <pc:sldMk cId="0" sldId="388"/>
        </pc:sldMkLst>
        <pc:spChg chg="mod">
          <ac:chgData name="Ms Alina Arshad" userId="cccdfd85-d35d-4453-9c6f-a463aae40722" providerId="ADAL" clId="{EADAEE91-4A7C-4065-A245-779568A60DD0}" dt="2024-08-25T15:10:23.068" v="312" actId="255"/>
          <ac:spMkLst>
            <pc:docMk/>
            <pc:sldMk cId="0" sldId="388"/>
            <ac:spMk id="3" creationId="{AC66B0F0-3DFF-05B3-759F-1E7F3B2FAA83}"/>
          </ac:spMkLst>
        </pc:spChg>
        <pc:spChg chg="mod">
          <ac:chgData name="Ms Alina Arshad" userId="cccdfd85-d35d-4453-9c6f-a463aae40722" providerId="ADAL" clId="{EADAEE91-4A7C-4065-A245-779568A60DD0}" dt="2024-08-25T14:56:36.138" v="123" actId="207"/>
          <ac:spMkLst>
            <pc:docMk/>
            <pc:sldMk cId="0" sldId="388"/>
            <ac:spMk id="15362" creationId="{B5D5958D-6E5F-9718-7AE6-E98B7E13C061}"/>
          </ac:spMkLst>
        </pc:spChg>
      </pc:sldChg>
      <pc:sldChg chg="addSp delSp modSp add mod">
        <pc:chgData name="Ms Alina Arshad" userId="cccdfd85-d35d-4453-9c6f-a463aae40722" providerId="ADAL" clId="{EADAEE91-4A7C-4065-A245-779568A60DD0}" dt="2024-08-25T15:07:59.774" v="292" actId="1076"/>
        <pc:sldMkLst>
          <pc:docMk/>
          <pc:sldMk cId="0" sldId="389"/>
        </pc:sldMkLst>
        <pc:spChg chg="add del mod">
          <ac:chgData name="Ms Alina Arshad" userId="cccdfd85-d35d-4453-9c6f-a463aae40722" providerId="ADAL" clId="{EADAEE91-4A7C-4065-A245-779568A60DD0}" dt="2024-08-25T15:07:37.186" v="260" actId="478"/>
          <ac:spMkLst>
            <pc:docMk/>
            <pc:sldMk cId="0" sldId="389"/>
            <ac:spMk id="2" creationId="{0CE23F3B-4239-597E-A5B0-E94D1CCE768F}"/>
          </ac:spMkLst>
        </pc:spChg>
        <pc:spChg chg="add mod">
          <ac:chgData name="Ms Alina Arshad" userId="cccdfd85-d35d-4453-9c6f-a463aae40722" providerId="ADAL" clId="{EADAEE91-4A7C-4065-A245-779568A60DD0}" dt="2024-08-25T15:07:59.774" v="292" actId="1076"/>
          <ac:spMkLst>
            <pc:docMk/>
            <pc:sldMk cId="0" sldId="389"/>
            <ac:spMk id="3" creationId="{0173BDB6-055B-979D-8CAA-5632A73BCD82}"/>
          </ac:spMkLst>
        </pc:spChg>
        <pc:spChg chg="add mod">
          <ac:chgData name="Ms Alina Arshad" userId="cccdfd85-d35d-4453-9c6f-a463aae40722" providerId="ADAL" clId="{EADAEE91-4A7C-4065-A245-779568A60DD0}" dt="2024-08-25T15:07:55.518" v="291" actId="1038"/>
          <ac:spMkLst>
            <pc:docMk/>
            <pc:sldMk cId="0" sldId="389"/>
            <ac:spMk id="4" creationId="{7FFE77F7-77BD-6779-7B8A-D5B59F9F7530}"/>
          </ac:spMkLst>
        </pc:spChg>
        <pc:spChg chg="add mod">
          <ac:chgData name="Ms Alina Arshad" userId="cccdfd85-d35d-4453-9c6f-a463aae40722" providerId="ADAL" clId="{EADAEE91-4A7C-4065-A245-779568A60DD0}" dt="2024-08-25T15:07:55.518" v="291" actId="1038"/>
          <ac:spMkLst>
            <pc:docMk/>
            <pc:sldMk cId="0" sldId="389"/>
            <ac:spMk id="5" creationId="{C4414AD6-34B1-DAA7-03FC-7EC433EC04E6}"/>
          </ac:spMkLst>
        </pc:spChg>
        <pc:spChg chg="add mod">
          <ac:chgData name="Ms Alina Arshad" userId="cccdfd85-d35d-4453-9c6f-a463aae40722" providerId="ADAL" clId="{EADAEE91-4A7C-4065-A245-779568A60DD0}" dt="2024-08-25T15:07:55.518" v="291" actId="1038"/>
          <ac:spMkLst>
            <pc:docMk/>
            <pc:sldMk cId="0" sldId="389"/>
            <ac:spMk id="6" creationId="{2E05F920-12EE-20C9-465F-E850967F1A78}"/>
          </ac:spMkLst>
        </pc:spChg>
        <pc:spChg chg="add mod">
          <ac:chgData name="Ms Alina Arshad" userId="cccdfd85-d35d-4453-9c6f-a463aae40722" providerId="ADAL" clId="{EADAEE91-4A7C-4065-A245-779568A60DD0}" dt="2024-08-25T15:07:55.518" v="291" actId="1038"/>
          <ac:spMkLst>
            <pc:docMk/>
            <pc:sldMk cId="0" sldId="389"/>
            <ac:spMk id="7" creationId="{36DDBCEF-D6D2-C158-E99C-C9CDC65F8F3D}"/>
          </ac:spMkLst>
        </pc:spChg>
        <pc:spChg chg="add mod">
          <ac:chgData name="Ms Alina Arshad" userId="cccdfd85-d35d-4453-9c6f-a463aae40722" providerId="ADAL" clId="{EADAEE91-4A7C-4065-A245-779568A60DD0}" dt="2024-08-25T15:07:55.518" v="291" actId="1038"/>
          <ac:spMkLst>
            <pc:docMk/>
            <pc:sldMk cId="0" sldId="389"/>
            <ac:spMk id="8" creationId="{17AE233E-13F0-77C2-B86F-7FEFD7F1B9F0}"/>
          </ac:spMkLst>
        </pc:spChg>
        <pc:spChg chg="add mod">
          <ac:chgData name="Ms Alina Arshad" userId="cccdfd85-d35d-4453-9c6f-a463aae40722" providerId="ADAL" clId="{EADAEE91-4A7C-4065-A245-779568A60DD0}" dt="2024-08-25T15:07:55.518" v="291" actId="1038"/>
          <ac:spMkLst>
            <pc:docMk/>
            <pc:sldMk cId="0" sldId="389"/>
            <ac:spMk id="9" creationId="{E7365357-B5DB-3CEF-F010-5742156B8C1B}"/>
          </ac:spMkLst>
        </pc:spChg>
        <pc:spChg chg="add mod">
          <ac:chgData name="Ms Alina Arshad" userId="cccdfd85-d35d-4453-9c6f-a463aae40722" providerId="ADAL" clId="{EADAEE91-4A7C-4065-A245-779568A60DD0}" dt="2024-08-25T15:07:55.518" v="291" actId="1038"/>
          <ac:spMkLst>
            <pc:docMk/>
            <pc:sldMk cId="0" sldId="389"/>
            <ac:spMk id="10" creationId="{8CE65B31-5F33-1B6C-2F06-BE41749D91AA}"/>
          </ac:spMkLst>
        </pc:spChg>
        <pc:spChg chg="add mod">
          <ac:chgData name="Ms Alina Arshad" userId="cccdfd85-d35d-4453-9c6f-a463aae40722" providerId="ADAL" clId="{EADAEE91-4A7C-4065-A245-779568A60DD0}" dt="2024-08-25T15:07:55.518" v="291" actId="1038"/>
          <ac:spMkLst>
            <pc:docMk/>
            <pc:sldMk cId="0" sldId="389"/>
            <ac:spMk id="11" creationId="{FA3B8632-49AD-498A-2A42-49E15FDFC5F6}"/>
          </ac:spMkLst>
        </pc:spChg>
        <pc:spChg chg="add mod">
          <ac:chgData name="Ms Alina Arshad" userId="cccdfd85-d35d-4453-9c6f-a463aae40722" providerId="ADAL" clId="{EADAEE91-4A7C-4065-A245-779568A60DD0}" dt="2024-08-25T15:07:55.518" v="291" actId="1038"/>
          <ac:spMkLst>
            <pc:docMk/>
            <pc:sldMk cId="0" sldId="389"/>
            <ac:spMk id="12" creationId="{6655D55A-3EB4-FB45-E5DF-E05B85B6EFCC}"/>
          </ac:spMkLst>
        </pc:spChg>
        <pc:spChg chg="add mod">
          <ac:chgData name="Ms Alina Arshad" userId="cccdfd85-d35d-4453-9c6f-a463aae40722" providerId="ADAL" clId="{EADAEE91-4A7C-4065-A245-779568A60DD0}" dt="2024-08-25T15:07:55.518" v="291" actId="1038"/>
          <ac:spMkLst>
            <pc:docMk/>
            <pc:sldMk cId="0" sldId="389"/>
            <ac:spMk id="13" creationId="{692A058E-6B2D-06E0-A7A9-05EC5DC3395C}"/>
          </ac:spMkLst>
        </pc:spChg>
        <pc:spChg chg="add mod">
          <ac:chgData name="Ms Alina Arshad" userId="cccdfd85-d35d-4453-9c6f-a463aae40722" providerId="ADAL" clId="{EADAEE91-4A7C-4065-A245-779568A60DD0}" dt="2024-08-25T15:07:55.518" v="291" actId="1038"/>
          <ac:spMkLst>
            <pc:docMk/>
            <pc:sldMk cId="0" sldId="389"/>
            <ac:spMk id="14" creationId="{23AB970B-A864-362B-B887-403304B23151}"/>
          </ac:spMkLst>
        </pc:spChg>
        <pc:spChg chg="add mod">
          <ac:chgData name="Ms Alina Arshad" userId="cccdfd85-d35d-4453-9c6f-a463aae40722" providerId="ADAL" clId="{EADAEE91-4A7C-4065-A245-779568A60DD0}" dt="2024-08-25T15:07:55.518" v="291" actId="1038"/>
          <ac:spMkLst>
            <pc:docMk/>
            <pc:sldMk cId="0" sldId="389"/>
            <ac:spMk id="15" creationId="{A5773E1F-E06B-EAEB-0D02-BD6A2BF6D1E7}"/>
          </ac:spMkLst>
        </pc:spChg>
        <pc:spChg chg="add mod">
          <ac:chgData name="Ms Alina Arshad" userId="cccdfd85-d35d-4453-9c6f-a463aae40722" providerId="ADAL" clId="{EADAEE91-4A7C-4065-A245-779568A60DD0}" dt="2024-08-25T15:07:55.518" v="291" actId="1038"/>
          <ac:spMkLst>
            <pc:docMk/>
            <pc:sldMk cId="0" sldId="389"/>
            <ac:spMk id="16" creationId="{879FA89E-6923-A723-4FD9-B6426E00E8DD}"/>
          </ac:spMkLst>
        </pc:spChg>
        <pc:spChg chg="del">
          <ac:chgData name="Ms Alina Arshad" userId="cccdfd85-d35d-4453-9c6f-a463aae40722" providerId="ADAL" clId="{EADAEE91-4A7C-4065-A245-779568A60DD0}" dt="2024-08-25T15:07:25.790" v="256" actId="478"/>
          <ac:spMkLst>
            <pc:docMk/>
            <pc:sldMk cId="0" sldId="389"/>
            <ac:spMk id="29698" creationId="{3F6F46F1-E6AC-8DD6-6673-7538B5C3F5BC}"/>
          </ac:spMkLst>
        </pc:spChg>
        <pc:spChg chg="del">
          <ac:chgData name="Ms Alina Arshad" userId="cccdfd85-d35d-4453-9c6f-a463aae40722" providerId="ADAL" clId="{EADAEE91-4A7C-4065-A245-779568A60DD0}" dt="2024-08-25T15:07:25.790" v="256" actId="478"/>
          <ac:spMkLst>
            <pc:docMk/>
            <pc:sldMk cId="0" sldId="389"/>
            <ac:spMk id="29699" creationId="{FC5184A2-F2B9-49F6-1654-ACACAB5C79AF}"/>
          </ac:spMkLst>
        </pc:spChg>
        <pc:spChg chg="del">
          <ac:chgData name="Ms Alina Arshad" userId="cccdfd85-d35d-4453-9c6f-a463aae40722" providerId="ADAL" clId="{EADAEE91-4A7C-4065-A245-779568A60DD0}" dt="2024-08-25T15:07:25.790" v="256" actId="478"/>
          <ac:spMkLst>
            <pc:docMk/>
            <pc:sldMk cId="0" sldId="389"/>
            <ac:spMk id="29700" creationId="{F4DE8B67-78F5-A9E1-6315-6FAB587D180D}"/>
          </ac:spMkLst>
        </pc:spChg>
        <pc:spChg chg="del">
          <ac:chgData name="Ms Alina Arshad" userId="cccdfd85-d35d-4453-9c6f-a463aae40722" providerId="ADAL" clId="{EADAEE91-4A7C-4065-A245-779568A60DD0}" dt="2024-08-25T15:07:25.790" v="256" actId="478"/>
          <ac:spMkLst>
            <pc:docMk/>
            <pc:sldMk cId="0" sldId="389"/>
            <ac:spMk id="29701" creationId="{C2D1E451-E89C-E4E6-FD6F-C8D7A163B35D}"/>
          </ac:spMkLst>
        </pc:spChg>
        <pc:spChg chg="del">
          <ac:chgData name="Ms Alina Arshad" userId="cccdfd85-d35d-4453-9c6f-a463aae40722" providerId="ADAL" clId="{EADAEE91-4A7C-4065-A245-779568A60DD0}" dt="2024-08-25T15:07:25.790" v="256" actId="478"/>
          <ac:spMkLst>
            <pc:docMk/>
            <pc:sldMk cId="0" sldId="389"/>
            <ac:spMk id="34822" creationId="{B08645AD-AE88-D2C7-F504-F425F4BE939B}"/>
          </ac:spMkLst>
        </pc:spChg>
        <pc:spChg chg="del">
          <ac:chgData name="Ms Alina Arshad" userId="cccdfd85-d35d-4453-9c6f-a463aae40722" providerId="ADAL" clId="{EADAEE91-4A7C-4065-A245-779568A60DD0}" dt="2024-08-25T15:07:25.790" v="256" actId="478"/>
          <ac:spMkLst>
            <pc:docMk/>
            <pc:sldMk cId="0" sldId="389"/>
            <ac:spMk id="34823" creationId="{5B6FBF83-817F-D141-D33E-459F0621F826}"/>
          </ac:spMkLst>
        </pc:spChg>
        <pc:spChg chg="del">
          <ac:chgData name="Ms Alina Arshad" userId="cccdfd85-d35d-4453-9c6f-a463aae40722" providerId="ADAL" clId="{EADAEE91-4A7C-4065-A245-779568A60DD0}" dt="2024-08-25T15:07:25.790" v="256" actId="478"/>
          <ac:spMkLst>
            <pc:docMk/>
            <pc:sldMk cId="0" sldId="389"/>
            <ac:spMk id="34824" creationId="{DB589E3A-BF2E-E221-E6B6-993A216E442E}"/>
          </ac:spMkLst>
        </pc:spChg>
        <pc:spChg chg="del">
          <ac:chgData name="Ms Alina Arshad" userId="cccdfd85-d35d-4453-9c6f-a463aae40722" providerId="ADAL" clId="{EADAEE91-4A7C-4065-A245-779568A60DD0}" dt="2024-08-25T15:07:25.790" v="256" actId="478"/>
          <ac:spMkLst>
            <pc:docMk/>
            <pc:sldMk cId="0" sldId="389"/>
            <ac:spMk id="34825" creationId="{38F3E364-724E-BA6F-FE49-BD3C10B1F1B8}"/>
          </ac:spMkLst>
        </pc:spChg>
        <pc:spChg chg="del">
          <ac:chgData name="Ms Alina Arshad" userId="cccdfd85-d35d-4453-9c6f-a463aae40722" providerId="ADAL" clId="{EADAEE91-4A7C-4065-A245-779568A60DD0}" dt="2024-08-25T15:07:25.790" v="256" actId="478"/>
          <ac:spMkLst>
            <pc:docMk/>
            <pc:sldMk cId="0" sldId="389"/>
            <ac:spMk id="34826" creationId="{D01EE884-8180-E26C-E572-2C33F3FCE09C}"/>
          </ac:spMkLst>
        </pc:spChg>
        <pc:spChg chg="del">
          <ac:chgData name="Ms Alina Arshad" userId="cccdfd85-d35d-4453-9c6f-a463aae40722" providerId="ADAL" clId="{EADAEE91-4A7C-4065-A245-779568A60DD0}" dt="2024-08-25T15:07:25.790" v="256" actId="478"/>
          <ac:spMkLst>
            <pc:docMk/>
            <pc:sldMk cId="0" sldId="389"/>
            <ac:spMk id="34827" creationId="{6CB2A977-4DC5-7FC7-496F-3B2CA32A8D68}"/>
          </ac:spMkLst>
        </pc:spChg>
        <pc:spChg chg="del">
          <ac:chgData name="Ms Alina Arshad" userId="cccdfd85-d35d-4453-9c6f-a463aae40722" providerId="ADAL" clId="{EADAEE91-4A7C-4065-A245-779568A60DD0}" dt="2024-08-25T15:07:25.790" v="256" actId="478"/>
          <ac:spMkLst>
            <pc:docMk/>
            <pc:sldMk cId="0" sldId="389"/>
            <ac:spMk id="34828" creationId="{65EBF1BE-A165-21EE-2058-AE2B633A1A64}"/>
          </ac:spMkLst>
        </pc:spChg>
        <pc:spChg chg="del">
          <ac:chgData name="Ms Alina Arshad" userId="cccdfd85-d35d-4453-9c6f-a463aae40722" providerId="ADAL" clId="{EADAEE91-4A7C-4065-A245-779568A60DD0}" dt="2024-08-25T15:07:25.790" v="256" actId="478"/>
          <ac:spMkLst>
            <pc:docMk/>
            <pc:sldMk cId="0" sldId="389"/>
            <ac:spMk id="34829" creationId="{AB1D4614-1815-DA2B-F9AF-FACE083AC6E5}"/>
          </ac:spMkLst>
        </pc:spChg>
        <pc:spChg chg="del">
          <ac:chgData name="Ms Alina Arshad" userId="cccdfd85-d35d-4453-9c6f-a463aae40722" providerId="ADAL" clId="{EADAEE91-4A7C-4065-A245-779568A60DD0}" dt="2024-08-25T15:07:25.790" v="256" actId="478"/>
          <ac:spMkLst>
            <pc:docMk/>
            <pc:sldMk cId="0" sldId="389"/>
            <ac:spMk id="34830" creationId="{AB4D4B83-29AA-CEA2-851B-BB35CCE63FAF}"/>
          </ac:spMkLst>
        </pc:spChg>
        <pc:spChg chg="del">
          <ac:chgData name="Ms Alina Arshad" userId="cccdfd85-d35d-4453-9c6f-a463aae40722" providerId="ADAL" clId="{EADAEE91-4A7C-4065-A245-779568A60DD0}" dt="2024-08-25T15:07:25.790" v="256" actId="478"/>
          <ac:spMkLst>
            <pc:docMk/>
            <pc:sldMk cId="0" sldId="389"/>
            <ac:spMk id="34831" creationId="{9AEF8E35-1583-35F5-98AC-117CF0E426B7}"/>
          </ac:spMkLst>
        </pc:spChg>
      </pc:sldChg>
      <pc:sldChg chg="modSp add mod">
        <pc:chgData name="Ms Alina Arshad" userId="cccdfd85-d35d-4453-9c6f-a463aae40722" providerId="ADAL" clId="{EADAEE91-4A7C-4065-A245-779568A60DD0}" dt="2024-08-25T15:08:07.810" v="294" actId="207"/>
        <pc:sldMkLst>
          <pc:docMk/>
          <pc:sldMk cId="938158308" sldId="390"/>
        </pc:sldMkLst>
        <pc:spChg chg="mod">
          <ac:chgData name="Ms Alina Arshad" userId="cccdfd85-d35d-4453-9c6f-a463aae40722" providerId="ADAL" clId="{EADAEE91-4A7C-4065-A245-779568A60DD0}" dt="2024-08-25T15:08:07.810" v="294" actId="207"/>
          <ac:spMkLst>
            <pc:docMk/>
            <pc:sldMk cId="938158308" sldId="390"/>
            <ac:spMk id="30722" creationId="{F873CBB7-56F4-3671-10D2-8B22B4B80041}"/>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1B90151-A221-46B3-A769-373FDD9A38FB}" type="datetimeFigureOut">
              <a:rPr lang="en-US" smtClean="0"/>
              <a:t>10/19/2024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C4BEA5B-0F90-491B-8570-2B3910989086}" type="slidenum">
              <a:rPr lang="en-US" smtClean="0"/>
              <a:t>‹#›</a:t>
            </a:fld>
            <a:endParaRPr lang="en-US"/>
          </a:p>
        </p:txBody>
      </p:sp>
    </p:spTree>
    <p:extLst>
      <p:ext uri="{BB962C8B-B14F-4D97-AF65-F5344CB8AC3E}">
        <p14:creationId xmlns:p14="http://schemas.microsoft.com/office/powerpoint/2010/main" val="30161351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C4BEA5B-0F90-491B-8570-2B3910989086}" type="slidenum">
              <a:rPr lang="en-US" smtClean="0"/>
              <a:t>1</a:t>
            </a:fld>
            <a:endParaRPr lang="en-US" dirty="0"/>
          </a:p>
        </p:txBody>
      </p:sp>
    </p:spTree>
    <p:extLst>
      <p:ext uri="{BB962C8B-B14F-4D97-AF65-F5344CB8AC3E}">
        <p14:creationId xmlns:p14="http://schemas.microsoft.com/office/powerpoint/2010/main" val="26001376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Domain testing also called equivalence testing or boundary analysis testing. </a:t>
            </a:r>
          </a:p>
        </p:txBody>
      </p:sp>
      <p:sp>
        <p:nvSpPr>
          <p:cNvPr id="4" name="Slide Number Placeholder 3"/>
          <p:cNvSpPr>
            <a:spLocks noGrp="1"/>
          </p:cNvSpPr>
          <p:nvPr>
            <p:ph type="sldNum" sz="quarter" idx="10"/>
          </p:nvPr>
        </p:nvSpPr>
        <p:spPr/>
        <p:txBody>
          <a:bodyPr/>
          <a:lstStyle/>
          <a:p>
            <a:fld id="{741B017E-9405-4A24-9E72-ABBA234FC5F9}" type="slidenum">
              <a:rPr lang="en-US" smtClean="0"/>
              <a:t>2</a:t>
            </a:fld>
            <a:endParaRPr lang="en-US"/>
          </a:p>
        </p:txBody>
      </p:sp>
    </p:spTree>
    <p:extLst>
      <p:ext uri="{BB962C8B-B14F-4D97-AF65-F5344CB8AC3E}">
        <p14:creationId xmlns:p14="http://schemas.microsoft.com/office/powerpoint/2010/main" val="23023486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41B017E-9405-4A24-9E72-ABBA234FC5F9}" type="slidenum">
              <a:rPr lang="en-US" smtClean="0"/>
              <a:t>3</a:t>
            </a:fld>
            <a:endParaRPr lang="en-US"/>
          </a:p>
        </p:txBody>
      </p:sp>
    </p:spTree>
    <p:extLst>
      <p:ext uri="{BB962C8B-B14F-4D97-AF65-F5344CB8AC3E}">
        <p14:creationId xmlns:p14="http://schemas.microsoft.com/office/powerpoint/2010/main" val="400286297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741B017E-9405-4A24-9E72-ABBA234FC5F9}" type="slidenum">
              <a:rPr lang="en-US" smtClean="0"/>
              <a:t>9</a:t>
            </a:fld>
            <a:endParaRPr lang="en-US"/>
          </a:p>
        </p:txBody>
      </p:sp>
    </p:spTree>
    <p:extLst>
      <p:ext uri="{BB962C8B-B14F-4D97-AF65-F5344CB8AC3E}">
        <p14:creationId xmlns:p14="http://schemas.microsoft.com/office/powerpoint/2010/main" val="131268233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69B51B5-5729-4227-8149-0FFB0D6660E2}" type="datetimeFigureOut">
              <a:rPr lang="en-US" smtClean="0"/>
              <a:t>10/19/2024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47AE719-0370-4FEF-9E76-542079ADE761}"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515440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69B51B5-5729-4227-8149-0FFB0D6660E2}" type="datetimeFigureOut">
              <a:rPr lang="en-US" smtClean="0"/>
              <a:t>10/19/2024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47AE719-0370-4FEF-9E76-542079ADE761}" type="slidenum">
              <a:rPr lang="en-US" smtClean="0"/>
              <a:t>‹#›</a:t>
            </a:fld>
            <a:endParaRPr lang="en-US"/>
          </a:p>
        </p:txBody>
      </p:sp>
    </p:spTree>
    <p:extLst>
      <p:ext uri="{BB962C8B-B14F-4D97-AF65-F5344CB8AC3E}">
        <p14:creationId xmlns:p14="http://schemas.microsoft.com/office/powerpoint/2010/main" val="25736940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69B51B5-5729-4227-8149-0FFB0D6660E2}" type="datetimeFigureOut">
              <a:rPr lang="en-US" smtClean="0"/>
              <a:t>10/19/2024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47AE719-0370-4FEF-9E76-542079ADE761}"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007025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69B51B5-5729-4227-8149-0FFB0D6660E2}" type="datetimeFigureOut">
              <a:rPr lang="en-US" smtClean="0"/>
              <a:t>10/19/2024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47AE719-0370-4FEF-9E76-542079ADE761}" type="slidenum">
              <a:rPr lang="en-US" smtClean="0"/>
              <a:t>‹#›</a:t>
            </a:fld>
            <a:endParaRPr lang="en-US"/>
          </a:p>
        </p:txBody>
      </p:sp>
    </p:spTree>
    <p:extLst>
      <p:ext uri="{BB962C8B-B14F-4D97-AF65-F5344CB8AC3E}">
        <p14:creationId xmlns:p14="http://schemas.microsoft.com/office/powerpoint/2010/main" val="3650866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69B51B5-5729-4227-8149-0FFB0D6660E2}" type="datetimeFigureOut">
              <a:rPr lang="en-US" smtClean="0"/>
              <a:t>10/19/2024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47AE719-0370-4FEF-9E76-542079ADE761}" type="slidenum">
              <a:rPr lang="en-US" smtClean="0"/>
              <a:t>‹#›</a:t>
            </a:fld>
            <a:endParaRPr lang="en-US"/>
          </a:p>
        </p:txBody>
      </p:sp>
    </p:spTree>
    <p:extLst>
      <p:ext uri="{BB962C8B-B14F-4D97-AF65-F5344CB8AC3E}">
        <p14:creationId xmlns:p14="http://schemas.microsoft.com/office/powerpoint/2010/main" val="32397107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69B51B5-5729-4227-8149-0FFB0D6660E2}" type="datetimeFigureOut">
              <a:rPr lang="en-US" smtClean="0"/>
              <a:t>10/19/2024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47AE719-0370-4FEF-9E76-542079ADE761}" type="slidenum">
              <a:rPr lang="en-US" smtClean="0"/>
              <a:t>‹#›</a:t>
            </a:fld>
            <a:endParaRPr lang="en-US"/>
          </a:p>
        </p:txBody>
      </p:sp>
    </p:spTree>
    <p:extLst>
      <p:ext uri="{BB962C8B-B14F-4D97-AF65-F5344CB8AC3E}">
        <p14:creationId xmlns:p14="http://schemas.microsoft.com/office/powerpoint/2010/main" val="33411842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169B51B5-5729-4227-8149-0FFB0D6660E2}" type="datetimeFigureOut">
              <a:rPr lang="en-US" smtClean="0"/>
              <a:t>10/19/2024</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147AE719-0370-4FEF-9E76-542079ADE761}" type="slidenum">
              <a:rPr lang="en-US" smtClean="0"/>
              <a:t>‹#›</a:t>
            </a:fld>
            <a:endParaRPr lang="en-US"/>
          </a:p>
        </p:txBody>
      </p:sp>
    </p:spTree>
    <p:extLst>
      <p:ext uri="{BB962C8B-B14F-4D97-AF65-F5344CB8AC3E}">
        <p14:creationId xmlns:p14="http://schemas.microsoft.com/office/powerpoint/2010/main" val="31949770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169B51B5-5729-4227-8149-0FFB0D6660E2}" type="datetimeFigureOut">
              <a:rPr lang="en-US" smtClean="0"/>
              <a:t>10/19/2024</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147AE719-0370-4FEF-9E76-542079ADE761}" type="slidenum">
              <a:rPr lang="en-US" smtClean="0"/>
              <a:t>‹#›</a:t>
            </a:fld>
            <a:endParaRPr lang="en-US"/>
          </a:p>
        </p:txBody>
      </p:sp>
    </p:spTree>
    <p:extLst>
      <p:ext uri="{BB962C8B-B14F-4D97-AF65-F5344CB8AC3E}">
        <p14:creationId xmlns:p14="http://schemas.microsoft.com/office/powerpoint/2010/main" val="33966847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69B51B5-5729-4227-8149-0FFB0D6660E2}" type="datetimeFigureOut">
              <a:rPr lang="en-US" smtClean="0"/>
              <a:t>10/19/2024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47AE719-0370-4FEF-9E76-542079ADE761}" type="slidenum">
              <a:rPr lang="en-US" smtClean="0"/>
              <a:t>‹#›</a:t>
            </a:fld>
            <a:endParaRPr lang="en-US"/>
          </a:p>
        </p:txBody>
      </p:sp>
    </p:spTree>
    <p:extLst>
      <p:ext uri="{BB962C8B-B14F-4D97-AF65-F5344CB8AC3E}">
        <p14:creationId xmlns:p14="http://schemas.microsoft.com/office/powerpoint/2010/main" val="32484185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69B51B5-5729-4227-8149-0FFB0D6660E2}" type="datetimeFigureOut">
              <a:rPr lang="en-US" smtClean="0"/>
              <a:t>10/19/2024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47AE719-0370-4FEF-9E76-542079ADE761}" type="slidenum">
              <a:rPr lang="en-US" smtClean="0"/>
              <a:t>‹#›</a:t>
            </a:fld>
            <a:endParaRPr lang="en-US"/>
          </a:p>
        </p:txBody>
      </p:sp>
    </p:spTree>
    <p:extLst>
      <p:ext uri="{BB962C8B-B14F-4D97-AF65-F5344CB8AC3E}">
        <p14:creationId xmlns:p14="http://schemas.microsoft.com/office/powerpoint/2010/main" val="24215447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69B51B5-5729-4227-8149-0FFB0D6660E2}" type="datetimeFigureOut">
              <a:rPr lang="en-US" smtClean="0"/>
              <a:t>10/19/2024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47AE719-0370-4FEF-9E76-542079ADE761}" type="slidenum">
              <a:rPr lang="en-US" smtClean="0"/>
              <a:t>‹#›</a:t>
            </a:fld>
            <a:endParaRPr lang="en-US"/>
          </a:p>
        </p:txBody>
      </p:sp>
    </p:spTree>
    <p:extLst>
      <p:ext uri="{BB962C8B-B14F-4D97-AF65-F5344CB8AC3E}">
        <p14:creationId xmlns:p14="http://schemas.microsoft.com/office/powerpoint/2010/main" val="34026627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169B51B5-5729-4227-8149-0FFB0D6660E2}" type="datetimeFigureOut">
              <a:rPr lang="en-US" smtClean="0"/>
              <a:t>10/19/2024</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147AE719-0370-4FEF-9E76-542079ADE761}"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9000993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74B019-E1ED-7643-5A50-74CEA7F41E88}"/>
              </a:ext>
            </a:extLst>
          </p:cNvPr>
          <p:cNvSpPr>
            <a:spLocks noGrp="1"/>
          </p:cNvSpPr>
          <p:nvPr>
            <p:ph type="ctrTitle"/>
          </p:nvPr>
        </p:nvSpPr>
        <p:spPr>
          <a:xfrm>
            <a:off x="90535" y="116380"/>
            <a:ext cx="11588435" cy="3065732"/>
          </a:xfrm>
        </p:spPr>
        <p:txBody>
          <a:bodyPr/>
          <a:lstStyle/>
          <a:p>
            <a:pPr algn="ctr"/>
            <a:br>
              <a:rPr lang="en-US" b="1" dirty="0">
                <a:solidFill>
                  <a:schemeClr val="tx1"/>
                </a:solidFill>
              </a:rPr>
            </a:br>
            <a:r>
              <a:rPr lang="en-US" sz="7200" b="1" dirty="0">
                <a:solidFill>
                  <a:schemeClr val="tx1"/>
                </a:solidFill>
              </a:rPr>
              <a:t>Software Quality Engineering</a:t>
            </a:r>
            <a:endParaRPr lang="en-US" sz="7200" dirty="0"/>
          </a:p>
        </p:txBody>
      </p:sp>
      <p:sp>
        <p:nvSpPr>
          <p:cNvPr id="3" name="Subtitle 2">
            <a:extLst>
              <a:ext uri="{FF2B5EF4-FFF2-40B4-BE49-F238E27FC236}">
                <a16:creationId xmlns:a16="http://schemas.microsoft.com/office/drawing/2014/main" id="{44E9F82C-BBA7-3495-1097-BEDB54FFFDF4}"/>
              </a:ext>
            </a:extLst>
          </p:cNvPr>
          <p:cNvSpPr>
            <a:spLocks noGrp="1"/>
          </p:cNvSpPr>
          <p:nvPr>
            <p:ph type="subTitle" idx="1"/>
          </p:nvPr>
        </p:nvSpPr>
        <p:spPr>
          <a:xfrm>
            <a:off x="1066800" y="3807809"/>
            <a:ext cx="10058400" cy="1922731"/>
          </a:xfrm>
        </p:spPr>
        <p:txBody>
          <a:bodyPr>
            <a:normAutofit fontScale="92500" lnSpcReduction="20000"/>
          </a:bodyPr>
          <a:lstStyle/>
          <a:p>
            <a:pPr algn="ctr"/>
            <a:r>
              <a:rPr lang="en-US" sz="4400" b="1">
                <a:solidFill>
                  <a:schemeClr val="tx1"/>
                </a:solidFill>
                <a:cs typeface="Times New Roman" panose="02020603050405020304" pitchFamily="18" charset="0"/>
              </a:rPr>
              <a:t>Lecture 2</a:t>
            </a:r>
            <a:endParaRPr lang="en-US" sz="4400" b="1" dirty="0">
              <a:solidFill>
                <a:schemeClr val="tx1"/>
              </a:solidFill>
              <a:cs typeface="Times New Roman" panose="02020603050405020304" pitchFamily="18" charset="0"/>
            </a:endParaRPr>
          </a:p>
          <a:p>
            <a:pPr algn="ctr"/>
            <a:r>
              <a:rPr lang="en-US" sz="4400" b="1" dirty="0">
                <a:solidFill>
                  <a:schemeClr val="tx1"/>
                </a:solidFill>
                <a:cs typeface="Times New Roman" panose="02020603050405020304" pitchFamily="18" charset="0"/>
              </a:rPr>
              <a:t>Part II-software testing</a:t>
            </a:r>
          </a:p>
          <a:p>
            <a:pPr algn="ctr"/>
            <a:r>
              <a:rPr lang="en-US" sz="4400" b="1" dirty="0">
                <a:solidFill>
                  <a:schemeClr val="tx1"/>
                </a:solidFill>
                <a:cs typeface="Times New Roman" panose="02020603050405020304" pitchFamily="18" charset="0"/>
              </a:rPr>
              <a:t>Functional testing</a:t>
            </a:r>
          </a:p>
          <a:p>
            <a:endParaRPr lang="en-US" dirty="0">
              <a:solidFill>
                <a:schemeClr val="tx1"/>
              </a:solidFill>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75DE143E-53E3-798D-07E7-8D85DD770A95}"/>
              </a:ext>
            </a:extLst>
          </p:cNvPr>
          <p:cNvSpPr txBox="1"/>
          <p:nvPr/>
        </p:nvSpPr>
        <p:spPr>
          <a:xfrm>
            <a:off x="7923640" y="5712251"/>
            <a:ext cx="4397722" cy="523220"/>
          </a:xfrm>
          <a:prstGeom prst="rect">
            <a:avLst/>
          </a:prstGeom>
          <a:noFill/>
        </p:spPr>
        <p:txBody>
          <a:bodyPr wrap="square">
            <a:spAutoFit/>
          </a:bodyPr>
          <a:lstStyle/>
          <a:p>
            <a:pPr algn="ctr"/>
            <a:r>
              <a:rPr lang="en-US" sz="2800" dirty="0">
                <a:cs typeface="Times New Roman" panose="02020603050405020304" pitchFamily="18" charset="0"/>
              </a:rPr>
              <a:t>alina.arshad@nu.edu.pk</a:t>
            </a:r>
            <a:endParaRPr lang="en-US" sz="2800" dirty="0">
              <a:solidFill>
                <a:schemeClr val="tx1"/>
              </a:solidFill>
              <a:cs typeface="Times New Roman" panose="02020603050405020304" pitchFamily="18" charset="0"/>
            </a:endParaRPr>
          </a:p>
        </p:txBody>
      </p:sp>
    </p:spTree>
    <p:extLst>
      <p:ext uri="{BB962C8B-B14F-4D97-AF65-F5344CB8AC3E}">
        <p14:creationId xmlns:p14="http://schemas.microsoft.com/office/powerpoint/2010/main" val="33223610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00100" y="728663"/>
            <a:ext cx="10058400" cy="951547"/>
          </a:xfrm>
        </p:spPr>
        <p:txBody>
          <a:bodyPr/>
          <a:lstStyle/>
          <a:p>
            <a:r>
              <a:rPr lang="en-US" b="1" dirty="0">
                <a:solidFill>
                  <a:schemeClr val="tx1"/>
                </a:solidFill>
              </a:rPr>
              <a:t>Domain analysis testing</a:t>
            </a:r>
          </a:p>
        </p:txBody>
      </p:sp>
      <p:sp>
        <p:nvSpPr>
          <p:cNvPr id="3" name="Content Placeholder 2"/>
          <p:cNvSpPr>
            <a:spLocks noGrp="1"/>
          </p:cNvSpPr>
          <p:nvPr>
            <p:ph idx="1"/>
          </p:nvPr>
        </p:nvSpPr>
        <p:spPr>
          <a:xfrm>
            <a:off x="800100" y="1845734"/>
            <a:ext cx="10355580" cy="4023360"/>
          </a:xfrm>
        </p:spPr>
        <p:txBody>
          <a:bodyPr>
            <a:normAutofit/>
          </a:bodyPr>
          <a:lstStyle/>
          <a:p>
            <a:pPr algn="just">
              <a:buFont typeface="Arial" panose="020B0604020202020204" pitchFamily="34" charset="0"/>
              <a:buChar char="•"/>
            </a:pPr>
            <a:r>
              <a:rPr lang="en-US" sz="2400" dirty="0">
                <a:solidFill>
                  <a:schemeClr val="tx1"/>
                </a:solidFill>
              </a:rPr>
              <a:t> A software testing technique in which application is tested by providing input data and verification of relevant output. </a:t>
            </a:r>
          </a:p>
          <a:p>
            <a:pPr>
              <a:buFont typeface="Arial" panose="020B0604020202020204" pitchFamily="34" charset="0"/>
              <a:buChar char="•"/>
            </a:pPr>
            <a:r>
              <a:rPr lang="en-US" sz="2400" dirty="0">
                <a:solidFill>
                  <a:schemeClr val="tx1"/>
                </a:solidFill>
              </a:rPr>
              <a:t>Domain testing is a software testing technique that focuses on testing a specific set of input values (called a domain) to ensure that a system behaves correctly.</a:t>
            </a:r>
          </a:p>
          <a:p>
            <a:pPr algn="just">
              <a:buFont typeface="Arial" panose="020B0604020202020204" pitchFamily="34" charset="0"/>
              <a:buChar char="•"/>
            </a:pPr>
            <a:r>
              <a:rPr lang="en-US" sz="2400" dirty="0">
                <a:solidFill>
                  <a:schemeClr val="tx1"/>
                </a:solidFill>
              </a:rPr>
              <a:t>In domain testing, testing takes place with the minimum number of input data so that the application does not allow invalid and out of range data and evaluate the expected range of output. </a:t>
            </a:r>
          </a:p>
          <a:p>
            <a:pPr algn="just">
              <a:buFont typeface="Arial" panose="020B0604020202020204" pitchFamily="34" charset="0"/>
              <a:buChar char="•"/>
            </a:pPr>
            <a:r>
              <a:rPr lang="en-US" sz="2400" dirty="0">
                <a:solidFill>
                  <a:schemeClr val="tx1"/>
                </a:solidFill>
              </a:rPr>
              <a:t>Domain testing ensures that an application does not have input data outside the mentioned valid range. This testing process is used to verify the application for its ability to react or operate for different variety of input values.</a:t>
            </a:r>
          </a:p>
        </p:txBody>
      </p:sp>
    </p:spTree>
    <p:extLst>
      <p:ext uri="{BB962C8B-B14F-4D97-AF65-F5344CB8AC3E}">
        <p14:creationId xmlns:p14="http://schemas.microsoft.com/office/powerpoint/2010/main" val="1638110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40092" y="657225"/>
            <a:ext cx="10058400" cy="1022985"/>
          </a:xfrm>
        </p:spPr>
        <p:txBody>
          <a:bodyPr/>
          <a:lstStyle/>
          <a:p>
            <a:r>
              <a:rPr lang="en-US" b="1" dirty="0">
                <a:solidFill>
                  <a:schemeClr val="tx1"/>
                </a:solidFill>
              </a:rPr>
              <a:t> Strategy of Domain Testing</a:t>
            </a:r>
            <a:endParaRPr lang="en-US" dirty="0">
              <a:solidFill>
                <a:schemeClr val="tx1"/>
              </a:solidFill>
            </a:endParaRPr>
          </a:p>
        </p:txBody>
      </p:sp>
      <p:sp>
        <p:nvSpPr>
          <p:cNvPr id="3" name="Content Placeholder 2"/>
          <p:cNvSpPr>
            <a:spLocks noGrp="1"/>
          </p:cNvSpPr>
          <p:nvPr>
            <p:ph idx="1"/>
          </p:nvPr>
        </p:nvSpPr>
        <p:spPr/>
        <p:txBody>
          <a:bodyPr>
            <a:normAutofit lnSpcReduction="10000"/>
          </a:bodyPr>
          <a:lstStyle/>
          <a:p>
            <a:pPr marL="0" indent="0" algn="just">
              <a:buNone/>
            </a:pPr>
            <a:r>
              <a:rPr lang="en-US" b="1" dirty="0">
                <a:solidFill>
                  <a:schemeClr val="tx1"/>
                </a:solidFill>
              </a:rPr>
              <a:t>1. Domain Selection</a:t>
            </a:r>
          </a:p>
          <a:p>
            <a:pPr lvl="1" algn="just"/>
            <a:r>
              <a:rPr lang="en-US" dirty="0">
                <a:solidFill>
                  <a:schemeClr val="tx1"/>
                </a:solidFill>
              </a:rPr>
              <a:t>Input variables that need to be assigned, and the proper result has to be verified.</a:t>
            </a:r>
          </a:p>
          <a:p>
            <a:pPr marL="0" indent="0" algn="just">
              <a:buNone/>
            </a:pPr>
            <a:r>
              <a:rPr lang="en-US" b="1" dirty="0">
                <a:solidFill>
                  <a:schemeClr val="tx1"/>
                </a:solidFill>
              </a:rPr>
              <a:t>2. Group the Input Data into Classes</a:t>
            </a:r>
          </a:p>
          <a:p>
            <a:pPr lvl="1" algn="just"/>
            <a:r>
              <a:rPr lang="en-US" dirty="0">
                <a:solidFill>
                  <a:schemeClr val="tx1"/>
                </a:solidFill>
              </a:rPr>
              <a:t>A similar type of input data is partitioned into subsets. There are two types of partitioning, Equivalence class partitioning &amp; Boundary value analysis (BVA).</a:t>
            </a:r>
          </a:p>
          <a:p>
            <a:pPr marL="0" indent="0" algn="just">
              <a:buNone/>
            </a:pPr>
            <a:r>
              <a:rPr lang="en-US" dirty="0">
                <a:solidFill>
                  <a:schemeClr val="tx1"/>
                </a:solidFill>
              </a:rPr>
              <a:t> </a:t>
            </a:r>
            <a:r>
              <a:rPr lang="en-US" b="1" dirty="0">
                <a:solidFill>
                  <a:schemeClr val="tx1"/>
                </a:solidFill>
              </a:rPr>
              <a:t>3. Input Data of the Classes for Testing</a:t>
            </a:r>
          </a:p>
          <a:p>
            <a:pPr lvl="1" algn="just"/>
            <a:r>
              <a:rPr lang="en-US" dirty="0">
                <a:solidFill>
                  <a:schemeClr val="tx1"/>
                </a:solidFill>
              </a:rPr>
              <a:t>The boundary values should be considered as the data for testing. Boundaries represent the equivalence classes more likely to find an error than the other class members. A data in between the range is the best representative of an equivalence class.</a:t>
            </a:r>
          </a:p>
          <a:p>
            <a:pPr marL="0" indent="0" algn="just">
              <a:buNone/>
            </a:pPr>
            <a:r>
              <a:rPr lang="en-US" b="1" dirty="0">
                <a:solidFill>
                  <a:schemeClr val="tx1"/>
                </a:solidFill>
              </a:rPr>
              <a:t>4. Verification of Output Data</a:t>
            </a:r>
          </a:p>
          <a:p>
            <a:pPr lvl="1" algn="just"/>
            <a:r>
              <a:rPr lang="en-US" dirty="0">
                <a:solidFill>
                  <a:schemeClr val="tx1"/>
                </a:solidFill>
              </a:rPr>
              <a:t>When input data is assigned to application concerning that output data verified. Output data should be invalid and specified range.</a:t>
            </a:r>
          </a:p>
          <a:p>
            <a:pPr algn="just"/>
            <a:endParaRPr lang="en-US" dirty="0"/>
          </a:p>
        </p:txBody>
      </p:sp>
    </p:spTree>
    <p:extLst>
      <p:ext uri="{BB962C8B-B14F-4D97-AF65-F5344CB8AC3E}">
        <p14:creationId xmlns:p14="http://schemas.microsoft.com/office/powerpoint/2010/main" val="10452396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7F6D6B-52E2-13D9-241A-623409ECED82}"/>
              </a:ext>
            </a:extLst>
          </p:cNvPr>
          <p:cNvSpPr>
            <a:spLocks noGrp="1"/>
          </p:cNvSpPr>
          <p:nvPr>
            <p:ph type="title"/>
          </p:nvPr>
        </p:nvSpPr>
        <p:spPr/>
        <p:txBody>
          <a:bodyPr/>
          <a:lstStyle/>
          <a:p>
            <a:r>
              <a:rPr lang="en-US" b="1" dirty="0">
                <a:solidFill>
                  <a:schemeClr val="tx1"/>
                </a:solidFill>
              </a:rPr>
              <a:t>Domain Testing</a:t>
            </a:r>
            <a:endParaRPr lang="en-US" dirty="0"/>
          </a:p>
        </p:txBody>
      </p:sp>
      <p:sp>
        <p:nvSpPr>
          <p:cNvPr id="3" name="Content Placeholder 2">
            <a:extLst>
              <a:ext uri="{FF2B5EF4-FFF2-40B4-BE49-F238E27FC236}">
                <a16:creationId xmlns:a16="http://schemas.microsoft.com/office/drawing/2014/main" id="{D24F7636-2D0D-03B4-A70E-BF1BCCC7DD42}"/>
              </a:ext>
            </a:extLst>
          </p:cNvPr>
          <p:cNvSpPr>
            <a:spLocks noGrp="1"/>
          </p:cNvSpPr>
          <p:nvPr>
            <p:ph idx="1"/>
          </p:nvPr>
        </p:nvSpPr>
        <p:spPr>
          <a:xfrm>
            <a:off x="1097280" y="1845734"/>
            <a:ext cx="10289858" cy="4555066"/>
          </a:xfrm>
        </p:spPr>
        <p:txBody>
          <a:bodyPr>
            <a:normAutofit/>
          </a:bodyPr>
          <a:lstStyle/>
          <a:p>
            <a:pPr marL="0" indent="0">
              <a:buNone/>
            </a:pPr>
            <a:r>
              <a:rPr lang="en-US" b="1" dirty="0">
                <a:solidFill>
                  <a:schemeClr val="tx1"/>
                </a:solidFill>
              </a:rPr>
              <a:t>1. What Domain Should Be Tested?</a:t>
            </a:r>
          </a:p>
          <a:p>
            <a:r>
              <a:rPr lang="en-US" dirty="0">
                <a:solidFill>
                  <a:schemeClr val="tx1"/>
                </a:solidFill>
              </a:rPr>
              <a:t>For example, in a form where the user inputs their age, the domain would consist of all valid and invalid age values that the system can handle. </a:t>
            </a:r>
          </a:p>
          <a:p>
            <a:pPr marL="0" indent="0">
              <a:buNone/>
            </a:pPr>
            <a:r>
              <a:rPr lang="en-US" b="1" dirty="0">
                <a:solidFill>
                  <a:schemeClr val="tx1"/>
                </a:solidFill>
              </a:rPr>
              <a:t>How to Group Values into Classes?</a:t>
            </a:r>
          </a:p>
          <a:p>
            <a:r>
              <a:rPr lang="en-US" dirty="0">
                <a:solidFill>
                  <a:schemeClr val="tx1"/>
                </a:solidFill>
              </a:rPr>
              <a:t>Values are grouped into equivalence classes. An equivalence class is a set of input values that are treated similarly by the system. </a:t>
            </a:r>
          </a:p>
          <a:p>
            <a:r>
              <a:rPr lang="en-US" dirty="0">
                <a:solidFill>
                  <a:schemeClr val="tx1"/>
                </a:solidFill>
              </a:rPr>
              <a:t>For example:</a:t>
            </a:r>
          </a:p>
          <a:p>
            <a:pPr>
              <a:buFont typeface="Arial" panose="020B0604020202020204" pitchFamily="34" charset="0"/>
              <a:buChar char="•"/>
            </a:pPr>
            <a:r>
              <a:rPr lang="en-US" dirty="0">
                <a:solidFill>
                  <a:schemeClr val="tx1"/>
                </a:solidFill>
              </a:rPr>
              <a:t>In an age input field, values between 5 and 10 may form one equivalence class, while values greater than 10 might form another.</a:t>
            </a:r>
          </a:p>
          <a:p>
            <a:pPr>
              <a:buFont typeface="Arial" panose="020B0604020202020204" pitchFamily="34" charset="0"/>
              <a:buChar char="•"/>
            </a:pPr>
            <a:r>
              <a:rPr lang="en-US" dirty="0">
                <a:solidFill>
                  <a:schemeClr val="tx1"/>
                </a:solidFill>
              </a:rPr>
              <a:t>Similarly, invalid inputs such as negative numbers or non-numeric characters would be grouped in separate invalid equivalence classes.</a:t>
            </a:r>
          </a:p>
        </p:txBody>
      </p:sp>
    </p:spTree>
    <p:extLst>
      <p:ext uri="{BB962C8B-B14F-4D97-AF65-F5344CB8AC3E}">
        <p14:creationId xmlns:p14="http://schemas.microsoft.com/office/powerpoint/2010/main" val="24272679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5B1C21-D1B5-5FD5-09AA-19D5F7B39D16}"/>
              </a:ext>
            </a:extLst>
          </p:cNvPr>
          <p:cNvSpPr>
            <a:spLocks noGrp="1"/>
          </p:cNvSpPr>
          <p:nvPr>
            <p:ph type="title"/>
          </p:nvPr>
        </p:nvSpPr>
        <p:spPr/>
        <p:txBody>
          <a:bodyPr/>
          <a:lstStyle/>
          <a:p>
            <a:r>
              <a:rPr lang="en-US" b="1" dirty="0">
                <a:solidFill>
                  <a:schemeClr val="tx1"/>
                </a:solidFill>
              </a:rPr>
              <a:t>Domain Testing</a:t>
            </a:r>
            <a:endParaRPr lang="en-US" dirty="0"/>
          </a:p>
        </p:txBody>
      </p:sp>
      <p:sp>
        <p:nvSpPr>
          <p:cNvPr id="3" name="Content Placeholder 2">
            <a:extLst>
              <a:ext uri="{FF2B5EF4-FFF2-40B4-BE49-F238E27FC236}">
                <a16:creationId xmlns:a16="http://schemas.microsoft.com/office/drawing/2014/main" id="{0B4D9234-DC1E-63D1-6478-EB07B63884A3}"/>
              </a:ext>
            </a:extLst>
          </p:cNvPr>
          <p:cNvSpPr>
            <a:spLocks noGrp="1"/>
          </p:cNvSpPr>
          <p:nvPr>
            <p:ph idx="1"/>
          </p:nvPr>
        </p:nvSpPr>
        <p:spPr/>
        <p:txBody>
          <a:bodyPr/>
          <a:lstStyle/>
          <a:p>
            <a:r>
              <a:rPr lang="en-US" b="1" dirty="0">
                <a:solidFill>
                  <a:schemeClr val="tx1"/>
                </a:solidFill>
              </a:rPr>
              <a:t>3. What Value Should I Test?</a:t>
            </a:r>
          </a:p>
          <a:p>
            <a:r>
              <a:rPr lang="en-US" dirty="0">
                <a:solidFill>
                  <a:schemeClr val="tx1"/>
                </a:solidFill>
              </a:rPr>
              <a:t>Once the equivalence classes are defined, testers choose specific values within each class. Boundary values are particularly important because errors often occur near the edges of input domains. This leads to the boundary value analysis technique, where testers focus on testing the values at the extreme edges of a domain, such as the minimum and maximum allowed inputs</a:t>
            </a:r>
          </a:p>
          <a:p>
            <a:r>
              <a:rPr lang="en-US" b="1" dirty="0">
                <a:solidFill>
                  <a:schemeClr val="tx1"/>
                </a:solidFill>
              </a:rPr>
              <a:t>4. How Am I Going to Get the Results?</a:t>
            </a:r>
          </a:p>
          <a:p>
            <a:r>
              <a:rPr lang="en-US" dirty="0">
                <a:solidFill>
                  <a:schemeClr val="tx1"/>
                </a:solidFill>
              </a:rPr>
              <a:t>The next step is designing test cases to verify the expected behavior. </a:t>
            </a:r>
          </a:p>
          <a:p>
            <a:pPr marL="0" indent="0">
              <a:buNone/>
            </a:pPr>
            <a:endParaRPr lang="en-US" dirty="0">
              <a:solidFill>
                <a:schemeClr val="tx1"/>
              </a:solidFill>
            </a:endParaRPr>
          </a:p>
        </p:txBody>
      </p:sp>
    </p:spTree>
    <p:extLst>
      <p:ext uri="{BB962C8B-B14F-4D97-AF65-F5344CB8AC3E}">
        <p14:creationId xmlns:p14="http://schemas.microsoft.com/office/powerpoint/2010/main" val="12700818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80DA4E9-1DE3-00D3-6721-52348858C824}"/>
              </a:ext>
            </a:extLst>
          </p:cNvPr>
          <p:cNvSpPr>
            <a:spLocks noGrp="1"/>
          </p:cNvSpPr>
          <p:nvPr>
            <p:ph idx="1"/>
          </p:nvPr>
        </p:nvSpPr>
        <p:spPr>
          <a:xfrm>
            <a:off x="1014938" y="1951629"/>
            <a:ext cx="10162123" cy="4162568"/>
          </a:xfrm>
        </p:spPr>
        <p:txBody>
          <a:bodyPr>
            <a:noAutofit/>
          </a:bodyPr>
          <a:lstStyle/>
          <a:p>
            <a:r>
              <a:rPr lang="en-US" b="1" dirty="0">
                <a:solidFill>
                  <a:schemeClr val="tx1"/>
                </a:solidFill>
              </a:rPr>
              <a:t>Real-Life Example of Domain Testing:</a:t>
            </a:r>
          </a:p>
          <a:p>
            <a:pPr marL="0" indent="0">
              <a:buNone/>
            </a:pPr>
            <a:r>
              <a:rPr lang="en-US" dirty="0">
                <a:solidFill>
                  <a:schemeClr val="tx1"/>
                </a:solidFill>
              </a:rPr>
              <a:t> students on a study tour are given entertainment activities based on their gender and age. Here’s how the entertainment facility allocates activities:</a:t>
            </a:r>
          </a:p>
          <a:p>
            <a:pPr>
              <a:buFont typeface="Arial" panose="020B0604020202020204" pitchFamily="34" charset="0"/>
              <a:buChar char="•"/>
            </a:pPr>
            <a:r>
              <a:rPr lang="en-US" dirty="0">
                <a:solidFill>
                  <a:schemeClr val="tx1"/>
                </a:solidFill>
              </a:rPr>
              <a:t>Children under 5 are told to recite a poem.</a:t>
            </a:r>
          </a:p>
          <a:p>
            <a:pPr>
              <a:buFont typeface="Arial" panose="020B0604020202020204" pitchFamily="34" charset="0"/>
              <a:buChar char="•"/>
            </a:pPr>
            <a:r>
              <a:rPr lang="en-US" dirty="0">
                <a:solidFill>
                  <a:schemeClr val="tx1"/>
                </a:solidFill>
              </a:rPr>
              <a:t>Boys aged 5 to 10 must draw.</a:t>
            </a:r>
          </a:p>
          <a:p>
            <a:pPr>
              <a:buFont typeface="Arial" panose="020B0604020202020204" pitchFamily="34" charset="0"/>
              <a:buChar char="•"/>
            </a:pPr>
            <a:r>
              <a:rPr lang="en-US" dirty="0">
                <a:solidFill>
                  <a:schemeClr val="tx1"/>
                </a:solidFill>
              </a:rPr>
              <a:t>Girls aged 5 to 10 must sing.</a:t>
            </a:r>
          </a:p>
          <a:p>
            <a:pPr>
              <a:buFont typeface="Arial" panose="020B0604020202020204" pitchFamily="34" charset="0"/>
              <a:buChar char="•"/>
            </a:pPr>
            <a:r>
              <a:rPr lang="en-US" dirty="0">
                <a:solidFill>
                  <a:schemeClr val="tx1"/>
                </a:solidFill>
              </a:rPr>
              <a:t>Boys over 10 must compete in sports.</a:t>
            </a:r>
          </a:p>
          <a:p>
            <a:pPr>
              <a:buFont typeface="Arial" panose="020B0604020202020204" pitchFamily="34" charset="0"/>
              <a:buChar char="•"/>
            </a:pPr>
            <a:r>
              <a:rPr lang="en-US" dirty="0">
                <a:solidFill>
                  <a:schemeClr val="tx1"/>
                </a:solidFill>
              </a:rPr>
              <a:t>Girls over 10 must participate in a quiz.</a:t>
            </a:r>
          </a:p>
          <a:p>
            <a:pPr>
              <a:buFont typeface="Arial" panose="020B0604020202020204" pitchFamily="34" charset="0"/>
              <a:buChar char="•"/>
            </a:pPr>
            <a:r>
              <a:rPr lang="en-US" dirty="0">
                <a:solidFill>
                  <a:schemeClr val="tx1"/>
                </a:solidFill>
              </a:rPr>
              <a:t>Children over 15 are to participate in an essay competition.</a:t>
            </a:r>
          </a:p>
        </p:txBody>
      </p:sp>
      <p:sp>
        <p:nvSpPr>
          <p:cNvPr id="4" name="Title 1">
            <a:extLst>
              <a:ext uri="{FF2B5EF4-FFF2-40B4-BE49-F238E27FC236}">
                <a16:creationId xmlns:a16="http://schemas.microsoft.com/office/drawing/2014/main" id="{0FC78A23-41CA-037C-BFCC-9A29C7B5EE39}"/>
              </a:ext>
            </a:extLst>
          </p:cNvPr>
          <p:cNvSpPr>
            <a:spLocks noGrp="1"/>
          </p:cNvSpPr>
          <p:nvPr>
            <p:ph type="title"/>
          </p:nvPr>
        </p:nvSpPr>
        <p:spPr>
          <a:xfrm>
            <a:off x="1097280" y="286603"/>
            <a:ext cx="10058400" cy="1450757"/>
          </a:xfrm>
        </p:spPr>
        <p:txBody>
          <a:bodyPr/>
          <a:lstStyle/>
          <a:p>
            <a:r>
              <a:rPr lang="en-US" b="1" dirty="0">
                <a:solidFill>
                  <a:schemeClr val="tx1"/>
                </a:solidFill>
              </a:rPr>
              <a:t>Example:</a:t>
            </a:r>
            <a:endParaRPr lang="en-US" dirty="0"/>
          </a:p>
        </p:txBody>
      </p:sp>
    </p:spTree>
    <p:extLst>
      <p:ext uri="{BB962C8B-B14F-4D97-AF65-F5344CB8AC3E}">
        <p14:creationId xmlns:p14="http://schemas.microsoft.com/office/powerpoint/2010/main" val="8709097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D1C097-DB08-E7FD-F0E6-3182220123C7}"/>
              </a:ext>
            </a:extLst>
          </p:cNvPr>
          <p:cNvSpPr>
            <a:spLocks noGrp="1"/>
          </p:cNvSpPr>
          <p:nvPr>
            <p:ph type="title"/>
          </p:nvPr>
        </p:nvSpPr>
        <p:spPr/>
        <p:txBody>
          <a:bodyPr/>
          <a:lstStyle/>
          <a:p>
            <a:r>
              <a:rPr lang="en-US" b="1" dirty="0">
                <a:solidFill>
                  <a:schemeClr val="tx1"/>
                </a:solidFill>
              </a:rPr>
              <a:t>solution</a:t>
            </a:r>
          </a:p>
        </p:txBody>
      </p:sp>
      <p:sp>
        <p:nvSpPr>
          <p:cNvPr id="3" name="Content Placeholder 2">
            <a:extLst>
              <a:ext uri="{FF2B5EF4-FFF2-40B4-BE49-F238E27FC236}">
                <a16:creationId xmlns:a16="http://schemas.microsoft.com/office/drawing/2014/main" id="{1A1CDF7E-3834-5C8D-DFBE-531D101A666D}"/>
              </a:ext>
            </a:extLst>
          </p:cNvPr>
          <p:cNvSpPr>
            <a:spLocks noGrp="1"/>
          </p:cNvSpPr>
          <p:nvPr>
            <p:ph idx="1"/>
          </p:nvPr>
        </p:nvSpPr>
        <p:spPr/>
        <p:txBody>
          <a:bodyPr>
            <a:noAutofit/>
          </a:bodyPr>
          <a:lstStyle/>
          <a:p>
            <a:pPr>
              <a:buFont typeface="Arial" panose="020B0604020202020204" pitchFamily="34" charset="0"/>
              <a:buChar char="•"/>
            </a:pPr>
            <a:r>
              <a:rPr lang="en-US" dirty="0"/>
              <a:t>The domain is based on age and gender.</a:t>
            </a:r>
          </a:p>
          <a:p>
            <a:pPr>
              <a:buFont typeface="Arial" panose="020B0604020202020204" pitchFamily="34" charset="0"/>
              <a:buChar char="•"/>
            </a:pPr>
            <a:r>
              <a:rPr lang="en-US" dirty="0"/>
              <a:t>Create equivalence classes such as:</a:t>
            </a:r>
          </a:p>
          <a:p>
            <a:pPr marL="742950" lvl="1" indent="-285750">
              <a:buFont typeface="Arial" panose="020B0604020202020204" pitchFamily="34" charset="0"/>
              <a:buChar char="•"/>
            </a:pPr>
            <a:r>
              <a:rPr lang="en-US" dirty="0"/>
              <a:t>Children under 5</a:t>
            </a:r>
          </a:p>
          <a:p>
            <a:pPr marL="742950" lvl="1" indent="-285750">
              <a:buFont typeface="Arial" panose="020B0604020202020204" pitchFamily="34" charset="0"/>
              <a:buChar char="•"/>
            </a:pPr>
            <a:r>
              <a:rPr lang="en-US" dirty="0"/>
              <a:t>Boys aged 5 to 10</a:t>
            </a:r>
          </a:p>
          <a:p>
            <a:pPr marL="742950" lvl="1" indent="-285750">
              <a:buFont typeface="Arial" panose="020B0604020202020204" pitchFamily="34" charset="0"/>
              <a:buChar char="•"/>
            </a:pPr>
            <a:r>
              <a:rPr lang="en-US" dirty="0"/>
              <a:t>Girls aged 5 to 10</a:t>
            </a:r>
          </a:p>
          <a:p>
            <a:pPr marL="742950" lvl="1" indent="-285750">
              <a:buFont typeface="Arial" panose="020B0604020202020204" pitchFamily="34" charset="0"/>
              <a:buChar char="•"/>
            </a:pPr>
            <a:r>
              <a:rPr lang="en-US" dirty="0"/>
              <a:t>Boys over 10</a:t>
            </a:r>
          </a:p>
          <a:p>
            <a:pPr marL="742950" lvl="1" indent="-285750">
              <a:buFont typeface="Arial" panose="020B0604020202020204" pitchFamily="34" charset="0"/>
              <a:buChar char="•"/>
            </a:pPr>
            <a:r>
              <a:rPr lang="en-US" dirty="0"/>
              <a:t>Girls over 10</a:t>
            </a:r>
          </a:p>
          <a:p>
            <a:pPr marL="742950" lvl="1" indent="-285750">
              <a:buFont typeface="Arial" panose="020B0604020202020204" pitchFamily="34" charset="0"/>
              <a:buChar char="•"/>
            </a:pPr>
            <a:r>
              <a:rPr lang="en-US" dirty="0"/>
              <a:t>Children over 15</a:t>
            </a:r>
          </a:p>
          <a:p>
            <a:pPr>
              <a:buFont typeface="Arial" panose="020B0604020202020204" pitchFamily="34" charset="0"/>
              <a:buChar char="•"/>
            </a:pPr>
            <a:r>
              <a:rPr lang="en-US" dirty="0"/>
              <a:t>The boundary values could be:</a:t>
            </a:r>
          </a:p>
          <a:p>
            <a:pPr marL="742950" lvl="1" indent="-285750">
              <a:buFont typeface="Arial" panose="020B0604020202020204" pitchFamily="34" charset="0"/>
              <a:buChar char="•"/>
            </a:pPr>
            <a:r>
              <a:rPr lang="en-US" sz="2000" dirty="0"/>
              <a:t>4 and 5 for the "under 5" and "5 to 10" groups.</a:t>
            </a:r>
          </a:p>
          <a:p>
            <a:pPr marL="742950" lvl="1" indent="-285750">
              <a:buFont typeface="Arial" panose="020B0604020202020204" pitchFamily="34" charset="0"/>
              <a:buChar char="•"/>
            </a:pPr>
            <a:r>
              <a:rPr lang="en-US" sz="2000" dirty="0"/>
              <a:t>10 and 11 for the "over 10" group.</a:t>
            </a:r>
          </a:p>
        </p:txBody>
      </p:sp>
    </p:spTree>
    <p:extLst>
      <p:ext uri="{BB962C8B-B14F-4D97-AF65-F5344CB8AC3E}">
        <p14:creationId xmlns:p14="http://schemas.microsoft.com/office/powerpoint/2010/main" val="5035879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D85D5C57-72E3-7FB1-3FA8-F393EFF5D1D8}"/>
              </a:ext>
            </a:extLst>
          </p:cNvPr>
          <p:cNvGraphicFramePr>
            <a:graphicFrameLocks noGrp="1"/>
          </p:cNvGraphicFramePr>
          <p:nvPr>
            <p:extLst>
              <p:ext uri="{D42A27DB-BD31-4B8C-83A1-F6EECF244321}">
                <p14:modId xmlns:p14="http://schemas.microsoft.com/office/powerpoint/2010/main" val="187462050"/>
              </p:ext>
            </p:extLst>
          </p:nvPr>
        </p:nvGraphicFramePr>
        <p:xfrm>
          <a:off x="2304693" y="188064"/>
          <a:ext cx="7264140" cy="5948474"/>
        </p:xfrm>
        <a:graphic>
          <a:graphicData uri="http://schemas.openxmlformats.org/drawingml/2006/table">
            <a:tbl>
              <a:tblPr>
                <a:tableStyleId>{BC89EF96-8CEA-46FF-86C4-4CE0E7609802}</a:tableStyleId>
              </a:tblPr>
              <a:tblGrid>
                <a:gridCol w="1141982">
                  <a:extLst>
                    <a:ext uri="{9D8B030D-6E8A-4147-A177-3AD203B41FA5}">
                      <a16:colId xmlns:a16="http://schemas.microsoft.com/office/drawing/2014/main" val="2055681261"/>
                    </a:ext>
                  </a:extLst>
                </a:gridCol>
                <a:gridCol w="1297485">
                  <a:extLst>
                    <a:ext uri="{9D8B030D-6E8A-4147-A177-3AD203B41FA5}">
                      <a16:colId xmlns:a16="http://schemas.microsoft.com/office/drawing/2014/main" val="1481809338"/>
                    </a:ext>
                  </a:extLst>
                </a:gridCol>
                <a:gridCol w="1676524">
                  <a:extLst>
                    <a:ext uri="{9D8B030D-6E8A-4147-A177-3AD203B41FA5}">
                      <a16:colId xmlns:a16="http://schemas.microsoft.com/office/drawing/2014/main" val="2493021377"/>
                    </a:ext>
                  </a:extLst>
                </a:gridCol>
                <a:gridCol w="3148149">
                  <a:extLst>
                    <a:ext uri="{9D8B030D-6E8A-4147-A177-3AD203B41FA5}">
                      <a16:colId xmlns:a16="http://schemas.microsoft.com/office/drawing/2014/main" val="2997104209"/>
                    </a:ext>
                  </a:extLst>
                </a:gridCol>
              </a:tblGrid>
              <a:tr h="331779">
                <a:tc>
                  <a:txBody>
                    <a:bodyPr/>
                    <a:lstStyle/>
                    <a:p>
                      <a:r>
                        <a:rPr lang="en-US" sz="2000" b="1"/>
                        <a:t>c</a:t>
                      </a:r>
                      <a:endParaRPr lang="en-US" sz="2000" dirty="0"/>
                    </a:p>
                  </a:txBody>
                  <a:tcPr marL="42795" marR="42795" marT="21397" marB="21397" anchor="ctr"/>
                </a:tc>
                <a:tc>
                  <a:txBody>
                    <a:bodyPr/>
                    <a:lstStyle/>
                    <a:p>
                      <a:r>
                        <a:rPr lang="en-US" sz="2000" b="1"/>
                        <a:t>Input: Age</a:t>
                      </a:r>
                      <a:endParaRPr lang="en-US" sz="2000"/>
                    </a:p>
                  </a:txBody>
                  <a:tcPr marL="42795" marR="42795" marT="21397" marB="21397" anchor="ctr"/>
                </a:tc>
                <a:tc>
                  <a:txBody>
                    <a:bodyPr/>
                    <a:lstStyle/>
                    <a:p>
                      <a:r>
                        <a:rPr lang="en-US" sz="2000" b="1"/>
                        <a:t>Input: Gender</a:t>
                      </a:r>
                      <a:endParaRPr lang="en-US" sz="2000"/>
                    </a:p>
                  </a:txBody>
                  <a:tcPr marL="42795" marR="42795" marT="21397" marB="21397" anchor="ctr"/>
                </a:tc>
                <a:tc>
                  <a:txBody>
                    <a:bodyPr/>
                    <a:lstStyle/>
                    <a:p>
                      <a:r>
                        <a:rPr lang="en-US" sz="2000" b="1"/>
                        <a:t>Expected Activity</a:t>
                      </a:r>
                      <a:endParaRPr lang="en-US" sz="2000"/>
                    </a:p>
                  </a:txBody>
                  <a:tcPr marL="42795" marR="42795" marT="21397" marB="21397" anchor="ctr"/>
                </a:tc>
                <a:extLst>
                  <a:ext uri="{0D108BD9-81ED-4DB2-BD59-A6C34878D82A}">
                    <a16:rowId xmlns:a16="http://schemas.microsoft.com/office/drawing/2014/main" val="1564212250"/>
                  </a:ext>
                </a:extLst>
              </a:tr>
              <a:tr h="484286">
                <a:tc>
                  <a:txBody>
                    <a:bodyPr/>
                    <a:lstStyle/>
                    <a:p>
                      <a:r>
                        <a:rPr lang="en-US" sz="2000"/>
                        <a:t>TC1</a:t>
                      </a:r>
                    </a:p>
                  </a:txBody>
                  <a:tcPr marL="42795" marR="42795" marT="21397" marB="21397" anchor="ctr"/>
                </a:tc>
                <a:tc>
                  <a:txBody>
                    <a:bodyPr/>
                    <a:lstStyle/>
                    <a:p>
                      <a:r>
                        <a:rPr lang="en-US" sz="2000"/>
                        <a:t>4</a:t>
                      </a:r>
                    </a:p>
                  </a:txBody>
                  <a:tcPr marL="42795" marR="42795" marT="21397" marB="21397" anchor="ctr"/>
                </a:tc>
                <a:tc>
                  <a:txBody>
                    <a:bodyPr/>
                    <a:lstStyle/>
                    <a:p>
                      <a:r>
                        <a:rPr lang="en-US" sz="2000"/>
                        <a:t>Boy</a:t>
                      </a:r>
                    </a:p>
                  </a:txBody>
                  <a:tcPr marL="42795" marR="42795" marT="21397" marB="21397" anchor="ctr"/>
                </a:tc>
                <a:tc>
                  <a:txBody>
                    <a:bodyPr/>
                    <a:lstStyle/>
                    <a:p>
                      <a:r>
                        <a:rPr lang="en-US" sz="2000"/>
                        <a:t>Recite a poem</a:t>
                      </a:r>
                    </a:p>
                  </a:txBody>
                  <a:tcPr marL="42795" marR="42795" marT="21397" marB="21397" anchor="ctr"/>
                </a:tc>
                <a:extLst>
                  <a:ext uri="{0D108BD9-81ED-4DB2-BD59-A6C34878D82A}">
                    <a16:rowId xmlns:a16="http://schemas.microsoft.com/office/drawing/2014/main" val="2763777910"/>
                  </a:ext>
                </a:extLst>
              </a:tr>
              <a:tr h="331779">
                <a:tc>
                  <a:txBody>
                    <a:bodyPr/>
                    <a:lstStyle/>
                    <a:p>
                      <a:r>
                        <a:rPr lang="en-US" sz="2000"/>
                        <a:t>TC2</a:t>
                      </a:r>
                    </a:p>
                  </a:txBody>
                  <a:tcPr marL="42795" marR="42795" marT="21397" marB="21397" anchor="ctr"/>
                </a:tc>
                <a:tc>
                  <a:txBody>
                    <a:bodyPr/>
                    <a:lstStyle/>
                    <a:p>
                      <a:r>
                        <a:rPr lang="en-US" sz="2000"/>
                        <a:t>5</a:t>
                      </a:r>
                    </a:p>
                  </a:txBody>
                  <a:tcPr marL="42795" marR="42795" marT="21397" marB="21397" anchor="ctr"/>
                </a:tc>
                <a:tc>
                  <a:txBody>
                    <a:bodyPr/>
                    <a:lstStyle/>
                    <a:p>
                      <a:r>
                        <a:rPr lang="en-US" sz="2000"/>
                        <a:t>Boy</a:t>
                      </a:r>
                    </a:p>
                  </a:txBody>
                  <a:tcPr marL="42795" marR="42795" marT="21397" marB="21397" anchor="ctr"/>
                </a:tc>
                <a:tc>
                  <a:txBody>
                    <a:bodyPr/>
                    <a:lstStyle/>
                    <a:p>
                      <a:r>
                        <a:rPr lang="en-US" sz="2000"/>
                        <a:t>Draw</a:t>
                      </a:r>
                    </a:p>
                  </a:txBody>
                  <a:tcPr marL="42795" marR="42795" marT="21397" marB="21397" anchor="ctr"/>
                </a:tc>
                <a:extLst>
                  <a:ext uri="{0D108BD9-81ED-4DB2-BD59-A6C34878D82A}">
                    <a16:rowId xmlns:a16="http://schemas.microsoft.com/office/drawing/2014/main" val="4113244355"/>
                  </a:ext>
                </a:extLst>
              </a:tr>
              <a:tr h="331779">
                <a:tc>
                  <a:txBody>
                    <a:bodyPr/>
                    <a:lstStyle/>
                    <a:p>
                      <a:r>
                        <a:rPr lang="en-US" sz="2000"/>
                        <a:t>TC3</a:t>
                      </a:r>
                    </a:p>
                  </a:txBody>
                  <a:tcPr marL="42795" marR="42795" marT="21397" marB="21397" anchor="ctr"/>
                </a:tc>
                <a:tc>
                  <a:txBody>
                    <a:bodyPr/>
                    <a:lstStyle/>
                    <a:p>
                      <a:r>
                        <a:rPr lang="en-US" sz="2000"/>
                        <a:t>10</a:t>
                      </a:r>
                    </a:p>
                  </a:txBody>
                  <a:tcPr marL="42795" marR="42795" marT="21397" marB="21397" anchor="ctr"/>
                </a:tc>
                <a:tc>
                  <a:txBody>
                    <a:bodyPr/>
                    <a:lstStyle/>
                    <a:p>
                      <a:r>
                        <a:rPr lang="en-US" sz="2000"/>
                        <a:t>Boy</a:t>
                      </a:r>
                    </a:p>
                  </a:txBody>
                  <a:tcPr marL="42795" marR="42795" marT="21397" marB="21397" anchor="ctr"/>
                </a:tc>
                <a:tc>
                  <a:txBody>
                    <a:bodyPr/>
                    <a:lstStyle/>
                    <a:p>
                      <a:r>
                        <a:rPr lang="en-US" sz="2000"/>
                        <a:t>Draw</a:t>
                      </a:r>
                    </a:p>
                  </a:txBody>
                  <a:tcPr marL="42795" marR="42795" marT="21397" marB="21397" anchor="ctr"/>
                </a:tc>
                <a:extLst>
                  <a:ext uri="{0D108BD9-81ED-4DB2-BD59-A6C34878D82A}">
                    <a16:rowId xmlns:a16="http://schemas.microsoft.com/office/drawing/2014/main" val="3824115396"/>
                  </a:ext>
                </a:extLst>
              </a:tr>
              <a:tr h="484286">
                <a:tc>
                  <a:txBody>
                    <a:bodyPr/>
                    <a:lstStyle/>
                    <a:p>
                      <a:r>
                        <a:rPr lang="en-US" sz="2000"/>
                        <a:t>TC4</a:t>
                      </a:r>
                    </a:p>
                  </a:txBody>
                  <a:tcPr marL="42795" marR="42795" marT="21397" marB="21397" anchor="ctr"/>
                </a:tc>
                <a:tc>
                  <a:txBody>
                    <a:bodyPr/>
                    <a:lstStyle/>
                    <a:p>
                      <a:r>
                        <a:rPr lang="en-US" sz="2000"/>
                        <a:t>11</a:t>
                      </a:r>
                    </a:p>
                  </a:txBody>
                  <a:tcPr marL="42795" marR="42795" marT="21397" marB="21397" anchor="ctr"/>
                </a:tc>
                <a:tc>
                  <a:txBody>
                    <a:bodyPr/>
                    <a:lstStyle/>
                    <a:p>
                      <a:r>
                        <a:rPr lang="en-US" sz="2000"/>
                        <a:t>Boy</a:t>
                      </a:r>
                    </a:p>
                  </a:txBody>
                  <a:tcPr marL="42795" marR="42795" marT="21397" marB="21397" anchor="ctr"/>
                </a:tc>
                <a:tc>
                  <a:txBody>
                    <a:bodyPr/>
                    <a:lstStyle/>
                    <a:p>
                      <a:r>
                        <a:rPr lang="en-US" sz="2000"/>
                        <a:t>Compete in sports</a:t>
                      </a:r>
                    </a:p>
                  </a:txBody>
                  <a:tcPr marL="42795" marR="42795" marT="21397" marB="21397" anchor="ctr"/>
                </a:tc>
                <a:extLst>
                  <a:ext uri="{0D108BD9-81ED-4DB2-BD59-A6C34878D82A}">
                    <a16:rowId xmlns:a16="http://schemas.microsoft.com/office/drawing/2014/main" val="3301154593"/>
                  </a:ext>
                </a:extLst>
              </a:tr>
              <a:tr h="484286">
                <a:tc>
                  <a:txBody>
                    <a:bodyPr/>
                    <a:lstStyle/>
                    <a:p>
                      <a:r>
                        <a:rPr lang="en-US" sz="2000"/>
                        <a:t>TC5</a:t>
                      </a:r>
                    </a:p>
                  </a:txBody>
                  <a:tcPr marL="42795" marR="42795" marT="21397" marB="21397" anchor="ctr"/>
                </a:tc>
                <a:tc>
                  <a:txBody>
                    <a:bodyPr/>
                    <a:lstStyle/>
                    <a:p>
                      <a:r>
                        <a:rPr lang="en-US" sz="2000"/>
                        <a:t>4</a:t>
                      </a:r>
                    </a:p>
                  </a:txBody>
                  <a:tcPr marL="42795" marR="42795" marT="21397" marB="21397" anchor="ctr"/>
                </a:tc>
                <a:tc>
                  <a:txBody>
                    <a:bodyPr/>
                    <a:lstStyle/>
                    <a:p>
                      <a:r>
                        <a:rPr lang="en-US" sz="2000"/>
                        <a:t>Girl</a:t>
                      </a:r>
                    </a:p>
                  </a:txBody>
                  <a:tcPr marL="42795" marR="42795" marT="21397" marB="21397" anchor="ctr"/>
                </a:tc>
                <a:tc>
                  <a:txBody>
                    <a:bodyPr/>
                    <a:lstStyle/>
                    <a:p>
                      <a:r>
                        <a:rPr lang="en-US" sz="2000"/>
                        <a:t>Recite a poem</a:t>
                      </a:r>
                    </a:p>
                  </a:txBody>
                  <a:tcPr marL="42795" marR="42795" marT="21397" marB="21397" anchor="ctr"/>
                </a:tc>
                <a:extLst>
                  <a:ext uri="{0D108BD9-81ED-4DB2-BD59-A6C34878D82A}">
                    <a16:rowId xmlns:a16="http://schemas.microsoft.com/office/drawing/2014/main" val="3612330760"/>
                  </a:ext>
                </a:extLst>
              </a:tr>
              <a:tr h="331779">
                <a:tc>
                  <a:txBody>
                    <a:bodyPr/>
                    <a:lstStyle/>
                    <a:p>
                      <a:r>
                        <a:rPr lang="en-US" sz="2000"/>
                        <a:t>TC6</a:t>
                      </a:r>
                    </a:p>
                  </a:txBody>
                  <a:tcPr marL="42795" marR="42795" marT="21397" marB="21397" anchor="ctr"/>
                </a:tc>
                <a:tc>
                  <a:txBody>
                    <a:bodyPr/>
                    <a:lstStyle/>
                    <a:p>
                      <a:r>
                        <a:rPr lang="en-US" sz="2000"/>
                        <a:t>5</a:t>
                      </a:r>
                    </a:p>
                  </a:txBody>
                  <a:tcPr marL="42795" marR="42795" marT="21397" marB="21397" anchor="ctr"/>
                </a:tc>
                <a:tc>
                  <a:txBody>
                    <a:bodyPr/>
                    <a:lstStyle/>
                    <a:p>
                      <a:r>
                        <a:rPr lang="en-US" sz="2000"/>
                        <a:t>Girl</a:t>
                      </a:r>
                    </a:p>
                  </a:txBody>
                  <a:tcPr marL="42795" marR="42795" marT="21397" marB="21397" anchor="ctr"/>
                </a:tc>
                <a:tc>
                  <a:txBody>
                    <a:bodyPr/>
                    <a:lstStyle/>
                    <a:p>
                      <a:r>
                        <a:rPr lang="en-US" sz="2000"/>
                        <a:t>Sing a song</a:t>
                      </a:r>
                    </a:p>
                  </a:txBody>
                  <a:tcPr marL="42795" marR="42795" marT="21397" marB="21397" anchor="ctr"/>
                </a:tc>
                <a:extLst>
                  <a:ext uri="{0D108BD9-81ED-4DB2-BD59-A6C34878D82A}">
                    <a16:rowId xmlns:a16="http://schemas.microsoft.com/office/drawing/2014/main" val="2300386887"/>
                  </a:ext>
                </a:extLst>
              </a:tr>
              <a:tr h="331779">
                <a:tc>
                  <a:txBody>
                    <a:bodyPr/>
                    <a:lstStyle/>
                    <a:p>
                      <a:r>
                        <a:rPr lang="en-US" sz="2000"/>
                        <a:t>TC7</a:t>
                      </a:r>
                    </a:p>
                  </a:txBody>
                  <a:tcPr marL="42795" marR="42795" marT="21397" marB="21397" anchor="ctr"/>
                </a:tc>
                <a:tc>
                  <a:txBody>
                    <a:bodyPr/>
                    <a:lstStyle/>
                    <a:p>
                      <a:r>
                        <a:rPr lang="en-US" sz="2000"/>
                        <a:t>10</a:t>
                      </a:r>
                    </a:p>
                  </a:txBody>
                  <a:tcPr marL="42795" marR="42795" marT="21397" marB="21397" anchor="ctr"/>
                </a:tc>
                <a:tc>
                  <a:txBody>
                    <a:bodyPr/>
                    <a:lstStyle/>
                    <a:p>
                      <a:r>
                        <a:rPr lang="en-US" sz="2000"/>
                        <a:t>Girl</a:t>
                      </a:r>
                    </a:p>
                  </a:txBody>
                  <a:tcPr marL="42795" marR="42795" marT="21397" marB="21397" anchor="ctr"/>
                </a:tc>
                <a:tc>
                  <a:txBody>
                    <a:bodyPr/>
                    <a:lstStyle/>
                    <a:p>
                      <a:r>
                        <a:rPr lang="en-US" sz="2000"/>
                        <a:t>Sing a song</a:t>
                      </a:r>
                    </a:p>
                  </a:txBody>
                  <a:tcPr marL="42795" marR="42795" marT="21397" marB="21397" anchor="ctr"/>
                </a:tc>
                <a:extLst>
                  <a:ext uri="{0D108BD9-81ED-4DB2-BD59-A6C34878D82A}">
                    <a16:rowId xmlns:a16="http://schemas.microsoft.com/office/drawing/2014/main" val="2827647514"/>
                  </a:ext>
                </a:extLst>
              </a:tr>
              <a:tr h="484286">
                <a:tc>
                  <a:txBody>
                    <a:bodyPr/>
                    <a:lstStyle/>
                    <a:p>
                      <a:r>
                        <a:rPr lang="en-US" sz="2000"/>
                        <a:t>TC8</a:t>
                      </a:r>
                    </a:p>
                  </a:txBody>
                  <a:tcPr marL="42795" marR="42795" marT="21397" marB="21397" anchor="ctr"/>
                </a:tc>
                <a:tc>
                  <a:txBody>
                    <a:bodyPr/>
                    <a:lstStyle/>
                    <a:p>
                      <a:r>
                        <a:rPr lang="en-US" sz="2000"/>
                        <a:t>11</a:t>
                      </a:r>
                    </a:p>
                  </a:txBody>
                  <a:tcPr marL="42795" marR="42795" marT="21397" marB="21397" anchor="ctr"/>
                </a:tc>
                <a:tc>
                  <a:txBody>
                    <a:bodyPr/>
                    <a:lstStyle/>
                    <a:p>
                      <a:r>
                        <a:rPr lang="en-US" sz="2000"/>
                        <a:t>Girl</a:t>
                      </a:r>
                    </a:p>
                  </a:txBody>
                  <a:tcPr marL="42795" marR="42795" marT="21397" marB="21397" anchor="ctr"/>
                </a:tc>
                <a:tc>
                  <a:txBody>
                    <a:bodyPr/>
                    <a:lstStyle/>
                    <a:p>
                      <a:r>
                        <a:rPr lang="en-US" sz="2000"/>
                        <a:t>Participate in a quiz</a:t>
                      </a:r>
                    </a:p>
                  </a:txBody>
                  <a:tcPr marL="42795" marR="42795" marT="21397" marB="21397" anchor="ctr"/>
                </a:tc>
                <a:extLst>
                  <a:ext uri="{0D108BD9-81ED-4DB2-BD59-A6C34878D82A}">
                    <a16:rowId xmlns:a16="http://schemas.microsoft.com/office/drawing/2014/main" val="2808243725"/>
                  </a:ext>
                </a:extLst>
              </a:tr>
              <a:tr h="484286">
                <a:tc>
                  <a:txBody>
                    <a:bodyPr/>
                    <a:lstStyle/>
                    <a:p>
                      <a:r>
                        <a:rPr lang="en-US" sz="2000"/>
                        <a:t>TC9</a:t>
                      </a:r>
                    </a:p>
                  </a:txBody>
                  <a:tcPr marL="42795" marR="42795" marT="21397" marB="21397" anchor="ctr"/>
                </a:tc>
                <a:tc>
                  <a:txBody>
                    <a:bodyPr/>
                    <a:lstStyle/>
                    <a:p>
                      <a:r>
                        <a:rPr lang="en-US" sz="2000"/>
                        <a:t>15</a:t>
                      </a:r>
                    </a:p>
                  </a:txBody>
                  <a:tcPr marL="42795" marR="42795" marT="21397" marB="21397" anchor="ctr"/>
                </a:tc>
                <a:tc>
                  <a:txBody>
                    <a:bodyPr/>
                    <a:lstStyle/>
                    <a:p>
                      <a:r>
                        <a:rPr lang="en-US" sz="2000"/>
                        <a:t>Boy</a:t>
                      </a:r>
                    </a:p>
                  </a:txBody>
                  <a:tcPr marL="42795" marR="42795" marT="21397" marB="21397" anchor="ctr"/>
                </a:tc>
                <a:tc>
                  <a:txBody>
                    <a:bodyPr/>
                    <a:lstStyle/>
                    <a:p>
                      <a:r>
                        <a:rPr lang="en-US" sz="2000"/>
                        <a:t>Compete in sports</a:t>
                      </a:r>
                    </a:p>
                  </a:txBody>
                  <a:tcPr marL="42795" marR="42795" marT="21397" marB="21397" anchor="ctr"/>
                </a:tc>
                <a:extLst>
                  <a:ext uri="{0D108BD9-81ED-4DB2-BD59-A6C34878D82A}">
                    <a16:rowId xmlns:a16="http://schemas.microsoft.com/office/drawing/2014/main" val="2267345010"/>
                  </a:ext>
                </a:extLst>
              </a:tr>
              <a:tr h="523806">
                <a:tc>
                  <a:txBody>
                    <a:bodyPr/>
                    <a:lstStyle/>
                    <a:p>
                      <a:r>
                        <a:rPr lang="en-US" sz="2000"/>
                        <a:t>TC10</a:t>
                      </a:r>
                    </a:p>
                  </a:txBody>
                  <a:tcPr marL="42795" marR="42795" marT="21397" marB="21397" anchor="ctr"/>
                </a:tc>
                <a:tc>
                  <a:txBody>
                    <a:bodyPr/>
                    <a:lstStyle/>
                    <a:p>
                      <a:r>
                        <a:rPr lang="en-US" sz="2000"/>
                        <a:t>16</a:t>
                      </a:r>
                    </a:p>
                  </a:txBody>
                  <a:tcPr marL="42795" marR="42795" marT="21397" marB="21397" anchor="ctr"/>
                </a:tc>
                <a:tc>
                  <a:txBody>
                    <a:bodyPr/>
                    <a:lstStyle/>
                    <a:p>
                      <a:r>
                        <a:rPr lang="en-US" sz="2000"/>
                        <a:t>Boy</a:t>
                      </a:r>
                    </a:p>
                  </a:txBody>
                  <a:tcPr marL="42795" marR="42795" marT="21397" marB="21397" anchor="ctr"/>
                </a:tc>
                <a:tc>
                  <a:txBody>
                    <a:bodyPr/>
                    <a:lstStyle/>
                    <a:p>
                      <a:r>
                        <a:rPr lang="en-US" sz="2000"/>
                        <a:t>Participate in essay competition</a:t>
                      </a:r>
                    </a:p>
                  </a:txBody>
                  <a:tcPr marL="42795" marR="42795" marT="21397" marB="21397" anchor="ctr"/>
                </a:tc>
                <a:extLst>
                  <a:ext uri="{0D108BD9-81ED-4DB2-BD59-A6C34878D82A}">
                    <a16:rowId xmlns:a16="http://schemas.microsoft.com/office/drawing/2014/main" val="3552210995"/>
                  </a:ext>
                </a:extLst>
              </a:tr>
              <a:tr h="484286">
                <a:tc>
                  <a:txBody>
                    <a:bodyPr/>
                    <a:lstStyle/>
                    <a:p>
                      <a:r>
                        <a:rPr lang="en-US" sz="2000"/>
                        <a:t>TC11</a:t>
                      </a:r>
                    </a:p>
                  </a:txBody>
                  <a:tcPr marL="42795" marR="42795" marT="21397" marB="21397" anchor="ctr"/>
                </a:tc>
                <a:tc>
                  <a:txBody>
                    <a:bodyPr/>
                    <a:lstStyle/>
                    <a:p>
                      <a:r>
                        <a:rPr lang="en-US" sz="2000"/>
                        <a:t>15</a:t>
                      </a:r>
                    </a:p>
                  </a:txBody>
                  <a:tcPr marL="42795" marR="42795" marT="21397" marB="21397" anchor="ctr"/>
                </a:tc>
                <a:tc>
                  <a:txBody>
                    <a:bodyPr/>
                    <a:lstStyle/>
                    <a:p>
                      <a:r>
                        <a:rPr lang="en-US" sz="2000"/>
                        <a:t>Girl</a:t>
                      </a:r>
                    </a:p>
                  </a:txBody>
                  <a:tcPr marL="42795" marR="42795" marT="21397" marB="21397" anchor="ctr"/>
                </a:tc>
                <a:tc>
                  <a:txBody>
                    <a:bodyPr/>
                    <a:lstStyle/>
                    <a:p>
                      <a:r>
                        <a:rPr lang="en-US" sz="2000"/>
                        <a:t>Participate in a quiz</a:t>
                      </a:r>
                    </a:p>
                  </a:txBody>
                  <a:tcPr marL="42795" marR="42795" marT="21397" marB="21397" anchor="ctr"/>
                </a:tc>
                <a:extLst>
                  <a:ext uri="{0D108BD9-81ED-4DB2-BD59-A6C34878D82A}">
                    <a16:rowId xmlns:a16="http://schemas.microsoft.com/office/drawing/2014/main" val="3252546439"/>
                  </a:ext>
                </a:extLst>
              </a:tr>
              <a:tr h="201214">
                <a:tc>
                  <a:txBody>
                    <a:bodyPr/>
                    <a:lstStyle/>
                    <a:p>
                      <a:r>
                        <a:rPr lang="en-US" sz="2000"/>
                        <a:t>TC12</a:t>
                      </a:r>
                    </a:p>
                  </a:txBody>
                  <a:tcPr marL="42795" marR="42795" marT="21397" marB="21397" anchor="ctr"/>
                </a:tc>
                <a:tc>
                  <a:txBody>
                    <a:bodyPr/>
                    <a:lstStyle/>
                    <a:p>
                      <a:r>
                        <a:rPr lang="en-US" sz="2000"/>
                        <a:t>16</a:t>
                      </a:r>
                    </a:p>
                  </a:txBody>
                  <a:tcPr marL="42795" marR="42795" marT="21397" marB="21397" anchor="ctr"/>
                </a:tc>
                <a:tc>
                  <a:txBody>
                    <a:bodyPr/>
                    <a:lstStyle/>
                    <a:p>
                      <a:r>
                        <a:rPr lang="en-US" sz="2000"/>
                        <a:t>Girl</a:t>
                      </a:r>
                    </a:p>
                  </a:txBody>
                  <a:tcPr marL="42795" marR="42795" marT="21397" marB="21397" anchor="ctr"/>
                </a:tc>
                <a:tc>
                  <a:txBody>
                    <a:bodyPr/>
                    <a:lstStyle/>
                    <a:p>
                      <a:r>
                        <a:rPr lang="en-US" sz="2000" dirty="0"/>
                        <a:t>Participate in essay competition</a:t>
                      </a:r>
                    </a:p>
                  </a:txBody>
                  <a:tcPr marL="42795" marR="42795" marT="21397" marB="21397" anchor="ctr"/>
                </a:tc>
                <a:extLst>
                  <a:ext uri="{0D108BD9-81ED-4DB2-BD59-A6C34878D82A}">
                    <a16:rowId xmlns:a16="http://schemas.microsoft.com/office/drawing/2014/main" val="3376752406"/>
                  </a:ext>
                </a:extLst>
              </a:tr>
            </a:tbl>
          </a:graphicData>
        </a:graphic>
      </p:graphicFrame>
    </p:spTree>
    <p:extLst>
      <p:ext uri="{BB962C8B-B14F-4D97-AF65-F5344CB8AC3E}">
        <p14:creationId xmlns:p14="http://schemas.microsoft.com/office/powerpoint/2010/main" val="16462262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859809"/>
            <a:ext cx="10058400" cy="877551"/>
          </a:xfrm>
        </p:spPr>
        <p:txBody>
          <a:bodyPr>
            <a:normAutofit/>
          </a:bodyPr>
          <a:lstStyle/>
          <a:p>
            <a:r>
              <a:rPr lang="en-US" b="1" dirty="0">
                <a:solidFill>
                  <a:schemeClr val="tx1"/>
                </a:solidFill>
              </a:rPr>
              <a:t>Domain Testing Structure</a:t>
            </a:r>
            <a:endParaRPr lang="en-US" dirty="0">
              <a:solidFill>
                <a:schemeClr val="tx1"/>
              </a:solidFill>
            </a:endParaRPr>
          </a:p>
        </p:txBody>
      </p:sp>
      <p:sp>
        <p:nvSpPr>
          <p:cNvPr id="3" name="Content Placeholder 2"/>
          <p:cNvSpPr>
            <a:spLocks noGrp="1"/>
          </p:cNvSpPr>
          <p:nvPr>
            <p:ph idx="1"/>
          </p:nvPr>
        </p:nvSpPr>
        <p:spPr/>
        <p:txBody>
          <a:bodyPr>
            <a:normAutofit/>
          </a:bodyPr>
          <a:lstStyle/>
          <a:p>
            <a:pPr>
              <a:buFont typeface="Arial" panose="020B0604020202020204" pitchFamily="34" charset="0"/>
              <a:buChar char="•"/>
            </a:pPr>
            <a:r>
              <a:rPr lang="en-US" dirty="0">
                <a:solidFill>
                  <a:schemeClr val="tx1"/>
                </a:solidFill>
              </a:rPr>
              <a:t>Identify the potentially interesting variables.</a:t>
            </a:r>
          </a:p>
          <a:p>
            <a:pPr>
              <a:buFont typeface="Arial" panose="020B0604020202020204" pitchFamily="34" charset="0"/>
              <a:buChar char="•"/>
            </a:pPr>
            <a:r>
              <a:rPr lang="en-US" dirty="0">
                <a:solidFill>
                  <a:schemeClr val="tx1"/>
                </a:solidFill>
              </a:rPr>
              <a:t>Create and identify boundary values and equivalence class values as above.</a:t>
            </a:r>
          </a:p>
          <a:p>
            <a:pPr>
              <a:buFont typeface="Arial" panose="020B0604020202020204" pitchFamily="34" charset="0"/>
              <a:buChar char="•"/>
            </a:pPr>
            <a:r>
              <a:rPr lang="en-US" dirty="0">
                <a:solidFill>
                  <a:schemeClr val="tx1"/>
                </a:solidFill>
              </a:rPr>
              <a:t>Identify secondary dimensions and analyze each in a classical way. (In the above example, Gender is the secondary dimension).</a:t>
            </a:r>
          </a:p>
          <a:p>
            <a:pPr>
              <a:buFont typeface="Arial" panose="020B0604020202020204" pitchFamily="34" charset="0"/>
              <a:buChar char="•"/>
            </a:pPr>
            <a:r>
              <a:rPr lang="en-US" dirty="0">
                <a:solidFill>
                  <a:schemeClr val="tx1"/>
                </a:solidFill>
              </a:rPr>
              <a:t>Identify and test variables that hold results (output variables).</a:t>
            </a:r>
          </a:p>
          <a:p>
            <a:pPr>
              <a:buFont typeface="Arial" panose="020B0604020202020204" pitchFamily="34" charset="0"/>
              <a:buChar char="•"/>
            </a:pPr>
            <a:r>
              <a:rPr lang="en-US" dirty="0">
                <a:solidFill>
                  <a:schemeClr val="tx1"/>
                </a:solidFill>
              </a:rPr>
              <a:t>Evaluate how the program uses the value of this variable.</a:t>
            </a:r>
          </a:p>
          <a:p>
            <a:pPr>
              <a:buFont typeface="Arial" panose="020B0604020202020204" pitchFamily="34" charset="0"/>
              <a:buChar char="•"/>
            </a:pPr>
            <a:r>
              <a:rPr lang="en-US" dirty="0">
                <a:solidFill>
                  <a:schemeClr val="tx1"/>
                </a:solidFill>
              </a:rPr>
              <a:t>Identify additional potentially-related variables for combination testing.</a:t>
            </a:r>
          </a:p>
          <a:p>
            <a:pPr>
              <a:buFont typeface="Arial" panose="020B0604020202020204" pitchFamily="34" charset="0"/>
              <a:buChar char="•"/>
            </a:pPr>
            <a:r>
              <a:rPr lang="en-US" dirty="0">
                <a:solidFill>
                  <a:schemeClr val="tx1"/>
                </a:solidFill>
              </a:rPr>
              <a:t>Summarize your analysis with a risk/equivalence table.</a:t>
            </a:r>
          </a:p>
          <a:p>
            <a:endParaRPr lang="en-US" dirty="0"/>
          </a:p>
        </p:txBody>
      </p:sp>
    </p:spTree>
    <p:extLst>
      <p:ext uri="{BB962C8B-B14F-4D97-AF65-F5344CB8AC3E}">
        <p14:creationId xmlns:p14="http://schemas.microsoft.com/office/powerpoint/2010/main" val="7111240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9A5257F-9A6D-150C-68F5-76BCDFF181B8}"/>
              </a:ext>
            </a:extLst>
          </p:cNvPr>
          <p:cNvSpPr txBox="1"/>
          <p:nvPr/>
        </p:nvSpPr>
        <p:spPr>
          <a:xfrm>
            <a:off x="3382224" y="2598003"/>
            <a:ext cx="6097508" cy="830997"/>
          </a:xfrm>
          <a:prstGeom prst="rect">
            <a:avLst/>
          </a:prstGeom>
          <a:noFill/>
        </p:spPr>
        <p:txBody>
          <a:bodyPr wrap="square">
            <a:spAutoFit/>
          </a:bodyPr>
          <a:lstStyle/>
          <a:p>
            <a:pPr algn="ctr"/>
            <a:r>
              <a:rPr lang="en-US" sz="4800" dirty="0">
                <a:solidFill>
                  <a:schemeClr val="accent2"/>
                </a:solidFill>
              </a:rPr>
              <a:t>Any question????</a:t>
            </a:r>
          </a:p>
        </p:txBody>
      </p:sp>
    </p:spTree>
    <p:extLst>
      <p:ext uri="{BB962C8B-B14F-4D97-AF65-F5344CB8AC3E}">
        <p14:creationId xmlns:p14="http://schemas.microsoft.com/office/powerpoint/2010/main" val="1325985888"/>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Retrospect</Template>
  <TotalTime>1397</TotalTime>
  <Words>851</Words>
  <Application>Microsoft Office PowerPoint</Application>
  <PresentationFormat>Widescreen</PresentationFormat>
  <Paragraphs>119</Paragraphs>
  <Slides>10</Slides>
  <Notes>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Aptos</vt:lpstr>
      <vt:lpstr>Arial</vt:lpstr>
      <vt:lpstr>Calibri</vt:lpstr>
      <vt:lpstr>Calibri Light</vt:lpstr>
      <vt:lpstr>Times New Roman</vt:lpstr>
      <vt:lpstr>Retrospect</vt:lpstr>
      <vt:lpstr> Software Quality Engineering</vt:lpstr>
      <vt:lpstr>Domain analysis testing</vt:lpstr>
      <vt:lpstr> Strategy of Domain Testing</vt:lpstr>
      <vt:lpstr>Domain Testing</vt:lpstr>
      <vt:lpstr>Domain Testing</vt:lpstr>
      <vt:lpstr>Example:</vt:lpstr>
      <vt:lpstr>solution</vt:lpstr>
      <vt:lpstr>PowerPoint Presentation</vt:lpstr>
      <vt:lpstr>Domain Testing Structure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Alina Arshad</dc:creator>
  <cp:lastModifiedBy>Ms Alina Arshad</cp:lastModifiedBy>
  <cp:revision>28</cp:revision>
  <dcterms:created xsi:type="dcterms:W3CDTF">2024-08-09T06:58:16Z</dcterms:created>
  <dcterms:modified xsi:type="dcterms:W3CDTF">2024-10-19T18:05:13Z</dcterms:modified>
</cp:coreProperties>
</file>