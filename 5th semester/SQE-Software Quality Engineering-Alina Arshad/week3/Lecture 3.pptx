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90" r:id="rId3"/>
    <p:sldId id="348" r:id="rId4"/>
    <p:sldId id="391" r:id="rId5"/>
    <p:sldId id="405" r:id="rId6"/>
    <p:sldId id="369" r:id="rId7"/>
    <p:sldId id="351" r:id="rId8"/>
    <p:sldId id="420" r:id="rId9"/>
    <p:sldId id="422" r:id="rId10"/>
    <p:sldId id="357" r:id="rId11"/>
    <p:sldId id="392" r:id="rId12"/>
    <p:sldId id="393" r:id="rId13"/>
    <p:sldId id="372" r:id="rId14"/>
    <p:sldId id="394" r:id="rId15"/>
    <p:sldId id="395" r:id="rId16"/>
    <p:sldId id="396" r:id="rId17"/>
    <p:sldId id="397" r:id="rId18"/>
    <p:sldId id="398" r:id="rId19"/>
    <p:sldId id="425" r:id="rId20"/>
    <p:sldId id="426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A310D-27BB-4D75-94C9-F63C168084E5}" v="3" dt="2024-09-04T09:45:44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38" autoAdjust="0"/>
  </p:normalViewPr>
  <p:slideViewPr>
    <p:cSldViewPr snapToGrid="0">
      <p:cViewPr varScale="1">
        <p:scale>
          <a:sx n="100" d="100"/>
          <a:sy n="100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02638E59-C79E-47A1-A0E6-15FB3AF57D6E}"/>
    <pc:docChg chg="undo custSel addSld delSld modSld">
      <pc:chgData name="Ms Alina Arshad" userId="cccdfd85-d35d-4453-9c6f-a463aae40722" providerId="ADAL" clId="{02638E59-C79E-47A1-A0E6-15FB3AF57D6E}" dt="2024-08-27T14:53:00.384" v="308" actId="14100"/>
      <pc:docMkLst>
        <pc:docMk/>
      </pc:docMkLst>
      <pc:sldChg chg="delSp modSp mod">
        <pc:chgData name="Ms Alina Arshad" userId="cccdfd85-d35d-4453-9c6f-a463aae40722" providerId="ADAL" clId="{02638E59-C79E-47A1-A0E6-15FB3AF57D6E}" dt="2024-08-27T14:45:21.255" v="301" actId="1076"/>
        <pc:sldMkLst>
          <pc:docMk/>
          <pc:sldMk cId="1406944082" sldId="358"/>
        </pc:sldMkLst>
        <pc:spChg chg="mod">
          <ac:chgData name="Ms Alina Arshad" userId="cccdfd85-d35d-4453-9c6f-a463aae40722" providerId="ADAL" clId="{02638E59-C79E-47A1-A0E6-15FB3AF57D6E}" dt="2024-08-27T14:42:41.930" v="275" actId="207"/>
          <ac:spMkLst>
            <pc:docMk/>
            <pc:sldMk cId="1406944082" sldId="358"/>
            <ac:spMk id="2" creationId="{00000000-0000-0000-0000-000000000000}"/>
          </ac:spMkLst>
        </pc:spChg>
        <pc:spChg chg="mod">
          <ac:chgData name="Ms Alina Arshad" userId="cccdfd85-d35d-4453-9c6f-a463aae40722" providerId="ADAL" clId="{02638E59-C79E-47A1-A0E6-15FB3AF57D6E}" dt="2024-08-27T14:45:21.255" v="301" actId="1076"/>
          <ac:spMkLst>
            <pc:docMk/>
            <pc:sldMk cId="1406944082" sldId="358"/>
            <ac:spMk id="3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12.429" v="160" actId="478"/>
          <ac:spMkLst>
            <pc:docMk/>
            <pc:sldMk cId="1406944082" sldId="358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14.062" v="161" actId="478"/>
          <ac:spMkLst>
            <pc:docMk/>
            <pc:sldMk cId="1406944082" sldId="35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7T14:48:10.802" v="302" actId="20577"/>
        <pc:sldMkLst>
          <pc:docMk/>
          <pc:sldMk cId="2115952897" sldId="359"/>
        </pc:sldMkLst>
        <pc:spChg chg="mod">
          <ac:chgData name="Ms Alina Arshad" userId="cccdfd85-d35d-4453-9c6f-a463aae40722" providerId="ADAL" clId="{02638E59-C79E-47A1-A0E6-15FB3AF57D6E}" dt="2024-08-26T15:24:22.718" v="163" actId="113"/>
          <ac:spMkLst>
            <pc:docMk/>
            <pc:sldMk cId="2115952897" sldId="359"/>
            <ac:spMk id="2" creationId="{00000000-0000-0000-0000-000000000000}"/>
          </ac:spMkLst>
        </pc:spChg>
        <pc:spChg chg="mod">
          <ac:chgData name="Ms Alina Arshad" userId="cccdfd85-d35d-4453-9c6f-a463aae40722" providerId="ADAL" clId="{02638E59-C79E-47A1-A0E6-15FB3AF57D6E}" dt="2024-08-27T14:48:10.802" v="302" actId="20577"/>
          <ac:spMkLst>
            <pc:docMk/>
            <pc:sldMk cId="2115952897" sldId="359"/>
            <ac:spMk id="3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30.839" v="165" actId="478"/>
          <ac:spMkLst>
            <pc:docMk/>
            <pc:sldMk cId="2115952897" sldId="359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32.579" v="166" actId="478"/>
          <ac:spMkLst>
            <pc:docMk/>
            <pc:sldMk cId="2115952897" sldId="359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6T15:24:55.404" v="173" actId="478"/>
        <pc:sldMkLst>
          <pc:docMk/>
          <pc:sldMk cId="3064447784" sldId="360"/>
        </pc:sldMkLst>
        <pc:spChg chg="mod">
          <ac:chgData name="Ms Alina Arshad" userId="cccdfd85-d35d-4453-9c6f-a463aae40722" providerId="ADAL" clId="{02638E59-C79E-47A1-A0E6-15FB3AF57D6E}" dt="2024-08-26T15:24:41.428" v="168" actId="113"/>
          <ac:spMkLst>
            <pc:docMk/>
            <pc:sldMk cId="3064447784" sldId="360"/>
            <ac:spMk id="2" creationId="{00000000-0000-0000-0000-000000000000}"/>
          </ac:spMkLst>
        </pc:spChg>
        <pc:spChg chg="mod">
          <ac:chgData name="Ms Alina Arshad" userId="cccdfd85-d35d-4453-9c6f-a463aae40722" providerId="ADAL" clId="{02638E59-C79E-47A1-A0E6-15FB3AF57D6E}" dt="2024-08-26T15:24:51.359" v="171" actId="1076"/>
          <ac:spMkLst>
            <pc:docMk/>
            <pc:sldMk cId="3064447784" sldId="360"/>
            <ac:spMk id="3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53.655" v="172" actId="478"/>
          <ac:spMkLst>
            <pc:docMk/>
            <pc:sldMk cId="3064447784" sldId="360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4:55.404" v="173" actId="478"/>
          <ac:spMkLst>
            <pc:docMk/>
            <pc:sldMk cId="3064447784" sldId="360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7T14:53:00.384" v="308" actId="14100"/>
        <pc:sldMkLst>
          <pc:docMk/>
          <pc:sldMk cId="2172419699" sldId="363"/>
        </pc:sldMkLst>
        <pc:spChg chg="mod">
          <ac:chgData name="Ms Alina Arshad" userId="cccdfd85-d35d-4453-9c6f-a463aae40722" providerId="ADAL" clId="{02638E59-C79E-47A1-A0E6-15FB3AF57D6E}" dt="2024-08-26T15:25:38.020" v="185" actId="1076"/>
          <ac:spMkLst>
            <pc:docMk/>
            <pc:sldMk cId="2172419699" sldId="363"/>
            <ac:spMk id="2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5:47.990" v="189" actId="478"/>
          <ac:spMkLst>
            <pc:docMk/>
            <pc:sldMk cId="2172419699" sldId="363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5:51.889" v="190" actId="478"/>
          <ac:spMkLst>
            <pc:docMk/>
            <pc:sldMk cId="2172419699" sldId="363"/>
            <ac:spMk id="5" creationId="{00000000-0000-0000-0000-000000000000}"/>
          </ac:spMkLst>
        </pc:spChg>
        <pc:graphicFrameChg chg="mod modGraphic">
          <ac:chgData name="Ms Alina Arshad" userId="cccdfd85-d35d-4453-9c6f-a463aae40722" providerId="ADAL" clId="{02638E59-C79E-47A1-A0E6-15FB3AF57D6E}" dt="2024-08-27T14:53:00.384" v="308" actId="14100"/>
          <ac:graphicFrameMkLst>
            <pc:docMk/>
            <pc:sldMk cId="2172419699" sldId="363"/>
            <ac:graphicFrameMk id="6" creationId="{00000000-0000-0000-0000-000000000000}"/>
          </ac:graphicFrameMkLst>
        </pc:graphicFrameChg>
      </pc:sldChg>
      <pc:sldChg chg="delSp modSp mod">
        <pc:chgData name="Ms Alina Arshad" userId="cccdfd85-d35d-4453-9c6f-a463aae40722" providerId="ADAL" clId="{02638E59-C79E-47A1-A0E6-15FB3AF57D6E}" dt="2024-08-26T15:26:48.278" v="205" actId="478"/>
        <pc:sldMkLst>
          <pc:docMk/>
          <pc:sldMk cId="1503862493" sldId="364"/>
        </pc:sldMkLst>
        <pc:spChg chg="mod">
          <ac:chgData name="Ms Alina Arshad" userId="cccdfd85-d35d-4453-9c6f-a463aae40722" providerId="ADAL" clId="{02638E59-C79E-47A1-A0E6-15FB3AF57D6E}" dt="2024-08-26T15:26:26.876" v="195" actId="1076"/>
          <ac:spMkLst>
            <pc:docMk/>
            <pc:sldMk cId="1503862493" sldId="364"/>
            <ac:spMk id="2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6:46.206" v="204" actId="478"/>
          <ac:spMkLst>
            <pc:docMk/>
            <pc:sldMk cId="1503862493" sldId="364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6:48.278" v="205" actId="478"/>
          <ac:spMkLst>
            <pc:docMk/>
            <pc:sldMk cId="1503862493" sldId="364"/>
            <ac:spMk id="5" creationId="{00000000-0000-0000-0000-000000000000}"/>
          </ac:spMkLst>
        </pc:spChg>
        <pc:graphicFrameChg chg="mod modGraphic">
          <ac:chgData name="Ms Alina Arshad" userId="cccdfd85-d35d-4453-9c6f-a463aae40722" providerId="ADAL" clId="{02638E59-C79E-47A1-A0E6-15FB3AF57D6E}" dt="2024-08-26T15:26:42.071" v="203" actId="404"/>
          <ac:graphicFrameMkLst>
            <pc:docMk/>
            <pc:sldMk cId="1503862493" sldId="364"/>
            <ac:graphicFrameMk id="6" creationId="{00000000-0000-0000-0000-000000000000}"/>
          </ac:graphicFrameMkLst>
        </pc:graphicFrameChg>
      </pc:sldChg>
      <pc:sldChg chg="delSp modSp mod">
        <pc:chgData name="Ms Alina Arshad" userId="cccdfd85-d35d-4453-9c6f-a463aae40722" providerId="ADAL" clId="{02638E59-C79E-47A1-A0E6-15FB3AF57D6E}" dt="2024-08-26T15:27:25.731" v="217" actId="478"/>
        <pc:sldMkLst>
          <pc:docMk/>
          <pc:sldMk cId="2200988931" sldId="365"/>
        </pc:sldMkLst>
        <pc:spChg chg="mod">
          <ac:chgData name="Ms Alina Arshad" userId="cccdfd85-d35d-4453-9c6f-a463aae40722" providerId="ADAL" clId="{02638E59-C79E-47A1-A0E6-15FB3AF57D6E}" dt="2024-08-26T15:27:18.807" v="214" actId="1076"/>
          <ac:spMkLst>
            <pc:docMk/>
            <pc:sldMk cId="2200988931" sldId="365"/>
            <ac:spMk id="2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7:24.126" v="216" actId="478"/>
          <ac:spMkLst>
            <pc:docMk/>
            <pc:sldMk cId="2200988931" sldId="365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7:25.731" v="217" actId="478"/>
          <ac:spMkLst>
            <pc:docMk/>
            <pc:sldMk cId="2200988931" sldId="365"/>
            <ac:spMk id="5" creationId="{00000000-0000-0000-0000-000000000000}"/>
          </ac:spMkLst>
        </pc:spChg>
        <pc:graphicFrameChg chg="mod modGraphic">
          <ac:chgData name="Ms Alina Arshad" userId="cccdfd85-d35d-4453-9c6f-a463aae40722" providerId="ADAL" clId="{02638E59-C79E-47A1-A0E6-15FB3AF57D6E}" dt="2024-08-26T15:27:20.984" v="215" actId="14100"/>
          <ac:graphicFrameMkLst>
            <pc:docMk/>
            <pc:sldMk cId="2200988931" sldId="365"/>
            <ac:graphicFrameMk id="6" creationId="{00000000-0000-0000-0000-000000000000}"/>
          </ac:graphicFrameMkLst>
        </pc:graphicFrameChg>
      </pc:sldChg>
      <pc:sldChg chg="delSp modSp add mod modNotesTx">
        <pc:chgData name="Ms Alina Arshad" userId="cccdfd85-d35d-4453-9c6f-a463aae40722" providerId="ADAL" clId="{02638E59-C79E-47A1-A0E6-15FB3AF57D6E}" dt="2024-08-27T13:10:42.664" v="220"/>
        <pc:sldMkLst>
          <pc:docMk/>
          <pc:sldMk cId="1781116589" sldId="366"/>
        </pc:sldMkLst>
        <pc:spChg chg="mod">
          <ac:chgData name="Ms Alina Arshad" userId="cccdfd85-d35d-4453-9c6f-a463aae40722" providerId="ADAL" clId="{02638E59-C79E-47A1-A0E6-15FB3AF57D6E}" dt="2024-08-26T15:12:01.243" v="7" actId="14100"/>
          <ac:spMkLst>
            <pc:docMk/>
            <pc:sldMk cId="1781116589" sldId="366"/>
            <ac:spMk id="2" creationId="{A0C090D7-D05F-45D3-A318-37E6B78F5C67}"/>
          </ac:spMkLst>
        </pc:spChg>
        <pc:spChg chg="mod">
          <ac:chgData name="Ms Alina Arshad" userId="cccdfd85-d35d-4453-9c6f-a463aae40722" providerId="ADAL" clId="{02638E59-C79E-47A1-A0E6-15FB3AF57D6E}" dt="2024-08-27T13:07:10.295" v="219" actId="207"/>
          <ac:spMkLst>
            <pc:docMk/>
            <pc:sldMk cId="1781116589" sldId="366"/>
            <ac:spMk id="3" creationId="{F20DB1B1-9585-4CAB-B934-942F3A84346C}"/>
          </ac:spMkLst>
        </pc:spChg>
        <pc:spChg chg="del">
          <ac:chgData name="Ms Alina Arshad" userId="cccdfd85-d35d-4453-9c6f-a463aae40722" providerId="ADAL" clId="{02638E59-C79E-47A1-A0E6-15FB3AF57D6E}" dt="2024-08-27T13:06:54.971" v="218" actId="478"/>
          <ac:spMkLst>
            <pc:docMk/>
            <pc:sldMk cId="1781116589" sldId="36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02638E59-C79E-47A1-A0E6-15FB3AF57D6E}" dt="2024-08-26T15:12:46.392" v="13" actId="207"/>
        <pc:sldMkLst>
          <pc:docMk/>
          <pc:sldMk cId="2646350301" sldId="367"/>
        </pc:sldMkLst>
        <pc:spChg chg="mod">
          <ac:chgData name="Ms Alina Arshad" userId="cccdfd85-d35d-4453-9c6f-a463aae40722" providerId="ADAL" clId="{02638E59-C79E-47A1-A0E6-15FB3AF57D6E}" dt="2024-08-26T15:12:32.496" v="10" actId="207"/>
          <ac:spMkLst>
            <pc:docMk/>
            <pc:sldMk cId="2646350301" sldId="367"/>
            <ac:spMk id="2" creationId="{155C348D-F69B-45D0-ACBD-3F5BF256BF5D}"/>
          </ac:spMkLst>
        </pc:spChg>
        <pc:spChg chg="mod">
          <ac:chgData name="Ms Alina Arshad" userId="cccdfd85-d35d-4453-9c6f-a463aae40722" providerId="ADAL" clId="{02638E59-C79E-47A1-A0E6-15FB3AF57D6E}" dt="2024-08-26T15:12:46.392" v="13" actId="207"/>
          <ac:spMkLst>
            <pc:docMk/>
            <pc:sldMk cId="2646350301" sldId="367"/>
            <ac:spMk id="3" creationId="{2518979F-5DCB-4663-9049-A6A42C1D2313}"/>
          </ac:spMkLst>
        </pc:spChg>
      </pc:sldChg>
      <pc:sldChg chg="modSp add del mod">
        <pc:chgData name="Ms Alina Arshad" userId="cccdfd85-d35d-4453-9c6f-a463aae40722" providerId="ADAL" clId="{02638E59-C79E-47A1-A0E6-15FB3AF57D6E}" dt="2024-08-27T13:39:30.174" v="226" actId="207"/>
        <pc:sldMkLst>
          <pc:docMk/>
          <pc:sldMk cId="894339878" sldId="370"/>
        </pc:sldMkLst>
        <pc:spChg chg="mod">
          <ac:chgData name="Ms Alina Arshad" userId="cccdfd85-d35d-4453-9c6f-a463aae40722" providerId="ADAL" clId="{02638E59-C79E-47A1-A0E6-15FB3AF57D6E}" dt="2024-08-26T15:14:12.772" v="34" actId="255"/>
          <ac:spMkLst>
            <pc:docMk/>
            <pc:sldMk cId="894339878" sldId="370"/>
            <ac:spMk id="3" creationId="{F719AF17-4A50-442D-8BAE-92C5A7A642D6}"/>
          </ac:spMkLst>
        </pc:spChg>
        <pc:spChg chg="mod">
          <ac:chgData name="Ms Alina Arshad" userId="cccdfd85-d35d-4453-9c6f-a463aae40722" providerId="ADAL" clId="{02638E59-C79E-47A1-A0E6-15FB3AF57D6E}" dt="2024-08-27T13:39:30.174" v="226" actId="207"/>
          <ac:spMkLst>
            <pc:docMk/>
            <pc:sldMk cId="894339878" sldId="370"/>
            <ac:spMk id="4" creationId="{27B26C27-5244-43B2-BAF4-DCEE004C3DB8}"/>
          </ac:spMkLst>
        </pc:spChg>
      </pc:sldChg>
      <pc:sldChg chg="delSp modSp mod modNotesTx">
        <pc:chgData name="Ms Alina Arshad" userId="cccdfd85-d35d-4453-9c6f-a463aae40722" providerId="ADAL" clId="{02638E59-C79E-47A1-A0E6-15FB3AF57D6E}" dt="2024-08-27T13:45:47.805" v="229" actId="20577"/>
        <pc:sldMkLst>
          <pc:docMk/>
          <pc:sldMk cId="3075587618" sldId="371"/>
        </pc:sldMkLst>
        <pc:spChg chg="mod">
          <ac:chgData name="Ms Alina Arshad" userId="cccdfd85-d35d-4453-9c6f-a463aae40722" providerId="ADAL" clId="{02638E59-C79E-47A1-A0E6-15FB3AF57D6E}" dt="2024-08-26T15:16:12.623" v="63" actId="113"/>
          <ac:spMkLst>
            <pc:docMk/>
            <pc:sldMk cId="3075587618" sldId="371"/>
            <ac:spMk id="2" creationId="{00DCA1DC-987D-45F4-BAA9-25C5AE5DFAED}"/>
          </ac:spMkLst>
        </pc:spChg>
        <pc:spChg chg="mod">
          <ac:chgData name="Ms Alina Arshad" userId="cccdfd85-d35d-4453-9c6f-a463aae40722" providerId="ADAL" clId="{02638E59-C79E-47A1-A0E6-15FB3AF57D6E}" dt="2024-08-27T13:44:51.598" v="227" actId="207"/>
          <ac:spMkLst>
            <pc:docMk/>
            <pc:sldMk cId="3075587618" sldId="371"/>
            <ac:spMk id="3" creationId="{1C4C16D6-1702-42BB-9140-AAAFC8AE4A27}"/>
          </ac:spMkLst>
        </pc:spChg>
        <pc:spChg chg="del">
          <ac:chgData name="Ms Alina Arshad" userId="cccdfd85-d35d-4453-9c6f-a463aae40722" providerId="ADAL" clId="{02638E59-C79E-47A1-A0E6-15FB3AF57D6E}" dt="2024-08-26T15:16:27.154" v="64" actId="478"/>
          <ac:spMkLst>
            <pc:docMk/>
            <pc:sldMk cId="3075587618" sldId="371"/>
            <ac:spMk id="4" creationId="{00000000-0000-0000-0000-000000000000}"/>
          </ac:spMkLst>
        </pc:spChg>
        <pc:spChg chg="del mod">
          <ac:chgData name="Ms Alina Arshad" userId="cccdfd85-d35d-4453-9c6f-a463aae40722" providerId="ADAL" clId="{02638E59-C79E-47A1-A0E6-15FB3AF57D6E}" dt="2024-08-26T15:16:32.739" v="67" actId="478"/>
          <ac:spMkLst>
            <pc:docMk/>
            <pc:sldMk cId="3075587618" sldId="371"/>
            <ac:spMk id="5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02638E59-C79E-47A1-A0E6-15FB3AF57D6E}" dt="2024-08-27T13:39:24.538" v="225" actId="1036"/>
        <pc:sldMkLst>
          <pc:docMk/>
          <pc:sldMk cId="2581933320" sldId="373"/>
        </pc:sldMkLst>
        <pc:spChg chg="mod">
          <ac:chgData name="Ms Alina Arshad" userId="cccdfd85-d35d-4453-9c6f-a463aae40722" providerId="ADAL" clId="{02638E59-C79E-47A1-A0E6-15FB3AF57D6E}" dt="2024-08-27T13:35:02.890" v="221" actId="207"/>
          <ac:spMkLst>
            <pc:docMk/>
            <pc:sldMk cId="2581933320" sldId="373"/>
            <ac:spMk id="2" creationId="{B9909D96-40BC-4DFD-AECF-A509D6DA7F7B}"/>
          </ac:spMkLst>
        </pc:spChg>
        <pc:spChg chg="mod">
          <ac:chgData name="Ms Alina Arshad" userId="cccdfd85-d35d-4453-9c6f-a463aae40722" providerId="ADAL" clId="{02638E59-C79E-47A1-A0E6-15FB3AF57D6E}" dt="2024-08-27T13:35:11.759" v="222" actId="207"/>
          <ac:spMkLst>
            <pc:docMk/>
            <pc:sldMk cId="2581933320" sldId="373"/>
            <ac:spMk id="3" creationId="{2A850F42-06ED-4BE7-9DC3-7A21FA0AAEAB}"/>
          </ac:spMkLst>
        </pc:spChg>
        <pc:spChg chg="add del">
          <ac:chgData name="Ms Alina Arshad" userId="cccdfd85-d35d-4453-9c6f-a463aae40722" providerId="ADAL" clId="{02638E59-C79E-47A1-A0E6-15FB3AF57D6E}" dt="2024-08-27T13:39:16.661" v="224" actId="22"/>
          <ac:spMkLst>
            <pc:docMk/>
            <pc:sldMk cId="2581933320" sldId="373"/>
            <ac:spMk id="6" creationId="{01436485-7875-51F4-313E-7B9A9832A6BE}"/>
          </ac:spMkLst>
        </pc:spChg>
        <pc:picChg chg="mod">
          <ac:chgData name="Ms Alina Arshad" userId="cccdfd85-d35d-4453-9c6f-a463aae40722" providerId="ADAL" clId="{02638E59-C79E-47A1-A0E6-15FB3AF57D6E}" dt="2024-08-27T13:39:24.538" v="225" actId="1036"/>
          <ac:picMkLst>
            <pc:docMk/>
            <pc:sldMk cId="2581933320" sldId="373"/>
            <ac:picMk id="4" creationId="{47E901C3-88FE-4B0F-8736-32CA0B98907C}"/>
          </ac:picMkLst>
        </pc:picChg>
      </pc:sldChg>
      <pc:sldChg chg="delSp modSp mod">
        <pc:chgData name="Ms Alina Arshad" userId="cccdfd85-d35d-4453-9c6f-a463aae40722" providerId="ADAL" clId="{02638E59-C79E-47A1-A0E6-15FB3AF57D6E}" dt="2024-08-27T14:00:31.441" v="266" actId="1076"/>
        <pc:sldMkLst>
          <pc:docMk/>
          <pc:sldMk cId="2678606632" sldId="374"/>
        </pc:sldMkLst>
        <pc:spChg chg="mod">
          <ac:chgData name="Ms Alina Arshad" userId="cccdfd85-d35d-4453-9c6f-a463aae40722" providerId="ADAL" clId="{02638E59-C79E-47A1-A0E6-15FB3AF57D6E}" dt="2024-08-27T14:00:30.405" v="265" actId="1076"/>
          <ac:spMkLst>
            <pc:docMk/>
            <pc:sldMk cId="2678606632" sldId="374"/>
            <ac:spMk id="2" creationId="{3BFABFD2-2351-445F-90A6-6410DDD74A73}"/>
          </ac:spMkLst>
        </pc:spChg>
        <pc:spChg chg="del">
          <ac:chgData name="Ms Alina Arshad" userId="cccdfd85-d35d-4453-9c6f-a463aae40722" providerId="ADAL" clId="{02638E59-C79E-47A1-A0E6-15FB3AF57D6E}" dt="2024-08-26T15:19:02.867" v="102" actId="478"/>
          <ac:spMkLst>
            <pc:docMk/>
            <pc:sldMk cId="2678606632" sldId="374"/>
            <ac:spMk id="3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9:04.783" v="103" actId="478"/>
          <ac:spMkLst>
            <pc:docMk/>
            <pc:sldMk cId="2678606632" sldId="374"/>
            <ac:spMk id="5" creationId="{00000000-0000-0000-0000-000000000000}"/>
          </ac:spMkLst>
        </pc:spChg>
        <pc:picChg chg="mod">
          <ac:chgData name="Ms Alina Arshad" userId="cccdfd85-d35d-4453-9c6f-a463aae40722" providerId="ADAL" clId="{02638E59-C79E-47A1-A0E6-15FB3AF57D6E}" dt="2024-08-27T14:00:31.441" v="266" actId="1076"/>
          <ac:picMkLst>
            <pc:docMk/>
            <pc:sldMk cId="2678606632" sldId="374"/>
            <ac:picMk id="4" creationId="{33A687BE-3C40-46B6-B9EB-C383E868B5F5}"/>
          </ac:picMkLst>
        </pc:picChg>
      </pc:sldChg>
      <pc:sldChg chg="delSp modSp mod">
        <pc:chgData name="Ms Alina Arshad" userId="cccdfd85-d35d-4453-9c6f-a463aae40722" providerId="ADAL" clId="{02638E59-C79E-47A1-A0E6-15FB3AF57D6E}" dt="2024-08-27T14:03:05.496" v="267" actId="207"/>
        <pc:sldMkLst>
          <pc:docMk/>
          <pc:sldMk cId="1482969484" sldId="375"/>
        </pc:sldMkLst>
        <pc:spChg chg="mod">
          <ac:chgData name="Ms Alina Arshad" userId="cccdfd85-d35d-4453-9c6f-a463aae40722" providerId="ADAL" clId="{02638E59-C79E-47A1-A0E6-15FB3AF57D6E}" dt="2024-08-26T15:19:20.040" v="107" actId="113"/>
          <ac:spMkLst>
            <pc:docMk/>
            <pc:sldMk cId="1482969484" sldId="375"/>
            <ac:spMk id="2" creationId="{829B49C1-8683-4E3F-A879-5163736B8C50}"/>
          </ac:spMkLst>
        </pc:spChg>
        <pc:spChg chg="mod">
          <ac:chgData name="Ms Alina Arshad" userId="cccdfd85-d35d-4453-9c6f-a463aae40722" providerId="ADAL" clId="{02638E59-C79E-47A1-A0E6-15FB3AF57D6E}" dt="2024-08-27T14:03:05.496" v="267" actId="207"/>
          <ac:spMkLst>
            <pc:docMk/>
            <pc:sldMk cId="1482969484" sldId="375"/>
            <ac:spMk id="3" creationId="{76698101-AE6A-4BBF-B546-517298494D5C}"/>
          </ac:spMkLst>
        </pc:spChg>
        <pc:spChg chg="del">
          <ac:chgData name="Ms Alina Arshad" userId="cccdfd85-d35d-4453-9c6f-a463aae40722" providerId="ADAL" clId="{02638E59-C79E-47A1-A0E6-15FB3AF57D6E}" dt="2024-08-26T15:19:25.922" v="108" actId="478"/>
          <ac:spMkLst>
            <pc:docMk/>
            <pc:sldMk cId="1482969484" sldId="375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9:27.675" v="109" actId="478"/>
          <ac:spMkLst>
            <pc:docMk/>
            <pc:sldMk cId="1482969484" sldId="375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6T15:22:17.002" v="129" actId="1076"/>
        <pc:sldMkLst>
          <pc:docMk/>
          <pc:sldMk cId="642482422" sldId="376"/>
        </pc:sldMkLst>
        <pc:spChg chg="mod">
          <ac:chgData name="Ms Alina Arshad" userId="cccdfd85-d35d-4453-9c6f-a463aae40722" providerId="ADAL" clId="{02638E59-C79E-47A1-A0E6-15FB3AF57D6E}" dt="2024-08-26T15:21:12.249" v="114" actId="1076"/>
          <ac:spMkLst>
            <pc:docMk/>
            <pc:sldMk cId="642482422" sldId="376"/>
            <ac:spMk id="2" creationId="{DFB40191-D16F-458B-9F22-34C968F86048}"/>
          </ac:spMkLst>
        </pc:spChg>
        <pc:spChg chg="del mod">
          <ac:chgData name="Ms Alina Arshad" userId="cccdfd85-d35d-4453-9c6f-a463aae40722" providerId="ADAL" clId="{02638E59-C79E-47A1-A0E6-15FB3AF57D6E}" dt="2024-08-26T15:21:35.169" v="121" actId="478"/>
          <ac:spMkLst>
            <pc:docMk/>
            <pc:sldMk cId="642482422" sldId="376"/>
            <ac:spMk id="3" creationId="{00000000-0000-0000-0000-000000000000}"/>
          </ac:spMkLst>
        </pc:spChg>
        <pc:spChg chg="mod">
          <ac:chgData name="Ms Alina Arshad" userId="cccdfd85-d35d-4453-9c6f-a463aae40722" providerId="ADAL" clId="{02638E59-C79E-47A1-A0E6-15FB3AF57D6E}" dt="2024-08-26T15:22:17.002" v="129" actId="1076"/>
          <ac:spMkLst>
            <pc:docMk/>
            <pc:sldMk cId="642482422" sldId="376"/>
            <ac:spMk id="5" creationId="{067DF56C-00F5-4B01-B7A3-2FD84D720FEE}"/>
          </ac:spMkLst>
        </pc:spChg>
        <pc:spChg chg="del">
          <ac:chgData name="Ms Alina Arshad" userId="cccdfd85-d35d-4453-9c6f-a463aae40722" providerId="ADAL" clId="{02638E59-C79E-47A1-A0E6-15FB3AF57D6E}" dt="2024-08-26T15:21:37.714" v="122" actId="478"/>
          <ac:spMkLst>
            <pc:docMk/>
            <pc:sldMk cId="642482422" sldId="376"/>
            <ac:spMk id="6" creationId="{00000000-0000-0000-0000-000000000000}"/>
          </ac:spMkLst>
        </pc:spChg>
        <pc:picChg chg="mod">
          <ac:chgData name="Ms Alina Arshad" userId="cccdfd85-d35d-4453-9c6f-a463aae40722" providerId="ADAL" clId="{02638E59-C79E-47A1-A0E6-15FB3AF57D6E}" dt="2024-08-26T15:22:13.464" v="128" actId="1076"/>
          <ac:picMkLst>
            <pc:docMk/>
            <pc:sldMk cId="642482422" sldId="376"/>
            <ac:picMk id="4" creationId="{6550D0BB-28D8-448E-9B76-9FBDB43C7D03}"/>
          </ac:picMkLst>
        </pc:picChg>
      </pc:sldChg>
      <pc:sldChg chg="delSp modSp mod">
        <pc:chgData name="Ms Alina Arshad" userId="cccdfd85-d35d-4453-9c6f-a463aae40722" providerId="ADAL" clId="{02638E59-C79E-47A1-A0E6-15FB3AF57D6E}" dt="2024-08-27T14:41:43.168" v="273" actId="207"/>
        <pc:sldMkLst>
          <pc:docMk/>
          <pc:sldMk cId="1677014207" sldId="377"/>
        </pc:sldMkLst>
        <pc:spChg chg="mod">
          <ac:chgData name="Ms Alina Arshad" userId="cccdfd85-d35d-4453-9c6f-a463aae40722" providerId="ADAL" clId="{02638E59-C79E-47A1-A0E6-15FB3AF57D6E}" dt="2024-08-26T15:22:40.205" v="137" actId="113"/>
          <ac:spMkLst>
            <pc:docMk/>
            <pc:sldMk cId="1677014207" sldId="377"/>
            <ac:spMk id="2" creationId="{AEE3B738-55D2-4EC0-88A9-3F5ABB238D79}"/>
          </ac:spMkLst>
        </pc:spChg>
        <pc:spChg chg="mod">
          <ac:chgData name="Ms Alina Arshad" userId="cccdfd85-d35d-4453-9c6f-a463aae40722" providerId="ADAL" clId="{02638E59-C79E-47A1-A0E6-15FB3AF57D6E}" dt="2024-08-27T14:41:43.168" v="273" actId="207"/>
          <ac:spMkLst>
            <pc:docMk/>
            <pc:sldMk cId="1677014207" sldId="377"/>
            <ac:spMk id="3" creationId="{367300C0-5CF2-4030-965C-BD1A8BC2D5D9}"/>
          </ac:spMkLst>
        </pc:spChg>
        <pc:spChg chg="del">
          <ac:chgData name="Ms Alina Arshad" userId="cccdfd85-d35d-4453-9c6f-a463aae40722" providerId="ADAL" clId="{02638E59-C79E-47A1-A0E6-15FB3AF57D6E}" dt="2024-08-26T15:22:25.034" v="130" actId="478"/>
          <ac:spMkLst>
            <pc:docMk/>
            <pc:sldMk cId="1677014207" sldId="377"/>
            <ac:spMk id="4" creationId="{00000000-0000-0000-0000-000000000000}"/>
          </ac:spMkLst>
        </pc:spChg>
        <pc:spChg chg="del mod">
          <ac:chgData name="Ms Alina Arshad" userId="cccdfd85-d35d-4453-9c6f-a463aae40722" providerId="ADAL" clId="{02638E59-C79E-47A1-A0E6-15FB3AF57D6E}" dt="2024-08-26T15:22:31.073" v="134" actId="478"/>
          <ac:spMkLst>
            <pc:docMk/>
            <pc:sldMk cId="1677014207" sldId="377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7T14:14:40.336" v="271" actId="207"/>
        <pc:sldMkLst>
          <pc:docMk/>
          <pc:sldMk cId="668555099" sldId="378"/>
        </pc:sldMkLst>
        <pc:spChg chg="mod">
          <ac:chgData name="Ms Alina Arshad" userId="cccdfd85-d35d-4453-9c6f-a463aae40722" providerId="ADAL" clId="{02638E59-C79E-47A1-A0E6-15FB3AF57D6E}" dt="2024-08-26T15:23:50.548" v="148" actId="14100"/>
          <ac:spMkLst>
            <pc:docMk/>
            <pc:sldMk cId="668555099" sldId="378"/>
            <ac:spMk id="2" creationId="{61EA7016-4B8F-45B8-AEDE-18B1246D6904}"/>
          </ac:spMkLst>
        </pc:spChg>
        <pc:spChg chg="mod">
          <ac:chgData name="Ms Alina Arshad" userId="cccdfd85-d35d-4453-9c6f-a463aae40722" providerId="ADAL" clId="{02638E59-C79E-47A1-A0E6-15FB3AF57D6E}" dt="2024-08-27T14:14:40.336" v="271" actId="207"/>
          <ac:spMkLst>
            <pc:docMk/>
            <pc:sldMk cId="668555099" sldId="378"/>
            <ac:spMk id="3" creationId="{A4322F44-F855-4F72-B693-ED59782EF581}"/>
          </ac:spMkLst>
        </pc:spChg>
        <pc:spChg chg="del">
          <ac:chgData name="Ms Alina Arshad" userId="cccdfd85-d35d-4453-9c6f-a463aae40722" providerId="ADAL" clId="{02638E59-C79E-47A1-A0E6-15FB3AF57D6E}" dt="2024-08-26T15:23:14.469" v="139" actId="478"/>
          <ac:spMkLst>
            <pc:docMk/>
            <pc:sldMk cId="668555099" sldId="378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3:16.941" v="140" actId="478"/>
          <ac:spMkLst>
            <pc:docMk/>
            <pc:sldMk cId="668555099" sldId="37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6T15:15:51.331" v="58" actId="478"/>
        <pc:sldMkLst>
          <pc:docMk/>
          <pc:sldMk cId="856986137" sldId="380"/>
        </pc:sldMkLst>
        <pc:spChg chg="del">
          <ac:chgData name="Ms Alina Arshad" userId="cccdfd85-d35d-4453-9c6f-a463aae40722" providerId="ADAL" clId="{02638E59-C79E-47A1-A0E6-15FB3AF57D6E}" dt="2024-08-26T15:15:49.267" v="57" actId="478"/>
          <ac:spMkLst>
            <pc:docMk/>
            <pc:sldMk cId="856986137" sldId="380"/>
            <ac:spMk id="2" creationId="{00000000-0000-0000-0000-000000000000}"/>
          </ac:spMkLst>
        </pc:spChg>
        <pc:spChg chg="mod">
          <ac:chgData name="Ms Alina Arshad" userId="cccdfd85-d35d-4453-9c6f-a463aae40722" providerId="ADAL" clId="{02638E59-C79E-47A1-A0E6-15FB3AF57D6E}" dt="2024-08-26T15:15:24.290" v="56" actId="113"/>
          <ac:spMkLst>
            <pc:docMk/>
            <pc:sldMk cId="856986137" sldId="380"/>
            <ac:spMk id="4" creationId="{27B26C27-5244-43B2-BAF4-DCEE004C3DB8}"/>
          </ac:spMkLst>
        </pc:spChg>
        <pc:spChg chg="del">
          <ac:chgData name="Ms Alina Arshad" userId="cccdfd85-d35d-4453-9c6f-a463aae40722" providerId="ADAL" clId="{02638E59-C79E-47A1-A0E6-15FB3AF57D6E}" dt="2024-08-26T15:15:51.331" v="58" actId="478"/>
          <ac:spMkLst>
            <pc:docMk/>
            <pc:sldMk cId="856986137" sldId="380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02638E59-C79E-47A1-A0E6-15FB3AF57D6E}" dt="2024-08-25T13:50:55.590" v="0" actId="2696"/>
        <pc:sldMkLst>
          <pc:docMk/>
          <pc:sldMk cId="1584583967" sldId="381"/>
        </pc:sldMkLst>
      </pc:sldChg>
      <pc:sldChg chg="delSp modSp mod">
        <pc:chgData name="Ms Alina Arshad" userId="cccdfd85-d35d-4453-9c6f-a463aae40722" providerId="ADAL" clId="{02638E59-C79E-47A1-A0E6-15FB3AF57D6E}" dt="2024-08-27T13:46:53.855" v="259" actId="20577"/>
        <pc:sldMkLst>
          <pc:docMk/>
          <pc:sldMk cId="2289773963" sldId="382"/>
        </pc:sldMkLst>
        <pc:spChg chg="mod">
          <ac:chgData name="Ms Alina Arshad" userId="cccdfd85-d35d-4453-9c6f-a463aae40722" providerId="ADAL" clId="{02638E59-C79E-47A1-A0E6-15FB3AF57D6E}" dt="2024-08-27T13:46:09.403" v="230" actId="207"/>
          <ac:spMkLst>
            <pc:docMk/>
            <pc:sldMk cId="2289773963" sldId="382"/>
            <ac:spMk id="2" creationId="{C1D51806-7C89-48B8-84EF-E6D6AA8B1064}"/>
          </ac:spMkLst>
        </pc:spChg>
        <pc:spChg chg="mod">
          <ac:chgData name="Ms Alina Arshad" userId="cccdfd85-d35d-4453-9c6f-a463aae40722" providerId="ADAL" clId="{02638E59-C79E-47A1-A0E6-15FB3AF57D6E}" dt="2024-08-27T13:46:53.855" v="259" actId="20577"/>
          <ac:spMkLst>
            <pc:docMk/>
            <pc:sldMk cId="2289773963" sldId="382"/>
            <ac:spMk id="3" creationId="{38D3A1D2-3603-4C7B-996A-04D0322876AD}"/>
          </ac:spMkLst>
        </pc:spChg>
        <pc:spChg chg="del">
          <ac:chgData name="Ms Alina Arshad" userId="cccdfd85-d35d-4453-9c6f-a463aae40722" providerId="ADAL" clId="{02638E59-C79E-47A1-A0E6-15FB3AF57D6E}" dt="2024-08-26T15:17:16.618" v="76" actId="478"/>
          <ac:spMkLst>
            <pc:docMk/>
            <pc:sldMk cId="2289773963" sldId="382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7:18.474" v="77" actId="478"/>
          <ac:spMkLst>
            <pc:docMk/>
            <pc:sldMk cId="2289773963" sldId="38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6T15:18:16.135" v="88" actId="207"/>
        <pc:sldMkLst>
          <pc:docMk/>
          <pc:sldMk cId="2495083571" sldId="383"/>
        </pc:sldMkLst>
        <pc:spChg chg="mod">
          <ac:chgData name="Ms Alina Arshad" userId="cccdfd85-d35d-4453-9c6f-a463aae40722" providerId="ADAL" clId="{02638E59-C79E-47A1-A0E6-15FB3AF57D6E}" dt="2024-08-26T15:18:06.791" v="85" actId="113"/>
          <ac:spMkLst>
            <pc:docMk/>
            <pc:sldMk cId="2495083571" sldId="383"/>
            <ac:spMk id="2" creationId="{3C8FF925-8124-4A57-B18C-899EC69DC5CA}"/>
          </ac:spMkLst>
        </pc:spChg>
        <pc:spChg chg="mod">
          <ac:chgData name="Ms Alina Arshad" userId="cccdfd85-d35d-4453-9c6f-a463aae40722" providerId="ADAL" clId="{02638E59-C79E-47A1-A0E6-15FB3AF57D6E}" dt="2024-08-26T15:18:16.135" v="88" actId="207"/>
          <ac:spMkLst>
            <pc:docMk/>
            <pc:sldMk cId="2495083571" sldId="383"/>
            <ac:spMk id="3" creationId="{56A09ED3-BDC9-4E81-B181-0D00BC41E863}"/>
          </ac:spMkLst>
        </pc:spChg>
        <pc:spChg chg="del">
          <ac:chgData name="Ms Alina Arshad" userId="cccdfd85-d35d-4453-9c6f-a463aae40722" providerId="ADAL" clId="{02638E59-C79E-47A1-A0E6-15FB3AF57D6E}" dt="2024-08-26T15:18:09.318" v="86" actId="478"/>
          <ac:spMkLst>
            <pc:docMk/>
            <pc:sldMk cId="2495083571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8:11.226" v="87" actId="478"/>
          <ac:spMkLst>
            <pc:docMk/>
            <pc:sldMk cId="2495083571" sldId="38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2638E59-C79E-47A1-A0E6-15FB3AF57D6E}" dt="2024-08-26T15:18:46.587" v="96" actId="478"/>
        <pc:sldMkLst>
          <pc:docMk/>
          <pc:sldMk cId="2862048384" sldId="384"/>
        </pc:sldMkLst>
        <pc:spChg chg="mod">
          <ac:chgData name="Ms Alina Arshad" userId="cccdfd85-d35d-4453-9c6f-a463aae40722" providerId="ADAL" clId="{02638E59-C79E-47A1-A0E6-15FB3AF57D6E}" dt="2024-08-26T15:18:30.244" v="91" actId="113"/>
          <ac:spMkLst>
            <pc:docMk/>
            <pc:sldMk cId="2862048384" sldId="384"/>
            <ac:spMk id="2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8:44.819" v="95" actId="478"/>
          <ac:spMkLst>
            <pc:docMk/>
            <pc:sldMk cId="2862048384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18:46.587" v="96" actId="478"/>
          <ac:spMkLst>
            <pc:docMk/>
            <pc:sldMk cId="2862048384" sldId="384"/>
            <ac:spMk id="5" creationId="{00000000-0000-0000-0000-000000000000}"/>
          </ac:spMkLst>
        </pc:spChg>
        <pc:picChg chg="mod">
          <ac:chgData name="Ms Alina Arshad" userId="cccdfd85-d35d-4453-9c6f-a463aae40722" providerId="ADAL" clId="{02638E59-C79E-47A1-A0E6-15FB3AF57D6E}" dt="2024-08-26T15:18:43.047" v="94" actId="1076"/>
          <ac:picMkLst>
            <pc:docMk/>
            <pc:sldMk cId="2862048384" sldId="384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02638E59-C79E-47A1-A0E6-15FB3AF57D6E}" dt="2024-08-27T14:49:09.655" v="303" actId="113"/>
        <pc:sldMkLst>
          <pc:docMk/>
          <pc:sldMk cId="2459502712" sldId="385"/>
        </pc:sldMkLst>
        <pc:spChg chg="mod">
          <ac:chgData name="Ms Alina Arshad" userId="cccdfd85-d35d-4453-9c6f-a463aae40722" providerId="ADAL" clId="{02638E59-C79E-47A1-A0E6-15FB3AF57D6E}" dt="2024-08-27T14:49:09.655" v="303" actId="113"/>
          <ac:spMkLst>
            <pc:docMk/>
            <pc:sldMk cId="2459502712" sldId="385"/>
            <ac:spMk id="2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5:08.409" v="176" actId="478"/>
          <ac:spMkLst>
            <pc:docMk/>
            <pc:sldMk cId="2459502712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02638E59-C79E-47A1-A0E6-15FB3AF57D6E}" dt="2024-08-26T15:25:14.413" v="177" actId="478"/>
          <ac:spMkLst>
            <pc:docMk/>
            <pc:sldMk cId="2459502712" sldId="385"/>
            <ac:spMk id="5" creationId="{00000000-0000-0000-0000-000000000000}"/>
          </ac:spMkLst>
        </pc:spChg>
        <pc:graphicFrameChg chg="mod modGraphic">
          <ac:chgData name="Ms Alina Arshad" userId="cccdfd85-d35d-4453-9c6f-a463aae40722" providerId="ADAL" clId="{02638E59-C79E-47A1-A0E6-15FB3AF57D6E}" dt="2024-08-26T15:25:05.427" v="175" actId="14100"/>
          <ac:graphicFrameMkLst>
            <pc:docMk/>
            <pc:sldMk cId="2459502712" sldId="385"/>
            <ac:graphicFrameMk id="6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02638E59-C79E-47A1-A0E6-15FB3AF57D6E}" dt="2024-08-26T15:15:07.131" v="51" actId="113"/>
        <pc:sldMkLst>
          <pc:docMk/>
          <pc:sldMk cId="1584583967" sldId="386"/>
        </pc:sldMkLst>
        <pc:spChg chg="mod">
          <ac:chgData name="Ms Alina Arshad" userId="cccdfd85-d35d-4453-9c6f-a463aae40722" providerId="ADAL" clId="{02638E59-C79E-47A1-A0E6-15FB3AF57D6E}" dt="2024-08-26T15:15:07.131" v="51" actId="113"/>
          <ac:spMkLst>
            <pc:docMk/>
            <pc:sldMk cId="1584583967" sldId="386"/>
            <ac:spMk id="2" creationId="{00000000-0000-0000-0000-000000000000}"/>
          </ac:spMkLst>
        </pc:spChg>
        <pc:picChg chg="mod">
          <ac:chgData name="Ms Alina Arshad" userId="cccdfd85-d35d-4453-9c6f-a463aae40722" providerId="ADAL" clId="{02638E59-C79E-47A1-A0E6-15FB3AF57D6E}" dt="2024-08-26T15:14:48.570" v="46" actId="1076"/>
          <ac:picMkLst>
            <pc:docMk/>
            <pc:sldMk cId="1584583967" sldId="38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2638E59-C79E-47A1-A0E6-15FB3AF57D6E}" dt="2024-08-26T15:15:02.003" v="50" actId="14100"/>
          <ac:picMkLst>
            <pc:docMk/>
            <pc:sldMk cId="1584583967" sldId="386"/>
            <ac:picMk id="7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366A310D-27BB-4D75-94C9-F63C168084E5}"/>
    <pc:docChg chg="addSld delSld modSld">
      <pc:chgData name="Ms Alina Arshad" userId="cccdfd85-d35d-4453-9c6f-a463aae40722" providerId="ADAL" clId="{366A310D-27BB-4D75-94C9-F63C168084E5}" dt="2024-09-05T08:33:31.091" v="23" actId="20577"/>
      <pc:docMkLst>
        <pc:docMk/>
      </pc:docMkLst>
      <pc:sldChg chg="modSp mod">
        <pc:chgData name="Ms Alina Arshad" userId="cccdfd85-d35d-4453-9c6f-a463aae40722" providerId="ADAL" clId="{366A310D-27BB-4D75-94C9-F63C168084E5}" dt="2024-09-05T08:33:31.091" v="2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366A310D-27BB-4D75-94C9-F63C168084E5}" dt="2024-09-04T09:10:48.093" v="8" actId="14100"/>
          <ac:spMkLst>
            <pc:docMk/>
            <pc:sldMk cId="3322361034" sldId="256"/>
            <ac:spMk id="2" creationId="{3B74B019-E1ED-7643-5A50-74CEA7F41E88}"/>
          </ac:spMkLst>
        </pc:spChg>
        <pc:spChg chg="mod">
          <ac:chgData name="Ms Alina Arshad" userId="cccdfd85-d35d-4453-9c6f-a463aae40722" providerId="ADAL" clId="{366A310D-27BB-4D75-94C9-F63C168084E5}" dt="2024-09-05T08:33:31.091" v="2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">
        <pc:chgData name="Ms Alina Arshad" userId="cccdfd85-d35d-4453-9c6f-a463aae40722" providerId="ADAL" clId="{366A310D-27BB-4D75-94C9-F63C168084E5}" dt="2024-09-04T09:45:25.889" v="14" actId="207"/>
        <pc:sldMkLst>
          <pc:docMk/>
          <pc:sldMk cId="0" sldId="396"/>
        </pc:sldMkLst>
        <pc:spChg chg="mod">
          <ac:chgData name="Ms Alina Arshad" userId="cccdfd85-d35d-4453-9c6f-a463aae40722" providerId="ADAL" clId="{366A310D-27BB-4D75-94C9-F63C168084E5}" dt="2024-09-04T09:45:25.889" v="14" actId="207"/>
          <ac:spMkLst>
            <pc:docMk/>
            <pc:sldMk cId="0" sldId="396"/>
            <ac:spMk id="3" creationId="{B6B28990-D426-37D3-4812-E9223FC1CAA3}"/>
          </ac:spMkLst>
        </pc:spChg>
      </pc:sldChg>
      <pc:sldChg chg="modSp add mod">
        <pc:chgData name="Ms Alina Arshad" userId="cccdfd85-d35d-4453-9c6f-a463aae40722" providerId="ADAL" clId="{366A310D-27BB-4D75-94C9-F63C168084E5}" dt="2024-09-04T09:45:49.837" v="17" actId="207"/>
        <pc:sldMkLst>
          <pc:docMk/>
          <pc:sldMk cId="1539825836" sldId="425"/>
        </pc:sldMkLst>
        <pc:spChg chg="mod">
          <ac:chgData name="Ms Alina Arshad" userId="cccdfd85-d35d-4453-9c6f-a463aae40722" providerId="ADAL" clId="{366A310D-27BB-4D75-94C9-F63C168084E5}" dt="2024-09-04T09:45:49.837" v="17" actId="207"/>
          <ac:spMkLst>
            <pc:docMk/>
            <pc:sldMk cId="1539825836" sldId="42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66A310D-27BB-4D75-94C9-F63C168084E5}" dt="2024-09-04T09:45:41.379" v="15" actId="2696"/>
        <pc:sldMkLst>
          <pc:docMk/>
          <pc:sldMk cId="2563999751" sldId="425"/>
        </pc:sldMkLst>
      </pc:sldChg>
      <pc:sldChg chg="modSp del mod">
        <pc:chgData name="Ms Alina Arshad" userId="cccdfd85-d35d-4453-9c6f-a463aae40722" providerId="ADAL" clId="{366A310D-27BB-4D75-94C9-F63C168084E5}" dt="2024-09-04T09:45:41.379" v="15" actId="2696"/>
        <pc:sldMkLst>
          <pc:docMk/>
          <pc:sldMk cId="503109780" sldId="426"/>
        </pc:sldMkLst>
        <pc:spChg chg="mod">
          <ac:chgData name="Ms Alina Arshad" userId="cccdfd85-d35d-4453-9c6f-a463aae40722" providerId="ADAL" clId="{366A310D-27BB-4D75-94C9-F63C168084E5}" dt="2024-09-04T09:40:44.338" v="12" actId="12"/>
          <ac:spMkLst>
            <pc:docMk/>
            <pc:sldMk cId="503109780" sldId="42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366A310D-27BB-4D75-94C9-F63C168084E5}" dt="2024-09-04T09:45:55.603" v="18" actId="207"/>
        <pc:sldMkLst>
          <pc:docMk/>
          <pc:sldMk cId="1652878671" sldId="426"/>
        </pc:sldMkLst>
        <pc:spChg chg="mod">
          <ac:chgData name="Ms Alina Arshad" userId="cccdfd85-d35d-4453-9c6f-a463aae40722" providerId="ADAL" clId="{366A310D-27BB-4D75-94C9-F63C168084E5}" dt="2024-09-04T09:45:55.603" v="18" actId="207"/>
          <ac:spMkLst>
            <pc:docMk/>
            <pc:sldMk cId="1652878671" sldId="426"/>
            <ac:spMk id="3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7CEE0510-F1C1-47AE-910A-D69FA532249C}"/>
    <pc:docChg chg="custSel modSld">
      <pc:chgData name="Ms Alina Arshad" userId="cccdfd85-d35d-4453-9c6f-a463aae40722" providerId="ADAL" clId="{7CEE0510-F1C1-47AE-910A-D69FA532249C}" dt="2024-08-28T06:51:19.120" v="40" actId="20577"/>
      <pc:docMkLst>
        <pc:docMk/>
      </pc:docMkLst>
      <pc:sldChg chg="modSp mod">
        <pc:chgData name="Ms Alina Arshad" userId="cccdfd85-d35d-4453-9c6f-a463aae40722" providerId="ADAL" clId="{7CEE0510-F1C1-47AE-910A-D69FA532249C}" dt="2024-08-28T06:51:19.120" v="40" actId="20577"/>
        <pc:sldMkLst>
          <pc:docMk/>
          <pc:sldMk cId="2459502712" sldId="385"/>
        </pc:sldMkLst>
        <pc:graphicFrameChg chg="modGraphic">
          <ac:chgData name="Ms Alina Arshad" userId="cccdfd85-d35d-4453-9c6f-a463aae40722" providerId="ADAL" clId="{7CEE0510-F1C1-47AE-910A-D69FA532249C}" dt="2024-08-28T06:51:19.120" v="40" actId="20577"/>
          <ac:graphicFrameMkLst>
            <pc:docMk/>
            <pc:sldMk cId="2459502712" sldId="385"/>
            <ac:graphicFrameMk id="6" creationId="{00000000-0000-0000-0000-000000000000}"/>
          </ac:graphicFrameMkLst>
        </pc:graphicFrameChg>
      </pc:sldChg>
    </pc:docChg>
  </pc:docChgLst>
  <pc:docChgLst>
    <pc:chgData name="Ms Alina Arshad" userId="cccdfd85-d35d-4453-9c6f-a463aae40722" providerId="ADAL" clId="{61AA69F3-B1E5-447C-A4B1-319BF9318022}"/>
    <pc:docChg chg="undo custSel addSld delSld modSld sldOrd">
      <pc:chgData name="Ms Alina Arshad" userId="cccdfd85-d35d-4453-9c6f-a463aae40722" providerId="ADAL" clId="{61AA69F3-B1E5-447C-A4B1-319BF9318022}" dt="2024-09-03T15:54:24.680" v="405" actId="113"/>
      <pc:docMkLst>
        <pc:docMk/>
      </pc:docMkLst>
      <pc:sldChg chg="modSp mod">
        <pc:chgData name="Ms Alina Arshad" userId="cccdfd85-d35d-4453-9c6f-a463aae40722" providerId="ADAL" clId="{61AA69F3-B1E5-447C-A4B1-319BF9318022}" dt="2024-09-03T15:31:07.274" v="40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1AA69F3-B1E5-447C-A4B1-319BF9318022}" dt="2024-09-03T15:31:07.274" v="40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add del mod">
        <pc:chgData name="Ms Alina Arshad" userId="cccdfd85-d35d-4453-9c6f-a463aae40722" providerId="ADAL" clId="{61AA69F3-B1E5-447C-A4B1-319BF9318022}" dt="2024-09-02T15:07:36.367" v="35" actId="47"/>
        <pc:sldMkLst>
          <pc:docMk/>
          <pc:sldMk cId="0" sldId="290"/>
        </pc:sldMkLst>
        <pc:spChg chg="mod">
          <ac:chgData name="Ms Alina Arshad" userId="cccdfd85-d35d-4453-9c6f-a463aae40722" providerId="ADAL" clId="{61AA69F3-B1E5-447C-A4B1-319BF9318022}" dt="2024-09-02T15:07:20.416" v="2" actId="21"/>
          <ac:spMkLst>
            <pc:docMk/>
            <pc:sldMk cId="0" sldId="290"/>
            <ac:spMk id="2050" creationId="{9787269C-9CA2-9828-32A6-1B7AA30D2C87}"/>
          </ac:spMkLst>
        </pc:spChg>
      </pc:sldChg>
      <pc:sldChg chg="modSp add del mod">
        <pc:chgData name="Ms Alina Arshad" userId="cccdfd85-d35d-4453-9c6f-a463aae40722" providerId="ADAL" clId="{61AA69F3-B1E5-447C-A4B1-319BF9318022}" dt="2024-09-02T15:08:19.148" v="44" actId="47"/>
        <pc:sldMkLst>
          <pc:docMk/>
          <pc:sldMk cId="0" sldId="314"/>
        </pc:sldMkLst>
        <pc:spChg chg="mod">
          <ac:chgData name="Ms Alina Arshad" userId="cccdfd85-d35d-4453-9c6f-a463aae40722" providerId="ADAL" clId="{61AA69F3-B1E5-447C-A4B1-319BF9318022}" dt="2024-09-02T15:08:15.030" v="43" actId="1076"/>
          <ac:spMkLst>
            <pc:docMk/>
            <pc:sldMk cId="0" sldId="314"/>
            <ac:spMk id="12290" creationId="{3F748913-179D-A7EF-C1EF-EE08F7D07528}"/>
          </ac:spMkLst>
        </pc:spChg>
        <pc:spChg chg="mod">
          <ac:chgData name="Ms Alina Arshad" userId="cccdfd85-d35d-4453-9c6f-a463aae40722" providerId="ADAL" clId="{61AA69F3-B1E5-447C-A4B1-319BF9318022}" dt="2024-09-02T15:08:11.658" v="42" actId="14100"/>
          <ac:spMkLst>
            <pc:docMk/>
            <pc:sldMk cId="0" sldId="314"/>
            <ac:spMk id="12291" creationId="{A17CAF94-3500-10E5-9663-09ABBD760EEC}"/>
          </ac:spMkLst>
        </pc:spChg>
      </pc:sldChg>
      <pc:sldChg chg="add del">
        <pc:chgData name="Ms Alina Arshad" userId="cccdfd85-d35d-4453-9c6f-a463aae40722" providerId="ADAL" clId="{61AA69F3-B1E5-447C-A4B1-319BF9318022}" dt="2024-09-03T15:29:08.397" v="318" actId="47"/>
        <pc:sldMkLst>
          <pc:docMk/>
          <pc:sldMk cId="0" sldId="347"/>
        </pc:sldMkLst>
      </pc:sldChg>
      <pc:sldChg chg="modSp add mod">
        <pc:chgData name="Ms Alina Arshad" userId="cccdfd85-d35d-4453-9c6f-a463aae40722" providerId="ADAL" clId="{61AA69F3-B1E5-447C-A4B1-319BF9318022}" dt="2024-09-03T15:54:24.680" v="405" actId="113"/>
        <pc:sldMkLst>
          <pc:docMk/>
          <pc:sldMk cId="0" sldId="348"/>
        </pc:sldMkLst>
        <pc:spChg chg="mod">
          <ac:chgData name="Ms Alina Arshad" userId="cccdfd85-d35d-4453-9c6f-a463aae40722" providerId="ADAL" clId="{61AA69F3-B1E5-447C-A4B1-319BF9318022}" dt="2024-09-03T15:54:24.680" v="405" actId="113"/>
          <ac:spMkLst>
            <pc:docMk/>
            <pc:sldMk cId="0" sldId="348"/>
            <ac:spMk id="13314" creationId="{351CBA9A-A144-3A93-E0B1-3DD8A14CF469}"/>
          </ac:spMkLst>
        </pc:spChg>
        <pc:spChg chg="mod">
          <ac:chgData name="Ms Alina Arshad" userId="cccdfd85-d35d-4453-9c6f-a463aae40722" providerId="ADAL" clId="{61AA69F3-B1E5-447C-A4B1-319BF9318022}" dt="2024-09-02T15:09:13.240" v="55" actId="207"/>
          <ac:spMkLst>
            <pc:docMk/>
            <pc:sldMk cId="0" sldId="348"/>
            <ac:spMk id="14339" creationId="{256866B2-AE0C-3AB3-F985-D4FEE53C5BC4}"/>
          </ac:spMkLst>
        </pc:spChg>
      </pc:sldChg>
      <pc:sldChg chg="modSp add mod">
        <pc:chgData name="Ms Alina Arshad" userId="cccdfd85-d35d-4453-9c6f-a463aae40722" providerId="ADAL" clId="{61AA69F3-B1E5-447C-A4B1-319BF9318022}" dt="2024-09-02T15:14:03.201" v="114" actId="207"/>
        <pc:sldMkLst>
          <pc:docMk/>
          <pc:sldMk cId="0" sldId="351"/>
        </pc:sldMkLst>
        <pc:spChg chg="mod">
          <ac:chgData name="Ms Alina Arshad" userId="cccdfd85-d35d-4453-9c6f-a463aae40722" providerId="ADAL" clId="{61AA69F3-B1E5-447C-A4B1-319BF9318022}" dt="2024-09-02T15:13:40.086" v="109" actId="1076"/>
          <ac:spMkLst>
            <pc:docMk/>
            <pc:sldMk cId="0" sldId="351"/>
            <ac:spMk id="16386" creationId="{F7606D33-4E8E-B748-88A1-EDEAA5C11A9C}"/>
          </ac:spMkLst>
        </pc:spChg>
        <pc:spChg chg="mod">
          <ac:chgData name="Ms Alina Arshad" userId="cccdfd85-d35d-4453-9c6f-a463aae40722" providerId="ADAL" clId="{61AA69F3-B1E5-447C-A4B1-319BF9318022}" dt="2024-09-02T15:14:03.201" v="114" actId="207"/>
          <ac:spMkLst>
            <pc:docMk/>
            <pc:sldMk cId="0" sldId="351"/>
            <ac:spMk id="16387" creationId="{8F313A45-0B16-A22C-A378-5ABC0F4EF573}"/>
          </ac:spMkLst>
        </pc:spChg>
      </pc:sldChg>
      <pc:sldChg chg="modSp add mod">
        <pc:chgData name="Ms Alina Arshad" userId="cccdfd85-d35d-4453-9c6f-a463aae40722" providerId="ADAL" clId="{61AA69F3-B1E5-447C-A4B1-319BF9318022}" dt="2024-09-02T15:15:10.538" v="127" actId="14100"/>
        <pc:sldMkLst>
          <pc:docMk/>
          <pc:sldMk cId="0" sldId="357"/>
        </pc:sldMkLst>
        <pc:spChg chg="mod">
          <ac:chgData name="Ms Alina Arshad" userId="cccdfd85-d35d-4453-9c6f-a463aae40722" providerId="ADAL" clId="{61AA69F3-B1E5-447C-A4B1-319BF9318022}" dt="2024-09-02T15:14:17.568" v="117" actId="1076"/>
          <ac:spMkLst>
            <pc:docMk/>
            <pc:sldMk cId="0" sldId="357"/>
            <ac:spMk id="17410" creationId="{5537A4B9-B39A-579D-C3BC-C397847D6B0D}"/>
          </ac:spMkLst>
        </pc:spChg>
        <pc:spChg chg="mod">
          <ac:chgData name="Ms Alina Arshad" userId="cccdfd85-d35d-4453-9c6f-a463aae40722" providerId="ADAL" clId="{61AA69F3-B1E5-447C-A4B1-319BF9318022}" dt="2024-09-02T15:15:10.538" v="127" actId="14100"/>
          <ac:spMkLst>
            <pc:docMk/>
            <pc:sldMk cId="0" sldId="357"/>
            <ac:spMk id="17411" creationId="{689ADAC9-CBEB-2DBA-72EB-70D48463F7AA}"/>
          </ac:spMkLst>
        </pc:spChg>
      </pc:sldChg>
      <pc:sldChg chg="del">
        <pc:chgData name="Ms Alina Arshad" userId="cccdfd85-d35d-4453-9c6f-a463aae40722" providerId="ADAL" clId="{61AA69F3-B1E5-447C-A4B1-319BF9318022}" dt="2024-09-02T15:21:55.240" v="245" actId="47"/>
        <pc:sldMkLst>
          <pc:docMk/>
          <pc:sldMk cId="1406944082" sldId="358"/>
        </pc:sldMkLst>
      </pc:sldChg>
      <pc:sldChg chg="del">
        <pc:chgData name="Ms Alina Arshad" userId="cccdfd85-d35d-4453-9c6f-a463aae40722" providerId="ADAL" clId="{61AA69F3-B1E5-447C-A4B1-319BF9318022}" dt="2024-09-02T15:21:56.061" v="246" actId="47"/>
        <pc:sldMkLst>
          <pc:docMk/>
          <pc:sldMk cId="2115952897" sldId="359"/>
        </pc:sldMkLst>
      </pc:sldChg>
      <pc:sldChg chg="del">
        <pc:chgData name="Ms Alina Arshad" userId="cccdfd85-d35d-4453-9c6f-a463aae40722" providerId="ADAL" clId="{61AA69F3-B1E5-447C-A4B1-319BF9318022}" dt="2024-09-02T15:21:56.932" v="247" actId="47"/>
        <pc:sldMkLst>
          <pc:docMk/>
          <pc:sldMk cId="3064447784" sldId="360"/>
        </pc:sldMkLst>
      </pc:sldChg>
      <pc:sldChg chg="del">
        <pc:chgData name="Ms Alina Arshad" userId="cccdfd85-d35d-4453-9c6f-a463aae40722" providerId="ADAL" clId="{61AA69F3-B1E5-447C-A4B1-319BF9318022}" dt="2024-09-02T15:21:58.036" v="249" actId="47"/>
        <pc:sldMkLst>
          <pc:docMk/>
          <pc:sldMk cId="2172419699" sldId="363"/>
        </pc:sldMkLst>
      </pc:sldChg>
      <pc:sldChg chg="del">
        <pc:chgData name="Ms Alina Arshad" userId="cccdfd85-d35d-4453-9c6f-a463aae40722" providerId="ADAL" clId="{61AA69F3-B1E5-447C-A4B1-319BF9318022}" dt="2024-09-02T15:21:58.870" v="250" actId="47"/>
        <pc:sldMkLst>
          <pc:docMk/>
          <pc:sldMk cId="1503862493" sldId="364"/>
        </pc:sldMkLst>
      </pc:sldChg>
      <pc:sldChg chg="del">
        <pc:chgData name="Ms Alina Arshad" userId="cccdfd85-d35d-4453-9c6f-a463aae40722" providerId="ADAL" clId="{61AA69F3-B1E5-447C-A4B1-319BF9318022}" dt="2024-09-02T15:21:59.806" v="251" actId="47"/>
        <pc:sldMkLst>
          <pc:docMk/>
          <pc:sldMk cId="2200988931" sldId="365"/>
        </pc:sldMkLst>
      </pc:sldChg>
      <pc:sldChg chg="del">
        <pc:chgData name="Ms Alina Arshad" userId="cccdfd85-d35d-4453-9c6f-a463aae40722" providerId="ADAL" clId="{61AA69F3-B1E5-447C-A4B1-319BF9318022}" dt="2024-09-02T15:21:49.247" v="230" actId="47"/>
        <pc:sldMkLst>
          <pc:docMk/>
          <pc:sldMk cId="1781116589" sldId="366"/>
        </pc:sldMkLst>
      </pc:sldChg>
      <pc:sldChg chg="del">
        <pc:chgData name="Ms Alina Arshad" userId="cccdfd85-d35d-4453-9c6f-a463aae40722" providerId="ADAL" clId="{61AA69F3-B1E5-447C-A4B1-319BF9318022}" dt="2024-09-02T15:21:49.737" v="231" actId="47"/>
        <pc:sldMkLst>
          <pc:docMk/>
          <pc:sldMk cId="2646350301" sldId="367"/>
        </pc:sldMkLst>
      </pc:sldChg>
      <pc:sldChg chg="modSp add mod">
        <pc:chgData name="Ms Alina Arshad" userId="cccdfd85-d35d-4453-9c6f-a463aae40722" providerId="ADAL" clId="{61AA69F3-B1E5-447C-A4B1-319BF9318022}" dt="2024-09-02T15:11:26.060" v="103" actId="113"/>
        <pc:sldMkLst>
          <pc:docMk/>
          <pc:sldMk cId="0" sldId="369"/>
        </pc:sldMkLst>
        <pc:spChg chg="mod">
          <ac:chgData name="Ms Alina Arshad" userId="cccdfd85-d35d-4453-9c6f-a463aae40722" providerId="ADAL" clId="{61AA69F3-B1E5-447C-A4B1-319BF9318022}" dt="2024-09-02T15:11:26.060" v="103" actId="113"/>
          <ac:spMkLst>
            <pc:docMk/>
            <pc:sldMk cId="0" sldId="369"/>
            <ac:spMk id="15362" creationId="{2F17A306-C35F-32F2-751B-58D5D8ACDDC8}"/>
          </ac:spMkLst>
        </pc:spChg>
        <pc:spChg chg="mod">
          <ac:chgData name="Ms Alina Arshad" userId="cccdfd85-d35d-4453-9c6f-a463aae40722" providerId="ADAL" clId="{61AA69F3-B1E5-447C-A4B1-319BF9318022}" dt="2024-09-02T15:11:17.418" v="100" actId="207"/>
          <ac:spMkLst>
            <pc:docMk/>
            <pc:sldMk cId="0" sldId="369"/>
            <ac:spMk id="15363" creationId="{9D087D70-FEE9-7E5B-0C24-0A8BD1C3950B}"/>
          </ac:spMkLst>
        </pc:spChg>
      </pc:sldChg>
      <pc:sldChg chg="del">
        <pc:chgData name="Ms Alina Arshad" userId="cccdfd85-d35d-4453-9c6f-a463aae40722" providerId="ADAL" clId="{61AA69F3-B1E5-447C-A4B1-319BF9318022}" dt="2024-09-02T15:21:50.107" v="233" actId="47"/>
        <pc:sldMkLst>
          <pc:docMk/>
          <pc:sldMk cId="894339878" sldId="370"/>
        </pc:sldMkLst>
      </pc:sldChg>
      <pc:sldChg chg="del">
        <pc:chgData name="Ms Alina Arshad" userId="cccdfd85-d35d-4453-9c6f-a463aae40722" providerId="ADAL" clId="{61AA69F3-B1E5-447C-A4B1-319BF9318022}" dt="2024-09-02T15:21:50.719" v="236" actId="47"/>
        <pc:sldMkLst>
          <pc:docMk/>
          <pc:sldMk cId="3075587618" sldId="371"/>
        </pc:sldMkLst>
      </pc:sldChg>
      <pc:sldChg chg="modSp add mod">
        <pc:chgData name="Ms Alina Arshad" userId="cccdfd85-d35d-4453-9c6f-a463aae40722" providerId="ADAL" clId="{61AA69F3-B1E5-447C-A4B1-319BF9318022}" dt="2024-09-03T15:20:58.836" v="314" actId="20577"/>
        <pc:sldMkLst>
          <pc:docMk/>
          <pc:sldMk cId="0" sldId="372"/>
        </pc:sldMkLst>
        <pc:spChg chg="mod">
          <ac:chgData name="Ms Alina Arshad" userId="cccdfd85-d35d-4453-9c6f-a463aae40722" providerId="ADAL" clId="{61AA69F3-B1E5-447C-A4B1-319BF9318022}" dt="2024-09-02T15:17:30.384" v="169" actId="27636"/>
          <ac:spMkLst>
            <pc:docMk/>
            <pc:sldMk cId="0" sldId="372"/>
            <ac:spMk id="20482" creationId="{3AFC9EEE-90EA-5972-8983-E4DEFCEA8995}"/>
          </ac:spMkLst>
        </pc:spChg>
        <pc:spChg chg="mod">
          <ac:chgData name="Ms Alina Arshad" userId="cccdfd85-d35d-4453-9c6f-a463aae40722" providerId="ADAL" clId="{61AA69F3-B1E5-447C-A4B1-319BF9318022}" dt="2024-09-03T15:20:58.836" v="314" actId="20577"/>
          <ac:spMkLst>
            <pc:docMk/>
            <pc:sldMk cId="0" sldId="372"/>
            <ac:spMk id="20483" creationId="{3E38ED36-A255-2938-67D8-AB7034B87C39}"/>
          </ac:spMkLst>
        </pc:spChg>
      </pc:sldChg>
      <pc:sldChg chg="del">
        <pc:chgData name="Ms Alina Arshad" userId="cccdfd85-d35d-4453-9c6f-a463aae40722" providerId="ADAL" clId="{61AA69F3-B1E5-447C-A4B1-319BF9318022}" dt="2024-09-02T15:21:49.950" v="232" actId="47"/>
        <pc:sldMkLst>
          <pc:docMk/>
          <pc:sldMk cId="2581933320" sldId="373"/>
        </pc:sldMkLst>
      </pc:sldChg>
      <pc:sldChg chg="del">
        <pc:chgData name="Ms Alina Arshad" userId="cccdfd85-d35d-4453-9c6f-a463aae40722" providerId="ADAL" clId="{61AA69F3-B1E5-447C-A4B1-319BF9318022}" dt="2024-09-02T15:21:52.276" v="240" actId="47"/>
        <pc:sldMkLst>
          <pc:docMk/>
          <pc:sldMk cId="2678606632" sldId="374"/>
        </pc:sldMkLst>
      </pc:sldChg>
      <pc:sldChg chg="del">
        <pc:chgData name="Ms Alina Arshad" userId="cccdfd85-d35d-4453-9c6f-a463aae40722" providerId="ADAL" clId="{61AA69F3-B1E5-447C-A4B1-319BF9318022}" dt="2024-09-02T15:21:52.776" v="241" actId="47"/>
        <pc:sldMkLst>
          <pc:docMk/>
          <pc:sldMk cId="1482969484" sldId="375"/>
        </pc:sldMkLst>
      </pc:sldChg>
      <pc:sldChg chg="del">
        <pc:chgData name="Ms Alina Arshad" userId="cccdfd85-d35d-4453-9c6f-a463aae40722" providerId="ADAL" clId="{61AA69F3-B1E5-447C-A4B1-319BF9318022}" dt="2024-09-02T15:21:53.218" v="242" actId="47"/>
        <pc:sldMkLst>
          <pc:docMk/>
          <pc:sldMk cId="642482422" sldId="376"/>
        </pc:sldMkLst>
      </pc:sldChg>
      <pc:sldChg chg="del">
        <pc:chgData name="Ms Alina Arshad" userId="cccdfd85-d35d-4453-9c6f-a463aae40722" providerId="ADAL" clId="{61AA69F3-B1E5-447C-A4B1-319BF9318022}" dt="2024-09-02T15:21:53.669" v="243" actId="47"/>
        <pc:sldMkLst>
          <pc:docMk/>
          <pc:sldMk cId="1677014207" sldId="377"/>
        </pc:sldMkLst>
      </pc:sldChg>
      <pc:sldChg chg="del">
        <pc:chgData name="Ms Alina Arshad" userId="cccdfd85-d35d-4453-9c6f-a463aae40722" providerId="ADAL" clId="{61AA69F3-B1E5-447C-A4B1-319BF9318022}" dt="2024-09-02T15:21:54.405" v="244" actId="47"/>
        <pc:sldMkLst>
          <pc:docMk/>
          <pc:sldMk cId="668555099" sldId="378"/>
        </pc:sldMkLst>
      </pc:sldChg>
      <pc:sldChg chg="add del">
        <pc:chgData name="Ms Alina Arshad" userId="cccdfd85-d35d-4453-9c6f-a463aae40722" providerId="ADAL" clId="{61AA69F3-B1E5-447C-A4B1-319BF9318022}" dt="2024-09-03T15:29:13.589" v="319" actId="47"/>
        <pc:sldMkLst>
          <pc:docMk/>
          <pc:sldMk cId="0" sldId="379"/>
        </pc:sldMkLst>
      </pc:sldChg>
      <pc:sldChg chg="del">
        <pc:chgData name="Ms Alina Arshad" userId="cccdfd85-d35d-4453-9c6f-a463aae40722" providerId="ADAL" clId="{61AA69F3-B1E5-447C-A4B1-319BF9318022}" dt="2024-09-02T15:21:50.500" v="235" actId="47"/>
        <pc:sldMkLst>
          <pc:docMk/>
          <pc:sldMk cId="856986137" sldId="380"/>
        </pc:sldMkLst>
      </pc:sldChg>
      <pc:sldChg chg="del">
        <pc:chgData name="Ms Alina Arshad" userId="cccdfd85-d35d-4453-9c6f-a463aae40722" providerId="ADAL" clId="{61AA69F3-B1E5-447C-A4B1-319BF9318022}" dt="2024-09-02T15:21:51.078" v="237" actId="47"/>
        <pc:sldMkLst>
          <pc:docMk/>
          <pc:sldMk cId="2289773963" sldId="382"/>
        </pc:sldMkLst>
      </pc:sldChg>
      <pc:sldChg chg="del">
        <pc:chgData name="Ms Alina Arshad" userId="cccdfd85-d35d-4453-9c6f-a463aae40722" providerId="ADAL" clId="{61AA69F3-B1E5-447C-A4B1-319BF9318022}" dt="2024-09-02T15:21:51.365" v="238" actId="47"/>
        <pc:sldMkLst>
          <pc:docMk/>
          <pc:sldMk cId="2495083571" sldId="383"/>
        </pc:sldMkLst>
      </pc:sldChg>
      <pc:sldChg chg="del">
        <pc:chgData name="Ms Alina Arshad" userId="cccdfd85-d35d-4453-9c6f-a463aae40722" providerId="ADAL" clId="{61AA69F3-B1E5-447C-A4B1-319BF9318022}" dt="2024-09-02T15:21:51.839" v="239" actId="47"/>
        <pc:sldMkLst>
          <pc:docMk/>
          <pc:sldMk cId="2862048384" sldId="384"/>
        </pc:sldMkLst>
      </pc:sldChg>
      <pc:sldChg chg="del">
        <pc:chgData name="Ms Alina Arshad" userId="cccdfd85-d35d-4453-9c6f-a463aae40722" providerId="ADAL" clId="{61AA69F3-B1E5-447C-A4B1-319BF9318022}" dt="2024-09-02T15:21:57.603" v="248" actId="47"/>
        <pc:sldMkLst>
          <pc:docMk/>
          <pc:sldMk cId="2459502712" sldId="385"/>
        </pc:sldMkLst>
      </pc:sldChg>
      <pc:sldChg chg="del">
        <pc:chgData name="Ms Alina Arshad" userId="cccdfd85-d35d-4453-9c6f-a463aae40722" providerId="ADAL" clId="{61AA69F3-B1E5-447C-A4B1-319BF9318022}" dt="2024-09-02T15:21:50.299" v="234" actId="47"/>
        <pc:sldMkLst>
          <pc:docMk/>
          <pc:sldMk cId="1584583967" sldId="386"/>
        </pc:sldMkLst>
      </pc:sldChg>
      <pc:sldChg chg="add del">
        <pc:chgData name="Ms Alina Arshad" userId="cccdfd85-d35d-4453-9c6f-a463aae40722" providerId="ADAL" clId="{61AA69F3-B1E5-447C-A4B1-319BF9318022}" dt="2024-09-03T15:29:16.146" v="326" actId="47"/>
        <pc:sldMkLst>
          <pc:docMk/>
          <pc:sldMk cId="0" sldId="387"/>
        </pc:sldMkLst>
      </pc:sldChg>
      <pc:sldChg chg="add del">
        <pc:chgData name="Ms Alina Arshad" userId="cccdfd85-d35d-4453-9c6f-a463aae40722" providerId="ADAL" clId="{61AA69F3-B1E5-447C-A4B1-319BF9318022}" dt="2024-09-03T15:29:07.077" v="316" actId="47"/>
        <pc:sldMkLst>
          <pc:docMk/>
          <pc:sldMk cId="0" sldId="388"/>
        </pc:sldMkLst>
      </pc:sldChg>
      <pc:sldChg chg="add del">
        <pc:chgData name="Ms Alina Arshad" userId="cccdfd85-d35d-4453-9c6f-a463aae40722" providerId="ADAL" clId="{61AA69F3-B1E5-447C-A4B1-319BF9318022}" dt="2024-09-03T15:29:07.962" v="317" actId="47"/>
        <pc:sldMkLst>
          <pc:docMk/>
          <pc:sldMk cId="0" sldId="389"/>
        </pc:sldMkLst>
      </pc:sldChg>
      <pc:sldChg chg="addSp delSp modSp add mod ord">
        <pc:chgData name="Ms Alina Arshad" userId="cccdfd85-d35d-4453-9c6f-a463aae40722" providerId="ADAL" clId="{61AA69F3-B1E5-447C-A4B1-319BF9318022}" dt="2024-09-02T15:22:24.016" v="252" actId="207"/>
        <pc:sldMkLst>
          <pc:docMk/>
          <pc:sldMk cId="0" sldId="390"/>
        </pc:sldMkLst>
        <pc:spChg chg="add del mod">
          <ac:chgData name="Ms Alina Arshad" userId="cccdfd85-d35d-4453-9c6f-a463aae40722" providerId="ADAL" clId="{61AA69F3-B1E5-447C-A4B1-319BF9318022}" dt="2024-09-02T15:09:21.157" v="56" actId="478"/>
          <ac:spMkLst>
            <pc:docMk/>
            <pc:sldMk cId="0" sldId="390"/>
            <ac:spMk id="3" creationId="{B9A453C1-029D-F240-C443-B3C7B5810132}"/>
          </ac:spMkLst>
        </pc:spChg>
        <pc:spChg chg="del">
          <ac:chgData name="Ms Alina Arshad" userId="cccdfd85-d35d-4453-9c6f-a463aae40722" providerId="ADAL" clId="{61AA69F3-B1E5-447C-A4B1-319BF9318022}" dt="2024-09-02T15:07:56.804" v="38" actId="478"/>
          <ac:spMkLst>
            <pc:docMk/>
            <pc:sldMk cId="0" sldId="390"/>
            <ac:spMk id="10242" creationId="{BA3A5F98-3314-4DA6-E23D-D1A163657F82}"/>
          </ac:spMkLst>
        </pc:spChg>
        <pc:spChg chg="mod">
          <ac:chgData name="Ms Alina Arshad" userId="cccdfd85-d35d-4453-9c6f-a463aae40722" providerId="ADAL" clId="{61AA69F3-B1E5-447C-A4B1-319BF9318022}" dt="2024-09-02T15:22:24.016" v="252" actId="207"/>
          <ac:spMkLst>
            <pc:docMk/>
            <pc:sldMk cId="0" sldId="390"/>
            <ac:spMk id="10243" creationId="{D2EBA8CF-4DD3-2641-6942-B55DF9B04948}"/>
          </ac:spMkLst>
        </pc:spChg>
      </pc:sldChg>
      <pc:sldChg chg="modSp add mod">
        <pc:chgData name="Ms Alina Arshad" userId="cccdfd85-d35d-4453-9c6f-a463aae40722" providerId="ADAL" clId="{61AA69F3-B1E5-447C-A4B1-319BF9318022}" dt="2024-09-03T14:36:22.387" v="300" actId="1076"/>
        <pc:sldMkLst>
          <pc:docMk/>
          <pc:sldMk cId="0" sldId="391"/>
        </pc:sldMkLst>
        <pc:spChg chg="mod">
          <ac:chgData name="Ms Alina Arshad" userId="cccdfd85-d35d-4453-9c6f-a463aae40722" providerId="ADAL" clId="{61AA69F3-B1E5-447C-A4B1-319BF9318022}" dt="2024-09-03T14:36:22.387" v="300" actId="1076"/>
          <ac:spMkLst>
            <pc:docMk/>
            <pc:sldMk cId="0" sldId="391"/>
            <ac:spMk id="8" creationId="{4B7B8EBB-9DB8-2121-14A9-160B9D5F6B9B}"/>
          </ac:spMkLst>
        </pc:spChg>
        <pc:spChg chg="mod">
          <ac:chgData name="Ms Alina Arshad" userId="cccdfd85-d35d-4453-9c6f-a463aae40722" providerId="ADAL" clId="{61AA69F3-B1E5-447C-A4B1-319BF9318022}" dt="2024-09-02T15:09:26.098" v="57" actId="207"/>
          <ac:spMkLst>
            <pc:docMk/>
            <pc:sldMk cId="0" sldId="391"/>
            <ac:spMk id="14338" creationId="{178BF65F-64CF-8765-4643-4218A1366A93}"/>
          </ac:spMkLst>
        </pc:spChg>
        <pc:spChg chg="mod">
          <ac:chgData name="Ms Alina Arshad" userId="cccdfd85-d35d-4453-9c6f-a463aae40722" providerId="ADAL" clId="{61AA69F3-B1E5-447C-A4B1-319BF9318022}" dt="2024-09-02T15:10:20.171" v="69" actId="207"/>
          <ac:spMkLst>
            <pc:docMk/>
            <pc:sldMk cId="0" sldId="391"/>
            <ac:spMk id="14339" creationId="{126E4A18-D837-E559-D170-586465641E5B}"/>
          </ac:spMkLst>
        </pc:spChg>
        <pc:spChg chg="mod">
          <ac:chgData name="Ms Alina Arshad" userId="cccdfd85-d35d-4453-9c6f-a463aae40722" providerId="ADAL" clId="{61AA69F3-B1E5-447C-A4B1-319BF9318022}" dt="2024-09-03T14:36:14.879" v="297" actId="1076"/>
          <ac:spMkLst>
            <pc:docMk/>
            <pc:sldMk cId="0" sldId="391"/>
            <ac:spMk id="14340" creationId="{2E7C0FA2-7D57-694F-A7B8-315B045FC347}"/>
          </ac:spMkLst>
        </pc:spChg>
        <pc:spChg chg="mod">
          <ac:chgData name="Ms Alina Arshad" userId="cccdfd85-d35d-4453-9c6f-a463aae40722" providerId="ADAL" clId="{61AA69F3-B1E5-447C-A4B1-319BF9318022}" dt="2024-09-02T15:10:15.538" v="68" actId="113"/>
          <ac:spMkLst>
            <pc:docMk/>
            <pc:sldMk cId="0" sldId="391"/>
            <ac:spMk id="14341" creationId="{9B4A666E-5A9C-485A-01AA-B393E9471744}"/>
          </ac:spMkLst>
        </pc:spChg>
        <pc:picChg chg="mod">
          <ac:chgData name="Ms Alina Arshad" userId="cccdfd85-d35d-4453-9c6f-a463aae40722" providerId="ADAL" clId="{61AA69F3-B1E5-447C-A4B1-319BF9318022}" dt="2024-09-02T15:09:42.157" v="61" actId="1076"/>
          <ac:picMkLst>
            <pc:docMk/>
            <pc:sldMk cId="0" sldId="391"/>
            <ac:picMk id="14343" creationId="{62145043-50B9-EE92-8D27-400F4C8013F5}"/>
          </ac:picMkLst>
        </pc:picChg>
        <pc:picChg chg="mod">
          <ac:chgData name="Ms Alina Arshad" userId="cccdfd85-d35d-4453-9c6f-a463aae40722" providerId="ADAL" clId="{61AA69F3-B1E5-447C-A4B1-319BF9318022}" dt="2024-09-03T14:36:18.016" v="298" actId="1076"/>
          <ac:picMkLst>
            <pc:docMk/>
            <pc:sldMk cId="0" sldId="391"/>
            <ac:picMk id="14344" creationId="{AE6E7A52-AA22-642A-1A5A-354F6524558B}"/>
          </ac:picMkLst>
        </pc:picChg>
      </pc:sldChg>
      <pc:sldChg chg="modSp add mod">
        <pc:chgData name="Ms Alina Arshad" userId="cccdfd85-d35d-4453-9c6f-a463aae40722" providerId="ADAL" clId="{61AA69F3-B1E5-447C-A4B1-319BF9318022}" dt="2024-09-02T15:15:41.689" v="136" actId="14100"/>
        <pc:sldMkLst>
          <pc:docMk/>
          <pc:sldMk cId="0" sldId="392"/>
        </pc:sldMkLst>
        <pc:spChg chg="mod">
          <ac:chgData name="Ms Alina Arshad" userId="cccdfd85-d35d-4453-9c6f-a463aae40722" providerId="ADAL" clId="{61AA69F3-B1E5-447C-A4B1-319BF9318022}" dt="2024-09-02T15:15:22.961" v="130" actId="1076"/>
          <ac:spMkLst>
            <pc:docMk/>
            <pc:sldMk cId="0" sldId="392"/>
            <ac:spMk id="18434" creationId="{6722D93A-0D1F-145E-84A0-2629E476BFE3}"/>
          </ac:spMkLst>
        </pc:spChg>
        <pc:spChg chg="mod">
          <ac:chgData name="Ms Alina Arshad" userId="cccdfd85-d35d-4453-9c6f-a463aae40722" providerId="ADAL" clId="{61AA69F3-B1E5-447C-A4B1-319BF9318022}" dt="2024-09-02T15:15:41.689" v="136" actId="14100"/>
          <ac:spMkLst>
            <pc:docMk/>
            <pc:sldMk cId="0" sldId="392"/>
            <ac:spMk id="18435" creationId="{AEBCD9F5-B0DE-8D92-CD2D-5AEE452A8AD6}"/>
          </ac:spMkLst>
        </pc:spChg>
      </pc:sldChg>
      <pc:sldChg chg="modSp add mod">
        <pc:chgData name="Ms Alina Arshad" userId="cccdfd85-d35d-4453-9c6f-a463aae40722" providerId="ADAL" clId="{61AA69F3-B1E5-447C-A4B1-319BF9318022}" dt="2024-09-03T15:08:42.440" v="312" actId="14100"/>
        <pc:sldMkLst>
          <pc:docMk/>
          <pc:sldMk cId="0" sldId="393"/>
        </pc:sldMkLst>
        <pc:spChg chg="mod">
          <ac:chgData name="Ms Alina Arshad" userId="cccdfd85-d35d-4453-9c6f-a463aae40722" providerId="ADAL" clId="{61AA69F3-B1E5-447C-A4B1-319BF9318022}" dt="2024-09-02T15:15:55.275" v="139" actId="14100"/>
          <ac:spMkLst>
            <pc:docMk/>
            <pc:sldMk cId="0" sldId="393"/>
            <ac:spMk id="19458" creationId="{0F5096FE-7AF8-EAE0-3033-E7A5148B9482}"/>
          </ac:spMkLst>
        </pc:spChg>
        <pc:spChg chg="mod">
          <ac:chgData name="Ms Alina Arshad" userId="cccdfd85-d35d-4453-9c6f-a463aae40722" providerId="ADAL" clId="{61AA69F3-B1E5-447C-A4B1-319BF9318022}" dt="2024-09-03T15:08:42.440" v="312" actId="14100"/>
          <ac:spMkLst>
            <pc:docMk/>
            <pc:sldMk cId="0" sldId="393"/>
            <ac:spMk id="19459" creationId="{30445B9E-7609-2C13-9F7E-060ADA67CFFB}"/>
          </ac:spMkLst>
        </pc:spChg>
        <pc:picChg chg="mod">
          <ac:chgData name="Ms Alina Arshad" userId="cccdfd85-d35d-4453-9c6f-a463aae40722" providerId="ADAL" clId="{61AA69F3-B1E5-447C-A4B1-319BF9318022}" dt="2024-09-02T15:15:59.121" v="140" actId="1076"/>
          <ac:picMkLst>
            <pc:docMk/>
            <pc:sldMk cId="0" sldId="393"/>
            <ac:picMk id="19460" creationId="{F8DD2940-6587-2E51-5762-4ADEEAF55E8D}"/>
          </ac:picMkLst>
        </pc:picChg>
      </pc:sldChg>
      <pc:sldChg chg="modSp add mod">
        <pc:chgData name="Ms Alina Arshad" userId="cccdfd85-d35d-4453-9c6f-a463aae40722" providerId="ADAL" clId="{61AA69F3-B1E5-447C-A4B1-319BF9318022}" dt="2024-09-02T15:18:19.199" v="183" actId="12"/>
        <pc:sldMkLst>
          <pc:docMk/>
          <pc:sldMk cId="0" sldId="394"/>
        </pc:sldMkLst>
        <pc:spChg chg="mod">
          <ac:chgData name="Ms Alina Arshad" userId="cccdfd85-d35d-4453-9c6f-a463aae40722" providerId="ADAL" clId="{61AA69F3-B1E5-447C-A4B1-319BF9318022}" dt="2024-09-02T15:18:01.304" v="177" actId="113"/>
          <ac:spMkLst>
            <pc:docMk/>
            <pc:sldMk cId="0" sldId="394"/>
            <ac:spMk id="21506" creationId="{445C03E4-AB80-345E-E995-A1F28EC06CB0}"/>
          </ac:spMkLst>
        </pc:spChg>
        <pc:spChg chg="mod">
          <ac:chgData name="Ms Alina Arshad" userId="cccdfd85-d35d-4453-9c6f-a463aae40722" providerId="ADAL" clId="{61AA69F3-B1E5-447C-A4B1-319BF9318022}" dt="2024-09-02T15:18:19.199" v="183" actId="12"/>
          <ac:spMkLst>
            <pc:docMk/>
            <pc:sldMk cId="0" sldId="394"/>
            <ac:spMk id="21507" creationId="{09CC6E6F-D0D1-F41F-1B12-DC08240D3715}"/>
          </ac:spMkLst>
        </pc:spChg>
      </pc:sldChg>
      <pc:sldChg chg="modSp add mod">
        <pc:chgData name="Ms Alina Arshad" userId="cccdfd85-d35d-4453-9c6f-a463aae40722" providerId="ADAL" clId="{61AA69F3-B1E5-447C-A4B1-319BF9318022}" dt="2024-09-03T15:23:23.344" v="315" actId="20577"/>
        <pc:sldMkLst>
          <pc:docMk/>
          <pc:sldMk cId="0" sldId="395"/>
        </pc:sldMkLst>
        <pc:spChg chg="mod">
          <ac:chgData name="Ms Alina Arshad" userId="cccdfd85-d35d-4453-9c6f-a463aae40722" providerId="ADAL" clId="{61AA69F3-B1E5-447C-A4B1-319BF9318022}" dt="2024-09-02T15:19:01.485" v="185" actId="113"/>
          <ac:spMkLst>
            <pc:docMk/>
            <pc:sldMk cId="0" sldId="395"/>
            <ac:spMk id="22530" creationId="{F0402E37-889B-8B94-CACA-AF3D6C94AAA2}"/>
          </ac:spMkLst>
        </pc:spChg>
        <pc:spChg chg="mod">
          <ac:chgData name="Ms Alina Arshad" userId="cccdfd85-d35d-4453-9c6f-a463aae40722" providerId="ADAL" clId="{61AA69F3-B1E5-447C-A4B1-319BF9318022}" dt="2024-09-03T15:23:23.344" v="315" actId="20577"/>
          <ac:spMkLst>
            <pc:docMk/>
            <pc:sldMk cId="0" sldId="395"/>
            <ac:spMk id="22531" creationId="{863DC0FB-39D9-5FCE-7116-2F06C79D1A5C}"/>
          </ac:spMkLst>
        </pc:spChg>
      </pc:sldChg>
      <pc:sldChg chg="modSp add mod">
        <pc:chgData name="Ms Alina Arshad" userId="cccdfd85-d35d-4453-9c6f-a463aae40722" providerId="ADAL" clId="{61AA69F3-B1E5-447C-A4B1-319BF9318022}" dt="2024-09-02T15:20:10.152" v="204" actId="403"/>
        <pc:sldMkLst>
          <pc:docMk/>
          <pc:sldMk cId="0" sldId="396"/>
        </pc:sldMkLst>
        <pc:spChg chg="mod">
          <ac:chgData name="Ms Alina Arshad" userId="cccdfd85-d35d-4453-9c6f-a463aae40722" providerId="ADAL" clId="{61AA69F3-B1E5-447C-A4B1-319BF9318022}" dt="2024-09-02T15:20:10.152" v="204" actId="403"/>
          <ac:spMkLst>
            <pc:docMk/>
            <pc:sldMk cId="0" sldId="396"/>
            <ac:spMk id="3" creationId="{B6B28990-D426-37D3-4812-E9223FC1CAA3}"/>
          </ac:spMkLst>
        </pc:spChg>
        <pc:spChg chg="mod">
          <ac:chgData name="Ms Alina Arshad" userId="cccdfd85-d35d-4453-9c6f-a463aae40722" providerId="ADAL" clId="{61AA69F3-B1E5-447C-A4B1-319BF9318022}" dt="2024-09-02T15:19:54.310" v="199" actId="207"/>
          <ac:spMkLst>
            <pc:docMk/>
            <pc:sldMk cId="0" sldId="396"/>
            <ac:spMk id="23554" creationId="{46BD68B2-C317-CFC5-35FD-DDF5F4452F08}"/>
          </ac:spMkLst>
        </pc:spChg>
      </pc:sldChg>
      <pc:sldChg chg="modSp add mod">
        <pc:chgData name="Ms Alina Arshad" userId="cccdfd85-d35d-4453-9c6f-a463aae40722" providerId="ADAL" clId="{61AA69F3-B1E5-447C-A4B1-319BF9318022}" dt="2024-09-02T15:20:55.050" v="215" actId="5793"/>
        <pc:sldMkLst>
          <pc:docMk/>
          <pc:sldMk cId="0" sldId="397"/>
        </pc:sldMkLst>
        <pc:spChg chg="mod">
          <ac:chgData name="Ms Alina Arshad" userId="cccdfd85-d35d-4453-9c6f-a463aae40722" providerId="ADAL" clId="{61AA69F3-B1E5-447C-A4B1-319BF9318022}" dt="2024-09-02T15:20:55.050" v="215" actId="5793"/>
          <ac:spMkLst>
            <pc:docMk/>
            <pc:sldMk cId="0" sldId="397"/>
            <ac:spMk id="3" creationId="{ED2820C0-8635-D65B-40B6-B347DB28E1C3}"/>
          </ac:spMkLst>
        </pc:spChg>
        <pc:spChg chg="mod">
          <ac:chgData name="Ms Alina Arshad" userId="cccdfd85-d35d-4453-9c6f-a463aae40722" providerId="ADAL" clId="{61AA69F3-B1E5-447C-A4B1-319BF9318022}" dt="2024-09-02T15:20:24.637" v="207" actId="14100"/>
          <ac:spMkLst>
            <pc:docMk/>
            <pc:sldMk cId="0" sldId="397"/>
            <ac:spMk id="24578" creationId="{9E9EFE51-6BE5-4EA8-1761-CD7FB6B30495}"/>
          </ac:spMkLst>
        </pc:spChg>
      </pc:sldChg>
      <pc:sldChg chg="modSp add mod">
        <pc:chgData name="Ms Alina Arshad" userId="cccdfd85-d35d-4453-9c6f-a463aae40722" providerId="ADAL" clId="{61AA69F3-B1E5-447C-A4B1-319BF9318022}" dt="2024-09-02T15:21:30.955" v="229" actId="14100"/>
        <pc:sldMkLst>
          <pc:docMk/>
          <pc:sldMk cId="0" sldId="398"/>
        </pc:sldMkLst>
        <pc:spChg chg="mod">
          <ac:chgData name="Ms Alina Arshad" userId="cccdfd85-d35d-4453-9c6f-a463aae40722" providerId="ADAL" clId="{61AA69F3-B1E5-447C-A4B1-319BF9318022}" dt="2024-09-02T15:21:30.955" v="229" actId="14100"/>
          <ac:spMkLst>
            <pc:docMk/>
            <pc:sldMk cId="0" sldId="398"/>
            <ac:spMk id="3" creationId="{1801B9EB-D481-BF88-7EBA-D339121B115E}"/>
          </ac:spMkLst>
        </pc:spChg>
        <pc:spChg chg="mod">
          <ac:chgData name="Ms Alina Arshad" userId="cccdfd85-d35d-4453-9c6f-a463aae40722" providerId="ADAL" clId="{61AA69F3-B1E5-447C-A4B1-319BF9318022}" dt="2024-09-02T15:21:11.057" v="223" actId="207"/>
          <ac:spMkLst>
            <pc:docMk/>
            <pc:sldMk cId="0" sldId="398"/>
            <ac:spMk id="25602" creationId="{CA2021C2-5EF7-6C28-61B0-54C3361B8DA2}"/>
          </ac:spMkLst>
        </pc:spChg>
      </pc:sldChg>
      <pc:sldChg chg="add del">
        <pc:chgData name="Ms Alina Arshad" userId="cccdfd85-d35d-4453-9c6f-a463aae40722" providerId="ADAL" clId="{61AA69F3-B1E5-447C-A4B1-319BF9318022}" dt="2024-09-03T15:29:13.788" v="320" actId="47"/>
        <pc:sldMkLst>
          <pc:docMk/>
          <pc:sldMk cId="0" sldId="399"/>
        </pc:sldMkLst>
      </pc:sldChg>
      <pc:sldChg chg="add del">
        <pc:chgData name="Ms Alina Arshad" userId="cccdfd85-d35d-4453-9c6f-a463aae40722" providerId="ADAL" clId="{61AA69F3-B1E5-447C-A4B1-319BF9318022}" dt="2024-09-03T15:29:14.018" v="321" actId="47"/>
        <pc:sldMkLst>
          <pc:docMk/>
          <pc:sldMk cId="0" sldId="400"/>
        </pc:sldMkLst>
      </pc:sldChg>
      <pc:sldChg chg="add del">
        <pc:chgData name="Ms Alina Arshad" userId="cccdfd85-d35d-4453-9c6f-a463aae40722" providerId="ADAL" clId="{61AA69F3-B1E5-447C-A4B1-319BF9318022}" dt="2024-09-03T15:29:14.462" v="322" actId="47"/>
        <pc:sldMkLst>
          <pc:docMk/>
          <pc:sldMk cId="0" sldId="401"/>
        </pc:sldMkLst>
      </pc:sldChg>
      <pc:sldChg chg="add del">
        <pc:chgData name="Ms Alina Arshad" userId="cccdfd85-d35d-4453-9c6f-a463aae40722" providerId="ADAL" clId="{61AA69F3-B1E5-447C-A4B1-319BF9318022}" dt="2024-09-03T15:29:14.916" v="323" actId="47"/>
        <pc:sldMkLst>
          <pc:docMk/>
          <pc:sldMk cId="0" sldId="402"/>
        </pc:sldMkLst>
      </pc:sldChg>
      <pc:sldChg chg="add del">
        <pc:chgData name="Ms Alina Arshad" userId="cccdfd85-d35d-4453-9c6f-a463aae40722" providerId="ADAL" clId="{61AA69F3-B1E5-447C-A4B1-319BF9318022}" dt="2024-09-03T15:29:15.364" v="324" actId="47"/>
        <pc:sldMkLst>
          <pc:docMk/>
          <pc:sldMk cId="0" sldId="403"/>
        </pc:sldMkLst>
      </pc:sldChg>
      <pc:sldChg chg="add del">
        <pc:chgData name="Ms Alina Arshad" userId="cccdfd85-d35d-4453-9c6f-a463aae40722" providerId="ADAL" clId="{61AA69F3-B1E5-447C-A4B1-319BF9318022}" dt="2024-09-03T15:29:15.749" v="325" actId="47"/>
        <pc:sldMkLst>
          <pc:docMk/>
          <pc:sldMk cId="0" sldId="404"/>
        </pc:sldMkLst>
      </pc:sldChg>
      <pc:sldChg chg="addSp delSp modSp new mod">
        <pc:chgData name="Ms Alina Arshad" userId="cccdfd85-d35d-4453-9c6f-a463aae40722" providerId="ADAL" clId="{61AA69F3-B1E5-447C-A4B1-319BF9318022}" dt="2024-09-03T14:48:10.764" v="306" actId="1036"/>
        <pc:sldMkLst>
          <pc:docMk/>
          <pc:sldMk cId="965936624" sldId="405"/>
        </pc:sldMkLst>
        <pc:spChg chg="mod">
          <ac:chgData name="Ms Alina Arshad" userId="cccdfd85-d35d-4453-9c6f-a463aae40722" providerId="ADAL" clId="{61AA69F3-B1E5-447C-A4B1-319BF9318022}" dt="2024-09-03T14:36:42.627" v="302" actId="1076"/>
          <ac:spMkLst>
            <pc:docMk/>
            <pc:sldMk cId="965936624" sldId="405"/>
            <ac:spMk id="2" creationId="{30F57BF3-F5F5-C0A6-72AB-CE608E30712D}"/>
          </ac:spMkLst>
        </pc:spChg>
        <pc:spChg chg="del">
          <ac:chgData name="Ms Alina Arshad" userId="cccdfd85-d35d-4453-9c6f-a463aae40722" providerId="ADAL" clId="{61AA69F3-B1E5-447C-A4B1-319BF9318022}" dt="2024-09-02T15:25:15.569" v="254" actId="478"/>
          <ac:spMkLst>
            <pc:docMk/>
            <pc:sldMk cId="965936624" sldId="405"/>
            <ac:spMk id="3" creationId="{938B5C8B-F7B7-0E8A-4AD4-9B61F1D67E99}"/>
          </ac:spMkLst>
        </pc:spChg>
        <pc:picChg chg="add mod">
          <ac:chgData name="Ms Alina Arshad" userId="cccdfd85-d35d-4453-9c6f-a463aae40722" providerId="ADAL" clId="{61AA69F3-B1E5-447C-A4B1-319BF9318022}" dt="2024-09-03T14:48:10.764" v="306" actId="1036"/>
          <ac:picMkLst>
            <pc:docMk/>
            <pc:sldMk cId="965936624" sldId="405"/>
            <ac:picMk id="4" creationId="{44A45838-6958-16D0-5E00-D7DBABB8917F}"/>
          </ac:picMkLst>
        </pc:picChg>
      </pc:sldChg>
      <pc:sldChg chg="delSp modSp add mod">
        <pc:chgData name="Ms Alina Arshad" userId="cccdfd85-d35d-4453-9c6f-a463aae40722" providerId="ADAL" clId="{61AA69F3-B1E5-447C-A4B1-319BF9318022}" dt="2024-09-02T15:28:22.295" v="273" actId="113"/>
        <pc:sldMkLst>
          <pc:docMk/>
          <pc:sldMk cId="1515025612" sldId="420"/>
        </pc:sldMkLst>
        <pc:spChg chg="del mod">
          <ac:chgData name="Ms Alina Arshad" userId="cccdfd85-d35d-4453-9c6f-a463aae40722" providerId="ADAL" clId="{61AA69F3-B1E5-447C-A4B1-319BF9318022}" dt="2024-09-02T15:27:13.259" v="264" actId="478"/>
          <ac:spMkLst>
            <pc:docMk/>
            <pc:sldMk cId="1515025612" sldId="420"/>
            <ac:spMk id="2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7:22.376" v="267" actId="478"/>
          <ac:spMkLst>
            <pc:docMk/>
            <pc:sldMk cId="1515025612" sldId="420"/>
            <ac:spMk id="4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7:24.313" v="268" actId="478"/>
          <ac:spMkLst>
            <pc:docMk/>
            <pc:sldMk cId="1515025612" sldId="420"/>
            <ac:spMk id="5" creationId="{00000000-0000-0000-0000-000000000000}"/>
          </ac:spMkLst>
        </pc:spChg>
        <pc:spChg chg="mod">
          <ac:chgData name="Ms Alina Arshad" userId="cccdfd85-d35d-4453-9c6f-a463aae40722" providerId="ADAL" clId="{61AA69F3-B1E5-447C-A4B1-319BF9318022}" dt="2024-09-02T15:28:22.295" v="273" actId="113"/>
          <ac:spMkLst>
            <pc:docMk/>
            <pc:sldMk cId="1515025612" sldId="420"/>
            <ac:spMk id="10" creationId="{00000000-0000-0000-0000-000000000000}"/>
          </ac:spMkLst>
        </pc:spChg>
        <pc:picChg chg="mod">
          <ac:chgData name="Ms Alina Arshad" userId="cccdfd85-d35d-4453-9c6f-a463aae40722" providerId="ADAL" clId="{61AA69F3-B1E5-447C-A4B1-319BF9318022}" dt="2024-09-02T15:27:16.709" v="265" actId="1076"/>
          <ac:picMkLst>
            <pc:docMk/>
            <pc:sldMk cId="1515025612" sldId="420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61AA69F3-B1E5-447C-A4B1-319BF9318022}" dt="2024-09-03T15:01:36.965" v="309" actId="20577"/>
        <pc:sldMkLst>
          <pc:docMk/>
          <pc:sldMk cId="4009753738" sldId="422"/>
        </pc:sldMkLst>
        <pc:spChg chg="mod">
          <ac:chgData name="Ms Alina Arshad" userId="cccdfd85-d35d-4453-9c6f-a463aae40722" providerId="ADAL" clId="{61AA69F3-B1E5-447C-A4B1-319BF9318022}" dt="2024-09-02T15:28:39.886" v="278" actId="207"/>
          <ac:spMkLst>
            <pc:docMk/>
            <pc:sldMk cId="4009753738" sldId="422"/>
            <ac:spMk id="2" creationId="{00000000-0000-0000-0000-000000000000}"/>
          </ac:spMkLst>
        </pc:spChg>
        <pc:spChg chg="mod">
          <ac:chgData name="Ms Alina Arshad" userId="cccdfd85-d35d-4453-9c6f-a463aae40722" providerId="ADAL" clId="{61AA69F3-B1E5-447C-A4B1-319BF9318022}" dt="2024-09-03T15:01:36.965" v="309" actId="20577"/>
          <ac:spMkLst>
            <pc:docMk/>
            <pc:sldMk cId="4009753738" sldId="422"/>
            <ac:spMk id="3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8:27.862" v="274" actId="478"/>
          <ac:spMkLst>
            <pc:docMk/>
            <pc:sldMk cId="4009753738" sldId="422"/>
            <ac:spMk id="4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8:30.124" v="275" actId="478"/>
          <ac:spMkLst>
            <pc:docMk/>
            <pc:sldMk cId="4009753738" sldId="4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61AA69F3-B1E5-447C-A4B1-319BF9318022}" dt="2024-09-02T15:29:11.602" v="288" actId="478"/>
        <pc:sldMkLst>
          <pc:docMk/>
          <pc:sldMk cId="2563999751" sldId="425"/>
        </pc:sldMkLst>
        <pc:spChg chg="mod">
          <ac:chgData name="Ms Alina Arshad" userId="cccdfd85-d35d-4453-9c6f-a463aae40722" providerId="ADAL" clId="{61AA69F3-B1E5-447C-A4B1-319BF9318022}" dt="2024-09-02T15:28:58.380" v="283" actId="113"/>
          <ac:spMkLst>
            <pc:docMk/>
            <pc:sldMk cId="2563999751" sldId="425"/>
            <ac:spMk id="2" creationId="{00000000-0000-0000-0000-000000000000}"/>
          </ac:spMkLst>
        </pc:spChg>
        <pc:spChg chg="mod">
          <ac:chgData name="Ms Alina Arshad" userId="cccdfd85-d35d-4453-9c6f-a463aae40722" providerId="ADAL" clId="{61AA69F3-B1E5-447C-A4B1-319BF9318022}" dt="2024-09-02T15:29:05.689" v="285" actId="12"/>
          <ac:spMkLst>
            <pc:docMk/>
            <pc:sldMk cId="2563999751" sldId="42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61AA69F3-B1E5-447C-A4B1-319BF9318022}" dt="2024-09-02T15:29:09.911" v="287" actId="478"/>
          <ac:spMkLst>
            <pc:docMk/>
            <pc:sldMk cId="2563999751" sldId="425"/>
            <ac:spMk id="4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9:11.602" v="288" actId="478"/>
          <ac:spMkLst>
            <pc:docMk/>
            <pc:sldMk cId="2563999751" sldId="42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61AA69F3-B1E5-447C-A4B1-319BF9318022}" dt="2024-09-02T15:29:33.374" v="295" actId="478"/>
        <pc:sldMkLst>
          <pc:docMk/>
          <pc:sldMk cId="503109780" sldId="426"/>
        </pc:sldMkLst>
        <pc:spChg chg="mod">
          <ac:chgData name="Ms Alina Arshad" userId="cccdfd85-d35d-4453-9c6f-a463aae40722" providerId="ADAL" clId="{61AA69F3-B1E5-447C-A4B1-319BF9318022}" dt="2024-09-02T15:29:21.463" v="291" actId="14100"/>
          <ac:spMkLst>
            <pc:docMk/>
            <pc:sldMk cId="503109780" sldId="426"/>
            <ac:spMk id="2" creationId="{00000000-0000-0000-0000-000000000000}"/>
          </ac:spMkLst>
        </pc:spChg>
        <pc:spChg chg="mod">
          <ac:chgData name="Ms Alina Arshad" userId="cccdfd85-d35d-4453-9c6f-a463aae40722" providerId="ADAL" clId="{61AA69F3-B1E5-447C-A4B1-319BF9318022}" dt="2024-09-02T15:29:29.414" v="293" actId="12"/>
          <ac:spMkLst>
            <pc:docMk/>
            <pc:sldMk cId="503109780" sldId="426"/>
            <ac:spMk id="3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9:31.115" v="294" actId="478"/>
          <ac:spMkLst>
            <pc:docMk/>
            <pc:sldMk cId="503109780" sldId="426"/>
            <ac:spMk id="4" creationId="{00000000-0000-0000-0000-000000000000}"/>
          </ac:spMkLst>
        </pc:spChg>
        <pc:spChg chg="del">
          <ac:chgData name="Ms Alina Arshad" userId="cccdfd85-d35d-4453-9c6f-a463aae40722" providerId="ADAL" clId="{61AA69F3-B1E5-447C-A4B1-319BF9318022}" dt="2024-09-02T15:29:33.374" v="295" actId="478"/>
          <ac:spMkLst>
            <pc:docMk/>
            <pc:sldMk cId="503109780" sldId="42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962150"/>
            <a:ext cx="11588435" cy="1219962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675888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3-software testing 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QUALITY engineering TOOLS</a:t>
            </a:r>
            <a:endParaRPr lang="en-US" sz="4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4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F1234-844D-F3A8-4B44-50EC8595C5FD}"/>
              </a:ext>
            </a:extLst>
          </p:cNvPr>
          <p:cNvSpPr txBox="1"/>
          <p:nvPr/>
        </p:nvSpPr>
        <p:spPr>
          <a:xfrm>
            <a:off x="8607583" y="5446064"/>
            <a:ext cx="3967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1800" dirty="0">
                <a:cs typeface="Times New Roman" panose="02020603050405020304" pitchFamily="18" charset="0"/>
              </a:rPr>
              <a:t>alina.arshad@nu.edu.pk</a:t>
            </a:r>
            <a:endParaRPr 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3">
            <a:extLst>
              <a:ext uri="{FF2B5EF4-FFF2-40B4-BE49-F238E27FC236}">
                <a16:creationId xmlns:a16="http://schemas.microsoft.com/office/drawing/2014/main" id="{D2EBA8CF-4DD3-2641-6942-B55DF9B0494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endParaRPr lang="en-US" altLang="en-US" sz="3200" dirty="0"/>
          </a:p>
          <a:p>
            <a:pPr algn="ctr">
              <a:buFont typeface="Wingdings" panose="05000000000000000000" pitchFamily="2" charset="2"/>
              <a:buNone/>
            </a:pPr>
            <a:endParaRPr lang="en-US" altLang="en-US" sz="3200" dirty="0"/>
          </a:p>
          <a:p>
            <a:pPr algn="ctr">
              <a:buFont typeface="Wingdings" panose="05000000000000000000" pitchFamily="2" charset="2"/>
              <a:buNone/>
            </a:pPr>
            <a:endParaRPr lang="en-US" altLang="en-US" sz="3500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3500" b="1" dirty="0">
                <a:solidFill>
                  <a:schemeClr val="tx1"/>
                </a:solidFill>
              </a:rPr>
              <a:t>Verification &amp; Validation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51CBA9A-A144-3A93-E0B1-3DD8A14C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75" y="6096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Verification and Validation	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56866B2-AE0C-3AB3-F985-D4FEE53C5BC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37614" y="1905000"/>
            <a:ext cx="9979025" cy="4495800"/>
          </a:xfrm>
        </p:spPr>
        <p:txBody>
          <a:bodyPr/>
          <a:lstStyle/>
          <a:p>
            <a:pPr eaLnBrk="1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Verification</a:t>
            </a:r>
            <a:r>
              <a:rPr lang="en-US" sz="2800" dirty="0"/>
              <a:t>: </a:t>
            </a:r>
          </a:p>
          <a:p>
            <a:pPr lvl="1" eaLnBrk="1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Are we building the </a:t>
            </a:r>
            <a:r>
              <a:rPr lang="en-US" sz="2400" u="sng" dirty="0">
                <a:solidFill>
                  <a:schemeClr val="tx1"/>
                </a:solidFill>
              </a:rPr>
              <a:t>product right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 lvl="1" eaLnBrk="1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Software must conform to its specification</a:t>
            </a:r>
          </a:p>
          <a:p>
            <a:pPr lvl="1" eaLnBrk="1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Internal viewpoint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accent2"/>
                </a:solidFill>
              </a:rPr>
              <a:t>Validation</a:t>
            </a:r>
            <a:r>
              <a:rPr lang="en-US" sz="2800" dirty="0"/>
              <a:t>: </a:t>
            </a:r>
          </a:p>
          <a:p>
            <a:pPr lvl="1" eaLnBrk="1" hangingPunct="1">
              <a:buClr>
                <a:schemeClr val="accent2">
                  <a:lumMod val="60000"/>
                  <a:lumOff val="40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Are we building the </a:t>
            </a:r>
            <a:r>
              <a:rPr lang="en-US" sz="2400" u="sng" dirty="0">
                <a:solidFill>
                  <a:schemeClr val="tx1"/>
                </a:solidFill>
              </a:rPr>
              <a:t>right product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 lvl="1" eaLnBrk="1" hangingPunct="1">
              <a:buClr>
                <a:schemeClr val="accent2">
                  <a:lumMod val="60000"/>
                  <a:lumOff val="40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Software should do what the user really requires</a:t>
            </a:r>
          </a:p>
          <a:p>
            <a:pPr lvl="1" eaLnBrk="1" hangingPunct="1">
              <a:buClr>
                <a:schemeClr val="accent2">
                  <a:lumMod val="60000"/>
                  <a:lumOff val="40000"/>
                </a:schemeClr>
              </a:buClr>
              <a:defRPr/>
            </a:pPr>
            <a:r>
              <a:rPr lang="en-US" sz="2400" dirty="0">
                <a:solidFill>
                  <a:schemeClr val="tx1"/>
                </a:solidFill>
              </a:rPr>
              <a:t>External viewpoint</a:t>
            </a:r>
          </a:p>
          <a:p>
            <a:pPr algn="r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(Boehm, 1979)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78BF65F-64CF-8765-4643-4218A136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V&amp;V understanding by real life e.g.</a:t>
            </a:r>
          </a:p>
        </p:txBody>
      </p:sp>
      <p:sp>
        <p:nvSpPr>
          <p:cNvPr id="14339" name="Content Placeholder 6">
            <a:extLst>
              <a:ext uri="{FF2B5EF4-FFF2-40B4-BE49-F238E27FC236}">
                <a16:creationId xmlns:a16="http://schemas.microsoft.com/office/drawing/2014/main" id="{126E4A18-D837-E559-D170-586465641E5B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Know the recipe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Have all ingredients</a:t>
            </a:r>
          </a:p>
        </p:txBody>
      </p:sp>
      <p:sp>
        <p:nvSpPr>
          <p:cNvPr id="14340" name="Content Placeholder 8">
            <a:extLst>
              <a:ext uri="{FF2B5EF4-FFF2-40B4-BE49-F238E27FC236}">
                <a16:creationId xmlns:a16="http://schemas.microsoft.com/office/drawing/2014/main" id="{2E7C0FA2-7D57-694F-A7B8-315B045FC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1800" y="2465075"/>
            <a:ext cx="3886200" cy="639763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Taste before serving</a:t>
            </a:r>
          </a:p>
        </p:txBody>
      </p:sp>
      <p:sp>
        <p:nvSpPr>
          <p:cNvPr id="14341" name="Text Placeholder 5">
            <a:extLst>
              <a:ext uri="{FF2B5EF4-FFF2-40B4-BE49-F238E27FC236}">
                <a16:creationId xmlns:a16="http://schemas.microsoft.com/office/drawing/2014/main" id="{9B4A666E-5A9C-485A-01AA-B393E947174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97280" y="1912092"/>
            <a:ext cx="3886200" cy="639763"/>
          </a:xfrm>
        </p:spPr>
        <p:txBody>
          <a:bodyPr/>
          <a:lstStyle/>
          <a:p>
            <a:r>
              <a:rPr lang="en-US" altLang="en-US" sz="2400" b="1" dirty="0">
                <a:solidFill>
                  <a:schemeClr val="tx1"/>
                </a:solidFill>
              </a:rPr>
              <a:t>Verification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7B8EBB-9DB8-2121-14A9-160B9D5F6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1800" y="1892777"/>
            <a:ext cx="3886200" cy="6397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</a:rPr>
              <a:t>Validation</a:t>
            </a:r>
          </a:p>
        </p:txBody>
      </p:sp>
      <p:pic>
        <p:nvPicPr>
          <p:cNvPr id="14343" name="Picture 5">
            <a:extLst>
              <a:ext uri="{FF2B5EF4-FFF2-40B4-BE49-F238E27FC236}">
                <a16:creationId xmlns:a16="http://schemas.microsoft.com/office/drawing/2014/main" id="{62145043-50B9-EE92-8D27-400F4C801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" y="3550920"/>
            <a:ext cx="29241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6">
            <a:extLst>
              <a:ext uri="{FF2B5EF4-FFF2-40B4-BE49-F238E27FC236}">
                <a16:creationId xmlns:a16="http://schemas.microsoft.com/office/drawing/2014/main" id="{AE6E7A52-AA22-642A-1A5A-354F65245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720" y="2988734"/>
            <a:ext cx="29479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57BF3-F5F5-C0A6-72AB-CE608E30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92898"/>
            <a:ext cx="10058400" cy="89630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Validation and Verification Activities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44A45838-6958-16D0-5E00-D7DBABB89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1" y="1554480"/>
            <a:ext cx="10485119" cy="427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3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F17A306-C35F-32F2-751B-58D5D8AC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214" y="74676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Objectives of V&amp;V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D087D70-FEE9-7E5B-0C24-0A8BD1C3950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85214" y="1905000"/>
            <a:ext cx="10100945" cy="2819400"/>
          </a:xfrm>
        </p:spPr>
        <p:txBody>
          <a:bodyPr>
            <a:normAutofit/>
          </a:bodyPr>
          <a:lstStyle/>
          <a:p>
            <a:pPr algn="just"/>
            <a:r>
              <a:rPr lang="en-GB" altLang="en-US" b="1" dirty="0">
                <a:solidFill>
                  <a:schemeClr val="tx1"/>
                </a:solidFill>
              </a:rPr>
              <a:t>Two principal objectives:</a:t>
            </a:r>
          </a:p>
          <a:p>
            <a:pPr lvl="1" algn="just"/>
            <a:r>
              <a:rPr lang="en-GB" altLang="en-US" sz="2000" dirty="0"/>
              <a:t>Discovery of defects in a system</a:t>
            </a:r>
          </a:p>
          <a:p>
            <a:pPr lvl="1" algn="just"/>
            <a:r>
              <a:rPr lang="en-GB" altLang="en-US" sz="2000" dirty="0"/>
              <a:t>Assessment of whether the system is usable in an operational situation</a:t>
            </a:r>
          </a:p>
          <a:p>
            <a:pPr algn="just"/>
            <a:r>
              <a:rPr lang="en-GB" altLang="en-US" b="1" dirty="0">
                <a:solidFill>
                  <a:schemeClr val="tx1"/>
                </a:solidFill>
              </a:rPr>
              <a:t>V &amp; V must be applied at each stage in the software process to be effective.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7606D33-4E8E-B748-88A1-EDEAA5C1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35" y="67056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Approaches to V&amp;V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8F313A45-0B16-A22C-A378-5ABC0F4EF57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07134" y="1874520"/>
            <a:ext cx="10024745" cy="275844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solidFill>
                  <a:schemeClr val="accent2"/>
                </a:solidFill>
              </a:rPr>
              <a:t>Software inspections / peer reviews:</a:t>
            </a:r>
          </a:p>
          <a:p>
            <a:pPr lvl="1" algn="just" eaLnBrk="1" hangingPunct="1"/>
            <a:r>
              <a:rPr lang="en-US" altLang="en-US" sz="2000" dirty="0">
                <a:solidFill>
                  <a:schemeClr val="tx1"/>
                </a:solidFill>
              </a:rPr>
              <a:t>Analysis of software documents and source code</a:t>
            </a:r>
          </a:p>
          <a:p>
            <a:pPr lvl="1" algn="just" eaLnBrk="1" hangingPunct="1"/>
            <a:r>
              <a:rPr lang="en-US" altLang="en-US" sz="2000" dirty="0">
                <a:solidFill>
                  <a:schemeClr val="tx1"/>
                </a:solidFill>
              </a:rPr>
              <a:t>Static process, doesn’t need to run the system</a:t>
            </a:r>
          </a:p>
          <a:p>
            <a:pPr lvl="1" algn="just" eaLnBrk="1" hangingPunct="1"/>
            <a:r>
              <a:rPr lang="en-US" altLang="en-US" sz="2000" dirty="0">
                <a:solidFill>
                  <a:schemeClr val="tx1"/>
                </a:solidFill>
              </a:rPr>
              <a:t>May be supplemented by tool-based analysis of documents and program code</a:t>
            </a:r>
          </a:p>
          <a:p>
            <a:pPr algn="just" eaLnBrk="1" hangingPunct="1"/>
            <a:r>
              <a:rPr lang="en-US" altLang="en-US" dirty="0">
                <a:solidFill>
                  <a:schemeClr val="accent2"/>
                </a:solidFill>
              </a:rPr>
              <a:t>Software testing:</a:t>
            </a:r>
          </a:p>
          <a:p>
            <a:pPr lvl="1" algn="just" eaLnBrk="1" hangingPunct="1"/>
            <a:r>
              <a:rPr lang="en-US" altLang="en-US" sz="2000" dirty="0">
                <a:solidFill>
                  <a:schemeClr val="tx1"/>
                </a:solidFill>
              </a:rPr>
              <a:t>Running an implementation of the software with test data</a:t>
            </a:r>
          </a:p>
          <a:p>
            <a:pPr lvl="1" algn="just" eaLnBrk="1" hangingPunct="1"/>
            <a:r>
              <a:rPr lang="en-US" altLang="en-US" sz="2000" dirty="0">
                <a:solidFill>
                  <a:schemeClr val="tx1"/>
                </a:solidFill>
              </a:rPr>
              <a:t>Dynamic process, main V&amp;V technique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68" y="770021"/>
            <a:ext cx="7153275" cy="866775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8370" y="1981727"/>
            <a:ext cx="7581900" cy="279132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386840" y="4831359"/>
            <a:ext cx="87565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Correctness properties are undecidable 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the halting problem can be embedded in almost every property of interest</a:t>
            </a:r>
          </a:p>
        </p:txBody>
      </p:sp>
    </p:spTree>
    <p:extLst>
      <p:ext uri="{BB962C8B-B14F-4D97-AF65-F5344CB8AC3E}">
        <p14:creationId xmlns:p14="http://schemas.microsoft.com/office/powerpoint/2010/main" val="151502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Variety of approaches for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92968"/>
            <a:ext cx="11029615" cy="287715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There are no fixed recipes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Test designers must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choose and schedule the right blend of techniques to reach the required level of quality</a:t>
            </a:r>
          </a:p>
          <a:p>
            <a:r>
              <a:rPr lang="en-US" dirty="0">
                <a:solidFill>
                  <a:schemeClr val="tx1"/>
                </a:solidFill>
              </a:rPr>
              <a:t>Design a specific solution that suits the problem, the requirements</a:t>
            </a:r>
          </a:p>
        </p:txBody>
      </p:sp>
    </p:spTree>
    <p:extLst>
      <p:ext uri="{BB962C8B-B14F-4D97-AF65-F5344CB8AC3E}">
        <p14:creationId xmlns:p14="http://schemas.microsoft.com/office/powerpoint/2010/main" val="400975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537A4B9-B39A-579D-C3BC-C397847D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055" y="7620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Testing &amp; Debugging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689ADAC9-CBEB-2DBA-72EB-70D48463F7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8055" y="1889760"/>
            <a:ext cx="10360025" cy="379476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These are two distinct processes.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Verification and validation is concerned with establishing the existence of defects in a program.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Debugging is concerned with locating and repairing these defects.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Debugging involves formulating a hypothesis about program behavior and then testing this hypothesis to find the error.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722D93A-0D1F-145E-84A0-2629E476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055" y="7620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What about faults?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EBCD9F5-B0DE-8D92-CD2D-5AEE452A8A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8054" y="1935480"/>
            <a:ext cx="10436225" cy="193548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Three approaches to reducing the number of faults in computer systems:</a:t>
            </a:r>
          </a:p>
          <a:p>
            <a:pPr marL="881063" lvl="1" indent="-514350">
              <a:buSzPct val="80000"/>
              <a:buFont typeface="Tw Cen MT" panose="020B0602020104020603" pitchFamily="34" charset="0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</a:rPr>
              <a:t>Avoidance</a:t>
            </a:r>
          </a:p>
          <a:p>
            <a:pPr marL="881063" lvl="1" indent="-514350">
              <a:buSzPct val="80000"/>
              <a:buFont typeface="Tw Cen MT" panose="020B0602020104020603" pitchFamily="34" charset="0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</a:rPr>
              <a:t>Detection &amp; removal</a:t>
            </a:r>
          </a:p>
          <a:p>
            <a:pPr marL="881063" lvl="1" indent="-514350">
              <a:buSzPct val="80000"/>
              <a:buFont typeface="Tw Cen MT" panose="020B0602020104020603" pitchFamily="34" charset="0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</a:rPr>
              <a:t>Tolerance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F5096FE-7AF8-EAE0-3033-E7A5148B9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99160"/>
            <a:ext cx="10058400" cy="8382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What is an Inspection?	</a:t>
            </a:r>
          </a:p>
        </p:txBody>
      </p:sp>
      <p:sp>
        <p:nvSpPr>
          <p:cNvPr id="19459" name="Content Placeholder 4">
            <a:extLst>
              <a:ext uri="{FF2B5EF4-FFF2-40B4-BE49-F238E27FC236}">
                <a16:creationId xmlns:a16="http://schemas.microsoft.com/office/drawing/2014/main" id="{30445B9E-7609-2C13-9F7E-060ADA67CF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49680" y="2026920"/>
            <a:ext cx="7894320" cy="219456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</a:rPr>
              <a:t>Inspection in software engineering, refers to peer review of any work product by trained individuals who look for defects using a well-defined process. An inspection might also be referred to as a Fagan inspection after Michael Fagan, the inventor of the process.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/>
          </a:p>
        </p:txBody>
      </p:sp>
      <p:pic>
        <p:nvPicPr>
          <p:cNvPr id="19460" name="Content Placeholder 6" descr="Inspection.jpg">
            <a:extLst>
              <a:ext uri="{FF2B5EF4-FFF2-40B4-BE49-F238E27FC236}">
                <a16:creationId xmlns:a16="http://schemas.microsoft.com/office/drawing/2014/main" id="{F8DD2940-6587-2E51-5762-4ADEEAF55E8D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65080" y="2362200"/>
            <a:ext cx="1333500" cy="123825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AFC9EEE-90EA-5972-8983-E4DEFCEA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6800"/>
            <a:ext cx="10058400" cy="67056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Inspection Purposes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E38ED36-A255-2938-67D8-AB7034B87C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97280" y="1900872"/>
            <a:ext cx="10195560" cy="389032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600" b="1" dirty="0">
                <a:solidFill>
                  <a:schemeClr val="accent2"/>
                </a:solidFill>
              </a:rPr>
              <a:t>Primary Purpose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Identify potential defects during preparation and validate them at the meeting.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Validate the fact that identified items are actual defects.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Record the existence of the defect.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Provide the record to the developer to use in making fixes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45C03E4-AB80-345E-E995-A1F28EC0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Inspection Purposes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9CC6E6F-D0D1-F41F-1B12-DC08240D37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97280" y="1859280"/>
            <a:ext cx="10058400" cy="407320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600" b="1" dirty="0">
                <a:solidFill>
                  <a:schemeClr val="accent2"/>
                </a:solidFill>
              </a:rPr>
              <a:t>Secondary 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To increase programming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To achieve lower life cycle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To provide traceability of requirements to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To increase product quality at delivery etc.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0402E37-889B-8B94-CACA-AF3D6C94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Inspection Team Members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63DC0FB-39D9-5FCE-7116-2F06C79D1A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859280"/>
            <a:ext cx="10774680" cy="43281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During an inspection the following roles are used:</a:t>
            </a:r>
          </a:p>
          <a:p>
            <a:pPr algn="just"/>
            <a:r>
              <a:rPr lang="en-US" altLang="en-US" sz="2400" b="1" dirty="0">
                <a:solidFill>
                  <a:schemeClr val="accent1"/>
                </a:solidFill>
              </a:rPr>
              <a:t>Author: </a:t>
            </a:r>
            <a:r>
              <a:rPr lang="en-US" altLang="en-US" sz="2400" dirty="0">
                <a:solidFill>
                  <a:schemeClr val="tx1"/>
                </a:solidFill>
              </a:rPr>
              <a:t>The person who created the work product being inspected. </a:t>
            </a:r>
          </a:p>
          <a:p>
            <a:pPr algn="just"/>
            <a:r>
              <a:rPr lang="en-US" altLang="en-US" sz="2400" b="1" dirty="0">
                <a:solidFill>
                  <a:schemeClr val="accent1"/>
                </a:solidFill>
              </a:rPr>
              <a:t>Moderator: </a:t>
            </a:r>
            <a:r>
              <a:rPr lang="en-US" altLang="en-US" sz="2400" dirty="0">
                <a:solidFill>
                  <a:schemeClr val="tx1"/>
                </a:solidFill>
              </a:rPr>
              <a:t>This is the leader of the inspection. The moderator plans the inspection and coordinates it. </a:t>
            </a:r>
          </a:p>
          <a:p>
            <a:pPr algn="just"/>
            <a:r>
              <a:rPr lang="en-US" altLang="en-US" sz="2400" b="1" dirty="0">
                <a:solidFill>
                  <a:schemeClr val="accent1"/>
                </a:solidFill>
              </a:rPr>
              <a:t>Reader: </a:t>
            </a:r>
            <a:r>
              <a:rPr lang="en-US" altLang="en-US" sz="2400" dirty="0">
                <a:solidFill>
                  <a:schemeClr val="tx1"/>
                </a:solidFill>
              </a:rPr>
              <a:t>The person reading through the documents, one item at a time. The other inspectors then point out defects. </a:t>
            </a:r>
          </a:p>
          <a:p>
            <a:pPr algn="just"/>
            <a:r>
              <a:rPr lang="en-US" altLang="en-US" sz="2400" b="1" dirty="0">
                <a:solidFill>
                  <a:schemeClr val="accent1"/>
                </a:solidFill>
              </a:rPr>
              <a:t>Recorder/Scribe: </a:t>
            </a:r>
            <a:r>
              <a:rPr lang="en-US" altLang="en-US" sz="2400" dirty="0">
                <a:solidFill>
                  <a:schemeClr val="tx1"/>
                </a:solidFill>
              </a:rPr>
              <a:t>The person that documents the defects that are found during the inspection. </a:t>
            </a:r>
          </a:p>
          <a:p>
            <a:pPr algn="just"/>
            <a:r>
              <a:rPr lang="en-US" altLang="en-US" sz="2400" b="1" dirty="0">
                <a:solidFill>
                  <a:schemeClr val="accent1"/>
                </a:solidFill>
              </a:rPr>
              <a:t>Inspector: </a:t>
            </a:r>
            <a:r>
              <a:rPr lang="en-US" altLang="en-US" sz="2400" dirty="0">
                <a:solidFill>
                  <a:schemeClr val="tx1"/>
                </a:solidFill>
              </a:rPr>
              <a:t>The person that examines the work product to identify possible defects</a:t>
            </a:r>
            <a:r>
              <a:rPr lang="en-US" altLang="en-US" sz="2400">
                <a:solidFill>
                  <a:schemeClr val="tx1"/>
                </a:solidFill>
              </a:rPr>
              <a:t>. </a:t>
            </a:r>
            <a:endParaRPr lang="en-US" altLang="en-US" sz="21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6BD68B2-C317-CFC5-35FD-DDF5F445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Inspection Process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8990-D426-37D3-4812-E9223FC1CA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0600" y="1816517"/>
            <a:ext cx="9189720" cy="475488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tx1"/>
                </a:solidFill>
              </a:rPr>
              <a:t>The stages in the inspections process are: 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Planning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Overview meeting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Preparation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Inspection meeting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Rework and 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Follow-up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The Preparation, Inspection meeting and Rework stages might be iterated.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E9EFE51-6BE5-4EA8-1761-CD7FB6B3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2960"/>
            <a:ext cx="10058400" cy="9144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Formal Technical Reviews (FTR)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20C0-8635-D65B-40B6-B347DB28E1C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2072640"/>
            <a:ext cx="10500360" cy="263652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FTR is one of the techniques for improving software quality.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The FTR is a software quality assurance activity with the objectives to uncover errors in function, logic or implementation for any representation of the software.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FTR (Formal Technical Review) is also a learning ground for junior developers to know more about different approaches to software analysis, design and implementation.</a:t>
            </a:r>
          </a:p>
          <a:p>
            <a:pPr marL="0" indent="0">
              <a:buNone/>
            </a:pPr>
            <a:endParaRPr lang="en-US" altLang="en-US"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A2021C2-5EF7-6C28-61B0-54C3361B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Formal Technical Reviews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B9EB-D481-BF88-7EBA-D339121B115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97280" y="1920240"/>
            <a:ext cx="10058400" cy="4118928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FTR activities include walkthroughs and inspections.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Formal technical review methods began in 1976 with the publication of Fagan's code inspection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chemeClr val="tx1"/>
                </a:solidFill>
              </a:rPr>
              <a:t>Reviews are the most widely used approach for assessing software quality.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Five basic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When do verification and validation start?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What particular techniques should be applied during development?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can we assess the readiness of a product?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can we control the quality of successive releases?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can the development process itself be improved?</a:t>
            </a:r>
          </a:p>
        </p:txBody>
      </p:sp>
    </p:spTree>
    <p:extLst>
      <p:ext uri="{BB962C8B-B14F-4D97-AF65-F5344CB8AC3E}">
        <p14:creationId xmlns:p14="http://schemas.microsoft.com/office/powerpoint/2010/main" val="153982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31520"/>
            <a:ext cx="10058400" cy="10058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When do verification and validation start?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Test is not a (late) phase of software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V&amp;V start as soon as we decide to build a software product, or even before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V&amp;V last far beyond the product delivery as long as the software is in use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feasibility study of a new project must take into account the required qualities and their impact on the overall cost</a:t>
            </a:r>
          </a:p>
          <a:p>
            <a:r>
              <a:rPr lang="en-US" sz="2000" dirty="0">
                <a:solidFill>
                  <a:schemeClr val="tx1"/>
                </a:solidFill>
              </a:rPr>
              <a:t>At this stage, quality related activities include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risk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measures needed to assess and control quality at each stage of development.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878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047246" y="250932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371</TotalTime>
  <Words>842</Words>
  <Application>Microsoft Office PowerPoint</Application>
  <PresentationFormat>Widescreen</PresentationFormat>
  <Paragraphs>110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Times New Roman</vt:lpstr>
      <vt:lpstr>Tw Cen MT</vt:lpstr>
      <vt:lpstr>Wingdings</vt:lpstr>
      <vt:lpstr>Retrospect</vt:lpstr>
      <vt:lpstr>Software Quality Engineering</vt:lpstr>
      <vt:lpstr>PowerPoint Presentation</vt:lpstr>
      <vt:lpstr>Verification and Validation </vt:lpstr>
      <vt:lpstr>V&amp;V understanding by real life e.g.</vt:lpstr>
      <vt:lpstr>Validation and Verification Activities</vt:lpstr>
      <vt:lpstr>Objectives of V&amp;V</vt:lpstr>
      <vt:lpstr>Approaches to V&amp;V</vt:lpstr>
      <vt:lpstr>PowerPoint Presentation</vt:lpstr>
      <vt:lpstr>Variety of approaches for testing</vt:lpstr>
      <vt:lpstr>Testing &amp; Debugging</vt:lpstr>
      <vt:lpstr>What about faults?</vt:lpstr>
      <vt:lpstr>What is an Inspection? </vt:lpstr>
      <vt:lpstr>Inspection Purposes</vt:lpstr>
      <vt:lpstr>Inspection Purposes</vt:lpstr>
      <vt:lpstr>Inspection Team Members</vt:lpstr>
      <vt:lpstr>Inspection Process (Cont..)</vt:lpstr>
      <vt:lpstr>Formal Technical Reviews (FTR)</vt:lpstr>
      <vt:lpstr>Formal Technical Reviews (Cont..)</vt:lpstr>
      <vt:lpstr>Five basic questions</vt:lpstr>
      <vt:lpstr>When do verification and validation start?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13</cp:revision>
  <dcterms:created xsi:type="dcterms:W3CDTF">2024-08-09T06:58:16Z</dcterms:created>
  <dcterms:modified xsi:type="dcterms:W3CDTF">2024-09-05T08:33:33Z</dcterms:modified>
</cp:coreProperties>
</file>