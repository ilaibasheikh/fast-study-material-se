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g"/>
  <Override PartName="/ppt/media/image3.jpg" ContentType="image/jpg"/>
  <Override PartName="/ppt/media/image4.jpg" ContentType="image/jpg"/>
  <Override PartName="/ppt/media/image5.jpg" ContentType="image/jpg"/>
  <Override PartName="/ppt/media/image7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75" r:id="rId3"/>
    <p:sldId id="276" r:id="rId4"/>
    <p:sldId id="264" r:id="rId5"/>
    <p:sldId id="265" r:id="rId6"/>
    <p:sldId id="277" r:id="rId7"/>
    <p:sldId id="278" r:id="rId8"/>
    <p:sldId id="266" r:id="rId9"/>
    <p:sldId id="279" r:id="rId10"/>
    <p:sldId id="267" r:id="rId11"/>
    <p:sldId id="280" r:id="rId12"/>
    <p:sldId id="281" r:id="rId13"/>
    <p:sldId id="288" r:id="rId14"/>
    <p:sldId id="282" r:id="rId15"/>
    <p:sldId id="289" r:id="rId16"/>
    <p:sldId id="283" r:id="rId17"/>
    <p:sldId id="284" r:id="rId18"/>
    <p:sldId id="285" r:id="rId19"/>
    <p:sldId id="286" r:id="rId20"/>
    <p:sldId id="28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9979"/>
    <a:srgbClr val="BF5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49CDAB-0ECD-4395-A4D8-CAAB3FFEBA05}" v="25" dt="2024-10-21T14:45:56.765"/>
    <p1510:client id="{543E91FB-ED42-42F7-966D-6E5C8A6D0E04}" v="15" dt="2024-10-21T08:57:04.2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21" autoAdjust="0"/>
    <p:restoredTop sz="94061" autoAdjust="0"/>
  </p:normalViewPr>
  <p:slideViewPr>
    <p:cSldViewPr snapToGrid="0">
      <p:cViewPr varScale="1">
        <p:scale>
          <a:sx n="70" d="100"/>
          <a:sy n="70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0049CDAB-0ECD-4395-A4D8-CAAB3FFEBA05}"/>
    <pc:docChg chg="undo custSel addSld modSld">
      <pc:chgData name="Ms Alina Arshad" userId="cccdfd85-d35d-4453-9c6f-a463aae40722" providerId="ADAL" clId="{0049CDAB-0ECD-4395-A4D8-CAAB3FFEBA05}" dt="2024-10-21T14:48:38.846" v="255" actId="1076"/>
      <pc:docMkLst>
        <pc:docMk/>
      </pc:docMkLst>
      <pc:sldChg chg="modSp mod">
        <pc:chgData name="Ms Alina Arshad" userId="cccdfd85-d35d-4453-9c6f-a463aae40722" providerId="ADAL" clId="{0049CDAB-0ECD-4395-A4D8-CAAB3FFEBA05}" dt="2024-10-21T14:44:10.051" v="150" actId="20577"/>
        <pc:sldMkLst>
          <pc:docMk/>
          <pc:sldMk cId="0" sldId="285"/>
        </pc:sldMkLst>
        <pc:spChg chg="mod">
          <ac:chgData name="Ms Alina Arshad" userId="cccdfd85-d35d-4453-9c6f-a463aae40722" providerId="ADAL" clId="{0049CDAB-0ECD-4395-A4D8-CAAB3FFEBA05}" dt="2024-10-21T14:40:26.672" v="148" actId="14100"/>
          <ac:spMkLst>
            <pc:docMk/>
            <pc:sldMk cId="0" sldId="285"/>
            <ac:spMk id="2" creationId="{00000000-0000-0000-0000-000000000000}"/>
          </ac:spMkLst>
        </pc:spChg>
        <pc:spChg chg="mod">
          <ac:chgData name="Ms Alina Arshad" userId="cccdfd85-d35d-4453-9c6f-a463aae40722" providerId="ADAL" clId="{0049CDAB-0ECD-4395-A4D8-CAAB3FFEBA05}" dt="2024-10-21T14:44:10.051" v="150" actId="20577"/>
          <ac:spMkLst>
            <pc:docMk/>
            <pc:sldMk cId="0" sldId="285"/>
            <ac:spMk id="3" creationId="{00000000-0000-0000-0000-000000000000}"/>
          </ac:spMkLst>
        </pc:spChg>
        <pc:spChg chg="mod">
          <ac:chgData name="Ms Alina Arshad" userId="cccdfd85-d35d-4453-9c6f-a463aae40722" providerId="ADAL" clId="{0049CDAB-0ECD-4395-A4D8-CAAB3FFEBA05}" dt="2024-10-21T14:42:07.347" v="149" actId="113"/>
          <ac:spMkLst>
            <pc:docMk/>
            <pc:sldMk cId="0" sldId="285"/>
            <ac:spMk id="7" creationId="{00000000-0000-0000-0000-000000000000}"/>
          </ac:spMkLst>
        </pc:spChg>
      </pc:sldChg>
      <pc:sldChg chg="addSp delSp modSp mod">
        <pc:chgData name="Ms Alina Arshad" userId="cccdfd85-d35d-4453-9c6f-a463aae40722" providerId="ADAL" clId="{0049CDAB-0ECD-4395-A4D8-CAAB3FFEBA05}" dt="2024-10-21T14:47:41.784" v="198" actId="14"/>
        <pc:sldMkLst>
          <pc:docMk/>
          <pc:sldMk cId="0" sldId="286"/>
        </pc:sldMkLst>
        <pc:spChg chg="mod">
          <ac:chgData name="Ms Alina Arshad" userId="cccdfd85-d35d-4453-9c6f-a463aae40722" providerId="ADAL" clId="{0049CDAB-0ECD-4395-A4D8-CAAB3FFEBA05}" dt="2024-10-21T14:44:55.198" v="156" actId="14100"/>
          <ac:spMkLst>
            <pc:docMk/>
            <pc:sldMk cId="0" sldId="286"/>
            <ac:spMk id="2" creationId="{00000000-0000-0000-0000-000000000000}"/>
          </ac:spMkLst>
        </pc:spChg>
        <pc:spChg chg="mod">
          <ac:chgData name="Ms Alina Arshad" userId="cccdfd85-d35d-4453-9c6f-a463aae40722" providerId="ADAL" clId="{0049CDAB-0ECD-4395-A4D8-CAAB3FFEBA05}" dt="2024-10-21T14:45:12.741" v="160" actId="1076"/>
          <ac:spMkLst>
            <pc:docMk/>
            <pc:sldMk cId="0" sldId="286"/>
            <ac:spMk id="3" creationId="{00000000-0000-0000-0000-000000000000}"/>
          </ac:spMkLst>
        </pc:spChg>
        <pc:spChg chg="mod">
          <ac:chgData name="Ms Alina Arshad" userId="cccdfd85-d35d-4453-9c6f-a463aae40722" providerId="ADAL" clId="{0049CDAB-0ECD-4395-A4D8-CAAB3FFEBA05}" dt="2024-10-21T14:46:57.216" v="189" actId="113"/>
          <ac:spMkLst>
            <pc:docMk/>
            <pc:sldMk cId="0" sldId="286"/>
            <ac:spMk id="4" creationId="{00000000-0000-0000-0000-000000000000}"/>
          </ac:spMkLst>
        </pc:spChg>
        <pc:spChg chg="del mod">
          <ac:chgData name="Ms Alina Arshad" userId="cccdfd85-d35d-4453-9c6f-a463aae40722" providerId="ADAL" clId="{0049CDAB-0ECD-4395-A4D8-CAAB3FFEBA05}" dt="2024-10-21T14:46:07.766" v="169" actId="478"/>
          <ac:spMkLst>
            <pc:docMk/>
            <pc:sldMk cId="0" sldId="286"/>
            <ac:spMk id="5" creationId="{00000000-0000-0000-0000-000000000000}"/>
          </ac:spMkLst>
        </pc:spChg>
        <pc:spChg chg="mod">
          <ac:chgData name="Ms Alina Arshad" userId="cccdfd85-d35d-4453-9c6f-a463aae40722" providerId="ADAL" clId="{0049CDAB-0ECD-4395-A4D8-CAAB3FFEBA05}" dt="2024-10-21T14:47:41.784" v="198" actId="14"/>
          <ac:spMkLst>
            <pc:docMk/>
            <pc:sldMk cId="0" sldId="286"/>
            <ac:spMk id="6" creationId="{00000000-0000-0000-0000-000000000000}"/>
          </ac:spMkLst>
        </pc:spChg>
        <pc:spChg chg="del">
          <ac:chgData name="Ms Alina Arshad" userId="cccdfd85-d35d-4453-9c6f-a463aae40722" providerId="ADAL" clId="{0049CDAB-0ECD-4395-A4D8-CAAB3FFEBA05}" dt="2024-10-21T14:45:48.426" v="163" actId="21"/>
          <ac:spMkLst>
            <pc:docMk/>
            <pc:sldMk cId="0" sldId="286"/>
            <ac:spMk id="7" creationId="{00000000-0000-0000-0000-000000000000}"/>
          </ac:spMkLst>
        </pc:spChg>
        <pc:spChg chg="mod">
          <ac:chgData name="Ms Alina Arshad" userId="cccdfd85-d35d-4453-9c6f-a463aae40722" providerId="ADAL" clId="{0049CDAB-0ECD-4395-A4D8-CAAB3FFEBA05}" dt="2024-10-21T14:45:34.889" v="161" actId="1076"/>
          <ac:spMkLst>
            <pc:docMk/>
            <pc:sldMk cId="0" sldId="286"/>
            <ac:spMk id="8" creationId="{00000000-0000-0000-0000-000000000000}"/>
          </ac:spMkLst>
        </pc:spChg>
        <pc:spChg chg="add mod">
          <ac:chgData name="Ms Alina Arshad" userId="cccdfd85-d35d-4453-9c6f-a463aae40722" providerId="ADAL" clId="{0049CDAB-0ECD-4395-A4D8-CAAB3FFEBA05}" dt="2024-10-21T14:46:37.412" v="182" actId="1037"/>
          <ac:spMkLst>
            <pc:docMk/>
            <pc:sldMk cId="0" sldId="286"/>
            <ac:spMk id="9" creationId="{00000000-0000-0000-0000-000000000000}"/>
          </ac:spMkLst>
        </pc:spChg>
      </pc:sldChg>
      <pc:sldChg chg="modSp mod">
        <pc:chgData name="Ms Alina Arshad" userId="cccdfd85-d35d-4453-9c6f-a463aae40722" providerId="ADAL" clId="{0049CDAB-0ECD-4395-A4D8-CAAB3FFEBA05}" dt="2024-10-21T14:48:38.846" v="255" actId="1076"/>
        <pc:sldMkLst>
          <pc:docMk/>
          <pc:sldMk cId="0" sldId="287"/>
        </pc:sldMkLst>
        <pc:spChg chg="mod">
          <ac:chgData name="Ms Alina Arshad" userId="cccdfd85-d35d-4453-9c6f-a463aae40722" providerId="ADAL" clId="{0049CDAB-0ECD-4395-A4D8-CAAB3FFEBA05}" dt="2024-10-21T14:48:16.422" v="251" actId="14100"/>
          <ac:spMkLst>
            <pc:docMk/>
            <pc:sldMk cId="0" sldId="287"/>
            <ac:spMk id="2" creationId="{00000000-0000-0000-0000-000000000000}"/>
          </ac:spMkLst>
        </pc:spChg>
        <pc:spChg chg="mod">
          <ac:chgData name="Ms Alina Arshad" userId="cccdfd85-d35d-4453-9c6f-a463aae40722" providerId="ADAL" clId="{0049CDAB-0ECD-4395-A4D8-CAAB3FFEBA05}" dt="2024-10-21T14:48:24.430" v="252" actId="1076"/>
          <ac:spMkLst>
            <pc:docMk/>
            <pc:sldMk cId="0" sldId="287"/>
            <ac:spMk id="3" creationId="{00000000-0000-0000-0000-000000000000}"/>
          </ac:spMkLst>
        </pc:spChg>
        <pc:spChg chg="mod">
          <ac:chgData name="Ms Alina Arshad" userId="cccdfd85-d35d-4453-9c6f-a463aae40722" providerId="ADAL" clId="{0049CDAB-0ECD-4395-A4D8-CAAB3FFEBA05}" dt="2024-10-21T14:48:31.624" v="253" actId="1076"/>
          <ac:spMkLst>
            <pc:docMk/>
            <pc:sldMk cId="0" sldId="287"/>
            <ac:spMk id="4" creationId="{00000000-0000-0000-0000-000000000000}"/>
          </ac:spMkLst>
        </pc:spChg>
        <pc:picChg chg="mod">
          <ac:chgData name="Ms Alina Arshad" userId="cccdfd85-d35d-4453-9c6f-a463aae40722" providerId="ADAL" clId="{0049CDAB-0ECD-4395-A4D8-CAAB3FFEBA05}" dt="2024-10-21T14:48:38.846" v="255" actId="1076"/>
          <ac:picMkLst>
            <pc:docMk/>
            <pc:sldMk cId="0" sldId="287"/>
            <ac:picMk id="5" creationId="{00000000-0000-0000-0000-000000000000}"/>
          </ac:picMkLst>
        </pc:picChg>
      </pc:sldChg>
      <pc:sldChg chg="modSp mod">
        <pc:chgData name="Ms Alina Arshad" userId="cccdfd85-d35d-4453-9c6f-a463aae40722" providerId="ADAL" clId="{0049CDAB-0ECD-4395-A4D8-CAAB3FFEBA05}" dt="2024-10-21T14:19:04.979" v="3" actId="12385"/>
        <pc:sldMkLst>
          <pc:docMk/>
          <pc:sldMk cId="37585846" sldId="288"/>
        </pc:sldMkLst>
        <pc:graphicFrameChg chg="modGraphic">
          <ac:chgData name="Ms Alina Arshad" userId="cccdfd85-d35d-4453-9c6f-a463aae40722" providerId="ADAL" clId="{0049CDAB-0ECD-4395-A4D8-CAAB3FFEBA05}" dt="2024-10-21T14:18:54.772" v="1" actId="12385"/>
          <ac:graphicFrameMkLst>
            <pc:docMk/>
            <pc:sldMk cId="37585846" sldId="288"/>
            <ac:graphicFrameMk id="8" creationId="{B5DB469D-650B-6C8F-8201-0FDF828546E8}"/>
          </ac:graphicFrameMkLst>
        </pc:graphicFrameChg>
        <pc:graphicFrameChg chg="modGraphic">
          <ac:chgData name="Ms Alina Arshad" userId="cccdfd85-d35d-4453-9c6f-a463aae40722" providerId="ADAL" clId="{0049CDAB-0ECD-4395-A4D8-CAAB3FFEBA05}" dt="2024-10-21T14:19:00.057" v="2" actId="12385"/>
          <ac:graphicFrameMkLst>
            <pc:docMk/>
            <pc:sldMk cId="37585846" sldId="288"/>
            <ac:graphicFrameMk id="9" creationId="{FC92262D-031E-CEF2-D4FE-A26B9E04FCDB}"/>
          </ac:graphicFrameMkLst>
        </pc:graphicFrameChg>
        <pc:graphicFrameChg chg="modGraphic">
          <ac:chgData name="Ms Alina Arshad" userId="cccdfd85-d35d-4453-9c6f-a463aae40722" providerId="ADAL" clId="{0049CDAB-0ECD-4395-A4D8-CAAB3FFEBA05}" dt="2024-10-21T14:19:04.979" v="3" actId="12385"/>
          <ac:graphicFrameMkLst>
            <pc:docMk/>
            <pc:sldMk cId="37585846" sldId="288"/>
            <ac:graphicFrameMk id="12" creationId="{0E8ED381-9046-D75F-7F80-F5F63B703250}"/>
          </ac:graphicFrameMkLst>
        </pc:graphicFrameChg>
      </pc:sldChg>
      <pc:sldChg chg="addSp delSp modSp new mod">
        <pc:chgData name="Ms Alina Arshad" userId="cccdfd85-d35d-4453-9c6f-a463aae40722" providerId="ADAL" clId="{0049CDAB-0ECD-4395-A4D8-CAAB3FFEBA05}" dt="2024-10-21T14:39:48.850" v="145" actId="20577"/>
        <pc:sldMkLst>
          <pc:docMk/>
          <pc:sldMk cId="2882805904" sldId="289"/>
        </pc:sldMkLst>
        <pc:spChg chg="del">
          <ac:chgData name="Ms Alina Arshad" userId="cccdfd85-d35d-4453-9c6f-a463aae40722" providerId="ADAL" clId="{0049CDAB-0ECD-4395-A4D8-CAAB3FFEBA05}" dt="2024-10-21T14:32:22.668" v="92" actId="478"/>
          <ac:spMkLst>
            <pc:docMk/>
            <pc:sldMk cId="2882805904" sldId="289"/>
            <ac:spMk id="2" creationId="{3A5B665E-1DB2-6574-6046-BF2286FB4C18}"/>
          </ac:spMkLst>
        </pc:spChg>
        <pc:spChg chg="del">
          <ac:chgData name="Ms Alina Arshad" userId="cccdfd85-d35d-4453-9c6f-a463aae40722" providerId="ADAL" clId="{0049CDAB-0ECD-4395-A4D8-CAAB3FFEBA05}" dt="2024-10-21T14:25:20.685" v="5"/>
          <ac:spMkLst>
            <pc:docMk/>
            <pc:sldMk cId="2882805904" sldId="289"/>
            <ac:spMk id="3" creationId="{F70470A6-378E-FDC9-7ED5-0BF03E6D557A}"/>
          </ac:spMkLst>
        </pc:spChg>
        <pc:spChg chg="add del mod">
          <ac:chgData name="Ms Alina Arshad" userId="cccdfd85-d35d-4453-9c6f-a463aae40722" providerId="ADAL" clId="{0049CDAB-0ECD-4395-A4D8-CAAB3FFEBA05}" dt="2024-10-21T14:28:22.259" v="53" actId="478"/>
          <ac:spMkLst>
            <pc:docMk/>
            <pc:sldMk cId="2882805904" sldId="289"/>
            <ac:spMk id="14" creationId="{4C2A2C00-1BCD-F137-55B4-6E1E5EDE6EEC}"/>
          </ac:spMkLst>
        </pc:spChg>
        <pc:spChg chg="add mod">
          <ac:chgData name="Ms Alina Arshad" userId="cccdfd85-d35d-4453-9c6f-a463aae40722" providerId="ADAL" clId="{0049CDAB-0ECD-4395-A4D8-CAAB3FFEBA05}" dt="2024-10-21T14:37:45.148" v="114" actId="113"/>
          <ac:spMkLst>
            <pc:docMk/>
            <pc:sldMk cId="2882805904" sldId="289"/>
            <ac:spMk id="25" creationId="{9BF5ED2D-7326-457B-BDE5-4925285C1BB0}"/>
          </ac:spMkLst>
        </pc:spChg>
        <pc:spChg chg="add mod">
          <ac:chgData name="Ms Alina Arshad" userId="cccdfd85-d35d-4453-9c6f-a463aae40722" providerId="ADAL" clId="{0049CDAB-0ECD-4395-A4D8-CAAB3FFEBA05}" dt="2024-10-21T14:38:25.259" v="122" actId="14100"/>
          <ac:spMkLst>
            <pc:docMk/>
            <pc:sldMk cId="2882805904" sldId="289"/>
            <ac:spMk id="27" creationId="{462347BD-F445-2E43-6559-F2435F26FFF9}"/>
          </ac:spMkLst>
        </pc:spChg>
        <pc:spChg chg="add mod">
          <ac:chgData name="Ms Alina Arshad" userId="cccdfd85-d35d-4453-9c6f-a463aae40722" providerId="ADAL" clId="{0049CDAB-0ECD-4395-A4D8-CAAB3FFEBA05}" dt="2024-10-21T14:38:39.701" v="144" actId="20577"/>
          <ac:spMkLst>
            <pc:docMk/>
            <pc:sldMk cId="2882805904" sldId="289"/>
            <ac:spMk id="28" creationId="{7474FAF8-5D30-2E3C-C869-C90D83AC5B6C}"/>
          </ac:spMkLst>
        </pc:spChg>
        <pc:graphicFrameChg chg="add del mod modGraphic">
          <ac:chgData name="Ms Alina Arshad" userId="cccdfd85-d35d-4453-9c6f-a463aae40722" providerId="ADAL" clId="{0049CDAB-0ECD-4395-A4D8-CAAB3FFEBA05}" dt="2024-10-21T14:28:18.049" v="51" actId="478"/>
          <ac:graphicFrameMkLst>
            <pc:docMk/>
            <pc:sldMk cId="2882805904" sldId="289"/>
            <ac:graphicFrameMk id="4" creationId="{C258A803-5A3C-D886-4C7B-574688689652}"/>
          </ac:graphicFrameMkLst>
        </pc:graphicFrameChg>
        <pc:graphicFrameChg chg="add del mod modGraphic">
          <ac:chgData name="Ms Alina Arshad" userId="cccdfd85-d35d-4453-9c6f-a463aae40722" providerId="ADAL" clId="{0049CDAB-0ECD-4395-A4D8-CAAB3FFEBA05}" dt="2024-10-21T14:26:21.952" v="23" actId="478"/>
          <ac:graphicFrameMkLst>
            <pc:docMk/>
            <pc:sldMk cId="2882805904" sldId="289"/>
            <ac:graphicFrameMk id="5" creationId="{CA540DE1-92F2-5F35-3153-D42BAF4CA9EC}"/>
          </ac:graphicFrameMkLst>
        </pc:graphicFrameChg>
        <pc:graphicFrameChg chg="add del mod modGraphic">
          <ac:chgData name="Ms Alina Arshad" userId="cccdfd85-d35d-4453-9c6f-a463aae40722" providerId="ADAL" clId="{0049CDAB-0ECD-4395-A4D8-CAAB3FFEBA05}" dt="2024-10-21T14:26:18.511" v="21" actId="478"/>
          <ac:graphicFrameMkLst>
            <pc:docMk/>
            <pc:sldMk cId="2882805904" sldId="289"/>
            <ac:graphicFrameMk id="6" creationId="{0BCBA4A9-9989-E90C-276E-9A44B1E56FB0}"/>
          </ac:graphicFrameMkLst>
        </pc:graphicFrameChg>
        <pc:graphicFrameChg chg="add del mod modGraphic">
          <ac:chgData name="Ms Alina Arshad" userId="cccdfd85-d35d-4453-9c6f-a463aae40722" providerId="ADAL" clId="{0049CDAB-0ECD-4395-A4D8-CAAB3FFEBA05}" dt="2024-10-21T14:26:09.554" v="19" actId="478"/>
          <ac:graphicFrameMkLst>
            <pc:docMk/>
            <pc:sldMk cId="2882805904" sldId="289"/>
            <ac:graphicFrameMk id="7" creationId="{B82C6F7E-8DE0-BA40-59E2-0B512A7E7177}"/>
          </ac:graphicFrameMkLst>
        </pc:graphicFrameChg>
        <pc:graphicFrameChg chg="add del mod modGraphic">
          <ac:chgData name="Ms Alina Arshad" userId="cccdfd85-d35d-4453-9c6f-a463aae40722" providerId="ADAL" clId="{0049CDAB-0ECD-4395-A4D8-CAAB3FFEBA05}" dt="2024-10-21T14:26:43.930" v="31" actId="478"/>
          <ac:graphicFrameMkLst>
            <pc:docMk/>
            <pc:sldMk cId="2882805904" sldId="289"/>
            <ac:graphicFrameMk id="8" creationId="{0DB03A4B-3756-A275-80F4-2F81DF29F3FA}"/>
          </ac:graphicFrameMkLst>
        </pc:graphicFrameChg>
        <pc:graphicFrameChg chg="add del mod">
          <ac:chgData name="Ms Alina Arshad" userId="cccdfd85-d35d-4453-9c6f-a463aae40722" providerId="ADAL" clId="{0049CDAB-0ECD-4395-A4D8-CAAB3FFEBA05}" dt="2024-10-21T14:28:11.683" v="48" actId="478"/>
          <ac:graphicFrameMkLst>
            <pc:docMk/>
            <pc:sldMk cId="2882805904" sldId="289"/>
            <ac:graphicFrameMk id="9" creationId="{85058AFA-4C7A-F8B9-680D-507770ABCCCF}"/>
          </ac:graphicFrameMkLst>
        </pc:graphicFrameChg>
        <pc:graphicFrameChg chg="add del mod modGraphic">
          <ac:chgData name="Ms Alina Arshad" userId="cccdfd85-d35d-4453-9c6f-a463aae40722" providerId="ADAL" clId="{0049CDAB-0ECD-4395-A4D8-CAAB3FFEBA05}" dt="2024-10-21T14:28:09.869" v="47" actId="478"/>
          <ac:graphicFrameMkLst>
            <pc:docMk/>
            <pc:sldMk cId="2882805904" sldId="289"/>
            <ac:graphicFrameMk id="10" creationId="{58D806A2-01E8-10AC-ECB8-E2BA96A89CBB}"/>
          </ac:graphicFrameMkLst>
        </pc:graphicFrameChg>
        <pc:graphicFrameChg chg="add del mod">
          <ac:chgData name="Ms Alina Arshad" userId="cccdfd85-d35d-4453-9c6f-a463aae40722" providerId="ADAL" clId="{0049CDAB-0ECD-4395-A4D8-CAAB3FFEBA05}" dt="2024-10-21T14:28:02.154" v="42" actId="478"/>
          <ac:graphicFrameMkLst>
            <pc:docMk/>
            <pc:sldMk cId="2882805904" sldId="289"/>
            <ac:graphicFrameMk id="11" creationId="{279CC594-0813-EB30-7A77-549053DFD380}"/>
          </ac:graphicFrameMkLst>
        </pc:graphicFrameChg>
        <pc:graphicFrameChg chg="add mod modGraphic">
          <ac:chgData name="Ms Alina Arshad" userId="cccdfd85-d35d-4453-9c6f-a463aae40722" providerId="ADAL" clId="{0049CDAB-0ECD-4395-A4D8-CAAB3FFEBA05}" dt="2024-10-21T14:37:56.048" v="115" actId="1076"/>
          <ac:graphicFrameMkLst>
            <pc:docMk/>
            <pc:sldMk cId="2882805904" sldId="289"/>
            <ac:graphicFrameMk id="12" creationId="{E5A2D742-2E34-CFE4-535C-6F715F9EECA0}"/>
          </ac:graphicFrameMkLst>
        </pc:graphicFrameChg>
        <pc:graphicFrameChg chg="add del mod">
          <ac:chgData name="Ms Alina Arshad" userId="cccdfd85-d35d-4453-9c6f-a463aae40722" providerId="ADAL" clId="{0049CDAB-0ECD-4395-A4D8-CAAB3FFEBA05}" dt="2024-10-21T14:30:44.359" v="67" actId="21"/>
          <ac:graphicFrameMkLst>
            <pc:docMk/>
            <pc:sldMk cId="2882805904" sldId="289"/>
            <ac:graphicFrameMk id="15" creationId="{0C5BC064-5241-FAD5-9580-6B81BE44D947}"/>
          </ac:graphicFrameMkLst>
        </pc:graphicFrameChg>
        <pc:graphicFrameChg chg="add del mod modGraphic">
          <ac:chgData name="Ms Alina Arshad" userId="cccdfd85-d35d-4453-9c6f-a463aae40722" providerId="ADAL" clId="{0049CDAB-0ECD-4395-A4D8-CAAB3FFEBA05}" dt="2024-10-21T14:31:48.422" v="79" actId="478"/>
          <ac:graphicFrameMkLst>
            <pc:docMk/>
            <pc:sldMk cId="2882805904" sldId="289"/>
            <ac:graphicFrameMk id="16" creationId="{8C06B67E-BBEE-56E0-2B4B-85A30A872527}"/>
          </ac:graphicFrameMkLst>
        </pc:graphicFrameChg>
        <pc:graphicFrameChg chg="add del mod modGraphic">
          <ac:chgData name="Ms Alina Arshad" userId="cccdfd85-d35d-4453-9c6f-a463aae40722" providerId="ADAL" clId="{0049CDAB-0ECD-4395-A4D8-CAAB3FFEBA05}" dt="2024-10-21T14:31:43.891" v="76" actId="478"/>
          <ac:graphicFrameMkLst>
            <pc:docMk/>
            <pc:sldMk cId="2882805904" sldId="289"/>
            <ac:graphicFrameMk id="17" creationId="{E74D09AA-96BA-3DC4-3547-EACF599E9B03}"/>
          </ac:graphicFrameMkLst>
        </pc:graphicFrameChg>
        <pc:graphicFrameChg chg="add del mod">
          <ac:chgData name="Ms Alina Arshad" userId="cccdfd85-d35d-4453-9c6f-a463aae40722" providerId="ADAL" clId="{0049CDAB-0ECD-4395-A4D8-CAAB3FFEBA05}" dt="2024-10-21T14:31:50.376" v="80" actId="478"/>
          <ac:graphicFrameMkLst>
            <pc:docMk/>
            <pc:sldMk cId="2882805904" sldId="289"/>
            <ac:graphicFrameMk id="18" creationId="{11BA2D55-A0BC-D7B1-6A8B-39C323CE52C6}"/>
          </ac:graphicFrameMkLst>
        </pc:graphicFrameChg>
        <pc:graphicFrameChg chg="add mod modGraphic">
          <ac:chgData name="Ms Alina Arshad" userId="cccdfd85-d35d-4453-9c6f-a463aae40722" providerId="ADAL" clId="{0049CDAB-0ECD-4395-A4D8-CAAB3FFEBA05}" dt="2024-10-21T14:38:01.531" v="117" actId="1076"/>
          <ac:graphicFrameMkLst>
            <pc:docMk/>
            <pc:sldMk cId="2882805904" sldId="289"/>
            <ac:graphicFrameMk id="19" creationId="{9E7F0AA6-0877-F088-EAA6-4A1D2117E378}"/>
          </ac:graphicFrameMkLst>
        </pc:graphicFrameChg>
        <pc:graphicFrameChg chg="add mod">
          <ac:chgData name="Ms Alina Arshad" userId="cccdfd85-d35d-4453-9c6f-a463aae40722" providerId="ADAL" clId="{0049CDAB-0ECD-4395-A4D8-CAAB3FFEBA05}" dt="2024-10-21T14:30:46.239" v="68"/>
          <ac:graphicFrameMkLst>
            <pc:docMk/>
            <pc:sldMk cId="2882805904" sldId="289"/>
            <ac:graphicFrameMk id="20" creationId="{0C5BC064-5241-FAD5-9580-6B81BE44D947}"/>
          </ac:graphicFrameMkLst>
        </pc:graphicFrameChg>
        <pc:graphicFrameChg chg="add del mod">
          <ac:chgData name="Ms Alina Arshad" userId="cccdfd85-d35d-4453-9c6f-a463aae40722" providerId="ADAL" clId="{0049CDAB-0ECD-4395-A4D8-CAAB3FFEBA05}" dt="2024-10-21T14:31:45.234" v="77" actId="478"/>
          <ac:graphicFrameMkLst>
            <pc:docMk/>
            <pc:sldMk cId="2882805904" sldId="289"/>
            <ac:graphicFrameMk id="21" creationId="{6DB1261B-DA57-50E6-209C-914A23B2F7E7}"/>
          </ac:graphicFrameMkLst>
        </pc:graphicFrameChg>
        <pc:graphicFrameChg chg="add del mod">
          <ac:chgData name="Ms Alina Arshad" userId="cccdfd85-d35d-4453-9c6f-a463aae40722" providerId="ADAL" clId="{0049CDAB-0ECD-4395-A4D8-CAAB3FFEBA05}" dt="2024-10-21T14:33:12.735" v="100" actId="478"/>
          <ac:graphicFrameMkLst>
            <pc:docMk/>
            <pc:sldMk cId="2882805904" sldId="289"/>
            <ac:graphicFrameMk id="22" creationId="{13EAA462-B15A-911A-8095-C326E7BE00D9}"/>
          </ac:graphicFrameMkLst>
        </pc:graphicFrameChg>
        <pc:graphicFrameChg chg="add mod modGraphic">
          <ac:chgData name="Ms Alina Arshad" userId="cccdfd85-d35d-4453-9c6f-a463aae40722" providerId="ADAL" clId="{0049CDAB-0ECD-4395-A4D8-CAAB3FFEBA05}" dt="2024-10-21T14:39:48.850" v="145" actId="20577"/>
          <ac:graphicFrameMkLst>
            <pc:docMk/>
            <pc:sldMk cId="2882805904" sldId="289"/>
            <ac:graphicFrameMk id="23" creationId="{0D09A039-5238-6A9B-70F9-A9799DF4037F}"/>
          </ac:graphicFrameMkLst>
        </pc:graphicFrameChg>
      </pc:sldChg>
    </pc:docChg>
  </pc:docChgLst>
  <pc:docChgLst>
    <pc:chgData name="Ms Alina Arshad" userId="cccdfd85-d35d-4453-9c6f-a463aae40722" providerId="ADAL" clId="{0CB232A2-0B42-4DBF-AC2D-50B32D7285CF}"/>
    <pc:docChg chg="custSel addSld delSld modSld sldOrd">
      <pc:chgData name="Ms Alina Arshad" userId="cccdfd85-d35d-4453-9c6f-a463aae40722" providerId="ADAL" clId="{0CB232A2-0B42-4DBF-AC2D-50B32D7285CF}" dt="2024-09-17T07:38:04.651" v="169" actId="47"/>
      <pc:docMkLst>
        <pc:docMk/>
      </pc:docMkLst>
      <pc:sldChg chg="modSp mod">
        <pc:chgData name="Ms Alina Arshad" userId="cccdfd85-d35d-4453-9c6f-a463aae40722" providerId="ADAL" clId="{0CB232A2-0B42-4DBF-AC2D-50B32D7285CF}" dt="2024-09-15T13:43:36.080" v="115" actId="1076"/>
        <pc:sldMkLst>
          <pc:docMk/>
          <pc:sldMk cId="0" sldId="258"/>
        </pc:sldMkLst>
        <pc:spChg chg="mod">
          <ac:chgData name="Ms Alina Arshad" userId="cccdfd85-d35d-4453-9c6f-a463aae40722" providerId="ADAL" clId="{0CB232A2-0B42-4DBF-AC2D-50B32D7285CF}" dt="2024-09-15T13:42:00.427" v="111" actId="14100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5T13:43:36.080" v="115" actId="1076"/>
          <ac:spMkLst>
            <pc:docMk/>
            <pc:sldMk cId="0" sldId="258"/>
            <ac:spMk id="107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3:42:20.799" v="112" actId="207"/>
        <pc:sldMkLst>
          <pc:docMk/>
          <pc:sldMk cId="0" sldId="259"/>
        </pc:sldMkLst>
        <pc:spChg chg="mod">
          <ac:chgData name="Ms Alina Arshad" userId="cccdfd85-d35d-4453-9c6f-a463aae40722" providerId="ADAL" clId="{0CB232A2-0B42-4DBF-AC2D-50B32D7285CF}" dt="2024-09-15T13:42:20.799" v="112" actId="207"/>
          <ac:spMkLst>
            <pc:docMk/>
            <pc:sldMk cId="0" sldId="259"/>
            <ac:spMk id="112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3:40:10.232" v="105" actId="14100"/>
        <pc:sldMkLst>
          <pc:docMk/>
          <pc:sldMk cId="0" sldId="260"/>
        </pc:sldMkLst>
        <pc:picChg chg="mod">
          <ac:chgData name="Ms Alina Arshad" userId="cccdfd85-d35d-4453-9c6f-a463aae40722" providerId="ADAL" clId="{0CB232A2-0B42-4DBF-AC2D-50B32D7285CF}" dt="2024-09-15T13:40:10.232" v="105" actId="14100"/>
          <ac:picMkLst>
            <pc:docMk/>
            <pc:sldMk cId="0" sldId="260"/>
            <ac:picMk id="120" creationId="{00000000-0000-0000-0000-000000000000}"/>
          </ac:picMkLst>
        </pc:picChg>
      </pc:sldChg>
      <pc:sldChg chg="modSp mod">
        <pc:chgData name="Ms Alina Arshad" userId="cccdfd85-d35d-4453-9c6f-a463aae40722" providerId="ADAL" clId="{0CB232A2-0B42-4DBF-AC2D-50B32D7285CF}" dt="2024-09-14T10:46:51.265" v="3" actId="1076"/>
        <pc:sldMkLst>
          <pc:docMk/>
          <pc:sldMk cId="2295129282" sldId="269"/>
        </pc:sldMkLst>
        <pc:spChg chg="mod">
          <ac:chgData name="Ms Alina Arshad" userId="cccdfd85-d35d-4453-9c6f-a463aae40722" providerId="ADAL" clId="{0CB232A2-0B42-4DBF-AC2D-50B32D7285CF}" dt="2024-09-14T10:46:51.265" v="3" actId="1076"/>
          <ac:spMkLst>
            <pc:docMk/>
            <pc:sldMk cId="2295129282" sldId="269"/>
            <ac:spMk id="192" creationId="{00000000-0000-0000-0000-000000000000}"/>
          </ac:spMkLst>
        </pc:spChg>
        <pc:picChg chg="mod">
          <ac:chgData name="Ms Alina Arshad" userId="cccdfd85-d35d-4453-9c6f-a463aae40722" providerId="ADAL" clId="{0CB232A2-0B42-4DBF-AC2D-50B32D7285CF}" dt="2024-09-14T10:45:57.979" v="1" actId="2085"/>
          <ac:picMkLst>
            <pc:docMk/>
            <pc:sldMk cId="2295129282" sldId="269"/>
            <ac:picMk id="193" creationId="{00000000-0000-0000-0000-000000000000}"/>
          </ac:picMkLst>
        </pc:picChg>
      </pc:sldChg>
      <pc:sldChg chg="modSp mod">
        <pc:chgData name="Ms Alina Arshad" userId="cccdfd85-d35d-4453-9c6f-a463aae40722" providerId="ADAL" clId="{0CB232A2-0B42-4DBF-AC2D-50B32D7285CF}" dt="2024-09-15T13:45:36.793" v="117" actId="113"/>
        <pc:sldMkLst>
          <pc:docMk/>
          <pc:sldMk cId="2090315159" sldId="270"/>
        </pc:sldMkLst>
        <pc:spChg chg="mod">
          <ac:chgData name="Ms Alina Arshad" userId="cccdfd85-d35d-4453-9c6f-a463aae40722" providerId="ADAL" clId="{0CB232A2-0B42-4DBF-AC2D-50B32D7285CF}" dt="2024-09-15T13:45:36.793" v="117" actId="113"/>
          <ac:spMkLst>
            <pc:docMk/>
            <pc:sldMk cId="2090315159" sldId="270"/>
            <ac:spMk id="201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4T10:47:31.591" v="4" actId="207"/>
          <ac:spMkLst>
            <pc:docMk/>
            <pc:sldMk cId="2090315159" sldId="270"/>
            <ac:spMk id="202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4T11:11:09.943" v="53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0CB232A2-0B42-4DBF-AC2D-50B32D7285CF}" dt="2024-09-14T11:11:07.043" v="52" actId="20577"/>
          <ac:spMkLst>
            <pc:docMk/>
            <pc:sldMk cId="3034138166" sldId="271"/>
            <ac:spMk id="210" creationId="{00000000-0000-0000-0000-000000000000}"/>
          </ac:spMkLst>
        </pc:spChg>
        <pc:picChg chg="mod">
          <ac:chgData name="Ms Alina Arshad" userId="cccdfd85-d35d-4453-9c6f-a463aae40722" providerId="ADAL" clId="{0CB232A2-0B42-4DBF-AC2D-50B32D7285CF}" dt="2024-09-14T11:11:09.943" v="53" actId="1076"/>
          <ac:picMkLst>
            <pc:docMk/>
            <pc:sldMk cId="3034138166" sldId="271"/>
            <ac:picMk id="211" creationId="{00000000-0000-0000-0000-000000000000}"/>
          </ac:picMkLst>
        </pc:picChg>
      </pc:sldChg>
      <pc:sldChg chg="addSp delSp modSp mod">
        <pc:chgData name="Ms Alina Arshad" userId="cccdfd85-d35d-4453-9c6f-a463aae40722" providerId="ADAL" clId="{0CB232A2-0B42-4DBF-AC2D-50B32D7285CF}" dt="2024-09-15T13:53:32.742" v="137" actId="1076"/>
        <pc:sldMkLst>
          <pc:docMk/>
          <pc:sldMk cId="0" sldId="277"/>
        </pc:sldMkLst>
        <pc:spChg chg="add del mod">
          <ac:chgData name="Ms Alina Arshad" userId="cccdfd85-d35d-4453-9c6f-a463aae40722" providerId="ADAL" clId="{0CB232A2-0B42-4DBF-AC2D-50B32D7285CF}" dt="2024-09-15T13:53:25.594" v="135" actId="478"/>
          <ac:spMkLst>
            <pc:docMk/>
            <pc:sldMk cId="0" sldId="277"/>
            <ac:spMk id="3" creationId="{D1390B3A-9202-17C5-8B1D-C85833BAA94C}"/>
          </ac:spMkLst>
        </pc:spChg>
        <pc:spChg chg="mod">
          <ac:chgData name="Ms Alina Arshad" userId="cccdfd85-d35d-4453-9c6f-a463aae40722" providerId="ADAL" clId="{0CB232A2-0B42-4DBF-AC2D-50B32D7285CF}" dt="2024-09-15T13:51:51.007" v="124" actId="1076"/>
          <ac:spMkLst>
            <pc:docMk/>
            <pc:sldMk cId="0" sldId="277"/>
            <ac:spMk id="253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5T13:53:29.472" v="136" actId="1076"/>
          <ac:spMkLst>
            <pc:docMk/>
            <pc:sldMk cId="0" sldId="277"/>
            <ac:spMk id="255" creationId="{00000000-0000-0000-0000-000000000000}"/>
          </ac:spMkLst>
        </pc:spChg>
        <pc:graphicFrameChg chg="mod">
          <ac:chgData name="Ms Alina Arshad" userId="cccdfd85-d35d-4453-9c6f-a463aae40722" providerId="ADAL" clId="{0CB232A2-0B42-4DBF-AC2D-50B32D7285CF}" dt="2024-09-15T13:53:32.742" v="137" actId="1076"/>
          <ac:graphicFrameMkLst>
            <pc:docMk/>
            <pc:sldMk cId="0" sldId="277"/>
            <ac:graphicFrameMk id="254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0CB232A2-0B42-4DBF-AC2D-50B32D7285CF}" dt="2024-09-14T11:53:23.512" v="104" actId="20577"/>
        <pc:sldMkLst>
          <pc:docMk/>
          <pc:sldMk cId="0" sldId="290"/>
        </pc:sldMkLst>
        <pc:spChg chg="mod">
          <ac:chgData name="Ms Alina Arshad" userId="cccdfd85-d35d-4453-9c6f-a463aae40722" providerId="ADAL" clId="{0CB232A2-0B42-4DBF-AC2D-50B32D7285CF}" dt="2024-09-14T11:53:23.512" v="104" actId="20577"/>
          <ac:spMkLst>
            <pc:docMk/>
            <pc:sldMk cId="0" sldId="290"/>
            <ac:spMk id="333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4:10:32.357" v="138" actId="113"/>
        <pc:sldMkLst>
          <pc:docMk/>
          <pc:sldMk cId="0" sldId="302"/>
        </pc:sldMkLst>
        <pc:spChg chg="mod">
          <ac:chgData name="Ms Alina Arshad" userId="cccdfd85-d35d-4453-9c6f-a463aae40722" providerId="ADAL" clId="{0CB232A2-0B42-4DBF-AC2D-50B32D7285CF}" dt="2024-09-15T14:10:32.357" v="138" actId="113"/>
          <ac:spMkLst>
            <pc:docMk/>
            <pc:sldMk cId="0" sldId="302"/>
            <ac:spMk id="409" creationId="{00000000-0000-0000-0000-000000000000}"/>
          </ac:spMkLst>
        </pc:spChg>
      </pc:sldChg>
      <pc:sldChg chg="del">
        <pc:chgData name="Ms Alina Arshad" userId="cccdfd85-d35d-4453-9c6f-a463aae40722" providerId="ADAL" clId="{0CB232A2-0B42-4DBF-AC2D-50B32D7285CF}" dt="2024-09-17T07:37:56.773" v="139" actId="47"/>
        <pc:sldMkLst>
          <pc:docMk/>
          <pc:sldMk cId="0" sldId="307"/>
        </pc:sldMkLst>
      </pc:sldChg>
      <pc:sldChg chg="del">
        <pc:chgData name="Ms Alina Arshad" userId="cccdfd85-d35d-4453-9c6f-a463aae40722" providerId="ADAL" clId="{0CB232A2-0B42-4DBF-AC2D-50B32D7285CF}" dt="2024-09-17T07:37:58.202" v="140" actId="47"/>
        <pc:sldMkLst>
          <pc:docMk/>
          <pc:sldMk cId="0" sldId="308"/>
        </pc:sldMkLst>
      </pc:sldChg>
      <pc:sldChg chg="del">
        <pc:chgData name="Ms Alina Arshad" userId="cccdfd85-d35d-4453-9c6f-a463aae40722" providerId="ADAL" clId="{0CB232A2-0B42-4DBF-AC2D-50B32D7285CF}" dt="2024-09-17T07:37:59.300" v="141" actId="47"/>
        <pc:sldMkLst>
          <pc:docMk/>
          <pc:sldMk cId="0" sldId="309"/>
        </pc:sldMkLst>
      </pc:sldChg>
      <pc:sldChg chg="del">
        <pc:chgData name="Ms Alina Arshad" userId="cccdfd85-d35d-4453-9c6f-a463aae40722" providerId="ADAL" clId="{0CB232A2-0B42-4DBF-AC2D-50B32D7285CF}" dt="2024-09-17T07:38:00.061" v="142" actId="47"/>
        <pc:sldMkLst>
          <pc:docMk/>
          <pc:sldMk cId="0" sldId="310"/>
        </pc:sldMkLst>
      </pc:sldChg>
      <pc:sldChg chg="del">
        <pc:chgData name="Ms Alina Arshad" userId="cccdfd85-d35d-4453-9c6f-a463aae40722" providerId="ADAL" clId="{0CB232A2-0B42-4DBF-AC2D-50B32D7285CF}" dt="2024-09-17T07:38:00.661" v="143" actId="47"/>
        <pc:sldMkLst>
          <pc:docMk/>
          <pc:sldMk cId="0" sldId="311"/>
        </pc:sldMkLst>
      </pc:sldChg>
      <pc:sldChg chg="del">
        <pc:chgData name="Ms Alina Arshad" userId="cccdfd85-d35d-4453-9c6f-a463aae40722" providerId="ADAL" clId="{0CB232A2-0B42-4DBF-AC2D-50B32D7285CF}" dt="2024-09-17T07:38:01.181" v="144" actId="47"/>
        <pc:sldMkLst>
          <pc:docMk/>
          <pc:sldMk cId="0" sldId="312"/>
        </pc:sldMkLst>
      </pc:sldChg>
      <pc:sldChg chg="del">
        <pc:chgData name="Ms Alina Arshad" userId="cccdfd85-d35d-4453-9c6f-a463aae40722" providerId="ADAL" clId="{0CB232A2-0B42-4DBF-AC2D-50B32D7285CF}" dt="2024-09-17T07:38:01.535" v="145" actId="47"/>
        <pc:sldMkLst>
          <pc:docMk/>
          <pc:sldMk cId="0" sldId="313"/>
        </pc:sldMkLst>
      </pc:sldChg>
      <pc:sldChg chg="del">
        <pc:chgData name="Ms Alina Arshad" userId="cccdfd85-d35d-4453-9c6f-a463aae40722" providerId="ADAL" clId="{0CB232A2-0B42-4DBF-AC2D-50B32D7285CF}" dt="2024-09-17T07:38:01.928" v="146" actId="47"/>
        <pc:sldMkLst>
          <pc:docMk/>
          <pc:sldMk cId="0" sldId="314"/>
        </pc:sldMkLst>
      </pc:sldChg>
      <pc:sldChg chg="del">
        <pc:chgData name="Ms Alina Arshad" userId="cccdfd85-d35d-4453-9c6f-a463aae40722" providerId="ADAL" clId="{0CB232A2-0B42-4DBF-AC2D-50B32D7285CF}" dt="2024-09-17T07:38:02.233" v="147" actId="47"/>
        <pc:sldMkLst>
          <pc:docMk/>
          <pc:sldMk cId="0" sldId="315"/>
        </pc:sldMkLst>
      </pc:sldChg>
      <pc:sldChg chg="del">
        <pc:chgData name="Ms Alina Arshad" userId="cccdfd85-d35d-4453-9c6f-a463aae40722" providerId="ADAL" clId="{0CB232A2-0B42-4DBF-AC2D-50B32D7285CF}" dt="2024-09-17T07:38:02.483" v="148" actId="47"/>
        <pc:sldMkLst>
          <pc:docMk/>
          <pc:sldMk cId="0" sldId="316"/>
        </pc:sldMkLst>
      </pc:sldChg>
      <pc:sldChg chg="del">
        <pc:chgData name="Ms Alina Arshad" userId="cccdfd85-d35d-4453-9c6f-a463aae40722" providerId="ADAL" clId="{0CB232A2-0B42-4DBF-AC2D-50B32D7285CF}" dt="2024-09-17T07:38:02.657" v="149" actId="47"/>
        <pc:sldMkLst>
          <pc:docMk/>
          <pc:sldMk cId="0" sldId="317"/>
        </pc:sldMkLst>
      </pc:sldChg>
      <pc:sldChg chg="del">
        <pc:chgData name="Ms Alina Arshad" userId="cccdfd85-d35d-4453-9c6f-a463aae40722" providerId="ADAL" clId="{0CB232A2-0B42-4DBF-AC2D-50B32D7285CF}" dt="2024-09-17T07:38:03.192" v="150" actId="47"/>
        <pc:sldMkLst>
          <pc:docMk/>
          <pc:sldMk cId="0" sldId="318"/>
        </pc:sldMkLst>
      </pc:sldChg>
      <pc:sldChg chg="del">
        <pc:chgData name="Ms Alina Arshad" userId="cccdfd85-d35d-4453-9c6f-a463aae40722" providerId="ADAL" clId="{0CB232A2-0B42-4DBF-AC2D-50B32D7285CF}" dt="2024-09-17T07:38:03.222" v="151" actId="47"/>
        <pc:sldMkLst>
          <pc:docMk/>
          <pc:sldMk cId="0" sldId="319"/>
        </pc:sldMkLst>
      </pc:sldChg>
      <pc:sldChg chg="del">
        <pc:chgData name="Ms Alina Arshad" userId="cccdfd85-d35d-4453-9c6f-a463aae40722" providerId="ADAL" clId="{0CB232A2-0B42-4DBF-AC2D-50B32D7285CF}" dt="2024-09-17T07:38:03.241" v="152" actId="47"/>
        <pc:sldMkLst>
          <pc:docMk/>
          <pc:sldMk cId="0" sldId="320"/>
        </pc:sldMkLst>
      </pc:sldChg>
      <pc:sldChg chg="del">
        <pc:chgData name="Ms Alina Arshad" userId="cccdfd85-d35d-4453-9c6f-a463aae40722" providerId="ADAL" clId="{0CB232A2-0B42-4DBF-AC2D-50B32D7285CF}" dt="2024-09-17T07:38:03.256" v="153" actId="47"/>
        <pc:sldMkLst>
          <pc:docMk/>
          <pc:sldMk cId="0" sldId="321"/>
        </pc:sldMkLst>
      </pc:sldChg>
      <pc:sldChg chg="del">
        <pc:chgData name="Ms Alina Arshad" userId="cccdfd85-d35d-4453-9c6f-a463aae40722" providerId="ADAL" clId="{0CB232A2-0B42-4DBF-AC2D-50B32D7285CF}" dt="2024-09-17T07:38:03.292" v="154" actId="47"/>
        <pc:sldMkLst>
          <pc:docMk/>
          <pc:sldMk cId="0" sldId="322"/>
        </pc:sldMkLst>
      </pc:sldChg>
      <pc:sldChg chg="del">
        <pc:chgData name="Ms Alina Arshad" userId="cccdfd85-d35d-4453-9c6f-a463aae40722" providerId="ADAL" clId="{0CB232A2-0B42-4DBF-AC2D-50B32D7285CF}" dt="2024-09-17T07:38:03.323" v="155" actId="47"/>
        <pc:sldMkLst>
          <pc:docMk/>
          <pc:sldMk cId="0" sldId="323"/>
        </pc:sldMkLst>
      </pc:sldChg>
      <pc:sldChg chg="del">
        <pc:chgData name="Ms Alina Arshad" userId="cccdfd85-d35d-4453-9c6f-a463aae40722" providerId="ADAL" clId="{0CB232A2-0B42-4DBF-AC2D-50B32D7285CF}" dt="2024-09-17T07:38:03.373" v="156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0CB232A2-0B42-4DBF-AC2D-50B32D7285CF}" dt="2024-09-17T07:38:03.394" v="157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0CB232A2-0B42-4DBF-AC2D-50B32D7285CF}" dt="2024-09-17T07:38:03.429" v="158" actId="47"/>
        <pc:sldMkLst>
          <pc:docMk/>
          <pc:sldMk cId="0" sldId="326"/>
        </pc:sldMkLst>
      </pc:sldChg>
      <pc:sldChg chg="del">
        <pc:chgData name="Ms Alina Arshad" userId="cccdfd85-d35d-4453-9c6f-a463aae40722" providerId="ADAL" clId="{0CB232A2-0B42-4DBF-AC2D-50B32D7285CF}" dt="2024-09-17T07:38:03.450" v="159" actId="47"/>
        <pc:sldMkLst>
          <pc:docMk/>
          <pc:sldMk cId="0" sldId="327"/>
        </pc:sldMkLst>
      </pc:sldChg>
      <pc:sldChg chg="del">
        <pc:chgData name="Ms Alina Arshad" userId="cccdfd85-d35d-4453-9c6f-a463aae40722" providerId="ADAL" clId="{0CB232A2-0B42-4DBF-AC2D-50B32D7285CF}" dt="2024-09-17T07:38:03.489" v="160" actId="47"/>
        <pc:sldMkLst>
          <pc:docMk/>
          <pc:sldMk cId="0" sldId="328"/>
        </pc:sldMkLst>
      </pc:sldChg>
      <pc:sldChg chg="del">
        <pc:chgData name="Ms Alina Arshad" userId="cccdfd85-d35d-4453-9c6f-a463aae40722" providerId="ADAL" clId="{0CB232A2-0B42-4DBF-AC2D-50B32D7285CF}" dt="2024-09-17T07:38:03.516" v="161" actId="47"/>
        <pc:sldMkLst>
          <pc:docMk/>
          <pc:sldMk cId="0" sldId="329"/>
        </pc:sldMkLst>
      </pc:sldChg>
      <pc:sldChg chg="del">
        <pc:chgData name="Ms Alina Arshad" userId="cccdfd85-d35d-4453-9c6f-a463aae40722" providerId="ADAL" clId="{0CB232A2-0B42-4DBF-AC2D-50B32D7285CF}" dt="2024-09-17T07:38:03.563" v="162" actId="47"/>
        <pc:sldMkLst>
          <pc:docMk/>
          <pc:sldMk cId="0" sldId="330"/>
        </pc:sldMkLst>
      </pc:sldChg>
      <pc:sldChg chg="del">
        <pc:chgData name="Ms Alina Arshad" userId="cccdfd85-d35d-4453-9c6f-a463aae40722" providerId="ADAL" clId="{0CB232A2-0B42-4DBF-AC2D-50B32D7285CF}" dt="2024-09-17T07:38:03.584" v="163" actId="47"/>
        <pc:sldMkLst>
          <pc:docMk/>
          <pc:sldMk cId="0" sldId="331"/>
        </pc:sldMkLst>
      </pc:sldChg>
      <pc:sldChg chg="del">
        <pc:chgData name="Ms Alina Arshad" userId="cccdfd85-d35d-4453-9c6f-a463aae40722" providerId="ADAL" clId="{0CB232A2-0B42-4DBF-AC2D-50B32D7285CF}" dt="2024-09-17T07:38:03.612" v="164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0CB232A2-0B42-4DBF-AC2D-50B32D7285CF}" dt="2024-09-17T07:38:03.668" v="165" actId="47"/>
        <pc:sldMkLst>
          <pc:docMk/>
          <pc:sldMk cId="0" sldId="333"/>
        </pc:sldMkLst>
      </pc:sldChg>
      <pc:sldChg chg="del">
        <pc:chgData name="Ms Alina Arshad" userId="cccdfd85-d35d-4453-9c6f-a463aae40722" providerId="ADAL" clId="{0CB232A2-0B42-4DBF-AC2D-50B32D7285CF}" dt="2024-09-17T07:38:03.680" v="166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0CB232A2-0B42-4DBF-AC2D-50B32D7285CF}" dt="2024-09-17T07:38:04.295" v="167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0CB232A2-0B42-4DBF-AC2D-50B32D7285CF}" dt="2024-09-17T07:38:04.494" v="168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0CB232A2-0B42-4DBF-AC2D-50B32D7285CF}" dt="2024-09-17T07:38:04.651" v="169" actId="47"/>
        <pc:sldMkLst>
          <pc:docMk/>
          <pc:sldMk cId="0" sldId="337"/>
        </pc:sldMkLst>
      </pc:sldChg>
      <pc:sldChg chg="modSp mod">
        <pc:chgData name="Ms Alina Arshad" userId="cccdfd85-d35d-4453-9c6f-a463aae40722" providerId="ADAL" clId="{0CB232A2-0B42-4DBF-AC2D-50B32D7285CF}" dt="2024-09-14T11:34:36.657" v="79" actId="20577"/>
        <pc:sldMkLst>
          <pc:docMk/>
          <pc:sldMk cId="1204309406" sldId="341"/>
        </pc:sldMkLst>
        <pc:spChg chg="mod">
          <ac:chgData name="Ms Alina Arshad" userId="cccdfd85-d35d-4453-9c6f-a463aae40722" providerId="ADAL" clId="{0CB232A2-0B42-4DBF-AC2D-50B32D7285CF}" dt="2024-09-14T11:34:36.657" v="79" actId="20577"/>
          <ac:spMkLst>
            <pc:docMk/>
            <pc:sldMk cId="1204309406" sldId="341"/>
            <ac:spMk id="3" creationId="{FB09A7D6-CB86-1298-9237-F494689B2453}"/>
          </ac:spMkLst>
        </pc:spChg>
      </pc:sldChg>
      <pc:sldChg chg="addSp modSp new mod ord">
        <pc:chgData name="Ms Alina Arshad" userId="cccdfd85-d35d-4453-9c6f-a463aae40722" providerId="ADAL" clId="{0CB232A2-0B42-4DBF-AC2D-50B32D7285CF}" dt="2024-09-14T11:24:13.633" v="69"/>
        <pc:sldMkLst>
          <pc:docMk/>
          <pc:sldMk cId="96607437" sldId="342"/>
        </pc:sldMkLst>
        <pc:spChg chg="add mod">
          <ac:chgData name="Ms Alina Arshad" userId="cccdfd85-d35d-4453-9c6f-a463aae40722" providerId="ADAL" clId="{0CB232A2-0B42-4DBF-AC2D-50B32D7285CF}" dt="2024-09-14T11:23:57.202" v="62" actId="1076"/>
          <ac:spMkLst>
            <pc:docMk/>
            <pc:sldMk cId="96607437" sldId="342"/>
            <ac:spMk id="3" creationId="{83929A5B-4351-FE6D-372A-06A618BD7968}"/>
          </ac:spMkLst>
        </pc:spChg>
        <pc:spChg chg="add mod">
          <ac:chgData name="Ms Alina Arshad" userId="cccdfd85-d35d-4453-9c6f-a463aae40722" providerId="ADAL" clId="{0CB232A2-0B42-4DBF-AC2D-50B32D7285CF}" dt="2024-09-14T11:24:08.938" v="67" actId="14100"/>
          <ac:spMkLst>
            <pc:docMk/>
            <pc:sldMk cId="96607437" sldId="342"/>
            <ac:spMk id="5" creationId="{2FCB2354-E8E1-7D4F-9119-EADE938CCBEE}"/>
          </ac:spMkLst>
        </pc:spChg>
      </pc:sldChg>
    </pc:docChg>
  </pc:docChgLst>
  <pc:docChgLst>
    <pc:chgData name="Ms Alina Arshad" userId="cccdfd85-d35d-4453-9c6f-a463aae40722" providerId="ADAL" clId="{18B0CDA4-F1C6-4A2D-A27C-52286B3C7AD7}"/>
    <pc:docChg chg="modSld">
      <pc:chgData name="Ms Alina Arshad" userId="cccdfd85-d35d-4453-9c6f-a463aae40722" providerId="ADAL" clId="{18B0CDA4-F1C6-4A2D-A27C-52286B3C7AD7}" dt="2024-10-21T07:58:57.353" v="1" actId="20577"/>
      <pc:docMkLst>
        <pc:docMk/>
      </pc:docMkLst>
      <pc:sldChg chg="modSp mod">
        <pc:chgData name="Ms Alina Arshad" userId="cccdfd85-d35d-4453-9c6f-a463aae40722" providerId="ADAL" clId="{18B0CDA4-F1C6-4A2D-A27C-52286B3C7AD7}" dt="2024-10-21T03:50:06.316" v="0" actId="1076"/>
        <pc:sldMkLst>
          <pc:docMk/>
          <pc:sldMk cId="0" sldId="273"/>
        </pc:sldMkLst>
        <pc:picChg chg="mod">
          <ac:chgData name="Ms Alina Arshad" userId="cccdfd85-d35d-4453-9c6f-a463aae40722" providerId="ADAL" clId="{18B0CDA4-F1C6-4A2D-A27C-52286B3C7AD7}" dt="2024-10-21T03:50:06.316" v="0" actId="1076"/>
          <ac:picMkLst>
            <pc:docMk/>
            <pc:sldMk cId="0" sldId="273"/>
            <ac:picMk id="7" creationId="{00000000-0000-0000-0000-000000000000}"/>
          </ac:picMkLst>
        </pc:picChg>
      </pc:sldChg>
      <pc:sldChg chg="modSp mod">
        <pc:chgData name="Ms Alina Arshad" userId="cccdfd85-d35d-4453-9c6f-a463aae40722" providerId="ADAL" clId="{18B0CDA4-F1C6-4A2D-A27C-52286B3C7AD7}" dt="2024-10-21T07:58:57.353" v="1" actId="20577"/>
        <pc:sldMkLst>
          <pc:docMk/>
          <pc:sldMk cId="0" sldId="276"/>
        </pc:sldMkLst>
        <pc:spChg chg="mod">
          <ac:chgData name="Ms Alina Arshad" userId="cccdfd85-d35d-4453-9c6f-a463aae40722" providerId="ADAL" clId="{18B0CDA4-F1C6-4A2D-A27C-52286B3C7AD7}" dt="2024-10-21T07:58:57.353" v="1" actId="20577"/>
          <ac:spMkLst>
            <pc:docMk/>
            <pc:sldMk cId="0" sldId="276"/>
            <ac:spMk id="3" creationId="{00000000-0000-0000-0000-000000000000}"/>
          </ac:spMkLst>
        </pc:spChg>
      </pc:sldChg>
    </pc:docChg>
  </pc:docChgLst>
  <pc:docChgLst>
    <pc:chgData name="Ms Alina Arshad" userId="cccdfd85-d35d-4453-9c6f-a463aae40722" providerId="ADAL" clId="{543E91FB-ED42-42F7-966D-6E5C8A6D0E04}"/>
    <pc:docChg chg="undo custSel addSld delSld modSld">
      <pc:chgData name="Ms Alina Arshad" userId="cccdfd85-d35d-4453-9c6f-a463aae40722" providerId="ADAL" clId="{543E91FB-ED42-42F7-966D-6E5C8A6D0E04}" dt="2024-10-21T09:06:34.265" v="313" actId="255"/>
      <pc:docMkLst>
        <pc:docMk/>
      </pc:docMkLst>
      <pc:sldChg chg="modSp mod">
        <pc:chgData name="Ms Alina Arshad" userId="cccdfd85-d35d-4453-9c6f-a463aae40722" providerId="ADAL" clId="{543E91FB-ED42-42F7-966D-6E5C8A6D0E04}" dt="2024-10-21T09:02:18.270" v="312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543E91FB-ED42-42F7-966D-6E5C8A6D0E04}" dt="2024-10-21T09:02:18.270" v="312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543E91FB-ED42-42F7-966D-6E5C8A6D0E04}" dt="2024-10-21T08:01:17.370" v="0" actId="47"/>
        <pc:sldMkLst>
          <pc:docMk/>
          <pc:sldMk cId="0" sldId="257"/>
        </pc:sldMkLst>
      </pc:sldChg>
      <pc:sldChg chg="del">
        <pc:chgData name="Ms Alina Arshad" userId="cccdfd85-d35d-4453-9c6f-a463aae40722" providerId="ADAL" clId="{543E91FB-ED42-42F7-966D-6E5C8A6D0E04}" dt="2024-10-21T08:01:17.729" v="1" actId="47"/>
        <pc:sldMkLst>
          <pc:docMk/>
          <pc:sldMk cId="0" sldId="258"/>
        </pc:sldMkLst>
      </pc:sldChg>
      <pc:sldChg chg="del">
        <pc:chgData name="Ms Alina Arshad" userId="cccdfd85-d35d-4453-9c6f-a463aae40722" providerId="ADAL" clId="{543E91FB-ED42-42F7-966D-6E5C8A6D0E04}" dt="2024-10-21T08:01:18.323" v="4" actId="47"/>
        <pc:sldMkLst>
          <pc:docMk/>
          <pc:sldMk cId="0" sldId="261"/>
        </pc:sldMkLst>
      </pc:sldChg>
      <pc:sldChg chg="del">
        <pc:chgData name="Ms Alina Arshad" userId="cccdfd85-d35d-4453-9c6f-a463aae40722" providerId="ADAL" clId="{543E91FB-ED42-42F7-966D-6E5C8A6D0E04}" dt="2024-10-21T08:01:18.682" v="6" actId="47"/>
        <pc:sldMkLst>
          <pc:docMk/>
          <pc:sldMk cId="0" sldId="263"/>
        </pc:sldMkLst>
      </pc:sldChg>
      <pc:sldChg chg="modSp add del mod">
        <pc:chgData name="Ms Alina Arshad" userId="cccdfd85-d35d-4453-9c6f-a463aae40722" providerId="ADAL" clId="{543E91FB-ED42-42F7-966D-6E5C8A6D0E04}" dt="2024-10-21T08:58:13.653" v="254" actId="1076"/>
        <pc:sldMkLst>
          <pc:docMk/>
          <pc:sldMk cId="0" sldId="264"/>
        </pc:sldMkLst>
        <pc:spChg chg="mod">
          <ac:chgData name="Ms Alina Arshad" userId="cccdfd85-d35d-4453-9c6f-a463aae40722" providerId="ADAL" clId="{543E91FB-ED42-42F7-966D-6E5C8A6D0E04}" dt="2024-10-21T08:58:13.653" v="254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50:59.384" v="198" actId="14100"/>
          <ac:spMkLst>
            <pc:docMk/>
            <pc:sldMk cId="0" sldId="264"/>
            <ac:spMk id="3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51:04.988" v="200" actId="14100"/>
          <ac:spMkLst>
            <pc:docMk/>
            <pc:sldMk cId="0" sldId="264"/>
            <ac:spMk id="4" creationId="{00000000-0000-0000-0000-000000000000}"/>
          </ac:spMkLst>
        </pc:spChg>
      </pc:sldChg>
      <pc:sldChg chg="modSp add del mod">
        <pc:chgData name="Ms Alina Arshad" userId="cccdfd85-d35d-4453-9c6f-a463aae40722" providerId="ADAL" clId="{543E91FB-ED42-42F7-966D-6E5C8A6D0E04}" dt="2024-10-21T08:51:31.437" v="207" actId="1076"/>
        <pc:sldMkLst>
          <pc:docMk/>
          <pc:sldMk cId="0" sldId="265"/>
        </pc:sldMkLst>
        <pc:spChg chg="mod">
          <ac:chgData name="Ms Alina Arshad" userId="cccdfd85-d35d-4453-9c6f-a463aae40722" providerId="ADAL" clId="{543E91FB-ED42-42F7-966D-6E5C8A6D0E04}" dt="2024-10-21T08:51:31.437" v="207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51:25.772" v="206" actId="207"/>
          <ac:spMkLst>
            <pc:docMk/>
            <pc:sldMk cId="0" sldId="265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543E91FB-ED42-42F7-966D-6E5C8A6D0E04}" dt="2024-10-21T08:54:03.233" v="224" actId="1076"/>
        <pc:sldMkLst>
          <pc:docMk/>
          <pc:sldMk cId="0" sldId="266"/>
        </pc:sldMkLst>
        <pc:spChg chg="mod">
          <ac:chgData name="Ms Alina Arshad" userId="cccdfd85-d35d-4453-9c6f-a463aae40722" providerId="ADAL" clId="{543E91FB-ED42-42F7-966D-6E5C8A6D0E04}" dt="2024-10-21T08:52:57.658" v="211" actId="1076"/>
          <ac:spMkLst>
            <pc:docMk/>
            <pc:sldMk cId="0" sldId="266"/>
            <ac:spMk id="2" creationId="{00000000-0000-0000-0000-000000000000}"/>
          </ac:spMkLst>
        </pc:spChg>
        <pc:spChg chg="del mod">
          <ac:chgData name="Ms Alina Arshad" userId="cccdfd85-d35d-4453-9c6f-a463aae40722" providerId="ADAL" clId="{543E91FB-ED42-42F7-966D-6E5C8A6D0E04}" dt="2024-10-21T08:53:07.144" v="214" actId="478"/>
          <ac:spMkLst>
            <pc:docMk/>
            <pc:sldMk cId="0" sldId="266"/>
            <ac:spMk id="9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54:03.233" v="224" actId="1076"/>
          <ac:spMkLst>
            <pc:docMk/>
            <pc:sldMk cId="0" sldId="266"/>
            <ac:spMk id="10" creationId="{00000000-0000-0000-0000-000000000000}"/>
          </ac:spMkLst>
        </pc:spChg>
        <pc:grpChg chg="mod ord">
          <ac:chgData name="Ms Alina Arshad" userId="cccdfd85-d35d-4453-9c6f-a463aae40722" providerId="ADAL" clId="{543E91FB-ED42-42F7-966D-6E5C8A6D0E04}" dt="2024-10-21T08:53:34.969" v="221" actId="167"/>
          <ac:grpSpMkLst>
            <pc:docMk/>
            <pc:sldMk cId="0" sldId="266"/>
            <ac:grpSpMk id="4" creationId="{00000000-0000-0000-0000-000000000000}"/>
          </ac:grpSpMkLst>
        </pc:grpChg>
        <pc:graphicFrameChg chg="mod">
          <ac:chgData name="Ms Alina Arshad" userId="cccdfd85-d35d-4453-9c6f-a463aae40722" providerId="ADAL" clId="{543E91FB-ED42-42F7-966D-6E5C8A6D0E04}" dt="2024-10-21T08:53:26.611" v="220" actId="1076"/>
          <ac:graphicFrameMkLst>
            <pc:docMk/>
            <pc:sldMk cId="0" sldId="266"/>
            <ac:graphicFrameMk id="3" creationId="{00000000-0000-0000-0000-000000000000}"/>
          </ac:graphicFrameMkLst>
        </pc:graphicFrameChg>
      </pc:sldChg>
      <pc:sldChg chg="modSp add del mod">
        <pc:chgData name="Ms Alina Arshad" userId="cccdfd85-d35d-4453-9c6f-a463aae40722" providerId="ADAL" clId="{543E91FB-ED42-42F7-966D-6E5C8A6D0E04}" dt="2024-10-21T08:57:39.429" v="244" actId="1076"/>
        <pc:sldMkLst>
          <pc:docMk/>
          <pc:sldMk cId="0" sldId="267"/>
        </pc:sldMkLst>
        <pc:spChg chg="mod">
          <ac:chgData name="Ms Alina Arshad" userId="cccdfd85-d35d-4453-9c6f-a463aae40722" providerId="ADAL" clId="{543E91FB-ED42-42F7-966D-6E5C8A6D0E04}" dt="2024-10-21T08:57:26.630" v="241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57:36.008" v="243" actId="404"/>
          <ac:spMkLst>
            <pc:docMk/>
            <pc:sldMk cId="0" sldId="267"/>
            <ac:spMk id="4" creationId="{00000000-0000-0000-0000-000000000000}"/>
          </ac:spMkLst>
        </pc:spChg>
        <pc:graphicFrameChg chg="mod">
          <ac:chgData name="Ms Alina Arshad" userId="cccdfd85-d35d-4453-9c6f-a463aae40722" providerId="ADAL" clId="{543E91FB-ED42-42F7-966D-6E5C8A6D0E04}" dt="2024-10-21T08:57:39.429" v="244" actId="1076"/>
          <ac:graphicFrameMkLst>
            <pc:docMk/>
            <pc:sldMk cId="0" sldId="267"/>
            <ac:graphicFrameMk id="3" creationId="{00000000-0000-0000-0000-000000000000}"/>
          </ac:graphicFrameMkLst>
        </pc:graphicFrameChg>
      </pc:sldChg>
      <pc:sldChg chg="del">
        <pc:chgData name="Ms Alina Arshad" userId="cccdfd85-d35d-4453-9c6f-a463aae40722" providerId="ADAL" clId="{543E91FB-ED42-42F7-966D-6E5C8A6D0E04}" dt="2024-10-21T08:01:20.994" v="11" actId="47"/>
        <pc:sldMkLst>
          <pc:docMk/>
          <pc:sldMk cId="0" sldId="268"/>
        </pc:sldMkLst>
      </pc:sldChg>
      <pc:sldChg chg="del">
        <pc:chgData name="Ms Alina Arshad" userId="cccdfd85-d35d-4453-9c6f-a463aae40722" providerId="ADAL" clId="{543E91FB-ED42-42F7-966D-6E5C8A6D0E04}" dt="2024-10-21T08:01:21.713" v="12" actId="47"/>
        <pc:sldMkLst>
          <pc:docMk/>
          <pc:sldMk cId="0" sldId="269"/>
        </pc:sldMkLst>
      </pc:sldChg>
      <pc:sldChg chg="del">
        <pc:chgData name="Ms Alina Arshad" userId="cccdfd85-d35d-4453-9c6f-a463aae40722" providerId="ADAL" clId="{543E91FB-ED42-42F7-966D-6E5C8A6D0E04}" dt="2024-10-21T08:01:21.978" v="13" actId="47"/>
        <pc:sldMkLst>
          <pc:docMk/>
          <pc:sldMk cId="0" sldId="270"/>
        </pc:sldMkLst>
      </pc:sldChg>
      <pc:sldChg chg="del">
        <pc:chgData name="Ms Alina Arshad" userId="cccdfd85-d35d-4453-9c6f-a463aae40722" providerId="ADAL" clId="{543E91FB-ED42-42F7-966D-6E5C8A6D0E04}" dt="2024-10-21T08:01:22.962" v="14" actId="47"/>
        <pc:sldMkLst>
          <pc:docMk/>
          <pc:sldMk cId="0" sldId="271"/>
        </pc:sldMkLst>
      </pc:sldChg>
      <pc:sldChg chg="del">
        <pc:chgData name="Ms Alina Arshad" userId="cccdfd85-d35d-4453-9c6f-a463aae40722" providerId="ADAL" clId="{543E91FB-ED42-42F7-966D-6E5C8A6D0E04}" dt="2024-10-21T08:01:23.181" v="15" actId="47"/>
        <pc:sldMkLst>
          <pc:docMk/>
          <pc:sldMk cId="0" sldId="272"/>
        </pc:sldMkLst>
      </pc:sldChg>
      <pc:sldChg chg="del">
        <pc:chgData name="Ms Alina Arshad" userId="cccdfd85-d35d-4453-9c6f-a463aae40722" providerId="ADAL" clId="{543E91FB-ED42-42F7-966D-6E5C8A6D0E04}" dt="2024-10-21T08:01:24.634" v="16" actId="47"/>
        <pc:sldMkLst>
          <pc:docMk/>
          <pc:sldMk cId="0" sldId="273"/>
        </pc:sldMkLst>
      </pc:sldChg>
      <pc:sldChg chg="del">
        <pc:chgData name="Ms Alina Arshad" userId="cccdfd85-d35d-4453-9c6f-a463aae40722" providerId="ADAL" clId="{543E91FB-ED42-42F7-966D-6E5C8A6D0E04}" dt="2024-10-21T08:01:25.899" v="17" actId="47"/>
        <pc:sldMkLst>
          <pc:docMk/>
          <pc:sldMk cId="0" sldId="274"/>
        </pc:sldMkLst>
      </pc:sldChg>
      <pc:sldChg chg="modSp mod">
        <pc:chgData name="Ms Alina Arshad" userId="cccdfd85-d35d-4453-9c6f-a463aae40722" providerId="ADAL" clId="{543E91FB-ED42-42F7-966D-6E5C8A6D0E04}" dt="2024-10-21T08:58:29.653" v="261" actId="14100"/>
        <pc:sldMkLst>
          <pc:docMk/>
          <pc:sldMk cId="0" sldId="275"/>
        </pc:sldMkLst>
        <pc:spChg chg="mod">
          <ac:chgData name="Ms Alina Arshad" userId="cccdfd85-d35d-4453-9c6f-a463aae40722" providerId="ADAL" clId="{543E91FB-ED42-42F7-966D-6E5C8A6D0E04}" dt="2024-10-21T08:58:29.653" v="261" actId="14100"/>
          <ac:spMkLst>
            <pc:docMk/>
            <pc:sldMk cId="0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09:23.164" v="19" actId="33524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43E91FB-ED42-42F7-966D-6E5C8A6D0E04}" dt="2024-10-21T08:58:22.274" v="258" actId="1076"/>
        <pc:sldMkLst>
          <pc:docMk/>
          <pc:sldMk cId="0" sldId="276"/>
        </pc:sldMkLst>
        <pc:spChg chg="mod">
          <ac:chgData name="Ms Alina Arshad" userId="cccdfd85-d35d-4453-9c6f-a463aae40722" providerId="ADAL" clId="{543E91FB-ED42-42F7-966D-6E5C8A6D0E04}" dt="2024-10-21T08:58:22.274" v="258" actId="1076"/>
          <ac:spMkLst>
            <pc:docMk/>
            <pc:sldMk cId="0" sldId="276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543E91FB-ED42-42F7-966D-6E5C8A6D0E04}" dt="2024-10-21T08:58:04.713" v="251" actId="14100"/>
        <pc:sldMkLst>
          <pc:docMk/>
          <pc:sldMk cId="0" sldId="277"/>
        </pc:sldMkLst>
        <pc:spChg chg="mod">
          <ac:chgData name="Ms Alina Arshad" userId="cccdfd85-d35d-4453-9c6f-a463aae40722" providerId="ADAL" clId="{543E91FB-ED42-42F7-966D-6E5C8A6D0E04}" dt="2024-10-21T08:58:04.713" v="251" actId="14100"/>
          <ac:spMkLst>
            <pc:docMk/>
            <pc:sldMk cId="0" sldId="277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543E91FB-ED42-42F7-966D-6E5C8A6D0E04}" dt="2024-10-21T08:57:58.745" v="248" actId="1076"/>
        <pc:sldMkLst>
          <pc:docMk/>
          <pc:sldMk cId="0" sldId="278"/>
        </pc:sldMkLst>
        <pc:spChg chg="mod">
          <ac:chgData name="Ms Alina Arshad" userId="cccdfd85-d35d-4453-9c6f-a463aae40722" providerId="ADAL" clId="{543E91FB-ED42-42F7-966D-6E5C8A6D0E04}" dt="2024-10-21T08:57:58.745" v="248" actId="1076"/>
          <ac:spMkLst>
            <pc:docMk/>
            <pc:sldMk cId="0" sldId="278"/>
            <ac:spMk id="2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54:11.207" v="227" actId="1076"/>
          <ac:spMkLst>
            <pc:docMk/>
            <pc:sldMk cId="0" sldId="278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43E91FB-ED42-42F7-966D-6E5C8A6D0E04}" dt="2024-10-21T09:06:34.265" v="313" actId="255"/>
        <pc:sldMkLst>
          <pc:docMk/>
          <pc:sldMk cId="0" sldId="279"/>
        </pc:sldMkLst>
        <pc:spChg chg="mod">
          <ac:chgData name="Ms Alina Arshad" userId="cccdfd85-d35d-4453-9c6f-a463aae40722" providerId="ADAL" clId="{543E91FB-ED42-42F7-966D-6E5C8A6D0E04}" dt="2024-10-21T09:06:34.265" v="313" actId="255"/>
          <ac:spMkLst>
            <pc:docMk/>
            <pc:sldMk cId="0" sldId="279"/>
            <ac:spMk id="2" creationId="{00000000-0000-0000-0000-000000000000}"/>
          </ac:spMkLst>
        </pc:spChg>
      </pc:sldChg>
      <pc:sldChg chg="del">
        <pc:chgData name="Ms Alina Arshad" userId="cccdfd85-d35d-4453-9c6f-a463aae40722" providerId="ADAL" clId="{543E91FB-ED42-42F7-966D-6E5C8A6D0E04}" dt="2024-10-21T08:01:18.526" v="5" actId="47"/>
        <pc:sldMkLst>
          <pc:docMk/>
          <pc:sldMk cId="3240370692" sldId="279"/>
        </pc:sldMkLst>
      </pc:sldChg>
      <pc:sldChg chg="modSp add mod">
        <pc:chgData name="Ms Alina Arshad" userId="cccdfd85-d35d-4453-9c6f-a463aae40722" providerId="ADAL" clId="{543E91FB-ED42-42F7-966D-6E5C8A6D0E04}" dt="2024-10-21T08:58:52.137" v="272" actId="14100"/>
        <pc:sldMkLst>
          <pc:docMk/>
          <pc:sldMk cId="0" sldId="280"/>
        </pc:sldMkLst>
        <pc:spChg chg="mod">
          <ac:chgData name="Ms Alina Arshad" userId="cccdfd85-d35d-4453-9c6f-a463aae40722" providerId="ADAL" clId="{543E91FB-ED42-42F7-966D-6E5C8A6D0E04}" dt="2024-10-21T08:58:42.952" v="266" actId="1076"/>
          <ac:spMkLst>
            <pc:docMk/>
            <pc:sldMk cId="0" sldId="280"/>
            <ac:spMk id="2" creationId="{00000000-0000-0000-0000-000000000000}"/>
          </ac:spMkLst>
        </pc:spChg>
        <pc:picChg chg="mod">
          <ac:chgData name="Ms Alina Arshad" userId="cccdfd85-d35d-4453-9c6f-a463aae40722" providerId="ADAL" clId="{543E91FB-ED42-42F7-966D-6E5C8A6D0E04}" dt="2024-10-21T08:58:52.137" v="272" actId="14100"/>
          <ac:picMkLst>
            <pc:docMk/>
            <pc:sldMk cId="0" sldId="280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543E91FB-ED42-42F7-966D-6E5C8A6D0E04}" dt="2024-10-21T08:59:02.931" v="276" actId="404"/>
        <pc:sldMkLst>
          <pc:docMk/>
          <pc:sldMk cId="0" sldId="281"/>
        </pc:sldMkLst>
        <pc:spChg chg="mod">
          <ac:chgData name="Ms Alina Arshad" userId="cccdfd85-d35d-4453-9c6f-a463aae40722" providerId="ADAL" clId="{543E91FB-ED42-42F7-966D-6E5C8A6D0E04}" dt="2024-10-21T08:58:59.541" v="275" actId="404"/>
          <ac:spMkLst>
            <pc:docMk/>
            <pc:sldMk cId="0" sldId="281"/>
            <ac:spMk id="2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59:02.931" v="276" actId="404"/>
          <ac:spMkLst>
            <pc:docMk/>
            <pc:sldMk cId="0" sldId="281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543E91FB-ED42-42F7-966D-6E5C8A6D0E04}" dt="2024-10-21T08:59:20.153" v="283" actId="1076"/>
        <pc:sldMkLst>
          <pc:docMk/>
          <pc:sldMk cId="0" sldId="282"/>
        </pc:sldMkLst>
        <pc:spChg chg="mod">
          <ac:chgData name="Ms Alina Arshad" userId="cccdfd85-d35d-4453-9c6f-a463aae40722" providerId="ADAL" clId="{543E91FB-ED42-42F7-966D-6E5C8A6D0E04}" dt="2024-10-21T08:59:11.351" v="280" actId="404"/>
          <ac:spMkLst>
            <pc:docMk/>
            <pc:sldMk cId="0" sldId="282"/>
            <ac:spMk id="2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59:20.153" v="283" actId="1076"/>
          <ac:spMkLst>
            <pc:docMk/>
            <pc:sldMk cId="0" sldId="282"/>
            <ac:spMk id="3" creationId="{00000000-0000-0000-0000-000000000000}"/>
          </ac:spMkLst>
        </pc:spChg>
        <pc:spChg chg="del mod">
          <ac:chgData name="Ms Alina Arshad" userId="cccdfd85-d35d-4453-9c6f-a463aae40722" providerId="ADAL" clId="{543E91FB-ED42-42F7-966D-6E5C8A6D0E04}" dt="2024-10-21T08:25:17.023" v="126" actId="478"/>
          <ac:spMkLst>
            <pc:docMk/>
            <pc:sldMk cId="0" sldId="282"/>
            <ac:spMk id="4" creationId="{00000000-0000-0000-0000-000000000000}"/>
          </ac:spMkLst>
        </pc:spChg>
      </pc:sldChg>
      <pc:sldChg chg="delSp modSp add mod">
        <pc:chgData name="Ms Alina Arshad" userId="cccdfd85-d35d-4453-9c6f-a463aae40722" providerId="ADAL" clId="{543E91FB-ED42-42F7-966D-6E5C8A6D0E04}" dt="2024-10-21T09:00:23.099" v="307" actId="1076"/>
        <pc:sldMkLst>
          <pc:docMk/>
          <pc:sldMk cId="0" sldId="283"/>
        </pc:sldMkLst>
        <pc:spChg chg="mod">
          <ac:chgData name="Ms Alina Arshad" userId="cccdfd85-d35d-4453-9c6f-a463aae40722" providerId="ADAL" clId="{543E91FB-ED42-42F7-966D-6E5C8A6D0E04}" dt="2024-10-21T08:59:27.588" v="287" actId="113"/>
          <ac:spMkLst>
            <pc:docMk/>
            <pc:sldMk cId="0" sldId="283"/>
            <ac:spMk id="2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59:33.208" v="290" actId="404"/>
          <ac:spMkLst>
            <pc:docMk/>
            <pc:sldMk cId="0" sldId="283"/>
            <ac:spMk id="3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9:00:15.382" v="306" actId="403"/>
          <ac:spMkLst>
            <pc:docMk/>
            <pc:sldMk cId="0" sldId="283"/>
            <ac:spMk id="4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9:00:23.099" v="307" actId="1076"/>
          <ac:spMkLst>
            <pc:docMk/>
            <pc:sldMk cId="0" sldId="283"/>
            <ac:spMk id="5" creationId="{00000000-0000-0000-0000-000000000000}"/>
          </ac:spMkLst>
        </pc:spChg>
        <pc:spChg chg="del">
          <ac:chgData name="Ms Alina Arshad" userId="cccdfd85-d35d-4453-9c6f-a463aae40722" providerId="ADAL" clId="{543E91FB-ED42-42F7-966D-6E5C8A6D0E04}" dt="2024-10-21T08:28:15.398" v="145" actId="478"/>
          <ac:spMkLst>
            <pc:docMk/>
            <pc:sldMk cId="0" sldId="283"/>
            <ac:spMk id="6" creationId="{00000000-0000-0000-0000-000000000000}"/>
          </ac:spMkLst>
        </pc:spChg>
      </pc:sldChg>
      <pc:sldChg chg="delSp modSp add mod">
        <pc:chgData name="Ms Alina Arshad" userId="cccdfd85-d35d-4453-9c6f-a463aae40722" providerId="ADAL" clId="{543E91FB-ED42-42F7-966D-6E5C8A6D0E04}" dt="2024-10-21T08:29:45.823" v="155" actId="1076"/>
        <pc:sldMkLst>
          <pc:docMk/>
          <pc:sldMk cId="0" sldId="284"/>
        </pc:sldMkLst>
        <pc:spChg chg="mod">
          <ac:chgData name="Ms Alina Arshad" userId="cccdfd85-d35d-4453-9c6f-a463aae40722" providerId="ADAL" clId="{543E91FB-ED42-42F7-966D-6E5C8A6D0E04}" dt="2024-10-21T08:28:29.910" v="148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29:45.823" v="155" actId="1076"/>
          <ac:spMkLst>
            <pc:docMk/>
            <pc:sldMk cId="0" sldId="284"/>
            <ac:spMk id="7" creationId="{00000000-0000-0000-0000-000000000000}"/>
          </ac:spMkLst>
        </pc:spChg>
        <pc:spChg chg="del">
          <ac:chgData name="Ms Alina Arshad" userId="cccdfd85-d35d-4453-9c6f-a463aae40722" providerId="ADAL" clId="{543E91FB-ED42-42F7-966D-6E5C8A6D0E04}" dt="2024-10-21T08:29:34.377" v="152" actId="478"/>
          <ac:spMkLst>
            <pc:docMk/>
            <pc:sldMk cId="0" sldId="284"/>
            <ac:spMk id="8" creationId="{00000000-0000-0000-0000-000000000000}"/>
          </ac:spMkLst>
        </pc:spChg>
        <pc:grpChg chg="mod">
          <ac:chgData name="Ms Alina Arshad" userId="cccdfd85-d35d-4453-9c6f-a463aae40722" providerId="ADAL" clId="{543E91FB-ED42-42F7-966D-6E5C8A6D0E04}" dt="2024-10-21T08:28:23.834" v="146" actId="1076"/>
          <ac:grpSpMkLst>
            <pc:docMk/>
            <pc:sldMk cId="0" sldId="284"/>
            <ac:grpSpMk id="3" creationId="{00000000-0000-0000-0000-000000000000}"/>
          </ac:grpSpMkLst>
        </pc:grpChg>
        <pc:picChg chg="mod">
          <ac:chgData name="Ms Alina Arshad" userId="cccdfd85-d35d-4453-9c6f-a463aae40722" providerId="ADAL" clId="{543E91FB-ED42-42F7-966D-6E5C8A6D0E04}" dt="2024-10-21T08:29:39.375" v="153" actId="1076"/>
          <ac:picMkLst>
            <pc:docMk/>
            <pc:sldMk cId="0" sldId="284"/>
            <ac:picMk id="4" creationId="{00000000-0000-0000-0000-000000000000}"/>
          </ac:picMkLst>
        </pc:picChg>
        <pc:picChg chg="mod">
          <ac:chgData name="Ms Alina Arshad" userId="cccdfd85-d35d-4453-9c6f-a463aae40722" providerId="ADAL" clId="{543E91FB-ED42-42F7-966D-6E5C8A6D0E04}" dt="2024-10-21T08:29:31.627" v="151" actId="1076"/>
          <ac:picMkLst>
            <pc:docMk/>
            <pc:sldMk cId="0" sldId="284"/>
            <ac:picMk id="5" creationId="{00000000-0000-0000-0000-000000000000}"/>
          </ac:picMkLst>
        </pc:picChg>
        <pc:picChg chg="mod">
          <ac:chgData name="Ms Alina Arshad" userId="cccdfd85-d35d-4453-9c6f-a463aae40722" providerId="ADAL" clId="{543E91FB-ED42-42F7-966D-6E5C8A6D0E04}" dt="2024-10-21T08:29:42.186" v="154" actId="1076"/>
          <ac:picMkLst>
            <pc:docMk/>
            <pc:sldMk cId="0" sldId="284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543E91FB-ED42-42F7-966D-6E5C8A6D0E04}" dt="2024-10-21T08:33:53.909" v="181" actId="478"/>
        <pc:sldMkLst>
          <pc:docMk/>
          <pc:sldMk cId="0" sldId="285"/>
        </pc:sldMkLst>
        <pc:spChg chg="mod">
          <ac:chgData name="Ms Alina Arshad" userId="cccdfd85-d35d-4453-9c6f-a463aae40722" providerId="ADAL" clId="{543E91FB-ED42-42F7-966D-6E5C8A6D0E04}" dt="2024-10-21T08:31:49.477" v="157" actId="1076"/>
          <ac:spMkLst>
            <pc:docMk/>
            <pc:sldMk cId="0" sldId="285"/>
            <ac:spMk id="2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33:12.687" v="170" actId="20577"/>
          <ac:spMkLst>
            <pc:docMk/>
            <pc:sldMk cId="0" sldId="285"/>
            <ac:spMk id="3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33:20.201" v="171" actId="1076"/>
          <ac:spMkLst>
            <pc:docMk/>
            <pc:sldMk cId="0" sldId="285"/>
            <ac:spMk id="4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33:30.089" v="173" actId="1076"/>
          <ac:spMkLst>
            <pc:docMk/>
            <pc:sldMk cId="0" sldId="285"/>
            <ac:spMk id="5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33:51.004" v="180" actId="1076"/>
          <ac:spMkLst>
            <pc:docMk/>
            <pc:sldMk cId="0" sldId="285"/>
            <ac:spMk id="6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32:56.910" v="167" actId="1076"/>
          <ac:spMkLst>
            <pc:docMk/>
            <pc:sldMk cId="0" sldId="285"/>
            <ac:spMk id="7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33:25.402" v="172" actId="1076"/>
          <ac:spMkLst>
            <pc:docMk/>
            <pc:sldMk cId="0" sldId="285"/>
            <ac:spMk id="8" creationId="{00000000-0000-0000-0000-000000000000}"/>
          </ac:spMkLst>
        </pc:spChg>
        <pc:spChg chg="del">
          <ac:chgData name="Ms Alina Arshad" userId="cccdfd85-d35d-4453-9c6f-a463aae40722" providerId="ADAL" clId="{543E91FB-ED42-42F7-966D-6E5C8A6D0E04}" dt="2024-10-21T08:33:53.909" v="181" actId="478"/>
          <ac:spMkLst>
            <pc:docMk/>
            <pc:sldMk cId="0" sldId="285"/>
            <ac:spMk id="9" creationId="{00000000-0000-0000-0000-000000000000}"/>
          </ac:spMkLst>
        </pc:spChg>
      </pc:sldChg>
      <pc:sldChg chg="delSp modSp add mod">
        <pc:chgData name="Ms Alina Arshad" userId="cccdfd85-d35d-4453-9c6f-a463aae40722" providerId="ADAL" clId="{543E91FB-ED42-42F7-966D-6E5C8A6D0E04}" dt="2024-10-21T08:34:19.762" v="188" actId="478"/>
        <pc:sldMkLst>
          <pc:docMk/>
          <pc:sldMk cId="0" sldId="286"/>
        </pc:sldMkLst>
        <pc:spChg chg="mod">
          <ac:chgData name="Ms Alina Arshad" userId="cccdfd85-d35d-4453-9c6f-a463aae40722" providerId="ADAL" clId="{543E91FB-ED42-42F7-966D-6E5C8A6D0E04}" dt="2024-10-21T08:34:01.111" v="183" actId="14100"/>
          <ac:spMkLst>
            <pc:docMk/>
            <pc:sldMk cId="0" sldId="286"/>
            <ac:spMk id="2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34:08.437" v="185" actId="1076"/>
          <ac:spMkLst>
            <pc:docMk/>
            <pc:sldMk cId="0" sldId="286"/>
            <ac:spMk id="3" creationId="{00000000-0000-0000-0000-000000000000}"/>
          </ac:spMkLst>
        </pc:spChg>
        <pc:spChg chg="mod">
          <ac:chgData name="Ms Alina Arshad" userId="cccdfd85-d35d-4453-9c6f-a463aae40722" providerId="ADAL" clId="{543E91FB-ED42-42F7-966D-6E5C8A6D0E04}" dt="2024-10-21T08:34:16.669" v="187" actId="1076"/>
          <ac:spMkLst>
            <pc:docMk/>
            <pc:sldMk cId="0" sldId="286"/>
            <ac:spMk id="8" creationId="{00000000-0000-0000-0000-000000000000}"/>
          </ac:spMkLst>
        </pc:spChg>
        <pc:spChg chg="del">
          <ac:chgData name="Ms Alina Arshad" userId="cccdfd85-d35d-4453-9c6f-a463aae40722" providerId="ADAL" clId="{543E91FB-ED42-42F7-966D-6E5C8A6D0E04}" dt="2024-10-21T08:34:19.762" v="188" actId="478"/>
          <ac:spMkLst>
            <pc:docMk/>
            <pc:sldMk cId="0" sldId="286"/>
            <ac:spMk id="9" creationId="{00000000-0000-0000-0000-000000000000}"/>
          </ac:spMkLst>
        </pc:spChg>
      </pc:sldChg>
      <pc:sldChg chg="add">
        <pc:chgData name="Ms Alina Arshad" userId="cccdfd85-d35d-4453-9c6f-a463aae40722" providerId="ADAL" clId="{543E91FB-ED42-42F7-966D-6E5C8A6D0E04}" dt="2024-10-21T08:02:31.195" v="18"/>
        <pc:sldMkLst>
          <pc:docMk/>
          <pc:sldMk cId="0" sldId="287"/>
        </pc:sldMkLst>
      </pc:sldChg>
      <pc:sldChg chg="addSp delSp modSp new mod">
        <pc:chgData name="Ms Alina Arshad" userId="cccdfd85-d35d-4453-9c6f-a463aae40722" providerId="ADAL" clId="{543E91FB-ED42-42F7-966D-6E5C8A6D0E04}" dt="2024-10-21T08:24:50.641" v="122"/>
        <pc:sldMkLst>
          <pc:docMk/>
          <pc:sldMk cId="37585846" sldId="288"/>
        </pc:sldMkLst>
        <pc:spChg chg="add del">
          <ac:chgData name="Ms Alina Arshad" userId="cccdfd85-d35d-4453-9c6f-a463aae40722" providerId="ADAL" clId="{543E91FB-ED42-42F7-966D-6E5C8A6D0E04}" dt="2024-10-21T08:18:17.456" v="34" actId="478"/>
          <ac:spMkLst>
            <pc:docMk/>
            <pc:sldMk cId="37585846" sldId="288"/>
            <ac:spMk id="3" creationId="{577EBC96-BCCC-70C3-7C92-25EEE37F846D}"/>
          </ac:spMkLst>
        </pc:spChg>
        <pc:spChg chg="add del mod">
          <ac:chgData name="Ms Alina Arshad" userId="cccdfd85-d35d-4453-9c6f-a463aae40722" providerId="ADAL" clId="{543E91FB-ED42-42F7-966D-6E5C8A6D0E04}" dt="2024-10-21T08:18:39.683" v="37" actId="478"/>
          <ac:spMkLst>
            <pc:docMk/>
            <pc:sldMk cId="37585846" sldId="288"/>
            <ac:spMk id="5" creationId="{FCFD0260-FB85-D504-BF83-FA718CC5716A}"/>
          </ac:spMkLst>
        </pc:spChg>
        <pc:spChg chg="add del mod">
          <ac:chgData name="Ms Alina Arshad" userId="cccdfd85-d35d-4453-9c6f-a463aae40722" providerId="ADAL" clId="{543E91FB-ED42-42F7-966D-6E5C8A6D0E04}" dt="2024-10-21T08:18:46.259" v="40" actId="478"/>
          <ac:spMkLst>
            <pc:docMk/>
            <pc:sldMk cId="37585846" sldId="288"/>
            <ac:spMk id="7" creationId="{3473D1D4-ACF3-98C2-08D1-5F7613F581C1}"/>
          </ac:spMkLst>
        </pc:spChg>
        <pc:graphicFrameChg chg="add mod modGraphic">
          <ac:chgData name="Ms Alina Arshad" userId="cccdfd85-d35d-4453-9c6f-a463aae40722" providerId="ADAL" clId="{543E91FB-ED42-42F7-966D-6E5C8A6D0E04}" dt="2024-10-21T08:24:39.628" v="118" actId="21"/>
          <ac:graphicFrameMkLst>
            <pc:docMk/>
            <pc:sldMk cId="37585846" sldId="288"/>
            <ac:graphicFrameMk id="8" creationId="{B5DB469D-650B-6C8F-8201-0FDF828546E8}"/>
          </ac:graphicFrameMkLst>
        </pc:graphicFrameChg>
        <pc:graphicFrameChg chg="add mod modGraphic">
          <ac:chgData name="Ms Alina Arshad" userId="cccdfd85-d35d-4453-9c6f-a463aae40722" providerId="ADAL" clId="{543E91FB-ED42-42F7-966D-6E5C8A6D0E04}" dt="2024-10-21T08:23:17.368" v="96" actId="20577"/>
          <ac:graphicFrameMkLst>
            <pc:docMk/>
            <pc:sldMk cId="37585846" sldId="288"/>
            <ac:graphicFrameMk id="9" creationId="{FC92262D-031E-CEF2-D4FE-A26B9E04FCDB}"/>
          </ac:graphicFrameMkLst>
        </pc:graphicFrameChg>
        <pc:graphicFrameChg chg="add del mod">
          <ac:chgData name="Ms Alina Arshad" userId="cccdfd85-d35d-4453-9c6f-a463aae40722" providerId="ADAL" clId="{543E91FB-ED42-42F7-966D-6E5C8A6D0E04}" dt="2024-10-21T08:21:27.460" v="72" actId="478"/>
          <ac:graphicFrameMkLst>
            <pc:docMk/>
            <pc:sldMk cId="37585846" sldId="288"/>
            <ac:graphicFrameMk id="10" creationId="{A90CBC95-37D7-F0BA-24CE-09DFE5F0995B}"/>
          </ac:graphicFrameMkLst>
        </pc:graphicFrameChg>
        <pc:graphicFrameChg chg="add del mod modGraphic">
          <ac:chgData name="Ms Alina Arshad" userId="cccdfd85-d35d-4453-9c6f-a463aae40722" providerId="ADAL" clId="{543E91FB-ED42-42F7-966D-6E5C8A6D0E04}" dt="2024-10-21T08:22:04.231" v="79" actId="478"/>
          <ac:graphicFrameMkLst>
            <pc:docMk/>
            <pc:sldMk cId="37585846" sldId="288"/>
            <ac:graphicFrameMk id="11" creationId="{67C52F87-C284-1A3B-8217-00AA213C1333}"/>
          </ac:graphicFrameMkLst>
        </pc:graphicFrameChg>
        <pc:graphicFrameChg chg="add mod modGraphic">
          <ac:chgData name="Ms Alina Arshad" userId="cccdfd85-d35d-4453-9c6f-a463aae40722" providerId="ADAL" clId="{543E91FB-ED42-42F7-966D-6E5C8A6D0E04}" dt="2024-10-21T08:24:50.641" v="122"/>
          <ac:graphicFrameMkLst>
            <pc:docMk/>
            <pc:sldMk cId="37585846" sldId="288"/>
            <ac:graphicFrameMk id="12" creationId="{0E8ED381-9046-D75F-7F80-F5F63B703250}"/>
          </ac:graphicFrameMkLst>
        </pc:graphicFrameChg>
      </pc:sldChg>
    </pc:docChg>
  </pc:docChgLst>
  <pc:docChgLst>
    <pc:chgData name="Ms Alina Arshad" userId="cccdfd85-d35d-4453-9c6f-a463aae40722" providerId="ADAL" clId="{5B8A6D22-27A2-4EF9-83C4-9A1491FF93A7}"/>
    <pc:docChg chg="undo custSel addSld delSld modSld">
      <pc:chgData name="Ms Alina Arshad" userId="cccdfd85-d35d-4453-9c6f-a463aae40722" providerId="ADAL" clId="{5B8A6D22-27A2-4EF9-83C4-9A1491FF93A7}" dt="2024-09-16T08:06:46.187" v="660" actId="22"/>
      <pc:docMkLst>
        <pc:docMk/>
      </pc:docMkLst>
      <pc:sldChg chg="addSp delSp modSp mod">
        <pc:chgData name="Ms Alina Arshad" userId="cccdfd85-d35d-4453-9c6f-a463aae40722" providerId="ADAL" clId="{5B8A6D22-27A2-4EF9-83C4-9A1491FF93A7}" dt="2024-09-16T08:06:46.187" v="660" actId="22"/>
        <pc:sldMkLst>
          <pc:docMk/>
          <pc:sldMk cId="3322361034" sldId="256"/>
        </pc:sldMkLst>
        <pc:spChg chg="add del mod">
          <ac:chgData name="Ms Alina Arshad" userId="cccdfd85-d35d-4453-9c6f-a463aae40722" providerId="ADAL" clId="{5B8A6D22-27A2-4EF9-83C4-9A1491FF93A7}" dt="2024-09-16T08:06:46.187" v="660" actId="22"/>
          <ac:spMkLst>
            <pc:docMk/>
            <pc:sldMk cId="3322361034" sldId="256"/>
            <ac:spMk id="6" creationId="{72021E80-E761-54BE-AD10-FD26DBA73B2D}"/>
          </ac:spMkLst>
        </pc:spChg>
      </pc:sldChg>
      <pc:sldChg chg="modSp mod">
        <pc:chgData name="Ms Alina Arshad" userId="cccdfd85-d35d-4453-9c6f-a463aae40722" providerId="ADAL" clId="{5B8A6D22-27A2-4EF9-83C4-9A1491FF93A7}" dt="2024-09-13T05:11:00.601" v="148" actId="1076"/>
        <pc:sldMkLst>
          <pc:docMk/>
          <pc:sldMk cId="90329638" sldId="268"/>
        </pc:sldMkLst>
        <pc:spChg chg="mod">
          <ac:chgData name="Ms Alina Arshad" userId="cccdfd85-d35d-4453-9c6f-a463aae40722" providerId="ADAL" clId="{5B8A6D22-27A2-4EF9-83C4-9A1491FF93A7}" dt="2024-09-13T05:11:00.601" v="148" actId="1076"/>
          <ac:spMkLst>
            <pc:docMk/>
            <pc:sldMk cId="90329638" sldId="268"/>
            <ac:spMk id="18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0:58.274" v="147" actId="1076"/>
          <ac:picMkLst>
            <pc:docMk/>
            <pc:sldMk cId="90329638" sldId="268"/>
            <ac:picMk id="18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0:35.182" v="24" actId="1076"/>
        <pc:sldMkLst>
          <pc:docMk/>
          <pc:sldMk cId="2295129282" sldId="269"/>
        </pc:sldMkLst>
        <pc:spChg chg="mod">
          <ac:chgData name="Ms Alina Arshad" userId="cccdfd85-d35d-4453-9c6f-a463aae40722" providerId="ADAL" clId="{5B8A6D22-27A2-4EF9-83C4-9A1491FF93A7}" dt="2024-09-12T06:49:19.888" v="4" actId="1076"/>
          <ac:spMkLst>
            <pc:docMk/>
            <pc:sldMk cId="2295129282" sldId="269"/>
            <ac:spMk id="19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23.120" v="20" actId="403"/>
          <ac:spMkLst>
            <pc:docMk/>
            <pc:sldMk cId="2295129282" sldId="269"/>
            <ac:spMk id="19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35.182" v="24" actId="1076"/>
          <ac:spMkLst>
            <pc:docMk/>
            <pc:sldMk cId="2295129282" sldId="269"/>
            <ac:spMk id="19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29.260" v="22" actId="1076"/>
          <ac:spMkLst>
            <pc:docMk/>
            <pc:sldMk cId="2295129282" sldId="269"/>
            <ac:spMk id="19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49:25.084" v="7" actId="1076"/>
          <ac:picMkLst>
            <pc:docMk/>
            <pc:sldMk cId="2295129282" sldId="269"/>
            <ac:picMk id="19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1:44.971" v="36" actId="1076"/>
        <pc:sldMkLst>
          <pc:docMk/>
          <pc:sldMk cId="2090315159" sldId="270"/>
        </pc:sldMkLst>
        <pc:spChg chg="mod">
          <ac:chgData name="Ms Alina Arshad" userId="cccdfd85-d35d-4453-9c6f-a463aae40722" providerId="ADAL" clId="{5B8A6D22-27A2-4EF9-83C4-9A1491FF93A7}" dt="2024-09-12T06:51:01.318" v="30" actId="113"/>
          <ac:spMkLst>
            <pc:docMk/>
            <pc:sldMk cId="2090315159" sldId="270"/>
            <ac:spMk id="20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1:04.077" v="31" actId="207"/>
          <ac:spMkLst>
            <pc:docMk/>
            <pc:sldMk cId="2090315159" sldId="270"/>
            <ac:spMk id="20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1:44.971" v="36" actId="1076"/>
          <ac:spMkLst>
            <pc:docMk/>
            <pc:sldMk cId="2090315159" sldId="270"/>
            <ac:spMk id="20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2T06:52:07.621" v="43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5B8A6D22-27A2-4EF9-83C4-9A1491FF93A7}" dt="2024-09-12T06:51:52.566" v="40" actId="1076"/>
          <ac:spMkLst>
            <pc:docMk/>
            <pc:sldMk cId="3034138166" sldId="271"/>
            <ac:spMk id="20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2:03.347" v="42" actId="207"/>
          <ac:spMkLst>
            <pc:docMk/>
            <pc:sldMk cId="3034138166" sldId="271"/>
            <ac:spMk id="21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52:07.621" v="43" actId="1076"/>
          <ac:picMkLst>
            <pc:docMk/>
            <pc:sldMk cId="3034138166" sldId="271"/>
            <ac:picMk id="21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2:35.218" v="50" actId="1076"/>
        <pc:sldMkLst>
          <pc:docMk/>
          <pc:sldMk cId="2504047100" sldId="272"/>
        </pc:sldMkLst>
        <pc:spChg chg="mod">
          <ac:chgData name="Ms Alina Arshad" userId="cccdfd85-d35d-4453-9c6f-a463aae40722" providerId="ADAL" clId="{5B8A6D22-27A2-4EF9-83C4-9A1491FF93A7}" dt="2024-09-12T06:52:22.609" v="47" actId="207"/>
          <ac:spMkLst>
            <pc:docMk/>
            <pc:sldMk cId="2504047100" sldId="272"/>
            <ac:spMk id="21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2:30.200" v="49" actId="207"/>
          <ac:spMkLst>
            <pc:docMk/>
            <pc:sldMk cId="2504047100" sldId="272"/>
            <ac:spMk id="2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52:26.794" v="48" actId="1076"/>
          <ac:picMkLst>
            <pc:docMk/>
            <pc:sldMk cId="2504047100" sldId="272"/>
            <ac:picMk id="218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2T06:52:35.218" v="50" actId="1076"/>
          <ac:picMkLst>
            <pc:docMk/>
            <pc:sldMk cId="2504047100" sldId="272"/>
            <ac:picMk id="21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1:12.755" v="149" actId="1076"/>
        <pc:sldMkLst>
          <pc:docMk/>
          <pc:sldMk cId="4283755204" sldId="273"/>
        </pc:sldMkLst>
        <pc:spChg chg="mod">
          <ac:chgData name="Ms Alina Arshad" userId="cccdfd85-d35d-4453-9c6f-a463aae40722" providerId="ADAL" clId="{5B8A6D22-27A2-4EF9-83C4-9A1491FF93A7}" dt="2024-09-12T06:54:22.495" v="54" actId="1076"/>
          <ac:spMkLst>
            <pc:docMk/>
            <pc:sldMk cId="4283755204" sldId="273"/>
            <ac:spMk id="22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1:12.755" v="149" actId="1076"/>
          <ac:picMkLst>
            <pc:docMk/>
            <pc:sldMk cId="4283755204" sldId="273"/>
            <ac:picMk id="226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2T06:55:15.540" v="59" actId="1076"/>
          <ac:picMkLst>
            <pc:docMk/>
            <pc:sldMk cId="4283755204" sldId="273"/>
            <ac:picMk id="227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1:20.577" v="150" actId="1076"/>
        <pc:sldMkLst>
          <pc:docMk/>
          <pc:sldMk cId="2935103945" sldId="274"/>
        </pc:sldMkLst>
        <pc:spChg chg="mod">
          <ac:chgData name="Ms Alina Arshad" userId="cccdfd85-d35d-4453-9c6f-a463aae40722" providerId="ADAL" clId="{5B8A6D22-27A2-4EF9-83C4-9A1491FF93A7}" dt="2024-09-12T06:55:27.971" v="63" actId="1076"/>
          <ac:spMkLst>
            <pc:docMk/>
            <pc:sldMk cId="2935103945" sldId="274"/>
            <ac:spMk id="23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5:38.863" v="64" actId="207"/>
          <ac:spMkLst>
            <pc:docMk/>
            <pc:sldMk cId="2935103945" sldId="274"/>
            <ac:spMk id="233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1:20.577" v="150" actId="1076"/>
          <ac:picMkLst>
            <pc:docMk/>
            <pc:sldMk cId="2935103945" sldId="274"/>
            <ac:picMk id="234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5:59.781" v="71" actId="207"/>
        <pc:sldMkLst>
          <pc:docMk/>
          <pc:sldMk cId="1497646456" sldId="275"/>
        </pc:sldMkLst>
        <pc:spChg chg="mod">
          <ac:chgData name="Ms Alina Arshad" userId="cccdfd85-d35d-4453-9c6f-a463aae40722" providerId="ADAL" clId="{5B8A6D22-27A2-4EF9-83C4-9A1491FF93A7}" dt="2024-09-12T06:55:57.639" v="70" actId="1076"/>
          <ac:spMkLst>
            <pc:docMk/>
            <pc:sldMk cId="1497646456" sldId="275"/>
            <ac:spMk id="23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5:59.781" v="71" actId="207"/>
          <ac:spMkLst>
            <pc:docMk/>
            <pc:sldMk cId="1497646456" sldId="275"/>
            <ac:spMk id="24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1:35.304" v="153" actId="113"/>
        <pc:sldMkLst>
          <pc:docMk/>
          <pc:sldMk cId="3993717517" sldId="276"/>
        </pc:sldMkLst>
        <pc:spChg chg="mod">
          <ac:chgData name="Ms Alina Arshad" userId="cccdfd85-d35d-4453-9c6f-a463aae40722" providerId="ADAL" clId="{5B8A6D22-27A2-4EF9-83C4-9A1491FF93A7}" dt="2024-09-12T06:56:16.816" v="74" actId="27636"/>
          <ac:spMkLst>
            <pc:docMk/>
            <pc:sldMk cId="3993717517" sldId="276"/>
            <ac:spMk id="24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1:35.304" v="153" actId="113"/>
          <ac:spMkLst>
            <pc:docMk/>
            <pc:sldMk cId="3993717517" sldId="276"/>
            <ac:spMk id="24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6T03:47:58.286" v="651" actId="20577"/>
        <pc:sldMkLst>
          <pc:docMk/>
          <pc:sldMk cId="0" sldId="277"/>
        </pc:sldMkLst>
        <pc:spChg chg="mod">
          <ac:chgData name="Ms Alina Arshad" userId="cccdfd85-d35d-4453-9c6f-a463aae40722" providerId="ADAL" clId="{5B8A6D22-27A2-4EF9-83C4-9A1491FF93A7}" dt="2024-09-12T06:57:57.575" v="84" actId="1076"/>
          <ac:spMkLst>
            <pc:docMk/>
            <pc:sldMk cId="0" sldId="277"/>
            <ac:spMk id="25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7:53.172" v="83" actId="1076"/>
          <ac:spMkLst>
            <pc:docMk/>
            <pc:sldMk cId="0" sldId="277"/>
            <ac:spMk id="255" creationId="{00000000-0000-0000-0000-000000000000}"/>
          </ac:spMkLst>
        </pc:spChg>
        <pc:graphicFrameChg chg="mod modGraphic">
          <ac:chgData name="Ms Alina Arshad" userId="cccdfd85-d35d-4453-9c6f-a463aae40722" providerId="ADAL" clId="{5B8A6D22-27A2-4EF9-83C4-9A1491FF93A7}" dt="2024-09-16T03:47:58.286" v="651" actId="20577"/>
          <ac:graphicFrameMkLst>
            <pc:docMk/>
            <pc:sldMk cId="0" sldId="277"/>
            <ac:graphicFrameMk id="254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5B8A6D22-27A2-4EF9-83C4-9A1491FF93A7}" dt="2024-09-12T07:01:38.473" v="100" actId="1076"/>
        <pc:sldMkLst>
          <pc:docMk/>
          <pc:sldMk cId="2668593764" sldId="278"/>
        </pc:sldMkLst>
        <pc:spChg chg="mod">
          <ac:chgData name="Ms Alina Arshad" userId="cccdfd85-d35d-4453-9c6f-a463aae40722" providerId="ADAL" clId="{5B8A6D22-27A2-4EF9-83C4-9A1491FF93A7}" dt="2024-09-12T06:58:59.110" v="95" actId="1076"/>
          <ac:spMkLst>
            <pc:docMk/>
            <pc:sldMk cId="2668593764" sldId="278"/>
            <ac:spMk id="26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8:57.039" v="94" actId="1076"/>
          <ac:spMkLst>
            <pc:docMk/>
            <pc:sldMk cId="2668593764" sldId="278"/>
            <ac:spMk id="2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9:18.334" v="98" actId="1076"/>
          <ac:spMkLst>
            <pc:docMk/>
            <pc:sldMk cId="2668593764" sldId="278"/>
            <ac:spMk id="263" creationId="{00000000-0000-0000-0000-000000000000}"/>
          </ac:spMkLst>
        </pc:spChg>
        <pc:graphicFrameChg chg="mod">
          <ac:chgData name="Ms Alina Arshad" userId="cccdfd85-d35d-4453-9c6f-a463aae40722" providerId="ADAL" clId="{5B8A6D22-27A2-4EF9-83C4-9A1491FF93A7}" dt="2024-09-12T06:59:08.736" v="96" actId="1076"/>
          <ac:graphicFrameMkLst>
            <pc:docMk/>
            <pc:sldMk cId="2668593764" sldId="278"/>
            <ac:graphicFrameMk id="264" creationId="{00000000-0000-0000-0000-000000000000}"/>
          </ac:graphicFrameMkLst>
        </pc:graphicFrameChg>
        <pc:graphicFrameChg chg="mod">
          <ac:chgData name="Ms Alina Arshad" userId="cccdfd85-d35d-4453-9c6f-a463aae40722" providerId="ADAL" clId="{5B8A6D22-27A2-4EF9-83C4-9A1491FF93A7}" dt="2024-09-12T07:01:38.473" v="100" actId="1076"/>
          <ac:graphicFrameMkLst>
            <pc:docMk/>
            <pc:sldMk cId="2668593764" sldId="278"/>
            <ac:graphicFrameMk id="26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5B8A6D22-27A2-4EF9-83C4-9A1491FF93A7}" dt="2024-09-12T07:01:59.359" v="108" actId="1076"/>
        <pc:sldMkLst>
          <pc:docMk/>
          <pc:sldMk cId="3605066316" sldId="281"/>
        </pc:sldMkLst>
        <pc:spChg chg="mod">
          <ac:chgData name="Ms Alina Arshad" userId="cccdfd85-d35d-4453-9c6f-a463aae40722" providerId="ADAL" clId="{5B8A6D22-27A2-4EF9-83C4-9A1491FF93A7}" dt="2024-09-12T07:01:57.063" v="107" actId="1076"/>
          <ac:spMkLst>
            <pc:docMk/>
            <pc:sldMk cId="3605066316" sldId="281"/>
            <ac:spMk id="271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1:59.359" v="108" actId="1076"/>
          <ac:picMkLst>
            <pc:docMk/>
            <pc:sldMk cId="3605066316" sldId="281"/>
            <ac:picMk id="27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7:02:13.645" v="113" actId="14100"/>
        <pc:sldMkLst>
          <pc:docMk/>
          <pc:sldMk cId="24697311" sldId="282"/>
        </pc:sldMkLst>
        <pc:spChg chg="mod">
          <ac:chgData name="Ms Alina Arshad" userId="cccdfd85-d35d-4453-9c6f-a463aae40722" providerId="ADAL" clId="{5B8A6D22-27A2-4EF9-83C4-9A1491FF93A7}" dt="2024-09-12T07:02:13.645" v="113" actId="14100"/>
          <ac:spMkLst>
            <pc:docMk/>
            <pc:sldMk cId="24697311" sldId="282"/>
            <ac:spMk id="27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09.818" v="112" actId="1076"/>
          <ac:picMkLst>
            <pc:docMk/>
            <pc:sldMk cId="24697311" sldId="282"/>
            <ac:picMk id="27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7:02:32.578" v="122" actId="27636"/>
        <pc:sldMkLst>
          <pc:docMk/>
          <pc:sldMk cId="3289392637" sldId="283"/>
        </pc:sldMkLst>
        <pc:spChg chg="mod">
          <ac:chgData name="Ms Alina Arshad" userId="cccdfd85-d35d-4453-9c6f-a463aae40722" providerId="ADAL" clId="{5B8A6D22-27A2-4EF9-83C4-9A1491FF93A7}" dt="2024-09-12T07:02:32.578" v="122" actId="27636"/>
          <ac:spMkLst>
            <pc:docMk/>
            <pc:sldMk cId="3289392637" sldId="283"/>
            <ac:spMk id="28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28.146" v="120" actId="1076"/>
          <ac:picMkLst>
            <pc:docMk/>
            <pc:sldMk cId="3289392637" sldId="283"/>
            <ac:picMk id="286" creationId="{00000000-0000-0000-0000-000000000000}"/>
          </ac:picMkLst>
        </pc:picChg>
      </pc:sldChg>
      <pc:sldChg chg="modSp mod modShow">
        <pc:chgData name="Ms Alina Arshad" userId="cccdfd85-d35d-4453-9c6f-a463aae40722" providerId="ADAL" clId="{5B8A6D22-27A2-4EF9-83C4-9A1491FF93A7}" dt="2024-09-13T05:13:51.900" v="187" actId="729"/>
        <pc:sldMkLst>
          <pc:docMk/>
          <pc:sldMk cId="800652809" sldId="284"/>
        </pc:sldMkLst>
        <pc:spChg chg="mod">
          <ac:chgData name="Ms Alina Arshad" userId="cccdfd85-d35d-4453-9c6f-a463aae40722" providerId="ADAL" clId="{5B8A6D22-27A2-4EF9-83C4-9A1491FF93A7}" dt="2024-09-12T07:02:45.877" v="129" actId="14100"/>
          <ac:spMkLst>
            <pc:docMk/>
            <pc:sldMk cId="800652809" sldId="284"/>
            <ac:spMk id="292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36.504" v="123" actId="1076"/>
          <ac:picMkLst>
            <pc:docMk/>
            <pc:sldMk cId="800652809" sldId="284"/>
            <ac:picMk id="293" creationId="{00000000-0000-0000-0000-000000000000}"/>
          </ac:picMkLst>
        </pc:picChg>
      </pc:sldChg>
      <pc:sldChg chg="modSp del mod modShow">
        <pc:chgData name="Ms Alina Arshad" userId="cccdfd85-d35d-4453-9c6f-a463aae40722" providerId="ADAL" clId="{5B8A6D22-27A2-4EF9-83C4-9A1491FF93A7}" dt="2024-09-13T05:14:16.175" v="189" actId="47"/>
        <pc:sldMkLst>
          <pc:docMk/>
          <pc:sldMk cId="1402144616" sldId="285"/>
        </pc:sldMkLst>
        <pc:spChg chg="mod">
          <ac:chgData name="Ms Alina Arshad" userId="cccdfd85-d35d-4453-9c6f-a463aae40722" providerId="ADAL" clId="{5B8A6D22-27A2-4EF9-83C4-9A1491FF93A7}" dt="2024-09-12T07:06:10.037" v="136" actId="113"/>
          <ac:spMkLst>
            <pc:docMk/>
            <pc:sldMk cId="1402144616" sldId="285"/>
            <ac:spMk id="29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2:58.581" v="134" actId="14100"/>
          <ac:spMkLst>
            <pc:docMk/>
            <pc:sldMk cId="1402144616" sldId="285"/>
            <ac:spMk id="29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4:33.451" v="203" actId="404"/>
        <pc:sldMkLst>
          <pc:docMk/>
          <pc:sldMk cId="0" sldId="286"/>
        </pc:sldMkLst>
        <pc:spChg chg="mod">
          <ac:chgData name="Ms Alina Arshad" userId="cccdfd85-d35d-4453-9c6f-a463aae40722" providerId="ADAL" clId="{5B8A6D22-27A2-4EF9-83C4-9A1491FF93A7}" dt="2024-09-13T05:14:33.451" v="203" actId="404"/>
          <ac:spMkLst>
            <pc:docMk/>
            <pc:sldMk cId="0" sldId="286"/>
            <ac:spMk id="30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9:06.008" v="141" actId="14100"/>
          <ac:spMkLst>
            <pc:docMk/>
            <pc:sldMk cId="0" sldId="286"/>
            <ac:spMk id="30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2T07:09:18.339" v="146" actId="207"/>
        <pc:sldMkLst>
          <pc:docMk/>
          <pc:sldMk cId="3229345964" sldId="287"/>
        </pc:sldMkLst>
        <pc:spChg chg="mod">
          <ac:chgData name="Ms Alina Arshad" userId="cccdfd85-d35d-4453-9c6f-a463aae40722" providerId="ADAL" clId="{5B8A6D22-27A2-4EF9-83C4-9A1491FF93A7}" dt="2024-09-12T07:09:15.575" v="145" actId="1076"/>
          <ac:spMkLst>
            <pc:docMk/>
            <pc:sldMk cId="3229345964" sldId="287"/>
            <ac:spMk id="31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9:18.339" v="146" actId="207"/>
          <ac:spMkLst>
            <pc:docMk/>
            <pc:sldMk cId="3229345964" sldId="287"/>
            <ac:spMk id="312" creationId="{00000000-0000-0000-0000-000000000000}"/>
          </ac:spMkLst>
        </pc:spChg>
      </pc:sldChg>
      <pc:sldChg chg="modSp mod modShow">
        <pc:chgData name="Ms Alina Arshad" userId="cccdfd85-d35d-4453-9c6f-a463aae40722" providerId="ADAL" clId="{5B8A6D22-27A2-4EF9-83C4-9A1491FF93A7}" dt="2024-09-13T05:15:12.439" v="210" actId="1076"/>
        <pc:sldMkLst>
          <pc:docMk/>
          <pc:sldMk cId="2002870935" sldId="288"/>
        </pc:sldMkLst>
        <pc:spChg chg="mod">
          <ac:chgData name="Ms Alina Arshad" userId="cccdfd85-d35d-4453-9c6f-a463aae40722" providerId="ADAL" clId="{5B8A6D22-27A2-4EF9-83C4-9A1491FF93A7}" dt="2024-09-13T05:15:04.952" v="208" actId="14100"/>
          <ac:spMkLst>
            <pc:docMk/>
            <pc:sldMk cId="2002870935" sldId="288"/>
            <ac:spMk id="3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5:07.951" v="209" actId="1076"/>
          <ac:picMkLst>
            <pc:docMk/>
            <pc:sldMk cId="2002870935" sldId="288"/>
            <ac:picMk id="320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15:12.439" v="210" actId="1076"/>
          <ac:picMkLst>
            <pc:docMk/>
            <pc:sldMk cId="2002870935" sldId="288"/>
            <ac:picMk id="32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5:39.437" v="223" actId="207"/>
        <pc:sldMkLst>
          <pc:docMk/>
          <pc:sldMk cId="0" sldId="289"/>
        </pc:sldMkLst>
        <pc:spChg chg="mod">
          <ac:chgData name="Ms Alina Arshad" userId="cccdfd85-d35d-4453-9c6f-a463aae40722" providerId="ADAL" clId="{5B8A6D22-27A2-4EF9-83C4-9A1491FF93A7}" dt="2024-09-13T05:15:28.059" v="218" actId="27636"/>
          <ac:spMkLst>
            <pc:docMk/>
            <pc:sldMk cId="0" sldId="289"/>
            <ac:spMk id="32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5:39.437" v="223" actId="207"/>
          <ac:spMkLst>
            <pc:docMk/>
            <pc:sldMk cId="0" sldId="289"/>
            <ac:spMk id="32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6:09.657" v="229" actId="2711"/>
        <pc:sldMkLst>
          <pc:docMk/>
          <pc:sldMk cId="0" sldId="290"/>
        </pc:sldMkLst>
        <pc:spChg chg="mod">
          <ac:chgData name="Ms Alina Arshad" userId="cccdfd85-d35d-4453-9c6f-a463aae40722" providerId="ADAL" clId="{5B8A6D22-27A2-4EF9-83C4-9A1491FF93A7}" dt="2024-09-13T05:16:09.657" v="229" actId="2711"/>
          <ac:spMkLst>
            <pc:docMk/>
            <pc:sldMk cId="0" sldId="290"/>
            <ac:spMk id="333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5:48.330" v="225" actId="14100"/>
          <ac:picMkLst>
            <pc:docMk/>
            <pc:sldMk cId="0" sldId="290"/>
            <ac:picMk id="33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6:46.897" v="250" actId="1076"/>
        <pc:sldMkLst>
          <pc:docMk/>
          <pc:sldMk cId="0" sldId="291"/>
        </pc:sldMkLst>
        <pc:spChg chg="mod">
          <ac:chgData name="Ms Alina Arshad" userId="cccdfd85-d35d-4453-9c6f-a463aae40722" providerId="ADAL" clId="{5B8A6D22-27A2-4EF9-83C4-9A1491FF93A7}" dt="2024-09-13T05:16:41.828" v="247" actId="27636"/>
          <ac:spMkLst>
            <pc:docMk/>
            <pc:sldMk cId="0" sldId="291"/>
            <ac:spMk id="33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6:46.897" v="250" actId="1076"/>
          <ac:picMkLst>
            <pc:docMk/>
            <pc:sldMk cId="0" sldId="291"/>
            <ac:picMk id="33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7:13.587" v="259" actId="2711"/>
        <pc:sldMkLst>
          <pc:docMk/>
          <pc:sldMk cId="0" sldId="292"/>
        </pc:sldMkLst>
        <pc:spChg chg="mod">
          <ac:chgData name="Ms Alina Arshad" userId="cccdfd85-d35d-4453-9c6f-a463aae40722" providerId="ADAL" clId="{5B8A6D22-27A2-4EF9-83C4-9A1491FF93A7}" dt="2024-09-13T05:16:56.754" v="253" actId="14100"/>
          <ac:spMkLst>
            <pc:docMk/>
            <pc:sldMk cId="0" sldId="292"/>
            <ac:spMk id="34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7:13.587" v="259" actId="2711"/>
          <ac:spMkLst>
            <pc:docMk/>
            <pc:sldMk cId="0" sldId="292"/>
            <ac:spMk id="34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7:54.481" v="276" actId="1076"/>
        <pc:sldMkLst>
          <pc:docMk/>
          <pc:sldMk cId="0" sldId="293"/>
        </pc:sldMkLst>
        <pc:spChg chg="mod">
          <ac:chgData name="Ms Alina Arshad" userId="cccdfd85-d35d-4453-9c6f-a463aae40722" providerId="ADAL" clId="{5B8A6D22-27A2-4EF9-83C4-9A1491FF93A7}" dt="2024-09-13T05:17:54.481" v="276" actId="1076"/>
          <ac:spMkLst>
            <pc:docMk/>
            <pc:sldMk cId="0" sldId="293"/>
            <ac:spMk id="35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7:40.969" v="270" actId="1076"/>
          <ac:picMkLst>
            <pc:docMk/>
            <pc:sldMk cId="0" sldId="293"/>
            <ac:picMk id="35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8:16.246" v="287" actId="20577"/>
        <pc:sldMkLst>
          <pc:docMk/>
          <pc:sldMk cId="0" sldId="294"/>
        </pc:sldMkLst>
        <pc:spChg chg="mod">
          <ac:chgData name="Ms Alina Arshad" userId="cccdfd85-d35d-4453-9c6f-a463aae40722" providerId="ADAL" clId="{5B8A6D22-27A2-4EF9-83C4-9A1491FF93A7}" dt="2024-09-13T05:18:16.246" v="287" actId="20577"/>
          <ac:spMkLst>
            <pc:docMk/>
            <pc:sldMk cId="0" sldId="294"/>
            <ac:spMk id="356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8:03.026" v="279" actId="1076"/>
          <ac:picMkLst>
            <pc:docMk/>
            <pc:sldMk cId="0" sldId="294"/>
            <ac:picMk id="357" creationId="{00000000-0000-0000-0000-000000000000}"/>
          </ac:picMkLst>
        </pc:picChg>
      </pc:sldChg>
      <pc:sldChg chg="delSp modSp mod">
        <pc:chgData name="Ms Alina Arshad" userId="cccdfd85-d35d-4453-9c6f-a463aae40722" providerId="ADAL" clId="{5B8A6D22-27A2-4EF9-83C4-9A1491FF93A7}" dt="2024-09-13T05:18:42.445" v="299" actId="1076"/>
        <pc:sldMkLst>
          <pc:docMk/>
          <pc:sldMk cId="0" sldId="295"/>
        </pc:sldMkLst>
        <pc:spChg chg="del">
          <ac:chgData name="Ms Alina Arshad" userId="cccdfd85-d35d-4453-9c6f-a463aae40722" providerId="ADAL" clId="{5B8A6D22-27A2-4EF9-83C4-9A1491FF93A7}" dt="2024-09-13T05:18:23.414" v="288" actId="478"/>
          <ac:spMkLst>
            <pc:docMk/>
            <pc:sldMk cId="0" sldId="295"/>
            <ac:spMk id="3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8:42.445" v="299" actId="1076"/>
          <ac:spMkLst>
            <pc:docMk/>
            <pc:sldMk cId="0" sldId="295"/>
            <ac:spMk id="36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8:53.107" v="303" actId="207"/>
        <pc:sldMkLst>
          <pc:docMk/>
          <pc:sldMk cId="0" sldId="296"/>
        </pc:sldMkLst>
        <pc:spChg chg="mod">
          <ac:chgData name="Ms Alina Arshad" userId="cccdfd85-d35d-4453-9c6f-a463aae40722" providerId="ADAL" clId="{5B8A6D22-27A2-4EF9-83C4-9A1491FF93A7}" dt="2024-09-13T05:18:50.848" v="302" actId="113"/>
          <ac:spMkLst>
            <pc:docMk/>
            <pc:sldMk cId="0" sldId="296"/>
            <ac:spMk id="36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8:53.107" v="303" actId="207"/>
          <ac:spMkLst>
            <pc:docMk/>
            <pc:sldMk cId="0" sldId="296"/>
            <ac:spMk id="36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9:03.816" v="308" actId="207"/>
        <pc:sldMkLst>
          <pc:docMk/>
          <pc:sldMk cId="0" sldId="297"/>
        </pc:sldMkLst>
        <pc:spChg chg="mod">
          <ac:chgData name="Ms Alina Arshad" userId="cccdfd85-d35d-4453-9c6f-a463aae40722" providerId="ADAL" clId="{5B8A6D22-27A2-4EF9-83C4-9A1491FF93A7}" dt="2024-09-13T05:19:00.926" v="307" actId="27636"/>
          <ac:spMkLst>
            <pc:docMk/>
            <pc:sldMk cId="0" sldId="297"/>
            <ac:spMk id="37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9:03.816" v="308" actId="207"/>
          <ac:spMkLst>
            <pc:docMk/>
            <pc:sldMk cId="0" sldId="297"/>
            <ac:spMk id="37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1:57.672" v="332" actId="403"/>
        <pc:sldMkLst>
          <pc:docMk/>
          <pc:sldMk cId="0" sldId="298"/>
        </pc:sldMkLst>
        <pc:spChg chg="mod">
          <ac:chgData name="Ms Alina Arshad" userId="cccdfd85-d35d-4453-9c6f-a463aae40722" providerId="ADAL" clId="{5B8A6D22-27A2-4EF9-83C4-9A1491FF93A7}" dt="2024-09-13T05:21:57.672" v="332" actId="403"/>
          <ac:spMkLst>
            <pc:docMk/>
            <pc:sldMk cId="0" sldId="298"/>
            <ac:spMk id="381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0:54.546" v="311" actId="1076"/>
          <ac:picMkLst>
            <pc:docMk/>
            <pc:sldMk cId="0" sldId="298"/>
            <ac:picMk id="38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2:21.505" v="342" actId="1076"/>
        <pc:sldMkLst>
          <pc:docMk/>
          <pc:sldMk cId="0" sldId="299"/>
        </pc:sldMkLst>
        <pc:spChg chg="mod">
          <ac:chgData name="Ms Alina Arshad" userId="cccdfd85-d35d-4453-9c6f-a463aae40722" providerId="ADAL" clId="{5B8A6D22-27A2-4EF9-83C4-9A1491FF93A7}" dt="2024-09-13T05:22:21.505" v="342" actId="1076"/>
          <ac:spMkLst>
            <pc:docMk/>
            <pc:sldMk cId="0" sldId="299"/>
            <ac:spMk id="38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2:18.844" v="341" actId="1076"/>
          <ac:picMkLst>
            <pc:docMk/>
            <pc:sldMk cId="0" sldId="299"/>
            <ac:picMk id="388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2:54.631" v="358" actId="27636"/>
        <pc:sldMkLst>
          <pc:docMk/>
          <pc:sldMk cId="0" sldId="300"/>
        </pc:sldMkLst>
        <pc:spChg chg="mod">
          <ac:chgData name="Ms Alina Arshad" userId="cccdfd85-d35d-4453-9c6f-a463aae40722" providerId="ADAL" clId="{5B8A6D22-27A2-4EF9-83C4-9A1491FF93A7}" dt="2024-09-13T05:22:54.631" v="358" actId="27636"/>
          <ac:spMkLst>
            <pc:docMk/>
            <pc:sldMk cId="0" sldId="300"/>
            <ac:spMk id="394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2:29.858" v="345" actId="1076"/>
          <ac:picMkLst>
            <pc:docMk/>
            <pc:sldMk cId="0" sldId="300"/>
            <ac:picMk id="395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3:03.847" v="361" actId="14100"/>
        <pc:sldMkLst>
          <pc:docMk/>
          <pc:sldMk cId="0" sldId="301"/>
        </pc:sldMkLst>
        <pc:spChg chg="mod">
          <ac:chgData name="Ms Alina Arshad" userId="cccdfd85-d35d-4453-9c6f-a463aae40722" providerId="ADAL" clId="{5B8A6D22-27A2-4EF9-83C4-9A1491FF93A7}" dt="2024-09-13T05:23:03.847" v="361" actId="14100"/>
          <ac:spMkLst>
            <pc:docMk/>
            <pc:sldMk cId="0" sldId="301"/>
            <ac:spMk id="40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3:17.341" v="364" actId="207"/>
        <pc:sldMkLst>
          <pc:docMk/>
          <pc:sldMk cId="0" sldId="302"/>
        </pc:sldMkLst>
        <pc:spChg chg="mod">
          <ac:chgData name="Ms Alina Arshad" userId="cccdfd85-d35d-4453-9c6f-a463aae40722" providerId="ADAL" clId="{5B8A6D22-27A2-4EF9-83C4-9A1491FF93A7}" dt="2024-09-13T05:23:13.439" v="363" actId="27636"/>
          <ac:spMkLst>
            <pc:docMk/>
            <pc:sldMk cId="0" sldId="302"/>
            <ac:spMk id="40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3:17.341" v="364" actId="207"/>
          <ac:spMkLst>
            <pc:docMk/>
            <pc:sldMk cId="0" sldId="302"/>
            <ac:spMk id="40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3:42.147" v="370" actId="14100"/>
        <pc:sldMkLst>
          <pc:docMk/>
          <pc:sldMk cId="0" sldId="303"/>
        </pc:sldMkLst>
        <pc:spChg chg="mod">
          <ac:chgData name="Ms Alina Arshad" userId="cccdfd85-d35d-4453-9c6f-a463aae40722" providerId="ADAL" clId="{5B8A6D22-27A2-4EF9-83C4-9A1491FF93A7}" dt="2024-09-13T05:23:42.147" v="370" actId="14100"/>
          <ac:spMkLst>
            <pc:docMk/>
            <pc:sldMk cId="0" sldId="303"/>
            <ac:spMk id="41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3:34.127" v="369" actId="14100"/>
          <ac:picMkLst>
            <pc:docMk/>
            <pc:sldMk cId="0" sldId="303"/>
            <ac:picMk id="41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4:05.710" v="378" actId="1076"/>
        <pc:sldMkLst>
          <pc:docMk/>
          <pc:sldMk cId="0" sldId="304"/>
        </pc:sldMkLst>
        <pc:spChg chg="mod">
          <ac:chgData name="Ms Alina Arshad" userId="cccdfd85-d35d-4453-9c6f-a463aae40722" providerId="ADAL" clId="{5B8A6D22-27A2-4EF9-83C4-9A1491FF93A7}" dt="2024-09-13T05:24:02.244" v="377" actId="113"/>
          <ac:spMkLst>
            <pc:docMk/>
            <pc:sldMk cId="0" sldId="304"/>
            <ac:spMk id="422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4:05.710" v="378" actId="1076"/>
          <ac:picMkLst>
            <pc:docMk/>
            <pc:sldMk cId="0" sldId="304"/>
            <ac:picMk id="42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4:24.465" v="385" actId="207"/>
        <pc:sldMkLst>
          <pc:docMk/>
          <pc:sldMk cId="0" sldId="305"/>
        </pc:sldMkLst>
        <pc:spChg chg="mod">
          <ac:chgData name="Ms Alina Arshad" userId="cccdfd85-d35d-4453-9c6f-a463aae40722" providerId="ADAL" clId="{5B8A6D22-27A2-4EF9-83C4-9A1491FF93A7}" dt="2024-09-13T05:24:15.183" v="382" actId="27636"/>
          <ac:spMkLst>
            <pc:docMk/>
            <pc:sldMk cId="0" sldId="305"/>
            <ac:spMk id="43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4:24.465" v="385" actId="207"/>
          <ac:spMkLst>
            <pc:docMk/>
            <pc:sldMk cId="0" sldId="305"/>
            <ac:spMk id="43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6:26.766" v="399" actId="207"/>
        <pc:sldMkLst>
          <pc:docMk/>
          <pc:sldMk cId="0" sldId="306"/>
        </pc:sldMkLst>
        <pc:spChg chg="mod">
          <ac:chgData name="Ms Alina Arshad" userId="cccdfd85-d35d-4453-9c6f-a463aae40722" providerId="ADAL" clId="{5B8A6D22-27A2-4EF9-83C4-9A1491FF93A7}" dt="2024-09-13T05:26:12.122" v="395" actId="1076"/>
          <ac:spMkLst>
            <pc:docMk/>
            <pc:sldMk cId="0" sldId="306"/>
            <ac:spMk id="437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6:26.766" v="399" actId="207"/>
          <ac:spMkLst>
            <pc:docMk/>
            <pc:sldMk cId="0" sldId="306"/>
            <ac:spMk id="44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6:13.794" v="396" actId="1076"/>
          <ac:picMkLst>
            <pc:docMk/>
            <pc:sldMk cId="0" sldId="306"/>
            <ac:picMk id="438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6:16.730" v="397" actId="1076"/>
          <ac:picMkLst>
            <pc:docMk/>
            <pc:sldMk cId="0" sldId="306"/>
            <ac:picMk id="43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6:48.837" v="404" actId="113"/>
        <pc:sldMkLst>
          <pc:docMk/>
          <pc:sldMk cId="0" sldId="307"/>
        </pc:sldMkLst>
        <pc:spChg chg="mod">
          <ac:chgData name="Ms Alina Arshad" userId="cccdfd85-d35d-4453-9c6f-a463aae40722" providerId="ADAL" clId="{5B8A6D22-27A2-4EF9-83C4-9A1491FF93A7}" dt="2024-09-13T05:26:40.090" v="402" actId="14100"/>
          <ac:spMkLst>
            <pc:docMk/>
            <pc:sldMk cId="0" sldId="307"/>
            <ac:spMk id="44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6:48.837" v="404" actId="113"/>
          <ac:spMkLst>
            <pc:docMk/>
            <pc:sldMk cId="0" sldId="307"/>
            <ac:spMk id="44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7:33.515" v="420" actId="1076"/>
        <pc:sldMkLst>
          <pc:docMk/>
          <pc:sldMk cId="0" sldId="308"/>
        </pc:sldMkLst>
        <pc:spChg chg="mod">
          <ac:chgData name="Ms Alina Arshad" userId="cccdfd85-d35d-4453-9c6f-a463aae40722" providerId="ADAL" clId="{5B8A6D22-27A2-4EF9-83C4-9A1491FF93A7}" dt="2024-09-13T05:26:59.642" v="408" actId="14100"/>
          <ac:spMkLst>
            <pc:docMk/>
            <pc:sldMk cId="0" sldId="308"/>
            <ac:spMk id="45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7:33.515" v="420" actId="1076"/>
          <ac:spMkLst>
            <pc:docMk/>
            <pc:sldMk cId="0" sldId="308"/>
            <ac:spMk id="45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7:05.875" v="411" actId="1076"/>
          <ac:picMkLst>
            <pc:docMk/>
            <pc:sldMk cId="0" sldId="308"/>
            <ac:picMk id="454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7:30.375" v="419" actId="1076"/>
          <ac:picMkLst>
            <pc:docMk/>
            <pc:sldMk cId="0" sldId="308"/>
            <ac:picMk id="45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8:04.912" v="434" actId="1076"/>
        <pc:sldMkLst>
          <pc:docMk/>
          <pc:sldMk cId="0" sldId="309"/>
        </pc:sldMkLst>
        <pc:spChg chg="mod">
          <ac:chgData name="Ms Alina Arshad" userId="cccdfd85-d35d-4453-9c6f-a463aae40722" providerId="ADAL" clId="{5B8A6D22-27A2-4EF9-83C4-9A1491FF93A7}" dt="2024-09-13T05:27:48.996" v="426" actId="1076"/>
          <ac:spMkLst>
            <pc:docMk/>
            <pc:sldMk cId="0" sldId="309"/>
            <ac:spMk id="4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04.912" v="434" actId="1076"/>
          <ac:spMkLst>
            <pc:docMk/>
            <pc:sldMk cId="0" sldId="309"/>
            <ac:spMk id="46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7:53.686" v="429" actId="1076"/>
          <ac:picMkLst>
            <pc:docMk/>
            <pc:sldMk cId="0" sldId="309"/>
            <ac:picMk id="463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7:45.262" v="424" actId="1076"/>
          <ac:picMkLst>
            <pc:docMk/>
            <pc:sldMk cId="0" sldId="309"/>
            <ac:picMk id="464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8:19.789" v="438" actId="207"/>
        <pc:sldMkLst>
          <pc:docMk/>
          <pc:sldMk cId="0" sldId="310"/>
        </pc:sldMkLst>
        <pc:spChg chg="mod">
          <ac:chgData name="Ms Alina Arshad" userId="cccdfd85-d35d-4453-9c6f-a463aae40722" providerId="ADAL" clId="{5B8A6D22-27A2-4EF9-83C4-9A1491FF93A7}" dt="2024-09-13T05:28:16.258" v="437" actId="14100"/>
          <ac:spMkLst>
            <pc:docMk/>
            <pc:sldMk cId="0" sldId="310"/>
            <ac:spMk id="47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19.789" v="438" actId="207"/>
          <ac:spMkLst>
            <pc:docMk/>
            <pc:sldMk cId="0" sldId="310"/>
            <ac:spMk id="47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8:49.849" v="450" actId="1076"/>
        <pc:sldMkLst>
          <pc:docMk/>
          <pc:sldMk cId="0" sldId="311"/>
        </pc:sldMkLst>
        <pc:spChg chg="mod">
          <ac:chgData name="Ms Alina Arshad" userId="cccdfd85-d35d-4453-9c6f-a463aae40722" providerId="ADAL" clId="{5B8A6D22-27A2-4EF9-83C4-9A1491FF93A7}" dt="2024-09-13T05:28:33.913" v="445" actId="1076"/>
          <ac:spMkLst>
            <pc:docMk/>
            <pc:sldMk cId="0" sldId="311"/>
            <ac:spMk id="477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49.849" v="450" actId="1076"/>
          <ac:spMkLst>
            <pc:docMk/>
            <pc:sldMk cId="0" sldId="311"/>
            <ac:spMk id="479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8:36.417" v="446" actId="1076"/>
          <ac:picMkLst>
            <pc:docMk/>
            <pc:sldMk cId="0" sldId="311"/>
            <ac:picMk id="478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5:27.078" v="463" actId="1076"/>
        <pc:sldMkLst>
          <pc:docMk/>
          <pc:sldMk cId="0" sldId="312"/>
        </pc:sldMkLst>
        <pc:spChg chg="mod">
          <ac:chgData name="Ms Alina Arshad" userId="cccdfd85-d35d-4453-9c6f-a463aae40722" providerId="ADAL" clId="{5B8A6D22-27A2-4EF9-83C4-9A1491FF93A7}" dt="2024-09-13T05:35:11.835" v="455" actId="1076"/>
          <ac:spMkLst>
            <pc:docMk/>
            <pc:sldMk cId="0" sldId="312"/>
            <ac:spMk id="48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5:25.126" v="461" actId="1076"/>
          <ac:spMkLst>
            <pc:docMk/>
            <pc:sldMk cId="0" sldId="312"/>
            <ac:spMk id="48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5:27.078" v="463" actId="1076"/>
          <ac:picMkLst>
            <pc:docMk/>
            <pc:sldMk cId="0" sldId="312"/>
            <ac:picMk id="486" creationId="{00000000-0000-0000-0000-000000000000}"/>
          </ac:picMkLst>
        </pc:picChg>
      </pc:sldChg>
      <pc:sldChg chg="modSp mod modShow">
        <pc:chgData name="Ms Alina Arshad" userId="cccdfd85-d35d-4453-9c6f-a463aae40722" providerId="ADAL" clId="{5B8A6D22-27A2-4EF9-83C4-9A1491FF93A7}" dt="2024-09-13T05:35:54.938" v="473" actId="729"/>
        <pc:sldMkLst>
          <pc:docMk/>
          <pc:sldMk cId="0" sldId="313"/>
        </pc:sldMkLst>
        <pc:spChg chg="mod">
          <ac:chgData name="Ms Alina Arshad" userId="cccdfd85-d35d-4453-9c6f-a463aae40722" providerId="ADAL" clId="{5B8A6D22-27A2-4EF9-83C4-9A1491FF93A7}" dt="2024-09-13T05:35:36.295" v="467" actId="1076"/>
          <ac:spMkLst>
            <pc:docMk/>
            <pc:sldMk cId="0" sldId="313"/>
            <ac:spMk id="49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5:48.088" v="472" actId="207"/>
          <ac:spMkLst>
            <pc:docMk/>
            <pc:sldMk cId="0" sldId="313"/>
            <ac:spMk id="495" creationId="{00000000-0000-0000-0000-000000000000}"/>
          </ac:spMkLst>
        </pc:spChg>
      </pc:sldChg>
      <pc:sldChg chg="modSp mod modShow">
        <pc:chgData name="Ms Alina Arshad" userId="cccdfd85-d35d-4453-9c6f-a463aae40722" providerId="ADAL" clId="{5B8A6D22-27A2-4EF9-83C4-9A1491FF93A7}" dt="2024-09-13T05:38:01.383" v="486" actId="404"/>
        <pc:sldMkLst>
          <pc:docMk/>
          <pc:sldMk cId="0" sldId="314"/>
        </pc:sldMkLst>
        <pc:spChg chg="mod">
          <ac:chgData name="Ms Alina Arshad" userId="cccdfd85-d35d-4453-9c6f-a463aae40722" providerId="ADAL" clId="{5B8A6D22-27A2-4EF9-83C4-9A1491FF93A7}" dt="2024-09-13T05:37:57.275" v="485" actId="1076"/>
          <ac:spMkLst>
            <pc:docMk/>
            <pc:sldMk cId="0" sldId="314"/>
            <ac:spMk id="50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01.383" v="486" actId="404"/>
          <ac:spMkLst>
            <pc:docMk/>
            <pc:sldMk cId="0" sldId="314"/>
            <ac:spMk id="50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7:38.579" v="481" actId="1076"/>
          <ac:spMkLst>
            <pc:docMk/>
            <pc:sldMk cId="0" sldId="314"/>
            <ac:spMk id="50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6:08.662" v="476" actId="1076"/>
          <ac:picMkLst>
            <pc:docMk/>
            <pc:sldMk cId="0" sldId="314"/>
            <ac:picMk id="50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8:14.801" v="492" actId="207"/>
        <pc:sldMkLst>
          <pc:docMk/>
          <pc:sldMk cId="0" sldId="315"/>
        </pc:sldMkLst>
        <pc:spChg chg="mod">
          <ac:chgData name="Ms Alina Arshad" userId="cccdfd85-d35d-4453-9c6f-a463aae40722" providerId="ADAL" clId="{5B8A6D22-27A2-4EF9-83C4-9A1491FF93A7}" dt="2024-09-13T05:38:11.662" v="489" actId="14100"/>
          <ac:spMkLst>
            <pc:docMk/>
            <pc:sldMk cId="0" sldId="315"/>
            <ac:spMk id="51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14.801" v="492" actId="207"/>
          <ac:spMkLst>
            <pc:docMk/>
            <pc:sldMk cId="0" sldId="315"/>
            <ac:spMk id="512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8:26.127" v="495" actId="207"/>
        <pc:sldMkLst>
          <pc:docMk/>
          <pc:sldMk cId="0" sldId="316"/>
        </pc:sldMkLst>
        <pc:spChg chg="mod">
          <ac:chgData name="Ms Alina Arshad" userId="cccdfd85-d35d-4453-9c6f-a463aae40722" providerId="ADAL" clId="{5B8A6D22-27A2-4EF9-83C4-9A1491FF93A7}" dt="2024-09-13T05:38:23.783" v="494" actId="1076"/>
          <ac:spMkLst>
            <pc:docMk/>
            <pc:sldMk cId="0" sldId="316"/>
            <ac:spMk id="51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26.127" v="495" actId="207"/>
          <ac:spMkLst>
            <pc:docMk/>
            <pc:sldMk cId="0" sldId="316"/>
            <ac:spMk id="51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8:44.712" v="503" actId="1076"/>
        <pc:sldMkLst>
          <pc:docMk/>
          <pc:sldMk cId="0" sldId="317"/>
        </pc:sldMkLst>
        <pc:spChg chg="mod">
          <ac:chgData name="Ms Alina Arshad" userId="cccdfd85-d35d-4453-9c6f-a463aae40722" providerId="ADAL" clId="{5B8A6D22-27A2-4EF9-83C4-9A1491FF93A7}" dt="2024-09-13T05:38:34.026" v="497" actId="14100"/>
          <ac:spMkLst>
            <pc:docMk/>
            <pc:sldMk cId="0" sldId="317"/>
            <ac:spMk id="52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39.716" v="500" actId="1076"/>
          <ac:spMkLst>
            <pc:docMk/>
            <pc:sldMk cId="0" sldId="317"/>
            <ac:spMk id="52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8:44.712" v="503" actId="1076"/>
          <ac:picMkLst>
            <pc:docMk/>
            <pc:sldMk cId="0" sldId="317"/>
            <ac:picMk id="52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8:56.740" v="507" actId="207"/>
        <pc:sldMkLst>
          <pc:docMk/>
          <pc:sldMk cId="0" sldId="318"/>
        </pc:sldMkLst>
        <pc:spChg chg="mod">
          <ac:chgData name="Ms Alina Arshad" userId="cccdfd85-d35d-4453-9c6f-a463aae40722" providerId="ADAL" clId="{5B8A6D22-27A2-4EF9-83C4-9A1491FF93A7}" dt="2024-09-13T05:38:54.256" v="506" actId="14100"/>
          <ac:spMkLst>
            <pc:docMk/>
            <pc:sldMk cId="0" sldId="318"/>
            <ac:spMk id="53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56.740" v="507" actId="207"/>
          <ac:spMkLst>
            <pc:docMk/>
            <pc:sldMk cId="0" sldId="318"/>
            <ac:spMk id="53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9:36.508" v="519" actId="207"/>
        <pc:sldMkLst>
          <pc:docMk/>
          <pc:sldMk cId="0" sldId="319"/>
        </pc:sldMkLst>
        <pc:spChg chg="mod">
          <ac:chgData name="Ms Alina Arshad" userId="cccdfd85-d35d-4453-9c6f-a463aae40722" providerId="ADAL" clId="{5B8A6D22-27A2-4EF9-83C4-9A1491FF93A7}" dt="2024-09-13T05:39:08.797" v="511" actId="1076"/>
          <ac:spMkLst>
            <pc:docMk/>
            <pc:sldMk cId="0" sldId="319"/>
            <ac:spMk id="54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36.508" v="519" actId="207"/>
          <ac:spMkLst>
            <pc:docMk/>
            <pc:sldMk cId="0" sldId="319"/>
            <ac:spMk id="54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9:43.101" v="521" actId="207"/>
        <pc:sldMkLst>
          <pc:docMk/>
          <pc:sldMk cId="0" sldId="320"/>
        </pc:sldMkLst>
        <pc:spChg chg="mod">
          <ac:chgData name="Ms Alina Arshad" userId="cccdfd85-d35d-4453-9c6f-a463aae40722" providerId="ADAL" clId="{5B8A6D22-27A2-4EF9-83C4-9A1491FF93A7}" dt="2024-09-13T05:39:40.086" v="520" actId="207"/>
          <ac:spMkLst>
            <pc:docMk/>
            <pc:sldMk cId="0" sldId="320"/>
            <ac:spMk id="54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43.101" v="521" actId="207"/>
          <ac:spMkLst>
            <pc:docMk/>
            <pc:sldMk cId="0" sldId="320"/>
            <ac:spMk id="55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0:03.137" v="526" actId="207"/>
        <pc:sldMkLst>
          <pc:docMk/>
          <pc:sldMk cId="0" sldId="321"/>
        </pc:sldMkLst>
        <pc:spChg chg="mod">
          <ac:chgData name="Ms Alina Arshad" userId="cccdfd85-d35d-4453-9c6f-a463aae40722" providerId="ADAL" clId="{5B8A6D22-27A2-4EF9-83C4-9A1491FF93A7}" dt="2024-09-13T05:39:51.130" v="523" actId="14100"/>
          <ac:spMkLst>
            <pc:docMk/>
            <pc:sldMk cId="0" sldId="321"/>
            <ac:spMk id="55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58.675" v="525" actId="2711"/>
          <ac:spMkLst>
            <pc:docMk/>
            <pc:sldMk cId="0" sldId="321"/>
            <ac:spMk id="55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0:03.137" v="526" actId="207"/>
          <ac:spMkLst>
            <pc:docMk/>
            <pc:sldMk cId="0" sldId="321"/>
            <ac:spMk id="55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0:17.744" v="534" actId="20577"/>
        <pc:sldMkLst>
          <pc:docMk/>
          <pc:sldMk cId="0" sldId="322"/>
        </pc:sldMkLst>
        <pc:spChg chg="mod">
          <ac:chgData name="Ms Alina Arshad" userId="cccdfd85-d35d-4453-9c6f-a463aae40722" providerId="ADAL" clId="{5B8A6D22-27A2-4EF9-83C4-9A1491FF93A7}" dt="2024-09-13T05:40:10.948" v="529" actId="27636"/>
          <ac:spMkLst>
            <pc:docMk/>
            <pc:sldMk cId="0" sldId="322"/>
            <ac:spMk id="56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0:17.744" v="534" actId="20577"/>
          <ac:spMkLst>
            <pc:docMk/>
            <pc:sldMk cId="0" sldId="322"/>
            <ac:spMk id="56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1:09.017" v="547" actId="14100"/>
        <pc:sldMkLst>
          <pc:docMk/>
          <pc:sldMk cId="0" sldId="323"/>
        </pc:sldMkLst>
        <pc:spChg chg="mod">
          <ac:chgData name="Ms Alina Arshad" userId="cccdfd85-d35d-4453-9c6f-a463aae40722" providerId="ADAL" clId="{5B8A6D22-27A2-4EF9-83C4-9A1491FF93A7}" dt="2024-09-13T05:40:50.376" v="538" actId="207"/>
          <ac:spMkLst>
            <pc:docMk/>
            <pc:sldMk cId="0" sldId="323"/>
            <ac:spMk id="56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1:09.017" v="547" actId="14100"/>
          <ac:spMkLst>
            <pc:docMk/>
            <pc:sldMk cId="0" sldId="323"/>
            <ac:spMk id="57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1:47.797" v="554" actId="207"/>
        <pc:sldMkLst>
          <pc:docMk/>
          <pc:sldMk cId="0" sldId="324"/>
        </pc:sldMkLst>
        <pc:spChg chg="mod">
          <ac:chgData name="Ms Alina Arshad" userId="cccdfd85-d35d-4453-9c6f-a463aae40722" providerId="ADAL" clId="{5B8A6D22-27A2-4EF9-83C4-9A1491FF93A7}" dt="2024-09-13T05:41:29.887" v="551" actId="207"/>
          <ac:spMkLst>
            <pc:docMk/>
            <pc:sldMk cId="0" sldId="324"/>
            <ac:spMk id="57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1:47.797" v="554" actId="207"/>
          <ac:spMkLst>
            <pc:docMk/>
            <pc:sldMk cId="0" sldId="324"/>
            <ac:spMk id="57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2:40.229" v="567" actId="207"/>
        <pc:sldMkLst>
          <pc:docMk/>
          <pc:sldMk cId="0" sldId="325"/>
        </pc:sldMkLst>
        <pc:spChg chg="mod">
          <ac:chgData name="Ms Alina Arshad" userId="cccdfd85-d35d-4453-9c6f-a463aae40722" providerId="ADAL" clId="{5B8A6D22-27A2-4EF9-83C4-9A1491FF93A7}" dt="2024-09-13T05:42:36.755" v="566" actId="1076"/>
          <ac:spMkLst>
            <pc:docMk/>
            <pc:sldMk cId="0" sldId="325"/>
            <ac:spMk id="58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2:40.229" v="567" actId="207"/>
          <ac:spMkLst>
            <pc:docMk/>
            <pc:sldMk cId="0" sldId="325"/>
            <ac:spMk id="58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4:13.537" v="571" actId="207"/>
        <pc:sldMkLst>
          <pc:docMk/>
          <pc:sldMk cId="0" sldId="326"/>
        </pc:sldMkLst>
        <pc:spChg chg="mod">
          <ac:chgData name="Ms Alina Arshad" userId="cccdfd85-d35d-4453-9c6f-a463aae40722" providerId="ADAL" clId="{5B8A6D22-27A2-4EF9-83C4-9A1491FF93A7}" dt="2024-09-13T06:34:10.053" v="570" actId="1076"/>
          <ac:spMkLst>
            <pc:docMk/>
            <pc:sldMk cId="0" sldId="326"/>
            <ac:spMk id="58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4:13.537" v="571" actId="207"/>
          <ac:spMkLst>
            <pc:docMk/>
            <pc:sldMk cId="0" sldId="326"/>
            <ac:spMk id="59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5:12.054" v="588" actId="14100"/>
        <pc:sldMkLst>
          <pc:docMk/>
          <pc:sldMk cId="0" sldId="327"/>
        </pc:sldMkLst>
        <pc:spChg chg="mod">
          <ac:chgData name="Ms Alina Arshad" userId="cccdfd85-d35d-4453-9c6f-a463aae40722" providerId="ADAL" clId="{5B8A6D22-27A2-4EF9-83C4-9A1491FF93A7}" dt="2024-09-13T06:34:22.582" v="573" actId="14100"/>
          <ac:spMkLst>
            <pc:docMk/>
            <pc:sldMk cId="0" sldId="327"/>
            <ac:spMk id="59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4:34.922" v="577" actId="207"/>
          <ac:spMkLst>
            <pc:docMk/>
            <pc:sldMk cId="0" sldId="327"/>
            <ac:spMk id="59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5:12.054" v="588" actId="14100"/>
          <ac:spMkLst>
            <pc:docMk/>
            <pc:sldMk cId="0" sldId="327"/>
            <ac:spMk id="59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6:37.576" v="592" actId="207"/>
        <pc:sldMkLst>
          <pc:docMk/>
          <pc:sldMk cId="0" sldId="328"/>
        </pc:sldMkLst>
        <pc:spChg chg="mod">
          <ac:chgData name="Ms Alina Arshad" userId="cccdfd85-d35d-4453-9c6f-a463aae40722" providerId="ADAL" clId="{5B8A6D22-27A2-4EF9-83C4-9A1491FF93A7}" dt="2024-09-13T06:36:23.412" v="591" actId="14100"/>
          <ac:spMkLst>
            <pc:docMk/>
            <pc:sldMk cId="0" sldId="328"/>
            <ac:spMk id="60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6:37.576" v="592" actId="207"/>
          <ac:spMkLst>
            <pc:docMk/>
            <pc:sldMk cId="0" sldId="328"/>
            <ac:spMk id="60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7:46.588" v="597" actId="207"/>
        <pc:sldMkLst>
          <pc:docMk/>
          <pc:sldMk cId="0" sldId="329"/>
        </pc:sldMkLst>
        <pc:spChg chg="mod">
          <ac:chgData name="Ms Alina Arshad" userId="cccdfd85-d35d-4453-9c6f-a463aae40722" providerId="ADAL" clId="{5B8A6D22-27A2-4EF9-83C4-9A1491FF93A7}" dt="2024-09-13T06:37:42.885" v="596" actId="207"/>
          <ac:spMkLst>
            <pc:docMk/>
            <pc:sldMk cId="0" sldId="329"/>
            <ac:spMk id="60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7:46.588" v="597" actId="207"/>
          <ac:spMkLst>
            <pc:docMk/>
            <pc:sldMk cId="0" sldId="329"/>
            <ac:spMk id="60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7:59.873" v="604" actId="1076"/>
        <pc:sldMkLst>
          <pc:docMk/>
          <pc:sldMk cId="0" sldId="330"/>
        </pc:sldMkLst>
        <pc:spChg chg="mod">
          <ac:chgData name="Ms Alina Arshad" userId="cccdfd85-d35d-4453-9c6f-a463aae40722" providerId="ADAL" clId="{5B8A6D22-27A2-4EF9-83C4-9A1491FF93A7}" dt="2024-09-13T06:37:52.843" v="600" actId="14100"/>
          <ac:spMkLst>
            <pc:docMk/>
            <pc:sldMk cId="0" sldId="330"/>
            <ac:spMk id="61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7:55.702" v="601" actId="1076"/>
          <ac:spMkLst>
            <pc:docMk/>
            <pc:sldMk cId="0" sldId="330"/>
            <ac:spMk id="6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6:37:59.873" v="604" actId="1076"/>
          <ac:picMkLst>
            <pc:docMk/>
            <pc:sldMk cId="0" sldId="330"/>
            <ac:picMk id="61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6:38:15.645" v="608" actId="207"/>
        <pc:sldMkLst>
          <pc:docMk/>
          <pc:sldMk cId="0" sldId="331"/>
        </pc:sldMkLst>
        <pc:spChg chg="mod">
          <ac:chgData name="Ms Alina Arshad" userId="cccdfd85-d35d-4453-9c6f-a463aae40722" providerId="ADAL" clId="{5B8A6D22-27A2-4EF9-83C4-9A1491FF93A7}" dt="2024-09-13T06:38:12.901" v="607" actId="14100"/>
          <ac:spMkLst>
            <pc:docMk/>
            <pc:sldMk cId="0" sldId="331"/>
            <ac:spMk id="62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15.645" v="608" actId="207"/>
          <ac:spMkLst>
            <pc:docMk/>
            <pc:sldMk cId="0" sldId="331"/>
            <ac:spMk id="62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8:36.075" v="612" actId="207"/>
        <pc:sldMkLst>
          <pc:docMk/>
          <pc:sldMk cId="0" sldId="332"/>
        </pc:sldMkLst>
        <pc:spChg chg="mod">
          <ac:chgData name="Ms Alina Arshad" userId="cccdfd85-d35d-4453-9c6f-a463aae40722" providerId="ADAL" clId="{5B8A6D22-27A2-4EF9-83C4-9A1491FF93A7}" dt="2024-09-13T06:38:33.560" v="611" actId="14100"/>
          <ac:spMkLst>
            <pc:docMk/>
            <pc:sldMk cId="0" sldId="332"/>
            <ac:spMk id="62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36.075" v="612" actId="207"/>
          <ac:spMkLst>
            <pc:docMk/>
            <pc:sldMk cId="0" sldId="332"/>
            <ac:spMk id="63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8:49.541" v="616" actId="207"/>
        <pc:sldMkLst>
          <pc:docMk/>
          <pc:sldMk cId="0" sldId="333"/>
        </pc:sldMkLst>
        <pc:spChg chg="mod">
          <ac:chgData name="Ms Alina Arshad" userId="cccdfd85-d35d-4453-9c6f-a463aae40722" providerId="ADAL" clId="{5B8A6D22-27A2-4EF9-83C4-9A1491FF93A7}" dt="2024-09-13T06:38:46.697" v="615" actId="14100"/>
          <ac:spMkLst>
            <pc:docMk/>
            <pc:sldMk cId="0" sldId="333"/>
            <ac:spMk id="63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49.541" v="616" actId="207"/>
          <ac:spMkLst>
            <pc:docMk/>
            <pc:sldMk cId="0" sldId="333"/>
            <ac:spMk id="63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02.917" v="621" actId="207"/>
        <pc:sldMkLst>
          <pc:docMk/>
          <pc:sldMk cId="0" sldId="334"/>
        </pc:sldMkLst>
        <pc:spChg chg="mod">
          <ac:chgData name="Ms Alina Arshad" userId="cccdfd85-d35d-4453-9c6f-a463aae40722" providerId="ADAL" clId="{5B8A6D22-27A2-4EF9-83C4-9A1491FF93A7}" dt="2024-09-13T06:38:58.679" v="619" actId="113"/>
          <ac:spMkLst>
            <pc:docMk/>
            <pc:sldMk cId="0" sldId="334"/>
            <ac:spMk id="64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02.917" v="621" actId="207"/>
          <ac:spMkLst>
            <pc:docMk/>
            <pc:sldMk cId="0" sldId="334"/>
            <ac:spMk id="64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13.056" v="625" actId="207"/>
        <pc:sldMkLst>
          <pc:docMk/>
          <pc:sldMk cId="0" sldId="335"/>
        </pc:sldMkLst>
        <pc:spChg chg="mod">
          <ac:chgData name="Ms Alina Arshad" userId="cccdfd85-d35d-4453-9c6f-a463aae40722" providerId="ADAL" clId="{5B8A6D22-27A2-4EF9-83C4-9A1491FF93A7}" dt="2024-09-13T06:39:10.822" v="624" actId="14100"/>
          <ac:spMkLst>
            <pc:docMk/>
            <pc:sldMk cId="0" sldId="335"/>
            <ac:spMk id="64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13.056" v="625" actId="207"/>
          <ac:spMkLst>
            <pc:docMk/>
            <pc:sldMk cId="0" sldId="335"/>
            <ac:spMk id="65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33.838" v="634" actId="1076"/>
        <pc:sldMkLst>
          <pc:docMk/>
          <pc:sldMk cId="0" sldId="336"/>
        </pc:sldMkLst>
        <pc:spChg chg="mod">
          <ac:chgData name="Ms Alina Arshad" userId="cccdfd85-d35d-4453-9c6f-a463aae40722" providerId="ADAL" clId="{5B8A6D22-27A2-4EF9-83C4-9A1491FF93A7}" dt="2024-09-13T06:39:33.838" v="634" actId="1076"/>
          <ac:spMkLst>
            <pc:docMk/>
            <pc:sldMk cId="0" sldId="336"/>
            <ac:spMk id="65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29.042" v="633" actId="20577"/>
          <ac:spMkLst>
            <pc:docMk/>
            <pc:sldMk cId="0" sldId="336"/>
            <ac:spMk id="65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44.101" v="636" actId="207"/>
        <pc:sldMkLst>
          <pc:docMk/>
          <pc:sldMk cId="0" sldId="337"/>
        </pc:sldMkLst>
        <pc:spChg chg="mod">
          <ac:chgData name="Ms Alina Arshad" userId="cccdfd85-d35d-4453-9c6f-a463aae40722" providerId="ADAL" clId="{5B8A6D22-27A2-4EF9-83C4-9A1491FF93A7}" dt="2024-09-13T06:39:38.759" v="635" actId="1076"/>
          <ac:spMkLst>
            <pc:docMk/>
            <pc:sldMk cId="0" sldId="337"/>
            <ac:spMk id="66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44.101" v="636" actId="207"/>
          <ac:spMkLst>
            <pc:docMk/>
            <pc:sldMk cId="0" sldId="337"/>
            <ac:spMk id="664" creationId="{00000000-0000-0000-0000-000000000000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2:24.005" v="161" actId="1076"/>
        <pc:sldMkLst>
          <pc:docMk/>
          <pc:sldMk cId="3233864465" sldId="338"/>
        </pc:sldMkLst>
        <pc:spChg chg="add mod">
          <ac:chgData name="Ms Alina Arshad" userId="cccdfd85-d35d-4453-9c6f-a463aae40722" providerId="ADAL" clId="{5B8A6D22-27A2-4EF9-83C4-9A1491FF93A7}" dt="2024-09-13T05:12:24.005" v="161" actId="1076"/>
          <ac:spMkLst>
            <pc:docMk/>
            <pc:sldMk cId="3233864465" sldId="338"/>
            <ac:spMk id="3" creationId="{38CBFF88-BEC8-EC9F-E1A7-7E913B0EFCDD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2:54.408" v="167" actId="1076"/>
        <pc:sldMkLst>
          <pc:docMk/>
          <pc:sldMk cId="1267034377" sldId="339"/>
        </pc:sldMkLst>
        <pc:spChg chg="add mod">
          <ac:chgData name="Ms Alina Arshad" userId="cccdfd85-d35d-4453-9c6f-a463aae40722" providerId="ADAL" clId="{5B8A6D22-27A2-4EF9-83C4-9A1491FF93A7}" dt="2024-09-13T05:12:54.408" v="167" actId="1076"/>
          <ac:spMkLst>
            <pc:docMk/>
            <pc:sldMk cId="1267034377" sldId="339"/>
            <ac:spMk id="3" creationId="{41D1BF0D-AD70-8833-5D6D-38565AB0485C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3:11.117" v="176" actId="113"/>
        <pc:sldMkLst>
          <pc:docMk/>
          <pc:sldMk cId="2400815569" sldId="340"/>
        </pc:sldMkLst>
        <pc:spChg chg="add mod">
          <ac:chgData name="Ms Alina Arshad" userId="cccdfd85-d35d-4453-9c6f-a463aae40722" providerId="ADAL" clId="{5B8A6D22-27A2-4EF9-83C4-9A1491FF93A7}" dt="2024-09-13T05:13:11.117" v="176" actId="113"/>
          <ac:spMkLst>
            <pc:docMk/>
            <pc:sldMk cId="2400815569" sldId="340"/>
            <ac:spMk id="3" creationId="{69C02606-FCDF-8546-6C76-44B4F3EA776C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3:43.875" v="186" actId="1076"/>
        <pc:sldMkLst>
          <pc:docMk/>
          <pc:sldMk cId="1204309406" sldId="341"/>
        </pc:sldMkLst>
        <pc:spChg chg="add mod">
          <ac:chgData name="Ms Alina Arshad" userId="cccdfd85-d35d-4453-9c6f-a463aae40722" providerId="ADAL" clId="{5B8A6D22-27A2-4EF9-83C4-9A1491FF93A7}" dt="2024-09-13T05:13:43.875" v="186" actId="1076"/>
          <ac:spMkLst>
            <pc:docMk/>
            <pc:sldMk cId="1204309406" sldId="341"/>
            <ac:spMk id="3" creationId="{FB09A7D6-CB86-1298-9237-F494689B2453}"/>
          </ac:spMkLst>
        </pc:spChg>
      </pc:sldChg>
      <pc:sldChg chg="new del">
        <pc:chgData name="Ms Alina Arshad" userId="cccdfd85-d35d-4453-9c6f-a463aae40722" providerId="ADAL" clId="{5B8A6D22-27A2-4EF9-83C4-9A1491FF93A7}" dt="2024-09-13T05:13:25.901" v="179" actId="47"/>
        <pc:sldMkLst>
          <pc:docMk/>
          <pc:sldMk cId="3585676104" sldId="341"/>
        </pc:sldMkLst>
      </pc:sldChg>
      <pc:sldChg chg="new del">
        <pc:chgData name="Ms Alina Arshad" userId="cccdfd85-d35d-4453-9c6f-a463aae40722" providerId="ADAL" clId="{5B8A6D22-27A2-4EF9-83C4-9A1491FF93A7}" dt="2024-09-13T05:13:26.151" v="180" actId="47"/>
        <pc:sldMkLst>
          <pc:docMk/>
          <pc:sldMk cId="3903136030" sldId="342"/>
        </pc:sldMkLst>
      </pc:sldChg>
    </pc:docChg>
  </pc:docChgLst>
  <pc:docChgLst>
    <pc:chgData name="Ms Alina Arshad" userId="cccdfd85-d35d-4453-9c6f-a463aae40722" providerId="ADAL" clId="{CC6B5282-6613-48F0-886F-796865211BB0}"/>
    <pc:docChg chg="custSel addSld delSld modSld">
      <pc:chgData name="Ms Alina Arshad" userId="cccdfd85-d35d-4453-9c6f-a463aae40722" providerId="ADAL" clId="{CC6B5282-6613-48F0-886F-796865211BB0}" dt="2024-09-11T13:33:58.825" v="122" actId="47"/>
      <pc:docMkLst>
        <pc:docMk/>
      </pc:docMkLst>
      <pc:sldChg chg="modSp mod">
        <pc:chgData name="Ms Alina Arshad" userId="cccdfd85-d35d-4453-9c6f-a463aae40722" providerId="ADAL" clId="{CC6B5282-6613-48F0-886F-796865211BB0}" dt="2024-09-11T12:42:56.927" v="41" actId="207"/>
        <pc:sldMkLst>
          <pc:docMk/>
          <pc:sldMk cId="3322361034" sldId="256"/>
        </pc:sldMkLst>
        <pc:spChg chg="mod">
          <ac:chgData name="Ms Alina Arshad" userId="cccdfd85-d35d-4453-9c6f-a463aae40722" providerId="ADAL" clId="{CC6B5282-6613-48F0-886F-796865211BB0}" dt="2024-09-11T12:42:56.927" v="41" actId="207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CC6B5282-6613-48F0-886F-796865211BB0}" dt="2024-09-11T12:43:01.209" v="4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CC6B5282-6613-48F0-886F-796865211BB0}" dt="2024-09-11T12:43:46.054" v="48" actId="113"/>
        <pc:sldMkLst>
          <pc:docMk/>
          <pc:sldMk cId="0" sldId="258"/>
        </pc:sldMkLst>
        <pc:spChg chg="mod">
          <ac:chgData name="Ms Alina Arshad" userId="cccdfd85-d35d-4453-9c6f-a463aae40722" providerId="ADAL" clId="{CC6B5282-6613-48F0-886F-796865211BB0}" dt="2024-09-11T12:43:28.260" v="44" actId="1076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43:46.054" v="48" actId="113"/>
          <ac:spMkLst>
            <pc:docMk/>
            <pc:sldMk cId="0" sldId="258"/>
            <ac:spMk id="107" creationId="{00000000-0000-0000-0000-000000000000}"/>
          </ac:spMkLst>
        </pc:spChg>
      </pc:sldChg>
      <pc:sldChg chg="modSp add del mod">
        <pc:chgData name="Ms Alina Arshad" userId="cccdfd85-d35d-4453-9c6f-a463aae40722" providerId="ADAL" clId="{CC6B5282-6613-48F0-886F-796865211BB0}" dt="2024-09-11T12:44:40.458" v="59" actId="14100"/>
        <pc:sldMkLst>
          <pc:docMk/>
          <pc:sldMk cId="0" sldId="260"/>
        </pc:sldMkLst>
        <pc:spChg chg="mod">
          <ac:chgData name="Ms Alina Arshad" userId="cccdfd85-d35d-4453-9c6f-a463aae40722" providerId="ADAL" clId="{CC6B5282-6613-48F0-886F-796865211BB0}" dt="2024-09-11T12:44:27.952" v="56" actId="207"/>
          <ac:spMkLst>
            <pc:docMk/>
            <pc:sldMk cId="0" sldId="260"/>
            <ac:spMk id="119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44:40.458" v="59" actId="14100"/>
          <ac:spMkLst>
            <pc:docMk/>
            <pc:sldMk cId="0" sldId="260"/>
            <ac:spMk id="121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44:31.775" v="57" actId="1076"/>
          <ac:picMkLst>
            <pc:docMk/>
            <pc:sldMk cId="0" sldId="260"/>
            <ac:picMk id="120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2:51:30.146" v="76" actId="1076"/>
        <pc:sldMkLst>
          <pc:docMk/>
          <pc:sldMk cId="0" sldId="261"/>
        </pc:sldMkLst>
        <pc:spChg chg="mod">
          <ac:chgData name="Ms Alina Arshad" userId="cccdfd85-d35d-4453-9c6f-a463aae40722" providerId="ADAL" clId="{CC6B5282-6613-48F0-886F-796865211BB0}" dt="2024-09-11T12:51:16.602" v="71" actId="1076"/>
          <ac:spMkLst>
            <pc:docMk/>
            <pc:sldMk cId="0" sldId="261"/>
            <ac:spMk id="127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51:13.184" v="70" actId="1076"/>
          <ac:spMkLst>
            <pc:docMk/>
            <pc:sldMk cId="0" sldId="261"/>
            <ac:spMk id="128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1:30.146" v="76" actId="1076"/>
          <ac:picMkLst>
            <pc:docMk/>
            <pc:sldMk cId="0" sldId="261"/>
            <ac:picMk id="129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2:51:25.307" v="74" actId="1076"/>
          <ac:picMkLst>
            <pc:docMk/>
            <pc:sldMk cId="0" sldId="261"/>
            <ac:picMk id="130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4:48.316" v="89" actId="1076"/>
        <pc:sldMkLst>
          <pc:docMk/>
          <pc:sldMk cId="0" sldId="262"/>
        </pc:sldMkLst>
        <pc:spChg chg="mod">
          <ac:chgData name="Ms Alina Arshad" userId="cccdfd85-d35d-4453-9c6f-a463aae40722" providerId="ADAL" clId="{CC6B5282-6613-48F0-886F-796865211BB0}" dt="2024-09-11T12:52:23.498" v="77" actId="207"/>
          <ac:spMkLst>
            <pc:docMk/>
            <pc:sldMk cId="0" sldId="262"/>
            <ac:spMk id="136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2:27.292" v="78" actId="1076"/>
          <ac:picMkLst>
            <pc:docMk/>
            <pc:sldMk cId="0" sldId="262"/>
            <ac:picMk id="137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4:48.316" v="89" actId="1076"/>
          <ac:picMkLst>
            <pc:docMk/>
            <pc:sldMk cId="0" sldId="262"/>
            <ac:picMk id="138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1:30.026" v="88" actId="1036"/>
        <pc:sldMkLst>
          <pc:docMk/>
          <pc:sldMk cId="0" sldId="263"/>
        </pc:sldMkLst>
        <pc:spChg chg="mod">
          <ac:chgData name="Ms Alina Arshad" userId="cccdfd85-d35d-4453-9c6f-a463aae40722" providerId="ADAL" clId="{CC6B5282-6613-48F0-886F-796865211BB0}" dt="2024-09-11T13:01:30.026" v="88" actId="1036"/>
          <ac:spMkLst>
            <pc:docMk/>
            <pc:sldMk cId="0" sldId="263"/>
            <ac:spMk id="144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53:36.609" v="85" actId="1076"/>
          <ac:spMkLst>
            <pc:docMk/>
            <pc:sldMk cId="0" sldId="263"/>
            <ac:spMk id="146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3:29.518" v="83" actId="1076"/>
          <ac:picMkLst>
            <pc:docMk/>
            <pc:sldMk cId="0" sldId="263"/>
            <ac:picMk id="145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5:23.098" v="91" actId="1076"/>
        <pc:sldMkLst>
          <pc:docMk/>
          <pc:sldMk cId="0" sldId="264"/>
        </pc:sldMkLst>
        <pc:spChg chg="mod">
          <ac:chgData name="Ms Alina Arshad" userId="cccdfd85-d35d-4453-9c6f-a463aae40722" providerId="ADAL" clId="{CC6B5282-6613-48F0-886F-796865211BB0}" dt="2024-09-11T12:42:03.318" v="21" actId="27636"/>
          <ac:spMkLst>
            <pc:docMk/>
            <pc:sldMk cId="0" sldId="264"/>
            <ac:spMk id="154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5:18.520" v="90" actId="1076"/>
          <ac:picMkLst>
            <pc:docMk/>
            <pc:sldMk cId="0" sldId="264"/>
            <ac:picMk id="152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5:23.098" v="91" actId="1076"/>
          <ac:picMkLst>
            <pc:docMk/>
            <pc:sldMk cId="0" sldId="264"/>
            <ac:picMk id="153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33:58.825" v="122" actId="47"/>
        <pc:sldMkLst>
          <pc:docMk/>
          <pc:sldMk cId="1577505814" sldId="265"/>
        </pc:sldMkLst>
        <pc:spChg chg="mod">
          <ac:chgData name="Ms Alina Arshad" userId="cccdfd85-d35d-4453-9c6f-a463aae40722" providerId="ADAL" clId="{CC6B5282-6613-48F0-886F-796865211BB0}" dt="2024-09-11T13:05:48.001" v="98" actId="14100"/>
          <ac:spMkLst>
            <pc:docMk/>
            <pc:sldMk cId="1577505814" sldId="265"/>
            <ac:spMk id="160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5:35.798" v="95" actId="1076"/>
          <ac:picMkLst>
            <pc:docMk/>
            <pc:sldMk cId="1577505814" sldId="265"/>
            <ac:picMk id="161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6:25.138" v="106" actId="1076"/>
        <pc:sldMkLst>
          <pc:docMk/>
          <pc:sldMk cId="1582826008" sldId="266"/>
        </pc:sldMkLst>
        <pc:spChg chg="mod">
          <ac:chgData name="Ms Alina Arshad" userId="cccdfd85-d35d-4453-9c6f-a463aae40722" providerId="ADAL" clId="{CC6B5282-6613-48F0-886F-796865211BB0}" dt="2024-09-11T13:06:03.598" v="101" actId="1076"/>
          <ac:spMkLst>
            <pc:docMk/>
            <pc:sldMk cId="1582826008" sldId="266"/>
            <ac:spMk id="167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3:06:13.318" v="103" actId="403"/>
          <ac:spMkLst>
            <pc:docMk/>
            <pc:sldMk cId="1582826008" sldId="266"/>
            <ac:spMk id="168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6:25.138" v="106" actId="1076"/>
          <ac:picMkLst>
            <pc:docMk/>
            <pc:sldMk cId="1582826008" sldId="266"/>
            <ac:picMk id="169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6:55.957" v="114" actId="1076"/>
        <pc:sldMkLst>
          <pc:docMk/>
          <pc:sldMk cId="731299161" sldId="267"/>
        </pc:sldMkLst>
        <pc:spChg chg="mod">
          <ac:chgData name="Ms Alina Arshad" userId="cccdfd85-d35d-4453-9c6f-a463aae40722" providerId="ADAL" clId="{CC6B5282-6613-48F0-886F-796865211BB0}" dt="2024-09-11T13:06:55.957" v="114" actId="1076"/>
          <ac:spMkLst>
            <pc:docMk/>
            <pc:sldMk cId="731299161" sldId="267"/>
            <ac:spMk id="175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3:06:51.496" v="113" actId="14100"/>
          <ac:spMkLst>
            <pc:docMk/>
            <pc:sldMk cId="731299161" sldId="267"/>
            <ac:spMk id="177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6:47.359" v="112" actId="1076"/>
          <ac:picMkLst>
            <pc:docMk/>
            <pc:sldMk cId="731299161" sldId="267"/>
            <ac:picMk id="176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7:19.043" v="121" actId="1076"/>
        <pc:sldMkLst>
          <pc:docMk/>
          <pc:sldMk cId="90329638" sldId="268"/>
        </pc:sldMkLst>
        <pc:spChg chg="mod">
          <ac:chgData name="Ms Alina Arshad" userId="cccdfd85-d35d-4453-9c6f-a463aae40722" providerId="ADAL" clId="{CC6B5282-6613-48F0-886F-796865211BB0}" dt="2024-09-11T13:07:15.560" v="120" actId="1076"/>
          <ac:spMkLst>
            <pc:docMk/>
            <pc:sldMk cId="90329638" sldId="268"/>
            <ac:spMk id="185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7:06.044" v="117" actId="1076"/>
          <ac:picMkLst>
            <pc:docMk/>
            <pc:sldMk cId="90329638" sldId="268"/>
            <ac:picMk id="183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7:19.043" v="121" actId="1076"/>
          <ac:picMkLst>
            <pc:docMk/>
            <pc:sldMk cId="90329638" sldId="268"/>
            <ac:picMk id="184" creationId="{00000000-0000-0000-0000-000000000000}"/>
          </ac:picMkLst>
        </pc:picChg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295129282" sldId="269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090315159" sldId="270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3034138166" sldId="271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504047100" sldId="272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4283755204" sldId="273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935103945" sldId="274"/>
        </pc:sldMkLst>
      </pc:sldChg>
      <pc:sldChg chg="modSp add mod">
        <pc:chgData name="Ms Alina Arshad" userId="cccdfd85-d35d-4453-9c6f-a463aae40722" providerId="ADAL" clId="{CC6B5282-6613-48F0-886F-796865211BB0}" dt="2024-09-11T12:42:03.381" v="23" actId="27636"/>
        <pc:sldMkLst>
          <pc:docMk/>
          <pc:sldMk cId="1497646456" sldId="275"/>
        </pc:sldMkLst>
        <pc:spChg chg="mod">
          <ac:chgData name="Ms Alina Arshad" userId="cccdfd85-d35d-4453-9c6f-a463aae40722" providerId="ADAL" clId="{CC6B5282-6613-48F0-886F-796865211BB0}" dt="2024-09-11T12:42:03.381" v="23" actId="27636"/>
          <ac:spMkLst>
            <pc:docMk/>
            <pc:sldMk cId="1497646456" sldId="275"/>
            <ac:spMk id="240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993717517" sldId="27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7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668593764" sldId="278"/>
        </pc:sldMkLst>
      </pc:sldChg>
      <pc:sldChg chg="modSp add del mod">
        <pc:chgData name="Ms Alina Arshad" userId="cccdfd85-d35d-4453-9c6f-a463aae40722" providerId="ADAL" clId="{CC6B5282-6613-48F0-886F-796865211BB0}" dt="2024-09-11T12:42:44.828" v="35" actId="47"/>
        <pc:sldMkLst>
          <pc:docMk/>
          <pc:sldMk cId="1821615422" sldId="280"/>
        </pc:sldMkLst>
        <pc:spChg chg="mod">
          <ac:chgData name="Ms Alina Arshad" userId="cccdfd85-d35d-4453-9c6f-a463aae40722" providerId="ADAL" clId="{CC6B5282-6613-48F0-886F-796865211BB0}" dt="2024-09-11T12:42:42.317" v="34" actId="6549"/>
          <ac:spMkLst>
            <pc:docMk/>
            <pc:sldMk cId="1821615422" sldId="280"/>
            <ac:spMk id="95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605066316" sldId="28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4697311" sldId="28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289392637" sldId="28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800652809" sldId="28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1402144616" sldId="28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8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229345964" sldId="28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002870935" sldId="288"/>
        </pc:sldMkLst>
      </pc:sldChg>
      <pc:sldChg chg="modSp add mod">
        <pc:chgData name="Ms Alina Arshad" userId="cccdfd85-d35d-4453-9c6f-a463aae40722" providerId="ADAL" clId="{CC6B5282-6613-48F0-886F-796865211BB0}" dt="2024-09-11T12:42:03.393" v="24" actId="27636"/>
        <pc:sldMkLst>
          <pc:docMk/>
          <pc:sldMk cId="0" sldId="289"/>
        </pc:sldMkLst>
        <pc:spChg chg="mod">
          <ac:chgData name="Ms Alina Arshad" userId="cccdfd85-d35d-4453-9c6f-a463aae40722" providerId="ADAL" clId="{CC6B5282-6613-48F0-886F-796865211BB0}" dt="2024-09-11T12:42:03.393" v="24" actId="27636"/>
          <ac:spMkLst>
            <pc:docMk/>
            <pc:sldMk cId="0" sldId="289"/>
            <ac:spMk id="327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9"/>
        </pc:sldMkLst>
      </pc:sldChg>
      <pc:sldChg chg="modSp add mod">
        <pc:chgData name="Ms Alina Arshad" userId="cccdfd85-d35d-4453-9c6f-a463aae40722" providerId="ADAL" clId="{CC6B5282-6613-48F0-886F-796865211BB0}" dt="2024-09-11T12:42:03.479" v="25" actId="27636"/>
        <pc:sldMkLst>
          <pc:docMk/>
          <pc:sldMk cId="0" sldId="320"/>
        </pc:sldMkLst>
        <pc:spChg chg="mod">
          <ac:chgData name="Ms Alina Arshad" userId="cccdfd85-d35d-4453-9c6f-a463aae40722" providerId="ADAL" clId="{CC6B5282-6613-48F0-886F-796865211BB0}" dt="2024-09-11T12:42:03.479" v="25" actId="27636"/>
          <ac:spMkLst>
            <pc:docMk/>
            <pc:sldMk cId="0" sldId="320"/>
            <ac:spMk id="549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6"/>
        </pc:sldMkLst>
      </pc:sldChg>
      <pc:sldChg chg="modSp add mod">
        <pc:chgData name="Ms Alina Arshad" userId="cccdfd85-d35d-4453-9c6f-a463aae40722" providerId="ADAL" clId="{CC6B5282-6613-48F0-886F-796865211BB0}" dt="2024-09-11T12:42:03.520" v="26" actId="27636"/>
        <pc:sldMkLst>
          <pc:docMk/>
          <pc:sldMk cId="0" sldId="327"/>
        </pc:sldMkLst>
        <pc:spChg chg="mod">
          <ac:chgData name="Ms Alina Arshad" userId="cccdfd85-d35d-4453-9c6f-a463aae40722" providerId="ADAL" clId="{CC6B5282-6613-48F0-886F-796865211BB0}" dt="2024-09-11T12:42:03.520" v="26" actId="27636"/>
          <ac:spMkLst>
            <pc:docMk/>
            <pc:sldMk cId="0" sldId="327"/>
            <ac:spMk id="597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7"/>
        </pc:sldMkLst>
      </pc:sldChg>
    </pc:docChg>
  </pc:docChgLst>
  <pc:docChgLst>
    <pc:chgData name="Ms Alina Arshad" userId="cccdfd85-d35d-4453-9c6f-a463aae40722" providerId="ADAL" clId="{9C125398-0035-40D4-80A2-48A755B7795E}"/>
    <pc:docChg chg="addSld modSld">
      <pc:chgData name="Ms Alina Arshad" userId="cccdfd85-d35d-4453-9c6f-a463aae40722" providerId="ADAL" clId="{9C125398-0035-40D4-80A2-48A755B7795E}" dt="2024-08-25T16:00:43.580" v="6" actId="1076"/>
      <pc:docMkLst>
        <pc:docMk/>
      </pc:docMkLst>
      <pc:sldChg chg="modSp add mod">
        <pc:chgData name="Ms Alina Arshad" userId="cccdfd85-d35d-4453-9c6f-a463aae40722" providerId="ADAL" clId="{9C125398-0035-40D4-80A2-48A755B7795E}" dt="2024-08-25T16:00:43.580" v="6" actId="1076"/>
        <pc:sldMkLst>
          <pc:docMk/>
          <pc:sldMk cId="0" sldId="324"/>
        </pc:sldMkLst>
        <pc:spChg chg="mod">
          <ac:chgData name="Ms Alina Arshad" userId="cccdfd85-d35d-4453-9c6f-a463aae40722" providerId="ADAL" clId="{9C125398-0035-40D4-80A2-48A755B7795E}" dt="2024-08-25T16:00:43.580" v="6" actId="1076"/>
          <ac:spMkLst>
            <pc:docMk/>
            <pc:sldMk cId="0" sldId="324"/>
            <ac:spMk id="29699" creationId="{BC7ACC91-16AA-5D67-B935-92EE00D4568C}"/>
          </ac:spMkLst>
        </pc:spChg>
      </pc:sldChg>
    </pc:docChg>
  </pc:docChgLst>
  <pc:docChgLst>
    <pc:chgData name="Ms Alina Arshad" userId="cccdfd85-d35d-4453-9c6f-a463aae40722" providerId="ADAL" clId="{6EDDA1BD-D3CC-45E4-ACF9-6AC323ACE8EB}"/>
    <pc:docChg chg="modSld">
      <pc:chgData name="Ms Alina Arshad" userId="cccdfd85-d35d-4453-9c6f-a463aae40722" providerId="ADAL" clId="{6EDDA1BD-D3CC-45E4-ACF9-6AC323ACE8EB}" dt="2024-10-01T05:29:43.597" v="2" actId="478"/>
      <pc:docMkLst>
        <pc:docMk/>
      </pc:docMkLst>
      <pc:sldChg chg="modSp mod">
        <pc:chgData name="Ms Alina Arshad" userId="cccdfd85-d35d-4453-9c6f-a463aae40722" providerId="ADAL" clId="{6EDDA1BD-D3CC-45E4-ACF9-6AC323ACE8EB}" dt="2024-10-01T05:14:42.548" v="1" actId="20577"/>
        <pc:sldMkLst>
          <pc:docMk/>
          <pc:sldMk cId="0" sldId="352"/>
        </pc:sldMkLst>
        <pc:spChg chg="mod">
          <ac:chgData name="Ms Alina Arshad" userId="cccdfd85-d35d-4453-9c6f-a463aae40722" providerId="ADAL" clId="{6EDDA1BD-D3CC-45E4-ACF9-6AC323ACE8EB}" dt="2024-10-01T05:14:42.548" v="1" actId="20577"/>
          <ac:spMkLst>
            <pc:docMk/>
            <pc:sldMk cId="0" sldId="352"/>
            <ac:spMk id="64516" creationId="{D2D679A3-2E8D-4632-948B-DAF7F009B134}"/>
          </ac:spMkLst>
        </pc:spChg>
      </pc:sldChg>
      <pc:sldChg chg="delSp">
        <pc:chgData name="Ms Alina Arshad" userId="cccdfd85-d35d-4453-9c6f-a463aae40722" providerId="ADAL" clId="{6EDDA1BD-D3CC-45E4-ACF9-6AC323ACE8EB}" dt="2024-10-01T05:29:43.597" v="2" actId="478"/>
        <pc:sldMkLst>
          <pc:docMk/>
          <pc:sldMk cId="0" sldId="368"/>
        </pc:sldMkLst>
        <pc:spChg chg="del">
          <ac:chgData name="Ms Alina Arshad" userId="cccdfd85-d35d-4453-9c6f-a463aae40722" providerId="ADAL" clId="{6EDDA1BD-D3CC-45E4-ACF9-6AC323ACE8EB}" dt="2024-10-01T05:29:43.597" v="2" actId="478"/>
          <ac:spMkLst>
            <pc:docMk/>
            <pc:sldMk cId="0" sldId="368"/>
            <ac:spMk id="80898" creationId="{52ED864D-0629-4251-9D8E-CE2EF8458A4D}"/>
          </ac:spMkLst>
        </pc:spChg>
      </pc:sldChg>
    </pc:docChg>
  </pc:docChgLst>
  <pc:docChgLst>
    <pc:chgData name="Ms Alina Arshad" userId="cccdfd85-d35d-4453-9c6f-a463aae40722" providerId="ADAL" clId="{44991E72-28EC-43D4-9452-2984EF5D346D}"/>
    <pc:docChg chg="undo custSel addSld delSld modSld">
      <pc:chgData name="Ms Alina Arshad" userId="cccdfd85-d35d-4453-9c6f-a463aae40722" providerId="ADAL" clId="{44991E72-28EC-43D4-9452-2984EF5D346D}" dt="2024-09-03T04:23:54.014" v="592" actId="404"/>
      <pc:docMkLst>
        <pc:docMk/>
      </pc:docMkLst>
      <pc:sldChg chg="addSp delSp modSp mod">
        <pc:chgData name="Ms Alina Arshad" userId="cccdfd85-d35d-4453-9c6f-a463aae40722" providerId="ADAL" clId="{44991E72-28EC-43D4-9452-2984EF5D346D}" dt="2024-08-29T08:38:26.035" v="584" actId="27636"/>
        <pc:sldMkLst>
          <pc:docMk/>
          <pc:sldMk cId="3322361034" sldId="256"/>
        </pc:sldMkLst>
        <pc:spChg chg="mod">
          <ac:chgData name="Ms Alina Arshad" userId="cccdfd85-d35d-4453-9c6f-a463aae40722" providerId="ADAL" clId="{44991E72-28EC-43D4-9452-2984EF5D346D}" dt="2024-08-29T08:38:26.035" v="584" actId="27636"/>
          <ac:spMkLst>
            <pc:docMk/>
            <pc:sldMk cId="3322361034" sldId="256"/>
            <ac:spMk id="3" creationId="{44E9F82C-BBA7-3495-1097-BEDB54FFFDF4}"/>
          </ac:spMkLst>
        </pc:spChg>
        <pc:spChg chg="add del mod">
          <ac:chgData name="Ms Alina Arshad" userId="cccdfd85-d35d-4453-9c6f-a463aae40722" providerId="ADAL" clId="{44991E72-28EC-43D4-9452-2984EF5D346D}" dt="2024-08-29T06:58:40.247" v="81" actId="478"/>
          <ac:spMkLst>
            <pc:docMk/>
            <pc:sldMk cId="3322361034" sldId="256"/>
            <ac:spMk id="6" creationId="{DA71808B-1605-2E5A-9020-A111E2109C1E}"/>
          </ac:spMkLst>
        </pc:spChg>
      </pc:sldChg>
      <pc:sldChg chg="modSp add mod">
        <pc:chgData name="Ms Alina Arshad" userId="cccdfd85-d35d-4453-9c6f-a463aae40722" providerId="ADAL" clId="{44991E72-28EC-43D4-9452-2984EF5D346D}" dt="2024-08-29T07:36:47.319" v="127" actId="403"/>
        <pc:sldMkLst>
          <pc:docMk/>
          <pc:sldMk cId="0" sldId="258"/>
        </pc:sldMkLst>
        <pc:spChg chg="mod">
          <ac:chgData name="Ms Alina Arshad" userId="cccdfd85-d35d-4453-9c6f-a463aae40722" providerId="ADAL" clId="{44991E72-28EC-43D4-9452-2984EF5D346D}" dt="2024-08-29T07:36:47.319" v="127" actId="403"/>
          <ac:spMkLst>
            <pc:docMk/>
            <pc:sldMk cId="0" sldId="258"/>
            <ac:spMk id="3" creationId="{00000000-0000-0000-0000-000000000000}"/>
          </ac:spMkLst>
        </pc:spChg>
        <pc:graphicFrameChg chg="modGraphic">
          <ac:chgData name="Ms Alina Arshad" userId="cccdfd85-d35d-4453-9c6f-a463aae40722" providerId="ADAL" clId="{44991E72-28EC-43D4-9452-2984EF5D346D}" dt="2024-08-29T07:35:42.142" v="124" actId="207"/>
          <ac:graphicFrameMkLst>
            <pc:docMk/>
            <pc:sldMk cId="0" sldId="258"/>
            <ac:graphicFrameMk id="2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44991E72-28EC-43D4-9452-2984EF5D346D}" dt="2024-08-29T07:40:55.749" v="147" actId="403"/>
        <pc:sldMkLst>
          <pc:docMk/>
          <pc:sldMk cId="0" sldId="259"/>
        </pc:sldMkLst>
        <pc:spChg chg="mod">
          <ac:chgData name="Ms Alina Arshad" userId="cccdfd85-d35d-4453-9c6f-a463aae40722" providerId="ADAL" clId="{44991E72-28EC-43D4-9452-2984EF5D346D}" dt="2024-08-29T07:37:18.868" v="132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7:40:55.749" v="147" actId="403"/>
          <ac:spMkLst>
            <pc:docMk/>
            <pc:sldMk cId="0" sldId="25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7:42:14.196" v="154" actId="1076"/>
        <pc:sldMkLst>
          <pc:docMk/>
          <pc:sldMk cId="0" sldId="260"/>
        </pc:sldMkLst>
        <pc:picChg chg="mod">
          <ac:chgData name="Ms Alina Arshad" userId="cccdfd85-d35d-4453-9c6f-a463aae40722" providerId="ADAL" clId="{44991E72-28EC-43D4-9452-2984EF5D346D}" dt="2024-08-29T07:42:14.196" v="154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00:14.745" v="276" actId="404"/>
        <pc:sldMkLst>
          <pc:docMk/>
          <pc:sldMk cId="0" sldId="261"/>
        </pc:sldMkLst>
        <pc:spChg chg="mod">
          <ac:chgData name="Ms Alina Arshad" userId="cccdfd85-d35d-4453-9c6f-a463aae40722" providerId="ADAL" clId="{44991E72-28EC-43D4-9452-2984EF5D346D}" dt="2024-08-29T07:47:22.283" v="189" actId="403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14.745" v="276" actId="404"/>
          <ac:spMkLst>
            <pc:docMk/>
            <pc:sldMk cId="0" sldId="26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0:48.725" v="286" actId="1076"/>
        <pc:sldMkLst>
          <pc:docMk/>
          <pc:sldMk cId="0" sldId="262"/>
        </pc:sldMkLst>
        <pc:spChg chg="mod">
          <ac:chgData name="Ms Alina Arshad" userId="cccdfd85-d35d-4453-9c6f-a463aae40722" providerId="ADAL" clId="{44991E72-28EC-43D4-9452-2984EF5D346D}" dt="2024-08-29T08:00:32.710" v="281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48.725" v="286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7:44.108" v="385" actId="207"/>
        <pc:sldMkLst>
          <pc:docMk/>
          <pc:sldMk cId="0" sldId="263"/>
        </pc:sldMkLst>
        <pc:spChg chg="mod">
          <ac:chgData name="Ms Alina Arshad" userId="cccdfd85-d35d-4453-9c6f-a463aae40722" providerId="ADAL" clId="{44991E72-28EC-43D4-9452-2984EF5D346D}" dt="2024-08-29T08:01:34.730" v="295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7:44.108" v="385" actId="207"/>
          <ac:spMkLst>
            <pc:docMk/>
            <pc:sldMk cId="0" sldId="263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07:38.875" v="384" actId="1076"/>
          <ac:picMkLst>
            <pc:docMk/>
            <pc:sldMk cId="0" sldId="263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44991E72-28EC-43D4-9452-2984EF5D346D}" dt="2024-09-03T04:23:54.014" v="592" actId="404"/>
        <pc:sldMkLst>
          <pc:docMk/>
          <pc:sldMk cId="0" sldId="264"/>
        </pc:sldMkLst>
        <pc:spChg chg="mod">
          <ac:chgData name="Ms Alina Arshad" userId="cccdfd85-d35d-4453-9c6f-a463aae40722" providerId="ADAL" clId="{44991E72-28EC-43D4-9452-2984EF5D346D}" dt="2024-08-29T08:01:51.913" v="299" actId="403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44991E72-28EC-43D4-9452-2984EF5D346D}" dt="2024-09-03T04:23:15.630" v="585" actId="14100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Ms Alina Arshad" userId="cccdfd85-d35d-4453-9c6f-a463aae40722" providerId="ADAL" clId="{44991E72-28EC-43D4-9452-2984EF5D346D}" dt="2024-09-03T04:23:54.014" v="592" actId="404"/>
          <ac:spMkLst>
            <pc:docMk/>
            <pc:sldMk cId="0" sldId="264"/>
            <ac:spMk id="5" creationId="{F49829E9-2E92-A5C9-F182-CCE08B8090CD}"/>
          </ac:spMkLst>
        </pc:spChg>
      </pc:sldChg>
      <pc:sldChg chg="modSp add mod">
        <pc:chgData name="Ms Alina Arshad" userId="cccdfd85-d35d-4453-9c6f-a463aae40722" providerId="ADAL" clId="{44991E72-28EC-43D4-9452-2984EF5D346D}" dt="2024-08-29T08:04:14.004" v="338" actId="1076"/>
        <pc:sldMkLst>
          <pc:docMk/>
          <pc:sldMk cId="1577505814" sldId="265"/>
        </pc:sldMkLst>
        <pc:spChg chg="mod">
          <ac:chgData name="Ms Alina Arshad" userId="cccdfd85-d35d-4453-9c6f-a463aae40722" providerId="ADAL" clId="{44991E72-28EC-43D4-9452-2984EF5D346D}" dt="2024-08-29T08:03:46.692" v="333" actId="207"/>
          <ac:spMkLst>
            <pc:docMk/>
            <pc:sldMk cId="1577505814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14.004" v="338" actId="1076"/>
          <ac:spMkLst>
            <pc:docMk/>
            <pc:sldMk cId="1577505814" sldId="265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44991E72-28EC-43D4-9452-2984EF5D346D}" dt="2024-08-29T08:09:29.823" v="407" actId="1076"/>
        <pc:sldMkLst>
          <pc:docMk/>
          <pc:sldMk cId="1582826008" sldId="266"/>
        </pc:sldMkLst>
        <pc:spChg chg="del">
          <ac:chgData name="Ms Alina Arshad" userId="cccdfd85-d35d-4453-9c6f-a463aae40722" providerId="ADAL" clId="{44991E72-28EC-43D4-9452-2984EF5D346D}" dt="2024-08-29T08:04:22.645" v="339" actId="478"/>
          <ac:spMkLst>
            <pc:docMk/>
            <pc:sldMk cId="1582826008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57.742" v="355" actId="14100"/>
          <ac:spMkLst>
            <pc:docMk/>
            <pc:sldMk cId="1582826008" sldId="266"/>
            <ac:spMk id="10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8:49.436" v="389" actId="255"/>
          <ac:spMkLst>
            <pc:docMk/>
            <pc:sldMk cId="1582826008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9:05.110" v="399" actId="1076"/>
          <ac:spMkLst>
            <pc:docMk/>
            <pc:sldMk cId="1582826008" sldId="266"/>
            <ac:spMk id="12" creationId="{00000000-0000-0000-0000-000000000000}"/>
          </ac:spMkLst>
        </pc:spChg>
        <pc:grpChg chg="del">
          <ac:chgData name="Ms Alina Arshad" userId="cccdfd85-d35d-4453-9c6f-a463aae40722" providerId="ADAL" clId="{44991E72-28EC-43D4-9452-2984EF5D346D}" dt="2024-08-29T08:04:26.410" v="342" actId="478"/>
          <ac:grpSpMkLst>
            <pc:docMk/>
            <pc:sldMk cId="1582826008" sldId="266"/>
            <ac:grpSpMk id="7" creationId="{00000000-0000-0000-0000-000000000000}"/>
          </ac:grpSpMkLst>
        </pc:grpChg>
        <pc:picChg chg="del">
          <ac:chgData name="Ms Alina Arshad" userId="cccdfd85-d35d-4453-9c6f-a463aae40722" providerId="ADAL" clId="{44991E72-28EC-43D4-9452-2984EF5D346D}" dt="2024-08-29T08:04:28.128" v="344" actId="478"/>
          <ac:picMkLst>
            <pc:docMk/>
            <pc:sldMk cId="1582826008" sldId="266"/>
            <ac:picMk id="3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5.816" v="341" actId="478"/>
          <ac:picMkLst>
            <pc:docMk/>
            <pc:sldMk cId="1582826008" sldId="266"/>
            <ac:picMk id="4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7.456" v="343" actId="478"/>
          <ac:picMkLst>
            <pc:docMk/>
            <pc:sldMk cId="1582826008" sldId="266"/>
            <ac:picMk id="5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4.113" v="340" actId="478"/>
          <ac:picMkLst>
            <pc:docMk/>
            <pc:sldMk cId="1582826008" sldId="266"/>
            <ac:picMk id="6" creationId="{00000000-0000-0000-0000-000000000000}"/>
          </ac:picMkLst>
        </pc:picChg>
        <pc:picChg chg="mod">
          <ac:chgData name="Ms Alina Arshad" userId="cccdfd85-d35d-4453-9c6f-a463aae40722" providerId="ADAL" clId="{44991E72-28EC-43D4-9452-2984EF5D346D}" dt="2024-08-29T08:09:13.515" v="402" actId="1076"/>
          <ac:picMkLst>
            <pc:docMk/>
            <pc:sldMk cId="1582826008" sldId="266"/>
            <ac:picMk id="13" creationId="{00000000-0000-0000-0000-000000000000}"/>
          </ac:picMkLst>
        </pc:picChg>
        <pc:picChg chg="mod modCrop">
          <ac:chgData name="Ms Alina Arshad" userId="cccdfd85-d35d-4453-9c6f-a463aae40722" providerId="ADAL" clId="{44991E72-28EC-43D4-9452-2984EF5D346D}" dt="2024-08-29T08:09:29.823" v="407" actId="1076"/>
          <ac:picMkLst>
            <pc:docMk/>
            <pc:sldMk cId="1582826008" sldId="266"/>
            <ac:picMk id="1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3:35.878" v="445" actId="20577"/>
        <pc:sldMkLst>
          <pc:docMk/>
          <pc:sldMk cId="731299161" sldId="267"/>
        </pc:sldMkLst>
        <pc:spChg chg="mod">
          <ac:chgData name="Ms Alina Arshad" userId="cccdfd85-d35d-4453-9c6f-a463aae40722" providerId="ADAL" clId="{44991E72-28EC-43D4-9452-2984EF5D346D}" dt="2024-08-29T08:09:51.911" v="415" actId="1076"/>
          <ac:spMkLst>
            <pc:docMk/>
            <pc:sldMk cId="731299161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3:35.878" v="445" actId="20577"/>
          <ac:spMkLst>
            <pc:docMk/>
            <pc:sldMk cId="731299161" sldId="267"/>
            <ac:spMk id="3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2:56.468" v="443" actId="12"/>
          <ac:spMkLst>
            <pc:docMk/>
            <pc:sldMk cId="731299161" sldId="267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0:27.839" v="428" actId="14100"/>
          <ac:picMkLst>
            <pc:docMk/>
            <pc:sldMk cId="731299161" sldId="267"/>
            <ac:picMk id="5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7:58.105" v="481" actId="1076"/>
        <pc:sldMkLst>
          <pc:docMk/>
          <pc:sldMk cId="90329638" sldId="268"/>
        </pc:sldMkLst>
        <pc:spChg chg="mod">
          <ac:chgData name="Ms Alina Arshad" userId="cccdfd85-d35d-4453-9c6f-a463aae40722" providerId="ADAL" clId="{44991E72-28EC-43D4-9452-2984EF5D346D}" dt="2024-08-29T08:16:47.171" v="469" actId="403"/>
          <ac:spMkLst>
            <pc:docMk/>
            <pc:sldMk cId="90329638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7:49.888" v="478" actId="1076"/>
          <ac:spMkLst>
            <pc:docMk/>
            <pc:sldMk cId="90329638" sldId="268"/>
            <ac:spMk id="3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7:58.105" v="481" actId="1076"/>
          <ac:picMkLst>
            <pc:docMk/>
            <pc:sldMk cId="90329638" sldId="268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20:16.085" v="509" actId="113"/>
        <pc:sldMkLst>
          <pc:docMk/>
          <pc:sldMk cId="2295129282" sldId="269"/>
        </pc:sldMkLst>
        <pc:spChg chg="mod">
          <ac:chgData name="Ms Alina Arshad" userId="cccdfd85-d35d-4453-9c6f-a463aae40722" providerId="ADAL" clId="{44991E72-28EC-43D4-9452-2984EF5D346D}" dt="2024-08-29T08:20:16.085" v="509" actId="113"/>
          <ac:spMkLst>
            <pc:docMk/>
            <pc:sldMk cId="2295129282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0:05.729" v="505" actId="113"/>
          <ac:spMkLst>
            <pc:docMk/>
            <pc:sldMk cId="2295129282" sldId="26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1:54.031" v="544" actId="1076"/>
        <pc:sldMkLst>
          <pc:docMk/>
          <pc:sldMk cId="2090315159" sldId="270"/>
        </pc:sldMkLst>
        <pc:spChg chg="mod">
          <ac:chgData name="Ms Alina Arshad" userId="cccdfd85-d35d-4453-9c6f-a463aae40722" providerId="ADAL" clId="{44991E72-28EC-43D4-9452-2984EF5D346D}" dt="2024-08-29T08:21:51.679" v="543" actId="403"/>
          <ac:spMkLst>
            <pc:docMk/>
            <pc:sldMk cId="2090315159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1:54.031" v="544" actId="1076"/>
          <ac:spMkLst>
            <pc:docMk/>
            <pc:sldMk cId="2090315159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3:44.454" v="571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44991E72-28EC-43D4-9452-2984EF5D346D}" dt="2024-08-29T08:22:11.095" v="548" actId="403"/>
          <ac:spMkLst>
            <pc:docMk/>
            <pc:sldMk cId="3034138166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3:44.454" v="571" actId="1076"/>
          <ac:spMkLst>
            <pc:docMk/>
            <pc:sldMk cId="3034138166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38:06.899" v="582" actId="1076"/>
        <pc:sldMkLst>
          <pc:docMk/>
          <pc:sldMk cId="2504047100" sldId="272"/>
        </pc:sldMkLst>
        <pc:spChg chg="mod">
          <ac:chgData name="Ms Alina Arshad" userId="cccdfd85-d35d-4453-9c6f-a463aae40722" providerId="ADAL" clId="{44991E72-28EC-43D4-9452-2984EF5D346D}" dt="2024-08-29T08:38:00.463" v="578" actId="1076"/>
          <ac:spMkLst>
            <pc:docMk/>
            <pc:sldMk cId="2504047100" sldId="272"/>
            <ac:spMk id="2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38:06.899" v="582" actId="1076"/>
          <ac:picMkLst>
            <pc:docMk/>
            <pc:sldMk cId="2504047100" sldId="272"/>
            <ac:picMk id="3" creationId="{00000000-0000-0000-0000-000000000000}"/>
          </ac:picMkLst>
        </pc:picChg>
      </pc:sldChg>
      <pc:sldChg chg="del">
        <pc:chgData name="Ms Alina Arshad" userId="cccdfd85-d35d-4453-9c6f-a463aae40722" providerId="ADAL" clId="{44991E72-28EC-43D4-9452-2984EF5D346D}" dt="2024-08-29T07:33:57.889" v="92" actId="47"/>
        <pc:sldMkLst>
          <pc:docMk/>
          <pc:sldMk cId="2226389095" sldId="301"/>
        </pc:sldMkLst>
      </pc:sldChg>
      <pc:sldChg chg="del">
        <pc:chgData name="Ms Alina Arshad" userId="cccdfd85-d35d-4453-9c6f-a463aae40722" providerId="ADAL" clId="{44991E72-28EC-43D4-9452-2984EF5D346D}" dt="2024-08-29T07:33:58.045" v="93" actId="47"/>
        <pc:sldMkLst>
          <pc:docMk/>
          <pc:sldMk cId="1203345699" sldId="302"/>
        </pc:sldMkLst>
      </pc:sldChg>
      <pc:sldChg chg="del">
        <pc:chgData name="Ms Alina Arshad" userId="cccdfd85-d35d-4453-9c6f-a463aae40722" providerId="ADAL" clId="{44991E72-28EC-43D4-9452-2984EF5D346D}" dt="2024-08-29T07:34:01.341" v="99" actId="47"/>
        <pc:sldMkLst>
          <pc:docMk/>
          <pc:sldMk cId="1723003181" sldId="308"/>
        </pc:sldMkLst>
      </pc:sldChg>
      <pc:sldChg chg="del">
        <pc:chgData name="Ms Alina Arshad" userId="cccdfd85-d35d-4453-9c6f-a463aae40722" providerId="ADAL" clId="{44991E72-28EC-43D4-9452-2984EF5D346D}" dt="2024-08-29T07:34:02.716" v="101" actId="47"/>
        <pc:sldMkLst>
          <pc:docMk/>
          <pc:sldMk cId="126494912" sldId="310"/>
        </pc:sldMkLst>
      </pc:sldChg>
      <pc:sldChg chg="del">
        <pc:chgData name="Ms Alina Arshad" userId="cccdfd85-d35d-4453-9c6f-a463aae40722" providerId="ADAL" clId="{44991E72-28EC-43D4-9452-2984EF5D346D}" dt="2024-08-29T07:34:02.013" v="100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44991E72-28EC-43D4-9452-2984EF5D346D}" dt="2024-08-29T07:33:57.561" v="90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44991E72-28EC-43D4-9452-2984EF5D346D}" dt="2024-08-29T07:33:59.764" v="97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44991E72-28EC-43D4-9452-2984EF5D346D}" dt="2024-08-29T07:34:03.434" v="102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44991E72-28EC-43D4-9452-2984EF5D346D}" dt="2024-08-29T07:34:04.278" v="103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44991E72-28EC-43D4-9452-2984EF5D346D}" dt="2024-08-29T07:34:05.012" v="104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44991E72-28EC-43D4-9452-2984EF5D346D}" dt="2024-08-29T07:34:05.606" v="105" actId="47"/>
        <pc:sldMkLst>
          <pc:docMk/>
          <pc:sldMk cId="0" sldId="337"/>
        </pc:sldMkLst>
      </pc:sldChg>
      <pc:sldChg chg="del">
        <pc:chgData name="Ms Alina Arshad" userId="cccdfd85-d35d-4453-9c6f-a463aae40722" providerId="ADAL" clId="{44991E72-28EC-43D4-9452-2984EF5D346D}" dt="2024-08-29T07:33:58.951" v="96" actId="47"/>
        <pc:sldMkLst>
          <pc:docMk/>
          <pc:sldMk cId="0" sldId="361"/>
        </pc:sldMkLst>
      </pc:sldChg>
      <pc:sldChg chg="del">
        <pc:chgData name="Ms Alina Arshad" userId="cccdfd85-d35d-4453-9c6f-a463aae40722" providerId="ADAL" clId="{44991E72-28EC-43D4-9452-2984EF5D346D}" dt="2024-08-29T07:33:57.780" v="91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44991E72-28EC-43D4-9452-2984EF5D346D}" dt="2024-08-29T07:33:58.186" v="94" actId="47"/>
        <pc:sldMkLst>
          <pc:docMk/>
          <pc:sldMk cId="2092443423" sldId="380"/>
        </pc:sldMkLst>
      </pc:sldChg>
      <pc:sldChg chg="del">
        <pc:chgData name="Ms Alina Arshad" userId="cccdfd85-d35d-4453-9c6f-a463aae40722" providerId="ADAL" clId="{44991E72-28EC-43D4-9452-2984EF5D346D}" dt="2024-08-29T07:33:58.358" v="95" actId="47"/>
        <pc:sldMkLst>
          <pc:docMk/>
          <pc:sldMk cId="80739059" sldId="381"/>
        </pc:sldMkLst>
      </pc:sldChg>
      <pc:sldChg chg="del">
        <pc:chgData name="Ms Alina Arshad" userId="cccdfd85-d35d-4453-9c6f-a463aae40722" providerId="ADAL" clId="{44991E72-28EC-43D4-9452-2984EF5D346D}" dt="2024-08-29T07:34:00.295" v="98" actId="47"/>
        <pc:sldMkLst>
          <pc:docMk/>
          <pc:sldMk cId="858854176" sldId="382"/>
        </pc:sldMkLst>
      </pc:sldChg>
    </pc:docChg>
  </pc:docChgLst>
  <pc:docChgLst>
    <pc:chgData name="Ms Alina Arshad" userId="cccdfd85-d35d-4453-9c6f-a463aae40722" providerId="ADAL" clId="{D4C91E6F-B9DD-440D-9732-C61CDFB6C2C8}"/>
    <pc:docChg chg="undo custSel addSld delSld modSld">
      <pc:chgData name="Ms Alina Arshad" userId="cccdfd85-d35d-4453-9c6f-a463aae40722" providerId="ADAL" clId="{D4C91E6F-B9DD-440D-9732-C61CDFB6C2C8}" dt="2024-09-22T13:28:42.450" v="404" actId="1076"/>
      <pc:docMkLst>
        <pc:docMk/>
      </pc:docMkLst>
      <pc:sldChg chg="new del">
        <pc:chgData name="Ms Alina Arshad" userId="cccdfd85-d35d-4453-9c6f-a463aae40722" providerId="ADAL" clId="{D4C91E6F-B9DD-440D-9732-C61CDFB6C2C8}" dt="2024-09-22T13:07:42.221" v="218" actId="680"/>
        <pc:sldMkLst>
          <pc:docMk/>
          <pc:sldMk cId="1855390167" sldId="256"/>
        </pc:sldMkLst>
      </pc:sldChg>
      <pc:sldChg chg="modSp add del mod">
        <pc:chgData name="Ms Alina Arshad" userId="cccdfd85-d35d-4453-9c6f-a463aae40722" providerId="ADAL" clId="{D4C91E6F-B9DD-440D-9732-C61CDFB6C2C8}" dt="2024-09-22T13:07:42.671" v="219" actId="47"/>
        <pc:sldMkLst>
          <pc:docMk/>
          <pc:sldMk cId="3322361034" sldId="256"/>
        </pc:sldMkLst>
        <pc:spChg chg="mod">
          <ac:chgData name="Ms Alina Arshad" userId="cccdfd85-d35d-4453-9c6f-a463aae40722" providerId="ADAL" clId="{D4C91E6F-B9DD-440D-9732-C61CDFB6C2C8}" dt="2024-09-22T13:02:12.272" v="129" actId="122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D4C91E6F-B9DD-440D-9732-C61CDFB6C2C8}" dt="2024-09-22T13:02:23.599" v="131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D4C91E6F-B9DD-440D-9732-C61CDFB6C2C8}" dt="2024-09-22T13:08:06.675" v="233" actId="47"/>
        <pc:sldMkLst>
          <pc:docMk/>
          <pc:sldMk cId="2343470586" sldId="257"/>
        </pc:sldMkLst>
        <pc:spChg chg="mod">
          <ac:chgData name="Ms Alina Arshad" userId="cccdfd85-d35d-4453-9c6f-a463aae40722" providerId="ADAL" clId="{D4C91E6F-B9DD-440D-9732-C61CDFB6C2C8}" dt="2024-09-22T13:07:58.750" v="224" actId="27636"/>
          <ac:spMkLst>
            <pc:docMk/>
            <pc:sldMk cId="2343470586" sldId="257"/>
            <ac:spMk id="3" creationId="{1A620018-CE39-4020-94EA-A75332477218}"/>
          </ac:spMkLst>
        </pc:spChg>
      </pc:sldChg>
      <pc:sldChg chg="modSp add del mod">
        <pc:chgData name="Ms Alina Arshad" userId="cccdfd85-d35d-4453-9c6f-a463aae40722" providerId="ADAL" clId="{D4C91E6F-B9DD-440D-9732-C61CDFB6C2C8}" dt="2024-09-22T13:07:43.147" v="220" actId="47"/>
        <pc:sldMkLst>
          <pc:docMk/>
          <pc:sldMk cId="0" sldId="258"/>
        </pc:sldMkLst>
        <pc:spChg chg="mod">
          <ac:chgData name="Ms Alina Arshad" userId="cccdfd85-d35d-4453-9c6f-a463aae40722" providerId="ADAL" clId="{D4C91E6F-B9DD-440D-9732-C61CDFB6C2C8}" dt="2024-09-22T13:02:43.692" v="134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3:02.394" v="138" actId="2711"/>
          <ac:spMkLst>
            <pc:docMk/>
            <pc:sldMk cId="0" sldId="258"/>
            <ac:spMk id="3" creationId="{00000000-0000-0000-0000-000000000000}"/>
          </ac:spMkLst>
        </pc:spChg>
      </pc:sldChg>
      <pc:sldChg chg="modSp add del mod modNotesTx">
        <pc:chgData name="Ms Alina Arshad" userId="cccdfd85-d35d-4453-9c6f-a463aae40722" providerId="ADAL" clId="{D4C91E6F-B9DD-440D-9732-C61CDFB6C2C8}" dt="2024-09-22T13:08:24.737" v="236"/>
        <pc:sldMkLst>
          <pc:docMk/>
          <pc:sldMk cId="0" sldId="259"/>
        </pc:sldMkLst>
        <pc:grpChg chg="mod">
          <ac:chgData name="Ms Alina Arshad" userId="cccdfd85-d35d-4453-9c6f-a463aae40722" providerId="ADAL" clId="{D4C91E6F-B9DD-440D-9732-C61CDFB6C2C8}" dt="2024-09-22T13:03:09.171" v="139" actId="1076"/>
          <ac:grpSpMkLst>
            <pc:docMk/>
            <pc:sldMk cId="0" sldId="259"/>
            <ac:grpSpMk id="2" creationId="{00000000-0000-0000-0000-000000000000}"/>
          </ac:grpSpMkLst>
        </pc:grpChg>
        <pc:picChg chg="mod">
          <ac:chgData name="Ms Alina Arshad" userId="cccdfd85-d35d-4453-9c6f-a463aae40722" providerId="ADAL" clId="{D4C91E6F-B9DD-440D-9732-C61CDFB6C2C8}" dt="2024-09-22T13:03:15.346" v="140" actId="2085"/>
          <ac:picMkLst>
            <pc:docMk/>
            <pc:sldMk cId="0" sldId="259"/>
            <ac:picMk id="4" creationId="{00000000-0000-0000-0000-000000000000}"/>
          </ac:picMkLst>
        </pc:picChg>
      </pc:sldChg>
      <pc:sldChg chg="modSp add del mod modNotesTx">
        <pc:chgData name="Ms Alina Arshad" userId="cccdfd85-d35d-4453-9c6f-a463aae40722" providerId="ADAL" clId="{D4C91E6F-B9DD-440D-9732-C61CDFB6C2C8}" dt="2024-09-22T13:08:41.224" v="238"/>
        <pc:sldMkLst>
          <pc:docMk/>
          <pc:sldMk cId="0" sldId="260"/>
        </pc:sldMkLst>
        <pc:spChg chg="mod">
          <ac:chgData name="Ms Alina Arshad" userId="cccdfd85-d35d-4453-9c6f-a463aae40722" providerId="ADAL" clId="{D4C91E6F-B9DD-440D-9732-C61CDFB6C2C8}" dt="2024-09-22T13:03:43.152" v="146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4:20.885" v="161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D4C91E6F-B9DD-440D-9732-C61CDFB6C2C8}" dt="2024-09-22T13:07:37.134" v="212" actId="47"/>
        <pc:sldMkLst>
          <pc:docMk/>
          <pc:sldMk cId="0" sldId="261"/>
        </pc:sldMkLst>
        <pc:spChg chg="mod">
          <ac:chgData name="Ms Alina Arshad" userId="cccdfd85-d35d-4453-9c6f-a463aae40722" providerId="ADAL" clId="{D4C91E6F-B9DD-440D-9732-C61CDFB6C2C8}" dt="2024-09-22T13:04:32.763" v="164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6:27.187" v="166" actId="1076"/>
          <ac:spMkLst>
            <pc:docMk/>
            <pc:sldMk cId="0" sldId="261"/>
            <ac:spMk id="3" creationId="{00000000-0000-0000-0000-000000000000}"/>
          </ac:spMkLst>
        </pc:spChg>
        <pc:grpChg chg="mod">
          <ac:chgData name="Ms Alina Arshad" userId="cccdfd85-d35d-4453-9c6f-a463aae40722" providerId="ADAL" clId="{D4C91E6F-B9DD-440D-9732-C61CDFB6C2C8}" dt="2024-09-22T13:04:36.578" v="165" actId="1076"/>
          <ac:grpSpMkLst>
            <pc:docMk/>
            <pc:sldMk cId="0" sldId="261"/>
            <ac:grpSpMk id="4" creationId="{00000000-0000-0000-0000-000000000000}"/>
          </ac:grpSpMkLst>
        </pc:grpChg>
      </pc:sldChg>
      <pc:sldChg chg="add del">
        <pc:chgData name="Ms Alina Arshad" userId="cccdfd85-d35d-4453-9c6f-a463aae40722" providerId="ADAL" clId="{D4C91E6F-B9DD-440D-9732-C61CDFB6C2C8}" dt="2024-09-22T13:08:06.214" v="232" actId="47"/>
        <pc:sldMkLst>
          <pc:docMk/>
          <pc:sldMk cId="3815384740" sldId="261"/>
        </pc:sldMkLst>
      </pc:sldChg>
      <pc:sldChg chg="add del">
        <pc:chgData name="Ms Alina Arshad" userId="cccdfd85-d35d-4453-9c6f-a463aae40722" providerId="ADAL" clId="{D4C91E6F-B9DD-440D-9732-C61CDFB6C2C8}" dt="2024-09-22T13:07:35.157" v="167" actId="47"/>
        <pc:sldMkLst>
          <pc:docMk/>
          <pc:sldMk cId="0" sldId="262"/>
        </pc:sldMkLst>
      </pc:sldChg>
      <pc:sldChg chg="add del">
        <pc:chgData name="Ms Alina Arshad" userId="cccdfd85-d35d-4453-9c6f-a463aae40722" providerId="ADAL" clId="{D4C91E6F-B9DD-440D-9732-C61CDFB6C2C8}" dt="2024-09-22T13:08:14.053" v="234" actId="47"/>
        <pc:sldMkLst>
          <pc:docMk/>
          <pc:sldMk cId="129713762" sldId="262"/>
        </pc:sldMkLst>
      </pc:sldChg>
      <pc:sldChg chg="add del">
        <pc:chgData name="Ms Alina Arshad" userId="cccdfd85-d35d-4453-9c6f-a463aae40722" providerId="ADAL" clId="{D4C91E6F-B9DD-440D-9732-C61CDFB6C2C8}" dt="2024-09-22T13:07:35.672" v="168" actId="47"/>
        <pc:sldMkLst>
          <pc:docMk/>
          <pc:sldMk cId="0" sldId="263"/>
        </pc:sldMkLst>
      </pc:sldChg>
      <pc:sldChg chg="add del setBg">
        <pc:chgData name="Ms Alina Arshad" userId="cccdfd85-d35d-4453-9c6f-a463aae40722" providerId="ADAL" clId="{D4C91E6F-B9DD-440D-9732-C61CDFB6C2C8}" dt="2024-09-22T13:08:22.006" v="235" actId="47"/>
        <pc:sldMkLst>
          <pc:docMk/>
          <pc:sldMk cId="3764556304" sldId="263"/>
        </pc:sldMkLst>
      </pc:sldChg>
      <pc:sldChg chg="add del">
        <pc:chgData name="Ms Alina Arshad" userId="cccdfd85-d35d-4453-9c6f-a463aae40722" providerId="ADAL" clId="{D4C91E6F-B9DD-440D-9732-C61CDFB6C2C8}" dt="2024-09-22T13:07:35.700" v="169" actId="47"/>
        <pc:sldMkLst>
          <pc:docMk/>
          <pc:sldMk cId="0" sldId="264"/>
        </pc:sldMkLst>
      </pc:sldChg>
      <pc:sldChg chg="add del">
        <pc:chgData name="Ms Alina Arshad" userId="cccdfd85-d35d-4453-9c6f-a463aae40722" providerId="ADAL" clId="{D4C91E6F-B9DD-440D-9732-C61CDFB6C2C8}" dt="2024-09-22T13:08:34.058" v="237" actId="47"/>
        <pc:sldMkLst>
          <pc:docMk/>
          <pc:sldMk cId="1207064355" sldId="264"/>
        </pc:sldMkLst>
      </pc:sldChg>
      <pc:sldChg chg="add del">
        <pc:chgData name="Ms Alina Arshad" userId="cccdfd85-d35d-4453-9c6f-a463aae40722" providerId="ADAL" clId="{D4C91E6F-B9DD-440D-9732-C61CDFB6C2C8}" dt="2024-09-22T13:07:35.725" v="170" actId="47"/>
        <pc:sldMkLst>
          <pc:docMk/>
          <pc:sldMk cId="1577505814" sldId="265"/>
        </pc:sldMkLst>
        <pc:spChg chg="mod">
          <ac:chgData name="Ms Alina Arshad" userId="cccdfd85-d35d-4453-9c6f-a463aae40722" providerId="ADAL" clId="{D4C91E6F-B9DD-440D-9732-C61CDFB6C2C8}" dt="2024-09-22T13:08:55.410" v="241" actId="14100"/>
          <ac:spMkLst>
            <pc:docMk/>
            <pc:sldMk cId="1577505814" sldId="265"/>
            <ac:spMk id="2" creationId="{41435336-0E45-46A6-ADEF-9EF46BC634DD}"/>
          </ac:spMkLst>
        </pc:spChg>
        <pc:spChg chg="mod">
          <ac:chgData name="Ms Alina Arshad" userId="cccdfd85-d35d-4453-9c6f-a463aae40722" providerId="ADAL" clId="{D4C91E6F-B9DD-440D-9732-C61CDFB6C2C8}" dt="2024-09-22T13:09:39.028" v="256" actId="20577"/>
          <ac:spMkLst>
            <pc:docMk/>
            <pc:sldMk cId="1577505814" sldId="265"/>
            <ac:spMk id="3" creationId="{E63F2E24-C7BF-41F5-B648-FAA96C5DE71A}"/>
          </ac:spMkLst>
        </pc:spChg>
        <pc:spChg chg="mod">
          <ac:chgData name="Ms Alina Arshad" userId="cccdfd85-d35d-4453-9c6f-a463aae40722" providerId="ADAL" clId="{D4C91E6F-B9DD-440D-9732-C61CDFB6C2C8}" dt="2024-09-22T13:15:03.116" v="266" actId="1076"/>
          <ac:spMkLst>
            <pc:docMk/>
            <pc:sldMk cId="1577505814" sldId="265"/>
            <ac:spMk id="4" creationId="{00000000-0000-0000-0000-000000000000}"/>
          </ac:spMkLst>
        </pc:spChg>
        <pc:picChg chg="mod">
          <ac:chgData name="Ms Alina Arshad" userId="cccdfd85-d35d-4453-9c6f-a463aae40722" providerId="ADAL" clId="{D4C91E6F-B9DD-440D-9732-C61CDFB6C2C8}" dt="2024-09-22T13:14:56.785" v="264" actId="1076"/>
          <ac:picMkLst>
            <pc:docMk/>
            <pc:sldMk cId="1577505814" sldId="265"/>
            <ac:picMk id="5" creationId="{28B6A947-1E80-48EF-9AA4-2B6CCB11361F}"/>
          </ac:picMkLst>
        </pc:picChg>
      </pc:sldChg>
      <pc:sldChg chg="add del">
        <pc:chgData name="Ms Alina Arshad" userId="cccdfd85-d35d-4453-9c6f-a463aae40722" providerId="ADAL" clId="{D4C91E6F-B9DD-440D-9732-C61CDFB6C2C8}" dt="2024-09-22T13:07:35.770" v="171" actId="47"/>
        <pc:sldMkLst>
          <pc:docMk/>
          <pc:sldMk cId="1582826008" sldId="266"/>
        </pc:sldMkLst>
        <pc:spChg chg="mod">
          <ac:chgData name="Ms Alina Arshad" userId="cccdfd85-d35d-4453-9c6f-a463aae40722" providerId="ADAL" clId="{D4C91E6F-B9DD-440D-9732-C61CDFB6C2C8}" dt="2024-09-22T13:19:27.669" v="311" actId="14100"/>
          <ac:spMkLst>
            <pc:docMk/>
            <pc:sldMk cId="1582826008" sldId="266"/>
            <ac:spMk id="2" creationId="{46EBB6ED-E43E-4705-8E79-74B8B05AAD23}"/>
          </ac:spMkLst>
        </pc:spChg>
        <pc:spChg chg="mod">
          <ac:chgData name="Ms Alina Arshad" userId="cccdfd85-d35d-4453-9c6f-a463aae40722" providerId="ADAL" clId="{D4C91E6F-B9DD-440D-9732-C61CDFB6C2C8}" dt="2024-09-22T13:20:12.385" v="318" actId="12"/>
          <ac:spMkLst>
            <pc:docMk/>
            <pc:sldMk cId="1582826008" sldId="266"/>
            <ac:spMk id="3" creationId="{4196CBF0-4754-427D-8A38-7DDD2A8EC7AF}"/>
          </ac:spMkLst>
        </pc:spChg>
      </pc:sldChg>
      <pc:sldChg chg="modSp add mod">
        <pc:chgData name="Ms Alina Arshad" userId="cccdfd85-d35d-4453-9c6f-a463aae40722" providerId="ADAL" clId="{D4C91E6F-B9DD-440D-9732-C61CDFB6C2C8}" dt="2024-09-22T13:23:30.753" v="355" actId="1076"/>
        <pc:sldMkLst>
          <pc:docMk/>
          <pc:sldMk cId="731299161" sldId="267"/>
        </pc:sldMkLst>
        <pc:spChg chg="mod">
          <ac:chgData name="Ms Alina Arshad" userId="cccdfd85-d35d-4453-9c6f-a463aae40722" providerId="ADAL" clId="{D4C91E6F-B9DD-440D-9732-C61CDFB6C2C8}" dt="2024-09-22T13:22:57.244" v="346" actId="207"/>
          <ac:spMkLst>
            <pc:docMk/>
            <pc:sldMk cId="731299161" sldId="267"/>
            <ac:spMk id="2" creationId="{9201C7C5-381E-4176-A65A-204F25AA8BDC}"/>
          </ac:spMkLst>
        </pc:spChg>
        <pc:spChg chg="mod">
          <ac:chgData name="Ms Alina Arshad" userId="cccdfd85-d35d-4453-9c6f-a463aae40722" providerId="ADAL" clId="{D4C91E6F-B9DD-440D-9732-C61CDFB6C2C8}" dt="2024-09-22T13:23:15.910" v="351" actId="27636"/>
          <ac:spMkLst>
            <pc:docMk/>
            <pc:sldMk cId="731299161" sldId="267"/>
            <ac:spMk id="3" creationId="{FCCFEEAF-64FB-4C56-B9BC-E9CF77168172}"/>
          </ac:spMkLst>
        </pc:spChg>
        <pc:picChg chg="mod">
          <ac:chgData name="Ms Alina Arshad" userId="cccdfd85-d35d-4453-9c6f-a463aae40722" providerId="ADAL" clId="{D4C91E6F-B9DD-440D-9732-C61CDFB6C2C8}" dt="2024-09-22T13:23:19.471" v="352" actId="1076"/>
          <ac:picMkLst>
            <pc:docMk/>
            <pc:sldMk cId="731299161" sldId="267"/>
            <ac:picMk id="5" creationId="{8353E4DA-5B96-4841-87DE-4D047CCEE14B}"/>
          </ac:picMkLst>
        </pc:picChg>
        <pc:picChg chg="mod">
          <ac:chgData name="Ms Alina Arshad" userId="cccdfd85-d35d-4453-9c6f-a463aae40722" providerId="ADAL" clId="{D4C91E6F-B9DD-440D-9732-C61CDFB6C2C8}" dt="2024-09-22T13:23:30.753" v="355" actId="1076"/>
          <ac:picMkLst>
            <pc:docMk/>
            <pc:sldMk cId="731299161" sldId="267"/>
            <ac:picMk id="7" creationId="{8F9DBF2E-B7FC-4CA0-B16C-95411F8BFBDA}"/>
          </ac:picMkLst>
        </pc:picChg>
      </pc:sldChg>
      <pc:sldChg chg="add del">
        <pc:chgData name="Ms Alina Arshad" userId="cccdfd85-d35d-4453-9c6f-a463aae40722" providerId="ADAL" clId="{D4C91E6F-B9DD-440D-9732-C61CDFB6C2C8}" dt="2024-09-22T13:07:35.851" v="173" actId="47"/>
        <pc:sldMkLst>
          <pc:docMk/>
          <pc:sldMk cId="90329638" sldId="268"/>
        </pc:sldMkLst>
        <pc:spChg chg="mod">
          <ac:chgData name="Ms Alina Arshad" userId="cccdfd85-d35d-4453-9c6f-a463aae40722" providerId="ADAL" clId="{D4C91E6F-B9DD-440D-9732-C61CDFB6C2C8}" dt="2024-09-22T13:20:29.385" v="322" actId="207"/>
          <ac:spMkLst>
            <pc:docMk/>
            <pc:sldMk cId="90329638" sldId="268"/>
            <ac:spMk id="2" creationId="{4EDE3C3C-40B3-4F0A-A7FF-AB655B1FF156}"/>
          </ac:spMkLst>
        </pc:spChg>
        <pc:picChg chg="mod">
          <ac:chgData name="Ms Alina Arshad" userId="cccdfd85-d35d-4453-9c6f-a463aae40722" providerId="ADAL" clId="{D4C91E6F-B9DD-440D-9732-C61CDFB6C2C8}" dt="2024-09-22T13:20:25.320" v="321" actId="1076"/>
          <ac:picMkLst>
            <pc:docMk/>
            <pc:sldMk cId="90329638" sldId="268"/>
            <ac:picMk id="4" creationId="{DB3C41BB-6C26-4A8B-9A8A-A3637402DEC3}"/>
          </ac:picMkLst>
        </pc:picChg>
      </pc:sldChg>
      <pc:sldChg chg="add del">
        <pc:chgData name="Ms Alina Arshad" userId="cccdfd85-d35d-4453-9c6f-a463aae40722" providerId="ADAL" clId="{D4C91E6F-B9DD-440D-9732-C61CDFB6C2C8}" dt="2024-09-22T13:07:35.883" v="174" actId="47"/>
        <pc:sldMkLst>
          <pc:docMk/>
          <pc:sldMk cId="2295129282" sldId="269"/>
        </pc:sldMkLst>
        <pc:spChg chg="mod">
          <ac:chgData name="Ms Alina Arshad" userId="cccdfd85-d35d-4453-9c6f-a463aae40722" providerId="ADAL" clId="{D4C91E6F-B9DD-440D-9732-C61CDFB6C2C8}" dt="2024-09-22T13:20:33.194" v="323" actId="207"/>
          <ac:spMkLst>
            <pc:docMk/>
            <pc:sldMk cId="2295129282" sldId="269"/>
            <ac:spMk id="2" creationId="{93C8DEF6-C2A6-4FFE-93D4-B72310FBBE69}"/>
          </ac:spMkLst>
        </pc:spChg>
        <pc:spChg chg="mod">
          <ac:chgData name="Ms Alina Arshad" userId="cccdfd85-d35d-4453-9c6f-a463aae40722" providerId="ADAL" clId="{D4C91E6F-B9DD-440D-9732-C61CDFB6C2C8}" dt="2024-09-22T13:20:54.354" v="327" actId="12"/>
          <ac:spMkLst>
            <pc:docMk/>
            <pc:sldMk cId="2295129282" sldId="269"/>
            <ac:spMk id="3" creationId="{66EFAC1E-5121-41BA-9011-3E368A014F17}"/>
          </ac:spMkLst>
        </pc:spChg>
      </pc:sldChg>
      <pc:sldChg chg="add del">
        <pc:chgData name="Ms Alina Arshad" userId="cccdfd85-d35d-4453-9c6f-a463aae40722" providerId="ADAL" clId="{D4C91E6F-B9DD-440D-9732-C61CDFB6C2C8}" dt="2024-09-22T13:07:35.915" v="175" actId="47"/>
        <pc:sldMkLst>
          <pc:docMk/>
          <pc:sldMk cId="2090315159" sldId="270"/>
        </pc:sldMkLst>
        <pc:spChg chg="del mod">
          <ac:chgData name="Ms Alina Arshad" userId="cccdfd85-d35d-4453-9c6f-a463aae40722" providerId="ADAL" clId="{D4C91E6F-B9DD-440D-9732-C61CDFB6C2C8}" dt="2024-09-22T13:21:00.410" v="329" actId="478"/>
          <ac:spMkLst>
            <pc:docMk/>
            <pc:sldMk cId="2090315159" sldId="270"/>
            <ac:spMk id="2" creationId="{0426256D-2615-4908-82AE-C041376F8B14}"/>
          </ac:spMkLst>
        </pc:spChg>
        <pc:picChg chg="mod">
          <ac:chgData name="Ms Alina Arshad" userId="cccdfd85-d35d-4453-9c6f-a463aae40722" providerId="ADAL" clId="{D4C91E6F-B9DD-440D-9732-C61CDFB6C2C8}" dt="2024-09-22T13:21:05.927" v="331" actId="14100"/>
          <ac:picMkLst>
            <pc:docMk/>
            <pc:sldMk cId="2090315159" sldId="270"/>
            <ac:picMk id="5" creationId="{25C3C4F9-7925-4068-AA4C-4E3D602F577F}"/>
          </ac:picMkLst>
        </pc:picChg>
      </pc:sldChg>
      <pc:sldChg chg="add del">
        <pc:chgData name="Ms Alina Arshad" userId="cccdfd85-d35d-4453-9c6f-a463aae40722" providerId="ADAL" clId="{D4C91E6F-B9DD-440D-9732-C61CDFB6C2C8}" dt="2024-09-22T13:07:35.946" v="176" actId="47"/>
        <pc:sldMkLst>
          <pc:docMk/>
          <pc:sldMk cId="3034138166" sldId="271"/>
        </pc:sldMkLst>
        <pc:spChg chg="mod">
          <ac:chgData name="Ms Alina Arshad" userId="cccdfd85-d35d-4453-9c6f-a463aae40722" providerId="ADAL" clId="{D4C91E6F-B9DD-440D-9732-C61CDFB6C2C8}" dt="2024-09-22T13:21:39.851" v="338" actId="207"/>
          <ac:spMkLst>
            <pc:docMk/>
            <pc:sldMk cId="3034138166" sldId="271"/>
            <ac:spMk id="2" creationId="{8C9FE61B-36F7-43C1-B94F-337BAEC25346}"/>
          </ac:spMkLst>
        </pc:spChg>
        <pc:spChg chg="mod">
          <ac:chgData name="Ms Alina Arshad" userId="cccdfd85-d35d-4453-9c6f-a463aae40722" providerId="ADAL" clId="{D4C91E6F-B9DD-440D-9732-C61CDFB6C2C8}" dt="2024-09-22T13:21:35.824" v="337" actId="12"/>
          <ac:spMkLst>
            <pc:docMk/>
            <pc:sldMk cId="3034138166" sldId="271"/>
            <ac:spMk id="3" creationId="{F4DD344C-E183-4834-ADD9-55E7821B0508}"/>
          </ac:spMkLst>
        </pc:spChg>
      </pc:sldChg>
      <pc:sldChg chg="add del">
        <pc:chgData name="Ms Alina Arshad" userId="cccdfd85-d35d-4453-9c6f-a463aae40722" providerId="ADAL" clId="{D4C91E6F-B9DD-440D-9732-C61CDFB6C2C8}" dt="2024-09-22T13:07:35.960" v="177" actId="47"/>
        <pc:sldMkLst>
          <pc:docMk/>
          <pc:sldMk cId="2504047100" sldId="272"/>
        </pc:sldMkLst>
        <pc:spChg chg="mod">
          <ac:chgData name="Ms Alina Arshad" userId="cccdfd85-d35d-4453-9c6f-a463aae40722" providerId="ADAL" clId="{D4C91E6F-B9DD-440D-9732-C61CDFB6C2C8}" dt="2024-09-22T13:25:13.354" v="360" actId="403"/>
          <ac:spMkLst>
            <pc:docMk/>
            <pc:sldMk cId="2504047100" sldId="272"/>
            <ac:spMk id="3" creationId="{63575681-B3F7-4B23-9460-6AB9C10F11E7}"/>
          </ac:spMkLst>
        </pc:spChg>
        <pc:spChg chg="mod">
          <ac:chgData name="Ms Alina Arshad" userId="cccdfd85-d35d-4453-9c6f-a463aae40722" providerId="ADAL" clId="{D4C91E6F-B9DD-440D-9732-C61CDFB6C2C8}" dt="2024-09-22T13:24:55.335" v="356" actId="207"/>
          <ac:spMkLst>
            <pc:docMk/>
            <pc:sldMk cId="2504047100" sldId="272"/>
            <ac:spMk id="6" creationId="{0D48C4BA-D3D1-40FF-B0BF-0C6BBE0932B9}"/>
          </ac:spMkLst>
        </pc:spChg>
        <pc:picChg chg="mod">
          <ac:chgData name="Ms Alina Arshad" userId="cccdfd85-d35d-4453-9c6f-a463aae40722" providerId="ADAL" clId="{D4C91E6F-B9DD-440D-9732-C61CDFB6C2C8}" dt="2024-09-22T13:25:26.652" v="363" actId="1076"/>
          <ac:picMkLst>
            <pc:docMk/>
            <pc:sldMk cId="2504047100" sldId="272"/>
            <ac:picMk id="5" creationId="{875B59C6-BD88-403C-A5A5-3503BF501A70}"/>
          </ac:picMkLst>
        </pc:picChg>
      </pc:sldChg>
      <pc:sldChg chg="modSp add mod">
        <pc:chgData name="Ms Alina Arshad" userId="cccdfd85-d35d-4453-9c6f-a463aae40722" providerId="ADAL" clId="{D4C91E6F-B9DD-440D-9732-C61CDFB6C2C8}" dt="2024-09-22T13:26:22.252" v="379" actId="1076"/>
        <pc:sldMkLst>
          <pc:docMk/>
          <pc:sldMk cId="4283755204" sldId="273"/>
        </pc:sldMkLst>
        <pc:spChg chg="mod">
          <ac:chgData name="Ms Alina Arshad" userId="cccdfd85-d35d-4453-9c6f-a463aae40722" providerId="ADAL" clId="{D4C91E6F-B9DD-440D-9732-C61CDFB6C2C8}" dt="2024-09-22T13:25:53.216" v="370" actId="2711"/>
          <ac:spMkLst>
            <pc:docMk/>
            <pc:sldMk cId="4283755204" sldId="273"/>
            <ac:spMk id="3" creationId="{480AF8B5-325E-40CD-8205-5DD4CE2045CE}"/>
          </ac:spMkLst>
        </pc:spChg>
        <pc:spChg chg="mod">
          <ac:chgData name="Ms Alina Arshad" userId="cccdfd85-d35d-4453-9c6f-a463aae40722" providerId="ADAL" clId="{D4C91E6F-B9DD-440D-9732-C61CDFB6C2C8}" dt="2024-09-22T13:26:22.252" v="379" actId="1076"/>
          <ac:spMkLst>
            <pc:docMk/>
            <pc:sldMk cId="4283755204" sldId="273"/>
            <ac:spMk id="6" creationId="{4BFD4BED-801D-42A3-8A5B-FF9C1516D72C}"/>
          </ac:spMkLst>
        </pc:spChg>
        <pc:picChg chg="mod">
          <ac:chgData name="Ms Alina Arshad" userId="cccdfd85-d35d-4453-9c6f-a463aae40722" providerId="ADAL" clId="{D4C91E6F-B9DD-440D-9732-C61CDFB6C2C8}" dt="2024-09-22T13:25:42.787" v="366" actId="1076"/>
          <ac:picMkLst>
            <pc:docMk/>
            <pc:sldMk cId="4283755204" sldId="273"/>
            <ac:picMk id="5" creationId="{D8DA8D51-5D53-44D8-AD01-9D3D3C4B8574}"/>
          </ac:picMkLst>
        </pc:picChg>
      </pc:sldChg>
      <pc:sldChg chg="add del">
        <pc:chgData name="Ms Alina Arshad" userId="cccdfd85-d35d-4453-9c6f-a463aae40722" providerId="ADAL" clId="{D4C91E6F-B9DD-440D-9732-C61CDFB6C2C8}" dt="2024-09-22T13:07:36.042" v="179" actId="47"/>
        <pc:sldMkLst>
          <pc:docMk/>
          <pc:sldMk cId="2935103945" sldId="274"/>
        </pc:sldMkLst>
        <pc:spChg chg="mod">
          <ac:chgData name="Ms Alina Arshad" userId="cccdfd85-d35d-4453-9c6f-a463aae40722" providerId="ADAL" clId="{D4C91E6F-B9DD-440D-9732-C61CDFB6C2C8}" dt="2024-09-22T13:26:29.045" v="380" actId="207"/>
          <ac:spMkLst>
            <pc:docMk/>
            <pc:sldMk cId="2935103945" sldId="274"/>
            <ac:spMk id="2" creationId="{C68223F5-F8BE-48BC-8240-78FBA46AF802}"/>
          </ac:spMkLst>
        </pc:spChg>
        <pc:spChg chg="mod">
          <ac:chgData name="Ms Alina Arshad" userId="cccdfd85-d35d-4453-9c6f-a463aae40722" providerId="ADAL" clId="{D4C91E6F-B9DD-440D-9732-C61CDFB6C2C8}" dt="2024-09-22T13:26:45.100" v="386" actId="20577"/>
          <ac:spMkLst>
            <pc:docMk/>
            <pc:sldMk cId="2935103945" sldId="274"/>
            <ac:spMk id="3" creationId="{58F9CE5B-D0D8-4F74-8E4E-CFF85A1C2C17}"/>
          </ac:spMkLst>
        </pc:spChg>
      </pc:sldChg>
      <pc:sldChg chg="modSp add mod">
        <pc:chgData name="Ms Alina Arshad" userId="cccdfd85-d35d-4453-9c6f-a463aae40722" providerId="ADAL" clId="{D4C91E6F-B9DD-440D-9732-C61CDFB6C2C8}" dt="2024-09-22T13:27:16.223" v="393" actId="1076"/>
        <pc:sldMkLst>
          <pc:docMk/>
          <pc:sldMk cId="1497646456" sldId="275"/>
        </pc:sldMkLst>
        <pc:picChg chg="mod">
          <ac:chgData name="Ms Alina Arshad" userId="cccdfd85-d35d-4453-9c6f-a463aae40722" providerId="ADAL" clId="{D4C91E6F-B9DD-440D-9732-C61CDFB6C2C8}" dt="2024-09-22T13:27:12.158" v="392" actId="1076"/>
          <ac:picMkLst>
            <pc:docMk/>
            <pc:sldMk cId="1497646456" sldId="275"/>
            <ac:picMk id="5" creationId="{0DBB2777-7016-4A01-8AF0-F96056B9FC8F}"/>
          </ac:picMkLst>
        </pc:picChg>
        <pc:picChg chg="mod">
          <ac:chgData name="Ms Alina Arshad" userId="cccdfd85-d35d-4453-9c6f-a463aae40722" providerId="ADAL" clId="{D4C91E6F-B9DD-440D-9732-C61CDFB6C2C8}" dt="2024-09-22T13:27:16.223" v="393" actId="1076"/>
          <ac:picMkLst>
            <pc:docMk/>
            <pc:sldMk cId="1497646456" sldId="275"/>
            <ac:picMk id="6" creationId="{FA9585FB-CBE2-4A52-9153-F383B3C1533C}"/>
          </ac:picMkLst>
        </pc:picChg>
      </pc:sldChg>
      <pc:sldChg chg="add del">
        <pc:chgData name="Ms Alina Arshad" userId="cccdfd85-d35d-4453-9c6f-a463aae40722" providerId="ADAL" clId="{D4C91E6F-B9DD-440D-9732-C61CDFB6C2C8}" dt="2024-09-22T13:07:36.089" v="181" actId="47"/>
        <pc:sldMkLst>
          <pc:docMk/>
          <pc:sldMk cId="3993717517" sldId="276"/>
        </pc:sldMkLst>
        <pc:spChg chg="mod">
          <ac:chgData name="Ms Alina Arshad" userId="cccdfd85-d35d-4453-9c6f-a463aae40722" providerId="ADAL" clId="{D4C91E6F-B9DD-440D-9732-C61CDFB6C2C8}" dt="2024-09-22T13:27:41.415" v="397" actId="207"/>
          <ac:spMkLst>
            <pc:docMk/>
            <pc:sldMk cId="3993717517" sldId="276"/>
            <ac:spMk id="2" creationId="{781791DC-0148-40EC-85C5-4A802374F13F}"/>
          </ac:spMkLst>
        </pc:spChg>
        <pc:spChg chg="mod">
          <ac:chgData name="Ms Alina Arshad" userId="cccdfd85-d35d-4453-9c6f-a463aae40722" providerId="ADAL" clId="{D4C91E6F-B9DD-440D-9732-C61CDFB6C2C8}" dt="2024-09-22T13:27:50.921" v="399" actId="403"/>
          <ac:spMkLst>
            <pc:docMk/>
            <pc:sldMk cId="3993717517" sldId="276"/>
            <ac:spMk id="3" creationId="{31A7AFD5-81DA-4DED-AD8C-F310D4820705}"/>
          </ac:spMkLst>
        </pc:spChg>
      </pc:sldChg>
      <pc:sldChg chg="add del">
        <pc:chgData name="Ms Alina Arshad" userId="cccdfd85-d35d-4453-9c6f-a463aae40722" providerId="ADAL" clId="{D4C91E6F-B9DD-440D-9732-C61CDFB6C2C8}" dt="2024-09-22T13:07:36.120" v="182" actId="47"/>
        <pc:sldMkLst>
          <pc:docMk/>
          <pc:sldMk cId="0" sldId="277"/>
        </pc:sldMkLst>
      </pc:sldChg>
      <pc:sldChg chg="add del">
        <pc:chgData name="Ms Alina Arshad" userId="cccdfd85-d35d-4453-9c6f-a463aae40722" providerId="ADAL" clId="{D4C91E6F-B9DD-440D-9732-C61CDFB6C2C8}" dt="2024-09-22T13:07:36.158" v="183" actId="47"/>
        <pc:sldMkLst>
          <pc:docMk/>
          <pc:sldMk cId="2668593764" sldId="278"/>
        </pc:sldMkLst>
        <pc:spChg chg="mod">
          <ac:chgData name="Ms Alina Arshad" userId="cccdfd85-d35d-4453-9c6f-a463aae40722" providerId="ADAL" clId="{D4C91E6F-B9DD-440D-9732-C61CDFB6C2C8}" dt="2024-09-22T13:27:26.932" v="394" actId="207"/>
          <ac:spMkLst>
            <pc:docMk/>
            <pc:sldMk cId="2668593764" sldId="278"/>
            <ac:spMk id="2" creationId="{E5F7AB3E-208B-4CED-8A8F-7FD72405664D}"/>
          </ac:spMkLst>
        </pc:spChg>
        <pc:spChg chg="mod">
          <ac:chgData name="Ms Alina Arshad" userId="cccdfd85-d35d-4453-9c6f-a463aae40722" providerId="ADAL" clId="{D4C91E6F-B9DD-440D-9732-C61CDFB6C2C8}" dt="2024-09-22T13:27:35.494" v="396" actId="2711"/>
          <ac:spMkLst>
            <pc:docMk/>
            <pc:sldMk cId="2668593764" sldId="278"/>
            <ac:spMk id="3" creationId="{49F9FC7E-9E3B-42F7-B653-B264FCCAE9D8}"/>
          </ac:spMkLst>
        </pc:spChg>
      </pc:sldChg>
      <pc:sldChg chg="del">
        <pc:chgData name="Ms Alina Arshad" userId="cccdfd85-d35d-4453-9c6f-a463aae40722" providerId="ADAL" clId="{D4C91E6F-B9DD-440D-9732-C61CDFB6C2C8}" dt="2024-09-22T13:07:37.093" v="211" actId="47"/>
        <pc:sldMkLst>
          <pc:docMk/>
          <pc:sldMk cId="1325985888" sldId="279"/>
        </pc:sldMkLst>
      </pc:sldChg>
      <pc:sldChg chg="modSp add mod">
        <pc:chgData name="Ms Alina Arshad" userId="cccdfd85-d35d-4453-9c6f-a463aae40722" providerId="ADAL" clId="{D4C91E6F-B9DD-440D-9732-C61CDFB6C2C8}" dt="2024-09-22T13:07:58.843" v="228" actId="27636"/>
        <pc:sldMkLst>
          <pc:docMk/>
          <pc:sldMk cId="3703048629" sldId="279"/>
        </pc:sldMkLst>
        <pc:spChg chg="mod">
          <ac:chgData name="Ms Alina Arshad" userId="cccdfd85-d35d-4453-9c6f-a463aae40722" providerId="ADAL" clId="{D4C91E6F-B9DD-440D-9732-C61CDFB6C2C8}" dt="2024-09-22T13:07:58.843" v="228" actId="27636"/>
          <ac:spMkLst>
            <pc:docMk/>
            <pc:sldMk cId="3703048629" sldId="279"/>
            <ac:spMk id="3" creationId="{14C2275F-EEF7-4B46-8F23-7E6682716D48}"/>
          </ac:spMkLst>
        </pc:spChg>
      </pc:sldChg>
      <pc:sldChg chg="add del">
        <pc:chgData name="Ms Alina Arshad" userId="cccdfd85-d35d-4453-9c6f-a463aae40722" providerId="ADAL" clId="{D4C91E6F-B9DD-440D-9732-C61CDFB6C2C8}" dt="2024-09-22T13:02:21.183" v="130" actId="47"/>
        <pc:sldMkLst>
          <pc:docMk/>
          <pc:sldMk cId="1821615422" sldId="280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3605066316" sldId="281"/>
        </pc:sldMkLst>
      </pc:sldChg>
      <pc:sldChg chg="add del">
        <pc:chgData name="Ms Alina Arshad" userId="cccdfd85-d35d-4453-9c6f-a463aae40722" providerId="ADAL" clId="{D4C91E6F-B9DD-440D-9732-C61CDFB6C2C8}" dt="2024-09-22T13:07:36.223" v="185" actId="47"/>
        <pc:sldMkLst>
          <pc:docMk/>
          <pc:sldMk cId="24697311" sldId="282"/>
        </pc:sldMkLst>
      </pc:sldChg>
      <pc:sldChg chg="modSp add mod">
        <pc:chgData name="Ms Alina Arshad" userId="cccdfd85-d35d-4453-9c6f-a463aae40722" providerId="ADAL" clId="{D4C91E6F-B9DD-440D-9732-C61CDFB6C2C8}" dt="2024-09-22T13:26:58.544" v="388" actId="14100"/>
        <pc:sldMkLst>
          <pc:docMk/>
          <pc:sldMk cId="3289392637" sldId="283"/>
        </pc:sldMkLst>
        <pc:picChg chg="mod">
          <ac:chgData name="Ms Alina Arshad" userId="cccdfd85-d35d-4453-9c6f-a463aae40722" providerId="ADAL" clId="{D4C91E6F-B9DD-440D-9732-C61CDFB6C2C8}" dt="2024-09-22T13:26:58.544" v="388" actId="14100"/>
          <ac:picMkLst>
            <pc:docMk/>
            <pc:sldMk cId="3289392637" sldId="283"/>
            <ac:picMk id="5" creationId="{E9364447-0905-4016-B0E8-FD9646A14B14}"/>
          </ac:picMkLst>
        </pc:picChg>
      </pc:sldChg>
      <pc:sldChg chg="add del">
        <pc:chgData name="Ms Alina Arshad" userId="cccdfd85-d35d-4453-9c6f-a463aae40722" providerId="ADAL" clId="{D4C91E6F-B9DD-440D-9732-C61CDFB6C2C8}" dt="2024-09-22T13:07:36.291" v="187" actId="47"/>
        <pc:sldMkLst>
          <pc:docMk/>
          <pc:sldMk cId="800652809" sldId="284"/>
        </pc:sldMkLst>
      </pc:sldChg>
      <pc:sldChg chg="add del">
        <pc:chgData name="Ms Alina Arshad" userId="cccdfd85-d35d-4453-9c6f-a463aae40722" providerId="ADAL" clId="{D4C91E6F-B9DD-440D-9732-C61CDFB6C2C8}" dt="2024-09-22T13:07:36.322" v="188" actId="47"/>
        <pc:sldMkLst>
          <pc:docMk/>
          <pc:sldMk cId="1402144616" sldId="285"/>
        </pc:sldMkLst>
        <pc:spChg chg="mo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2" creationId="{2F6CB8CE-8AA3-4A30-80C4-4E7895E4B350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6" creationId="{4E4490D0-3672-446A-AC12-B4830333BDDD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7" creationId="{39CB82C2-DF65-4EC1-8280-F201D50F570B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9" creationId="{4E4490D0-3672-446A-AC12-B4830333BDDD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0" creationId="{FA4CD5CB-D209-4D70-8CA4-629731C59219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1" creationId="{39CB82C2-DF65-4EC1-8280-F201D50F570B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4" creationId="{B4C27B90-DF2B-4D00-BA07-18ED774CD2F1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5" creationId="{FA4CD5CB-D209-4D70-8CA4-629731C59219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6" creationId="{593ACC25-C262-417A-8AA9-0641C772BDB6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9" creationId="{B4C27B90-DF2B-4D00-BA07-18ED774CD2F1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21" creationId="{593ACC25-C262-417A-8AA9-0641C772BDB6}"/>
          </ac:spMkLst>
        </pc:spChg>
        <pc:picChg chg="mod">
          <ac:chgData name="Ms Alina Arshad" userId="cccdfd85-d35d-4453-9c6f-a463aae40722" providerId="ADAL" clId="{D4C91E6F-B9DD-440D-9732-C61CDFB6C2C8}" dt="2024-09-22T13:16:44.250" v="292" actId="1076"/>
          <ac:picMkLst>
            <pc:docMk/>
            <pc:sldMk cId="1402144616" sldId="285"/>
            <ac:picMk id="4" creationId="{2D2785FA-9ADF-4C9B-A0F6-034810D10C6E}"/>
          </ac:picMkLst>
        </pc:picChg>
        <pc:cxnChg chg="add">
          <ac:chgData name="Ms Alina Arshad" userId="cccdfd85-d35d-4453-9c6f-a463aae40722" providerId="ADAL" clId="{D4C91E6F-B9DD-440D-9732-C61CDFB6C2C8}" dt="2024-09-22T13:16:35.790" v="290" actId="26606"/>
          <ac:cxnSpMkLst>
            <pc:docMk/>
            <pc:sldMk cId="1402144616" sldId="285"/>
            <ac:cxnSpMk id="8" creationId="{7E1D4427-852B-4B37-8E76-0E9F1810BA2A}"/>
          </ac:cxnSpMkLst>
        </pc:cxnChg>
        <pc:cxnChg chg="add">
          <ac:chgData name="Ms Alina Arshad" userId="cccdfd85-d35d-4453-9c6f-a463aae40722" providerId="ADAL" clId="{D4C91E6F-B9DD-440D-9732-C61CDFB6C2C8}" dt="2024-09-22T13:16:35.790" v="290" actId="26606"/>
          <ac:cxnSpMkLst>
            <pc:docMk/>
            <pc:sldMk cId="1402144616" sldId="285"/>
            <ac:cxnSpMk id="12" creationId="{5C6A2BAE-B461-4B55-8E1F-0722ABDD1393}"/>
          </ac:cxnSpMkLst>
        </pc:cxnChg>
        <pc:cxnChg chg="add del">
          <ac:chgData name="Ms Alina Arshad" userId="cccdfd85-d35d-4453-9c6f-a463aae40722" providerId="ADAL" clId="{D4C91E6F-B9DD-440D-9732-C61CDFB6C2C8}" dt="2024-09-22T13:16:32.257" v="289" actId="26606"/>
          <ac:cxnSpMkLst>
            <pc:docMk/>
            <pc:sldMk cId="1402144616" sldId="285"/>
            <ac:cxnSpMk id="13" creationId="{7E1D4427-852B-4B37-8E76-0E9F1810BA2A}"/>
          </ac:cxnSpMkLst>
        </pc:cxnChg>
        <pc:cxnChg chg="add del">
          <ac:chgData name="Ms Alina Arshad" userId="cccdfd85-d35d-4453-9c6f-a463aae40722" providerId="ADAL" clId="{D4C91E6F-B9DD-440D-9732-C61CDFB6C2C8}" dt="2024-09-22T13:16:32.257" v="289" actId="26606"/>
          <ac:cxnSpMkLst>
            <pc:docMk/>
            <pc:sldMk cId="1402144616" sldId="285"/>
            <ac:cxnSpMk id="17" creationId="{5C6A2BAE-B461-4B55-8E1F-0722ABDD1393}"/>
          </ac:cxnSpMkLst>
        </pc:cxnChg>
      </pc:sldChg>
      <pc:sldChg chg="add del">
        <pc:chgData name="Ms Alina Arshad" userId="cccdfd85-d35d-4453-9c6f-a463aae40722" providerId="ADAL" clId="{D4C91E6F-B9DD-440D-9732-C61CDFB6C2C8}" dt="2024-09-22T13:07:36.353" v="189" actId="47"/>
        <pc:sldMkLst>
          <pc:docMk/>
          <pc:sldMk cId="0" sldId="286"/>
        </pc:sldMkLst>
      </pc:sldChg>
      <pc:sldChg chg="delSp modSp add mod">
        <pc:chgData name="Ms Alina Arshad" userId="cccdfd85-d35d-4453-9c6f-a463aae40722" providerId="ADAL" clId="{D4C91E6F-B9DD-440D-9732-C61CDFB6C2C8}" dt="2024-09-22T13:28:42.450" v="404" actId="1076"/>
        <pc:sldMkLst>
          <pc:docMk/>
          <pc:sldMk cId="3229345964" sldId="287"/>
        </pc:sldMkLst>
        <pc:spChg chg="del">
          <ac:chgData name="Ms Alina Arshad" userId="cccdfd85-d35d-4453-9c6f-a463aae40722" providerId="ADAL" clId="{D4C91E6F-B9DD-440D-9732-C61CDFB6C2C8}" dt="2024-09-22T13:28:32.954" v="400" actId="478"/>
          <ac:spMkLst>
            <pc:docMk/>
            <pc:sldMk cId="3229345964" sldId="287"/>
            <ac:spMk id="2" creationId="{5DA081F5-16CF-4CA2-A173-0E030024A636}"/>
          </ac:spMkLst>
        </pc:spChg>
        <pc:picChg chg="mod">
          <ac:chgData name="Ms Alina Arshad" userId="cccdfd85-d35d-4453-9c6f-a463aae40722" providerId="ADAL" clId="{D4C91E6F-B9DD-440D-9732-C61CDFB6C2C8}" dt="2024-09-22T13:28:42.450" v="404" actId="1076"/>
          <ac:picMkLst>
            <pc:docMk/>
            <pc:sldMk cId="3229345964" sldId="287"/>
            <ac:picMk id="5" creationId="{8EF4BFF1-87E0-4AF5-83CA-F11370D161B8}"/>
          </ac:picMkLst>
        </pc:pic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2002870935" sldId="288"/>
        </pc:sldMkLst>
      </pc:sldChg>
      <pc:sldChg chg="add del">
        <pc:chgData name="Ms Alina Arshad" userId="cccdfd85-d35d-4453-9c6f-a463aae40722" providerId="ADAL" clId="{D4C91E6F-B9DD-440D-9732-C61CDFB6C2C8}" dt="2024-09-22T13:07:36.456" v="192" actId="47"/>
        <pc:sldMkLst>
          <pc:docMk/>
          <pc:sldMk cId="0" sldId="289"/>
        </pc:sldMkLst>
      </pc:sldChg>
      <pc:sldChg chg="add del">
        <pc:chgData name="Ms Alina Arshad" userId="cccdfd85-d35d-4453-9c6f-a463aae40722" providerId="ADAL" clId="{D4C91E6F-B9DD-440D-9732-C61CDFB6C2C8}" dt="2024-09-22T13:07:36.475" v="193" actId="47"/>
        <pc:sldMkLst>
          <pc:docMk/>
          <pc:sldMk cId="0" sldId="290"/>
        </pc:sldMkLst>
      </pc:sldChg>
      <pc:sldChg chg="add del">
        <pc:chgData name="Ms Alina Arshad" userId="cccdfd85-d35d-4453-9c6f-a463aae40722" providerId="ADAL" clId="{D4C91E6F-B9DD-440D-9732-C61CDFB6C2C8}" dt="2024-09-22T13:07:36.517" v="194" actId="47"/>
        <pc:sldMkLst>
          <pc:docMk/>
          <pc:sldMk cId="0" sldId="291"/>
        </pc:sldMkLst>
      </pc:sldChg>
      <pc:sldChg chg="add del">
        <pc:chgData name="Ms Alina Arshad" userId="cccdfd85-d35d-4453-9c6f-a463aae40722" providerId="ADAL" clId="{D4C91E6F-B9DD-440D-9732-C61CDFB6C2C8}" dt="2024-09-22T13:07:36.562" v="195" actId="47"/>
        <pc:sldMkLst>
          <pc:docMk/>
          <pc:sldMk cId="0" sldId="292"/>
        </pc:sldMkLst>
      </pc:sldChg>
      <pc:sldChg chg="add del">
        <pc:chgData name="Ms Alina Arshad" userId="cccdfd85-d35d-4453-9c6f-a463aae40722" providerId="ADAL" clId="{D4C91E6F-B9DD-440D-9732-C61CDFB6C2C8}" dt="2024-09-22T13:07:36.605" v="196" actId="47"/>
        <pc:sldMkLst>
          <pc:docMk/>
          <pc:sldMk cId="0" sldId="293"/>
        </pc:sldMkLst>
      </pc:sldChg>
      <pc:sldChg chg="add del">
        <pc:chgData name="Ms Alina Arshad" userId="cccdfd85-d35d-4453-9c6f-a463aae40722" providerId="ADAL" clId="{D4C91E6F-B9DD-440D-9732-C61CDFB6C2C8}" dt="2024-09-22T13:07:36.636" v="197" actId="47"/>
        <pc:sldMkLst>
          <pc:docMk/>
          <pc:sldMk cId="0" sldId="294"/>
        </pc:sldMkLst>
      </pc:sldChg>
      <pc:sldChg chg="add del">
        <pc:chgData name="Ms Alina Arshad" userId="cccdfd85-d35d-4453-9c6f-a463aae40722" providerId="ADAL" clId="{D4C91E6F-B9DD-440D-9732-C61CDFB6C2C8}" dt="2024-09-22T13:07:36.651" v="198" actId="47"/>
        <pc:sldMkLst>
          <pc:docMk/>
          <pc:sldMk cId="0" sldId="295"/>
        </pc:sldMkLst>
      </pc:sldChg>
      <pc:sldChg chg="add del">
        <pc:chgData name="Ms Alina Arshad" userId="cccdfd85-d35d-4453-9c6f-a463aae40722" providerId="ADAL" clId="{D4C91E6F-B9DD-440D-9732-C61CDFB6C2C8}" dt="2024-09-22T13:07:36.673" v="199" actId="47"/>
        <pc:sldMkLst>
          <pc:docMk/>
          <pc:sldMk cId="0" sldId="296"/>
        </pc:sldMkLst>
      </pc:sldChg>
      <pc:sldChg chg="add del">
        <pc:chgData name="Ms Alina Arshad" userId="cccdfd85-d35d-4453-9c6f-a463aae40722" providerId="ADAL" clId="{D4C91E6F-B9DD-440D-9732-C61CDFB6C2C8}" dt="2024-09-22T13:07:36.722" v="200" actId="47"/>
        <pc:sldMkLst>
          <pc:docMk/>
          <pc:sldMk cId="0" sldId="297"/>
        </pc:sldMkLst>
      </pc:sldChg>
      <pc:sldChg chg="add del">
        <pc:chgData name="Ms Alina Arshad" userId="cccdfd85-d35d-4453-9c6f-a463aae40722" providerId="ADAL" clId="{D4C91E6F-B9DD-440D-9732-C61CDFB6C2C8}" dt="2024-09-22T13:07:36.760" v="201" actId="47"/>
        <pc:sldMkLst>
          <pc:docMk/>
          <pc:sldMk cId="0" sldId="298"/>
        </pc:sldMkLst>
      </pc:sldChg>
      <pc:sldChg chg="add del">
        <pc:chgData name="Ms Alina Arshad" userId="cccdfd85-d35d-4453-9c6f-a463aae40722" providerId="ADAL" clId="{D4C91E6F-B9DD-440D-9732-C61CDFB6C2C8}" dt="2024-09-22T13:07:36.791" v="202" actId="47"/>
        <pc:sldMkLst>
          <pc:docMk/>
          <pc:sldMk cId="0" sldId="299"/>
        </pc:sldMkLst>
      </pc:sldChg>
      <pc:sldChg chg="add del">
        <pc:chgData name="Ms Alina Arshad" userId="cccdfd85-d35d-4453-9c6f-a463aae40722" providerId="ADAL" clId="{D4C91E6F-B9DD-440D-9732-C61CDFB6C2C8}" dt="2024-09-22T13:07:36.806" v="203" actId="47"/>
        <pc:sldMkLst>
          <pc:docMk/>
          <pc:sldMk cId="0" sldId="300"/>
        </pc:sldMkLst>
      </pc:sldChg>
      <pc:sldChg chg="add del">
        <pc:chgData name="Ms Alina Arshad" userId="cccdfd85-d35d-4453-9c6f-a463aae40722" providerId="ADAL" clId="{D4C91E6F-B9DD-440D-9732-C61CDFB6C2C8}" dt="2024-09-22T13:07:36.854" v="204" actId="47"/>
        <pc:sldMkLst>
          <pc:docMk/>
          <pc:sldMk cId="0" sldId="301"/>
        </pc:sldMkLst>
      </pc:sldChg>
      <pc:sldChg chg="add del">
        <pc:chgData name="Ms Alina Arshad" userId="cccdfd85-d35d-4453-9c6f-a463aae40722" providerId="ADAL" clId="{D4C91E6F-B9DD-440D-9732-C61CDFB6C2C8}" dt="2024-09-22T13:07:36.887" v="205" actId="47"/>
        <pc:sldMkLst>
          <pc:docMk/>
          <pc:sldMk cId="0" sldId="302"/>
        </pc:sldMkLst>
      </pc:sldChg>
      <pc:sldChg chg="add del">
        <pc:chgData name="Ms Alina Arshad" userId="cccdfd85-d35d-4453-9c6f-a463aae40722" providerId="ADAL" clId="{D4C91E6F-B9DD-440D-9732-C61CDFB6C2C8}" dt="2024-09-22T13:07:36.945" v="206" actId="47"/>
        <pc:sldMkLst>
          <pc:docMk/>
          <pc:sldMk cId="0" sldId="303"/>
        </pc:sldMkLst>
      </pc:sldChg>
      <pc:sldChg chg="add del">
        <pc:chgData name="Ms Alina Arshad" userId="cccdfd85-d35d-4453-9c6f-a463aae40722" providerId="ADAL" clId="{D4C91E6F-B9DD-440D-9732-C61CDFB6C2C8}" dt="2024-09-22T13:07:36.961" v="207" actId="47"/>
        <pc:sldMkLst>
          <pc:docMk/>
          <pc:sldMk cId="0" sldId="304"/>
        </pc:sldMkLst>
      </pc:sldChg>
      <pc:sldChg chg="add del">
        <pc:chgData name="Ms Alina Arshad" userId="cccdfd85-d35d-4453-9c6f-a463aae40722" providerId="ADAL" clId="{D4C91E6F-B9DD-440D-9732-C61CDFB6C2C8}" dt="2024-09-22T13:07:36.976" v="208" actId="47"/>
        <pc:sldMkLst>
          <pc:docMk/>
          <pc:sldMk cId="0" sldId="305"/>
        </pc:sldMkLst>
      </pc:sldChg>
      <pc:sldChg chg="add del">
        <pc:chgData name="Ms Alina Arshad" userId="cccdfd85-d35d-4453-9c6f-a463aae40722" providerId="ADAL" clId="{D4C91E6F-B9DD-440D-9732-C61CDFB6C2C8}" dt="2024-09-22T13:07:37.046" v="209" actId="47"/>
        <pc:sldMkLst>
          <pc:docMk/>
          <pc:sldMk cId="0" sldId="306"/>
        </pc:sldMkLst>
      </pc:sldChg>
      <pc:sldChg chg="add del">
        <pc:chgData name="Ms Alina Arshad" userId="cccdfd85-d35d-4453-9c6f-a463aae40722" providerId="ADAL" clId="{D4C91E6F-B9DD-440D-9732-C61CDFB6C2C8}" dt="2024-09-22T13:07:37.078" v="210" actId="47"/>
        <pc:sldMkLst>
          <pc:docMk/>
          <pc:sldMk cId="0" sldId="307"/>
        </pc:sldMkLst>
      </pc:sldChg>
      <pc:sldChg chg="del">
        <pc:chgData name="Ms Alina Arshad" userId="cccdfd85-d35d-4453-9c6f-a463aae40722" providerId="ADAL" clId="{D4C91E6F-B9DD-440D-9732-C61CDFB6C2C8}" dt="2024-09-22T13:00:34.514" v="22" actId="47"/>
        <pc:sldMkLst>
          <pc:docMk/>
          <pc:sldMk cId="3233864465" sldId="338"/>
        </pc:sldMkLst>
      </pc:sldChg>
      <pc:sldChg chg="del">
        <pc:chgData name="Ms Alina Arshad" userId="cccdfd85-d35d-4453-9c6f-a463aae40722" providerId="ADAL" clId="{D4C91E6F-B9DD-440D-9732-C61CDFB6C2C8}" dt="2024-09-22T13:00:34.573" v="24" actId="47"/>
        <pc:sldMkLst>
          <pc:docMk/>
          <pc:sldMk cId="1267034377" sldId="339"/>
        </pc:sldMkLst>
      </pc:sldChg>
      <pc:sldChg chg="del">
        <pc:chgData name="Ms Alina Arshad" userId="cccdfd85-d35d-4453-9c6f-a463aae40722" providerId="ADAL" clId="{D4C91E6F-B9DD-440D-9732-C61CDFB6C2C8}" dt="2024-09-22T13:00:35.285" v="26" actId="47"/>
        <pc:sldMkLst>
          <pc:docMk/>
          <pc:sldMk cId="2400815569" sldId="340"/>
        </pc:sldMkLst>
      </pc:sldChg>
      <pc:sldChg chg="del">
        <pc:chgData name="Ms Alina Arshad" userId="cccdfd85-d35d-4453-9c6f-a463aae40722" providerId="ADAL" clId="{D4C91E6F-B9DD-440D-9732-C61CDFB6C2C8}" dt="2024-09-22T13:00:35.591" v="28" actId="47"/>
        <pc:sldMkLst>
          <pc:docMk/>
          <pc:sldMk cId="1204309406" sldId="341"/>
        </pc:sldMkLst>
      </pc:sldChg>
      <pc:sldChg chg="del">
        <pc:chgData name="Ms Alina Arshad" userId="cccdfd85-d35d-4453-9c6f-a463aae40722" providerId="ADAL" clId="{D4C91E6F-B9DD-440D-9732-C61CDFB6C2C8}" dt="2024-09-22T13:00:34.459" v="20" actId="47"/>
        <pc:sldMkLst>
          <pc:docMk/>
          <pc:sldMk cId="96607437" sldId="34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47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2036508356" sldId="348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132290220" sldId="349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448686030" sldId="350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3109540881" sldId="351"/>
        </pc:sldMkLst>
      </pc:sldChg>
      <pc:sldChg chg="modSp add mod">
        <pc:chgData name="Ms Alina Arshad" userId="cccdfd85-d35d-4453-9c6f-a463aae40722" providerId="ADAL" clId="{D4C91E6F-B9DD-440D-9732-C61CDFB6C2C8}" dt="2024-09-22T13:07:58.869" v="229" actId="27636"/>
        <pc:sldMkLst>
          <pc:docMk/>
          <pc:sldMk cId="0" sldId="352"/>
        </pc:sldMkLst>
        <pc:spChg chg="mod">
          <ac:chgData name="Ms Alina Arshad" userId="cccdfd85-d35d-4453-9c6f-a463aae40722" providerId="ADAL" clId="{D4C91E6F-B9DD-440D-9732-C61CDFB6C2C8}" dt="2024-09-22T13:07:58.869" v="229" actId="27636"/>
          <ac:spMkLst>
            <pc:docMk/>
            <pc:sldMk cId="0" sldId="352"/>
            <ac:spMk id="64516" creationId="{D2D679A3-2E8D-4632-948B-DAF7F009B134}"/>
          </ac:spMkLst>
        </pc:sp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3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4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5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7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68"/>
        </pc:sldMkLst>
      </pc:sldChg>
      <pc:sldChg chg="modSp add mod">
        <pc:chgData name="Ms Alina Arshad" userId="cccdfd85-d35d-4453-9c6f-a463aae40722" providerId="ADAL" clId="{D4C91E6F-B9DD-440D-9732-C61CDFB6C2C8}" dt="2024-09-22T13:07:58.878" v="231" actId="27636"/>
        <pc:sldMkLst>
          <pc:docMk/>
          <pc:sldMk cId="0" sldId="369"/>
        </pc:sldMkLst>
        <pc:spChg chg="mod">
          <ac:chgData name="Ms Alina Arshad" userId="cccdfd85-d35d-4453-9c6f-a463aae40722" providerId="ADAL" clId="{D4C91E6F-B9DD-440D-9732-C61CDFB6C2C8}" dt="2024-09-22T13:07:58.878" v="231" actId="27636"/>
          <ac:spMkLst>
            <pc:docMk/>
            <pc:sldMk cId="0" sldId="369"/>
            <ac:spMk id="81924" creationId="{68248C69-9332-4A99-BC0A-14F57C4D99DE}"/>
          </ac:spMkLst>
        </pc:spChg>
      </pc:sldChg>
      <pc:sldChg chg="modSp add mod">
        <pc:chgData name="Ms Alina Arshad" userId="cccdfd85-d35d-4453-9c6f-a463aae40722" providerId="ADAL" clId="{D4C91E6F-B9DD-440D-9732-C61CDFB6C2C8}" dt="2024-09-22T13:07:58.875" v="230" actId="27636"/>
        <pc:sldMkLst>
          <pc:docMk/>
          <pc:sldMk cId="0" sldId="370"/>
        </pc:sldMkLst>
        <pc:spChg chg="mod">
          <ac:chgData name="Ms Alina Arshad" userId="cccdfd85-d35d-4453-9c6f-a463aae40722" providerId="ADAL" clId="{D4C91E6F-B9DD-440D-9732-C61CDFB6C2C8}" dt="2024-09-22T13:07:58.875" v="230" actId="27636"/>
          <ac:spMkLst>
            <pc:docMk/>
            <pc:sldMk cId="0" sldId="370"/>
            <ac:spMk id="77828" creationId="{AE58D6A9-2268-4B9B-B644-43B75570DBA9}"/>
          </ac:spMkLst>
        </pc:sp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71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7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9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96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1634129650" sldId="397"/>
        </pc:sldMkLst>
      </pc:sldChg>
      <pc:sldChg chg="modSp add mod">
        <pc:chgData name="Ms Alina Arshad" userId="cccdfd85-d35d-4453-9c6f-a463aae40722" providerId="ADAL" clId="{D4C91E6F-B9DD-440D-9732-C61CDFB6C2C8}" dt="2024-09-22T13:15:46.580" v="277" actId="14100"/>
        <pc:sldMkLst>
          <pc:docMk/>
          <pc:sldMk cId="818196387" sldId="398"/>
        </pc:sldMkLst>
        <pc:spChg chg="mod">
          <ac:chgData name="Ms Alina Arshad" userId="cccdfd85-d35d-4453-9c6f-a463aae40722" providerId="ADAL" clId="{D4C91E6F-B9DD-440D-9732-C61CDFB6C2C8}" dt="2024-09-22T13:15:12.286" v="267" actId="207"/>
          <ac:spMkLst>
            <pc:docMk/>
            <pc:sldMk cId="818196387" sldId="398"/>
            <ac:spMk id="2" creationId="{41435336-0E45-46A6-ADEF-9EF46BC634DD}"/>
          </ac:spMkLst>
        </pc:spChg>
        <pc:spChg chg="mod">
          <ac:chgData name="Ms Alina Arshad" userId="cccdfd85-d35d-4453-9c6f-a463aae40722" providerId="ADAL" clId="{D4C91E6F-B9DD-440D-9732-C61CDFB6C2C8}" dt="2024-09-22T13:15:46.580" v="277" actId="14100"/>
          <ac:spMkLst>
            <pc:docMk/>
            <pc:sldMk cId="818196387" sldId="398"/>
            <ac:spMk id="4" creationId="{00000000-0000-0000-0000-000000000000}"/>
          </ac:spMkLst>
        </pc:spChg>
        <pc:picChg chg="mod">
          <ac:chgData name="Ms Alina Arshad" userId="cccdfd85-d35d-4453-9c6f-a463aae40722" providerId="ADAL" clId="{D4C91E6F-B9DD-440D-9732-C61CDFB6C2C8}" dt="2024-09-22T13:15:42.498" v="276" actId="1076"/>
          <ac:picMkLst>
            <pc:docMk/>
            <pc:sldMk cId="818196387" sldId="398"/>
            <ac:picMk id="6" creationId="{00000000-0000-0000-0000-000000000000}"/>
          </ac:picMkLst>
        </pc:picChg>
      </pc:sldChg>
      <pc:sldChg chg="modSp add mod">
        <pc:chgData name="Ms Alina Arshad" userId="cccdfd85-d35d-4453-9c6f-a463aae40722" providerId="ADAL" clId="{D4C91E6F-B9DD-440D-9732-C61CDFB6C2C8}" dt="2024-09-22T13:16:05.241" v="284" actId="403"/>
        <pc:sldMkLst>
          <pc:docMk/>
          <pc:sldMk cId="3016557581" sldId="399"/>
        </pc:sldMkLst>
        <pc:spChg chg="mod">
          <ac:chgData name="Ms Alina Arshad" userId="cccdfd85-d35d-4453-9c6f-a463aae40722" providerId="ADAL" clId="{D4C91E6F-B9DD-440D-9732-C61CDFB6C2C8}" dt="2024-09-22T13:15:51.562" v="278" actId="207"/>
          <ac:spMkLst>
            <pc:docMk/>
            <pc:sldMk cId="3016557581" sldId="399"/>
            <ac:spMk id="2" creationId="{E2B52054-9130-4CB7-BA10-54AC86DB3C4E}"/>
          </ac:spMkLst>
        </pc:spChg>
        <pc:spChg chg="mod">
          <ac:chgData name="Ms Alina Arshad" userId="cccdfd85-d35d-4453-9c6f-a463aae40722" providerId="ADAL" clId="{D4C91E6F-B9DD-440D-9732-C61CDFB6C2C8}" dt="2024-09-22T13:16:05.241" v="284" actId="403"/>
          <ac:spMkLst>
            <pc:docMk/>
            <pc:sldMk cId="3016557581" sldId="399"/>
            <ac:spMk id="3" creationId="{0EA14083-9FE5-4604-AE9D-7238164721FE}"/>
          </ac:spMkLst>
        </pc:spChg>
      </pc:sldChg>
      <pc:sldChg chg="modSp add mod">
        <pc:chgData name="Ms Alina Arshad" userId="cccdfd85-d35d-4453-9c6f-a463aae40722" providerId="ADAL" clId="{D4C91E6F-B9DD-440D-9732-C61CDFB6C2C8}" dt="2024-09-22T13:17:35.564" v="306" actId="33524"/>
        <pc:sldMkLst>
          <pc:docMk/>
          <pc:sldMk cId="778265951" sldId="400"/>
        </pc:sldMkLst>
        <pc:spChg chg="mod">
          <ac:chgData name="Ms Alina Arshad" userId="cccdfd85-d35d-4453-9c6f-a463aae40722" providerId="ADAL" clId="{D4C91E6F-B9DD-440D-9732-C61CDFB6C2C8}" dt="2024-09-22T13:17:02.083" v="296" actId="207"/>
          <ac:spMkLst>
            <pc:docMk/>
            <pc:sldMk cId="778265951" sldId="400"/>
            <ac:spMk id="2" creationId="{81D18A18-D626-433C-BD10-286086DF62BE}"/>
          </ac:spMkLst>
        </pc:spChg>
        <pc:spChg chg="mod">
          <ac:chgData name="Ms Alina Arshad" userId="cccdfd85-d35d-4453-9c6f-a463aae40722" providerId="ADAL" clId="{D4C91E6F-B9DD-440D-9732-C61CDFB6C2C8}" dt="2024-09-22T13:17:35.564" v="306" actId="33524"/>
          <ac:spMkLst>
            <pc:docMk/>
            <pc:sldMk cId="778265951" sldId="400"/>
            <ac:spMk id="3" creationId="{F5F3CEE5-C73D-4116-87E2-1842D15B8EF7}"/>
          </ac:spMkLst>
        </pc:spChg>
        <pc:picChg chg="mod">
          <ac:chgData name="Ms Alina Arshad" userId="cccdfd85-d35d-4453-9c6f-a463aae40722" providerId="ADAL" clId="{D4C91E6F-B9DD-440D-9732-C61CDFB6C2C8}" dt="2024-09-22T13:17:28.856" v="305" actId="1076"/>
          <ac:picMkLst>
            <pc:docMk/>
            <pc:sldMk cId="778265951" sldId="400"/>
            <ac:picMk id="5" creationId="{13889469-74D1-4332-9F10-768E2A51287B}"/>
          </ac:picMkLst>
        </pc:picChg>
      </pc:sldChg>
      <pc:sldChg chg="modSp add mod">
        <pc:chgData name="Ms Alina Arshad" userId="cccdfd85-d35d-4453-9c6f-a463aae40722" providerId="ADAL" clId="{D4C91E6F-B9DD-440D-9732-C61CDFB6C2C8}" dt="2024-09-22T13:21:58.553" v="341" actId="14100"/>
        <pc:sldMkLst>
          <pc:docMk/>
          <pc:sldMk cId="978211767" sldId="401"/>
        </pc:sldMkLst>
        <pc:spChg chg="mod">
          <ac:chgData name="Ms Alina Arshad" userId="cccdfd85-d35d-4453-9c6f-a463aae40722" providerId="ADAL" clId="{D4C91E6F-B9DD-440D-9732-C61CDFB6C2C8}" dt="2024-09-22T13:21:46.534" v="339" actId="207"/>
          <ac:spMkLst>
            <pc:docMk/>
            <pc:sldMk cId="978211767" sldId="401"/>
            <ac:spMk id="2" creationId="{144233A4-E56A-464D-B33A-A1504BF17870}"/>
          </ac:spMkLst>
        </pc:spChg>
        <pc:spChg chg="mod">
          <ac:chgData name="Ms Alina Arshad" userId="cccdfd85-d35d-4453-9c6f-a463aae40722" providerId="ADAL" clId="{D4C91E6F-B9DD-440D-9732-C61CDFB6C2C8}" dt="2024-09-22T13:21:58.553" v="341" actId="14100"/>
          <ac:spMkLst>
            <pc:docMk/>
            <pc:sldMk cId="978211767" sldId="401"/>
            <ac:spMk id="3" creationId="{E937F355-7669-4EAF-9A89-20F10222BF5D}"/>
          </ac:spMkLst>
        </pc:spChg>
      </pc:sldChg>
      <pc:sldChg chg="modSp add mod">
        <pc:chgData name="Ms Alina Arshad" userId="cccdfd85-d35d-4453-9c6f-a463aae40722" providerId="ADAL" clId="{D4C91E6F-B9DD-440D-9732-C61CDFB6C2C8}" dt="2024-09-22T13:22:20.742" v="345" actId="207"/>
        <pc:sldMkLst>
          <pc:docMk/>
          <pc:sldMk cId="20141498" sldId="402"/>
        </pc:sldMkLst>
        <pc:spChg chg="mod">
          <ac:chgData name="Ms Alina Arshad" userId="cccdfd85-d35d-4453-9c6f-a463aae40722" providerId="ADAL" clId="{D4C91E6F-B9DD-440D-9732-C61CDFB6C2C8}" dt="2024-09-22T13:22:20.742" v="345" actId="207"/>
          <ac:spMkLst>
            <pc:docMk/>
            <pc:sldMk cId="20141498" sldId="402"/>
            <ac:spMk id="2" creationId="{D639E78D-B438-402C-80B5-31FC5FB10F7F}"/>
          </ac:spMkLst>
        </pc:spChg>
        <pc:spChg chg="mod">
          <ac:chgData name="Ms Alina Arshad" userId="cccdfd85-d35d-4453-9c6f-a463aae40722" providerId="ADAL" clId="{D4C91E6F-B9DD-440D-9732-C61CDFB6C2C8}" dt="2024-09-22T13:22:16.676" v="344" actId="2711"/>
          <ac:spMkLst>
            <pc:docMk/>
            <pc:sldMk cId="20141498" sldId="402"/>
            <ac:spMk id="3" creationId="{2EA2AE38-5155-482E-84CB-CC5042136080}"/>
          </ac:spMkLst>
        </pc:spChg>
      </pc:sldChg>
    </pc:docChg>
  </pc:docChgLst>
  <pc:docChgLst>
    <pc:chgData name="Ms Alina Arshad" userId="cccdfd85-d35d-4453-9c6f-a463aae40722" providerId="ADAL" clId="{AD184B4B-0CF3-4D88-AFEA-77665C37DC41}"/>
    <pc:docChg chg="undo custSel addSld delSld modSld sldOrd">
      <pc:chgData name="Ms Alina Arshad" userId="cccdfd85-d35d-4453-9c6f-a463aae40722" providerId="ADAL" clId="{AD184B4B-0CF3-4D88-AFEA-77665C37DC41}" dt="2024-10-07T14:53:18.370" v="664" actId="20577"/>
      <pc:docMkLst>
        <pc:docMk/>
      </pc:docMkLst>
      <pc:sldChg chg="modSp mod">
        <pc:chgData name="Ms Alina Arshad" userId="cccdfd85-d35d-4453-9c6f-a463aae40722" providerId="ADAL" clId="{AD184B4B-0CF3-4D88-AFEA-77665C37DC41}" dt="2024-10-01T14:08:05.980" v="476" actId="404"/>
        <pc:sldMkLst>
          <pc:docMk/>
          <pc:sldMk cId="3322361034" sldId="256"/>
        </pc:sldMkLst>
        <pc:spChg chg="mod">
          <ac:chgData name="Ms Alina Arshad" userId="cccdfd85-d35d-4453-9c6f-a463aae40722" providerId="ADAL" clId="{AD184B4B-0CF3-4D88-AFEA-77665C37DC41}" dt="2024-10-01T14:08:05.980" v="476" actId="404"/>
          <ac:spMkLst>
            <pc:docMk/>
            <pc:sldMk cId="3322361034" sldId="256"/>
            <ac:spMk id="3" creationId="{44E9F82C-BBA7-3495-1097-BEDB54FFFDF4}"/>
          </ac:spMkLst>
        </pc:spChg>
      </pc:sldChg>
      <pc:sldChg chg="addSp delSp modSp add mod">
        <pc:chgData name="Ms Alina Arshad" userId="cccdfd85-d35d-4453-9c6f-a463aae40722" providerId="ADAL" clId="{AD184B4B-0CF3-4D88-AFEA-77665C37DC41}" dt="2024-10-06T13:07:38.994" v="580" actId="1038"/>
        <pc:sldMkLst>
          <pc:docMk/>
          <pc:sldMk cId="0" sldId="257"/>
        </pc:sldMkLst>
        <pc:spChg chg="mod">
          <ac:chgData name="Ms Alina Arshad" userId="cccdfd85-d35d-4453-9c6f-a463aae40722" providerId="ADAL" clId="{AD184B4B-0CF3-4D88-AFEA-77665C37DC41}" dt="2024-10-06T13:07:38.994" v="580" actId="1038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AD184B4B-0CF3-4D88-AFEA-77665C37DC41}" dt="2024-10-06T13:07:28.261" v="566" actId="1035"/>
          <ac:spMkLst>
            <pc:docMk/>
            <pc:sldMk cId="0" sldId="257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5:26:47.165" v="477" actId="20577"/>
        <pc:sldMkLst>
          <pc:docMk/>
          <pc:sldMk cId="0" sldId="258"/>
        </pc:sldMkLst>
        <pc:spChg chg="mod">
          <ac:chgData name="Ms Alina Arshad" userId="cccdfd85-d35d-4453-9c6f-a463aae40722" providerId="ADAL" clId="{AD184B4B-0CF3-4D88-AFEA-77665C37DC41}" dt="2024-10-01T12:55:10.748" v="37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5:26:47.165" v="477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5:27:06.873" v="479" actId="1076"/>
        <pc:sldMkLst>
          <pc:docMk/>
          <pc:sldMk cId="0" sldId="259"/>
        </pc:sldMkLst>
        <pc:picChg chg="mod">
          <ac:chgData name="Ms Alina Arshad" userId="cccdfd85-d35d-4453-9c6f-a463aae40722" providerId="ADAL" clId="{AD184B4B-0CF3-4D88-AFEA-77665C37DC41}" dt="2024-10-01T15:27:06.873" v="479" actId="1076"/>
          <ac:picMkLst>
            <pc:docMk/>
            <pc:sldMk cId="0" sldId="259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AD184B4B-0CF3-4D88-AFEA-77665C37DC41}" dt="2024-10-01T15:34:39.687" v="484" actId="20577"/>
        <pc:sldMkLst>
          <pc:docMk/>
          <pc:sldMk cId="0" sldId="260"/>
        </pc:sldMkLst>
        <pc:spChg chg="mod">
          <ac:chgData name="Ms Alina Arshad" userId="cccdfd85-d35d-4453-9c6f-a463aae40722" providerId="ADAL" clId="{AD184B4B-0CF3-4D88-AFEA-77665C37DC41}" dt="2024-10-01T12:56:27.166" v="65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5:34:39.687" v="484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3:00:54.474" v="144" actId="1076"/>
        <pc:sldMkLst>
          <pc:docMk/>
          <pc:sldMk cId="0" sldId="261"/>
        </pc:sldMkLst>
        <pc:spChg chg="mod">
          <ac:chgData name="Ms Alina Arshad" userId="cccdfd85-d35d-4453-9c6f-a463aae40722" providerId="ADAL" clId="{AD184B4B-0CF3-4D88-AFEA-77665C37DC41}" dt="2024-10-01T13:00:34.969" v="137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00:54.474" v="144" actId="1076"/>
          <ac:spMkLst>
            <pc:docMk/>
            <pc:sldMk cId="0" sldId="261"/>
            <ac:spMk id="4" creationId="{00000000-0000-0000-0000-000000000000}"/>
          </ac:spMkLst>
        </pc:spChg>
        <pc:picChg chg="mod">
          <ac:chgData name="Ms Alina Arshad" userId="cccdfd85-d35d-4453-9c6f-a463aae40722" providerId="ADAL" clId="{AD184B4B-0CF3-4D88-AFEA-77665C37DC41}" dt="2024-10-01T13:00:51.183" v="143" actId="14100"/>
          <ac:picMkLst>
            <pc:docMk/>
            <pc:sldMk cId="0" sldId="261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6T15:28:43.114" v="596" actId="1076"/>
        <pc:sldMkLst>
          <pc:docMk/>
          <pc:sldMk cId="0" sldId="262"/>
        </pc:sldMkLst>
        <pc:spChg chg="mod">
          <ac:chgData name="Ms Alina Arshad" userId="cccdfd85-d35d-4453-9c6f-a463aae40722" providerId="ADAL" clId="{AD184B4B-0CF3-4D88-AFEA-77665C37DC41}" dt="2024-10-01T13:01:13.641" v="150" actId="14100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AD184B4B-0CF3-4D88-AFEA-77665C37DC41}" dt="2024-10-01T13:02:37.800" v="180" actId="478"/>
          <ac:spMkLst>
            <pc:docMk/>
            <pc:sldMk cId="0" sldId="262"/>
            <ac:spMk id="7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6T15:28:37.471" v="595" actId="1076"/>
          <ac:spMkLst>
            <pc:docMk/>
            <pc:sldMk cId="0" sldId="262"/>
            <ac:spMk id="8" creationId="{00000000-0000-0000-0000-000000000000}"/>
          </ac:spMkLst>
        </pc:spChg>
        <pc:spChg chg="add mod">
          <ac:chgData name="Ms Alina Arshad" userId="cccdfd85-d35d-4453-9c6f-a463aae40722" providerId="ADAL" clId="{AD184B4B-0CF3-4D88-AFEA-77665C37DC41}" dt="2024-10-06T15:28:43.114" v="596" actId="1076"/>
          <ac:spMkLst>
            <pc:docMk/>
            <pc:sldMk cId="0" sldId="262"/>
            <ac:spMk id="11" creationId="{2509622A-3BA6-6953-439A-8A41E00ECEA6}"/>
          </ac:spMkLst>
        </pc:spChg>
        <pc:grpChg chg="add del mod">
          <ac:chgData name="Ms Alina Arshad" userId="cccdfd85-d35d-4453-9c6f-a463aae40722" providerId="ADAL" clId="{AD184B4B-0CF3-4D88-AFEA-77665C37DC41}" dt="2024-10-06T15:28:23.862" v="592" actId="1076"/>
          <ac:grpSpMkLst>
            <pc:docMk/>
            <pc:sldMk cId="0" sldId="262"/>
            <ac:grpSpMk id="3" creationId="{00000000-0000-0000-0000-000000000000}"/>
          </ac:grpSpMkLst>
        </pc:grpChg>
        <pc:picChg chg="mod">
          <ac:chgData name="Ms Alina Arshad" userId="cccdfd85-d35d-4453-9c6f-a463aae40722" providerId="ADAL" clId="{AD184B4B-0CF3-4D88-AFEA-77665C37DC41}" dt="2024-10-06T15:28:27.139" v="593" actId="1076"/>
          <ac:picMkLst>
            <pc:docMk/>
            <pc:sldMk cId="0" sldId="262"/>
            <ac:picMk id="9" creationId="{00000000-0000-0000-0000-000000000000}"/>
          </ac:picMkLst>
        </pc:picChg>
      </pc:sldChg>
      <pc:sldChg chg="delSp modSp add mod">
        <pc:chgData name="Ms Alina Arshad" userId="cccdfd85-d35d-4453-9c6f-a463aae40722" providerId="ADAL" clId="{AD184B4B-0CF3-4D88-AFEA-77665C37DC41}" dt="2024-10-06T15:32:58.563" v="607" actId="15"/>
        <pc:sldMkLst>
          <pc:docMk/>
          <pc:sldMk cId="0" sldId="263"/>
        </pc:sldMkLst>
        <pc:spChg chg="mod">
          <ac:chgData name="Ms Alina Arshad" userId="cccdfd85-d35d-4453-9c6f-a463aae40722" providerId="ADAL" clId="{AD184B4B-0CF3-4D88-AFEA-77665C37DC41}" dt="2024-10-01T13:23:42.894" v="183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6T15:32:58.563" v="607" actId="15"/>
          <ac:spMkLst>
            <pc:docMk/>
            <pc:sldMk cId="0" sldId="263"/>
            <ac:spMk id="7" creationId="{00000000-0000-0000-0000-000000000000}"/>
          </ac:spMkLst>
        </pc:spChg>
        <pc:grpChg chg="del">
          <ac:chgData name="Ms Alina Arshad" userId="cccdfd85-d35d-4453-9c6f-a463aae40722" providerId="ADAL" clId="{AD184B4B-0CF3-4D88-AFEA-77665C37DC41}" dt="2024-10-01T13:23:57.524" v="187" actId="478"/>
          <ac:grpSpMkLst>
            <pc:docMk/>
            <pc:sldMk cId="0" sldId="263"/>
            <ac:grpSpMk id="3" creationId="{00000000-0000-0000-0000-000000000000}"/>
          </ac:grpSpMkLst>
        </pc:grpChg>
      </pc:sldChg>
      <pc:sldChg chg="modSp add mod">
        <pc:chgData name="Ms Alina Arshad" userId="cccdfd85-d35d-4453-9c6f-a463aae40722" providerId="ADAL" clId="{AD184B4B-0CF3-4D88-AFEA-77665C37DC41}" dt="2024-10-06T15:34:44.095" v="614" actId="20577"/>
        <pc:sldMkLst>
          <pc:docMk/>
          <pc:sldMk cId="0" sldId="264"/>
        </pc:sldMkLst>
        <pc:spChg chg="mod">
          <ac:chgData name="Ms Alina Arshad" userId="cccdfd85-d35d-4453-9c6f-a463aae40722" providerId="ADAL" clId="{AD184B4B-0CF3-4D88-AFEA-77665C37DC41}" dt="2024-10-01T13:25:17.907" v="212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6T15:34:44.095" v="614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3:31:39.089" v="316" actId="1076"/>
        <pc:sldMkLst>
          <pc:docMk/>
          <pc:sldMk cId="0" sldId="265"/>
        </pc:sldMkLst>
        <pc:spChg chg="mod">
          <ac:chgData name="Ms Alina Arshad" userId="cccdfd85-d35d-4453-9c6f-a463aae40722" providerId="ADAL" clId="{AD184B4B-0CF3-4D88-AFEA-77665C37DC41}" dt="2024-10-01T13:27:17.158" v="246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1:39.089" v="316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1:21.750" v="313" actId="1076"/>
          <ac:spMkLst>
            <pc:docMk/>
            <pc:sldMk cId="0" sldId="265"/>
            <ac:spMk id="7" creationId="{00000000-0000-0000-0000-000000000000}"/>
          </ac:spMkLst>
        </pc:spChg>
        <pc:grpChg chg="mod">
          <ac:chgData name="Ms Alina Arshad" userId="cccdfd85-d35d-4453-9c6f-a463aae40722" providerId="ADAL" clId="{AD184B4B-0CF3-4D88-AFEA-77665C37DC41}" dt="2024-10-01T13:27:32.316" v="275" actId="1076"/>
          <ac:grpSpMkLst>
            <pc:docMk/>
            <pc:sldMk cId="0" sldId="265"/>
            <ac:grpSpMk id="3" creationId="{00000000-0000-0000-0000-000000000000}"/>
          </ac:grpSpMkLst>
        </pc:grpChg>
        <pc:grpChg chg="mod">
          <ac:chgData name="Ms Alina Arshad" userId="cccdfd85-d35d-4453-9c6f-a463aae40722" providerId="ADAL" clId="{AD184B4B-0CF3-4D88-AFEA-77665C37DC41}" dt="2024-10-01T13:27:26.833" v="273" actId="1036"/>
          <ac:grpSpMkLst>
            <pc:docMk/>
            <pc:sldMk cId="0" sldId="265"/>
            <ac:grpSpMk id="8" creationId="{00000000-0000-0000-0000-000000000000}"/>
          </ac:grpSpMkLst>
        </pc:grpChg>
      </pc:sldChg>
      <pc:sldChg chg="delSp modSp add mod">
        <pc:chgData name="Ms Alina Arshad" userId="cccdfd85-d35d-4453-9c6f-a463aae40722" providerId="ADAL" clId="{AD184B4B-0CF3-4D88-AFEA-77665C37DC41}" dt="2024-10-01T13:57:24.117" v="329" actId="1076"/>
        <pc:sldMkLst>
          <pc:docMk/>
          <pc:sldMk cId="0" sldId="266"/>
        </pc:sldMkLst>
        <pc:spChg chg="mod">
          <ac:chgData name="Ms Alina Arshad" userId="cccdfd85-d35d-4453-9c6f-a463aae40722" providerId="ADAL" clId="{AD184B4B-0CF3-4D88-AFEA-77665C37DC41}" dt="2024-10-01T13:28:09.910" v="285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6:42.043" v="317" actId="207"/>
          <ac:spMkLst>
            <pc:docMk/>
            <pc:sldMk cId="0" sldId="266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3:57:01.043" v="321" actId="478"/>
          <ac:spMkLst>
            <pc:docMk/>
            <pc:sldMk cId="0" sldId="266"/>
            <ac:spMk id="5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7:24.117" v="329" actId="1076"/>
          <ac:spMkLst>
            <pc:docMk/>
            <pc:sldMk cId="0" sldId="266"/>
            <ac:spMk id="7" creationId="{00000000-0000-0000-0000-000000000000}"/>
          </ac:spMkLst>
        </pc:spChg>
        <pc:grpChg chg="del mod">
          <ac:chgData name="Ms Alina Arshad" userId="cccdfd85-d35d-4453-9c6f-a463aae40722" providerId="ADAL" clId="{AD184B4B-0CF3-4D88-AFEA-77665C37DC41}" dt="2024-10-01T13:57:01.043" v="321" actId="478"/>
          <ac:grpSpMkLst>
            <pc:docMk/>
            <pc:sldMk cId="0" sldId="266"/>
            <ac:grpSpMk id="4" creationId="{00000000-0000-0000-0000-000000000000}"/>
          </ac:grpSpMkLst>
        </pc:grpChg>
        <pc:picChg chg="mod topLvl">
          <ac:chgData name="Ms Alina Arshad" userId="cccdfd85-d35d-4453-9c6f-a463aae40722" providerId="ADAL" clId="{AD184B4B-0CF3-4D88-AFEA-77665C37DC41}" dt="2024-10-01T13:57:20.612" v="328" actId="1076"/>
          <ac:picMkLst>
            <pc:docMk/>
            <pc:sldMk cId="0" sldId="266"/>
            <ac:picMk id="6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7T14:47:03.560" v="618" actId="20577"/>
        <pc:sldMkLst>
          <pc:docMk/>
          <pc:sldMk cId="0" sldId="267"/>
        </pc:sldMkLst>
        <pc:spChg chg="mod">
          <ac:chgData name="Ms Alina Arshad" userId="cccdfd85-d35d-4453-9c6f-a463aae40722" providerId="ADAL" clId="{AD184B4B-0CF3-4D88-AFEA-77665C37DC41}" dt="2024-10-01T13:59:26.397" v="368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47:03.560" v="618" actId="20577"/>
          <ac:spMkLst>
            <pc:docMk/>
            <pc:sldMk cId="0" sldId="267"/>
            <ac:spMk id="3" creationId="{00000000-0000-0000-0000-000000000000}"/>
          </ac:spMkLst>
        </pc:spChg>
        <pc:spChg chg="del mod topLvl">
          <ac:chgData name="Ms Alina Arshad" userId="cccdfd85-d35d-4453-9c6f-a463aae40722" providerId="ADAL" clId="{AD184B4B-0CF3-4D88-AFEA-77665C37DC41}" dt="2024-10-01T13:58:20.058" v="344" actId="478"/>
          <ac:spMkLst>
            <pc:docMk/>
            <pc:sldMk cId="0" sldId="267"/>
            <ac:spMk id="7" creationId="{00000000-0000-0000-0000-000000000000}"/>
          </ac:spMkLst>
        </pc:spChg>
        <pc:grpChg chg="add del mod">
          <ac:chgData name="Ms Alina Arshad" userId="cccdfd85-d35d-4453-9c6f-a463aae40722" providerId="ADAL" clId="{AD184B4B-0CF3-4D88-AFEA-77665C37DC41}" dt="2024-10-01T13:58:20.058" v="344" actId="478"/>
          <ac:grpSpMkLst>
            <pc:docMk/>
            <pc:sldMk cId="0" sldId="267"/>
            <ac:grpSpMk id="4" creationId="{00000000-0000-0000-0000-000000000000}"/>
          </ac:grpSpMkLst>
        </pc:grpChg>
        <pc:picChg chg="del">
          <ac:chgData name="Ms Alina Arshad" userId="cccdfd85-d35d-4453-9c6f-a463aae40722" providerId="ADAL" clId="{AD184B4B-0CF3-4D88-AFEA-77665C37DC41}" dt="2024-10-01T13:57:58.291" v="338" actId="478"/>
          <ac:picMkLst>
            <pc:docMk/>
            <pc:sldMk cId="0" sldId="267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3:58:26.739" v="348" actId="1076"/>
          <ac:picMkLst>
            <pc:docMk/>
            <pc:sldMk cId="0" sldId="267"/>
            <ac:picMk id="6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7T14:49:12.046" v="634" actId="20577"/>
        <pc:sldMkLst>
          <pc:docMk/>
          <pc:sldMk cId="0" sldId="268"/>
        </pc:sldMkLst>
        <pc:spChg chg="mod">
          <ac:chgData name="Ms Alina Arshad" userId="cccdfd85-d35d-4453-9c6f-a463aae40722" providerId="ADAL" clId="{AD184B4B-0CF3-4D88-AFEA-77665C37DC41}" dt="2024-10-01T13:59:56.983" v="376" actId="113"/>
          <ac:spMkLst>
            <pc:docMk/>
            <pc:sldMk cId="0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49:12.046" v="634" actId="20577"/>
          <ac:spMkLst>
            <pc:docMk/>
            <pc:sldMk cId="0" sldId="268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4:01:04.580" v="411" actId="478"/>
          <ac:spMkLst>
            <pc:docMk/>
            <pc:sldMk cId="0" sldId="268"/>
            <ac:spMk id="7" creationId="{00000000-0000-0000-0000-000000000000}"/>
          </ac:spMkLst>
        </pc:spChg>
        <pc:grpChg chg="add del">
          <ac:chgData name="Ms Alina Arshad" userId="cccdfd85-d35d-4453-9c6f-a463aae40722" providerId="ADAL" clId="{AD184B4B-0CF3-4D88-AFEA-77665C37DC41}" dt="2024-10-01T14:01:04.580" v="411" actId="478"/>
          <ac:grpSpMkLst>
            <pc:docMk/>
            <pc:sldMk cId="0" sldId="268"/>
            <ac:grpSpMk id="4" creationId="{00000000-0000-0000-0000-000000000000}"/>
          </ac:grpSpMkLst>
        </pc:grpChg>
        <pc:picChg chg="del">
          <ac:chgData name="Ms Alina Arshad" userId="cccdfd85-d35d-4453-9c6f-a463aae40722" providerId="ADAL" clId="{AD184B4B-0CF3-4D88-AFEA-77665C37DC41}" dt="2024-10-01T14:00:56.714" v="408" actId="478"/>
          <ac:picMkLst>
            <pc:docMk/>
            <pc:sldMk cId="0" sldId="268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4:01:14.991" v="415" actId="1076"/>
          <ac:picMkLst>
            <pc:docMk/>
            <pc:sldMk cId="0" sldId="268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AD184B4B-0CF3-4D88-AFEA-77665C37DC41}" dt="2024-10-07T14:50:11.823" v="641" actId="20577"/>
        <pc:sldMkLst>
          <pc:docMk/>
          <pc:sldMk cId="0" sldId="269"/>
        </pc:sldMkLst>
        <pc:spChg chg="mod">
          <ac:chgData name="Ms Alina Arshad" userId="cccdfd85-d35d-4453-9c6f-a463aae40722" providerId="ADAL" clId="{AD184B4B-0CF3-4D88-AFEA-77665C37DC41}" dt="2024-10-01T14:01:30.015" v="421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0:11.823" v="641" actId="20577"/>
          <ac:spMkLst>
            <pc:docMk/>
            <pc:sldMk cId="0" sldId="269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4:02:25.429" v="451" actId="478"/>
          <ac:spMkLst>
            <pc:docMk/>
            <pc:sldMk cId="0" sldId="269"/>
            <ac:spMk id="7" creationId="{00000000-0000-0000-0000-000000000000}"/>
          </ac:spMkLst>
        </pc:spChg>
        <pc:grpChg chg="del mod">
          <ac:chgData name="Ms Alina Arshad" userId="cccdfd85-d35d-4453-9c6f-a463aae40722" providerId="ADAL" clId="{AD184B4B-0CF3-4D88-AFEA-77665C37DC41}" dt="2024-10-01T14:02:25.429" v="451" actId="478"/>
          <ac:grpSpMkLst>
            <pc:docMk/>
            <pc:sldMk cId="0" sldId="269"/>
            <ac:grpSpMk id="4" creationId="{00000000-0000-0000-0000-000000000000}"/>
          </ac:grpSpMkLst>
        </pc:grpChg>
        <pc:picChg chg="del mod">
          <ac:chgData name="Ms Alina Arshad" userId="cccdfd85-d35d-4453-9c6f-a463aae40722" providerId="ADAL" clId="{AD184B4B-0CF3-4D88-AFEA-77665C37DC41}" dt="2024-10-01T14:02:21.558" v="450" actId="478"/>
          <ac:picMkLst>
            <pc:docMk/>
            <pc:sldMk cId="0" sldId="269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4:02:32.106" v="454" actId="1076"/>
          <ac:picMkLst>
            <pc:docMk/>
            <pc:sldMk cId="0" sldId="269"/>
            <ac:picMk id="6" creationId="{00000000-0000-0000-0000-000000000000}"/>
          </ac:picMkLst>
        </pc:picChg>
      </pc:sldChg>
      <pc:sldChg chg="modSp add mod">
        <pc:chgData name="Ms Alina Arshad" userId="cccdfd85-d35d-4453-9c6f-a463aae40722" providerId="ADAL" clId="{AD184B4B-0CF3-4D88-AFEA-77665C37DC41}" dt="2024-10-07T14:50:44.500" v="647" actId="20577"/>
        <pc:sldMkLst>
          <pc:docMk/>
          <pc:sldMk cId="0" sldId="270"/>
        </pc:sldMkLst>
        <pc:spChg chg="mod">
          <ac:chgData name="Ms Alina Arshad" userId="cccdfd85-d35d-4453-9c6f-a463aae40722" providerId="ADAL" clId="{AD184B4B-0CF3-4D88-AFEA-77665C37DC41}" dt="2024-10-05T06:10:19.654" v="489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0:44.500" v="647" actId="20577"/>
          <ac:spMkLst>
            <pc:docMk/>
            <pc:sldMk cId="0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7T14:51:38.980" v="655" actId="113"/>
        <pc:sldMkLst>
          <pc:docMk/>
          <pc:sldMk cId="0" sldId="271"/>
        </pc:sldMkLst>
        <pc:spChg chg="mod">
          <ac:chgData name="Ms Alina Arshad" userId="cccdfd85-d35d-4453-9c6f-a463aae40722" providerId="ADAL" clId="{AD184B4B-0CF3-4D88-AFEA-77665C37DC41}" dt="2024-10-07T14:51:38.980" v="655" actId="113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1:30.715" v="654" actId="20577"/>
          <ac:spMkLst>
            <pc:docMk/>
            <pc:sldMk cId="0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7T14:53:18.370" v="664" actId="20577"/>
        <pc:sldMkLst>
          <pc:docMk/>
          <pc:sldMk cId="0" sldId="272"/>
        </pc:sldMkLst>
        <pc:spChg chg="mod">
          <ac:chgData name="Ms Alina Arshad" userId="cccdfd85-d35d-4453-9c6f-a463aae40722" providerId="ADAL" clId="{AD184B4B-0CF3-4D88-AFEA-77665C37DC41}" dt="2024-10-05T06:18:28.445" v="523" actId="113"/>
          <ac:spMkLst>
            <pc:docMk/>
            <pc:sldMk cId="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3:18.370" v="664" actId="20577"/>
          <ac:spMkLst>
            <pc:docMk/>
            <pc:sldMk cId="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AD184B4B-0CF3-4D88-AFEA-77665C37DC41}" dt="2024-10-01T12:57:25.028" v="94" actId="47"/>
        <pc:sldMkLst>
          <pc:docMk/>
          <pc:sldMk cId="3703048629" sldId="279"/>
        </pc:sldMkLst>
      </pc:sldChg>
      <pc:sldChg chg="del">
        <pc:chgData name="Ms Alina Arshad" userId="cccdfd85-d35d-4453-9c6f-a463aae40722" providerId="ADAL" clId="{AD184B4B-0CF3-4D88-AFEA-77665C37DC41}" dt="2024-10-01T12:57:25.764" v="95" actId="47"/>
        <pc:sldMkLst>
          <pc:docMk/>
          <pc:sldMk cId="1821615422" sldId="280"/>
        </pc:sldMkLst>
      </pc:sldChg>
      <pc:sldChg chg="del">
        <pc:chgData name="Ms Alina Arshad" userId="cccdfd85-d35d-4453-9c6f-a463aae40722" providerId="ADAL" clId="{AD184B4B-0CF3-4D88-AFEA-77665C37DC41}" dt="2024-10-01T12:57:26.817" v="97" actId="47"/>
        <pc:sldMkLst>
          <pc:docMk/>
          <pc:sldMk cId="3605066316" sldId="281"/>
        </pc:sldMkLst>
      </pc:sldChg>
      <pc:sldChg chg="del">
        <pc:chgData name="Ms Alina Arshad" userId="cccdfd85-d35d-4453-9c6f-a463aae40722" providerId="ADAL" clId="{AD184B4B-0CF3-4D88-AFEA-77665C37DC41}" dt="2024-10-01T12:57:27.073" v="98" actId="47"/>
        <pc:sldMkLst>
          <pc:docMk/>
          <pc:sldMk cId="24697311" sldId="282"/>
        </pc:sldMkLst>
      </pc:sldChg>
      <pc:sldChg chg="del">
        <pc:chgData name="Ms Alina Arshad" userId="cccdfd85-d35d-4453-9c6f-a463aae40722" providerId="ADAL" clId="{AD184B4B-0CF3-4D88-AFEA-77665C37DC41}" dt="2024-10-01T12:57:28.572" v="103" actId="47"/>
        <pc:sldMkLst>
          <pc:docMk/>
          <pc:sldMk cId="800652809" sldId="284"/>
        </pc:sldMkLst>
      </pc:sldChg>
      <pc:sldChg chg="del">
        <pc:chgData name="Ms Alina Arshad" userId="cccdfd85-d35d-4453-9c6f-a463aae40722" providerId="ADAL" clId="{AD184B4B-0CF3-4D88-AFEA-77665C37DC41}" dt="2024-10-01T12:57:26.310" v="96" actId="47"/>
        <pc:sldMkLst>
          <pc:docMk/>
          <pc:sldMk cId="2002870935" sldId="288"/>
        </pc:sldMkLst>
      </pc:sldChg>
      <pc:sldChg chg="del">
        <pc:chgData name="Ms Alina Arshad" userId="cccdfd85-d35d-4453-9c6f-a463aae40722" providerId="ADAL" clId="{AD184B4B-0CF3-4D88-AFEA-77665C37DC41}" dt="2024-10-01T12:57:24.591" v="93" actId="47"/>
        <pc:sldMkLst>
          <pc:docMk/>
          <pc:sldMk cId="0" sldId="347"/>
        </pc:sldMkLst>
      </pc:sldChg>
      <pc:sldChg chg="del">
        <pc:chgData name="Ms Alina Arshad" userId="cccdfd85-d35d-4453-9c6f-a463aae40722" providerId="ADAL" clId="{AD184B4B-0CF3-4D88-AFEA-77665C37DC41}" dt="2024-10-01T12:57:27.720" v="99" actId="47"/>
        <pc:sldMkLst>
          <pc:docMk/>
          <pc:sldMk cId="2036508356" sldId="348"/>
        </pc:sldMkLst>
      </pc:sldChg>
      <pc:sldChg chg="del">
        <pc:chgData name="Ms Alina Arshad" userId="cccdfd85-d35d-4453-9c6f-a463aae40722" providerId="ADAL" clId="{AD184B4B-0CF3-4D88-AFEA-77665C37DC41}" dt="2024-10-01T12:57:27.938" v="100" actId="47"/>
        <pc:sldMkLst>
          <pc:docMk/>
          <pc:sldMk cId="132290220" sldId="349"/>
        </pc:sldMkLst>
      </pc:sldChg>
      <pc:sldChg chg="del">
        <pc:chgData name="Ms Alina Arshad" userId="cccdfd85-d35d-4453-9c6f-a463aae40722" providerId="ADAL" clId="{AD184B4B-0CF3-4D88-AFEA-77665C37DC41}" dt="2024-10-01T12:57:28.358" v="102" actId="47"/>
        <pc:sldMkLst>
          <pc:docMk/>
          <pc:sldMk cId="448686030" sldId="350"/>
        </pc:sldMkLst>
      </pc:sldChg>
      <pc:sldChg chg="del">
        <pc:chgData name="Ms Alina Arshad" userId="cccdfd85-d35d-4453-9c6f-a463aae40722" providerId="ADAL" clId="{AD184B4B-0CF3-4D88-AFEA-77665C37DC41}" dt="2024-10-01T12:57:28.175" v="101" actId="47"/>
        <pc:sldMkLst>
          <pc:docMk/>
          <pc:sldMk cId="3109540881" sldId="351"/>
        </pc:sldMkLst>
      </pc:sldChg>
      <pc:sldChg chg="del">
        <pc:chgData name="Ms Alina Arshad" userId="cccdfd85-d35d-4453-9c6f-a463aae40722" providerId="ADAL" clId="{AD184B4B-0CF3-4D88-AFEA-77665C37DC41}" dt="2024-10-01T12:57:29.086" v="104" actId="47"/>
        <pc:sldMkLst>
          <pc:docMk/>
          <pc:sldMk cId="0" sldId="352"/>
        </pc:sldMkLst>
      </pc:sldChg>
      <pc:sldChg chg="del">
        <pc:chgData name="Ms Alina Arshad" userId="cccdfd85-d35d-4453-9c6f-a463aae40722" providerId="ADAL" clId="{AD184B4B-0CF3-4D88-AFEA-77665C37DC41}" dt="2024-10-01T12:57:29.443" v="106" actId="47"/>
        <pc:sldMkLst>
          <pc:docMk/>
          <pc:sldMk cId="0" sldId="353"/>
        </pc:sldMkLst>
      </pc:sldChg>
      <pc:sldChg chg="del">
        <pc:chgData name="Ms Alina Arshad" userId="cccdfd85-d35d-4453-9c6f-a463aae40722" providerId="ADAL" clId="{AD184B4B-0CF3-4D88-AFEA-77665C37DC41}" dt="2024-10-01T12:57:29.610" v="107" actId="47"/>
        <pc:sldMkLst>
          <pc:docMk/>
          <pc:sldMk cId="0" sldId="354"/>
        </pc:sldMkLst>
      </pc:sldChg>
      <pc:sldChg chg="del">
        <pc:chgData name="Ms Alina Arshad" userId="cccdfd85-d35d-4453-9c6f-a463aae40722" providerId="ADAL" clId="{AD184B4B-0CF3-4D88-AFEA-77665C37DC41}" dt="2024-10-01T12:57:30.402" v="109" actId="47"/>
        <pc:sldMkLst>
          <pc:docMk/>
          <pc:sldMk cId="0" sldId="355"/>
        </pc:sldMkLst>
      </pc:sldChg>
      <pc:sldChg chg="del">
        <pc:chgData name="Ms Alina Arshad" userId="cccdfd85-d35d-4453-9c6f-a463aae40722" providerId="ADAL" clId="{AD184B4B-0CF3-4D88-AFEA-77665C37DC41}" dt="2024-10-01T12:57:33.574" v="116" actId="47"/>
        <pc:sldMkLst>
          <pc:docMk/>
          <pc:sldMk cId="0" sldId="357"/>
        </pc:sldMkLst>
      </pc:sldChg>
      <pc:sldChg chg="del">
        <pc:chgData name="Ms Alina Arshad" userId="cccdfd85-d35d-4453-9c6f-a463aae40722" providerId="ADAL" clId="{AD184B4B-0CF3-4D88-AFEA-77665C37DC41}" dt="2024-10-01T12:57:31.496" v="112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AD184B4B-0CF3-4D88-AFEA-77665C37DC41}" dt="2024-10-01T12:57:31.858" v="113" actId="47"/>
        <pc:sldMkLst>
          <pc:docMk/>
          <pc:sldMk cId="0" sldId="369"/>
        </pc:sldMkLst>
      </pc:sldChg>
      <pc:sldChg chg="del">
        <pc:chgData name="Ms Alina Arshad" userId="cccdfd85-d35d-4453-9c6f-a463aae40722" providerId="ADAL" clId="{AD184B4B-0CF3-4D88-AFEA-77665C37DC41}" dt="2024-10-01T12:57:30.575" v="110" actId="47"/>
        <pc:sldMkLst>
          <pc:docMk/>
          <pc:sldMk cId="0" sldId="370"/>
        </pc:sldMkLst>
      </pc:sldChg>
      <pc:sldChg chg="del">
        <pc:chgData name="Ms Alina Arshad" userId="cccdfd85-d35d-4453-9c6f-a463aae40722" providerId="ADAL" clId="{AD184B4B-0CF3-4D88-AFEA-77665C37DC41}" dt="2024-10-01T12:57:31.210" v="111" actId="47"/>
        <pc:sldMkLst>
          <pc:docMk/>
          <pc:sldMk cId="0" sldId="371"/>
        </pc:sldMkLst>
      </pc:sldChg>
      <pc:sldChg chg="del ord">
        <pc:chgData name="Ms Alina Arshad" userId="cccdfd85-d35d-4453-9c6f-a463aae40722" providerId="ADAL" clId="{AD184B4B-0CF3-4D88-AFEA-77665C37DC41}" dt="2024-10-01T12:57:30.161" v="108" actId="47"/>
        <pc:sldMkLst>
          <pc:docMk/>
          <pc:sldMk cId="0" sldId="372"/>
        </pc:sldMkLst>
      </pc:sldChg>
      <pc:sldChg chg="del">
        <pc:chgData name="Ms Alina Arshad" userId="cccdfd85-d35d-4453-9c6f-a463aae40722" providerId="ADAL" clId="{AD184B4B-0CF3-4D88-AFEA-77665C37DC41}" dt="2024-10-01T12:57:24.110" v="92" actId="47"/>
        <pc:sldMkLst>
          <pc:docMk/>
          <pc:sldMk cId="0" sldId="384"/>
        </pc:sldMkLst>
      </pc:sldChg>
      <pc:sldChg chg="del">
        <pc:chgData name="Ms Alina Arshad" userId="cccdfd85-d35d-4453-9c6f-a463aae40722" providerId="ADAL" clId="{AD184B4B-0CF3-4D88-AFEA-77665C37DC41}" dt="2024-10-01T12:57:32.374" v="114" actId="47"/>
        <pc:sldMkLst>
          <pc:docMk/>
          <pc:sldMk cId="0" sldId="392"/>
        </pc:sldMkLst>
      </pc:sldChg>
      <pc:sldChg chg="del">
        <pc:chgData name="Ms Alina Arshad" userId="cccdfd85-d35d-4453-9c6f-a463aae40722" providerId="ADAL" clId="{AD184B4B-0CF3-4D88-AFEA-77665C37DC41}" dt="2024-10-01T12:57:32.626" v="115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AD184B4B-0CF3-4D88-AFEA-77665C37DC41}" dt="2024-10-01T12:57:29.281" v="105" actId="47"/>
        <pc:sldMkLst>
          <pc:docMk/>
          <pc:sldMk cId="1634129650" sldId="397"/>
        </pc:sldMkLst>
      </pc:sldChg>
    </pc:docChg>
  </pc:docChgLst>
  <pc:docChgLst>
    <pc:chgData name="Ms Alina Arshad" userId="cccdfd85-d35d-4453-9c6f-a463aae40722" providerId="ADAL" clId="{9854E9E9-FCEA-46BD-B550-110177B9E80F}"/>
    <pc:docChg chg="undo custSel addSld delSld modSld">
      <pc:chgData name="Ms Alina Arshad" userId="cccdfd85-d35d-4453-9c6f-a463aae40722" providerId="ADAL" clId="{9854E9E9-FCEA-46BD-B550-110177B9E80F}" dt="2024-10-20T11:28:12.977" v="1172" actId="20577"/>
      <pc:docMkLst>
        <pc:docMk/>
      </pc:docMkLst>
      <pc:sldChg chg="modSp mod">
        <pc:chgData name="Ms Alina Arshad" userId="cccdfd85-d35d-4453-9c6f-a463aae40722" providerId="ADAL" clId="{9854E9E9-FCEA-46BD-B550-110177B9E80F}" dt="2024-10-19T07:31:56.186" v="30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9854E9E9-FCEA-46BD-B550-110177B9E80F}" dt="2024-10-19T07:31:56.186" v="30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09:28:56.738" v="1087" actId="20577"/>
        <pc:sldMkLst>
          <pc:docMk/>
          <pc:sldMk cId="0" sldId="257"/>
        </pc:sldMkLst>
        <pc:spChg chg="mod">
          <ac:chgData name="Ms Alina Arshad" userId="cccdfd85-d35d-4453-9c6f-a463aae40722" providerId="ADAL" clId="{9854E9E9-FCEA-46BD-B550-110177B9E80F}" dt="2024-10-19T07:38:41.926" v="52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09:28:56.738" v="1087" actId="20577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0:11.260" v="73" actId="478"/>
          <ac:spMkLst>
            <pc:docMk/>
            <pc:sldMk cId="0" sldId="257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07:41:27.351" v="89" actId="20577"/>
        <pc:sldMkLst>
          <pc:docMk/>
          <pc:sldMk cId="0" sldId="258"/>
        </pc:sldMkLst>
        <pc:spChg chg="mod">
          <ac:chgData name="Ms Alina Arshad" userId="cccdfd85-d35d-4453-9c6f-a463aae40722" providerId="ADAL" clId="{9854E9E9-FCEA-46BD-B550-110177B9E80F}" dt="2024-10-19T07:40:43.094" v="78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07:41:27.351" v="89" actId="20577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0:54.161" v="82" actId="478"/>
          <ac:spMkLst>
            <pc:docMk/>
            <pc:sldMk cId="0" sldId="258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16:01:57.630" v="743" actId="20577"/>
        <pc:sldMkLst>
          <pc:docMk/>
          <pc:sldMk cId="0" sldId="259"/>
        </pc:sldMkLst>
        <pc:spChg chg="mod">
          <ac:chgData name="Ms Alina Arshad" userId="cccdfd85-d35d-4453-9c6f-a463aae40722" providerId="ADAL" clId="{9854E9E9-FCEA-46BD-B550-110177B9E80F}" dt="2024-10-19T07:41:43.883" v="93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01:57.630" v="743" actId="20577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2:42.827" v="104" actId="478"/>
          <ac:spMkLst>
            <pc:docMk/>
            <pc:sldMk cId="0" sldId="259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07:44:19.632" v="136" actId="1076"/>
        <pc:sldMkLst>
          <pc:docMk/>
          <pc:sldMk cId="0" sldId="260"/>
        </pc:sldMkLst>
        <pc:spChg chg="mod">
          <ac:chgData name="Ms Alina Arshad" userId="cccdfd85-d35d-4453-9c6f-a463aae40722" providerId="ADAL" clId="{9854E9E9-FCEA-46BD-B550-110177B9E80F}" dt="2024-10-19T07:43:52.889" v="128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07:44:07.759" v="133" actId="14100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4:17.072" v="135" actId="478"/>
          <ac:spMkLst>
            <pc:docMk/>
            <pc:sldMk cId="0" sldId="260"/>
            <ac:spMk id="5" creationId="{00000000-0000-0000-0000-000000000000}"/>
          </ac:spMkLst>
        </pc:spChg>
        <pc:picChg chg="mod">
          <ac:chgData name="Ms Alina Arshad" userId="cccdfd85-d35d-4453-9c6f-a463aae40722" providerId="ADAL" clId="{9854E9E9-FCEA-46BD-B550-110177B9E80F}" dt="2024-10-19T07:44:19.632" v="136" actId="1076"/>
          <ac:picMkLst>
            <pc:docMk/>
            <pc:sldMk cId="0" sldId="260"/>
            <ac:picMk id="4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9854E9E9-FCEA-46BD-B550-110177B9E80F}" dt="2024-10-20T09:41:52.846" v="1122" actId="403"/>
        <pc:sldMkLst>
          <pc:docMk/>
          <pc:sldMk cId="0" sldId="261"/>
        </pc:sldMkLst>
        <pc:spChg chg="mod">
          <ac:chgData name="Ms Alina Arshad" userId="cccdfd85-d35d-4453-9c6f-a463aae40722" providerId="ADAL" clId="{9854E9E9-FCEA-46BD-B550-110177B9E80F}" dt="2024-10-19T07:44:43.006" v="141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09:41:13.510" v="1120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09:41:52.846" v="1122" actId="403"/>
          <ac:spMkLst>
            <pc:docMk/>
            <pc:sldMk cId="0" sldId="261"/>
            <ac:spMk id="4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07:44:55.931" v="144" actId="478"/>
          <ac:spMkLst>
            <pc:docMk/>
            <pc:sldMk cId="0" sldId="261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07:50:24.942" v="217" actId="47"/>
        <pc:sldMkLst>
          <pc:docMk/>
          <pc:sldMk cId="0" sldId="262"/>
        </pc:sldMkLst>
        <pc:spChg chg="del mod">
          <ac:chgData name="Ms Alina Arshad" userId="cccdfd85-d35d-4453-9c6f-a463aae40722" providerId="ADAL" clId="{9854E9E9-FCEA-46BD-B550-110177B9E80F}" dt="2024-10-19T07:50:20.314" v="214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8:06.231" v="187" actId="478"/>
          <ac:spMkLst>
            <pc:docMk/>
            <pc:sldMk cId="0" sldId="262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0:28:01.042" v="1147" actId="403"/>
        <pc:sldMkLst>
          <pc:docMk/>
          <pc:sldMk cId="0" sldId="263"/>
        </pc:sldMkLst>
        <pc:spChg chg="mod">
          <ac:chgData name="Ms Alina Arshad" userId="cccdfd85-d35d-4453-9c6f-a463aae40722" providerId="ADAL" clId="{9854E9E9-FCEA-46BD-B550-110177B9E80F}" dt="2024-10-19T08:06:23.234" v="491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28:01.042" v="1147" actId="403"/>
          <ac:spMkLst>
            <pc:docMk/>
            <pc:sldMk cId="0" sldId="263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57:28.174" v="334" actId="478"/>
          <ac:spMkLst>
            <pc:docMk/>
            <pc:sldMk cId="0" sldId="263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07:49:49.451" v="205" actId="478"/>
        <pc:sldMkLst>
          <pc:docMk/>
          <pc:sldMk cId="0" sldId="264"/>
        </pc:sldMkLst>
        <pc:spChg chg="mod">
          <ac:chgData name="Ms Alina Arshad" userId="cccdfd85-d35d-4453-9c6f-a463aae40722" providerId="ADAL" clId="{9854E9E9-FCEA-46BD-B550-110177B9E80F}" dt="2024-10-19T07:49:15.873" v="199" actId="1076"/>
          <ac:spMkLst>
            <pc:docMk/>
            <pc:sldMk cId="0" sldId="264"/>
            <ac:spMk id="2" creationId="{00000000-0000-0000-0000-000000000000}"/>
          </ac:spMkLst>
        </pc:spChg>
        <pc:spChg chg="del mod topLvl">
          <ac:chgData name="Ms Alina Arshad" userId="cccdfd85-d35d-4453-9c6f-a463aae40722" providerId="ADAL" clId="{9854E9E9-FCEA-46BD-B550-110177B9E80F}" dt="2024-10-19T07:49:49.451" v="205" actId="478"/>
          <ac:spMkLst>
            <pc:docMk/>
            <pc:sldMk cId="0" sldId="264"/>
            <ac:spMk id="4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8:46.675" v="191" actId="478"/>
          <ac:spMkLst>
            <pc:docMk/>
            <pc:sldMk cId="0" sldId="264"/>
            <ac:spMk id="6" creationId="{00000000-0000-0000-0000-000000000000}"/>
          </ac:spMkLst>
        </pc:spChg>
        <pc:grpChg chg="del mod">
          <ac:chgData name="Ms Alina Arshad" userId="cccdfd85-d35d-4453-9c6f-a463aae40722" providerId="ADAL" clId="{9854E9E9-FCEA-46BD-B550-110177B9E80F}" dt="2024-10-19T07:49:49.451" v="205" actId="478"/>
          <ac:grpSpMkLst>
            <pc:docMk/>
            <pc:sldMk cId="0" sldId="264"/>
            <ac:grpSpMk id="3" creationId="{00000000-0000-0000-0000-000000000000}"/>
          </ac:grpSpMkLst>
        </pc:grpChg>
        <pc:picChg chg="topLvl">
          <ac:chgData name="Ms Alina Arshad" userId="cccdfd85-d35d-4453-9c6f-a463aae40722" providerId="ADAL" clId="{9854E9E9-FCEA-46BD-B550-110177B9E80F}" dt="2024-10-19T07:49:49.451" v="205" actId="478"/>
          <ac:picMkLst>
            <pc:docMk/>
            <pc:sldMk cId="0" sldId="264"/>
            <ac:picMk id="5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9854E9E9-FCEA-46BD-B550-110177B9E80F}" dt="2024-10-19T16:04:10.359" v="777" actId="478"/>
        <pc:sldMkLst>
          <pc:docMk/>
          <pc:sldMk cId="0" sldId="265"/>
        </pc:sldMkLst>
        <pc:spChg chg="mod">
          <ac:chgData name="Ms Alina Arshad" userId="cccdfd85-d35d-4453-9c6f-a463aae40722" providerId="ADAL" clId="{9854E9E9-FCEA-46BD-B550-110177B9E80F}" dt="2024-10-19T16:03:14.341" v="769" actId="113"/>
          <ac:spMkLst>
            <pc:docMk/>
            <pc:sldMk cId="0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04:04.679" v="776" actId="403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4:10.359" v="777" actId="478"/>
          <ac:spMkLst>
            <pc:docMk/>
            <pc:sldMk cId="0" sldId="265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0:08:45.649" v="1138" actId="5793"/>
        <pc:sldMkLst>
          <pc:docMk/>
          <pc:sldMk cId="0" sldId="266"/>
        </pc:sldMkLst>
        <pc:spChg chg="mod">
          <ac:chgData name="Ms Alina Arshad" userId="cccdfd85-d35d-4453-9c6f-a463aae40722" providerId="ADAL" clId="{9854E9E9-FCEA-46BD-B550-110177B9E80F}" dt="2024-10-19T16:04:27.702" v="782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08:45.649" v="1138" actId="5793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4:39.298" v="785" actId="478"/>
          <ac:spMkLst>
            <pc:docMk/>
            <pc:sldMk cId="0" sldId="266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0:10:11.198" v="1143" actId="5793"/>
        <pc:sldMkLst>
          <pc:docMk/>
          <pc:sldMk cId="0" sldId="267"/>
        </pc:sldMkLst>
        <pc:spChg chg="mod">
          <ac:chgData name="Ms Alina Arshad" userId="cccdfd85-d35d-4453-9c6f-a463aae40722" providerId="ADAL" clId="{9854E9E9-FCEA-46BD-B550-110177B9E80F}" dt="2024-10-19T16:06:39.435" v="820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10:11.198" v="1143" actId="5793"/>
          <ac:spMkLst>
            <pc:docMk/>
            <pc:sldMk cId="0" sldId="267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6:56.599" v="824" actId="478"/>
          <ac:spMkLst>
            <pc:docMk/>
            <pc:sldMk cId="0" sldId="267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16:07:55.994" v="840" actId="1076"/>
        <pc:sldMkLst>
          <pc:docMk/>
          <pc:sldMk cId="0" sldId="268"/>
        </pc:sldMkLst>
        <pc:spChg chg="mod">
          <ac:chgData name="Ms Alina Arshad" userId="cccdfd85-d35d-4453-9c6f-a463aae40722" providerId="ADAL" clId="{9854E9E9-FCEA-46BD-B550-110177B9E80F}" dt="2024-10-19T16:07:55.994" v="840" actId="1076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7:47.903" v="838" actId="478"/>
          <ac:spMkLst>
            <pc:docMk/>
            <pc:sldMk cId="0" sldId="268"/>
            <ac:spMk id="4" creationId="{00000000-0000-0000-0000-000000000000}"/>
          </ac:spMkLst>
        </pc:spChg>
        <pc:picChg chg="mod">
          <ac:chgData name="Ms Alina Arshad" userId="cccdfd85-d35d-4453-9c6f-a463aae40722" providerId="ADAL" clId="{9854E9E9-FCEA-46BD-B550-110177B9E80F}" dt="2024-10-19T16:07:45.625" v="837" actId="14100"/>
          <ac:picMkLst>
            <pc:docMk/>
            <pc:sldMk cId="0" sldId="268"/>
            <ac:picMk id="3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9854E9E9-FCEA-46BD-B550-110177B9E80F}" dt="2024-10-20T10:14:57.757" v="1145" actId="20577"/>
        <pc:sldMkLst>
          <pc:docMk/>
          <pc:sldMk cId="0" sldId="269"/>
        </pc:sldMkLst>
        <pc:spChg chg="mod">
          <ac:chgData name="Ms Alina Arshad" userId="cccdfd85-d35d-4453-9c6f-a463aae40722" providerId="ADAL" clId="{9854E9E9-FCEA-46BD-B550-110177B9E80F}" dt="2024-10-19T16:08:09.925" v="845" actId="403"/>
          <ac:spMkLst>
            <pc:docMk/>
            <pc:sldMk cId="0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14:57.757" v="1145" actId="20577"/>
          <ac:spMkLst>
            <pc:docMk/>
            <pc:sldMk cId="0" sldId="269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8:19.460" v="848" actId="478"/>
          <ac:spMkLst>
            <pc:docMk/>
            <pc:sldMk cId="0" sldId="269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0:43:24.416" v="1153" actId="1036"/>
        <pc:sldMkLst>
          <pc:docMk/>
          <pc:sldMk cId="0" sldId="270"/>
        </pc:sldMkLst>
        <pc:spChg chg="mod">
          <ac:chgData name="Ms Alina Arshad" userId="cccdfd85-d35d-4453-9c6f-a463aae40722" providerId="ADAL" clId="{9854E9E9-FCEA-46BD-B550-110177B9E80F}" dt="2024-10-19T16:09:03.374" v="854" actId="113"/>
          <ac:spMkLst>
            <pc:docMk/>
            <pc:sldMk cId="0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34:13.119" v="1150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35:28.260" v="1152" actId="20577"/>
          <ac:spMkLst>
            <pc:docMk/>
            <pc:sldMk cId="0" sldId="270"/>
            <ac:spMk id="4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16:10:11.995" v="971" actId="478"/>
          <ac:spMkLst>
            <pc:docMk/>
            <pc:sldMk cId="0" sldId="270"/>
            <ac:spMk id="5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10:09.733" v="970" actId="1035"/>
          <ac:spMkLst>
            <pc:docMk/>
            <pc:sldMk cId="0" sldId="270"/>
            <ac:spMk id="6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43:24.416" v="1153" actId="1036"/>
          <ac:spMkLst>
            <pc:docMk/>
            <pc:sldMk cId="0" sldId="270"/>
            <ac:spMk id="7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9:27.846" v="860" actId="478"/>
          <ac:spMkLst>
            <pc:docMk/>
            <pc:sldMk cId="0" sldId="270"/>
            <ac:spMk id="8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1:24:51.569" v="1156" actId="120"/>
        <pc:sldMkLst>
          <pc:docMk/>
          <pc:sldMk cId="0" sldId="271"/>
        </pc:sldMkLst>
        <pc:spChg chg="mod">
          <ac:chgData name="Ms Alina Arshad" userId="cccdfd85-d35d-4453-9c6f-a463aae40722" providerId="ADAL" clId="{9854E9E9-FCEA-46BD-B550-110177B9E80F}" dt="2024-10-19T16:11:23.897" v="977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4:51.569" v="1156" actId="120"/>
          <ac:spMkLst>
            <pc:docMk/>
            <pc:sldMk cId="0" sldId="271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11:31.293" v="980" actId="478"/>
          <ac:spMkLst>
            <pc:docMk/>
            <pc:sldMk cId="0" sldId="271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1:27:24.231" v="1168" actId="33524"/>
        <pc:sldMkLst>
          <pc:docMk/>
          <pc:sldMk cId="0" sldId="272"/>
        </pc:sldMkLst>
        <pc:spChg chg="mod">
          <ac:chgData name="Ms Alina Arshad" userId="cccdfd85-d35d-4453-9c6f-a463aae40722" providerId="ADAL" clId="{9854E9E9-FCEA-46BD-B550-110177B9E80F}" dt="2024-10-19T16:20:10.281" v="987" actId="1076"/>
          <ac:spMkLst>
            <pc:docMk/>
            <pc:sldMk cId="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7:24.231" v="1168" actId="33524"/>
          <ac:spMkLst>
            <pc:docMk/>
            <pc:sldMk cId="0" sldId="272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20:13.740" v="988" actId="478"/>
          <ac:spMkLst>
            <pc:docMk/>
            <pc:sldMk cId="0" sldId="272"/>
            <ac:spMk id="4" creationId="{00000000-0000-0000-0000-000000000000}"/>
          </ac:spMkLst>
        </pc:spChg>
      </pc:sldChg>
      <pc:sldChg chg="delSp modSp add mod">
        <pc:chgData name="Ms Alina Arshad" userId="cccdfd85-d35d-4453-9c6f-a463aae40722" providerId="ADAL" clId="{9854E9E9-FCEA-46BD-B550-110177B9E80F}" dt="2024-10-20T11:28:12.977" v="1172" actId="20577"/>
        <pc:sldMkLst>
          <pc:docMk/>
          <pc:sldMk cId="0" sldId="273"/>
        </pc:sldMkLst>
        <pc:spChg chg="mod">
          <ac:chgData name="Ms Alina Arshad" userId="cccdfd85-d35d-4453-9c6f-a463aae40722" providerId="ADAL" clId="{9854E9E9-FCEA-46BD-B550-110177B9E80F}" dt="2024-10-19T16:20:56.809" v="995" actId="113"/>
          <ac:spMkLst>
            <pc:docMk/>
            <pc:sldMk cId="0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8:12.977" v="1172" actId="20577"/>
          <ac:spMkLst>
            <pc:docMk/>
            <pc:sldMk cId="0" sldId="273"/>
            <ac:spMk id="3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7:48.100" v="1170" actId="1076"/>
          <ac:spMkLst>
            <pc:docMk/>
            <pc:sldMk cId="0" sldId="273"/>
            <ac:spMk id="4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7:53.623" v="1171" actId="1076"/>
          <ac:spMkLst>
            <pc:docMk/>
            <pc:sldMk cId="0" sldId="273"/>
            <ac:spMk id="5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2:05.885" v="1004" actId="207"/>
          <ac:spMkLst>
            <pc:docMk/>
            <pc:sldMk cId="0" sldId="273"/>
            <ac:spMk id="6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22:09.502" v="1005" actId="478"/>
          <ac:spMkLst>
            <pc:docMk/>
            <pc:sldMk cId="0" sldId="273"/>
            <ac:spMk id="8" creationId="{00000000-0000-0000-0000-000000000000}"/>
          </ac:spMkLst>
        </pc:spChg>
        <pc:picChg chg="mod">
          <ac:chgData name="Ms Alina Arshad" userId="cccdfd85-d35d-4453-9c6f-a463aae40722" providerId="ADAL" clId="{9854E9E9-FCEA-46BD-B550-110177B9E80F}" dt="2024-10-19T16:21:55.257" v="1002" actId="1076"/>
          <ac:picMkLst>
            <pc:docMk/>
            <pc:sldMk cId="0" sldId="273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854E9E9-FCEA-46BD-B550-110177B9E80F}" dt="2024-10-19T16:23:12.376" v="1021" actId="403"/>
        <pc:sldMkLst>
          <pc:docMk/>
          <pc:sldMk cId="0" sldId="274"/>
        </pc:sldMkLst>
        <pc:spChg chg="mod ord">
          <ac:chgData name="Ms Alina Arshad" userId="cccdfd85-d35d-4453-9c6f-a463aae40722" providerId="ADAL" clId="{9854E9E9-FCEA-46BD-B550-110177B9E80F}" dt="2024-10-19T16:23:12.376" v="1021" actId="403"/>
          <ac:spMkLst>
            <pc:docMk/>
            <pc:sldMk cId="0" sldId="274"/>
            <ac:spMk id="2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16:23:06.287" v="1019" actId="478"/>
          <ac:spMkLst>
            <pc:docMk/>
            <pc:sldMk cId="0" sldId="274"/>
            <ac:spMk id="3" creationId="{00000000-0000-0000-0000-000000000000}"/>
          </ac:spMkLst>
        </pc:spChg>
        <pc:grpChg chg="mod">
          <ac:chgData name="Ms Alina Arshad" userId="cccdfd85-d35d-4453-9c6f-a463aae40722" providerId="ADAL" clId="{9854E9E9-FCEA-46BD-B550-110177B9E80F}" dt="2024-10-19T16:22:49.033" v="1012" actId="1076"/>
          <ac:grpSpMkLst>
            <pc:docMk/>
            <pc:sldMk cId="0" sldId="274"/>
            <ac:grpSpMk id="4" creationId="{00000000-0000-0000-0000-000000000000}"/>
          </ac:grpSpMkLst>
        </pc:grpChg>
      </pc:sldChg>
      <pc:sldChg chg="delSp modSp add mod">
        <pc:chgData name="Ms Alina Arshad" userId="cccdfd85-d35d-4453-9c6f-a463aae40722" providerId="ADAL" clId="{9854E9E9-FCEA-46BD-B550-110177B9E80F}" dt="2024-10-19T16:24:26.933" v="1036" actId="20577"/>
        <pc:sldMkLst>
          <pc:docMk/>
          <pc:sldMk cId="0" sldId="275"/>
        </pc:sldMkLst>
        <pc:spChg chg="mod">
          <ac:chgData name="Ms Alina Arshad" userId="cccdfd85-d35d-4453-9c6f-a463aae40722" providerId="ADAL" clId="{9854E9E9-FCEA-46BD-B550-110177B9E80F}" dt="2024-10-19T16:23:40.345" v="1026" actId="113"/>
          <ac:spMkLst>
            <pc:docMk/>
            <pc:sldMk cId="0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4:26.933" v="1036" actId="20577"/>
          <ac:spMkLst>
            <pc:docMk/>
            <pc:sldMk cId="0" sldId="275"/>
            <ac:spMk id="3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16:23:20.521" v="1022" actId="478"/>
          <ac:spMkLst>
            <pc:docMk/>
            <pc:sldMk cId="0" sldId="275"/>
            <ac:spMk id="4" creationId="{00000000-0000-0000-0000-000000000000}"/>
          </ac:spMkLst>
        </pc:spChg>
      </pc:sldChg>
      <pc:sldChg chg="delSp modSp add mod">
        <pc:chgData name="Ms Alina Arshad" userId="cccdfd85-d35d-4453-9c6f-a463aae40722" providerId="ADAL" clId="{9854E9E9-FCEA-46BD-B550-110177B9E80F}" dt="2024-10-19T16:25:31.479" v="1053" actId="1076"/>
        <pc:sldMkLst>
          <pc:docMk/>
          <pc:sldMk cId="0" sldId="276"/>
        </pc:sldMkLst>
        <pc:spChg chg="mod">
          <ac:chgData name="Ms Alina Arshad" userId="cccdfd85-d35d-4453-9c6f-a463aae40722" providerId="ADAL" clId="{9854E9E9-FCEA-46BD-B550-110177B9E80F}" dt="2024-10-19T16:24:49.562" v="1040" actId="113"/>
          <ac:spMkLst>
            <pc:docMk/>
            <pc:sldMk cId="0" sldId="276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5:28.434" v="1052" actId="1076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25:11.123" v="1048" actId="478"/>
          <ac:spMkLst>
            <pc:docMk/>
            <pc:sldMk cId="0" sldId="276"/>
            <ac:spMk id="5" creationId="{00000000-0000-0000-0000-000000000000}"/>
          </ac:spMkLst>
        </pc:spChg>
        <pc:picChg chg="mod">
          <ac:chgData name="Ms Alina Arshad" userId="cccdfd85-d35d-4453-9c6f-a463aae40722" providerId="ADAL" clId="{9854E9E9-FCEA-46BD-B550-110177B9E80F}" dt="2024-10-19T16:25:31.479" v="1053" actId="1076"/>
          <ac:picMkLst>
            <pc:docMk/>
            <pc:sldMk cId="0" sldId="276"/>
            <ac:picMk id="4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854E9E9-FCEA-46BD-B550-110177B9E80F}" dt="2024-10-19T16:26:11.600" v="1067" actId="20577"/>
        <pc:sldMkLst>
          <pc:docMk/>
          <pc:sldMk cId="0" sldId="277"/>
        </pc:sldMkLst>
        <pc:spChg chg="mod">
          <ac:chgData name="Ms Alina Arshad" userId="cccdfd85-d35d-4453-9c6f-a463aae40722" providerId="ADAL" clId="{9854E9E9-FCEA-46BD-B550-110177B9E80F}" dt="2024-10-19T16:25:49.515" v="1059" actId="20577"/>
          <ac:spMkLst>
            <pc:docMk/>
            <pc:sldMk cId="0" sldId="277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6:11.600" v="1067" actId="20577"/>
          <ac:spMkLst>
            <pc:docMk/>
            <pc:sldMk cId="0" sldId="277"/>
            <ac:spMk id="3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16:26:04.956" v="1065" actId="478"/>
          <ac:spMkLst>
            <pc:docMk/>
            <pc:sldMk cId="0" sldId="277"/>
            <ac:spMk id="4" creationId="{00000000-0000-0000-0000-000000000000}"/>
          </ac:spMkLst>
        </pc:spChg>
      </pc:sldChg>
      <pc:sldChg chg="delSp modSp add mod">
        <pc:chgData name="Ms Alina Arshad" userId="cccdfd85-d35d-4453-9c6f-a463aae40722" providerId="ADAL" clId="{9854E9E9-FCEA-46BD-B550-110177B9E80F}" dt="2024-10-19T16:27:36.029" v="1086" actId="33524"/>
        <pc:sldMkLst>
          <pc:docMk/>
          <pc:sldMk cId="0" sldId="278"/>
        </pc:sldMkLst>
        <pc:spChg chg="mod">
          <ac:chgData name="Ms Alina Arshad" userId="cccdfd85-d35d-4453-9c6f-a463aae40722" providerId="ADAL" clId="{9854E9E9-FCEA-46BD-B550-110177B9E80F}" dt="2024-10-19T16:26:27.314" v="1069" actId="207"/>
          <ac:spMkLst>
            <pc:docMk/>
            <pc:sldMk cId="0" sldId="278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7:36.029" v="1086" actId="33524"/>
          <ac:spMkLst>
            <pc:docMk/>
            <pc:sldMk cId="0" sldId="278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27:01.643" v="1082" actId="478"/>
          <ac:spMkLst>
            <pc:docMk/>
            <pc:sldMk cId="0" sldId="278"/>
            <ac:spMk id="4" creationId="{00000000-0000-0000-0000-000000000000}"/>
          </ac:spMkLst>
        </pc:spChg>
      </pc:sldChg>
      <pc:sldChg chg="modSp new mod">
        <pc:chgData name="Ms Alina Arshad" userId="cccdfd85-d35d-4453-9c6f-a463aae40722" providerId="ADAL" clId="{9854E9E9-FCEA-46BD-B550-110177B9E80F}" dt="2024-10-19T07:56:03.329" v="303" actId="14100"/>
        <pc:sldMkLst>
          <pc:docMk/>
          <pc:sldMk cId="3240370692" sldId="279"/>
        </pc:sldMkLst>
        <pc:spChg chg="mod">
          <ac:chgData name="Ms Alina Arshad" userId="cccdfd85-d35d-4453-9c6f-a463aae40722" providerId="ADAL" clId="{9854E9E9-FCEA-46BD-B550-110177B9E80F}" dt="2024-10-19T07:50:12.705" v="211" actId="113"/>
          <ac:spMkLst>
            <pc:docMk/>
            <pc:sldMk cId="3240370692" sldId="279"/>
            <ac:spMk id="2" creationId="{BA844F90-433D-2057-99FE-62FAF39552C5}"/>
          </ac:spMkLst>
        </pc:spChg>
        <pc:spChg chg="mod">
          <ac:chgData name="Ms Alina Arshad" userId="cccdfd85-d35d-4453-9c6f-a463aae40722" providerId="ADAL" clId="{9854E9E9-FCEA-46BD-B550-110177B9E80F}" dt="2024-10-19T07:56:03.329" v="303" actId="14100"/>
          <ac:spMkLst>
            <pc:docMk/>
            <pc:sldMk cId="3240370692" sldId="279"/>
            <ac:spMk id="3" creationId="{C61C41A0-B3FF-7DEC-396A-1327549017CA}"/>
          </ac:spMkLst>
        </pc:spChg>
      </pc:sldChg>
      <pc:sldMasterChg chg="delSldLayout">
        <pc:chgData name="Ms Alina Arshad" userId="cccdfd85-d35d-4453-9c6f-a463aae40722" providerId="ADAL" clId="{9854E9E9-FCEA-46BD-B550-110177B9E80F}" dt="2024-10-19T07:38:17.304" v="44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9854E9E9-FCEA-46BD-B550-110177B9E80F}" dt="2024-10-19T07:38:17.304" v="44" actId="47"/>
          <pc:sldLayoutMkLst>
            <pc:docMk/>
            <pc:sldMasterMk cId="1090009938" sldId="2147483660"/>
            <pc:sldLayoutMk cId="3151685511" sldId="2147483672"/>
          </pc:sldLayoutMkLst>
        </pc:sldLayoutChg>
      </pc:sldMasterChg>
    </pc:docChg>
  </pc:docChgLst>
  <pc:docChgLst>
    <pc:chgData name="Ms Alina Arshad" userId="cccdfd85-d35d-4453-9c6f-a463aae40722" providerId="ADAL" clId="{57485560-A1FA-415A-BF02-476F12996002}"/>
    <pc:docChg chg="undo custSel addSld modSld sldOrd">
      <pc:chgData name="Ms Alina Arshad" userId="cccdfd85-d35d-4453-9c6f-a463aae40722" providerId="ADAL" clId="{57485560-A1FA-415A-BF02-476F12996002}" dt="2024-09-01T05:25:33.551" v="283" actId="20577"/>
      <pc:docMkLst>
        <pc:docMk/>
      </pc:docMkLst>
      <pc:sldChg chg="addSp delSp mod">
        <pc:chgData name="Ms Alina Arshad" userId="cccdfd85-d35d-4453-9c6f-a463aae40722" providerId="ADAL" clId="{57485560-A1FA-415A-BF02-476F12996002}" dt="2024-09-01T04:11:14.245" v="2" actId="22"/>
        <pc:sldMkLst>
          <pc:docMk/>
          <pc:sldMk cId="0" sldId="259"/>
        </pc:sldMkLst>
        <pc:picChg chg="add del">
          <ac:chgData name="Ms Alina Arshad" userId="cccdfd85-d35d-4453-9c6f-a463aae40722" providerId="ADAL" clId="{57485560-A1FA-415A-BF02-476F12996002}" dt="2024-09-01T04:11:14.245" v="2" actId="22"/>
          <ac:picMkLst>
            <pc:docMk/>
            <pc:sldMk cId="0" sldId="259"/>
            <ac:picMk id="5" creationId="{057F4995-001D-925F-66AC-88924EEB93E7}"/>
          </ac:picMkLst>
        </pc:picChg>
      </pc:sldChg>
      <pc:sldChg chg="modSp mod">
        <pc:chgData name="Ms Alina Arshad" userId="cccdfd85-d35d-4453-9c6f-a463aae40722" providerId="ADAL" clId="{57485560-A1FA-415A-BF02-476F12996002}" dt="2024-09-01T04:14:43.156" v="8" actId="1076"/>
        <pc:sldMkLst>
          <pc:docMk/>
          <pc:sldMk cId="0" sldId="260"/>
        </pc:sldMkLst>
        <pc:picChg chg="mod">
          <ac:chgData name="Ms Alina Arshad" userId="cccdfd85-d35d-4453-9c6f-a463aae40722" providerId="ADAL" clId="{57485560-A1FA-415A-BF02-476F12996002}" dt="2024-09-01T04:14:43.156" v="8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57485560-A1FA-415A-BF02-476F12996002}" dt="2024-09-01T04:18:18.107" v="52" actId="113"/>
        <pc:sldMkLst>
          <pc:docMk/>
          <pc:sldMk cId="0" sldId="261"/>
        </pc:sldMkLst>
        <pc:spChg chg="mod">
          <ac:chgData name="Ms Alina Arshad" userId="cccdfd85-d35d-4453-9c6f-a463aae40722" providerId="ADAL" clId="{57485560-A1FA-415A-BF02-476F12996002}" dt="2024-09-01T04:18:18.107" v="52" actId="113"/>
          <ac:spMkLst>
            <pc:docMk/>
            <pc:sldMk cId="0" sldId="261"/>
            <ac:spMk id="3" creationId="{00000000-0000-0000-0000-000000000000}"/>
          </ac:spMkLst>
        </pc:spChg>
      </pc:sldChg>
      <pc:sldChg chg="modSp mod modNotesTx">
        <pc:chgData name="Ms Alina Arshad" userId="cccdfd85-d35d-4453-9c6f-a463aae40722" providerId="ADAL" clId="{57485560-A1FA-415A-BF02-476F12996002}" dt="2024-09-01T05:00:40.446" v="208" actId="1076"/>
        <pc:sldMkLst>
          <pc:docMk/>
          <pc:sldMk cId="0" sldId="262"/>
        </pc:sldMkLst>
        <pc:spChg chg="mod">
          <ac:chgData name="Ms Alina Arshad" userId="cccdfd85-d35d-4453-9c6f-a463aae40722" providerId="ADAL" clId="{57485560-A1FA-415A-BF02-476F12996002}" dt="2024-09-01T05:00:40.446" v="20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0:34.321" v="207" actId="14100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0.337" v="187" actId="113"/>
        <pc:sldMkLst>
          <pc:docMk/>
          <pc:sldMk cId="0" sldId="264"/>
        </pc:sldMkLst>
        <pc:spChg chg="mod">
          <ac:chgData name="Ms Alina Arshad" userId="cccdfd85-d35d-4453-9c6f-a463aae40722" providerId="ADAL" clId="{57485560-A1FA-415A-BF02-476F12996002}" dt="2024-09-01T04:58:20.337" v="187" actId="11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9.544" v="188" actId="113"/>
        <pc:sldMkLst>
          <pc:docMk/>
          <pc:sldMk cId="1577505814" sldId="265"/>
        </pc:sldMkLst>
        <pc:spChg chg="mod">
          <ac:chgData name="Ms Alina Arshad" userId="cccdfd85-d35d-4453-9c6f-a463aae40722" providerId="ADAL" clId="{57485560-A1FA-415A-BF02-476F12996002}" dt="2024-09-01T04:58:29.544" v="188" actId="113"/>
          <ac:spMkLst>
            <pc:docMk/>
            <pc:sldMk cId="1577505814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4:23.703" v="211" actId="20577"/>
        <pc:sldMkLst>
          <pc:docMk/>
          <pc:sldMk cId="1582826008" sldId="266"/>
        </pc:sldMkLst>
        <pc:spChg chg="mod">
          <ac:chgData name="Ms Alina Arshad" userId="cccdfd85-d35d-4453-9c6f-a463aae40722" providerId="ADAL" clId="{57485560-A1FA-415A-BF02-476F12996002}" dt="2024-09-01T05:03:09.408" v="210" actId="20577"/>
          <ac:spMkLst>
            <pc:docMk/>
            <pc:sldMk cId="1582826008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4:23.703" v="211" actId="20577"/>
          <ac:spMkLst>
            <pc:docMk/>
            <pc:sldMk cId="1582826008" sldId="266"/>
            <ac:spMk id="12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5:30.761" v="212" actId="20577"/>
        <pc:sldMkLst>
          <pc:docMk/>
          <pc:sldMk cId="731299161" sldId="267"/>
        </pc:sldMkLst>
        <pc:spChg chg="mod">
          <ac:chgData name="Ms Alina Arshad" userId="cccdfd85-d35d-4453-9c6f-a463aae40722" providerId="ADAL" clId="{57485560-A1FA-415A-BF02-476F12996002}" dt="2024-09-01T05:05:30.761" v="212" actId="20577"/>
          <ac:spMkLst>
            <pc:docMk/>
            <pc:sldMk cId="731299161" sldId="267"/>
            <ac:spMk id="4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9:01.570" v="220" actId="255"/>
        <pc:sldMkLst>
          <pc:docMk/>
          <pc:sldMk cId="90329638" sldId="268"/>
        </pc:sldMkLst>
        <pc:spChg chg="mod">
          <ac:chgData name="Ms Alina Arshad" userId="cccdfd85-d35d-4453-9c6f-a463aae40722" providerId="ADAL" clId="{57485560-A1FA-415A-BF02-476F12996002}" dt="2024-09-01T05:09:01.570" v="220" actId="255"/>
          <ac:spMkLst>
            <pc:docMk/>
            <pc:sldMk cId="90329638" sldId="268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03.383" v="223" actId="20577"/>
        <pc:sldMkLst>
          <pc:docMk/>
          <pc:sldMk cId="2295129282" sldId="269"/>
        </pc:sldMkLst>
        <pc:spChg chg="mod">
          <ac:chgData name="Ms Alina Arshad" userId="cccdfd85-d35d-4453-9c6f-a463aae40722" providerId="ADAL" clId="{57485560-A1FA-415A-BF02-476F12996002}" dt="2024-09-01T05:11:03.383" v="223" actId="20577"/>
          <ac:spMkLst>
            <pc:docMk/>
            <pc:sldMk cId="2295129282" sldId="269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51.067" v="229" actId="5793"/>
        <pc:sldMkLst>
          <pc:docMk/>
          <pc:sldMk cId="2090315159" sldId="270"/>
        </pc:sldMkLst>
        <pc:spChg chg="mod">
          <ac:chgData name="Ms Alina Arshad" userId="cccdfd85-d35d-4453-9c6f-a463aae40722" providerId="ADAL" clId="{57485560-A1FA-415A-BF02-476F12996002}" dt="2024-09-01T05:11:09.635" v="224" actId="207"/>
          <ac:spMkLst>
            <pc:docMk/>
            <pc:sldMk cId="2090315159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11:51.067" v="229" actId="5793"/>
          <ac:spMkLst>
            <pc:docMk/>
            <pc:sldMk cId="2090315159" sldId="270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21:52.328" v="235" actId="20577"/>
        <pc:sldMkLst>
          <pc:docMk/>
          <pc:sldMk cId="3034138166" sldId="271"/>
        </pc:sldMkLst>
        <pc:spChg chg="mod">
          <ac:chgData name="Ms Alina Arshad" userId="cccdfd85-d35d-4453-9c6f-a463aae40722" providerId="ADAL" clId="{57485560-A1FA-415A-BF02-476F12996002}" dt="2024-08-31T05:25:06.082" v="0" actId="207"/>
          <ac:spMkLst>
            <pc:docMk/>
            <pc:sldMk cId="3034138166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21:52.328" v="235" actId="20577"/>
          <ac:spMkLst>
            <pc:docMk/>
            <pc:sldMk cId="3034138166" sldId="271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5"/>
        </pc:sldMkLst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6"/>
        </pc:sldMkLst>
      </pc:sldChg>
      <pc:sldChg chg="addSp modSp add mod ord">
        <pc:chgData name="Ms Alina Arshad" userId="cccdfd85-d35d-4453-9c6f-a463aae40722" providerId="ADAL" clId="{57485560-A1FA-415A-BF02-476F12996002}" dt="2024-09-01T05:25:33.551" v="283" actId="20577"/>
        <pc:sldMkLst>
          <pc:docMk/>
          <pc:sldMk cId="1634129650" sldId="397"/>
        </pc:sldMkLst>
        <pc:spChg chg="add mod">
          <ac:chgData name="Ms Alina Arshad" userId="cccdfd85-d35d-4453-9c6f-a463aae40722" providerId="ADAL" clId="{57485560-A1FA-415A-BF02-476F12996002}" dt="2024-09-01T05:25:12.124" v="266" actId="1076"/>
          <ac:spMkLst>
            <pc:docMk/>
            <pc:sldMk cId="1634129650" sldId="397"/>
            <ac:spMk id="9" creationId="{9D0D359F-C3E9-3846-8DB7-AD3581B08C6B}"/>
          </ac:spMkLst>
        </pc:spChg>
        <pc:spChg chg="add mod">
          <ac:chgData name="Ms Alina Arshad" userId="cccdfd85-d35d-4453-9c6f-a463aae40722" providerId="ADAL" clId="{57485560-A1FA-415A-BF02-476F12996002}" dt="2024-09-01T05:25:33.551" v="283" actId="20577"/>
          <ac:spMkLst>
            <pc:docMk/>
            <pc:sldMk cId="1634129650" sldId="397"/>
            <ac:spMk id="11" creationId="{39892B7B-C278-B430-2B7F-DE54CB5DF6B8}"/>
          </ac:spMkLst>
        </pc:spChg>
        <pc:cxnChg chg="add mod">
          <ac:chgData name="Ms Alina Arshad" userId="cccdfd85-d35d-4453-9c6f-a463aae40722" providerId="ADAL" clId="{57485560-A1FA-415A-BF02-476F12996002}" dt="2024-09-01T05:25:07.018" v="265" actId="1076"/>
          <ac:cxnSpMkLst>
            <pc:docMk/>
            <pc:sldMk cId="1634129650" sldId="397"/>
            <ac:cxnSpMk id="7" creationId="{84E759F7-FE21-D60C-031A-2B938FAD14BD}"/>
          </ac:cxnSpMkLst>
        </pc:cxnChg>
        <pc:cxnChg chg="add mod">
          <ac:chgData name="Ms Alina Arshad" userId="cccdfd85-d35d-4453-9c6f-a463aae40722" providerId="ADAL" clId="{57485560-A1FA-415A-BF02-476F12996002}" dt="2024-09-01T05:25:18.356" v="268" actId="14100"/>
          <ac:cxnSpMkLst>
            <pc:docMk/>
            <pc:sldMk cId="1634129650" sldId="397"/>
            <ac:cxnSpMk id="10" creationId="{8A2E3792-997B-B08B-40C7-96693FDD8B19}"/>
          </ac:cxnSpMkLst>
        </pc:cxnChg>
      </pc:sldChg>
    </pc:docChg>
  </pc:docChgLst>
  <pc:docChgLst>
    <pc:chgData name="Ms Alina Arshad" userId="cccdfd85-d35d-4453-9c6f-a463aae40722" providerId="ADAL" clId="{700AA452-C530-416E-96E5-BDDCF9860929}"/>
    <pc:docChg chg="custSel addSld delSld modSld sldOrd modMainMaster">
      <pc:chgData name="Ms Alina Arshad" userId="cccdfd85-d35d-4453-9c6f-a463aae40722" providerId="ADAL" clId="{700AA452-C530-416E-96E5-BDDCF9860929}" dt="2024-09-30T18:52:44.057" v="228" actId="1076"/>
      <pc:docMkLst>
        <pc:docMk/>
      </pc:docMkLst>
      <pc:sldChg chg="modSp mod">
        <pc:chgData name="Ms Alina Arshad" userId="cccdfd85-d35d-4453-9c6f-a463aae40722" providerId="ADAL" clId="{700AA452-C530-416E-96E5-BDDCF9860929}" dt="2024-09-30T14:50:50.653" v="158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700AA452-C530-416E-96E5-BDDCF9860929}" dt="2024-09-30T14:50:50.653" v="158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700AA452-C530-416E-96E5-BDDCF9860929}" dt="2024-09-22T13:30:22.497" v="2" actId="47"/>
        <pc:sldMkLst>
          <pc:docMk/>
          <pc:sldMk cId="0" sldId="258"/>
        </pc:sldMkLst>
      </pc:sldChg>
      <pc:sldChg chg="del">
        <pc:chgData name="Ms Alina Arshad" userId="cccdfd85-d35d-4453-9c6f-a463aae40722" providerId="ADAL" clId="{700AA452-C530-416E-96E5-BDDCF9860929}" dt="2024-09-22T13:30:22.895" v="3" actId="47"/>
        <pc:sldMkLst>
          <pc:docMk/>
          <pc:sldMk cId="0" sldId="259"/>
        </pc:sldMkLst>
      </pc:sldChg>
      <pc:sldChg chg="del">
        <pc:chgData name="Ms Alina Arshad" userId="cccdfd85-d35d-4453-9c6f-a463aae40722" providerId="ADAL" clId="{700AA452-C530-416E-96E5-BDDCF9860929}" dt="2024-09-22T13:30:23.271" v="4" actId="47"/>
        <pc:sldMkLst>
          <pc:docMk/>
          <pc:sldMk cId="0" sldId="260"/>
        </pc:sldMkLst>
      </pc:sldChg>
      <pc:sldChg chg="del">
        <pc:chgData name="Ms Alina Arshad" userId="cccdfd85-d35d-4453-9c6f-a463aae40722" providerId="ADAL" clId="{700AA452-C530-416E-96E5-BDDCF9860929}" dt="2024-09-22T13:30:23.636" v="5" actId="47"/>
        <pc:sldMkLst>
          <pc:docMk/>
          <pc:sldMk cId="1577505814" sldId="265"/>
        </pc:sldMkLst>
      </pc:sldChg>
      <pc:sldChg chg="del">
        <pc:chgData name="Ms Alina Arshad" userId="cccdfd85-d35d-4453-9c6f-a463aae40722" providerId="ADAL" clId="{700AA452-C530-416E-96E5-BDDCF9860929}" dt="2024-09-22T13:30:25.540" v="10" actId="47"/>
        <pc:sldMkLst>
          <pc:docMk/>
          <pc:sldMk cId="1582826008" sldId="266"/>
        </pc:sldMkLst>
      </pc:sldChg>
      <pc:sldChg chg="del">
        <pc:chgData name="Ms Alina Arshad" userId="cccdfd85-d35d-4453-9c6f-a463aae40722" providerId="ADAL" clId="{700AA452-C530-416E-96E5-BDDCF9860929}" dt="2024-09-22T13:30:28.390" v="17" actId="47"/>
        <pc:sldMkLst>
          <pc:docMk/>
          <pc:sldMk cId="731299161" sldId="267"/>
        </pc:sldMkLst>
      </pc:sldChg>
      <pc:sldChg chg="del">
        <pc:chgData name="Ms Alina Arshad" userId="cccdfd85-d35d-4453-9c6f-a463aae40722" providerId="ADAL" clId="{700AA452-C530-416E-96E5-BDDCF9860929}" dt="2024-09-22T13:30:25.951" v="11" actId="47"/>
        <pc:sldMkLst>
          <pc:docMk/>
          <pc:sldMk cId="90329638" sldId="268"/>
        </pc:sldMkLst>
      </pc:sldChg>
      <pc:sldChg chg="del">
        <pc:chgData name="Ms Alina Arshad" userId="cccdfd85-d35d-4453-9c6f-a463aae40722" providerId="ADAL" clId="{700AA452-C530-416E-96E5-BDDCF9860929}" dt="2024-09-22T13:30:26.385" v="12" actId="47"/>
        <pc:sldMkLst>
          <pc:docMk/>
          <pc:sldMk cId="2295129282" sldId="269"/>
        </pc:sldMkLst>
      </pc:sldChg>
      <pc:sldChg chg="del">
        <pc:chgData name="Ms Alina Arshad" userId="cccdfd85-d35d-4453-9c6f-a463aae40722" providerId="ADAL" clId="{700AA452-C530-416E-96E5-BDDCF9860929}" dt="2024-09-22T13:30:26.779" v="13" actId="47"/>
        <pc:sldMkLst>
          <pc:docMk/>
          <pc:sldMk cId="2090315159" sldId="270"/>
        </pc:sldMkLst>
      </pc:sldChg>
      <pc:sldChg chg="del">
        <pc:chgData name="Ms Alina Arshad" userId="cccdfd85-d35d-4453-9c6f-a463aae40722" providerId="ADAL" clId="{700AA452-C530-416E-96E5-BDDCF9860929}" dt="2024-09-22T13:30:27.167" v="14" actId="47"/>
        <pc:sldMkLst>
          <pc:docMk/>
          <pc:sldMk cId="3034138166" sldId="271"/>
        </pc:sldMkLst>
      </pc:sldChg>
      <pc:sldChg chg="del">
        <pc:chgData name="Ms Alina Arshad" userId="cccdfd85-d35d-4453-9c6f-a463aae40722" providerId="ADAL" clId="{700AA452-C530-416E-96E5-BDDCF9860929}" dt="2024-09-22T13:30:28.703" v="18" actId="47"/>
        <pc:sldMkLst>
          <pc:docMk/>
          <pc:sldMk cId="2504047100" sldId="272"/>
        </pc:sldMkLst>
      </pc:sldChg>
      <pc:sldChg chg="del">
        <pc:chgData name="Ms Alina Arshad" userId="cccdfd85-d35d-4453-9c6f-a463aae40722" providerId="ADAL" clId="{700AA452-C530-416E-96E5-BDDCF9860929}" dt="2024-09-22T13:30:29.112" v="19" actId="47"/>
        <pc:sldMkLst>
          <pc:docMk/>
          <pc:sldMk cId="4283755204" sldId="273"/>
        </pc:sldMkLst>
      </pc:sldChg>
      <pc:sldChg chg="del">
        <pc:chgData name="Ms Alina Arshad" userId="cccdfd85-d35d-4453-9c6f-a463aae40722" providerId="ADAL" clId="{700AA452-C530-416E-96E5-BDDCF9860929}" dt="2024-09-22T13:30:30.826" v="20" actId="47"/>
        <pc:sldMkLst>
          <pc:docMk/>
          <pc:sldMk cId="2935103945" sldId="274"/>
        </pc:sldMkLst>
      </pc:sldChg>
      <pc:sldChg chg="del">
        <pc:chgData name="Ms Alina Arshad" userId="cccdfd85-d35d-4453-9c6f-a463aae40722" providerId="ADAL" clId="{700AA452-C530-416E-96E5-BDDCF9860929}" dt="2024-09-22T13:30:32.394" v="22" actId="47"/>
        <pc:sldMkLst>
          <pc:docMk/>
          <pc:sldMk cId="1497646456" sldId="275"/>
        </pc:sldMkLst>
      </pc:sldChg>
      <pc:sldChg chg="del">
        <pc:chgData name="Ms Alina Arshad" userId="cccdfd85-d35d-4453-9c6f-a463aae40722" providerId="ADAL" clId="{700AA452-C530-416E-96E5-BDDCF9860929}" dt="2024-09-22T13:30:34.442" v="24" actId="47"/>
        <pc:sldMkLst>
          <pc:docMk/>
          <pc:sldMk cId="3993717517" sldId="276"/>
        </pc:sldMkLst>
      </pc:sldChg>
      <pc:sldChg chg="del">
        <pc:chgData name="Ms Alina Arshad" userId="cccdfd85-d35d-4453-9c6f-a463aae40722" providerId="ADAL" clId="{700AA452-C530-416E-96E5-BDDCF9860929}" dt="2024-09-22T13:30:33.290" v="23" actId="47"/>
        <pc:sldMkLst>
          <pc:docMk/>
          <pc:sldMk cId="2668593764" sldId="278"/>
        </pc:sldMkLst>
      </pc:sldChg>
      <pc:sldChg chg="modSp mod">
        <pc:chgData name="Ms Alina Arshad" userId="cccdfd85-d35d-4453-9c6f-a463aae40722" providerId="ADAL" clId="{700AA452-C530-416E-96E5-BDDCF9860929}" dt="2024-09-22T13:34:43.002" v="68" actId="12"/>
        <pc:sldMkLst>
          <pc:docMk/>
          <pc:sldMk cId="3703048629" sldId="279"/>
        </pc:sldMkLst>
        <pc:spChg chg="mod">
          <ac:chgData name="Ms Alina Arshad" userId="cccdfd85-d35d-4453-9c6f-a463aae40722" providerId="ADAL" clId="{700AA452-C530-416E-96E5-BDDCF9860929}" dt="2024-09-22T13:33:11.415" v="43" actId="113"/>
          <ac:spMkLst>
            <pc:docMk/>
            <pc:sldMk cId="3703048629" sldId="279"/>
            <ac:spMk id="2" creationId="{C0531C6D-BBF1-4A8F-A69A-DB05C817BC81}"/>
          </ac:spMkLst>
        </pc:spChg>
        <pc:spChg chg="mod">
          <ac:chgData name="Ms Alina Arshad" userId="cccdfd85-d35d-4453-9c6f-a463aae40722" providerId="ADAL" clId="{700AA452-C530-416E-96E5-BDDCF9860929}" dt="2024-09-22T13:34:43.002" v="68" actId="12"/>
          <ac:spMkLst>
            <pc:docMk/>
            <pc:sldMk cId="3703048629" sldId="279"/>
            <ac:spMk id="3" creationId="{14C2275F-EEF7-4B46-8F23-7E6682716D48}"/>
          </ac:spMkLst>
        </pc:spChg>
        <pc:picChg chg="mod">
          <ac:chgData name="Ms Alina Arshad" userId="cccdfd85-d35d-4453-9c6f-a463aae40722" providerId="ADAL" clId="{700AA452-C530-416E-96E5-BDDCF9860929}" dt="2024-09-22T13:33:32.702" v="53" actId="1076"/>
          <ac:picMkLst>
            <pc:docMk/>
            <pc:sldMk cId="3703048629" sldId="279"/>
            <ac:picMk id="5" creationId="{B341A69E-52DE-472E-8D85-410C0A82622D}"/>
          </ac:picMkLst>
        </pc:picChg>
      </pc:sldChg>
      <pc:sldChg chg="delSp modSp mod">
        <pc:chgData name="Ms Alina Arshad" userId="cccdfd85-d35d-4453-9c6f-a463aae40722" providerId="ADAL" clId="{700AA452-C530-416E-96E5-BDDCF9860929}" dt="2024-09-22T13:33:50.104" v="57" actId="1076"/>
        <pc:sldMkLst>
          <pc:docMk/>
          <pc:sldMk cId="1821615422" sldId="280"/>
        </pc:sldMkLst>
        <pc:spChg chg="del">
          <ac:chgData name="Ms Alina Arshad" userId="cccdfd85-d35d-4453-9c6f-a463aae40722" providerId="ADAL" clId="{700AA452-C530-416E-96E5-BDDCF9860929}" dt="2024-09-22T13:33:39.548" v="54" actId="478"/>
          <ac:spMkLst>
            <pc:docMk/>
            <pc:sldMk cId="1821615422" sldId="280"/>
            <ac:spMk id="2" creationId="{3F5B8599-097F-47C6-8975-4A5EB88DFD01}"/>
          </ac:spMkLst>
        </pc:spChg>
        <pc:picChg chg="mod">
          <ac:chgData name="Ms Alina Arshad" userId="cccdfd85-d35d-4453-9c6f-a463aae40722" providerId="ADAL" clId="{700AA452-C530-416E-96E5-BDDCF9860929}" dt="2024-09-22T13:33:50.104" v="57" actId="1076"/>
          <ac:picMkLst>
            <pc:docMk/>
            <pc:sldMk cId="1821615422" sldId="280"/>
            <ac:picMk id="5" creationId="{894791AD-65B4-4FB8-9291-53F6E89BDCE6}"/>
          </ac:picMkLst>
        </pc:picChg>
      </pc:sldChg>
      <pc:sldChg chg="modSp mod">
        <pc:chgData name="Ms Alina Arshad" userId="cccdfd85-d35d-4453-9c6f-a463aae40722" providerId="ADAL" clId="{700AA452-C530-416E-96E5-BDDCF9860929}" dt="2024-09-28T19:12:04.191" v="138" actId="1076"/>
        <pc:sldMkLst>
          <pc:docMk/>
          <pc:sldMk cId="3605066316" sldId="281"/>
        </pc:sldMkLst>
        <pc:spChg chg="mod">
          <ac:chgData name="Ms Alina Arshad" userId="cccdfd85-d35d-4453-9c6f-a463aae40722" providerId="ADAL" clId="{700AA452-C530-416E-96E5-BDDCF9860929}" dt="2024-09-28T19:11:44.367" v="135" actId="27636"/>
          <ac:spMkLst>
            <pc:docMk/>
            <pc:sldMk cId="3605066316" sldId="281"/>
            <ac:spMk id="2" creationId="{B31F7F40-579C-4FE5-8B85-B1955C717D63}"/>
          </ac:spMkLst>
        </pc:spChg>
        <pc:spChg chg="mod">
          <ac:chgData name="Ms Alina Arshad" userId="cccdfd85-d35d-4453-9c6f-a463aae40722" providerId="ADAL" clId="{700AA452-C530-416E-96E5-BDDCF9860929}" dt="2024-09-28T19:11:54.895" v="137" actId="14100"/>
          <ac:spMkLst>
            <pc:docMk/>
            <pc:sldMk cId="3605066316" sldId="281"/>
            <ac:spMk id="3" creationId="{4B76A832-156A-4738-A370-C6C9263DD589}"/>
          </ac:spMkLst>
        </pc:spChg>
        <pc:picChg chg="mod">
          <ac:chgData name="Ms Alina Arshad" userId="cccdfd85-d35d-4453-9c6f-a463aae40722" providerId="ADAL" clId="{700AA452-C530-416E-96E5-BDDCF9860929}" dt="2024-09-28T19:12:04.191" v="138" actId="1076"/>
          <ac:picMkLst>
            <pc:docMk/>
            <pc:sldMk cId="3605066316" sldId="281"/>
            <ac:picMk id="4" creationId="{AF3FF7B2-C599-40C2-A196-FB83C9F0FFF2}"/>
          </ac:picMkLst>
        </pc:picChg>
      </pc:sldChg>
      <pc:sldChg chg="modSp mod">
        <pc:chgData name="Ms Alina Arshad" userId="cccdfd85-d35d-4453-9c6f-a463aae40722" providerId="ADAL" clId="{700AA452-C530-416E-96E5-BDDCF9860929}" dt="2024-09-29T12:58:48.742" v="151" actId="14100"/>
        <pc:sldMkLst>
          <pc:docMk/>
          <pc:sldMk cId="24697311" sldId="282"/>
        </pc:sldMkLst>
        <pc:spChg chg="mod">
          <ac:chgData name="Ms Alina Arshad" userId="cccdfd85-d35d-4453-9c6f-a463aae40722" providerId="ADAL" clId="{700AA452-C530-416E-96E5-BDDCF9860929}" dt="2024-09-28T19:24:32.392" v="147" actId="207"/>
          <ac:spMkLst>
            <pc:docMk/>
            <pc:sldMk cId="24697311" sldId="282"/>
            <ac:spMk id="2" creationId="{C8D57331-0580-411F-A66E-6F735F653098}"/>
          </ac:spMkLst>
        </pc:spChg>
        <pc:spChg chg="mod">
          <ac:chgData name="Ms Alina Arshad" userId="cccdfd85-d35d-4453-9c6f-a463aae40722" providerId="ADAL" clId="{700AA452-C530-416E-96E5-BDDCF9860929}" dt="2024-09-29T12:58:48.742" v="151" actId="14100"/>
          <ac:spMkLst>
            <pc:docMk/>
            <pc:sldMk cId="24697311" sldId="282"/>
            <ac:spMk id="3" creationId="{5D6B3F0C-9FE7-4CF4-8A70-5A9DC5CC300D}"/>
          </ac:spMkLst>
        </pc:spChg>
      </pc:sldChg>
      <pc:sldChg chg="del">
        <pc:chgData name="Ms Alina Arshad" userId="cccdfd85-d35d-4453-9c6f-a463aae40722" providerId="ADAL" clId="{700AA452-C530-416E-96E5-BDDCF9860929}" dt="2024-09-22T13:30:31.378" v="21" actId="47"/>
        <pc:sldMkLst>
          <pc:docMk/>
          <pc:sldMk cId="3289392637" sldId="283"/>
        </pc:sldMkLst>
      </pc:sldChg>
      <pc:sldChg chg="modSp mod">
        <pc:chgData name="Ms Alina Arshad" userId="cccdfd85-d35d-4453-9c6f-a463aae40722" providerId="ADAL" clId="{700AA452-C530-416E-96E5-BDDCF9860929}" dt="2024-09-22T13:41:49.891" v="98" actId="2711"/>
        <pc:sldMkLst>
          <pc:docMk/>
          <pc:sldMk cId="800652809" sldId="284"/>
        </pc:sldMkLst>
        <pc:spChg chg="mod">
          <ac:chgData name="Ms Alina Arshad" userId="cccdfd85-d35d-4453-9c6f-a463aae40722" providerId="ADAL" clId="{700AA452-C530-416E-96E5-BDDCF9860929}" dt="2024-09-22T13:41:49.891" v="98" actId="2711"/>
          <ac:spMkLst>
            <pc:docMk/>
            <pc:sldMk cId="800652809" sldId="284"/>
            <ac:spMk id="3" creationId="{B5595F3F-845B-42B5-B0D6-06074B82D45C}"/>
          </ac:spMkLst>
        </pc:spChg>
      </pc:sldChg>
      <pc:sldChg chg="del">
        <pc:chgData name="Ms Alina Arshad" userId="cccdfd85-d35d-4453-9c6f-a463aae40722" providerId="ADAL" clId="{700AA452-C530-416E-96E5-BDDCF9860929}" dt="2024-09-22T13:30:24.766" v="8" actId="47"/>
        <pc:sldMkLst>
          <pc:docMk/>
          <pc:sldMk cId="1402144616" sldId="285"/>
        </pc:sldMkLst>
      </pc:sldChg>
      <pc:sldChg chg="del">
        <pc:chgData name="Ms Alina Arshad" userId="cccdfd85-d35d-4453-9c6f-a463aae40722" providerId="ADAL" clId="{700AA452-C530-416E-96E5-BDDCF9860929}" dt="2024-09-22T13:30:35.929" v="25" actId="47"/>
        <pc:sldMkLst>
          <pc:docMk/>
          <pc:sldMk cId="3229345964" sldId="287"/>
        </pc:sldMkLst>
      </pc:sldChg>
      <pc:sldChg chg="modSp mod">
        <pc:chgData name="Ms Alina Arshad" userId="cccdfd85-d35d-4453-9c6f-a463aae40722" providerId="ADAL" clId="{700AA452-C530-416E-96E5-BDDCF9860929}" dt="2024-09-22T13:34:26.334" v="67" actId="12"/>
        <pc:sldMkLst>
          <pc:docMk/>
          <pc:sldMk cId="2002870935" sldId="288"/>
        </pc:sldMkLst>
        <pc:spChg chg="mod">
          <ac:chgData name="Ms Alina Arshad" userId="cccdfd85-d35d-4453-9c6f-a463aae40722" providerId="ADAL" clId="{700AA452-C530-416E-96E5-BDDCF9860929}" dt="2024-09-22T13:34:01.272" v="61" actId="1076"/>
          <ac:spMkLst>
            <pc:docMk/>
            <pc:sldMk cId="2002870935" sldId="288"/>
            <ac:spMk id="2" creationId="{3F5B8599-097F-47C6-8975-4A5EB88DFD01}"/>
          </ac:spMkLst>
        </pc:spChg>
        <pc:spChg chg="mod">
          <ac:chgData name="Ms Alina Arshad" userId="cccdfd85-d35d-4453-9c6f-a463aae40722" providerId="ADAL" clId="{700AA452-C530-416E-96E5-BDDCF9860929}" dt="2024-09-22T13:34:26.334" v="67" actId="12"/>
          <ac:spMkLst>
            <pc:docMk/>
            <pc:sldMk cId="2002870935" sldId="288"/>
            <ac:spMk id="4" creationId="{CE607608-9379-4954-A9D2-4545D6BFDFB4}"/>
          </ac:spMkLst>
        </pc:spChg>
      </pc:sldChg>
      <pc:sldChg chg="addSp modSp mod setBg">
        <pc:chgData name="Ms Alina Arshad" userId="cccdfd85-d35d-4453-9c6f-a463aae40722" providerId="ADAL" clId="{700AA452-C530-416E-96E5-BDDCF9860929}" dt="2024-09-22T13:31:19.705" v="41" actId="1076"/>
        <pc:sldMkLst>
          <pc:docMk/>
          <pc:sldMk cId="0" sldId="347"/>
        </pc:sldMkLst>
        <pc:spChg chg="mo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75" creationId="{05811255-AEB9-464F-8A4D-2ACF44038D79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1" creationId="{4E4490D0-3672-446A-AC12-B4830333BDDD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3" creationId="{39CB82C2-DF65-4EC1-8280-F201D50F570B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7" creationId="{FA4CD5CB-D209-4D70-8CA4-629731C59219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91" creationId="{B4C27B90-DF2B-4D00-BA07-18ED774CD2F1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93" creationId="{593ACC25-C262-417A-8AA9-0641C772BDB6}"/>
          </ac:spMkLst>
        </pc:spChg>
        <pc:picChg chg="mod">
          <ac:chgData name="Ms Alina Arshad" userId="cccdfd85-d35d-4453-9c6f-a463aae40722" providerId="ADAL" clId="{700AA452-C530-416E-96E5-BDDCF9860929}" dt="2024-09-22T13:31:19.705" v="41" actId="1076"/>
          <ac:picMkLst>
            <pc:docMk/>
            <pc:sldMk cId="0" sldId="347"/>
            <ac:picMk id="54276" creationId="{2AD11418-104B-4018-8AA4-90D20E00BBB7}"/>
          </ac:picMkLst>
        </pc:picChg>
        <pc:cxnChg chg="add">
          <ac:chgData name="Ms Alina Arshad" userId="cccdfd85-d35d-4453-9c6f-a463aae40722" providerId="ADAL" clId="{700AA452-C530-416E-96E5-BDDCF9860929}" dt="2024-09-22T13:30:55.075" v="31" actId="26606"/>
          <ac:cxnSpMkLst>
            <pc:docMk/>
            <pc:sldMk cId="0" sldId="347"/>
            <ac:cxnSpMk id="54285" creationId="{7E1D4427-852B-4B37-8E76-0E9F1810BA2A}"/>
          </ac:cxnSpMkLst>
        </pc:cxnChg>
        <pc:cxnChg chg="add">
          <ac:chgData name="Ms Alina Arshad" userId="cccdfd85-d35d-4453-9c6f-a463aae40722" providerId="ADAL" clId="{700AA452-C530-416E-96E5-BDDCF9860929}" dt="2024-09-22T13:30:55.075" v="31" actId="26606"/>
          <ac:cxnSpMkLst>
            <pc:docMk/>
            <pc:sldMk cId="0" sldId="347"/>
            <ac:cxnSpMk id="54289" creationId="{5C6A2BAE-B461-4B55-8E1F-0722ABDD1393}"/>
          </ac:cxnSpMkLst>
        </pc:cxnChg>
      </pc:sldChg>
      <pc:sldChg chg="modSp mod">
        <pc:chgData name="Ms Alina Arshad" userId="cccdfd85-d35d-4453-9c6f-a463aae40722" providerId="ADAL" clId="{700AA452-C530-416E-96E5-BDDCF9860929}" dt="2024-09-29T13:05:06.492" v="154" actId="20577"/>
        <pc:sldMkLst>
          <pc:docMk/>
          <pc:sldMk cId="2036508356" sldId="348"/>
        </pc:sldMkLst>
        <pc:spChg chg="mod">
          <ac:chgData name="Ms Alina Arshad" userId="cccdfd85-d35d-4453-9c6f-a463aae40722" providerId="ADAL" clId="{700AA452-C530-416E-96E5-BDDCF9860929}" dt="2024-09-29T13:04:40.062" v="152" actId="207"/>
          <ac:spMkLst>
            <pc:docMk/>
            <pc:sldMk cId="2036508356" sldId="348"/>
            <ac:spMk id="2" creationId="{C0E80CD8-9EA5-4B12-B717-3449A4678F5C}"/>
          </ac:spMkLst>
        </pc:spChg>
        <pc:spChg chg="mod">
          <ac:chgData name="Ms Alina Arshad" userId="cccdfd85-d35d-4453-9c6f-a463aae40722" providerId="ADAL" clId="{700AA452-C530-416E-96E5-BDDCF9860929}" dt="2024-09-29T13:05:06.492" v="154" actId="20577"/>
          <ac:spMkLst>
            <pc:docMk/>
            <pc:sldMk cId="2036508356" sldId="348"/>
            <ac:spMk id="3" creationId="{0D74B3B6-9876-42D3-AE90-C1F71A7BF21E}"/>
          </ac:spMkLst>
        </pc:spChg>
      </pc:sldChg>
      <pc:sldChg chg="modSp mod">
        <pc:chgData name="Ms Alina Arshad" userId="cccdfd85-d35d-4453-9c6f-a463aae40722" providerId="ADAL" clId="{700AA452-C530-416E-96E5-BDDCF9860929}" dt="2024-09-29T13:05:56.360" v="155" actId="255"/>
        <pc:sldMkLst>
          <pc:docMk/>
          <pc:sldMk cId="132290220" sldId="349"/>
        </pc:sldMkLst>
        <pc:spChg chg="mod">
          <ac:chgData name="Ms Alina Arshad" userId="cccdfd85-d35d-4453-9c6f-a463aae40722" providerId="ADAL" clId="{700AA452-C530-416E-96E5-BDDCF9860929}" dt="2024-09-22T13:35:33.981" v="80" actId="207"/>
          <ac:spMkLst>
            <pc:docMk/>
            <pc:sldMk cId="132290220" sldId="349"/>
            <ac:spMk id="2" creationId="{04248D45-4C2A-4CD2-ADA7-8010DE04DD37}"/>
          </ac:spMkLst>
        </pc:spChg>
        <pc:spChg chg="mod">
          <ac:chgData name="Ms Alina Arshad" userId="cccdfd85-d35d-4453-9c6f-a463aae40722" providerId="ADAL" clId="{700AA452-C530-416E-96E5-BDDCF9860929}" dt="2024-09-29T13:05:56.360" v="155" actId="255"/>
          <ac:spMkLst>
            <pc:docMk/>
            <pc:sldMk cId="132290220" sldId="349"/>
            <ac:spMk id="3" creationId="{9A2F1328-E205-4C6F-BD3F-6506878F6705}"/>
          </ac:spMkLst>
        </pc:spChg>
      </pc:sldChg>
      <pc:sldChg chg="modSp mod">
        <pc:chgData name="Ms Alina Arshad" userId="cccdfd85-d35d-4453-9c6f-a463aae40722" providerId="ADAL" clId="{700AA452-C530-416E-96E5-BDDCF9860929}" dt="2024-09-22T13:36:56.677" v="95" actId="12"/>
        <pc:sldMkLst>
          <pc:docMk/>
          <pc:sldMk cId="448686030" sldId="350"/>
        </pc:sldMkLst>
        <pc:spChg chg="mod">
          <ac:chgData name="Ms Alina Arshad" userId="cccdfd85-d35d-4453-9c6f-a463aae40722" providerId="ADAL" clId="{700AA452-C530-416E-96E5-BDDCF9860929}" dt="2024-09-22T13:36:41.029" v="90" actId="207"/>
          <ac:spMkLst>
            <pc:docMk/>
            <pc:sldMk cId="448686030" sldId="350"/>
            <ac:spMk id="2" creationId="{04248D45-4C2A-4CD2-ADA7-8010DE04DD37}"/>
          </ac:spMkLst>
        </pc:spChg>
        <pc:spChg chg="mod">
          <ac:chgData name="Ms Alina Arshad" userId="cccdfd85-d35d-4453-9c6f-a463aae40722" providerId="ADAL" clId="{700AA452-C530-416E-96E5-BDDCF9860929}" dt="2024-09-22T13:36:56.677" v="95" actId="12"/>
          <ac:spMkLst>
            <pc:docMk/>
            <pc:sldMk cId="448686030" sldId="350"/>
            <ac:spMk id="3" creationId="{9A2F1328-E205-4C6F-BD3F-6506878F6705}"/>
          </ac:spMkLst>
        </pc:spChg>
      </pc:sldChg>
      <pc:sldChg chg="modSp mod">
        <pc:chgData name="Ms Alina Arshad" userId="cccdfd85-d35d-4453-9c6f-a463aae40722" providerId="ADAL" clId="{700AA452-C530-416E-96E5-BDDCF9860929}" dt="2024-09-29T13:07:04.867" v="156" actId="1076"/>
        <pc:sldMkLst>
          <pc:docMk/>
          <pc:sldMk cId="3109540881" sldId="351"/>
        </pc:sldMkLst>
        <pc:spChg chg="mod">
          <ac:chgData name="Ms Alina Arshad" userId="cccdfd85-d35d-4453-9c6f-a463aae40722" providerId="ADAL" clId="{700AA452-C530-416E-96E5-BDDCF9860929}" dt="2024-09-22T13:36:24.960" v="87" actId="1076"/>
          <ac:spMkLst>
            <pc:docMk/>
            <pc:sldMk cId="3109540881" sldId="351"/>
            <ac:spMk id="3" creationId="{00000000-0000-0000-0000-000000000000}"/>
          </ac:spMkLst>
        </pc:spChg>
        <pc:spChg chg="mod">
          <ac:chgData name="Ms Alina Arshad" userId="cccdfd85-d35d-4453-9c6f-a463aae40722" providerId="ADAL" clId="{700AA452-C530-416E-96E5-BDDCF9860929}" dt="2024-09-22T13:36:30.456" v="88" actId="1076"/>
          <ac:spMkLst>
            <pc:docMk/>
            <pc:sldMk cId="3109540881" sldId="351"/>
            <ac:spMk id="7" creationId="{00000000-0000-0000-0000-000000000000}"/>
          </ac:spMkLst>
        </pc:spChg>
        <pc:picChg chg="mod">
          <ac:chgData name="Ms Alina Arshad" userId="cccdfd85-d35d-4453-9c6f-a463aae40722" providerId="ADAL" clId="{700AA452-C530-416E-96E5-BDDCF9860929}" dt="2024-09-29T13:07:04.867" v="156" actId="1076"/>
          <ac:picMkLst>
            <pc:docMk/>
            <pc:sldMk cId="3109540881" sldId="351"/>
            <ac:picMk id="4" creationId="{21521628-EC7A-4860-9AD2-ED0E0C440F5B}"/>
          </ac:picMkLst>
        </pc:picChg>
        <pc:cxnChg chg="mod">
          <ac:chgData name="Ms Alina Arshad" userId="cccdfd85-d35d-4453-9c6f-a463aae40722" providerId="ADAL" clId="{700AA452-C530-416E-96E5-BDDCF9860929}" dt="2024-09-22T13:36:32.961" v="89" actId="1076"/>
          <ac:cxnSpMkLst>
            <pc:docMk/>
            <pc:sldMk cId="3109540881" sldId="351"/>
            <ac:cxnSpMk id="6" creationId="{00000000-0000-0000-0000-000000000000}"/>
          </ac:cxnSpMkLst>
        </pc:cxnChg>
      </pc:sldChg>
      <pc:sldChg chg="modSp mod">
        <pc:chgData name="Ms Alina Arshad" userId="cccdfd85-d35d-4453-9c6f-a463aae40722" providerId="ADAL" clId="{700AA452-C530-416E-96E5-BDDCF9860929}" dt="2024-09-30T15:04:42.060" v="159" actId="207"/>
        <pc:sldMkLst>
          <pc:docMk/>
          <pc:sldMk cId="0" sldId="352"/>
        </pc:sldMkLst>
        <pc:spChg chg="mod">
          <ac:chgData name="Ms Alina Arshad" userId="cccdfd85-d35d-4453-9c6f-a463aae40722" providerId="ADAL" clId="{700AA452-C530-416E-96E5-BDDCF9860929}" dt="2024-09-30T15:04:42.060" v="159" actId="207"/>
          <ac:spMkLst>
            <pc:docMk/>
            <pc:sldMk cId="0" sldId="352"/>
            <ac:spMk id="64515" creationId="{2E4645F8-E14A-4CA7-AE6B-F33FAA978EE6}"/>
          </ac:spMkLst>
        </pc:spChg>
        <pc:spChg chg="mod">
          <ac:chgData name="Ms Alina Arshad" userId="cccdfd85-d35d-4453-9c6f-a463aae40722" providerId="ADAL" clId="{700AA452-C530-416E-96E5-BDDCF9860929}" dt="2024-09-22T13:45:31.228" v="110" actId="14100"/>
          <ac:spMkLst>
            <pc:docMk/>
            <pc:sldMk cId="0" sldId="352"/>
            <ac:spMk id="64516" creationId="{D2D679A3-2E8D-4632-948B-DAF7F009B134}"/>
          </ac:spMkLst>
        </pc:spChg>
      </pc:sldChg>
      <pc:sldChg chg="modSp mod">
        <pc:chgData name="Ms Alina Arshad" userId="cccdfd85-d35d-4453-9c6f-a463aae40722" providerId="ADAL" clId="{700AA452-C530-416E-96E5-BDDCF9860929}" dt="2024-09-22T13:46:13.377" v="122" actId="207"/>
        <pc:sldMkLst>
          <pc:docMk/>
          <pc:sldMk cId="0" sldId="353"/>
        </pc:sldMkLst>
        <pc:spChg chg="mod">
          <ac:chgData name="Ms Alina Arshad" userId="cccdfd85-d35d-4453-9c6f-a463aae40722" providerId="ADAL" clId="{700AA452-C530-416E-96E5-BDDCF9860929}" dt="2024-09-22T13:45:57.835" v="118" actId="113"/>
          <ac:spMkLst>
            <pc:docMk/>
            <pc:sldMk cId="0" sldId="353"/>
            <ac:spMk id="66563" creationId="{650DE2D3-D33D-40B5-8D5C-AB29784566B6}"/>
          </ac:spMkLst>
        </pc:spChg>
        <pc:spChg chg="mod">
          <ac:chgData name="Ms Alina Arshad" userId="cccdfd85-d35d-4453-9c6f-a463aae40722" providerId="ADAL" clId="{700AA452-C530-416E-96E5-BDDCF9860929}" dt="2024-09-22T13:46:13.377" v="122" actId="207"/>
          <ac:spMkLst>
            <pc:docMk/>
            <pc:sldMk cId="0" sldId="353"/>
            <ac:spMk id="66565" creationId="{64F0F6F5-8B02-4BA2-8850-441C6DF481F0}"/>
          </ac:spMkLst>
        </pc:spChg>
        <pc:picChg chg="mod">
          <ac:chgData name="Ms Alina Arshad" userId="cccdfd85-d35d-4453-9c6f-a463aae40722" providerId="ADAL" clId="{700AA452-C530-416E-96E5-BDDCF9860929}" dt="2024-09-22T13:45:59.814" v="119" actId="1076"/>
          <ac:picMkLst>
            <pc:docMk/>
            <pc:sldMk cId="0" sldId="353"/>
            <ac:picMk id="66564" creationId="{573920A5-602D-4661-B4F9-9067EB5BEADE}"/>
          </ac:picMkLst>
        </pc:picChg>
      </pc:sldChg>
      <pc:sldChg chg="modSp mod">
        <pc:chgData name="Ms Alina Arshad" userId="cccdfd85-d35d-4453-9c6f-a463aae40722" providerId="ADAL" clId="{700AA452-C530-416E-96E5-BDDCF9860929}" dt="2024-09-30T15:07:21.563" v="164" actId="14100"/>
        <pc:sldMkLst>
          <pc:docMk/>
          <pc:sldMk cId="0" sldId="354"/>
        </pc:sldMkLst>
        <pc:spChg chg="mod">
          <ac:chgData name="Ms Alina Arshad" userId="cccdfd85-d35d-4453-9c6f-a463aae40722" providerId="ADAL" clId="{700AA452-C530-416E-96E5-BDDCF9860929}" dt="2024-09-30T15:07:18.372" v="163" actId="1076"/>
          <ac:spMkLst>
            <pc:docMk/>
            <pc:sldMk cId="0" sldId="354"/>
            <ac:spMk id="68611" creationId="{7219106E-1553-4571-BEA9-6E2CC9576B6D}"/>
          </ac:spMkLst>
        </pc:spChg>
        <pc:picChg chg="mod">
          <ac:chgData name="Ms Alina Arshad" userId="cccdfd85-d35d-4453-9c6f-a463aae40722" providerId="ADAL" clId="{700AA452-C530-416E-96E5-BDDCF9860929}" dt="2024-09-30T15:07:21.563" v="164" actId="14100"/>
          <ac:picMkLst>
            <pc:docMk/>
            <pc:sldMk cId="0" sldId="354"/>
            <ac:picMk id="68612" creationId="{0C875AAC-7673-45CE-B586-BDF42E669911}"/>
          </ac:picMkLst>
        </pc:picChg>
      </pc:sldChg>
      <pc:sldChg chg="modSp mod">
        <pc:chgData name="Ms Alina Arshad" userId="cccdfd85-d35d-4453-9c6f-a463aae40722" providerId="ADAL" clId="{700AA452-C530-416E-96E5-BDDCF9860929}" dt="2024-09-30T15:08:40.788" v="170" actId="1076"/>
        <pc:sldMkLst>
          <pc:docMk/>
          <pc:sldMk cId="0" sldId="355"/>
        </pc:sldMkLst>
        <pc:spChg chg="mod">
          <ac:chgData name="Ms Alina Arshad" userId="cccdfd85-d35d-4453-9c6f-a463aae40722" providerId="ADAL" clId="{700AA452-C530-416E-96E5-BDDCF9860929}" dt="2024-09-30T15:08:03.318" v="165" actId="207"/>
          <ac:spMkLst>
            <pc:docMk/>
            <pc:sldMk cId="0" sldId="355"/>
            <ac:spMk id="75779" creationId="{B61B8769-D463-457A-B042-0D946EB6E901}"/>
          </ac:spMkLst>
        </pc:spChg>
        <pc:spChg chg="mod">
          <ac:chgData name="Ms Alina Arshad" userId="cccdfd85-d35d-4453-9c6f-a463aae40722" providerId="ADAL" clId="{700AA452-C530-416E-96E5-BDDCF9860929}" dt="2024-09-30T15:08:40.788" v="170" actId="1076"/>
          <ac:spMkLst>
            <pc:docMk/>
            <pc:sldMk cId="0" sldId="355"/>
            <ac:spMk id="75780" creationId="{B969BE2E-346A-40F3-BA4C-8A977B24D846}"/>
          </ac:spMkLst>
        </pc:spChg>
      </pc:sldChg>
      <pc:sldChg chg="delSp modSp mod">
        <pc:chgData name="Ms Alina Arshad" userId="cccdfd85-d35d-4453-9c6f-a463aae40722" providerId="ADAL" clId="{700AA452-C530-416E-96E5-BDDCF9860929}" dt="2024-09-30T18:52:44.057" v="228" actId="1076"/>
        <pc:sldMkLst>
          <pc:docMk/>
          <pc:sldMk cId="0" sldId="357"/>
        </pc:sldMkLst>
        <pc:spChg chg="del">
          <ac:chgData name="Ms Alina Arshad" userId="cccdfd85-d35d-4453-9c6f-a463aae40722" providerId="ADAL" clId="{700AA452-C530-416E-96E5-BDDCF9860929}" dt="2024-09-30T18:52:12.279" v="220" actId="478"/>
          <ac:spMkLst>
            <pc:docMk/>
            <pc:sldMk cId="0" sldId="357"/>
            <ac:spMk id="84994" creationId="{FEC753B0-AD36-4203-91A2-CE32D7F4AE44}"/>
          </ac:spMkLst>
        </pc:spChg>
        <pc:spChg chg="mod">
          <ac:chgData name="Ms Alina Arshad" userId="cccdfd85-d35d-4453-9c6f-a463aae40722" providerId="ADAL" clId="{700AA452-C530-416E-96E5-BDDCF9860929}" dt="2024-09-30T18:52:44.057" v="228" actId="1076"/>
          <ac:spMkLst>
            <pc:docMk/>
            <pc:sldMk cId="0" sldId="357"/>
            <ac:spMk id="84995" creationId="{6B637A28-0889-4EC5-BA30-354C9967D0FB}"/>
          </ac:spMkLst>
        </pc:spChg>
        <pc:graphicFrameChg chg="mod modGraphic">
          <ac:chgData name="Ms Alina Arshad" userId="cccdfd85-d35d-4453-9c6f-a463aae40722" providerId="ADAL" clId="{700AA452-C530-416E-96E5-BDDCF9860929}" dt="2024-09-30T18:52:39.248" v="227" actId="1076"/>
          <ac:graphicFrameMkLst>
            <pc:docMk/>
            <pc:sldMk cId="0" sldId="357"/>
            <ac:graphicFrameMk id="884809" creationId="{556EDF7B-4711-416D-A419-F0CB230120BD}"/>
          </ac:graphicFrameMkLst>
        </pc:graphicFrameChg>
      </pc:sldChg>
      <pc:sldChg chg="modSp mod">
        <pc:chgData name="Ms Alina Arshad" userId="cccdfd85-d35d-4453-9c6f-a463aae40722" providerId="ADAL" clId="{700AA452-C530-416E-96E5-BDDCF9860929}" dt="2024-09-30T18:48:23.109" v="199" actId="403"/>
        <pc:sldMkLst>
          <pc:docMk/>
          <pc:sldMk cId="0" sldId="368"/>
        </pc:sldMkLst>
        <pc:spChg chg="mod">
          <ac:chgData name="Ms Alina Arshad" userId="cccdfd85-d35d-4453-9c6f-a463aae40722" providerId="ADAL" clId="{700AA452-C530-416E-96E5-BDDCF9860929}" dt="2024-09-30T18:48:23.109" v="199" actId="403"/>
          <ac:spMkLst>
            <pc:docMk/>
            <pc:sldMk cId="0" sldId="368"/>
            <ac:spMk id="80899" creationId="{8AA31434-6D57-45F6-91CD-6F6FEBE0E785}"/>
          </ac:spMkLst>
        </pc:spChg>
      </pc:sldChg>
      <pc:sldChg chg="modSp mod">
        <pc:chgData name="Ms Alina Arshad" userId="cccdfd85-d35d-4453-9c6f-a463aae40722" providerId="ADAL" clId="{700AA452-C530-416E-96E5-BDDCF9860929}" dt="2024-09-30T18:49:20.358" v="205" actId="207"/>
        <pc:sldMkLst>
          <pc:docMk/>
          <pc:sldMk cId="0" sldId="369"/>
        </pc:sldMkLst>
        <pc:spChg chg="mod">
          <ac:chgData name="Ms Alina Arshad" userId="cccdfd85-d35d-4453-9c6f-a463aae40722" providerId="ADAL" clId="{700AA452-C530-416E-96E5-BDDCF9860929}" dt="2024-09-30T18:49:05.147" v="204" actId="1076"/>
          <ac:spMkLst>
            <pc:docMk/>
            <pc:sldMk cId="0" sldId="369"/>
            <ac:spMk id="81923" creationId="{212404F8-56E8-4683-B334-13C19B18AB45}"/>
          </ac:spMkLst>
        </pc:spChg>
        <pc:spChg chg="mod">
          <ac:chgData name="Ms Alina Arshad" userId="cccdfd85-d35d-4453-9c6f-a463aae40722" providerId="ADAL" clId="{700AA452-C530-416E-96E5-BDDCF9860929}" dt="2024-09-30T18:49:20.358" v="205" actId="207"/>
          <ac:spMkLst>
            <pc:docMk/>
            <pc:sldMk cId="0" sldId="369"/>
            <ac:spMk id="81924" creationId="{68248C69-9332-4A99-BC0A-14F57C4D99DE}"/>
          </ac:spMkLst>
        </pc:spChg>
      </pc:sldChg>
      <pc:sldChg chg="modSp mod">
        <pc:chgData name="Ms Alina Arshad" userId="cccdfd85-d35d-4453-9c6f-a463aae40722" providerId="ADAL" clId="{700AA452-C530-416E-96E5-BDDCF9860929}" dt="2024-09-30T18:45:49.813" v="193" actId="20577"/>
        <pc:sldMkLst>
          <pc:docMk/>
          <pc:sldMk cId="0" sldId="370"/>
        </pc:sldMkLst>
        <pc:spChg chg="mod">
          <ac:chgData name="Ms Alina Arshad" userId="cccdfd85-d35d-4453-9c6f-a463aae40722" providerId="ADAL" clId="{700AA452-C530-416E-96E5-BDDCF9860929}" dt="2024-09-30T15:08:48.912" v="172" actId="207"/>
          <ac:spMkLst>
            <pc:docMk/>
            <pc:sldMk cId="0" sldId="370"/>
            <ac:spMk id="77827" creationId="{67E99228-87F5-434B-834C-05F83602BEA7}"/>
          </ac:spMkLst>
        </pc:spChg>
        <pc:spChg chg="mod">
          <ac:chgData name="Ms Alina Arshad" userId="cccdfd85-d35d-4453-9c6f-a463aae40722" providerId="ADAL" clId="{700AA452-C530-416E-96E5-BDDCF9860929}" dt="2024-09-30T18:45:49.813" v="193" actId="20577"/>
          <ac:spMkLst>
            <pc:docMk/>
            <pc:sldMk cId="0" sldId="370"/>
            <ac:spMk id="77828" creationId="{AE58D6A9-2268-4B9B-B644-43B75570DBA9}"/>
          </ac:spMkLst>
        </pc:spChg>
      </pc:sldChg>
      <pc:sldChg chg="modSp mod">
        <pc:chgData name="Ms Alina Arshad" userId="cccdfd85-d35d-4453-9c6f-a463aae40722" providerId="ADAL" clId="{700AA452-C530-416E-96E5-BDDCF9860929}" dt="2024-09-30T18:46:34.209" v="196" actId="14100"/>
        <pc:sldMkLst>
          <pc:docMk/>
          <pc:sldMk cId="0" sldId="371"/>
        </pc:sldMkLst>
        <pc:spChg chg="mod">
          <ac:chgData name="Ms Alina Arshad" userId="cccdfd85-d35d-4453-9c6f-a463aae40722" providerId="ADAL" clId="{700AA452-C530-416E-96E5-BDDCF9860929}" dt="2024-09-30T18:46:34.209" v="196" actId="14100"/>
          <ac:spMkLst>
            <pc:docMk/>
            <pc:sldMk cId="0" sldId="371"/>
            <ac:spMk id="79875" creationId="{8CF305EB-D670-4393-98CF-42D50C4A807E}"/>
          </ac:spMkLst>
        </pc:spChg>
        <pc:spChg chg="mod">
          <ac:chgData name="Ms Alina Arshad" userId="cccdfd85-d35d-4453-9c6f-a463aae40722" providerId="ADAL" clId="{700AA452-C530-416E-96E5-BDDCF9860929}" dt="2024-09-30T18:46:25.475" v="194" actId="207"/>
          <ac:spMkLst>
            <pc:docMk/>
            <pc:sldMk cId="0" sldId="371"/>
            <ac:spMk id="79876" creationId="{092D5270-798D-445A-9B24-A3520F9BB889}"/>
          </ac:spMkLst>
        </pc:spChg>
      </pc:sldChg>
      <pc:sldChg chg="modSp mod ord">
        <pc:chgData name="Ms Alina Arshad" userId="cccdfd85-d35d-4453-9c6f-a463aae40722" providerId="ADAL" clId="{700AA452-C530-416E-96E5-BDDCF9860929}" dt="2024-09-30T18:39:15.777" v="179" actId="1076"/>
        <pc:sldMkLst>
          <pc:docMk/>
          <pc:sldMk cId="0" sldId="372"/>
        </pc:sldMkLst>
        <pc:spChg chg="mod">
          <ac:chgData name="Ms Alina Arshad" userId="cccdfd85-d35d-4453-9c6f-a463aae40722" providerId="ADAL" clId="{700AA452-C530-416E-96E5-BDDCF9860929}" dt="2024-09-30T18:39:10.504" v="177" actId="1076"/>
          <ac:spMkLst>
            <pc:docMk/>
            <pc:sldMk cId="0" sldId="372"/>
            <ac:spMk id="78851" creationId="{5938DAAF-F418-44DE-B803-5D31322FB670}"/>
          </ac:spMkLst>
        </pc:spChg>
        <pc:picChg chg="mod">
          <ac:chgData name="Ms Alina Arshad" userId="cccdfd85-d35d-4453-9c6f-a463aae40722" providerId="ADAL" clId="{700AA452-C530-416E-96E5-BDDCF9860929}" dt="2024-09-30T18:39:15.777" v="179" actId="1076"/>
          <ac:picMkLst>
            <pc:docMk/>
            <pc:sldMk cId="0" sldId="372"/>
            <ac:picMk id="78852" creationId="{698D94F0-9B82-46C7-B735-4F93695DB9A6}"/>
          </ac:picMkLst>
        </pc:picChg>
      </pc:sldChg>
      <pc:sldChg chg="delSp modSp add mod modTransition">
        <pc:chgData name="Ms Alina Arshad" userId="cccdfd85-d35d-4453-9c6f-a463aae40722" providerId="ADAL" clId="{700AA452-C530-416E-96E5-BDDCF9860929}" dt="2024-09-28T18:48:27.419" v="132" actId="478"/>
        <pc:sldMkLst>
          <pc:docMk/>
          <pc:sldMk cId="0" sldId="384"/>
        </pc:sldMkLst>
        <pc:spChg chg="del">
          <ac:chgData name="Ms Alina Arshad" userId="cccdfd85-d35d-4453-9c6f-a463aae40722" providerId="ADAL" clId="{700AA452-C530-416E-96E5-BDDCF9860929}" dt="2024-09-28T18:48:27.419" v="132" actId="478"/>
          <ac:spMkLst>
            <pc:docMk/>
            <pc:sldMk cId="0" sldId="384"/>
            <ac:spMk id="45058" creationId="{F5A5FDB9-F4E1-AF56-BB8A-D14E39931F53}"/>
          </ac:spMkLst>
        </pc:spChg>
        <pc:spChg chg="mod">
          <ac:chgData name="Ms Alina Arshad" userId="cccdfd85-d35d-4453-9c6f-a463aae40722" providerId="ADAL" clId="{700AA452-C530-416E-96E5-BDDCF9860929}" dt="2024-09-28T18:48:08.791" v="129" actId="207"/>
          <ac:spMkLst>
            <pc:docMk/>
            <pc:sldMk cId="0" sldId="384"/>
            <ac:spMk id="45059" creationId="{84D44900-4D45-4C5B-F55E-8C00BDEFF2B6}"/>
          </ac:spMkLst>
        </pc:spChg>
        <pc:spChg chg="mod">
          <ac:chgData name="Ms Alina Arshad" userId="cccdfd85-d35d-4453-9c6f-a463aae40722" providerId="ADAL" clId="{700AA452-C530-416E-96E5-BDDCF9860929}" dt="2024-09-28T18:48:24.244" v="131" actId="12"/>
          <ac:spMkLst>
            <pc:docMk/>
            <pc:sldMk cId="0" sldId="384"/>
            <ac:spMk id="45060" creationId="{91B64F00-F425-3490-70A7-8C5948A081EA}"/>
          </ac:spMkLst>
        </pc:spChg>
      </pc:sldChg>
      <pc:sldChg chg="modSp mod">
        <pc:chgData name="Ms Alina Arshad" userId="cccdfd85-d35d-4453-9c6f-a463aae40722" providerId="ADAL" clId="{700AA452-C530-416E-96E5-BDDCF9860929}" dt="2024-09-30T18:51:31.050" v="210" actId="403"/>
        <pc:sldMkLst>
          <pc:docMk/>
          <pc:sldMk cId="0" sldId="392"/>
        </pc:sldMkLst>
        <pc:spChg chg="mod">
          <ac:chgData name="Ms Alina Arshad" userId="cccdfd85-d35d-4453-9c6f-a463aae40722" providerId="ADAL" clId="{700AA452-C530-416E-96E5-BDDCF9860929}" dt="2024-09-30T18:51:21.703" v="208" actId="1076"/>
          <ac:spMkLst>
            <pc:docMk/>
            <pc:sldMk cId="0" sldId="392"/>
            <ac:spMk id="82946" creationId="{E151F0DE-2290-4565-B2AF-2946B137DBDA}"/>
          </ac:spMkLst>
        </pc:spChg>
        <pc:spChg chg="mod">
          <ac:chgData name="Ms Alina Arshad" userId="cccdfd85-d35d-4453-9c6f-a463aae40722" providerId="ADAL" clId="{700AA452-C530-416E-96E5-BDDCF9860929}" dt="2024-09-30T18:51:31.050" v="210" actId="403"/>
          <ac:spMkLst>
            <pc:docMk/>
            <pc:sldMk cId="0" sldId="392"/>
            <ac:spMk id="82947" creationId="{718E235B-BEB1-4C55-9204-377314CEE69D}"/>
          </ac:spMkLst>
        </pc:spChg>
      </pc:sldChg>
      <pc:sldChg chg="delSp modSp mod">
        <pc:chgData name="Ms Alina Arshad" userId="cccdfd85-d35d-4453-9c6f-a463aae40722" providerId="ADAL" clId="{700AA452-C530-416E-96E5-BDDCF9860929}" dt="2024-09-30T18:51:58.386" v="217" actId="113"/>
        <pc:sldMkLst>
          <pc:docMk/>
          <pc:sldMk cId="0" sldId="396"/>
        </pc:sldMkLst>
        <pc:spChg chg="mod">
          <ac:chgData name="Ms Alina Arshad" userId="cccdfd85-d35d-4453-9c6f-a463aae40722" providerId="ADAL" clId="{700AA452-C530-416E-96E5-BDDCF9860929}" dt="2024-09-30T18:51:58.386" v="217" actId="113"/>
          <ac:spMkLst>
            <pc:docMk/>
            <pc:sldMk cId="0" sldId="396"/>
            <ac:spMk id="83970" creationId="{0BE439A8-31E1-4FAD-A6BE-A942378CBD17}"/>
          </ac:spMkLst>
        </pc:spChg>
        <pc:picChg chg="del mod">
          <ac:chgData name="Ms Alina Arshad" userId="cccdfd85-d35d-4453-9c6f-a463aae40722" providerId="ADAL" clId="{700AA452-C530-416E-96E5-BDDCF9860929}" dt="2024-09-30T18:51:47.699" v="213" actId="478"/>
          <ac:picMkLst>
            <pc:docMk/>
            <pc:sldMk cId="0" sldId="396"/>
            <ac:picMk id="83974" creationId="{4CDE9EC7-1771-4D94-B064-F61198DC51C7}"/>
          </ac:picMkLst>
        </pc:picChg>
      </pc:sldChg>
      <pc:sldChg chg="delSp modSp mod">
        <pc:chgData name="Ms Alina Arshad" userId="cccdfd85-d35d-4453-9c6f-a463aae40722" providerId="ADAL" clId="{700AA452-C530-416E-96E5-BDDCF9860929}" dt="2024-09-22T13:45:49.091" v="116" actId="478"/>
        <pc:sldMkLst>
          <pc:docMk/>
          <pc:sldMk cId="1634129650" sldId="397"/>
        </pc:sldMkLst>
        <pc:spChg chg="del">
          <ac:chgData name="Ms Alina Arshad" userId="cccdfd85-d35d-4453-9c6f-a463aae40722" providerId="ADAL" clId="{700AA452-C530-416E-96E5-BDDCF9860929}" dt="2024-09-22T13:45:49.091" v="116" actId="478"/>
          <ac:spMkLst>
            <pc:docMk/>
            <pc:sldMk cId="1634129650" sldId="397"/>
            <ac:spMk id="2" creationId="{76698A79-8446-4955-82E7-25E504015F3E}"/>
          </ac:spMkLst>
        </pc:spChg>
        <pc:spChg chg="mod">
          <ac:chgData name="Ms Alina Arshad" userId="cccdfd85-d35d-4453-9c6f-a463aae40722" providerId="ADAL" clId="{700AA452-C530-416E-96E5-BDDCF9860929}" dt="2024-09-22T13:45:45.855" v="115" actId="12"/>
          <ac:spMkLst>
            <pc:docMk/>
            <pc:sldMk cId="1634129650" sldId="397"/>
            <ac:spMk id="3" creationId="{566192B2-7CA6-4494-AAC2-7D51C0489E13}"/>
          </ac:spMkLst>
        </pc:spChg>
      </pc:sldChg>
      <pc:sldChg chg="del">
        <pc:chgData name="Ms Alina Arshad" userId="cccdfd85-d35d-4453-9c6f-a463aae40722" providerId="ADAL" clId="{700AA452-C530-416E-96E5-BDDCF9860929}" dt="2024-09-22T13:30:24.076" v="6" actId="47"/>
        <pc:sldMkLst>
          <pc:docMk/>
          <pc:sldMk cId="818196387" sldId="398"/>
        </pc:sldMkLst>
      </pc:sldChg>
      <pc:sldChg chg="del">
        <pc:chgData name="Ms Alina Arshad" userId="cccdfd85-d35d-4453-9c6f-a463aae40722" providerId="ADAL" clId="{700AA452-C530-416E-96E5-BDDCF9860929}" dt="2024-09-22T13:30:24.415" v="7" actId="47"/>
        <pc:sldMkLst>
          <pc:docMk/>
          <pc:sldMk cId="3016557581" sldId="399"/>
        </pc:sldMkLst>
      </pc:sldChg>
      <pc:sldChg chg="del">
        <pc:chgData name="Ms Alina Arshad" userId="cccdfd85-d35d-4453-9c6f-a463aae40722" providerId="ADAL" clId="{700AA452-C530-416E-96E5-BDDCF9860929}" dt="2024-09-22T13:30:25.184" v="9" actId="47"/>
        <pc:sldMkLst>
          <pc:docMk/>
          <pc:sldMk cId="778265951" sldId="400"/>
        </pc:sldMkLst>
      </pc:sldChg>
      <pc:sldChg chg="del">
        <pc:chgData name="Ms Alina Arshad" userId="cccdfd85-d35d-4453-9c6f-a463aae40722" providerId="ADAL" clId="{700AA452-C530-416E-96E5-BDDCF9860929}" dt="2024-09-22T13:30:27.655" v="15" actId="47"/>
        <pc:sldMkLst>
          <pc:docMk/>
          <pc:sldMk cId="978211767" sldId="401"/>
        </pc:sldMkLst>
      </pc:sldChg>
      <pc:sldChg chg="del">
        <pc:chgData name="Ms Alina Arshad" userId="cccdfd85-d35d-4453-9c6f-a463aae40722" providerId="ADAL" clId="{700AA452-C530-416E-96E5-BDDCF9860929}" dt="2024-09-22T13:30:28.051" v="16" actId="47"/>
        <pc:sldMkLst>
          <pc:docMk/>
          <pc:sldMk cId="20141498" sldId="402"/>
        </pc:sldMkLst>
      </pc:sldChg>
      <pc:sldMasterChg chg="modSldLayout">
        <pc:chgData name="Ms Alina Arshad" userId="cccdfd85-d35d-4453-9c6f-a463aae40722" providerId="ADAL" clId="{700AA452-C530-416E-96E5-BDDCF9860929}" dt="2024-09-22T13:44:14.924" v="99" actId="16037"/>
        <pc:sldMasterMkLst>
          <pc:docMk/>
          <pc:sldMasterMk cId="1090009938" sldId="2147483660"/>
        </pc:sldMasterMkLst>
        <pc:sldLayoutChg chg="modSp">
          <pc:chgData name="Ms Alina Arshad" userId="cccdfd85-d35d-4453-9c6f-a463aae40722" providerId="ADAL" clId="{700AA452-C530-416E-96E5-BDDCF9860929}" dt="2024-09-22T13:44:14.924" v="99" actId="16037"/>
          <pc:sldLayoutMkLst>
            <pc:docMk/>
            <pc:sldMasterMk cId="1090009938" sldId="2147483660"/>
            <pc:sldLayoutMk cId="2573694011" sldId="2147483662"/>
          </pc:sldLayoutMkLst>
          <pc:spChg chg="mod">
            <ac:chgData name="Ms Alina Arshad" userId="cccdfd85-d35d-4453-9c6f-a463aae40722" providerId="ADAL" clId="{700AA452-C530-416E-96E5-BDDCF9860929}" dt="2024-09-22T13:44:14.924" v="99" actId="16037"/>
            <ac:spMkLst>
              <pc:docMk/>
              <pc:sldMasterMk cId="1090009938" sldId="2147483660"/>
              <pc:sldLayoutMk cId="2573694011" sldId="2147483662"/>
              <ac:spMk id="3" creationId="{00000000-0000-0000-0000-000000000000}"/>
            </ac:spMkLst>
          </pc:spChg>
        </pc:sldLayoutChg>
      </pc:sldMasterChg>
    </pc:docChg>
  </pc:docChgLst>
  <pc:docChgLst>
    <pc:chgData name="Ms Alina Arshad" userId="cccdfd85-d35d-4453-9c6f-a463aae40722" providerId="ADAL" clId="{3DC40453-2615-4ACE-A024-C61DE1A47E6A}"/>
    <pc:docChg chg="delSld modSld">
      <pc:chgData name="Ms Alina Arshad" userId="cccdfd85-d35d-4453-9c6f-a463aae40722" providerId="ADAL" clId="{3DC40453-2615-4ACE-A024-C61DE1A47E6A}" dt="2024-09-08T12:04:59.350" v="26" actId="2696"/>
      <pc:docMkLst>
        <pc:docMk/>
      </pc:docMkLst>
      <pc:sldChg chg="modSp mod modNotesTx">
        <pc:chgData name="Ms Alina Arshad" userId="cccdfd85-d35d-4453-9c6f-a463aae40722" providerId="ADAL" clId="{3DC40453-2615-4ACE-A024-C61DE1A47E6A}" dt="2024-09-08T11:56:17.075" v="24"/>
        <pc:sldMkLst>
          <pc:docMk/>
          <pc:sldMk cId="0" sldId="259"/>
        </pc:sldMkLst>
        <pc:graphicFrameChg chg="modGraphic">
          <ac:chgData name="Ms Alina Arshad" userId="cccdfd85-d35d-4453-9c6f-a463aae40722" providerId="ADAL" clId="{3DC40453-2615-4ACE-A024-C61DE1A47E6A}" dt="2024-09-08T11:55:17.515" v="23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3DC40453-2615-4ACE-A024-C61DE1A47E6A}" dt="2024-09-08T11:57:54.719" v="25" actId="5793"/>
        <pc:sldMkLst>
          <pc:docMk/>
          <pc:sldMk cId="0" sldId="262"/>
        </pc:sldMkLst>
        <pc:spChg chg="mod">
          <ac:chgData name="Ms Alina Arshad" userId="cccdfd85-d35d-4453-9c6f-a463aae40722" providerId="ADAL" clId="{3DC40453-2615-4ACE-A024-C61DE1A47E6A}" dt="2024-09-08T11:57:54.719" v="25" actId="579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5:03.322" v="1" actId="20577"/>
        <pc:sldMkLst>
          <pc:docMk/>
          <pc:sldMk cId="0" sldId="263"/>
        </pc:sldMkLst>
        <pc:spChg chg="mod">
          <ac:chgData name="Ms Alina Arshad" userId="cccdfd85-d35d-4453-9c6f-a463aae40722" providerId="ADAL" clId="{3DC40453-2615-4ACE-A024-C61DE1A47E6A}" dt="2024-09-08T08:35:03.322" v="1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6:48.436" v="3" actId="1076"/>
        <pc:sldMkLst>
          <pc:docMk/>
          <pc:sldMk cId="0" sldId="264"/>
        </pc:sldMkLst>
        <pc:spChg chg="mod">
          <ac:chgData name="Ms Alina Arshad" userId="cccdfd85-d35d-4453-9c6f-a463aae40722" providerId="ADAL" clId="{3DC40453-2615-4ACE-A024-C61DE1A47E6A}" dt="2024-09-08T08:36:48.436" v="3" actId="1076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1:22.601" v="5" actId="20577"/>
        <pc:sldMkLst>
          <pc:docMk/>
          <pc:sldMk cId="1577505814" sldId="265"/>
        </pc:sldMkLst>
        <pc:spChg chg="mod">
          <ac:chgData name="Ms Alina Arshad" userId="cccdfd85-d35d-4453-9c6f-a463aae40722" providerId="ADAL" clId="{3DC40453-2615-4ACE-A024-C61DE1A47E6A}" dt="2024-09-08T08:41:22.601" v="5" actId="20577"/>
          <ac:spMkLst>
            <pc:docMk/>
            <pc:sldMk cId="1577505814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2:20.927" v="9" actId="403"/>
        <pc:sldMkLst>
          <pc:docMk/>
          <pc:sldMk cId="1582826008" sldId="266"/>
        </pc:sldMkLst>
        <pc:spChg chg="mod">
          <ac:chgData name="Ms Alina Arshad" userId="cccdfd85-d35d-4453-9c6f-a463aae40722" providerId="ADAL" clId="{3DC40453-2615-4ACE-A024-C61DE1A47E6A}" dt="2024-09-08T08:42:20.927" v="9" actId="403"/>
          <ac:spMkLst>
            <pc:docMk/>
            <pc:sldMk cId="1582826008" sldId="266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0:50.297" v="15" actId="1076"/>
        <pc:sldMkLst>
          <pc:docMk/>
          <pc:sldMk cId="731299161" sldId="267"/>
        </pc:sldMkLst>
        <pc:spChg chg="mod">
          <ac:chgData name="Ms Alina Arshad" userId="cccdfd85-d35d-4453-9c6f-a463aae40722" providerId="ADAL" clId="{3DC40453-2615-4ACE-A024-C61DE1A47E6A}" dt="2024-09-08T08:50:50.297" v="15" actId="1076"/>
          <ac:spMkLst>
            <pc:docMk/>
            <pc:sldMk cId="731299161" sldId="267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2:25.007" v="17" actId="1035"/>
        <pc:sldMkLst>
          <pc:docMk/>
          <pc:sldMk cId="2090315159" sldId="270"/>
        </pc:sldMkLst>
        <pc:picChg chg="mod">
          <ac:chgData name="Ms Alina Arshad" userId="cccdfd85-d35d-4453-9c6f-a463aae40722" providerId="ADAL" clId="{3DC40453-2615-4ACE-A024-C61DE1A47E6A}" dt="2024-09-08T08:52:25.007" v="17" actId="1035"/>
          <ac:picMkLst>
            <pc:docMk/>
            <pc:sldMk cId="2090315159" sldId="27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3DC40453-2615-4ACE-A024-C61DE1A47E6A}" dt="2024-09-08T08:53:48.350" v="21" actId="113"/>
        <pc:sldMkLst>
          <pc:docMk/>
          <pc:sldMk cId="2504047100" sldId="272"/>
        </pc:sldMkLst>
        <pc:spChg chg="mod">
          <ac:chgData name="Ms Alina Arshad" userId="cccdfd85-d35d-4453-9c6f-a463aae40722" providerId="ADAL" clId="{3DC40453-2615-4ACE-A024-C61DE1A47E6A}" dt="2024-09-08T08:53:48.350" v="21" actId="113"/>
          <ac:spMkLst>
            <pc:docMk/>
            <pc:sldMk cId="250404710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3DC40453-2615-4ACE-A024-C61DE1A47E6A}" dt="2024-09-08T12:04:59.350" v="26" actId="2696"/>
        <pc:sldMkLst>
          <pc:docMk/>
          <pc:sldMk cId="1497646456" sldId="275"/>
        </pc:sldMkLst>
      </pc:sldChg>
    </pc:docChg>
  </pc:docChgLst>
  <pc:docChgLst>
    <pc:chgData name="Ms Alina Arshad" userId="cccdfd85-d35d-4453-9c6f-a463aae40722" providerId="ADAL" clId="{506AEF98-43AF-47E5-97BE-CEE6E380F332}"/>
    <pc:docChg chg="custSel addSld delSld modSld">
      <pc:chgData name="Ms Alina Arshad" userId="cccdfd85-d35d-4453-9c6f-a463aae40722" providerId="ADAL" clId="{506AEF98-43AF-47E5-97BE-CEE6E380F332}" dt="2024-09-06T05:02:08.009" v="313" actId="207"/>
      <pc:docMkLst>
        <pc:docMk/>
      </pc:docMkLst>
      <pc:sldChg chg="modSp mod">
        <pc:chgData name="Ms Alina Arshad" userId="cccdfd85-d35d-4453-9c6f-a463aae40722" providerId="ADAL" clId="{506AEF98-43AF-47E5-97BE-CEE6E380F332}" dt="2024-09-05T09:07:33.153" v="31" actId="2711"/>
        <pc:sldMkLst>
          <pc:docMk/>
          <pc:sldMk cId="3322361034" sldId="256"/>
        </pc:sldMkLst>
        <pc:spChg chg="mod">
          <ac:chgData name="Ms Alina Arshad" userId="cccdfd85-d35d-4453-9c6f-a463aae40722" providerId="ADAL" clId="{506AEF98-43AF-47E5-97BE-CEE6E380F332}" dt="2024-09-05T09:07:33.153" v="31" actId="2711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506AEF98-43AF-47E5-97BE-CEE6E380F332}" dt="2024-09-05T09:07:40.105" v="3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506AEF98-43AF-47E5-97BE-CEE6E380F332}" dt="2024-09-05T09:16:16.547" v="48" actId="5793"/>
        <pc:sldMkLst>
          <pc:docMk/>
          <pc:sldMk cId="0" sldId="258"/>
        </pc:sldMkLst>
        <pc:spChg chg="mod">
          <ac:chgData name="Ms Alina Arshad" userId="cccdfd85-d35d-4453-9c6f-a463aae40722" providerId="ADAL" clId="{506AEF98-43AF-47E5-97BE-CEE6E380F332}" dt="2024-09-05T09:07:46.918" v="35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6:16.547" v="48" actId="5793"/>
          <ac:spMkLst>
            <pc:docMk/>
            <pc:sldMk cId="0" sldId="258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506AEF98-43AF-47E5-97BE-CEE6E380F332}" dt="2024-09-05T09:25:27.259" v="160" actId="207"/>
        <pc:sldMkLst>
          <pc:docMk/>
          <pc:sldMk cId="0" sldId="259"/>
        </pc:sldMkLst>
        <pc:spChg chg="mod">
          <ac:chgData name="Ms Alina Arshad" userId="cccdfd85-d35d-4453-9c6f-a463aae40722" providerId="ADAL" clId="{506AEF98-43AF-47E5-97BE-CEE6E380F332}" dt="2024-09-05T09:17:01.684" v="52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7:19.919" v="57" actId="14100"/>
          <ac:spMkLst>
            <pc:docMk/>
            <pc:sldMk cId="0" sldId="259"/>
            <ac:spMk id="3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27.259" v="160" actId="207"/>
          <ac:graphicFrameMkLst>
            <pc:docMk/>
            <pc:sldMk cId="0" sldId="259"/>
            <ac:graphicFrameMk id="5" creationId="{00000000-0000-0000-0000-000000000000}"/>
          </ac:graphicFrameMkLst>
        </pc:graphicFrameChg>
        <pc:picChg chg="del mod">
          <ac:chgData name="Ms Alina Arshad" userId="cccdfd85-d35d-4453-9c6f-a463aae40722" providerId="ADAL" clId="{506AEF98-43AF-47E5-97BE-CEE6E380F332}" dt="2024-09-05T09:17:31.759" v="61" actId="478"/>
          <ac:picMkLst>
            <pc:docMk/>
            <pc:sldMk cId="0" sldId="259"/>
            <ac:picMk id="4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506AEF98-43AF-47E5-97BE-CEE6E380F332}" dt="2024-09-05T09:25:45.452" v="163" actId="207"/>
        <pc:sldMkLst>
          <pc:docMk/>
          <pc:sldMk cId="0" sldId="260"/>
        </pc:sldMkLst>
        <pc:spChg chg="mod">
          <ac:chgData name="Ms Alina Arshad" userId="cccdfd85-d35d-4453-9c6f-a463aae40722" providerId="ADAL" clId="{506AEF98-43AF-47E5-97BE-CEE6E380F332}" dt="2024-09-05T09:20:13.003" v="92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43.387" v="119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35.811" v="117" actId="14100"/>
          <ac:spMkLst>
            <pc:docMk/>
            <pc:sldMk cId="0" sldId="260"/>
            <ac:spMk id="8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38.150" v="161" actId="207"/>
          <ac:graphicFrameMkLst>
            <pc:docMk/>
            <pc:sldMk cId="0" sldId="260"/>
            <ac:graphicFrameMk id="4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506AEF98-43AF-47E5-97BE-CEE6E380F332}" dt="2024-09-05T09:25:45.452" v="163" actId="207"/>
          <ac:graphicFrameMkLst>
            <pc:docMk/>
            <pc:sldMk cId="0" sldId="260"/>
            <ac:graphicFrameMk id="7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0:24.155" v="95" actId="478"/>
          <ac:picMkLst>
            <pc:docMk/>
            <pc:sldMk cId="0" sldId="260"/>
            <ac:picMk id="3" creationId="{00000000-0000-0000-0000-000000000000}"/>
          </ac:picMkLst>
        </pc:picChg>
        <pc:picChg chg="del">
          <ac:chgData name="Ms Alina Arshad" userId="cccdfd85-d35d-4453-9c6f-a463aae40722" providerId="ADAL" clId="{506AEF98-43AF-47E5-97BE-CEE6E380F332}" dt="2024-09-05T09:21:48.675" v="121" actId="478"/>
          <ac:picMkLst>
            <pc:docMk/>
            <pc:sldMk cId="0" sldId="260"/>
            <ac:picMk id="6" creationId="{00000000-0000-0000-0000-000000000000}"/>
          </ac:picMkLst>
        </pc:picChg>
      </pc:sldChg>
      <pc:sldChg chg="addSp delSp modSp add del mod">
        <pc:chgData name="Ms Alina Arshad" userId="cccdfd85-d35d-4453-9c6f-a463aae40722" providerId="ADAL" clId="{506AEF98-43AF-47E5-97BE-CEE6E380F332}" dt="2024-09-05T09:25:51.450" v="164" actId="207"/>
        <pc:sldMkLst>
          <pc:docMk/>
          <pc:sldMk cId="0" sldId="261"/>
        </pc:sldMkLst>
        <pc:spChg chg="del">
          <ac:chgData name="Ms Alina Arshad" userId="cccdfd85-d35d-4453-9c6f-a463aae40722" providerId="ADAL" clId="{506AEF98-43AF-47E5-97BE-CEE6E380F332}" dt="2024-09-05T09:24:03.114" v="142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4:27.558" v="148" actId="2711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Ms Alina Arshad" userId="cccdfd85-d35d-4453-9c6f-a463aae40722" providerId="ADAL" clId="{506AEF98-43AF-47E5-97BE-CEE6E380F332}" dt="2024-09-05T09:24:06.217" v="143" actId="478"/>
          <ac:spMkLst>
            <pc:docMk/>
            <pc:sldMk cId="0" sldId="261"/>
            <ac:spMk id="7" creationId="{9B225BDB-465A-3ADD-4CEC-29C7CC1832AD}"/>
          </ac:spMkLst>
        </pc:spChg>
        <pc:spChg chg="add mod">
          <ac:chgData name="Ms Alina Arshad" userId="cccdfd85-d35d-4453-9c6f-a463aae40722" providerId="ADAL" clId="{506AEF98-43AF-47E5-97BE-CEE6E380F332}" dt="2024-09-05T09:24:07.546" v="144"/>
          <ac:spMkLst>
            <pc:docMk/>
            <pc:sldMk cId="0" sldId="261"/>
            <ac:spMk id="8" creationId="{882DBBE7-BADA-A9F1-3050-34ED00C528A2}"/>
          </ac:spMkLst>
        </pc:spChg>
        <pc:graphicFrameChg chg="mod modGraphic">
          <ac:chgData name="Ms Alina Arshad" userId="cccdfd85-d35d-4453-9c6f-a463aae40722" providerId="ADAL" clId="{506AEF98-43AF-47E5-97BE-CEE6E380F332}" dt="2024-09-05T09:25:51.450" v="164" actId="207"/>
          <ac:graphicFrameMkLst>
            <pc:docMk/>
            <pc:sldMk cId="0" sldId="261"/>
            <ac:graphicFrameMk id="5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4:18.348" v="147" actId="478"/>
          <ac:picMkLst>
            <pc:docMk/>
            <pc:sldMk cId="0" sldId="261"/>
            <ac:picMk id="4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5T09:26:42.097" v="174" actId="207"/>
        <pc:sldMkLst>
          <pc:docMk/>
          <pc:sldMk cId="0" sldId="262"/>
        </pc:sldMkLst>
        <pc:spChg chg="mod">
          <ac:chgData name="Ms Alina Arshad" userId="cccdfd85-d35d-4453-9c6f-a463aae40722" providerId="ADAL" clId="{506AEF98-43AF-47E5-97BE-CEE6E380F332}" dt="2024-09-05T09:26:08.874" v="16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6:42.097" v="174" actId="207"/>
          <ac:spMkLst>
            <pc:docMk/>
            <pc:sldMk cId="0" sldId="262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5T09:27:22.823" v="183" actId="207"/>
        <pc:sldMkLst>
          <pc:docMk/>
          <pc:sldMk cId="0" sldId="263"/>
        </pc:sldMkLst>
        <pc:spChg chg="mod">
          <ac:chgData name="Ms Alina Arshad" userId="cccdfd85-d35d-4453-9c6f-a463aae40722" providerId="ADAL" clId="{506AEF98-43AF-47E5-97BE-CEE6E380F332}" dt="2024-09-05T09:26:56.430" v="178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7:22.823" v="183" actId="207"/>
          <ac:spMkLst>
            <pc:docMk/>
            <pc:sldMk cId="0" sldId="263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8:09.575" v="198" actId="404"/>
        <pc:sldMkLst>
          <pc:docMk/>
          <pc:sldMk cId="0" sldId="264"/>
        </pc:sldMkLst>
        <pc:spChg chg="mod">
          <ac:chgData name="Ms Alina Arshad" userId="cccdfd85-d35d-4453-9c6f-a463aae40722" providerId="ADAL" clId="{506AEF98-43AF-47E5-97BE-CEE6E380F332}" dt="2024-09-06T04:44:50.131" v="194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8:09.575" v="198" actId="404"/>
          <ac:spMkLst>
            <pc:docMk/>
            <pc:sldMk cId="0" sldId="264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9:09.787" v="209" actId="207"/>
        <pc:sldMkLst>
          <pc:docMk/>
          <pc:sldMk cId="1577505814" sldId="265"/>
        </pc:sldMkLst>
        <pc:spChg chg="mod">
          <ac:chgData name="Ms Alina Arshad" userId="cccdfd85-d35d-4453-9c6f-a463aae40722" providerId="ADAL" clId="{506AEF98-43AF-47E5-97BE-CEE6E380F332}" dt="2024-09-06T04:48:27.833" v="203" actId="1076"/>
          <ac:spMkLst>
            <pc:docMk/>
            <pc:sldMk cId="1577505814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9:09.787" v="209" actId="207"/>
          <ac:spMkLst>
            <pc:docMk/>
            <pc:sldMk cId="1577505814" sldId="265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0:19.086" v="224" actId="207"/>
        <pc:sldMkLst>
          <pc:docMk/>
          <pc:sldMk cId="1582826008" sldId="266"/>
        </pc:sldMkLst>
        <pc:spChg chg="mod">
          <ac:chgData name="Ms Alina Arshad" userId="cccdfd85-d35d-4453-9c6f-a463aae40722" providerId="ADAL" clId="{506AEF98-43AF-47E5-97BE-CEE6E380F332}" dt="2024-09-06T04:49:30.963" v="213" actId="113"/>
          <ac:spMkLst>
            <pc:docMk/>
            <pc:sldMk cId="1582826008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0:19.086" v="224" actId="207"/>
          <ac:spMkLst>
            <pc:docMk/>
            <pc:sldMk cId="1582826008" sldId="266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24.650" v="238" actId="207"/>
        <pc:sldMkLst>
          <pc:docMk/>
          <pc:sldMk cId="731299161" sldId="267"/>
        </pc:sldMkLst>
        <pc:spChg chg="mod">
          <ac:chgData name="Ms Alina Arshad" userId="cccdfd85-d35d-4453-9c6f-a463aae40722" providerId="ADAL" clId="{506AEF98-43AF-47E5-97BE-CEE6E380F332}" dt="2024-09-06T04:50:58.749" v="233" actId="1076"/>
          <ac:spMkLst>
            <pc:docMk/>
            <pc:sldMk cId="731299161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1:24.650" v="238" actId="207"/>
          <ac:spMkLst>
            <pc:docMk/>
            <pc:sldMk cId="731299161" sldId="267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56.787" v="247" actId="1076"/>
        <pc:sldMkLst>
          <pc:docMk/>
          <pc:sldMk cId="90329638" sldId="268"/>
        </pc:sldMkLst>
        <pc:spChg chg="mod">
          <ac:chgData name="Ms Alina Arshad" userId="cccdfd85-d35d-4453-9c6f-a463aae40722" providerId="ADAL" clId="{506AEF98-43AF-47E5-97BE-CEE6E380F332}" dt="2024-09-06T04:51:55.847" v="246" actId="1076"/>
          <ac:spMkLst>
            <pc:docMk/>
            <pc:sldMk cId="90329638" sldId="268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1:56.787" v="247" actId="1076"/>
          <ac:picMkLst>
            <pc:docMk/>
            <pc:sldMk cId="90329638" sldId="268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10.571" v="252" actId="1076"/>
        <pc:sldMkLst>
          <pc:docMk/>
          <pc:sldMk cId="2295129282" sldId="269"/>
        </pc:sldMkLst>
        <pc:picChg chg="mod">
          <ac:chgData name="Ms Alina Arshad" userId="cccdfd85-d35d-4453-9c6f-a463aae40722" providerId="ADAL" clId="{506AEF98-43AF-47E5-97BE-CEE6E380F332}" dt="2024-09-06T04:52:10.571" v="252" actId="1076"/>
          <ac:picMkLst>
            <pc:docMk/>
            <pc:sldMk cId="2295129282" sldId="269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20.805" v="255" actId="1076"/>
        <pc:sldMkLst>
          <pc:docMk/>
          <pc:sldMk cId="2090315159" sldId="270"/>
        </pc:sldMkLst>
        <pc:picChg chg="mod">
          <ac:chgData name="Ms Alina Arshad" userId="cccdfd85-d35d-4453-9c6f-a463aae40722" providerId="ADAL" clId="{506AEF98-43AF-47E5-97BE-CEE6E380F332}" dt="2024-09-06T04:52:20.805" v="255" actId="1076"/>
          <ac:picMkLst>
            <pc:docMk/>
            <pc:sldMk cId="2090315159" sldId="270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59.227" v="271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506AEF98-43AF-47E5-97BE-CEE6E380F332}" dt="2024-09-06T04:52:59.227" v="271" actId="1076"/>
          <ac:spMkLst>
            <pc:docMk/>
            <pc:sldMk cId="3034138166" sldId="271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2:53.655" v="270" actId="14100"/>
          <ac:picMkLst>
            <pc:docMk/>
            <pc:sldMk cId="3034138166" sldId="271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5:00:31.482" v="282" actId="255"/>
        <pc:sldMkLst>
          <pc:docMk/>
          <pc:sldMk cId="2504047100" sldId="272"/>
        </pc:sldMkLst>
        <pc:spChg chg="mod">
          <ac:chgData name="Ms Alina Arshad" userId="cccdfd85-d35d-4453-9c6f-a463aae40722" providerId="ADAL" clId="{506AEF98-43AF-47E5-97BE-CEE6E380F332}" dt="2024-09-06T04:53:12.362" v="275" actId="1076"/>
          <ac:spMkLst>
            <pc:docMk/>
            <pc:sldMk cId="250404710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0:31.482" v="282" actId="255"/>
          <ac:spMkLst>
            <pc:docMk/>
            <pc:sldMk cId="2504047100" sldId="27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6.068" v="304" actId="113"/>
        <pc:sldMkLst>
          <pc:docMk/>
          <pc:sldMk cId="4283755204" sldId="273"/>
        </pc:sldMkLst>
        <pc:spChg chg="mod">
          <ac:chgData name="Ms Alina Arshad" userId="cccdfd85-d35d-4453-9c6f-a463aae40722" providerId="ADAL" clId="{506AEF98-43AF-47E5-97BE-CEE6E380F332}" dt="2024-09-06T05:00:41.168" v="286" actId="113"/>
          <ac:spMkLst>
            <pc:docMk/>
            <pc:sldMk cId="4283755204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6.068" v="304" actId="113"/>
          <ac:spMkLst>
            <pc:docMk/>
            <pc:sldMk cId="4283755204" sldId="27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1.214" v="302" actId="113"/>
        <pc:sldMkLst>
          <pc:docMk/>
          <pc:sldMk cId="2935103945" sldId="274"/>
        </pc:sldMkLst>
        <pc:spChg chg="mod">
          <ac:chgData name="Ms Alina Arshad" userId="cccdfd85-d35d-4453-9c6f-a463aae40722" providerId="ADAL" clId="{506AEF98-43AF-47E5-97BE-CEE6E380F332}" dt="2024-09-06T05:01:05.870" v="295" actId="113"/>
          <ac:spMkLst>
            <pc:docMk/>
            <pc:sldMk cId="2935103945" sldId="27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1.214" v="302" actId="113"/>
          <ac:spMkLst>
            <pc:docMk/>
            <pc:sldMk cId="2935103945" sldId="27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2:08.009" v="313" actId="207"/>
        <pc:sldMkLst>
          <pc:docMk/>
          <pc:sldMk cId="1497646456" sldId="275"/>
        </pc:sldMkLst>
        <pc:spChg chg="mod">
          <ac:chgData name="Ms Alina Arshad" userId="cccdfd85-d35d-4453-9c6f-a463aae40722" providerId="ADAL" clId="{506AEF98-43AF-47E5-97BE-CEE6E380F332}" dt="2024-09-06T05:01:55.431" v="309" actId="1076"/>
          <ac:spMkLst>
            <pc:docMk/>
            <pc:sldMk cId="1497646456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2:08.009" v="313" actId="207"/>
          <ac:spMkLst>
            <pc:docMk/>
            <pc:sldMk cId="1497646456" sldId="275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506AEF98-43AF-47E5-97BE-CEE6E380F332}" dt="2024-09-05T09:06:19.247" v="16" actId="47"/>
        <pc:sldMkLst>
          <pc:docMk/>
          <pc:sldMk cId="0" sldId="395"/>
        </pc:sldMkLst>
      </pc:sldChg>
      <pc:sldChg chg="del">
        <pc:chgData name="Ms Alina Arshad" userId="cccdfd85-d35d-4453-9c6f-a463aae40722" providerId="ADAL" clId="{506AEF98-43AF-47E5-97BE-CEE6E380F332}" dt="2024-09-05T09:06:19.481" v="17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506AEF98-43AF-47E5-97BE-CEE6E380F332}" dt="2024-09-05T09:06:18.950" v="15" actId="47"/>
        <pc:sldMkLst>
          <pc:docMk/>
          <pc:sldMk cId="1634129650" sldId="397"/>
        </pc:sldMkLst>
      </pc:sldChg>
      <pc:sldMasterChg chg="delSldLayout">
        <pc:chgData name="Ms Alina Arshad" userId="cccdfd85-d35d-4453-9c6f-a463aae40722" providerId="ADAL" clId="{506AEF98-43AF-47E5-97BE-CEE6E380F332}" dt="2024-09-05T09:06:16.387" v="7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506AEF98-43AF-47E5-97BE-CEE6E380F332}" dt="2024-09-05T09:06:16.387" v="7" actId="47"/>
          <pc:sldLayoutMkLst>
            <pc:docMk/>
            <pc:sldMasterMk cId="1090009938" sldId="2147483660"/>
            <pc:sldLayoutMk cId="678066955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ina.arshad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Database Systems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6709" y="3675889"/>
            <a:ext cx="8493967" cy="1922731"/>
          </a:xfrm>
        </p:spPr>
        <p:txBody>
          <a:bodyPr>
            <a:normAutofit/>
          </a:bodyPr>
          <a:lstStyle/>
          <a:p>
            <a:pPr algn="ctr"/>
            <a:r>
              <a:rPr lang="en-US" sz="4400" b="1">
                <a:solidFill>
                  <a:schemeClr val="tx1"/>
                </a:solidFill>
                <a:cs typeface="Times New Roman" panose="02020603050405020304" pitchFamily="18" charset="0"/>
              </a:rPr>
              <a:t>Lecture 2-</a:t>
            </a:r>
            <a:r>
              <a:rPr lang="en-US" sz="4400" b="1">
                <a:solidFill>
                  <a:schemeClr val="tx1"/>
                </a:solidFill>
              </a:rPr>
              <a:t>Chapter # 8</a:t>
            </a:r>
            <a:endParaRPr lang="en-US" sz="4400" b="1" dirty="0">
              <a:solidFill>
                <a:schemeClr val="tx1"/>
              </a:solidFill>
            </a:endParaRP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Relational algebra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8094529" y="5374233"/>
            <a:ext cx="4397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  <a:hlinkClick r:id="rId3"/>
              </a:rPr>
              <a:t>alina.arshad@nu.edu.pk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2974" y="703900"/>
            <a:ext cx="10724944" cy="1014637"/>
          </a:xfrm>
          <a:prstGeom prst="rect">
            <a:avLst/>
          </a:prstGeom>
        </p:spPr>
        <p:txBody>
          <a:bodyPr vert="horz" wrap="square" lIns="0" tIns="66040" rIns="0" bIns="0" rtlCol="0" anchor="b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20"/>
              </a:spcBef>
            </a:pPr>
            <a:r>
              <a:rPr sz="4000" b="1" spc="-10" dirty="0">
                <a:solidFill>
                  <a:schemeClr val="tx1"/>
                </a:solidFill>
              </a:rPr>
              <a:t>Relational</a:t>
            </a:r>
            <a:r>
              <a:rPr sz="4000" b="1" dirty="0">
                <a:solidFill>
                  <a:schemeClr val="tx1"/>
                </a:solidFill>
              </a:rPr>
              <a:t> </a:t>
            </a:r>
            <a:r>
              <a:rPr sz="4000" b="1" spc="-15" dirty="0">
                <a:solidFill>
                  <a:schemeClr val="tx1"/>
                </a:solidFill>
              </a:rPr>
              <a:t>Algebra</a:t>
            </a:r>
            <a:r>
              <a:rPr sz="4000" b="1" spc="-10" dirty="0">
                <a:solidFill>
                  <a:schemeClr val="tx1"/>
                </a:solidFill>
              </a:rPr>
              <a:t> </a:t>
            </a:r>
            <a:r>
              <a:rPr sz="4000" b="1" spc="-15" dirty="0">
                <a:solidFill>
                  <a:schemeClr val="tx1"/>
                </a:solidFill>
              </a:rPr>
              <a:t>Operations</a:t>
            </a:r>
            <a:r>
              <a:rPr sz="4000" b="1" spc="-10" dirty="0">
                <a:solidFill>
                  <a:schemeClr val="tx1"/>
                </a:solidFill>
              </a:rPr>
              <a:t> </a:t>
            </a:r>
            <a:r>
              <a:rPr sz="4000" b="1" spc="-20" dirty="0">
                <a:solidFill>
                  <a:schemeClr val="tx1"/>
                </a:solidFill>
              </a:rPr>
              <a:t>from </a:t>
            </a:r>
            <a:r>
              <a:rPr sz="4000" b="1" spc="-710" dirty="0">
                <a:solidFill>
                  <a:schemeClr val="tx1"/>
                </a:solidFill>
              </a:rPr>
              <a:t> </a:t>
            </a:r>
            <a:r>
              <a:rPr sz="4000" b="1" spc="-5" dirty="0">
                <a:solidFill>
                  <a:schemeClr val="tx1"/>
                </a:solidFill>
              </a:rPr>
              <a:t>Set</a:t>
            </a:r>
            <a:r>
              <a:rPr sz="4000" b="1" spc="-20" dirty="0">
                <a:solidFill>
                  <a:schemeClr val="tx1"/>
                </a:solidFill>
              </a:rPr>
              <a:t> </a:t>
            </a:r>
            <a:r>
              <a:rPr sz="4000" b="1" spc="-5" dirty="0">
                <a:solidFill>
                  <a:schemeClr val="tx1"/>
                </a:solidFill>
              </a:rPr>
              <a:t>Theory: </a:t>
            </a:r>
            <a:r>
              <a:rPr sz="40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5036" y="1718537"/>
            <a:ext cx="10163989" cy="38195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spcBef>
                <a:spcPts val="365"/>
              </a:spcBef>
              <a:tabLst>
                <a:tab pos="241300" algn="l"/>
              </a:tabLst>
            </a:pPr>
            <a:r>
              <a:rPr sz="2800" b="1" spc="-5" dirty="0">
                <a:solidFill>
                  <a:schemeClr val="accent2"/>
                </a:solidFill>
                <a:latin typeface="Calibri"/>
                <a:cs typeface="Calibri"/>
              </a:rPr>
              <a:t>UNION</a:t>
            </a:r>
            <a:r>
              <a:rPr sz="2800" b="1" spc="-15" dirty="0">
                <a:solidFill>
                  <a:schemeClr val="accent2"/>
                </a:solidFill>
                <a:latin typeface="Calibri"/>
                <a:cs typeface="Calibri"/>
              </a:rPr>
              <a:t> Operation</a:t>
            </a:r>
            <a:endParaRPr sz="2800" b="1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698500" lvl="1" indent="-228600">
              <a:spcBef>
                <a:spcPts val="234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denoted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105" dirty="0">
                <a:latin typeface="Cambria Math"/>
                <a:cs typeface="Cambria Math"/>
              </a:rPr>
              <a:t>𝖴</a:t>
            </a:r>
            <a:endParaRPr sz="2400" dirty="0">
              <a:latin typeface="Cambria Math"/>
              <a:cs typeface="Cambria Math"/>
            </a:endParaRPr>
          </a:p>
          <a:p>
            <a:pPr marL="698500" lvl="1" indent="-228600">
              <a:lnSpc>
                <a:spcPts val="2740"/>
              </a:lnSpc>
              <a:spcBef>
                <a:spcPts val="20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result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105" dirty="0">
                <a:latin typeface="Cambria Math"/>
                <a:cs typeface="Cambria Math"/>
              </a:rPr>
              <a:t>𝖴</a:t>
            </a:r>
            <a:r>
              <a:rPr sz="2400" spc="1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libri"/>
                <a:cs typeface="Calibri"/>
              </a:rPr>
              <a:t>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 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tuples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either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both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</a:p>
          <a:p>
            <a:pPr marL="698500" lvl="1" indent="-228600">
              <a:spcBef>
                <a:spcPts val="219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Duplicate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tuples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eliminated</a:t>
            </a:r>
            <a:endParaRPr sz="2400" dirty="0">
              <a:latin typeface="Calibri"/>
              <a:cs typeface="Calibri"/>
            </a:endParaRPr>
          </a:p>
          <a:p>
            <a:pPr marL="698500" marR="400050" lvl="1" indent="-228600">
              <a:lnSpc>
                <a:spcPts val="2730"/>
              </a:lnSpc>
              <a:spcBef>
                <a:spcPts val="49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sz="2500" spc="-10" dirty="0">
                <a:latin typeface="Calibri"/>
                <a:cs typeface="Calibri"/>
              </a:rPr>
              <a:t>The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lang="en-US" sz="2500" spc="-10" dirty="0">
                <a:latin typeface="Calibri"/>
                <a:cs typeface="Calibri"/>
              </a:rPr>
              <a:t>two-operand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relations </a:t>
            </a:r>
            <a:r>
              <a:rPr sz="2500" spc="-5" dirty="0">
                <a:latin typeface="Calibri"/>
                <a:cs typeface="Calibri"/>
              </a:rPr>
              <a:t>R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and S </a:t>
            </a:r>
            <a:r>
              <a:rPr sz="2500" spc="-15" dirty="0">
                <a:latin typeface="Calibri"/>
                <a:cs typeface="Calibri"/>
              </a:rPr>
              <a:t>must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be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“type </a:t>
            </a:r>
            <a:r>
              <a:rPr sz="2500" spc="-5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compatible”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(or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UNION </a:t>
            </a:r>
            <a:r>
              <a:rPr sz="2500" spc="-10" dirty="0">
                <a:latin typeface="Calibri"/>
                <a:cs typeface="Calibri"/>
              </a:rPr>
              <a:t>compatible)</a:t>
            </a:r>
            <a:endParaRPr sz="2500" dirty="0">
              <a:latin typeface="Calibri"/>
              <a:cs typeface="Calibri"/>
            </a:endParaRPr>
          </a:p>
          <a:p>
            <a:pPr marL="1155065" lvl="2" indent="-229235">
              <a:spcBef>
                <a:spcPts val="175"/>
              </a:spcBef>
              <a:buFont typeface="Microsoft Sans Serif"/>
              <a:buChar char="•"/>
              <a:tabLst>
                <a:tab pos="1155700" algn="l"/>
              </a:tabLst>
            </a:pPr>
            <a:r>
              <a:rPr sz="2300" dirty="0">
                <a:latin typeface="Calibri"/>
                <a:cs typeface="Calibri"/>
              </a:rPr>
              <a:t>R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must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have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same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number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of </a:t>
            </a:r>
            <a:r>
              <a:rPr sz="2300" spc="-10" dirty="0">
                <a:latin typeface="Calibri"/>
                <a:cs typeface="Calibri"/>
              </a:rPr>
              <a:t>attributes</a:t>
            </a:r>
            <a:endParaRPr sz="2300" dirty="0">
              <a:latin typeface="Calibri"/>
              <a:cs typeface="Calibri"/>
            </a:endParaRPr>
          </a:p>
          <a:p>
            <a:pPr marL="1155065" lvl="2" indent="-229235">
              <a:lnSpc>
                <a:spcPts val="2635"/>
              </a:lnSpc>
              <a:spcBef>
                <a:spcPts val="204"/>
              </a:spcBef>
              <a:buFont typeface="Microsoft Sans Serif"/>
              <a:buChar char="•"/>
              <a:tabLst>
                <a:tab pos="1155700" algn="l"/>
              </a:tabLst>
            </a:pPr>
            <a:r>
              <a:rPr sz="2300" spc="-10" dirty="0">
                <a:latin typeface="Calibri"/>
                <a:cs typeface="Calibri"/>
              </a:rPr>
              <a:t>Each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pair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of corresponding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attributes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must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be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type</a:t>
            </a:r>
            <a:r>
              <a:rPr lang="en-US" sz="2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compatible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(have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same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or</a:t>
            </a:r>
            <a:r>
              <a:rPr sz="2300" spc="-10" dirty="0">
                <a:latin typeface="Calibri"/>
                <a:cs typeface="Calibri"/>
              </a:rPr>
              <a:t> compatible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domains)</a:t>
            </a:r>
            <a:endParaRPr sz="2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4225" y="717804"/>
            <a:ext cx="10017710" cy="1014637"/>
          </a:xfrm>
          <a:prstGeom prst="rect">
            <a:avLst/>
          </a:prstGeom>
        </p:spPr>
        <p:txBody>
          <a:bodyPr vert="horz" wrap="square" lIns="0" tIns="66040" rIns="0" bIns="0" rtlCol="0" anchor="b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20"/>
              </a:spcBef>
            </a:pPr>
            <a:r>
              <a:rPr sz="4000" b="1" spc="-10" dirty="0">
                <a:solidFill>
                  <a:schemeClr val="tx1"/>
                </a:solidFill>
              </a:rPr>
              <a:t>Relational</a:t>
            </a:r>
            <a:r>
              <a:rPr sz="4000" b="1" dirty="0">
                <a:solidFill>
                  <a:schemeClr val="tx1"/>
                </a:solidFill>
              </a:rPr>
              <a:t> </a:t>
            </a:r>
            <a:r>
              <a:rPr sz="4000" b="1" spc="-15" dirty="0">
                <a:solidFill>
                  <a:schemeClr val="tx1"/>
                </a:solidFill>
              </a:rPr>
              <a:t>Algebra</a:t>
            </a:r>
            <a:r>
              <a:rPr sz="4000" b="1" spc="-10" dirty="0">
                <a:solidFill>
                  <a:schemeClr val="tx1"/>
                </a:solidFill>
              </a:rPr>
              <a:t> </a:t>
            </a:r>
            <a:r>
              <a:rPr sz="4000" b="1" spc="-15" dirty="0">
                <a:solidFill>
                  <a:schemeClr val="tx1"/>
                </a:solidFill>
              </a:rPr>
              <a:t>Operations</a:t>
            </a:r>
            <a:r>
              <a:rPr sz="4000" b="1" spc="-10" dirty="0">
                <a:solidFill>
                  <a:schemeClr val="tx1"/>
                </a:solidFill>
              </a:rPr>
              <a:t> </a:t>
            </a:r>
            <a:r>
              <a:rPr sz="4000" b="1" spc="-20" dirty="0">
                <a:solidFill>
                  <a:schemeClr val="tx1"/>
                </a:solidFill>
              </a:rPr>
              <a:t>from </a:t>
            </a:r>
            <a:r>
              <a:rPr sz="4000" b="1" spc="-710" dirty="0">
                <a:solidFill>
                  <a:schemeClr val="tx1"/>
                </a:solidFill>
              </a:rPr>
              <a:t> </a:t>
            </a:r>
            <a:r>
              <a:rPr sz="4000" b="1" spc="-5" dirty="0">
                <a:solidFill>
                  <a:schemeClr val="tx1"/>
                </a:solidFill>
              </a:rPr>
              <a:t>Set</a:t>
            </a:r>
            <a:r>
              <a:rPr sz="4000" b="1" spc="-20" dirty="0">
                <a:solidFill>
                  <a:schemeClr val="tx1"/>
                </a:solidFill>
              </a:rPr>
              <a:t> </a:t>
            </a:r>
            <a:r>
              <a:rPr sz="4000" b="1" spc="-5" dirty="0">
                <a:solidFill>
                  <a:schemeClr val="tx1"/>
                </a:solidFill>
              </a:rPr>
              <a:t>Theory: </a:t>
            </a:r>
            <a:r>
              <a:rPr sz="40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225" y="1801802"/>
            <a:ext cx="10263550" cy="3551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0" indent="-228600">
              <a:spcBef>
                <a:spcPts val="100"/>
              </a:spcBef>
              <a:buFont typeface="Microsoft Sans Serif"/>
              <a:buChar char="•"/>
              <a:tabLst>
                <a:tab pos="254000" algn="l"/>
              </a:tabLst>
            </a:pPr>
            <a:r>
              <a:rPr sz="2400" spc="-10" dirty="0">
                <a:latin typeface="Calibri"/>
                <a:cs typeface="Calibri"/>
              </a:rPr>
              <a:t>Example:</a:t>
            </a:r>
            <a:endParaRPr sz="2400" dirty="0">
              <a:latin typeface="Calibri"/>
              <a:cs typeface="Calibri"/>
            </a:endParaRPr>
          </a:p>
          <a:p>
            <a:pPr marL="711200" marR="45085" lvl="1" indent="-228600">
              <a:lnSpc>
                <a:spcPts val="2020"/>
              </a:lnSpc>
              <a:spcBef>
                <a:spcPts val="500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000" spc="-100" dirty="0">
                <a:latin typeface="Calibri"/>
                <a:cs typeface="Calibri"/>
              </a:rPr>
              <a:t>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retrieve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social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security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numbers</a:t>
            </a:r>
            <a:r>
              <a:rPr sz="2000" spc="-5" dirty="0">
                <a:latin typeface="Calibri"/>
                <a:cs typeface="Calibri"/>
              </a:rPr>
              <a:t> 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employees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who either </a:t>
            </a:r>
            <a:r>
              <a:rPr sz="2000" spc="-4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work in </a:t>
            </a:r>
            <a:r>
              <a:rPr sz="2000" i="1" spc="-10" dirty="0">
                <a:latin typeface="Calibri"/>
                <a:cs typeface="Calibri"/>
              </a:rPr>
              <a:t>department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5</a:t>
            </a:r>
            <a:r>
              <a:rPr sz="2000" i="1" spc="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(RESULT1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below)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directly</a:t>
            </a:r>
            <a:r>
              <a:rPr sz="2000" i="1" dirty="0">
                <a:latin typeface="Calibri"/>
                <a:cs typeface="Calibri"/>
              </a:rPr>
              <a:t> supervise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an </a:t>
            </a:r>
            <a:r>
              <a:rPr sz="2000" i="1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employee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who </a:t>
            </a:r>
            <a:r>
              <a:rPr sz="2000" i="1" spc="-5" dirty="0">
                <a:latin typeface="Calibri"/>
                <a:cs typeface="Calibri"/>
              </a:rPr>
              <a:t>works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in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department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5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(RESULT2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below)</a:t>
            </a:r>
            <a:endParaRPr sz="2000" dirty="0">
              <a:latin typeface="Calibri"/>
              <a:cs typeface="Calibri"/>
            </a:endParaRPr>
          </a:p>
          <a:p>
            <a:pPr marL="711200" lvl="1" indent="-228600">
              <a:lnSpc>
                <a:spcPts val="2515"/>
              </a:lnSpc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000" spc="-40" dirty="0">
                <a:latin typeface="Calibri"/>
                <a:cs typeface="Calibri"/>
              </a:rPr>
              <a:t>We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UNION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 </a:t>
            </a:r>
            <a:r>
              <a:rPr sz="2000" spc="-20" dirty="0">
                <a:latin typeface="Calibri"/>
                <a:cs typeface="Calibri"/>
              </a:rPr>
              <a:t>follows:</a:t>
            </a:r>
            <a:endParaRPr sz="2000" dirty="0">
              <a:latin typeface="Calibri"/>
              <a:cs typeface="Calibri"/>
            </a:endParaRPr>
          </a:p>
          <a:p>
            <a:pPr marL="1936750" marR="1790064" algn="ctr">
              <a:lnSpc>
                <a:spcPct val="114599"/>
              </a:lnSpc>
            </a:pPr>
            <a:r>
              <a:rPr sz="2400" spc="-5" dirty="0">
                <a:latin typeface="Calibri"/>
                <a:cs typeface="Calibri"/>
              </a:rPr>
              <a:t>DEP5_EMPS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←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σ</a:t>
            </a:r>
            <a:r>
              <a:rPr sz="2400" spc="-44" baseline="-20833" dirty="0">
                <a:latin typeface="Calibri"/>
                <a:cs typeface="Calibri"/>
              </a:rPr>
              <a:t>DNO=5</a:t>
            </a:r>
            <a:r>
              <a:rPr sz="2400" spc="270" baseline="-20833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(EMPLOYEE) </a:t>
            </a:r>
            <a:r>
              <a:rPr sz="2400" spc="-525" dirty="0">
                <a:latin typeface="Calibri"/>
                <a:cs typeface="Calibri"/>
              </a:rPr>
              <a:t> </a:t>
            </a:r>
            <a:endParaRPr lang="en-US" sz="2400" spc="-525" dirty="0">
              <a:latin typeface="Calibri"/>
              <a:cs typeface="Calibri"/>
            </a:endParaRPr>
          </a:p>
          <a:p>
            <a:pPr marL="1936750" marR="1790064" algn="ctr">
              <a:lnSpc>
                <a:spcPct val="114599"/>
              </a:lnSpc>
            </a:pPr>
            <a:r>
              <a:rPr sz="2400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SU</a:t>
            </a:r>
            <a:r>
              <a:rPr sz="2400" spc="-185" dirty="0">
                <a:latin typeface="Calibri"/>
                <a:cs typeface="Calibri"/>
              </a:rPr>
              <a:t>L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← </a:t>
            </a:r>
            <a:r>
              <a:rPr sz="2400" spc="-310" dirty="0">
                <a:latin typeface="Lucida Sans Unicode"/>
                <a:cs typeface="Lucida Sans Unicode"/>
              </a:rPr>
              <a:t>π</a:t>
            </a:r>
            <a:r>
              <a:rPr sz="2400" spc="-229" dirty="0">
                <a:latin typeface="Lucida Sans Unicode"/>
                <a:cs typeface="Lucida Sans Unicode"/>
              </a:rPr>
              <a:t> </a:t>
            </a:r>
            <a:r>
              <a:rPr sz="2400" spc="-15" baseline="-20833" dirty="0">
                <a:latin typeface="Calibri"/>
                <a:cs typeface="Calibri"/>
              </a:rPr>
              <a:t>SS</a:t>
            </a:r>
            <a:r>
              <a:rPr sz="2400" spc="-7" baseline="-20833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(D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5</a:t>
            </a:r>
            <a:r>
              <a:rPr sz="2400" spc="-5" dirty="0">
                <a:latin typeface="Calibri"/>
                <a:cs typeface="Calibri"/>
              </a:rPr>
              <a:t>_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MPS)</a:t>
            </a:r>
          </a:p>
          <a:p>
            <a:pPr marL="139700" algn="ctr">
              <a:spcBef>
                <a:spcPts val="420"/>
              </a:spcBef>
            </a:pPr>
            <a:r>
              <a:rPr sz="2400" spc="-25" dirty="0">
                <a:latin typeface="Calibri"/>
                <a:cs typeface="Calibri"/>
              </a:rPr>
              <a:t>RESULT2(SSN)</a:t>
            </a:r>
            <a:r>
              <a:rPr sz="2400" dirty="0">
                <a:latin typeface="Calibri"/>
                <a:cs typeface="Calibri"/>
              </a:rPr>
              <a:t> ←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π</a:t>
            </a:r>
            <a:r>
              <a:rPr sz="2400" spc="-37" baseline="-20833" dirty="0">
                <a:latin typeface="Calibri"/>
                <a:cs typeface="Calibri"/>
              </a:rPr>
              <a:t>SUPERSSN</a:t>
            </a:r>
            <a:r>
              <a:rPr sz="2400" spc="-25" dirty="0">
                <a:latin typeface="Calibri"/>
                <a:cs typeface="Calibri"/>
              </a:rPr>
              <a:t>(DEP5_EMPS)</a:t>
            </a:r>
            <a:endParaRPr sz="2400" dirty="0">
              <a:latin typeface="Calibri"/>
              <a:cs typeface="Calibri"/>
            </a:endParaRPr>
          </a:p>
          <a:p>
            <a:pPr marL="140335" algn="ctr">
              <a:spcBef>
                <a:spcPts val="434"/>
              </a:spcBef>
            </a:pPr>
            <a:r>
              <a:rPr sz="2400" spc="-35" dirty="0">
                <a:latin typeface="Calibri"/>
                <a:cs typeface="Calibri"/>
              </a:rPr>
              <a:t>RESULT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←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RESULT1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105" dirty="0">
                <a:latin typeface="Cambria Math"/>
                <a:cs typeface="Cambria Math"/>
              </a:rPr>
              <a:t>𝖴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spc="-35" dirty="0">
                <a:latin typeface="Calibri"/>
                <a:cs typeface="Calibri"/>
              </a:rPr>
              <a:t>RESULT2</a:t>
            </a:r>
            <a:endParaRPr sz="2400" dirty="0">
              <a:latin typeface="Calibri"/>
              <a:cs typeface="Calibri"/>
            </a:endParaRPr>
          </a:p>
          <a:p>
            <a:pPr marL="711200" marR="17780" lvl="1" indent="-228600">
              <a:lnSpc>
                <a:spcPts val="2020"/>
              </a:lnSpc>
              <a:spcBef>
                <a:spcPts val="484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union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operation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produces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tuples </a:t>
            </a:r>
            <a:r>
              <a:rPr sz="2000" spc="-10" dirty="0">
                <a:latin typeface="Calibri"/>
                <a:cs typeface="Calibri"/>
              </a:rPr>
              <a:t>that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dirty="0">
                <a:latin typeface="Calibri"/>
                <a:cs typeface="Calibri"/>
              </a:rPr>
              <a:t> in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either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RESULT1 </a:t>
            </a:r>
            <a:r>
              <a:rPr sz="2000" spc="-459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RESULT2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 both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00516" y="5422392"/>
            <a:ext cx="3491484" cy="1435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7491" y="1029009"/>
            <a:ext cx="9437193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spc="150" dirty="0">
                <a:solidFill>
                  <a:schemeClr val="tx1"/>
                </a:solidFill>
              </a:rPr>
              <a:t>Union</a:t>
            </a:r>
            <a:r>
              <a:rPr sz="4000" b="1" spc="-170" dirty="0">
                <a:solidFill>
                  <a:schemeClr val="tx1"/>
                </a:solidFill>
              </a:rPr>
              <a:t> </a:t>
            </a:r>
            <a:r>
              <a:rPr sz="4000" b="1" spc="300" dirty="0">
                <a:solidFill>
                  <a:schemeClr val="tx1"/>
                </a:solidFill>
              </a:rPr>
              <a:t>Operation</a:t>
            </a:r>
            <a:r>
              <a:rPr sz="4000" b="1" spc="-175" dirty="0">
                <a:solidFill>
                  <a:schemeClr val="tx1"/>
                </a:solidFill>
              </a:rPr>
              <a:t> </a:t>
            </a:r>
            <a:r>
              <a:rPr sz="4000" b="1" spc="200" dirty="0">
                <a:solidFill>
                  <a:schemeClr val="tx1"/>
                </a:solidFill>
              </a:rPr>
              <a:t>(</a:t>
            </a:r>
            <a:r>
              <a:rPr sz="3600" b="1" spc="200" dirty="0">
                <a:solidFill>
                  <a:schemeClr val="tx1"/>
                </a:solidFill>
              </a:rPr>
              <a:t>Example</a:t>
            </a:r>
            <a:r>
              <a:rPr sz="4000" b="1" spc="200" dirty="0">
                <a:solidFill>
                  <a:schemeClr val="tx1"/>
                </a:solidFill>
              </a:rPr>
              <a:t>)</a:t>
            </a:r>
            <a:endParaRPr sz="3600"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7491" y="1771015"/>
            <a:ext cx="313256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05" dirty="0">
                <a:latin typeface="Tahoma"/>
                <a:cs typeface="Tahoma"/>
              </a:rPr>
              <a:t>Depositor</a:t>
            </a:r>
            <a:r>
              <a:rPr sz="2400" b="1" spc="-145" dirty="0">
                <a:latin typeface="Tahoma"/>
                <a:cs typeface="Tahoma"/>
              </a:rPr>
              <a:t> </a:t>
            </a:r>
            <a:r>
              <a:rPr sz="2400" b="1" spc="114" dirty="0">
                <a:latin typeface="Tahoma"/>
                <a:cs typeface="Tahoma"/>
              </a:rPr>
              <a:t>Relation</a:t>
            </a:r>
            <a:endParaRPr sz="2400" b="1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49656" y="1777427"/>
            <a:ext cx="276780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65" dirty="0">
                <a:latin typeface="Tahoma"/>
                <a:cs typeface="Tahoma"/>
              </a:rPr>
              <a:t>Borrow</a:t>
            </a:r>
            <a:r>
              <a:rPr sz="2400" b="1" spc="-140" dirty="0">
                <a:latin typeface="Tahoma"/>
                <a:cs typeface="Tahoma"/>
              </a:rPr>
              <a:t> </a:t>
            </a:r>
            <a:r>
              <a:rPr sz="2400" b="1" spc="114" dirty="0">
                <a:latin typeface="Tahoma"/>
                <a:cs typeface="Tahoma"/>
              </a:rPr>
              <a:t>Relation</a:t>
            </a:r>
            <a:endParaRPr sz="2400" b="1" dirty="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4979" y="2283015"/>
          <a:ext cx="5336540" cy="3489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682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CUSTOMER_NAME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9525">
                      <a:solidFill>
                        <a:srgbClr val="2F4728"/>
                      </a:solidFill>
                      <a:prstDash val="solid"/>
                    </a:lnL>
                    <a:lnR w="9525">
                      <a:solidFill>
                        <a:srgbClr val="2F4728"/>
                      </a:solidFill>
                      <a:prstDash val="solid"/>
                    </a:lnR>
                    <a:lnT w="9525">
                      <a:solidFill>
                        <a:srgbClr val="2F4728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ACCOUNT_NO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9525">
                      <a:solidFill>
                        <a:srgbClr val="2F4728"/>
                      </a:solidFill>
                      <a:prstDash val="solid"/>
                    </a:lnL>
                    <a:lnR w="9525">
                      <a:solidFill>
                        <a:srgbClr val="2F4728"/>
                      </a:solidFill>
                      <a:prstDash val="solid"/>
                    </a:lnR>
                    <a:lnT w="9525">
                      <a:solidFill>
                        <a:srgbClr val="2F4728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957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Johnson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A-101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A-121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Mayes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A-321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1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A-176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Johnson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A-273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A-472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66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Lindsay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A-284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541706" y="2283015"/>
          <a:ext cx="4870450" cy="3489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682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CUSTOMER_NAME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9525">
                      <a:solidFill>
                        <a:srgbClr val="506228"/>
                      </a:solidFill>
                      <a:prstDash val="solid"/>
                    </a:lnL>
                    <a:lnR w="9525">
                      <a:solidFill>
                        <a:srgbClr val="506228"/>
                      </a:solidFill>
                      <a:prstDash val="solid"/>
                    </a:lnR>
                    <a:lnT w="9525">
                      <a:solidFill>
                        <a:srgbClr val="506228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LOAN_NO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9525">
                      <a:solidFill>
                        <a:srgbClr val="506228"/>
                      </a:solidFill>
                      <a:prstDash val="solid"/>
                    </a:lnL>
                    <a:lnR w="9525">
                      <a:solidFill>
                        <a:srgbClr val="506228"/>
                      </a:solidFill>
                      <a:prstDash val="solid"/>
                    </a:lnR>
                    <a:lnT w="9525">
                      <a:solidFill>
                        <a:srgbClr val="506228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957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L-17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L-23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Hayes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L-15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Jackson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L-14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Curry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L-93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7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L-11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66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Williams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L-17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0011" y="1018886"/>
            <a:ext cx="9984124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150" dirty="0">
                <a:solidFill>
                  <a:schemeClr val="tx1"/>
                </a:solidFill>
              </a:rPr>
              <a:t>Union</a:t>
            </a:r>
            <a:r>
              <a:rPr b="1" spc="-170" dirty="0">
                <a:solidFill>
                  <a:schemeClr val="tx1"/>
                </a:solidFill>
              </a:rPr>
              <a:t> </a:t>
            </a:r>
            <a:r>
              <a:rPr b="1" spc="300" dirty="0">
                <a:solidFill>
                  <a:schemeClr val="tx1"/>
                </a:solidFill>
              </a:rPr>
              <a:t>Operation</a:t>
            </a:r>
            <a:r>
              <a:rPr b="1" spc="-175" dirty="0">
                <a:solidFill>
                  <a:schemeClr val="tx1"/>
                </a:solidFill>
              </a:rPr>
              <a:t> </a:t>
            </a:r>
            <a:r>
              <a:rPr b="1" spc="200" dirty="0">
                <a:solidFill>
                  <a:schemeClr val="tx1"/>
                </a:solidFill>
              </a:rPr>
              <a:t>(</a:t>
            </a:r>
            <a:r>
              <a:rPr sz="4400" b="1" spc="200" dirty="0">
                <a:solidFill>
                  <a:schemeClr val="tx1"/>
                </a:solidFill>
              </a:rPr>
              <a:t>Example</a:t>
            </a:r>
            <a:r>
              <a:rPr b="1" spc="200" dirty="0">
                <a:solidFill>
                  <a:schemeClr val="tx1"/>
                </a:solidFill>
              </a:rPr>
              <a:t>)</a:t>
            </a:r>
            <a:endParaRPr sz="4400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922073" y="2252027"/>
          <a:ext cx="5543550" cy="4223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9643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CUSTOMER_NAME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9525">
                      <a:solidFill>
                        <a:srgbClr val="5063FD"/>
                      </a:solidFill>
                      <a:prstDash val="solid"/>
                    </a:lnL>
                    <a:lnR w="9525">
                      <a:solidFill>
                        <a:srgbClr val="5063FD"/>
                      </a:solidFill>
                      <a:prstDash val="solid"/>
                    </a:lnR>
                    <a:lnT w="9525">
                      <a:solidFill>
                        <a:srgbClr val="5063FD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89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Johnson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1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Hayes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1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951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Lindsay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Jackson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Curry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7888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Williams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7901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Mayes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39953" y="1771015"/>
            <a:ext cx="6759575" cy="1718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400" spc="110" dirty="0">
                <a:latin typeface="Tahoma"/>
                <a:cs typeface="Tahoma"/>
              </a:rPr>
              <a:t>Output: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ts val="2875"/>
              </a:lnSpc>
              <a:spcBef>
                <a:spcPts val="1815"/>
              </a:spcBef>
            </a:pPr>
            <a:r>
              <a:rPr sz="2400" b="1" spc="-185" dirty="0">
                <a:latin typeface="Tahoma"/>
                <a:cs typeface="Tahoma"/>
              </a:rPr>
              <a:t>Input: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ts val="2875"/>
              </a:lnSpc>
            </a:pPr>
            <a:r>
              <a:rPr sz="2400" spc="340" dirty="0">
                <a:latin typeface="Tahoma"/>
                <a:cs typeface="Tahoma"/>
              </a:rPr>
              <a:t>∏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95" dirty="0">
                <a:latin typeface="Tahoma"/>
                <a:cs typeface="Tahoma"/>
              </a:rPr>
              <a:t>CUSTOMER_NAME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(BORROW)</a:t>
            </a:r>
            <a:r>
              <a:rPr sz="2400" spc="-160" dirty="0">
                <a:latin typeface="Tahoma"/>
                <a:cs typeface="Tahoma"/>
              </a:rPr>
              <a:t> </a:t>
            </a:r>
            <a:r>
              <a:rPr sz="2400" spc="105" dirty="0">
                <a:latin typeface="Cambria Math"/>
                <a:cs typeface="Cambria Math"/>
              </a:rPr>
              <a:t>𝖴</a:t>
            </a:r>
            <a:endParaRPr sz="24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400" spc="340" dirty="0">
                <a:latin typeface="Tahoma"/>
                <a:cs typeface="Tahoma"/>
              </a:rPr>
              <a:t>∏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95" dirty="0">
                <a:latin typeface="Tahoma"/>
                <a:cs typeface="Tahoma"/>
              </a:rPr>
              <a:t>CUSTOMER_NAME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(DEPOSITOR)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5854" y="1207837"/>
            <a:ext cx="10522856" cy="538737"/>
          </a:xfrm>
          <a:prstGeom prst="rect">
            <a:avLst/>
          </a:prstGeom>
        </p:spPr>
        <p:txBody>
          <a:bodyPr vert="horz" wrap="square" lIns="0" tIns="66040" rIns="0" bIns="0" rtlCol="0" anchor="b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20"/>
              </a:spcBef>
            </a:pPr>
            <a:r>
              <a:rPr sz="4000" b="1" spc="-10" dirty="0">
                <a:solidFill>
                  <a:schemeClr val="tx1"/>
                </a:solidFill>
              </a:rPr>
              <a:t>Relational</a:t>
            </a:r>
            <a:r>
              <a:rPr sz="4000" b="1" dirty="0">
                <a:solidFill>
                  <a:schemeClr val="tx1"/>
                </a:solidFill>
              </a:rPr>
              <a:t> </a:t>
            </a:r>
            <a:r>
              <a:rPr sz="4000" b="1" spc="-15" dirty="0">
                <a:solidFill>
                  <a:schemeClr val="tx1"/>
                </a:solidFill>
              </a:rPr>
              <a:t>Algebra</a:t>
            </a:r>
            <a:r>
              <a:rPr sz="4000" b="1" spc="-10" dirty="0">
                <a:solidFill>
                  <a:schemeClr val="tx1"/>
                </a:solidFill>
              </a:rPr>
              <a:t> </a:t>
            </a:r>
            <a:r>
              <a:rPr sz="4000" b="1" spc="-15" dirty="0">
                <a:solidFill>
                  <a:schemeClr val="tx1"/>
                </a:solidFill>
              </a:rPr>
              <a:t>Operations</a:t>
            </a:r>
            <a:r>
              <a:rPr sz="4000" b="1" spc="-10" dirty="0">
                <a:solidFill>
                  <a:schemeClr val="tx1"/>
                </a:solidFill>
              </a:rPr>
              <a:t> </a:t>
            </a:r>
            <a:r>
              <a:rPr sz="4000" b="1" spc="-20" dirty="0">
                <a:solidFill>
                  <a:schemeClr val="tx1"/>
                </a:solidFill>
              </a:rPr>
              <a:t>from </a:t>
            </a:r>
            <a:r>
              <a:rPr sz="4000" b="1" spc="-710" dirty="0">
                <a:solidFill>
                  <a:schemeClr val="tx1"/>
                </a:solidFill>
              </a:rPr>
              <a:t> </a:t>
            </a:r>
            <a:r>
              <a:rPr sz="4000" b="1" spc="-5" dirty="0">
                <a:solidFill>
                  <a:schemeClr val="tx1"/>
                </a:solidFill>
              </a:rPr>
              <a:t>Set</a:t>
            </a:r>
            <a:r>
              <a:rPr lang="en-US" sz="4000" b="1" spc="-20" dirty="0">
                <a:solidFill>
                  <a:schemeClr val="tx1"/>
                </a:solidFill>
              </a:rPr>
              <a:t> </a:t>
            </a:r>
            <a:r>
              <a:rPr sz="4000" b="1" spc="-5" dirty="0">
                <a:solidFill>
                  <a:schemeClr val="tx1"/>
                </a:solidFill>
              </a:rPr>
              <a:t>Theory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5855" y="1970636"/>
            <a:ext cx="10522856" cy="297363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marR="5080" indent="-228600">
              <a:lnSpc>
                <a:spcPct val="90300"/>
              </a:lnSpc>
              <a:spcBef>
                <a:spcPts val="38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b="1" spc="-20" dirty="0">
                <a:cs typeface="Calibri"/>
              </a:rPr>
              <a:t>Type</a:t>
            </a:r>
            <a:r>
              <a:rPr sz="2400" b="1" spc="-10" dirty="0">
                <a:cs typeface="Calibri"/>
              </a:rPr>
              <a:t> </a:t>
            </a:r>
            <a:r>
              <a:rPr sz="2400" b="1" spc="-5" dirty="0">
                <a:cs typeface="Calibri"/>
              </a:rPr>
              <a:t>Compatibility </a:t>
            </a:r>
            <a:r>
              <a:rPr sz="2400" spc="-5" dirty="0">
                <a:cs typeface="Calibri"/>
              </a:rPr>
              <a:t>of</a:t>
            </a:r>
            <a:r>
              <a:rPr sz="2400" spc="-1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operands </a:t>
            </a:r>
            <a:r>
              <a:rPr sz="2400" dirty="0">
                <a:cs typeface="Calibri"/>
              </a:rPr>
              <a:t>is</a:t>
            </a:r>
            <a:r>
              <a:rPr sz="2400" spc="-10" dirty="0">
                <a:cs typeface="Calibri"/>
              </a:rPr>
              <a:t> required </a:t>
            </a:r>
            <a:r>
              <a:rPr sz="2400" spc="-20" dirty="0">
                <a:cs typeface="Calibri"/>
              </a:rPr>
              <a:t>for</a:t>
            </a:r>
            <a:r>
              <a:rPr sz="2400" spc="-10" dirty="0">
                <a:cs typeface="Calibri"/>
              </a:rPr>
              <a:t> </a:t>
            </a:r>
            <a:r>
              <a:rPr sz="2400" dirty="0">
                <a:cs typeface="Calibri"/>
              </a:rPr>
              <a:t>the </a:t>
            </a:r>
            <a:r>
              <a:rPr sz="2400" spc="-53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binary </a:t>
            </a:r>
            <a:r>
              <a:rPr sz="2400" spc="-10" dirty="0">
                <a:cs typeface="Calibri"/>
              </a:rPr>
              <a:t>set </a:t>
            </a:r>
            <a:r>
              <a:rPr sz="2400" spc="-15" dirty="0">
                <a:cs typeface="Calibri"/>
              </a:rPr>
              <a:t>operation </a:t>
            </a:r>
            <a:r>
              <a:rPr sz="2400" spc="-5" dirty="0">
                <a:cs typeface="Calibri"/>
              </a:rPr>
              <a:t>UNION </a:t>
            </a:r>
            <a:r>
              <a:rPr sz="2400" spc="50" dirty="0">
                <a:cs typeface="Cambria Math"/>
              </a:rPr>
              <a:t>𝖴</a:t>
            </a:r>
            <a:r>
              <a:rPr sz="2400" spc="50" dirty="0">
                <a:cs typeface="Calibri"/>
              </a:rPr>
              <a:t>, </a:t>
            </a:r>
            <a:r>
              <a:rPr sz="2400" spc="-5" dirty="0">
                <a:cs typeface="Calibri"/>
              </a:rPr>
              <a:t>(also </a:t>
            </a:r>
            <a:r>
              <a:rPr sz="2400" spc="-25" dirty="0">
                <a:cs typeface="Calibri"/>
              </a:rPr>
              <a:t>for </a:t>
            </a:r>
            <a:r>
              <a:rPr sz="2400" spc="-2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INTERSECTION </a:t>
            </a:r>
            <a:r>
              <a:rPr sz="2400" dirty="0">
                <a:cs typeface="Microsoft Sans Serif"/>
              </a:rPr>
              <a:t>∩</a:t>
            </a:r>
            <a:r>
              <a:rPr sz="2400" dirty="0">
                <a:cs typeface="Calibri"/>
              </a:rPr>
              <a:t>, and </a:t>
            </a:r>
            <a:r>
              <a:rPr sz="2400" spc="-5" dirty="0">
                <a:cs typeface="Calibri"/>
              </a:rPr>
              <a:t>SET DIFFERENCE </a:t>
            </a:r>
            <a:r>
              <a:rPr sz="2400" dirty="0">
                <a:cs typeface="Calibri"/>
              </a:rPr>
              <a:t>–, </a:t>
            </a:r>
            <a:r>
              <a:rPr sz="2400" spc="-5" dirty="0">
                <a:cs typeface="Calibri"/>
              </a:rPr>
              <a:t>see </a:t>
            </a:r>
            <a:r>
              <a:rPr sz="2400" spc="-10" dirty="0">
                <a:cs typeface="Calibri"/>
              </a:rPr>
              <a:t>next </a:t>
            </a:r>
            <a:r>
              <a:rPr sz="2400" spc="-53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slides)</a:t>
            </a:r>
            <a:endParaRPr sz="2400" dirty="0">
              <a:cs typeface="Calibri"/>
            </a:endParaRPr>
          </a:p>
          <a:p>
            <a:pPr marL="241300" indent="-228600">
              <a:lnSpc>
                <a:spcPts val="2745"/>
              </a:lnSpc>
              <a:spcBef>
                <a:spcPts val="69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dirty="0">
                <a:cs typeface="Calibri"/>
              </a:rPr>
              <a:t>R1(A1,</a:t>
            </a:r>
            <a:r>
              <a:rPr sz="2400" spc="-35" dirty="0">
                <a:cs typeface="Calibri"/>
              </a:rPr>
              <a:t> </a:t>
            </a:r>
            <a:r>
              <a:rPr sz="2400" dirty="0">
                <a:cs typeface="Calibri"/>
              </a:rPr>
              <a:t>A2,</a:t>
            </a:r>
            <a:r>
              <a:rPr sz="2400" spc="-10" dirty="0">
                <a:cs typeface="Calibri"/>
              </a:rPr>
              <a:t> ...,</a:t>
            </a:r>
            <a:r>
              <a:rPr sz="2400" spc="-15" dirty="0">
                <a:cs typeface="Calibri"/>
              </a:rPr>
              <a:t> </a:t>
            </a:r>
            <a:r>
              <a:rPr sz="2400" dirty="0">
                <a:cs typeface="Calibri"/>
              </a:rPr>
              <a:t>An)</a:t>
            </a:r>
            <a:r>
              <a:rPr sz="2400" spc="-10" dirty="0">
                <a:cs typeface="Calibri"/>
              </a:rPr>
              <a:t> </a:t>
            </a:r>
            <a:r>
              <a:rPr sz="2400" dirty="0">
                <a:cs typeface="Calibri"/>
              </a:rPr>
              <a:t>and </a:t>
            </a:r>
            <a:r>
              <a:rPr sz="2400" spc="-5" dirty="0">
                <a:cs typeface="Calibri"/>
              </a:rPr>
              <a:t>R2(B1,</a:t>
            </a:r>
            <a:r>
              <a:rPr sz="2400" spc="-25" dirty="0">
                <a:cs typeface="Calibri"/>
              </a:rPr>
              <a:t> </a:t>
            </a:r>
            <a:r>
              <a:rPr sz="2400" dirty="0">
                <a:cs typeface="Calibri"/>
              </a:rPr>
              <a:t>B2,</a:t>
            </a:r>
            <a:r>
              <a:rPr sz="2400" spc="-2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...,</a:t>
            </a:r>
            <a:r>
              <a:rPr sz="2400" spc="-15" dirty="0">
                <a:cs typeface="Calibri"/>
              </a:rPr>
              <a:t> </a:t>
            </a:r>
            <a:r>
              <a:rPr sz="2400" dirty="0">
                <a:cs typeface="Calibri"/>
              </a:rPr>
              <a:t>Bn)</a:t>
            </a:r>
            <a:r>
              <a:rPr sz="2400" spc="-25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are</a:t>
            </a:r>
            <a:r>
              <a:rPr sz="2400" dirty="0">
                <a:cs typeface="Calibri"/>
              </a:rPr>
              <a:t> type</a:t>
            </a:r>
            <a:r>
              <a:rPr lang="en-US" sz="240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compatible</a:t>
            </a:r>
            <a:r>
              <a:rPr sz="2400" spc="-35" dirty="0">
                <a:cs typeface="Calibri"/>
              </a:rPr>
              <a:t> </a:t>
            </a:r>
            <a:r>
              <a:rPr sz="2400" dirty="0">
                <a:cs typeface="Calibri"/>
              </a:rPr>
              <a:t>if:</a:t>
            </a:r>
          </a:p>
          <a:p>
            <a:pPr marL="697865" lvl="1" indent="-229235">
              <a:spcBef>
                <a:spcPts val="245"/>
              </a:spcBef>
              <a:buFont typeface="Microsoft Sans Serif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cs typeface="Calibri"/>
              </a:rPr>
              <a:t>they</a:t>
            </a:r>
            <a:r>
              <a:rPr sz="2200" spc="20" dirty="0">
                <a:cs typeface="Calibri"/>
              </a:rPr>
              <a:t> </a:t>
            </a:r>
            <a:r>
              <a:rPr sz="2200" spc="-20" dirty="0">
                <a:cs typeface="Calibri"/>
              </a:rPr>
              <a:t>have</a:t>
            </a:r>
            <a:r>
              <a:rPr sz="2200" spc="5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the</a:t>
            </a:r>
            <a:r>
              <a:rPr sz="2200" spc="15" dirty="0">
                <a:cs typeface="Calibri"/>
              </a:rPr>
              <a:t> </a:t>
            </a:r>
            <a:r>
              <a:rPr sz="2200" spc="-5" dirty="0">
                <a:cs typeface="Calibri"/>
              </a:rPr>
              <a:t>same</a:t>
            </a:r>
            <a:r>
              <a:rPr sz="2200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number</a:t>
            </a:r>
            <a:r>
              <a:rPr sz="2200" dirty="0">
                <a:cs typeface="Calibri"/>
              </a:rPr>
              <a:t> of</a:t>
            </a:r>
            <a:r>
              <a:rPr sz="2200" spc="10" dirty="0">
                <a:cs typeface="Calibri"/>
              </a:rPr>
              <a:t> </a:t>
            </a:r>
            <a:r>
              <a:rPr sz="2200" spc="-15" dirty="0">
                <a:cs typeface="Calibri"/>
              </a:rPr>
              <a:t>attributes,</a:t>
            </a:r>
            <a:r>
              <a:rPr sz="2200" spc="25" dirty="0">
                <a:cs typeface="Calibri"/>
              </a:rPr>
              <a:t> </a:t>
            </a:r>
            <a:r>
              <a:rPr sz="2200" spc="-5" dirty="0">
                <a:cs typeface="Calibri"/>
              </a:rPr>
              <a:t>and</a:t>
            </a:r>
            <a:endParaRPr sz="2200" dirty="0">
              <a:cs typeface="Calibri"/>
            </a:endParaRPr>
          </a:p>
          <a:p>
            <a:pPr marL="697865" lvl="1" indent="-229235">
              <a:lnSpc>
                <a:spcPts val="2520"/>
              </a:lnSpc>
              <a:spcBef>
                <a:spcPts val="219"/>
              </a:spcBef>
              <a:buFont typeface="Microsoft Sans Serif"/>
              <a:buChar char="•"/>
              <a:tabLst>
                <a:tab pos="697865" algn="l"/>
                <a:tab pos="698500" algn="l"/>
              </a:tabLst>
            </a:pPr>
            <a:r>
              <a:rPr sz="2200" spc="-5" dirty="0">
                <a:cs typeface="Calibri"/>
              </a:rPr>
              <a:t>the</a:t>
            </a:r>
            <a:r>
              <a:rPr sz="2200" spc="10" dirty="0">
                <a:cs typeface="Calibri"/>
              </a:rPr>
              <a:t> </a:t>
            </a:r>
            <a:r>
              <a:rPr sz="2200" spc="-5" dirty="0">
                <a:cs typeface="Calibri"/>
              </a:rPr>
              <a:t>domains</a:t>
            </a:r>
            <a:r>
              <a:rPr sz="2200" dirty="0">
                <a:cs typeface="Calibri"/>
              </a:rPr>
              <a:t> </a:t>
            </a:r>
            <a:r>
              <a:rPr sz="2200" spc="-5" dirty="0">
                <a:cs typeface="Calibri"/>
              </a:rPr>
              <a:t>of</a:t>
            </a:r>
            <a:r>
              <a:rPr sz="2200" spc="10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corresponding</a:t>
            </a:r>
            <a:r>
              <a:rPr sz="2200" spc="-25" dirty="0">
                <a:cs typeface="Calibri"/>
              </a:rPr>
              <a:t> </a:t>
            </a:r>
            <a:r>
              <a:rPr sz="2200" spc="-15" dirty="0">
                <a:cs typeface="Calibri"/>
              </a:rPr>
              <a:t>attributes</a:t>
            </a:r>
            <a:r>
              <a:rPr sz="2200" spc="20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are</a:t>
            </a:r>
            <a:r>
              <a:rPr sz="2200" dirty="0">
                <a:cs typeface="Calibri"/>
              </a:rPr>
              <a:t> </a:t>
            </a:r>
            <a:r>
              <a:rPr sz="2200" spc="-5" dirty="0">
                <a:cs typeface="Calibri"/>
              </a:rPr>
              <a:t>type</a:t>
            </a:r>
            <a:endParaRPr sz="2200" dirty="0">
              <a:cs typeface="Calibri"/>
            </a:endParaRPr>
          </a:p>
          <a:p>
            <a:pPr marL="697865">
              <a:lnSpc>
                <a:spcPts val="2520"/>
              </a:lnSpc>
            </a:pPr>
            <a:r>
              <a:rPr sz="2200" spc="-10" dirty="0">
                <a:cs typeface="Calibri"/>
              </a:rPr>
              <a:t>compatible</a:t>
            </a:r>
            <a:r>
              <a:rPr sz="2200" spc="15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(i.e.</a:t>
            </a:r>
            <a:r>
              <a:rPr sz="2200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dom(Ai)=dom(Bi)</a:t>
            </a:r>
            <a:r>
              <a:rPr sz="2200" spc="30" dirty="0">
                <a:cs typeface="Calibri"/>
              </a:rPr>
              <a:t> </a:t>
            </a:r>
            <a:r>
              <a:rPr sz="2200" spc="-20" dirty="0">
                <a:cs typeface="Calibri"/>
              </a:rPr>
              <a:t>for</a:t>
            </a:r>
            <a:r>
              <a:rPr sz="2200" spc="5" dirty="0">
                <a:cs typeface="Calibri"/>
              </a:rPr>
              <a:t> </a:t>
            </a:r>
            <a:r>
              <a:rPr sz="2200" spc="-5" dirty="0">
                <a:cs typeface="Calibri"/>
              </a:rPr>
              <a:t>i=1,</a:t>
            </a:r>
            <a:r>
              <a:rPr sz="2200" spc="10" dirty="0">
                <a:cs typeface="Calibri"/>
              </a:rPr>
              <a:t> </a:t>
            </a:r>
            <a:r>
              <a:rPr sz="2200" spc="-5" dirty="0">
                <a:cs typeface="Calibri"/>
              </a:rPr>
              <a:t>2,</a:t>
            </a:r>
            <a:r>
              <a:rPr sz="2200" spc="5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...,</a:t>
            </a:r>
            <a:r>
              <a:rPr sz="2200" spc="10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n).</a:t>
            </a:r>
            <a:endParaRPr sz="2200" dirty="0">
              <a:cs typeface="Calibri"/>
            </a:endParaRPr>
          </a:p>
          <a:p>
            <a:pPr marL="241300" marR="165100" indent="-228600">
              <a:lnSpc>
                <a:spcPct val="90000"/>
              </a:lnSpc>
              <a:spcBef>
                <a:spcPts val="99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spc="-5" dirty="0">
                <a:cs typeface="Calibri"/>
              </a:rPr>
              <a:t>The resulting </a:t>
            </a:r>
            <a:r>
              <a:rPr sz="2400" spc="-10" dirty="0">
                <a:cs typeface="Calibri"/>
              </a:rPr>
              <a:t>relation </a:t>
            </a:r>
            <a:r>
              <a:rPr sz="2400" spc="-20" dirty="0">
                <a:cs typeface="Calibri"/>
              </a:rPr>
              <a:t>for </a:t>
            </a:r>
            <a:r>
              <a:rPr sz="2400" spc="15" dirty="0">
                <a:cs typeface="Calibri"/>
              </a:rPr>
              <a:t>R1</a:t>
            </a:r>
            <a:r>
              <a:rPr sz="2400" spc="15" dirty="0">
                <a:cs typeface="Cambria Math"/>
              </a:rPr>
              <a:t>𝖴</a:t>
            </a:r>
            <a:r>
              <a:rPr sz="2400" spc="15" dirty="0">
                <a:cs typeface="Calibri"/>
              </a:rPr>
              <a:t>R2 </a:t>
            </a:r>
            <a:r>
              <a:rPr sz="2400" spc="-5" dirty="0">
                <a:cs typeface="Calibri"/>
              </a:rPr>
              <a:t>(also </a:t>
            </a:r>
            <a:r>
              <a:rPr sz="2400" spc="-20" dirty="0">
                <a:cs typeface="Calibri"/>
              </a:rPr>
              <a:t>for </a:t>
            </a:r>
            <a:r>
              <a:rPr sz="2400" dirty="0">
                <a:cs typeface="Calibri"/>
              </a:rPr>
              <a:t>R1</a:t>
            </a:r>
            <a:r>
              <a:rPr sz="2400" dirty="0">
                <a:cs typeface="Microsoft Sans Serif"/>
              </a:rPr>
              <a:t>∩</a:t>
            </a:r>
            <a:r>
              <a:rPr sz="2400" dirty="0">
                <a:cs typeface="Calibri"/>
              </a:rPr>
              <a:t>R2, </a:t>
            </a:r>
            <a:r>
              <a:rPr sz="2400" spc="-53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or </a:t>
            </a:r>
            <a:r>
              <a:rPr sz="2400" dirty="0">
                <a:cs typeface="Calibri"/>
              </a:rPr>
              <a:t>R1–R2, </a:t>
            </a:r>
            <a:r>
              <a:rPr sz="2400" spc="-5" dirty="0">
                <a:cs typeface="Calibri"/>
              </a:rPr>
              <a:t>see </a:t>
            </a:r>
            <a:r>
              <a:rPr sz="2400" spc="-10" dirty="0">
                <a:cs typeface="Calibri"/>
              </a:rPr>
              <a:t>next </a:t>
            </a:r>
            <a:r>
              <a:rPr sz="2400" spc="-5" dirty="0">
                <a:cs typeface="Calibri"/>
              </a:rPr>
              <a:t>slides) has </a:t>
            </a:r>
            <a:r>
              <a:rPr sz="2400" dirty="0">
                <a:cs typeface="Calibri"/>
              </a:rPr>
              <a:t>the </a:t>
            </a:r>
            <a:r>
              <a:rPr sz="2400" spc="-5" dirty="0">
                <a:cs typeface="Calibri"/>
              </a:rPr>
              <a:t>same </a:t>
            </a:r>
            <a:r>
              <a:rPr sz="2400" spc="-10" dirty="0">
                <a:cs typeface="Calibri"/>
              </a:rPr>
              <a:t>attribute </a:t>
            </a:r>
            <a:r>
              <a:rPr sz="2400" spc="-53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names </a:t>
            </a:r>
            <a:r>
              <a:rPr sz="2400" dirty="0">
                <a:cs typeface="Calibri"/>
              </a:rPr>
              <a:t>as the </a:t>
            </a:r>
            <a:r>
              <a:rPr sz="2400" i="1" spc="-10" dirty="0">
                <a:cs typeface="Calibri"/>
              </a:rPr>
              <a:t>first </a:t>
            </a:r>
            <a:r>
              <a:rPr sz="2400" spc="-10" dirty="0">
                <a:cs typeface="Calibri"/>
              </a:rPr>
              <a:t>operand relation </a:t>
            </a:r>
            <a:r>
              <a:rPr sz="2400" dirty="0">
                <a:cs typeface="Calibri"/>
              </a:rPr>
              <a:t>R1 </a:t>
            </a:r>
            <a:r>
              <a:rPr sz="2400" spc="-10" dirty="0">
                <a:cs typeface="Calibri"/>
              </a:rPr>
              <a:t>(by </a:t>
            </a:r>
            <a:r>
              <a:rPr sz="2400" spc="-5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convention)</a:t>
            </a:r>
            <a:endParaRPr sz="2400" dirty="0"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7172" y="686883"/>
            <a:ext cx="10058400" cy="1014637"/>
          </a:xfrm>
          <a:prstGeom prst="rect">
            <a:avLst/>
          </a:prstGeom>
        </p:spPr>
        <p:txBody>
          <a:bodyPr vert="horz" wrap="square" lIns="0" tIns="66040" rIns="0" bIns="0" rtlCol="0" anchor="b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20"/>
              </a:spcBef>
            </a:pPr>
            <a:r>
              <a:rPr sz="4000" b="1" spc="-10" dirty="0">
                <a:solidFill>
                  <a:schemeClr val="tx1"/>
                </a:solidFill>
                <a:latin typeface="Calibri"/>
                <a:cs typeface="Calibri"/>
              </a:rPr>
              <a:t>Relational </a:t>
            </a:r>
            <a:r>
              <a:rPr sz="4000" b="1" spc="-20" dirty="0">
                <a:solidFill>
                  <a:schemeClr val="tx1"/>
                </a:solidFill>
                <a:latin typeface="Calibri"/>
                <a:cs typeface="Calibri"/>
              </a:rPr>
              <a:t>Algebra </a:t>
            </a:r>
            <a:r>
              <a:rPr sz="4000" b="1" spc="-10" dirty="0">
                <a:solidFill>
                  <a:schemeClr val="tx1"/>
                </a:solidFill>
                <a:latin typeface="Calibri"/>
                <a:cs typeface="Calibri"/>
              </a:rPr>
              <a:t>Operations from Set </a:t>
            </a:r>
            <a:r>
              <a:rPr sz="4000" b="1" spc="-7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chemeClr val="tx1"/>
                </a:solidFill>
                <a:latin typeface="Calibri"/>
                <a:cs typeface="Calibri"/>
              </a:rPr>
              <a:t>Theory:</a:t>
            </a:r>
            <a:r>
              <a:rPr sz="4000" b="1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chemeClr val="tx1"/>
                </a:solidFill>
                <a:latin typeface="Calibri"/>
                <a:cs typeface="Calibri"/>
              </a:rPr>
              <a:t>INTERSECTION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8137" y="1923228"/>
            <a:ext cx="11368584" cy="2519729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41300" indent="-228600">
              <a:spcBef>
                <a:spcPts val="71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dirty="0"/>
              <a:t>INTERSECTION is denoted by ∩</a:t>
            </a:r>
          </a:p>
          <a:p>
            <a:pPr marL="241300" marR="5080" indent="-228600">
              <a:lnSpc>
                <a:spcPts val="3460"/>
              </a:lnSpc>
              <a:spcBef>
                <a:spcPts val="104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dirty="0"/>
              <a:t>The result of the operation R ∩ S, is a relation  that includes all tuples that are in both R and S</a:t>
            </a:r>
          </a:p>
          <a:p>
            <a:pPr marL="697865" marR="471170" lvl="1" indent="-228600">
              <a:lnSpc>
                <a:spcPts val="3260"/>
              </a:lnSpc>
              <a:spcBef>
                <a:spcPts val="46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sz="2400" dirty="0"/>
              <a:t>The attribute names in the result will be the  same as the attribute names in R</a:t>
            </a:r>
          </a:p>
          <a:p>
            <a:pPr marL="241300" marR="605790" indent="-228600">
              <a:lnSpc>
                <a:spcPts val="3479"/>
              </a:lnSpc>
              <a:spcBef>
                <a:spcPts val="9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dirty="0"/>
              <a:t>The </a:t>
            </a:r>
            <a:r>
              <a:rPr lang="en-US" sz="2400" dirty="0"/>
              <a:t>two-operand</a:t>
            </a:r>
            <a:r>
              <a:rPr sz="2400" dirty="0"/>
              <a:t> relations R and S must be  “type</a:t>
            </a:r>
            <a:r>
              <a:rPr lang="en-US" sz="2400" dirty="0"/>
              <a:t> </a:t>
            </a:r>
            <a:r>
              <a:rPr sz="2400" dirty="0"/>
              <a:t>compatible”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2444051" y="3849698"/>
            <a:ext cx="7047865" cy="1356360"/>
            <a:chOff x="2448814" y="5336666"/>
            <a:chExt cx="7047865" cy="1356360"/>
          </a:xfrm>
        </p:grpSpPr>
        <p:sp>
          <p:nvSpPr>
            <p:cNvPr id="5" name="object 5"/>
            <p:cNvSpPr/>
            <p:nvPr/>
          </p:nvSpPr>
          <p:spPr>
            <a:xfrm>
              <a:off x="2448814" y="5336666"/>
              <a:ext cx="7047865" cy="502920"/>
            </a:xfrm>
            <a:custGeom>
              <a:avLst/>
              <a:gdLst/>
              <a:ahLst/>
              <a:cxnLst/>
              <a:rect l="l" t="t" r="r" b="b"/>
              <a:pathLst>
                <a:path w="7047865" h="502920">
                  <a:moveTo>
                    <a:pt x="7047865" y="0"/>
                  </a:moveTo>
                  <a:lnTo>
                    <a:pt x="0" y="0"/>
                  </a:lnTo>
                  <a:lnTo>
                    <a:pt x="0" y="502919"/>
                  </a:lnTo>
                  <a:lnTo>
                    <a:pt x="7047865" y="502919"/>
                  </a:lnTo>
                  <a:lnTo>
                    <a:pt x="7047865" y="0"/>
                  </a:lnTo>
                  <a:close/>
                </a:path>
              </a:pathLst>
            </a:custGeom>
            <a:solidFill>
              <a:srgbClr val="C6CC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48814" y="5839586"/>
              <a:ext cx="7047865" cy="426720"/>
            </a:xfrm>
            <a:custGeom>
              <a:avLst/>
              <a:gdLst/>
              <a:ahLst/>
              <a:cxnLst/>
              <a:rect l="l" t="t" r="r" b="b"/>
              <a:pathLst>
                <a:path w="7047865" h="426720">
                  <a:moveTo>
                    <a:pt x="7047865" y="0"/>
                  </a:moveTo>
                  <a:lnTo>
                    <a:pt x="0" y="0"/>
                  </a:lnTo>
                  <a:lnTo>
                    <a:pt x="0" y="426719"/>
                  </a:lnTo>
                  <a:lnTo>
                    <a:pt x="7047865" y="426719"/>
                  </a:lnTo>
                  <a:lnTo>
                    <a:pt x="70478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48814" y="6266306"/>
              <a:ext cx="7047865" cy="426720"/>
            </a:xfrm>
            <a:custGeom>
              <a:avLst/>
              <a:gdLst/>
              <a:ahLst/>
              <a:cxnLst/>
              <a:rect l="l" t="t" r="r" b="b"/>
              <a:pathLst>
                <a:path w="7047865" h="426720">
                  <a:moveTo>
                    <a:pt x="7047865" y="0"/>
                  </a:moveTo>
                  <a:lnTo>
                    <a:pt x="0" y="0"/>
                  </a:lnTo>
                  <a:lnTo>
                    <a:pt x="0" y="426720"/>
                  </a:lnTo>
                  <a:lnTo>
                    <a:pt x="7047865" y="426720"/>
                  </a:lnTo>
                  <a:lnTo>
                    <a:pt x="7047865" y="0"/>
                  </a:lnTo>
                  <a:close/>
                </a:path>
              </a:pathLst>
            </a:custGeom>
            <a:solidFill>
              <a:srgbClr val="EEF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2193" y="879876"/>
            <a:ext cx="838606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20" dirty="0"/>
              <a:t>Intersection</a:t>
            </a:r>
            <a:r>
              <a:rPr b="1" spc="-190" dirty="0"/>
              <a:t> </a:t>
            </a:r>
            <a:r>
              <a:rPr b="1" spc="295" dirty="0"/>
              <a:t>Operation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477861"/>
              </p:ext>
            </p:extLst>
          </p:nvPr>
        </p:nvGraphicFramePr>
        <p:xfrm>
          <a:off x="2444051" y="3896753"/>
          <a:ext cx="7047865" cy="13563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47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CUSTOMER_NAME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06D3E"/>
                      </a:solidFill>
                      <a:prstDash val="solid"/>
                    </a:lnL>
                    <a:lnR w="9525">
                      <a:solidFill>
                        <a:srgbClr val="C06D3E"/>
                      </a:solidFill>
                      <a:prstDash val="solid"/>
                    </a:lnR>
                    <a:lnT w="9525">
                      <a:solidFill>
                        <a:srgbClr val="C06D3E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205723" y="1528064"/>
            <a:ext cx="2385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2305" algn="l"/>
              </a:tabLst>
            </a:pPr>
            <a:r>
              <a:rPr sz="2400" spc="55" dirty="0">
                <a:solidFill>
                  <a:srgbClr val="FFFFFF"/>
                </a:solidFill>
                <a:latin typeface="Tahoma"/>
                <a:cs typeface="Tahoma"/>
              </a:rPr>
              <a:t>se</a:t>
            </a:r>
            <a:r>
              <a:rPr sz="2400" spc="4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2400" spc="95" dirty="0">
                <a:solidFill>
                  <a:srgbClr val="FFFFFF"/>
                </a:solidFill>
                <a:latin typeface="Tahoma"/>
                <a:cs typeface="Tahoma"/>
              </a:rPr>
              <a:t>ntersect</a:t>
            </a:r>
            <a:r>
              <a:rPr sz="2400" spc="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2400" spc="19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2193" y="1797691"/>
            <a:ext cx="1042850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cs typeface="Tahoma"/>
              </a:rPr>
              <a:t>Example:</a:t>
            </a:r>
            <a:r>
              <a:rPr sz="2400" b="1" spc="-40" dirty="0">
                <a:cs typeface="Tahoma"/>
              </a:rPr>
              <a:t> </a:t>
            </a:r>
            <a:r>
              <a:rPr sz="2400" spc="35" dirty="0">
                <a:cs typeface="Tahoma"/>
              </a:rPr>
              <a:t>Using</a:t>
            </a:r>
            <a:r>
              <a:rPr sz="2400" spc="-85" dirty="0">
                <a:cs typeface="Tahoma"/>
              </a:rPr>
              <a:t> </a:t>
            </a:r>
            <a:r>
              <a:rPr sz="2400" spc="140" dirty="0">
                <a:cs typeface="Tahoma"/>
              </a:rPr>
              <a:t>the</a:t>
            </a:r>
            <a:r>
              <a:rPr sz="2400" spc="-85" dirty="0">
                <a:cs typeface="Tahoma"/>
              </a:rPr>
              <a:t> </a:t>
            </a:r>
            <a:r>
              <a:rPr sz="2400" spc="275" dirty="0">
                <a:cs typeface="Tahoma"/>
              </a:rPr>
              <a:t>above</a:t>
            </a:r>
            <a:r>
              <a:rPr sz="2400" spc="-85" dirty="0">
                <a:cs typeface="Tahoma"/>
              </a:rPr>
              <a:t> </a:t>
            </a:r>
            <a:r>
              <a:rPr sz="2400" dirty="0">
                <a:cs typeface="Tahoma"/>
              </a:rPr>
              <a:t>DEPOSITOR</a:t>
            </a:r>
            <a:r>
              <a:rPr sz="2400" spc="-75" dirty="0">
                <a:cs typeface="Tahoma"/>
              </a:rPr>
              <a:t> </a:t>
            </a:r>
            <a:r>
              <a:rPr sz="2400" spc="185" dirty="0">
                <a:cs typeface="Tahoma"/>
              </a:rPr>
              <a:t>table</a:t>
            </a:r>
            <a:r>
              <a:rPr sz="2400" spc="-85" dirty="0">
                <a:cs typeface="Tahoma"/>
              </a:rPr>
              <a:t> </a:t>
            </a:r>
            <a:r>
              <a:rPr sz="2400" spc="270" dirty="0">
                <a:cs typeface="Tahoma"/>
              </a:rPr>
              <a:t>and</a:t>
            </a:r>
            <a:r>
              <a:rPr sz="2400" spc="-90" dirty="0">
                <a:cs typeface="Tahoma"/>
              </a:rPr>
              <a:t> </a:t>
            </a:r>
            <a:r>
              <a:rPr sz="2400" spc="130" dirty="0">
                <a:cs typeface="Tahoma"/>
              </a:rPr>
              <a:t>BORROW</a:t>
            </a:r>
            <a:r>
              <a:rPr sz="2400" spc="-90" dirty="0">
                <a:cs typeface="Tahoma"/>
              </a:rPr>
              <a:t> </a:t>
            </a:r>
            <a:r>
              <a:rPr sz="2400" spc="185" dirty="0">
                <a:cs typeface="Tahoma"/>
              </a:rPr>
              <a:t>table</a:t>
            </a:r>
            <a:endParaRPr sz="2400" dirty="0"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50" dirty="0"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185" dirty="0">
                <a:cs typeface="Tahoma"/>
              </a:rPr>
              <a:t>Input:</a:t>
            </a:r>
            <a:endParaRPr sz="2400" dirty="0"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spc="340" dirty="0">
                <a:cs typeface="Tahoma"/>
              </a:rPr>
              <a:t>∏</a:t>
            </a:r>
            <a:r>
              <a:rPr sz="2400" spc="-80" dirty="0">
                <a:cs typeface="Tahoma"/>
              </a:rPr>
              <a:t> </a:t>
            </a:r>
            <a:r>
              <a:rPr sz="2400" spc="95" dirty="0">
                <a:cs typeface="Tahoma"/>
              </a:rPr>
              <a:t>CUSTOMER_NAME</a:t>
            </a:r>
            <a:r>
              <a:rPr sz="2400" spc="-85" dirty="0">
                <a:cs typeface="Tahoma"/>
              </a:rPr>
              <a:t> </a:t>
            </a:r>
            <a:r>
              <a:rPr sz="2400" spc="80" dirty="0">
                <a:cs typeface="Tahoma"/>
              </a:rPr>
              <a:t>(BORROW)</a:t>
            </a:r>
            <a:r>
              <a:rPr sz="2400" spc="-110" dirty="0">
                <a:cs typeface="Tahoma"/>
              </a:rPr>
              <a:t> </a:t>
            </a:r>
            <a:r>
              <a:rPr sz="2400" spc="-315" dirty="0">
                <a:cs typeface="Tahoma"/>
              </a:rPr>
              <a:t>∩</a:t>
            </a:r>
            <a:r>
              <a:rPr sz="2400" spc="-80" dirty="0">
                <a:cs typeface="Tahoma"/>
              </a:rPr>
              <a:t> </a:t>
            </a:r>
            <a:r>
              <a:rPr sz="2400" spc="340" dirty="0">
                <a:cs typeface="Tahoma"/>
              </a:rPr>
              <a:t>∏</a:t>
            </a:r>
            <a:r>
              <a:rPr sz="2400" spc="-75" dirty="0">
                <a:cs typeface="Tahoma"/>
              </a:rPr>
              <a:t> </a:t>
            </a:r>
            <a:r>
              <a:rPr sz="2400" spc="95" dirty="0">
                <a:cs typeface="Tahoma"/>
              </a:rPr>
              <a:t>CUSTOMER_NAME</a:t>
            </a:r>
            <a:r>
              <a:rPr sz="2400" spc="-85" dirty="0">
                <a:cs typeface="Tahoma"/>
              </a:rPr>
              <a:t> </a:t>
            </a:r>
            <a:r>
              <a:rPr sz="2400" spc="-10" dirty="0">
                <a:cs typeface="Tahoma"/>
              </a:rPr>
              <a:t>(DEPOSITOR)</a:t>
            </a:r>
            <a:endParaRPr sz="2400" dirty="0"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50" dirty="0"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105" dirty="0">
                <a:cs typeface="Tahoma"/>
              </a:rPr>
              <a:t>Output:</a:t>
            </a:r>
            <a:endParaRPr sz="2400" dirty="0"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083" y="833728"/>
            <a:ext cx="10058400" cy="987578"/>
          </a:xfrm>
          <a:prstGeom prst="rect">
            <a:avLst/>
          </a:prstGeom>
        </p:spPr>
        <p:txBody>
          <a:bodyPr vert="horz" wrap="square" lIns="0" tIns="66040" rIns="0" bIns="0" rtlCol="0" anchor="b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20"/>
              </a:spcBef>
            </a:pPr>
            <a:r>
              <a:rPr sz="3600" b="1" dirty="0">
                <a:solidFill>
                  <a:schemeClr val="tx1"/>
                </a:solidFill>
              </a:rPr>
              <a:t>Relational Algebra Operations from Set  Theory: SET DIFFERENCE 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800" y="1922994"/>
            <a:ext cx="10058400" cy="330154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41300" marR="644525" indent="-228600">
              <a:lnSpc>
                <a:spcPts val="3060"/>
              </a:lnSpc>
              <a:spcBef>
                <a:spcPts val="44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SET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DIFFERENCE</a:t>
            </a:r>
            <a:r>
              <a:rPr sz="2800" b="1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(also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called MINUS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EXCEPT)</a:t>
            </a:r>
            <a:r>
              <a:rPr sz="2800" spc="-5" dirty="0">
                <a:latin typeface="Calibri"/>
                <a:cs typeface="Calibri"/>
              </a:rPr>
              <a:t> is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denoted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50"/>
              </a:lnSpc>
              <a:spcBef>
                <a:spcPts val="9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R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relation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includes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all tuples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</a:t>
            </a:r>
            <a:endParaRPr sz="2800" dirty="0">
              <a:latin typeface="Calibri"/>
              <a:cs typeface="Calibri"/>
            </a:endParaRPr>
          </a:p>
          <a:p>
            <a:pPr marL="698500" marR="534670" lvl="1" indent="-228600">
              <a:lnSpc>
                <a:spcPts val="3270"/>
              </a:lnSpc>
              <a:spcBef>
                <a:spcPts val="43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attribute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names</a:t>
            </a:r>
            <a:r>
              <a:rPr sz="3000" dirty="0">
                <a:latin typeface="Calibri"/>
                <a:cs typeface="Calibri"/>
              </a:rPr>
              <a:t> in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result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will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be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6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same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attribute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names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</a:t>
            </a:r>
          </a:p>
          <a:p>
            <a:pPr marL="241300" marR="683895" indent="-228600">
              <a:lnSpc>
                <a:spcPts val="3460"/>
              </a:lnSpc>
              <a:spcBef>
                <a:spcPts val="95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two-operand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relations </a:t>
            </a:r>
            <a:r>
              <a:rPr sz="3200" dirty="0">
                <a:latin typeface="Calibri"/>
                <a:cs typeface="Calibri"/>
              </a:rPr>
              <a:t>R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must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“type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compatible”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5902" y="931866"/>
            <a:ext cx="1039876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70" dirty="0">
                <a:solidFill>
                  <a:schemeClr val="tx1"/>
                </a:solidFill>
              </a:rPr>
              <a:t>Difference(Minus)</a:t>
            </a:r>
            <a:r>
              <a:rPr b="1" spc="-175" dirty="0">
                <a:solidFill>
                  <a:schemeClr val="tx1"/>
                </a:solidFill>
              </a:rPr>
              <a:t> </a:t>
            </a:r>
            <a:r>
              <a:rPr b="1" spc="295" dirty="0">
                <a:solidFill>
                  <a:schemeClr val="tx1"/>
                </a:solidFill>
              </a:rPr>
              <a:t>Operation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292041"/>
              </p:ext>
            </p:extLst>
          </p:nvPr>
        </p:nvGraphicFramePr>
        <p:xfrm>
          <a:off x="2095931" y="3429000"/>
          <a:ext cx="6666230" cy="2057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6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7202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CUSTOMER_NAME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L w="9525">
                      <a:solidFill>
                        <a:srgbClr val="1F7E6D"/>
                      </a:solidFill>
                      <a:prstDash val="solid"/>
                    </a:lnL>
                    <a:lnR w="9525">
                      <a:solidFill>
                        <a:srgbClr val="1F7E6D"/>
                      </a:solidFill>
                      <a:prstDash val="solid"/>
                    </a:lnR>
                    <a:lnT w="9525">
                      <a:solidFill>
                        <a:srgbClr val="1F7E6D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477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Jackson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52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6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Hayes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5715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6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Willians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5715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6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Curry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5715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32565" y="1906730"/>
            <a:ext cx="10398760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0" dirty="0">
                <a:cs typeface="Tahoma"/>
              </a:rPr>
              <a:t>Example:</a:t>
            </a:r>
            <a:r>
              <a:rPr sz="2000" b="1" spc="-40" dirty="0">
                <a:cs typeface="Tahoma"/>
              </a:rPr>
              <a:t> </a:t>
            </a:r>
            <a:r>
              <a:rPr sz="2000" spc="35" dirty="0">
                <a:cs typeface="Tahoma"/>
              </a:rPr>
              <a:t>Using</a:t>
            </a:r>
            <a:r>
              <a:rPr sz="2000" spc="-85" dirty="0">
                <a:cs typeface="Tahoma"/>
              </a:rPr>
              <a:t> </a:t>
            </a:r>
            <a:r>
              <a:rPr sz="2000" spc="140" dirty="0">
                <a:cs typeface="Tahoma"/>
              </a:rPr>
              <a:t>the</a:t>
            </a:r>
            <a:r>
              <a:rPr sz="2000" spc="-85" dirty="0">
                <a:cs typeface="Tahoma"/>
              </a:rPr>
              <a:t> </a:t>
            </a:r>
            <a:r>
              <a:rPr sz="2000" spc="275" dirty="0">
                <a:cs typeface="Tahoma"/>
              </a:rPr>
              <a:t>above</a:t>
            </a:r>
            <a:r>
              <a:rPr sz="2000" spc="-85" dirty="0">
                <a:cs typeface="Tahoma"/>
              </a:rPr>
              <a:t> </a:t>
            </a:r>
            <a:r>
              <a:rPr sz="2000" dirty="0">
                <a:cs typeface="Tahoma"/>
              </a:rPr>
              <a:t>DEPOSITOR</a:t>
            </a:r>
            <a:r>
              <a:rPr sz="2000" spc="-75" dirty="0">
                <a:cs typeface="Tahoma"/>
              </a:rPr>
              <a:t> </a:t>
            </a:r>
            <a:r>
              <a:rPr sz="2000" spc="185" dirty="0">
                <a:cs typeface="Tahoma"/>
              </a:rPr>
              <a:t>table</a:t>
            </a:r>
            <a:r>
              <a:rPr sz="2000" spc="-85" dirty="0">
                <a:cs typeface="Tahoma"/>
              </a:rPr>
              <a:t> </a:t>
            </a:r>
            <a:r>
              <a:rPr sz="2000" spc="270" dirty="0">
                <a:cs typeface="Tahoma"/>
              </a:rPr>
              <a:t>and</a:t>
            </a:r>
            <a:r>
              <a:rPr sz="2000" spc="-90" dirty="0">
                <a:cs typeface="Tahoma"/>
              </a:rPr>
              <a:t> </a:t>
            </a:r>
            <a:r>
              <a:rPr sz="2000" spc="130" dirty="0">
                <a:cs typeface="Tahoma"/>
              </a:rPr>
              <a:t>BORROW</a:t>
            </a:r>
            <a:r>
              <a:rPr sz="2000" spc="-70" dirty="0">
                <a:cs typeface="Tahoma"/>
              </a:rPr>
              <a:t> </a:t>
            </a:r>
            <a:r>
              <a:rPr sz="2000" spc="185" dirty="0">
                <a:cs typeface="Tahoma"/>
              </a:rPr>
              <a:t>table</a:t>
            </a:r>
            <a:endParaRPr sz="2000" dirty="0"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b="1" spc="-185" dirty="0">
                <a:cs typeface="Tahoma"/>
              </a:rPr>
              <a:t>Input:</a:t>
            </a:r>
            <a:endParaRPr sz="2000" dirty="0"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spc="340" dirty="0">
                <a:cs typeface="Tahoma"/>
              </a:rPr>
              <a:t>∏</a:t>
            </a:r>
            <a:r>
              <a:rPr sz="2000" spc="-90" dirty="0">
                <a:cs typeface="Tahoma"/>
              </a:rPr>
              <a:t> </a:t>
            </a:r>
            <a:r>
              <a:rPr sz="2000" spc="95" dirty="0">
                <a:cs typeface="Tahoma"/>
              </a:rPr>
              <a:t>CUSTOMER_NAME</a:t>
            </a:r>
            <a:r>
              <a:rPr sz="2000" spc="-55" dirty="0">
                <a:cs typeface="Tahoma"/>
              </a:rPr>
              <a:t> </a:t>
            </a:r>
            <a:r>
              <a:rPr sz="2000" spc="85" dirty="0">
                <a:cs typeface="Tahoma"/>
              </a:rPr>
              <a:t>(BORROW)</a:t>
            </a:r>
            <a:r>
              <a:rPr sz="2000" spc="-40" dirty="0">
                <a:cs typeface="Tahoma"/>
              </a:rPr>
              <a:t> </a:t>
            </a:r>
            <a:r>
              <a:rPr sz="2000" spc="-75" dirty="0">
                <a:cs typeface="Tahoma"/>
              </a:rPr>
              <a:t>-</a:t>
            </a:r>
            <a:r>
              <a:rPr sz="2000" spc="-80" dirty="0">
                <a:cs typeface="Tahoma"/>
              </a:rPr>
              <a:t> </a:t>
            </a:r>
            <a:r>
              <a:rPr sz="2000" spc="340" dirty="0">
                <a:cs typeface="Tahoma"/>
              </a:rPr>
              <a:t>∏</a:t>
            </a:r>
            <a:r>
              <a:rPr sz="2000" spc="-85" dirty="0">
                <a:cs typeface="Tahoma"/>
              </a:rPr>
              <a:t> </a:t>
            </a:r>
            <a:r>
              <a:rPr sz="2000" spc="95" dirty="0">
                <a:cs typeface="Tahoma"/>
              </a:rPr>
              <a:t>CUSTOMER_NAME</a:t>
            </a:r>
            <a:r>
              <a:rPr sz="2000" spc="-60" dirty="0">
                <a:cs typeface="Tahoma"/>
              </a:rPr>
              <a:t> </a:t>
            </a:r>
            <a:r>
              <a:rPr sz="2000" spc="-5" dirty="0">
                <a:cs typeface="Tahoma"/>
              </a:rPr>
              <a:t>(DEPOSITOR)</a:t>
            </a:r>
            <a:endParaRPr sz="2000" dirty="0"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 dirty="0"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b="1" spc="-105" dirty="0">
                <a:cs typeface="Tahoma"/>
              </a:rPr>
              <a:t>Output:</a:t>
            </a:r>
            <a:endParaRPr sz="2000" dirty="0"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9453" y="247341"/>
            <a:ext cx="10795811" cy="1177245"/>
          </a:xfrm>
          <a:prstGeom prst="rect">
            <a:avLst/>
          </a:prstGeom>
        </p:spPr>
        <p:txBody>
          <a:bodyPr vert="horz" wrap="square" lIns="0" tIns="68580" rIns="0" bIns="0" rtlCol="0" anchor="b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40"/>
              </a:spcBef>
            </a:pPr>
            <a:r>
              <a:rPr sz="4000" b="1" dirty="0">
                <a:solidFill>
                  <a:schemeClr val="tx1"/>
                </a:solidFill>
              </a:rPr>
              <a:t>Example to illustrate the result  of UNION, INTERSECT, and  DIFFERENCE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431" y="1424586"/>
            <a:ext cx="10069831" cy="47962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8172" y="729250"/>
            <a:ext cx="10347278" cy="974049"/>
          </a:xfrm>
          <a:prstGeom prst="rect">
            <a:avLst/>
          </a:prstGeom>
        </p:spPr>
        <p:txBody>
          <a:bodyPr vert="horz" wrap="square" lIns="0" tIns="66040" rIns="0" bIns="0" rtlCol="0" anchor="b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20"/>
              </a:spcBef>
            </a:pPr>
            <a:r>
              <a:rPr sz="3600" b="1" dirty="0">
                <a:solidFill>
                  <a:schemeClr val="tx1"/>
                </a:solidFill>
              </a:rPr>
              <a:t>Relational Algebra Operations from Set  Theory: CARTESIAN PRODUCT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1003" y="1801854"/>
            <a:ext cx="9935570" cy="3422732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5400">
              <a:spcBef>
                <a:spcPts val="350"/>
              </a:spcBef>
              <a:tabLst>
                <a:tab pos="254000" algn="l"/>
              </a:tabLst>
            </a:pPr>
            <a:r>
              <a:rPr sz="2000" b="1" spc="-10" dirty="0">
                <a:solidFill>
                  <a:schemeClr val="accent2"/>
                </a:solidFill>
                <a:latin typeface="Calibri"/>
                <a:cs typeface="Calibri"/>
              </a:rPr>
              <a:t>CARTESIAN</a:t>
            </a:r>
            <a:r>
              <a:rPr sz="2000" b="1" spc="-45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chemeClr val="accent2"/>
                </a:solidFill>
                <a:latin typeface="Calibri"/>
                <a:cs typeface="Calibri"/>
              </a:rPr>
              <a:t>(or</a:t>
            </a:r>
            <a:r>
              <a:rPr sz="2000" b="1" spc="-15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chemeClr val="accent2"/>
                </a:solidFill>
                <a:latin typeface="Calibri"/>
                <a:cs typeface="Calibri"/>
              </a:rPr>
              <a:t>CROSS)</a:t>
            </a:r>
            <a:r>
              <a:rPr sz="2000" b="1" spc="-45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chemeClr val="accent2"/>
                </a:solidFill>
                <a:latin typeface="Calibri"/>
                <a:cs typeface="Calibri"/>
              </a:rPr>
              <a:t>PRODUCT</a:t>
            </a:r>
            <a:r>
              <a:rPr sz="2000" b="1" spc="-20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chemeClr val="accent2"/>
                </a:solidFill>
                <a:latin typeface="Calibri"/>
                <a:cs typeface="Calibri"/>
              </a:rPr>
              <a:t>Operation</a:t>
            </a:r>
            <a:endParaRPr sz="2000" b="1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711200" lvl="1" indent="-228600">
              <a:lnSpc>
                <a:spcPts val="2520"/>
              </a:lnSpc>
              <a:spcBef>
                <a:spcPts val="220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000" spc="-10" dirty="0">
                <a:latin typeface="Calibri"/>
                <a:cs typeface="Calibri"/>
              </a:rPr>
              <a:t>This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operation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combine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tuples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from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two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 </a:t>
            </a:r>
            <a:r>
              <a:rPr sz="2000" spc="-15" dirty="0">
                <a:latin typeface="Calibri"/>
                <a:cs typeface="Calibri"/>
              </a:rPr>
              <a:t>combinatorial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fashion.</a:t>
            </a:r>
            <a:endParaRPr sz="2000" dirty="0">
              <a:latin typeface="Calibri"/>
              <a:cs typeface="Calibri"/>
            </a:endParaRPr>
          </a:p>
          <a:p>
            <a:pPr marL="711200" lvl="1" indent="-228600">
              <a:spcBef>
                <a:spcPts val="245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000" spc="-10" dirty="0">
                <a:latin typeface="Calibri"/>
                <a:cs typeface="Calibri"/>
              </a:rPr>
              <a:t>Denoted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R(A1,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A2,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. . ., An) x S(B1,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B2,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.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. .,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Bm)</a:t>
            </a:r>
            <a:endParaRPr sz="2000" dirty="0">
              <a:latin typeface="Calibri"/>
              <a:cs typeface="Calibri"/>
            </a:endParaRPr>
          </a:p>
          <a:p>
            <a:pPr marL="711200" lvl="1" indent="-228600">
              <a:spcBef>
                <a:spcPts val="225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000" spc="-10" dirty="0">
                <a:latin typeface="Calibri"/>
                <a:cs typeface="Calibri"/>
              </a:rPr>
              <a:t>Result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</a:t>
            </a:r>
            <a:r>
              <a:rPr sz="2000" spc="-5" dirty="0">
                <a:latin typeface="Calibri"/>
                <a:cs typeface="Calibri"/>
              </a:rPr>
              <a:t> Q with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degree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+ m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attributes:</a:t>
            </a:r>
            <a:endParaRPr sz="2000" dirty="0">
              <a:latin typeface="Calibri"/>
              <a:cs typeface="Calibri"/>
            </a:endParaRPr>
          </a:p>
          <a:p>
            <a:pPr marL="1167765" lvl="2" indent="-229235">
              <a:spcBef>
                <a:spcPts val="275"/>
              </a:spcBef>
              <a:buFont typeface="Microsoft Sans Serif"/>
              <a:buChar char="•"/>
              <a:tabLst>
                <a:tab pos="1167765" algn="l"/>
                <a:tab pos="1168400" algn="l"/>
              </a:tabLst>
            </a:pPr>
            <a:r>
              <a:rPr dirty="0">
                <a:latin typeface="Calibri"/>
                <a:cs typeface="Calibri"/>
              </a:rPr>
              <a:t>Q(A1,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A2,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.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.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.,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An,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B1,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B2,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.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.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.,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Bm),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that</a:t>
            </a:r>
            <a:r>
              <a:rPr dirty="0">
                <a:latin typeface="Calibri"/>
                <a:cs typeface="Calibri"/>
              </a:rPr>
              <a:t> </a:t>
            </a:r>
            <a:r>
              <a:rPr spc="-40" dirty="0">
                <a:latin typeface="Calibri"/>
                <a:cs typeface="Calibri"/>
              </a:rPr>
              <a:t>order.</a:t>
            </a:r>
            <a:endParaRPr dirty="0">
              <a:latin typeface="Calibri"/>
              <a:cs typeface="Calibri"/>
            </a:endParaRPr>
          </a:p>
          <a:p>
            <a:pPr marL="711200" marR="948690" lvl="1" indent="-228600">
              <a:lnSpc>
                <a:spcPts val="2400"/>
              </a:lnSpc>
              <a:spcBef>
                <a:spcPts val="490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000" spc="-1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resulting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state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has one tuple </a:t>
            </a:r>
            <a:r>
              <a:rPr sz="2000" spc="-20" dirty="0">
                <a:latin typeface="Calibri"/>
                <a:cs typeface="Calibri"/>
              </a:rPr>
              <a:t>for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each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combination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tuples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one </a:t>
            </a:r>
            <a:r>
              <a:rPr sz="2000" spc="-15" dirty="0">
                <a:latin typeface="Calibri"/>
                <a:cs typeface="Calibri"/>
              </a:rPr>
              <a:t>from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from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S.</a:t>
            </a:r>
            <a:endParaRPr sz="2000" dirty="0">
              <a:latin typeface="Calibri"/>
              <a:cs typeface="Calibri"/>
            </a:endParaRPr>
          </a:p>
          <a:p>
            <a:pPr marL="711200" lvl="1" indent="-228600">
              <a:lnSpc>
                <a:spcPts val="2515"/>
              </a:lnSpc>
              <a:spcBef>
                <a:spcPts val="175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000" spc="-10" dirty="0">
                <a:latin typeface="Calibri"/>
                <a:cs typeface="Calibri"/>
              </a:rPr>
              <a:t>Hence,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if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has 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baseline="-21072" dirty="0">
                <a:latin typeface="Calibri"/>
                <a:cs typeface="Calibri"/>
              </a:rPr>
              <a:t>R</a:t>
            </a:r>
            <a:r>
              <a:rPr sz="2000" spc="277" baseline="-21072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tuples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(denoted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|R|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=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baseline="-21072" dirty="0">
                <a:latin typeface="Calibri"/>
                <a:cs typeface="Calibri"/>
              </a:rPr>
              <a:t>R</a:t>
            </a:r>
            <a:r>
              <a:rPr sz="2000" spc="262" baseline="-21072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),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 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 err="1">
                <a:latin typeface="Calibri"/>
                <a:cs typeface="Calibri"/>
              </a:rPr>
              <a:t>n</a:t>
            </a:r>
            <a:r>
              <a:rPr sz="2000" spc="-7" baseline="-21072" dirty="0" err="1">
                <a:latin typeface="Calibri"/>
                <a:cs typeface="Calibri"/>
              </a:rPr>
              <a:t>S</a:t>
            </a:r>
            <a:r>
              <a:rPr lang="en-US" sz="2000" baseline="-21072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tuples,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x 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will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have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baseline="-21072" dirty="0">
                <a:latin typeface="Calibri"/>
                <a:cs typeface="Calibri"/>
              </a:rPr>
              <a:t>R</a:t>
            </a:r>
            <a:r>
              <a:rPr sz="2000" spc="247" baseline="-21072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*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baseline="-21072" dirty="0">
                <a:latin typeface="Calibri"/>
                <a:cs typeface="Calibri"/>
              </a:rPr>
              <a:t>S</a:t>
            </a:r>
            <a:r>
              <a:rPr sz="2000" spc="254" baseline="-21072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tuples.</a:t>
            </a:r>
            <a:endParaRPr sz="2000" dirty="0">
              <a:latin typeface="Calibri"/>
              <a:cs typeface="Calibri"/>
            </a:endParaRPr>
          </a:p>
          <a:p>
            <a:pPr marL="711200" lvl="1" indent="-228600">
              <a:spcBef>
                <a:spcPts val="244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000" spc="-1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two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operands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NOT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have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"type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compatible”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5DB469D-650B-6C8F-8201-0FDF82854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55591"/>
              </p:ext>
            </p:extLst>
          </p:nvPr>
        </p:nvGraphicFramePr>
        <p:xfrm>
          <a:off x="1100015" y="1124111"/>
          <a:ext cx="1889370" cy="15311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944685">
                  <a:extLst>
                    <a:ext uri="{9D8B030D-6E8A-4147-A177-3AD203B41FA5}">
                      <a16:colId xmlns:a16="http://schemas.microsoft.com/office/drawing/2014/main" val="4241734830"/>
                    </a:ext>
                  </a:extLst>
                </a:gridCol>
                <a:gridCol w="944685">
                  <a:extLst>
                    <a:ext uri="{9D8B030D-6E8A-4147-A177-3AD203B41FA5}">
                      <a16:colId xmlns:a16="http://schemas.microsoft.com/office/drawing/2014/main" val="155281224"/>
                    </a:ext>
                  </a:extLst>
                </a:gridCol>
              </a:tblGrid>
              <a:tr h="510388">
                <a:tc>
                  <a:txBody>
                    <a:bodyPr/>
                    <a:lstStyle/>
                    <a:p>
                      <a:r>
                        <a:rPr lang="en-US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482299"/>
                  </a:ext>
                </a:extLst>
              </a:tr>
              <a:tr h="51038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006112"/>
                  </a:ext>
                </a:extLst>
              </a:tr>
              <a:tr h="51038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15324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C92262D-031E-CEF2-D4FE-A26B9E04F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773706"/>
              </p:ext>
            </p:extLst>
          </p:nvPr>
        </p:nvGraphicFramePr>
        <p:xfrm>
          <a:off x="3863730" y="1124111"/>
          <a:ext cx="1889370" cy="15311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944685">
                  <a:extLst>
                    <a:ext uri="{9D8B030D-6E8A-4147-A177-3AD203B41FA5}">
                      <a16:colId xmlns:a16="http://schemas.microsoft.com/office/drawing/2014/main" val="4241734830"/>
                    </a:ext>
                  </a:extLst>
                </a:gridCol>
                <a:gridCol w="944685">
                  <a:extLst>
                    <a:ext uri="{9D8B030D-6E8A-4147-A177-3AD203B41FA5}">
                      <a16:colId xmlns:a16="http://schemas.microsoft.com/office/drawing/2014/main" val="155281224"/>
                    </a:ext>
                  </a:extLst>
                </a:gridCol>
              </a:tblGrid>
              <a:tr h="510388">
                <a:tc>
                  <a:txBody>
                    <a:bodyPr/>
                    <a:lstStyle/>
                    <a:p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482299"/>
                  </a:ext>
                </a:extLst>
              </a:tr>
              <a:tr h="510388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006112"/>
                  </a:ext>
                </a:extLst>
              </a:tr>
              <a:tr h="510388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15324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E8ED381-9046-D75F-7F80-F5F63B703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922366"/>
              </p:ext>
            </p:extLst>
          </p:nvPr>
        </p:nvGraphicFramePr>
        <p:xfrm>
          <a:off x="744415" y="3275626"/>
          <a:ext cx="8128000" cy="19054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7996478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90507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2711958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84998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427665"/>
                  </a:ext>
                </a:extLst>
              </a:tr>
              <a:tr h="4221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86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199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689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280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5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5381" y="820881"/>
            <a:ext cx="10058400" cy="974049"/>
          </a:xfrm>
          <a:prstGeom prst="rect">
            <a:avLst/>
          </a:prstGeom>
        </p:spPr>
        <p:txBody>
          <a:bodyPr vert="horz" wrap="square" lIns="0" tIns="66040" rIns="0" bIns="0" rtlCol="0" anchor="b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20"/>
              </a:spcBef>
            </a:pPr>
            <a:r>
              <a:rPr sz="3600" b="1" spc="-10" dirty="0"/>
              <a:t>Relational</a:t>
            </a:r>
            <a:r>
              <a:rPr sz="3600" b="1" dirty="0"/>
              <a:t> </a:t>
            </a:r>
            <a:r>
              <a:rPr sz="3600" b="1" spc="-15" dirty="0"/>
              <a:t>Algebra</a:t>
            </a:r>
            <a:r>
              <a:rPr sz="3600" b="1" spc="-10" dirty="0"/>
              <a:t> </a:t>
            </a:r>
            <a:r>
              <a:rPr sz="3600" b="1" spc="-15" dirty="0"/>
              <a:t>Operations from </a:t>
            </a:r>
            <a:r>
              <a:rPr sz="3600" b="1" spc="-5" dirty="0"/>
              <a:t>Set </a:t>
            </a:r>
            <a:r>
              <a:rPr sz="3600" b="1" spc="-710" dirty="0"/>
              <a:t> </a:t>
            </a:r>
            <a:r>
              <a:rPr sz="3600" b="1" spc="-5" dirty="0"/>
              <a:t>Theory:</a:t>
            </a:r>
            <a:r>
              <a:rPr sz="3600" b="1" dirty="0"/>
              <a:t> </a:t>
            </a:r>
            <a:r>
              <a:rPr sz="3600" b="1" spc="-15" dirty="0"/>
              <a:t>CARTESIAN</a:t>
            </a:r>
            <a:r>
              <a:rPr sz="3600" b="1" spc="20" dirty="0"/>
              <a:t> </a:t>
            </a:r>
            <a:r>
              <a:rPr sz="3600" b="1" spc="-10" dirty="0"/>
              <a:t>PRODUCT</a:t>
            </a:r>
            <a:r>
              <a:rPr sz="3600" b="1" spc="15" dirty="0"/>
              <a:t> </a:t>
            </a:r>
            <a:r>
              <a:rPr sz="3600" b="1"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5792" y="1925674"/>
            <a:ext cx="10717823" cy="3137397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54000" marR="17780" indent="-228600">
              <a:lnSpc>
                <a:spcPts val="3060"/>
              </a:lnSpc>
              <a:spcBef>
                <a:spcPts val="445"/>
              </a:spcBef>
              <a:buFont typeface="Microsoft Sans Serif"/>
              <a:buChar char="•"/>
              <a:tabLst>
                <a:tab pos="254000" algn="l"/>
              </a:tabLst>
            </a:pPr>
            <a:r>
              <a:rPr sz="2400" spc="-35" dirty="0">
                <a:cs typeface="Calibri"/>
              </a:rPr>
              <a:t>Generally,</a:t>
            </a:r>
            <a:r>
              <a:rPr sz="2400" spc="15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CROSS</a:t>
            </a:r>
            <a:r>
              <a:rPr sz="2400" spc="1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PRODUCT</a:t>
            </a:r>
            <a:r>
              <a:rPr sz="2400" spc="2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is</a:t>
            </a:r>
            <a:r>
              <a:rPr sz="2400" spc="1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not</a:t>
            </a:r>
            <a:r>
              <a:rPr sz="2400" spc="2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a</a:t>
            </a:r>
            <a:r>
              <a:rPr sz="2400" spc="1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meaningful </a:t>
            </a:r>
            <a:r>
              <a:rPr sz="2400" spc="-620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operation</a:t>
            </a:r>
            <a:endParaRPr sz="2400" dirty="0">
              <a:cs typeface="Calibri"/>
            </a:endParaRPr>
          </a:p>
          <a:p>
            <a:pPr marL="711200" marR="344805" lvl="1" indent="-228600">
              <a:lnSpc>
                <a:spcPts val="2620"/>
              </a:lnSpc>
              <a:spcBef>
                <a:spcPts val="465"/>
              </a:spcBef>
              <a:buFont typeface="Microsoft Sans Serif"/>
              <a:buChar char="•"/>
              <a:tabLst>
                <a:tab pos="711200" algn="l"/>
              </a:tabLst>
            </a:pPr>
            <a:r>
              <a:rPr sz="2000" spc="-5" dirty="0">
                <a:cs typeface="Calibri"/>
              </a:rPr>
              <a:t>Can </a:t>
            </a:r>
            <a:r>
              <a:rPr sz="2000" spc="-10" dirty="0">
                <a:cs typeface="Calibri"/>
              </a:rPr>
              <a:t>become </a:t>
            </a:r>
            <a:r>
              <a:rPr sz="2000" spc="-5" dirty="0">
                <a:cs typeface="Calibri"/>
              </a:rPr>
              <a:t>meaningful </a:t>
            </a:r>
            <a:r>
              <a:rPr sz="2000" dirty="0">
                <a:cs typeface="Calibri"/>
              </a:rPr>
              <a:t>when </a:t>
            </a:r>
            <a:r>
              <a:rPr sz="2000" spc="-15" dirty="0">
                <a:cs typeface="Calibri"/>
              </a:rPr>
              <a:t>followed </a:t>
            </a:r>
            <a:r>
              <a:rPr sz="2000" spc="-10" dirty="0">
                <a:cs typeface="Calibri"/>
              </a:rPr>
              <a:t>by </a:t>
            </a:r>
            <a:r>
              <a:rPr sz="2000" spc="-5" dirty="0">
                <a:cs typeface="Calibri"/>
              </a:rPr>
              <a:t>other </a:t>
            </a:r>
            <a:r>
              <a:rPr sz="2000" spc="-53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operations</a:t>
            </a:r>
            <a:endParaRPr sz="2000" dirty="0">
              <a:cs typeface="Calibri"/>
            </a:endParaRPr>
          </a:p>
          <a:p>
            <a:pPr marL="254000" indent="-228600">
              <a:spcBef>
                <a:spcPts val="595"/>
              </a:spcBef>
              <a:buFont typeface="Microsoft Sans Serif"/>
              <a:buChar char="•"/>
              <a:tabLst>
                <a:tab pos="254000" algn="l"/>
              </a:tabLst>
            </a:pPr>
            <a:r>
              <a:rPr sz="2400" spc="-15" dirty="0">
                <a:cs typeface="Calibri"/>
              </a:rPr>
              <a:t>Example</a:t>
            </a:r>
            <a:r>
              <a:rPr sz="2400" spc="-2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(not</a:t>
            </a:r>
            <a:r>
              <a:rPr sz="2400" spc="-1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meaningful):</a:t>
            </a:r>
            <a:endParaRPr sz="2400" dirty="0">
              <a:cs typeface="Calibri"/>
            </a:endParaRPr>
          </a:p>
          <a:p>
            <a:pPr marL="711200" lvl="1" indent="-228600">
              <a:spcBef>
                <a:spcPts val="265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000" spc="-10" dirty="0">
                <a:cs typeface="Calibri"/>
              </a:rPr>
              <a:t>FE</a:t>
            </a:r>
            <a:r>
              <a:rPr sz="2000" spc="-15" dirty="0">
                <a:cs typeface="Calibri"/>
              </a:rPr>
              <a:t>M</a:t>
            </a:r>
            <a:r>
              <a:rPr sz="2000" spc="-5" dirty="0">
                <a:cs typeface="Calibri"/>
              </a:rPr>
              <a:t>ALE_</a:t>
            </a:r>
            <a:r>
              <a:rPr sz="2000" spc="-15" dirty="0">
                <a:cs typeface="Calibri"/>
              </a:rPr>
              <a:t>E</a:t>
            </a:r>
            <a:r>
              <a:rPr sz="2000" spc="-5" dirty="0">
                <a:cs typeface="Calibri"/>
              </a:rPr>
              <a:t>MPS</a:t>
            </a:r>
            <a:r>
              <a:rPr sz="2000" spc="4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←</a:t>
            </a:r>
            <a:r>
              <a:rPr sz="2000" spc="5" dirty="0">
                <a:cs typeface="Calibri"/>
              </a:rPr>
              <a:t> </a:t>
            </a:r>
            <a:r>
              <a:rPr sz="2000" b="1" spc="-70" dirty="0">
                <a:cs typeface="Arial"/>
              </a:rPr>
              <a:t>σ</a:t>
            </a:r>
            <a:r>
              <a:rPr sz="2000" b="1" spc="-120" dirty="0">
                <a:cs typeface="Arial"/>
              </a:rPr>
              <a:t> </a:t>
            </a:r>
            <a:r>
              <a:rPr sz="2000" baseline="-21072" dirty="0">
                <a:cs typeface="Calibri"/>
              </a:rPr>
              <a:t>S</a:t>
            </a:r>
            <a:r>
              <a:rPr sz="2000" spc="7" baseline="-21072" dirty="0">
                <a:cs typeface="Calibri"/>
              </a:rPr>
              <a:t>E</a:t>
            </a:r>
            <a:r>
              <a:rPr sz="2000" baseline="-21072" dirty="0">
                <a:cs typeface="Calibri"/>
              </a:rPr>
              <a:t>X=</a:t>
            </a:r>
            <a:r>
              <a:rPr sz="2000" spc="-15" baseline="-21072" dirty="0">
                <a:cs typeface="Calibri"/>
              </a:rPr>
              <a:t>’</a:t>
            </a:r>
            <a:r>
              <a:rPr sz="2000" baseline="-21072" dirty="0">
                <a:cs typeface="Calibri"/>
              </a:rPr>
              <a:t>F’</a:t>
            </a:r>
            <a:r>
              <a:rPr sz="2000" spc="-10" dirty="0">
                <a:cs typeface="Calibri"/>
              </a:rPr>
              <a:t>(</a:t>
            </a:r>
            <a:r>
              <a:rPr sz="2000" spc="-15" dirty="0">
                <a:cs typeface="Calibri"/>
              </a:rPr>
              <a:t>E</a:t>
            </a:r>
            <a:r>
              <a:rPr sz="2000" spc="-5" dirty="0">
                <a:cs typeface="Calibri"/>
              </a:rPr>
              <a:t>MP</a:t>
            </a:r>
            <a:r>
              <a:rPr sz="2000" spc="-55" dirty="0">
                <a:cs typeface="Calibri"/>
              </a:rPr>
              <a:t>L</a:t>
            </a:r>
            <a:r>
              <a:rPr sz="2000" spc="-70" dirty="0">
                <a:cs typeface="Calibri"/>
              </a:rPr>
              <a:t>O</a:t>
            </a:r>
            <a:r>
              <a:rPr sz="2000" spc="-10" dirty="0">
                <a:cs typeface="Calibri"/>
              </a:rPr>
              <a:t>YE</a:t>
            </a:r>
            <a:r>
              <a:rPr sz="2000" spc="-15" dirty="0">
                <a:cs typeface="Calibri"/>
              </a:rPr>
              <a:t>E</a:t>
            </a:r>
            <a:r>
              <a:rPr sz="2000" spc="-5" dirty="0">
                <a:cs typeface="Calibri"/>
              </a:rPr>
              <a:t>)</a:t>
            </a:r>
            <a:endParaRPr sz="2000" dirty="0">
              <a:cs typeface="Calibri"/>
            </a:endParaRPr>
          </a:p>
          <a:p>
            <a:pPr marL="711200" lvl="1" indent="-228600">
              <a:spcBef>
                <a:spcPts val="240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000" spc="-10" dirty="0">
                <a:cs typeface="Calibri"/>
              </a:rPr>
              <a:t>E</a:t>
            </a:r>
            <a:r>
              <a:rPr sz="2000" spc="-15" dirty="0">
                <a:cs typeface="Calibri"/>
              </a:rPr>
              <a:t>M</a:t>
            </a:r>
            <a:r>
              <a:rPr sz="2000" spc="-5" dirty="0">
                <a:cs typeface="Calibri"/>
              </a:rPr>
              <a:t>PNAM</a:t>
            </a:r>
            <a:r>
              <a:rPr sz="2000" spc="-35" dirty="0">
                <a:cs typeface="Calibri"/>
              </a:rPr>
              <a:t>E</a:t>
            </a:r>
            <a:r>
              <a:rPr sz="2000" spc="-5" dirty="0">
                <a:cs typeface="Calibri"/>
              </a:rPr>
              <a:t>S</a:t>
            </a:r>
            <a:r>
              <a:rPr sz="2000" spc="3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←</a:t>
            </a:r>
            <a:r>
              <a:rPr sz="2000" dirty="0">
                <a:cs typeface="Calibri"/>
              </a:rPr>
              <a:t> </a:t>
            </a:r>
            <a:r>
              <a:rPr sz="2000" b="1" spc="-45" dirty="0">
                <a:cs typeface="Arial"/>
              </a:rPr>
              <a:t>π</a:t>
            </a:r>
            <a:r>
              <a:rPr sz="2000" b="1" spc="-120" dirty="0">
                <a:cs typeface="Arial"/>
              </a:rPr>
              <a:t> </a:t>
            </a:r>
            <a:r>
              <a:rPr sz="2000" baseline="-21072" dirty="0">
                <a:cs typeface="Calibri"/>
              </a:rPr>
              <a:t>FN</a:t>
            </a:r>
            <a:r>
              <a:rPr sz="2000" spc="15" baseline="-21072" dirty="0">
                <a:cs typeface="Calibri"/>
              </a:rPr>
              <a:t>A</a:t>
            </a:r>
            <a:r>
              <a:rPr sz="2000" spc="7" baseline="-21072" dirty="0">
                <a:cs typeface="Calibri"/>
              </a:rPr>
              <a:t>ME,</a:t>
            </a:r>
            <a:r>
              <a:rPr sz="2000" baseline="-21072" dirty="0">
                <a:cs typeface="Calibri"/>
              </a:rPr>
              <a:t> LN</a:t>
            </a:r>
            <a:r>
              <a:rPr sz="2000" spc="7" baseline="-21072" dirty="0">
                <a:cs typeface="Calibri"/>
              </a:rPr>
              <a:t>AME,</a:t>
            </a:r>
            <a:r>
              <a:rPr sz="2000" baseline="-21072" dirty="0">
                <a:cs typeface="Calibri"/>
              </a:rPr>
              <a:t> SS</a:t>
            </a:r>
            <a:r>
              <a:rPr sz="2000" spc="7" baseline="-21072" dirty="0">
                <a:cs typeface="Calibri"/>
              </a:rPr>
              <a:t>N</a:t>
            </a:r>
            <a:r>
              <a:rPr sz="2000" spc="52" baseline="-21072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(F</a:t>
            </a:r>
            <a:r>
              <a:rPr sz="2000" spc="-15" dirty="0">
                <a:cs typeface="Calibri"/>
              </a:rPr>
              <a:t>E</a:t>
            </a:r>
            <a:r>
              <a:rPr sz="2000" spc="-5" dirty="0">
                <a:cs typeface="Calibri"/>
              </a:rPr>
              <a:t>MAL</a:t>
            </a:r>
            <a:r>
              <a:rPr sz="2000" spc="-15" dirty="0">
                <a:cs typeface="Calibri"/>
              </a:rPr>
              <a:t>E</a:t>
            </a:r>
            <a:r>
              <a:rPr sz="2000" spc="-10" dirty="0">
                <a:cs typeface="Calibri"/>
              </a:rPr>
              <a:t>_E</a:t>
            </a:r>
            <a:r>
              <a:rPr sz="2000" spc="-20" dirty="0">
                <a:cs typeface="Calibri"/>
              </a:rPr>
              <a:t>M</a:t>
            </a:r>
            <a:r>
              <a:rPr sz="2000" spc="-5" dirty="0">
                <a:cs typeface="Calibri"/>
              </a:rPr>
              <a:t>PS)</a:t>
            </a:r>
            <a:endParaRPr sz="2000" dirty="0">
              <a:cs typeface="Calibri"/>
            </a:endParaRPr>
          </a:p>
          <a:p>
            <a:pPr marL="711200" lvl="1" indent="-228600">
              <a:spcBef>
                <a:spcPts val="229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000" spc="-10" dirty="0">
                <a:cs typeface="Calibri"/>
              </a:rPr>
              <a:t>EMP_DEPENDENTS</a:t>
            </a:r>
            <a:r>
              <a:rPr sz="2000" spc="4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← </a:t>
            </a:r>
            <a:r>
              <a:rPr sz="2000" spc="-10" dirty="0">
                <a:cs typeface="Calibri"/>
              </a:rPr>
              <a:t>EMPNAMES</a:t>
            </a:r>
            <a:r>
              <a:rPr sz="2000" spc="3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x </a:t>
            </a:r>
            <a:r>
              <a:rPr sz="2000" spc="-10" dirty="0">
                <a:cs typeface="Calibri"/>
              </a:rPr>
              <a:t>DEPENDENT</a:t>
            </a:r>
            <a:endParaRPr sz="2000" dirty="0">
              <a:cs typeface="Calibri"/>
            </a:endParaRPr>
          </a:p>
          <a:p>
            <a:pPr marL="254000" marR="251460" indent="-228600">
              <a:lnSpc>
                <a:spcPts val="2600"/>
              </a:lnSpc>
              <a:spcBef>
                <a:spcPts val="1010"/>
              </a:spcBef>
              <a:buFont typeface="Microsoft Sans Serif"/>
              <a:buChar char="•"/>
              <a:tabLst>
                <a:tab pos="254000" algn="l"/>
              </a:tabLst>
            </a:pPr>
            <a:r>
              <a:rPr sz="2000" spc="-5" dirty="0">
                <a:cs typeface="Calibri"/>
              </a:rPr>
              <a:t>EMP_DEPENDENTS </a:t>
            </a:r>
            <a:r>
              <a:rPr sz="2000" dirty="0">
                <a:cs typeface="Calibri"/>
              </a:rPr>
              <a:t>will </a:t>
            </a:r>
            <a:r>
              <a:rPr sz="2000" spc="-15" dirty="0">
                <a:cs typeface="Calibri"/>
              </a:rPr>
              <a:t>contain </a:t>
            </a:r>
            <a:r>
              <a:rPr sz="2000" spc="-5" dirty="0">
                <a:cs typeface="Calibri"/>
              </a:rPr>
              <a:t>every </a:t>
            </a:r>
            <a:r>
              <a:rPr sz="2000" spc="-10" dirty="0">
                <a:cs typeface="Calibri"/>
              </a:rPr>
              <a:t>combination </a:t>
            </a:r>
            <a:r>
              <a:rPr sz="2000" spc="-5" dirty="0">
                <a:cs typeface="Calibri"/>
              </a:rPr>
              <a:t>of </a:t>
            </a:r>
            <a:r>
              <a:rPr sz="2000" spc="-53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EMPNAMES</a:t>
            </a:r>
            <a:r>
              <a:rPr sz="2000" spc="-20" dirty="0">
                <a:cs typeface="Calibri"/>
              </a:rPr>
              <a:t> </a:t>
            </a:r>
            <a:r>
              <a:rPr sz="2000" dirty="0">
                <a:cs typeface="Calibri"/>
              </a:rPr>
              <a:t>and</a:t>
            </a:r>
            <a:r>
              <a:rPr sz="2000" spc="-5" dirty="0">
                <a:cs typeface="Calibri"/>
              </a:rPr>
              <a:t> DEPENDENT</a:t>
            </a:r>
            <a:endParaRPr sz="2000" dirty="0">
              <a:cs typeface="Calibri"/>
            </a:endParaRPr>
          </a:p>
          <a:p>
            <a:pPr marL="711200" lvl="1" indent="-228600">
              <a:spcBef>
                <a:spcPts val="210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000" spc="-5" dirty="0">
                <a:cs typeface="Calibri"/>
              </a:rPr>
              <a:t>whether</a:t>
            </a:r>
            <a:r>
              <a:rPr sz="2000" spc="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or </a:t>
            </a:r>
            <a:r>
              <a:rPr sz="2000" spc="-10" dirty="0">
                <a:cs typeface="Calibri"/>
              </a:rPr>
              <a:t>not</a:t>
            </a:r>
            <a:r>
              <a:rPr sz="200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they</a:t>
            </a:r>
            <a:r>
              <a:rPr sz="2000" spc="15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are</a:t>
            </a:r>
            <a:r>
              <a:rPr sz="2000" spc="-5" dirty="0">
                <a:cs typeface="Calibri"/>
              </a:rPr>
              <a:t> actually</a:t>
            </a:r>
            <a:r>
              <a:rPr sz="2000" spc="-20" dirty="0">
                <a:cs typeface="Calibri"/>
              </a:rPr>
              <a:t> </a:t>
            </a:r>
            <a:r>
              <a:rPr sz="2000" spc="-15" dirty="0">
                <a:cs typeface="Calibri"/>
              </a:rPr>
              <a:t>related</a:t>
            </a:r>
            <a:endParaRPr sz="2000" dirty="0"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5A2D742-2E34-CFE4-535C-6F715F9EE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104231"/>
              </p:ext>
            </p:extLst>
          </p:nvPr>
        </p:nvGraphicFramePr>
        <p:xfrm>
          <a:off x="649028" y="1177608"/>
          <a:ext cx="5446972" cy="1478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61743">
                  <a:extLst>
                    <a:ext uri="{9D8B030D-6E8A-4147-A177-3AD203B41FA5}">
                      <a16:colId xmlns:a16="http://schemas.microsoft.com/office/drawing/2014/main" val="2917178649"/>
                    </a:ext>
                  </a:extLst>
                </a:gridCol>
                <a:gridCol w="1361743">
                  <a:extLst>
                    <a:ext uri="{9D8B030D-6E8A-4147-A177-3AD203B41FA5}">
                      <a16:colId xmlns:a16="http://schemas.microsoft.com/office/drawing/2014/main" val="2136890191"/>
                    </a:ext>
                  </a:extLst>
                </a:gridCol>
                <a:gridCol w="1361743">
                  <a:extLst>
                    <a:ext uri="{9D8B030D-6E8A-4147-A177-3AD203B41FA5}">
                      <a16:colId xmlns:a16="http://schemas.microsoft.com/office/drawing/2014/main" val="2641467095"/>
                    </a:ext>
                  </a:extLst>
                </a:gridCol>
                <a:gridCol w="1361743">
                  <a:extLst>
                    <a:ext uri="{9D8B030D-6E8A-4147-A177-3AD203B41FA5}">
                      <a16:colId xmlns:a16="http://schemas.microsoft.com/office/drawing/2014/main" val="1981987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SSN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173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Brown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6683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449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Davis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999091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E7F0AA6-0877-F088-EAA6-4A1D2117E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262544"/>
              </p:ext>
            </p:extLst>
          </p:nvPr>
        </p:nvGraphicFramePr>
        <p:xfrm>
          <a:off x="6296772" y="1177608"/>
          <a:ext cx="4982949" cy="1478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68684">
                  <a:extLst>
                    <a:ext uri="{9D8B030D-6E8A-4147-A177-3AD203B41FA5}">
                      <a16:colId xmlns:a16="http://schemas.microsoft.com/office/drawing/2014/main" val="2977254193"/>
                    </a:ext>
                  </a:extLst>
                </a:gridCol>
                <a:gridCol w="2526409">
                  <a:extLst>
                    <a:ext uri="{9D8B030D-6E8A-4147-A177-3AD203B41FA5}">
                      <a16:colId xmlns:a16="http://schemas.microsoft.com/office/drawing/2014/main" val="4291736060"/>
                    </a:ext>
                  </a:extLst>
                </a:gridCol>
                <a:gridCol w="1787856">
                  <a:extLst>
                    <a:ext uri="{9D8B030D-6E8A-4147-A177-3AD203B41FA5}">
                      <a16:colId xmlns:a16="http://schemas.microsoft.com/office/drawing/2014/main" val="29461059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SSN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DEPENDENT_NAME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16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Daughter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955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James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064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Sarah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Daughter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5252868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D09A039-5238-6A9B-70F9-A9799DF403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377505"/>
              </p:ext>
            </p:extLst>
          </p:nvPr>
        </p:nvGraphicFramePr>
        <p:xfrm>
          <a:off x="671015" y="3209204"/>
          <a:ext cx="10058400" cy="28346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052916806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084821295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31238432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73906089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403420788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6547990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FNAME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SSN (Employee)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SSN (Dependent)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DEPENDENT_NAME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9825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Brown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Daughter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6842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Brown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James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080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Brown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Sarah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Daughter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155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Carol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Davis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Daughter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2438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Carol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Davis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James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0453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Carol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Davis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Sarah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Daughter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436180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9BF5ED2D-7326-457B-BDE5-4925285C1BB0}"/>
              </a:ext>
            </a:extLst>
          </p:cNvPr>
          <p:cNvSpPr txBox="1"/>
          <p:nvPr/>
        </p:nvSpPr>
        <p:spPr>
          <a:xfrm>
            <a:off x="671015" y="2767553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pc="-10" dirty="0">
                <a:cs typeface="Calibri"/>
              </a:rPr>
              <a:t>EMP_DEPENDENTS</a:t>
            </a:r>
            <a:r>
              <a:rPr lang="en-US" sz="1800" b="1" spc="40" dirty="0">
                <a:cs typeface="Calibri"/>
              </a:rPr>
              <a:t> </a:t>
            </a:r>
            <a:endParaRPr 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2347BD-F445-2E43-6559-F2435F26FFF9}"/>
              </a:ext>
            </a:extLst>
          </p:cNvPr>
          <p:cNvSpPr txBox="1"/>
          <p:nvPr/>
        </p:nvSpPr>
        <p:spPr>
          <a:xfrm>
            <a:off x="671015" y="814156"/>
            <a:ext cx="2604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pc="-15" dirty="0">
                <a:cs typeface="Calibri"/>
              </a:rPr>
              <a:t>E</a:t>
            </a:r>
            <a:r>
              <a:rPr lang="en-US" sz="1800" b="1" spc="-5" dirty="0">
                <a:cs typeface="Calibri"/>
              </a:rPr>
              <a:t>MP</a:t>
            </a:r>
            <a:r>
              <a:rPr lang="en-US" sz="1800" b="1" spc="-55" dirty="0">
                <a:cs typeface="Calibri"/>
              </a:rPr>
              <a:t>L</a:t>
            </a:r>
            <a:r>
              <a:rPr lang="en-US" sz="1800" b="1" spc="-70" dirty="0">
                <a:cs typeface="Calibri"/>
              </a:rPr>
              <a:t>O</a:t>
            </a:r>
            <a:r>
              <a:rPr lang="en-US" sz="1800" b="1" spc="-10" dirty="0">
                <a:cs typeface="Calibri"/>
              </a:rPr>
              <a:t>YE</a:t>
            </a:r>
            <a:r>
              <a:rPr lang="en-US" sz="1800" b="1" spc="-15" dirty="0">
                <a:cs typeface="Calibri"/>
              </a:rPr>
              <a:t>E</a:t>
            </a:r>
            <a:endParaRPr 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74FAF8-5D30-2E3C-C869-C90D83AC5B6C}"/>
              </a:ext>
            </a:extLst>
          </p:cNvPr>
          <p:cNvSpPr txBox="1"/>
          <p:nvPr/>
        </p:nvSpPr>
        <p:spPr>
          <a:xfrm>
            <a:off x="6183798" y="808276"/>
            <a:ext cx="2604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15" dirty="0">
                <a:cs typeface="Calibri"/>
              </a:rPr>
              <a:t>Dependent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82805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549" y="810479"/>
            <a:ext cx="10058400" cy="974049"/>
          </a:xfrm>
          <a:prstGeom prst="rect">
            <a:avLst/>
          </a:prstGeom>
        </p:spPr>
        <p:txBody>
          <a:bodyPr vert="horz" wrap="square" lIns="0" tIns="66040" rIns="0" bIns="0" rtlCol="0" anchor="b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20"/>
              </a:spcBef>
            </a:pPr>
            <a:r>
              <a:rPr sz="3600" b="1" spc="-10" dirty="0"/>
              <a:t>Relational</a:t>
            </a:r>
            <a:r>
              <a:rPr sz="3600" b="1" dirty="0"/>
              <a:t> </a:t>
            </a:r>
            <a:r>
              <a:rPr sz="3600" b="1" spc="-15" dirty="0"/>
              <a:t>Algebra</a:t>
            </a:r>
            <a:r>
              <a:rPr sz="3600" b="1" spc="-10" dirty="0"/>
              <a:t> </a:t>
            </a:r>
            <a:r>
              <a:rPr sz="3600" b="1" spc="-15" dirty="0"/>
              <a:t>Operations from </a:t>
            </a:r>
            <a:r>
              <a:rPr sz="3600" b="1" spc="-5" dirty="0"/>
              <a:t>Set </a:t>
            </a:r>
            <a:r>
              <a:rPr sz="3600" b="1" spc="-710" dirty="0"/>
              <a:t> </a:t>
            </a:r>
            <a:r>
              <a:rPr sz="3600" b="1" spc="-5" dirty="0"/>
              <a:t>Theory:</a:t>
            </a:r>
            <a:r>
              <a:rPr sz="3600" b="1" dirty="0"/>
              <a:t> </a:t>
            </a:r>
            <a:r>
              <a:rPr sz="3600" b="1" spc="-15" dirty="0"/>
              <a:t>CARTESIAN</a:t>
            </a:r>
            <a:r>
              <a:rPr sz="3600" b="1" spc="20" dirty="0"/>
              <a:t> </a:t>
            </a:r>
            <a:r>
              <a:rPr sz="3600" b="1" spc="-10" dirty="0"/>
              <a:t>PRODUCT</a:t>
            </a:r>
            <a:r>
              <a:rPr sz="3600" b="1" spc="15" dirty="0"/>
              <a:t> </a:t>
            </a:r>
            <a:r>
              <a:rPr sz="3600" b="1"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9001" y="1887742"/>
            <a:ext cx="10619936" cy="228716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66700" marR="205104" indent="-228600">
              <a:lnSpc>
                <a:spcPct val="70000"/>
              </a:lnSpc>
              <a:spcBef>
                <a:spcPts val="1100"/>
              </a:spcBef>
              <a:buFont typeface="Microsoft Sans Serif"/>
              <a:buChar char="•"/>
              <a:tabLst>
                <a:tab pos="266700" algn="l"/>
              </a:tabLst>
            </a:pPr>
            <a:r>
              <a:rPr sz="2400" spc="-130" dirty="0">
                <a:cs typeface="Calibri"/>
              </a:rPr>
              <a:t>To</a:t>
            </a:r>
            <a:r>
              <a:rPr sz="2400" spc="-10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keep</a:t>
            </a:r>
            <a:r>
              <a:rPr sz="240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only</a:t>
            </a:r>
            <a:r>
              <a:rPr sz="240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combinations</a:t>
            </a:r>
            <a:r>
              <a:rPr sz="2400" spc="40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where</a:t>
            </a:r>
            <a:r>
              <a:rPr sz="240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the </a:t>
            </a:r>
            <a:r>
              <a:rPr sz="2400" spc="-10" dirty="0">
                <a:cs typeface="Calibri"/>
              </a:rPr>
              <a:t>DEPENDENT</a:t>
            </a:r>
            <a:r>
              <a:rPr sz="2400" spc="2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is</a:t>
            </a:r>
            <a:r>
              <a:rPr sz="2400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related</a:t>
            </a:r>
            <a:r>
              <a:rPr sz="2400" spc="-15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to</a:t>
            </a:r>
            <a:r>
              <a:rPr sz="2400" spc="-5" dirty="0">
                <a:cs typeface="Calibri"/>
              </a:rPr>
              <a:t> the</a:t>
            </a:r>
            <a:r>
              <a:rPr sz="2400" spc="5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EMPLOYEE, </a:t>
            </a:r>
            <a:r>
              <a:rPr sz="2400" spc="-620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we</a:t>
            </a:r>
            <a:r>
              <a:rPr sz="2400" spc="-5" dirty="0">
                <a:cs typeface="Calibri"/>
              </a:rPr>
              <a:t> add</a:t>
            </a:r>
            <a:r>
              <a:rPr sz="2400" spc="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a</a:t>
            </a:r>
            <a:r>
              <a:rPr sz="2400" spc="-10" dirty="0">
                <a:cs typeface="Calibri"/>
              </a:rPr>
              <a:t> SELECT</a:t>
            </a:r>
            <a:r>
              <a:rPr sz="2400" spc="5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operation</a:t>
            </a:r>
            <a:r>
              <a:rPr sz="2400" spc="-5" dirty="0">
                <a:cs typeface="Calibri"/>
              </a:rPr>
              <a:t> as</a:t>
            </a:r>
            <a:r>
              <a:rPr sz="2400" spc="-10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follows</a:t>
            </a:r>
            <a:endParaRPr sz="2400" dirty="0">
              <a:cs typeface="Calibri"/>
            </a:endParaRPr>
          </a:p>
          <a:p>
            <a:pPr marL="266700" indent="-228600">
              <a:lnSpc>
                <a:spcPts val="3210"/>
              </a:lnSpc>
              <a:buFont typeface="Microsoft Sans Serif"/>
              <a:buChar char="•"/>
              <a:tabLst>
                <a:tab pos="266700" algn="l"/>
              </a:tabLst>
            </a:pPr>
            <a:r>
              <a:rPr sz="2400" spc="-10" dirty="0">
                <a:cs typeface="Calibri"/>
              </a:rPr>
              <a:t>Example</a:t>
            </a:r>
            <a:r>
              <a:rPr sz="2400" spc="-2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(meaningful):</a:t>
            </a:r>
            <a:endParaRPr sz="2400" dirty="0">
              <a:cs typeface="Calibri"/>
            </a:endParaRPr>
          </a:p>
          <a:p>
            <a:pPr marL="723265" lvl="1" indent="-229235">
              <a:lnSpc>
                <a:spcPts val="2350"/>
              </a:lnSpc>
              <a:buFont typeface="Microsoft Sans Serif"/>
              <a:buChar char="•"/>
              <a:tabLst>
                <a:tab pos="723265" algn="l"/>
                <a:tab pos="723900" algn="l"/>
              </a:tabLst>
            </a:pPr>
            <a:r>
              <a:rPr sz="2000" spc="-10" dirty="0">
                <a:cs typeface="Calibri"/>
              </a:rPr>
              <a:t>FE</a:t>
            </a:r>
            <a:r>
              <a:rPr sz="2000" spc="-15" dirty="0">
                <a:cs typeface="Calibri"/>
              </a:rPr>
              <a:t>M</a:t>
            </a:r>
            <a:r>
              <a:rPr sz="2000" spc="-5" dirty="0">
                <a:cs typeface="Calibri"/>
              </a:rPr>
              <a:t>ALE_</a:t>
            </a:r>
            <a:r>
              <a:rPr sz="2000" spc="-15" dirty="0">
                <a:cs typeface="Calibri"/>
              </a:rPr>
              <a:t>E</a:t>
            </a:r>
            <a:r>
              <a:rPr sz="2000" spc="-5" dirty="0">
                <a:cs typeface="Calibri"/>
              </a:rPr>
              <a:t>MPS</a:t>
            </a:r>
            <a:r>
              <a:rPr sz="2000" spc="4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←</a:t>
            </a:r>
            <a:r>
              <a:rPr sz="2000" spc="5" dirty="0">
                <a:cs typeface="Calibri"/>
              </a:rPr>
              <a:t> </a:t>
            </a:r>
            <a:r>
              <a:rPr sz="2000" b="1" spc="-70" dirty="0">
                <a:cs typeface="Arial"/>
              </a:rPr>
              <a:t>σ</a:t>
            </a:r>
            <a:r>
              <a:rPr sz="2000" b="1" spc="-120" dirty="0">
                <a:cs typeface="Arial"/>
              </a:rPr>
              <a:t> </a:t>
            </a:r>
            <a:r>
              <a:rPr sz="2000" baseline="-21072" dirty="0">
                <a:cs typeface="Calibri"/>
              </a:rPr>
              <a:t>S</a:t>
            </a:r>
            <a:r>
              <a:rPr sz="2000" spc="7" baseline="-21072" dirty="0">
                <a:cs typeface="Calibri"/>
              </a:rPr>
              <a:t>E</a:t>
            </a:r>
            <a:r>
              <a:rPr sz="2000" baseline="-21072" dirty="0">
                <a:cs typeface="Calibri"/>
              </a:rPr>
              <a:t>X=</a:t>
            </a:r>
            <a:r>
              <a:rPr sz="2000" spc="-15" baseline="-21072" dirty="0">
                <a:cs typeface="Calibri"/>
              </a:rPr>
              <a:t>’</a:t>
            </a:r>
            <a:r>
              <a:rPr sz="2000" baseline="-21072" dirty="0">
                <a:cs typeface="Calibri"/>
              </a:rPr>
              <a:t>F’</a:t>
            </a:r>
            <a:r>
              <a:rPr sz="2000" spc="-10" dirty="0">
                <a:cs typeface="Calibri"/>
              </a:rPr>
              <a:t>(</a:t>
            </a:r>
            <a:r>
              <a:rPr sz="2000" spc="-15" dirty="0">
                <a:cs typeface="Calibri"/>
              </a:rPr>
              <a:t>E</a:t>
            </a:r>
            <a:r>
              <a:rPr sz="2000" spc="-5" dirty="0">
                <a:cs typeface="Calibri"/>
              </a:rPr>
              <a:t>MP</a:t>
            </a:r>
            <a:r>
              <a:rPr sz="2000" spc="-55" dirty="0">
                <a:cs typeface="Calibri"/>
              </a:rPr>
              <a:t>L</a:t>
            </a:r>
            <a:r>
              <a:rPr sz="2000" spc="-70" dirty="0">
                <a:cs typeface="Calibri"/>
              </a:rPr>
              <a:t>O</a:t>
            </a:r>
            <a:r>
              <a:rPr sz="2000" spc="-10" dirty="0">
                <a:cs typeface="Calibri"/>
              </a:rPr>
              <a:t>YE</a:t>
            </a:r>
            <a:r>
              <a:rPr sz="2000" spc="-15" dirty="0">
                <a:cs typeface="Calibri"/>
              </a:rPr>
              <a:t>E</a:t>
            </a:r>
            <a:r>
              <a:rPr sz="2000" spc="-5" dirty="0">
                <a:cs typeface="Calibri"/>
              </a:rPr>
              <a:t>)</a:t>
            </a:r>
            <a:endParaRPr sz="2000" dirty="0">
              <a:cs typeface="Calibri"/>
            </a:endParaRPr>
          </a:p>
          <a:p>
            <a:pPr marL="723265" lvl="1" indent="-229235">
              <a:lnSpc>
                <a:spcPts val="2345"/>
              </a:lnSpc>
              <a:buFont typeface="Microsoft Sans Serif"/>
              <a:buChar char="•"/>
              <a:tabLst>
                <a:tab pos="723265" algn="l"/>
                <a:tab pos="723900" algn="l"/>
              </a:tabLst>
            </a:pPr>
            <a:r>
              <a:rPr sz="2000" spc="-10" dirty="0">
                <a:cs typeface="Calibri"/>
              </a:rPr>
              <a:t>EMPNAMES</a:t>
            </a:r>
            <a:r>
              <a:rPr sz="2000" spc="3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←</a:t>
            </a:r>
            <a:r>
              <a:rPr sz="2000" dirty="0">
                <a:cs typeface="Calibri"/>
              </a:rPr>
              <a:t> </a:t>
            </a:r>
            <a:r>
              <a:rPr sz="2000" b="1" spc="-45" dirty="0">
                <a:cs typeface="Arial"/>
              </a:rPr>
              <a:t>π</a:t>
            </a:r>
            <a:r>
              <a:rPr sz="2000" b="1" spc="-120" dirty="0">
                <a:cs typeface="Arial"/>
              </a:rPr>
              <a:t> </a:t>
            </a:r>
            <a:r>
              <a:rPr sz="2000" spc="7" baseline="-21072" dirty="0">
                <a:cs typeface="Calibri"/>
              </a:rPr>
              <a:t>FNAME,</a:t>
            </a:r>
            <a:r>
              <a:rPr sz="2000" baseline="-21072" dirty="0">
                <a:cs typeface="Calibri"/>
              </a:rPr>
              <a:t> </a:t>
            </a:r>
            <a:r>
              <a:rPr sz="2000" spc="7" baseline="-21072" dirty="0">
                <a:cs typeface="Calibri"/>
              </a:rPr>
              <a:t>LNAME,</a:t>
            </a:r>
            <a:r>
              <a:rPr sz="2000" baseline="-21072" dirty="0">
                <a:cs typeface="Calibri"/>
              </a:rPr>
              <a:t> SSN</a:t>
            </a:r>
            <a:r>
              <a:rPr sz="2000" spc="52" baseline="-21072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(FEMALE_EMPS)</a:t>
            </a:r>
            <a:endParaRPr sz="2000" dirty="0">
              <a:cs typeface="Calibri"/>
            </a:endParaRPr>
          </a:p>
          <a:p>
            <a:pPr marL="723265" lvl="1" indent="-229235">
              <a:lnSpc>
                <a:spcPts val="2355"/>
              </a:lnSpc>
              <a:buFont typeface="Microsoft Sans Serif"/>
              <a:buChar char="•"/>
              <a:tabLst>
                <a:tab pos="723265" algn="l"/>
                <a:tab pos="723900" algn="l"/>
              </a:tabLst>
            </a:pPr>
            <a:r>
              <a:rPr sz="2000" spc="-10" dirty="0">
                <a:cs typeface="Calibri"/>
              </a:rPr>
              <a:t>EMP_DEPENDENTS</a:t>
            </a:r>
            <a:r>
              <a:rPr sz="2000" spc="4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← </a:t>
            </a:r>
            <a:r>
              <a:rPr sz="2000" spc="-10" dirty="0">
                <a:cs typeface="Calibri"/>
              </a:rPr>
              <a:t>EMPNAMES</a:t>
            </a:r>
            <a:r>
              <a:rPr sz="2000" spc="3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x</a:t>
            </a:r>
            <a:r>
              <a:rPr sz="2000" spc="-10" dirty="0">
                <a:cs typeface="Calibri"/>
              </a:rPr>
              <a:t> DEPENDENT</a:t>
            </a:r>
            <a:endParaRPr sz="2000" dirty="0">
              <a:cs typeface="Calibri"/>
            </a:endParaRPr>
          </a:p>
          <a:p>
            <a:pPr marL="723265" lvl="1" indent="-229235">
              <a:lnSpc>
                <a:spcPts val="2495"/>
              </a:lnSpc>
              <a:buFont typeface="Microsoft Sans Serif"/>
              <a:buChar char="•"/>
              <a:tabLst>
                <a:tab pos="723265" algn="l"/>
                <a:tab pos="723900" algn="l"/>
              </a:tabLst>
            </a:pPr>
            <a:r>
              <a:rPr sz="2000" spc="-20" dirty="0">
                <a:cs typeface="Calibri"/>
              </a:rPr>
              <a:t>A</a:t>
            </a:r>
            <a:r>
              <a:rPr sz="2000" spc="5" dirty="0">
                <a:cs typeface="Calibri"/>
              </a:rPr>
              <a:t>C</a:t>
            </a:r>
            <a:r>
              <a:rPr sz="2000" spc="-10" dirty="0">
                <a:cs typeface="Calibri"/>
              </a:rPr>
              <a:t>T</a:t>
            </a:r>
            <a:r>
              <a:rPr sz="2000" spc="-65" dirty="0">
                <a:cs typeface="Calibri"/>
              </a:rPr>
              <a:t>U</a:t>
            </a:r>
            <a:r>
              <a:rPr sz="2000" spc="-5" dirty="0">
                <a:cs typeface="Calibri"/>
              </a:rPr>
              <a:t>AL_DE</a:t>
            </a:r>
            <a:r>
              <a:rPr sz="2000" dirty="0">
                <a:cs typeface="Calibri"/>
              </a:rPr>
              <a:t>P</a:t>
            </a:r>
            <a:r>
              <a:rPr sz="2000" spc="-5" dirty="0">
                <a:cs typeface="Calibri"/>
              </a:rPr>
              <a:t>S</a:t>
            </a:r>
            <a:r>
              <a:rPr sz="2000" spc="2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←</a:t>
            </a:r>
            <a:r>
              <a:rPr sz="2000" spc="5" dirty="0">
                <a:cs typeface="Calibri"/>
              </a:rPr>
              <a:t> </a:t>
            </a:r>
            <a:r>
              <a:rPr sz="2000" b="1" spc="-70" dirty="0">
                <a:cs typeface="Arial"/>
              </a:rPr>
              <a:t>σ</a:t>
            </a:r>
            <a:r>
              <a:rPr sz="2000" b="1" spc="-110" dirty="0">
                <a:cs typeface="Arial"/>
              </a:rPr>
              <a:t> </a:t>
            </a:r>
            <a:r>
              <a:rPr sz="2000" baseline="-21072" dirty="0">
                <a:cs typeface="Calibri"/>
              </a:rPr>
              <a:t>S</a:t>
            </a:r>
            <a:r>
              <a:rPr sz="2000" spc="7" baseline="-21072" dirty="0">
                <a:cs typeface="Calibri"/>
              </a:rPr>
              <a:t>SN=</a:t>
            </a:r>
            <a:r>
              <a:rPr sz="2000" baseline="-21072" dirty="0">
                <a:cs typeface="Calibri"/>
              </a:rPr>
              <a:t>ESS</a:t>
            </a:r>
            <a:r>
              <a:rPr sz="2000" spc="-7" baseline="-21072" dirty="0">
                <a:cs typeface="Calibri"/>
              </a:rPr>
              <a:t>N</a:t>
            </a:r>
            <a:r>
              <a:rPr sz="2000" spc="-10" dirty="0">
                <a:cs typeface="Calibri"/>
              </a:rPr>
              <a:t>(</a:t>
            </a:r>
            <a:r>
              <a:rPr sz="2000" spc="-15" dirty="0">
                <a:cs typeface="Calibri"/>
              </a:rPr>
              <a:t>E</a:t>
            </a:r>
            <a:r>
              <a:rPr sz="2000" spc="-5" dirty="0">
                <a:cs typeface="Calibri"/>
              </a:rPr>
              <a:t>MP_DEPENDEN</a:t>
            </a:r>
            <a:r>
              <a:rPr sz="2000" spc="-25" dirty="0">
                <a:cs typeface="Calibri"/>
              </a:rPr>
              <a:t>T</a:t>
            </a:r>
            <a:r>
              <a:rPr sz="2000" spc="-10" dirty="0">
                <a:cs typeface="Calibri"/>
              </a:rPr>
              <a:t>S)</a:t>
            </a:r>
            <a:endParaRPr sz="2000" dirty="0"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6718" y="4154343"/>
            <a:ext cx="9712231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 indent="-228600">
              <a:spcBef>
                <a:spcPts val="95"/>
              </a:spcBef>
              <a:buFont typeface="Microsoft Sans Serif"/>
              <a:buChar char="•"/>
              <a:tabLst>
                <a:tab pos="266065" algn="l"/>
                <a:tab pos="266700" algn="l"/>
              </a:tabLst>
            </a:pPr>
            <a:r>
              <a:rPr sz="2800" spc="-7" baseline="13888" dirty="0">
                <a:latin typeface="Calibri"/>
                <a:cs typeface="Calibri"/>
              </a:rPr>
              <a:t>R</a:t>
            </a:r>
            <a:r>
              <a:rPr sz="2800" spc="-60" baseline="13888" dirty="0">
                <a:latin typeface="Calibri"/>
                <a:cs typeface="Calibri"/>
              </a:rPr>
              <a:t>E</a:t>
            </a:r>
            <a:r>
              <a:rPr sz="2800" spc="-15" baseline="13888" dirty="0">
                <a:latin typeface="Calibri"/>
                <a:cs typeface="Calibri"/>
              </a:rPr>
              <a:t>SU</a:t>
            </a:r>
            <a:r>
              <a:rPr sz="2800" spc="-254" baseline="13888" dirty="0">
                <a:latin typeface="Calibri"/>
                <a:cs typeface="Calibri"/>
              </a:rPr>
              <a:t>L</a:t>
            </a:r>
            <a:r>
              <a:rPr sz="2800" spc="-7" baseline="13888" dirty="0">
                <a:latin typeface="Calibri"/>
                <a:cs typeface="Calibri"/>
              </a:rPr>
              <a:t>T</a:t>
            </a:r>
            <a:r>
              <a:rPr sz="2800" spc="52" baseline="13888" dirty="0">
                <a:latin typeface="Calibri"/>
                <a:cs typeface="Calibri"/>
              </a:rPr>
              <a:t> </a:t>
            </a:r>
            <a:r>
              <a:rPr sz="2800" spc="-7" baseline="13888" dirty="0">
                <a:latin typeface="Calibri"/>
                <a:cs typeface="Calibri"/>
              </a:rPr>
              <a:t>←</a:t>
            </a:r>
            <a:r>
              <a:rPr sz="2800" spc="7" baseline="13888" dirty="0">
                <a:latin typeface="Calibri"/>
                <a:cs typeface="Calibri"/>
              </a:rPr>
              <a:t> </a:t>
            </a:r>
            <a:r>
              <a:rPr sz="4000" b="1" spc="-67" baseline="13888" dirty="0">
                <a:cs typeface="Arial"/>
              </a:rPr>
              <a:t>π</a:t>
            </a:r>
            <a:r>
              <a:rPr sz="1600" b="1" spc="-179" baseline="13888" dirty="0">
                <a:cs typeface="Arial"/>
              </a:rPr>
              <a:t> </a:t>
            </a:r>
            <a:r>
              <a:rPr sz="1600" dirty="0">
                <a:cs typeface="Calibri"/>
              </a:rPr>
              <a:t>FN</a:t>
            </a:r>
            <a:r>
              <a:rPr sz="1600" spc="10" dirty="0">
                <a:cs typeface="Calibri"/>
              </a:rPr>
              <a:t>A</a:t>
            </a:r>
            <a:r>
              <a:rPr sz="1600" spc="5" dirty="0">
                <a:cs typeface="Calibri"/>
              </a:rPr>
              <a:t>ME,</a:t>
            </a:r>
            <a:r>
              <a:rPr sz="1600" dirty="0">
                <a:cs typeface="Calibri"/>
              </a:rPr>
              <a:t> LN</a:t>
            </a:r>
            <a:r>
              <a:rPr sz="1600" spc="5" dirty="0">
                <a:cs typeface="Calibri"/>
              </a:rPr>
              <a:t>AME,</a:t>
            </a:r>
            <a:r>
              <a:rPr sz="1600" dirty="0">
                <a:cs typeface="Calibri"/>
              </a:rPr>
              <a:t> D</a:t>
            </a:r>
            <a:r>
              <a:rPr sz="1600" spc="5" dirty="0">
                <a:cs typeface="Calibri"/>
              </a:rPr>
              <a:t>EPEND</a:t>
            </a:r>
            <a:r>
              <a:rPr sz="1600" spc="10" dirty="0">
                <a:cs typeface="Calibri"/>
              </a:rPr>
              <a:t>E</a:t>
            </a:r>
            <a:r>
              <a:rPr sz="1600" spc="5" dirty="0">
                <a:cs typeface="Calibri"/>
              </a:rPr>
              <a:t>NT_N</a:t>
            </a:r>
            <a:r>
              <a:rPr sz="1600" spc="10" dirty="0">
                <a:cs typeface="Calibri"/>
              </a:rPr>
              <a:t>A</a:t>
            </a:r>
            <a:r>
              <a:rPr sz="1600" spc="5" dirty="0">
                <a:cs typeface="Calibri"/>
              </a:rPr>
              <a:t>ME</a:t>
            </a:r>
            <a:r>
              <a:rPr lang="en-US" sz="2800" spc="-10" dirty="0">
                <a:latin typeface="Calibri"/>
                <a:cs typeface="Calibri"/>
              </a:rPr>
              <a:t>(ACTUAL_DEPS)</a:t>
            </a:r>
            <a:endParaRPr lang="en-US" sz="2800" dirty="0">
              <a:latin typeface="Calibri"/>
              <a:cs typeface="Calibri"/>
            </a:endParaRPr>
          </a:p>
          <a:p>
            <a:pPr marL="266700" indent="-228600">
              <a:spcBef>
                <a:spcPts val="95"/>
              </a:spcBef>
              <a:buFont typeface="Microsoft Sans Serif"/>
              <a:buChar char="•"/>
              <a:tabLst>
                <a:tab pos="266065" algn="l"/>
                <a:tab pos="266700" algn="l"/>
              </a:tabLst>
            </a:pP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6718" y="4658180"/>
            <a:ext cx="10109445" cy="2873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10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spc="-35" dirty="0">
                <a:latin typeface="Calibri"/>
                <a:cs typeface="Calibri"/>
              </a:rPr>
              <a:t>RESULT </a:t>
            </a: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10" dirty="0">
                <a:latin typeface="Calibri"/>
                <a:cs typeface="Calibri"/>
              </a:rPr>
              <a:t>now </a:t>
            </a:r>
            <a:r>
              <a:rPr sz="2400" spc="-15" dirty="0">
                <a:latin typeface="Calibri"/>
                <a:cs typeface="Calibri"/>
              </a:rPr>
              <a:t>contain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name of </a:t>
            </a:r>
            <a:r>
              <a:rPr sz="2400" spc="-10" dirty="0">
                <a:latin typeface="Calibri"/>
                <a:cs typeface="Calibri"/>
              </a:rPr>
              <a:t>female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employees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dependents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285" y="4113119"/>
            <a:ext cx="2807970" cy="2693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25"/>
              </a:lnSpc>
              <a:spcBef>
                <a:spcPts val="100"/>
              </a:spcBef>
            </a:pPr>
            <a:r>
              <a:rPr sz="900" b="1" spc="-5" dirty="0">
                <a:latin typeface="Verdana"/>
                <a:cs typeface="Verdana"/>
              </a:rPr>
              <a:t>Figure</a:t>
            </a:r>
            <a:r>
              <a:rPr sz="900" b="1" spc="5" dirty="0">
                <a:latin typeface="Verdana"/>
                <a:cs typeface="Verdana"/>
              </a:rPr>
              <a:t> </a:t>
            </a:r>
            <a:r>
              <a:rPr sz="900" b="1" spc="-5" dirty="0">
                <a:latin typeface="Verdana"/>
                <a:cs typeface="Verdana"/>
              </a:rPr>
              <a:t>8.5</a:t>
            </a:r>
            <a:r>
              <a:rPr sz="900" b="1" spc="595" dirty="0">
                <a:latin typeface="Verdana"/>
                <a:cs typeface="Verdana"/>
              </a:rPr>
              <a:t> </a:t>
            </a:r>
            <a:r>
              <a:rPr sz="900" spc="-5" dirty="0">
                <a:latin typeface="Verdana"/>
                <a:cs typeface="Verdana"/>
              </a:rPr>
              <a:t>The CARTESIAN PRODUCT</a:t>
            </a:r>
            <a:r>
              <a:rPr sz="900" spc="-15" dirty="0">
                <a:latin typeface="Verdana"/>
                <a:cs typeface="Verdana"/>
              </a:rPr>
              <a:t> </a:t>
            </a:r>
            <a:r>
              <a:rPr sz="900" spc="-5" dirty="0">
                <a:latin typeface="Verdana"/>
                <a:cs typeface="Verdana"/>
              </a:rPr>
              <a:t>(CROSS</a:t>
            </a:r>
            <a:endParaRPr sz="900" dirty="0">
              <a:latin typeface="Verdana"/>
              <a:cs typeface="Verdana"/>
            </a:endParaRPr>
          </a:p>
          <a:p>
            <a:pPr marL="12700">
              <a:lnSpc>
                <a:spcPts val="1025"/>
              </a:lnSpc>
            </a:pPr>
            <a:r>
              <a:rPr sz="900" spc="-5" dirty="0">
                <a:latin typeface="Verdana"/>
                <a:cs typeface="Verdana"/>
              </a:rPr>
              <a:t>PRODUCT)</a:t>
            </a:r>
            <a:r>
              <a:rPr sz="900" spc="-35" dirty="0">
                <a:latin typeface="Verdana"/>
                <a:cs typeface="Verdana"/>
              </a:rPr>
              <a:t> </a:t>
            </a:r>
            <a:r>
              <a:rPr sz="900" spc="-5" dirty="0">
                <a:latin typeface="Verdana"/>
                <a:cs typeface="Verdana"/>
              </a:rPr>
              <a:t>operation.</a:t>
            </a:r>
            <a:endParaRPr sz="900" dirty="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9600" y="257321"/>
            <a:ext cx="11080947" cy="5821216"/>
            <a:chOff x="-2154115" y="150640"/>
            <a:chExt cx="11080947" cy="5821216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2154115" y="150640"/>
              <a:ext cx="5486400" cy="19065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45232" y="1704656"/>
              <a:ext cx="5181600" cy="426720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9055" y="4694154"/>
            <a:ext cx="5486400" cy="122224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38164" y="2487176"/>
            <a:ext cx="3756025" cy="103187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 marR="30480">
              <a:lnSpc>
                <a:spcPct val="90000"/>
              </a:lnSpc>
              <a:spcBef>
                <a:spcPts val="240"/>
              </a:spcBef>
            </a:pPr>
            <a:r>
              <a:rPr sz="1200" b="1" spc="-5" dirty="0">
                <a:latin typeface="Arial"/>
                <a:cs typeface="Arial"/>
              </a:rPr>
              <a:t>FEMALE_EMPS</a:t>
            </a:r>
            <a:r>
              <a:rPr sz="1200" b="1" spc="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 </a:t>
            </a:r>
            <a:r>
              <a:rPr sz="1200" b="1" spc="-35" dirty="0">
                <a:latin typeface="Arial"/>
                <a:cs typeface="Arial"/>
              </a:rPr>
              <a:t>σ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baseline="-20833" dirty="0">
                <a:latin typeface="Arial"/>
                <a:cs typeface="Arial"/>
              </a:rPr>
              <a:t>SEX=’F’</a:t>
            </a:r>
            <a:r>
              <a:rPr sz="1200" b="1" dirty="0">
                <a:latin typeface="Arial"/>
                <a:cs typeface="Arial"/>
              </a:rPr>
              <a:t>(EMPLOYEE) 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EMPNAMES</a:t>
            </a:r>
            <a:r>
              <a:rPr sz="1200" b="1" spc="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π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7" baseline="-20833" dirty="0">
                <a:latin typeface="Arial"/>
                <a:cs typeface="Arial"/>
              </a:rPr>
              <a:t>FNAME,</a:t>
            </a:r>
            <a:r>
              <a:rPr sz="1200" b="1" spc="15" baseline="-20833" dirty="0">
                <a:latin typeface="Arial"/>
                <a:cs typeface="Arial"/>
              </a:rPr>
              <a:t> </a:t>
            </a:r>
            <a:r>
              <a:rPr sz="1200" b="1" spc="-7" baseline="-20833" dirty="0">
                <a:latin typeface="Arial"/>
                <a:cs typeface="Arial"/>
              </a:rPr>
              <a:t>LNAME,</a:t>
            </a:r>
            <a:r>
              <a:rPr sz="1200" b="1" spc="7" baseline="-20833" dirty="0">
                <a:latin typeface="Arial"/>
                <a:cs typeface="Arial"/>
              </a:rPr>
              <a:t> </a:t>
            </a:r>
            <a:r>
              <a:rPr sz="1200" b="1" baseline="-20833" dirty="0">
                <a:latin typeface="Arial"/>
                <a:cs typeface="Arial"/>
              </a:rPr>
              <a:t>SSN</a:t>
            </a:r>
            <a:r>
              <a:rPr sz="1200" b="1" spc="7" baseline="-20833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(FEMALE_EMPS) 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EMP_DEPENDENTS </a:t>
            </a:r>
            <a:r>
              <a:rPr sz="1200" b="1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EMPNAMES </a:t>
            </a:r>
            <a:r>
              <a:rPr sz="1200" b="1" dirty="0">
                <a:latin typeface="Arial"/>
                <a:cs typeface="Arial"/>
              </a:rPr>
              <a:t>x </a:t>
            </a:r>
            <a:r>
              <a:rPr sz="1200" b="1" spc="-5" dirty="0">
                <a:latin typeface="Arial"/>
                <a:cs typeface="Arial"/>
              </a:rPr>
              <a:t>DEPENDENT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ACTUAL_DEPS</a:t>
            </a:r>
            <a:r>
              <a:rPr sz="1200" b="1" spc="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35" dirty="0">
                <a:latin typeface="Arial"/>
                <a:cs typeface="Arial"/>
              </a:rPr>
              <a:t>σ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7" baseline="-20833" dirty="0">
                <a:latin typeface="Arial"/>
                <a:cs typeface="Arial"/>
              </a:rPr>
              <a:t>SSN=ESSN</a:t>
            </a:r>
            <a:r>
              <a:rPr sz="1200" b="1" spc="-5" dirty="0">
                <a:latin typeface="Arial"/>
                <a:cs typeface="Arial"/>
              </a:rPr>
              <a:t>(EMP_DEPENDENTS)</a:t>
            </a:r>
            <a:endParaRPr sz="1200" dirty="0">
              <a:latin typeface="Arial"/>
              <a:cs typeface="Arial"/>
            </a:endParaRPr>
          </a:p>
          <a:p>
            <a:pPr marL="38100">
              <a:lnSpc>
                <a:spcPts val="1220"/>
              </a:lnSpc>
              <a:spcBef>
                <a:spcPts val="160"/>
              </a:spcBef>
            </a:pPr>
            <a:r>
              <a:rPr b="1" spc="-7" baseline="13888" dirty="0">
                <a:latin typeface="Arial"/>
                <a:cs typeface="Arial"/>
              </a:rPr>
              <a:t>RESULT</a:t>
            </a:r>
            <a:r>
              <a:rPr b="1" spc="-15" baseline="13888" dirty="0">
                <a:latin typeface="Arial"/>
                <a:cs typeface="Arial"/>
              </a:rPr>
              <a:t> </a:t>
            </a:r>
            <a:r>
              <a:rPr b="1" baseline="13888" dirty="0">
                <a:latin typeface="Arial"/>
                <a:cs typeface="Arial"/>
              </a:rPr>
              <a:t>←</a:t>
            </a:r>
            <a:r>
              <a:rPr b="1" spc="-7" baseline="13888" dirty="0">
                <a:latin typeface="Arial"/>
                <a:cs typeface="Arial"/>
              </a:rPr>
              <a:t> </a:t>
            </a:r>
            <a:r>
              <a:rPr b="1" spc="-37" baseline="13888" dirty="0">
                <a:latin typeface="Arial"/>
                <a:cs typeface="Arial"/>
              </a:rPr>
              <a:t>π</a:t>
            </a:r>
            <a:r>
              <a:rPr b="1" spc="-7" baseline="13888" dirty="0">
                <a:latin typeface="Arial"/>
                <a:cs typeface="Arial"/>
              </a:rPr>
              <a:t> </a:t>
            </a:r>
            <a:r>
              <a:rPr sz="800" b="1" spc="-5" dirty="0">
                <a:latin typeface="Arial"/>
                <a:cs typeface="Arial"/>
              </a:rPr>
              <a:t>FNAME,</a:t>
            </a:r>
            <a:r>
              <a:rPr sz="800" b="1" dirty="0">
                <a:latin typeface="Arial"/>
                <a:cs typeface="Arial"/>
              </a:rPr>
              <a:t> </a:t>
            </a:r>
            <a:r>
              <a:rPr sz="800" b="1" spc="-5" dirty="0">
                <a:latin typeface="Arial"/>
                <a:cs typeface="Arial"/>
              </a:rPr>
              <a:t>LNAME,</a:t>
            </a:r>
            <a:r>
              <a:rPr sz="800" b="1" dirty="0">
                <a:latin typeface="Arial"/>
                <a:cs typeface="Arial"/>
              </a:rPr>
              <a:t> </a:t>
            </a:r>
            <a:r>
              <a:rPr sz="800" b="1" spc="-5" dirty="0">
                <a:latin typeface="Arial"/>
                <a:cs typeface="Arial"/>
              </a:rPr>
              <a:t>DEPENDENT_NAME</a:t>
            </a:r>
            <a:endParaRPr sz="800" dirty="0">
              <a:latin typeface="Arial"/>
              <a:cs typeface="Arial"/>
            </a:endParaRPr>
          </a:p>
          <a:p>
            <a:pPr marL="38100">
              <a:lnSpc>
                <a:spcPts val="1220"/>
              </a:lnSpc>
            </a:pPr>
            <a:r>
              <a:rPr sz="1200" b="1" spc="-10" dirty="0">
                <a:latin typeface="Arial"/>
                <a:cs typeface="Arial"/>
              </a:rPr>
              <a:t>(ACTUAL_DEPS)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1306" y="1037826"/>
            <a:ext cx="9374766" cy="700833"/>
          </a:xfrm>
          <a:prstGeom prst="rect">
            <a:avLst/>
          </a:prstGeom>
        </p:spPr>
        <p:txBody>
          <a:bodyPr vert="horz" wrap="square" lIns="0" tIns="84455" rIns="0" bIns="0" rtlCol="0" anchor="b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665"/>
              </a:spcBef>
            </a:pPr>
            <a:r>
              <a:rPr sz="4400" b="1" spc="5" dirty="0">
                <a:solidFill>
                  <a:schemeClr val="tx1"/>
                </a:solidFill>
              </a:rPr>
              <a:t>Binary</a:t>
            </a:r>
            <a:r>
              <a:rPr sz="4400" b="1" spc="-35" dirty="0">
                <a:solidFill>
                  <a:schemeClr val="tx1"/>
                </a:solidFill>
              </a:rPr>
              <a:t> </a:t>
            </a:r>
            <a:r>
              <a:rPr sz="4400" b="1" spc="-10" dirty="0">
                <a:solidFill>
                  <a:schemeClr val="tx1"/>
                </a:solidFill>
              </a:rPr>
              <a:t>Relational</a:t>
            </a:r>
            <a:r>
              <a:rPr sz="4400" b="1" spc="-20" dirty="0">
                <a:solidFill>
                  <a:schemeClr val="tx1"/>
                </a:solidFill>
              </a:rPr>
              <a:t> </a:t>
            </a:r>
            <a:r>
              <a:rPr sz="4400" b="1" spc="-15" dirty="0">
                <a:solidFill>
                  <a:schemeClr val="tx1"/>
                </a:solidFill>
              </a:rPr>
              <a:t>Operations: </a:t>
            </a:r>
            <a:r>
              <a:rPr sz="4400" b="1" spc="-980" dirty="0">
                <a:solidFill>
                  <a:schemeClr val="tx1"/>
                </a:solidFill>
              </a:rPr>
              <a:t> </a:t>
            </a:r>
            <a:r>
              <a:rPr sz="4400" b="1" dirty="0">
                <a:solidFill>
                  <a:schemeClr val="tx1"/>
                </a:solidFill>
              </a:rPr>
              <a:t>JOIN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133" y="1801495"/>
            <a:ext cx="10280590" cy="25468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870"/>
              </a:lnSpc>
              <a:spcBef>
                <a:spcPts val="100"/>
              </a:spcBef>
              <a:buFont typeface="Microsoft Sans Serif"/>
              <a:buChar char="•"/>
              <a:tabLst>
                <a:tab pos="241300" algn="l"/>
                <a:tab pos="4042410" algn="l"/>
              </a:tabLst>
            </a:pPr>
            <a:r>
              <a:rPr sz="2400" spc="-5" dirty="0">
                <a:latin typeface="Calibri"/>
                <a:cs typeface="Calibri"/>
              </a:rPr>
              <a:t>JOIN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(denoted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	</a:t>
            </a:r>
            <a:r>
              <a:rPr sz="2400" dirty="0">
                <a:latin typeface="Calibri"/>
                <a:cs typeface="Calibri"/>
              </a:rPr>
              <a:t>)</a:t>
            </a:r>
          </a:p>
          <a:p>
            <a:pPr marL="698500" marR="116839" lvl="1" indent="-228600">
              <a:lnSpc>
                <a:spcPct val="80000"/>
              </a:lnSpc>
              <a:spcBef>
                <a:spcPts val="520"/>
              </a:spcBef>
              <a:buFont typeface="Microsoft Sans Serif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sequence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CARTESIAN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PRODECT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followed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SELECT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 used </a:t>
            </a:r>
            <a:r>
              <a:rPr sz="2200" spc="-15" dirty="0">
                <a:latin typeface="Calibri"/>
                <a:cs typeface="Calibri"/>
              </a:rPr>
              <a:t>quite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commonly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identify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select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related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tuples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from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two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relations</a:t>
            </a:r>
            <a:endParaRPr sz="2200" dirty="0">
              <a:latin typeface="Calibri"/>
              <a:cs typeface="Calibri"/>
            </a:endParaRPr>
          </a:p>
          <a:p>
            <a:pPr marL="698500" marR="213995" lvl="1" indent="-228600">
              <a:lnSpc>
                <a:spcPct val="80000"/>
              </a:lnSpc>
              <a:spcBef>
                <a:spcPts val="490"/>
              </a:spcBef>
              <a:buFont typeface="Microsoft Sans Serif"/>
              <a:buChar char="•"/>
              <a:tabLst>
                <a:tab pos="697865" algn="l"/>
                <a:tab pos="698500" algn="l"/>
              </a:tabLst>
            </a:pP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special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operation,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called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JOIN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combines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sequence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into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single operation</a:t>
            </a:r>
            <a:endParaRPr sz="2200" dirty="0">
              <a:latin typeface="Calibri"/>
              <a:cs typeface="Calibri"/>
            </a:endParaRPr>
          </a:p>
          <a:p>
            <a:pPr marL="698500" marR="234315" lvl="1" indent="-228600">
              <a:lnSpc>
                <a:spcPct val="80100"/>
              </a:lnSpc>
              <a:spcBef>
                <a:spcPts val="500"/>
              </a:spcBef>
              <a:buFont typeface="Microsoft Sans Serif"/>
              <a:buChar char="•"/>
              <a:tabLst>
                <a:tab pos="697865" algn="l"/>
                <a:tab pos="698500" algn="l"/>
              </a:tabLst>
            </a:pPr>
            <a:r>
              <a:rPr sz="2200" spc="-5" dirty="0">
                <a:latin typeface="Calibri"/>
                <a:cs typeface="Calibri"/>
              </a:rPr>
              <a:t>This </a:t>
            </a:r>
            <a:r>
              <a:rPr sz="2200" spc="-15" dirty="0">
                <a:latin typeface="Calibri"/>
                <a:cs typeface="Calibri"/>
              </a:rPr>
              <a:t>operation</a:t>
            </a:r>
            <a:r>
              <a:rPr sz="2200" spc="-5" dirty="0">
                <a:latin typeface="Calibri"/>
                <a:cs typeface="Calibri"/>
              </a:rPr>
              <a:t> 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important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any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relational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database </a:t>
            </a:r>
            <a:r>
              <a:rPr sz="2200" spc="-5" dirty="0">
                <a:latin typeface="Calibri"/>
                <a:cs typeface="Calibri"/>
              </a:rPr>
              <a:t> with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more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than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single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relation,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because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it </a:t>
            </a:r>
            <a:r>
              <a:rPr sz="2200" spc="-10" dirty="0">
                <a:latin typeface="Calibri"/>
                <a:cs typeface="Calibri"/>
              </a:rPr>
              <a:t>allows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i="1" spc="-15" dirty="0">
                <a:latin typeface="Calibri"/>
                <a:cs typeface="Calibri"/>
              </a:rPr>
              <a:t>combine </a:t>
            </a:r>
            <a:r>
              <a:rPr sz="2200" i="1" spc="-484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related</a:t>
            </a:r>
            <a:r>
              <a:rPr sz="2200" i="1" spc="-5" dirty="0">
                <a:latin typeface="Calibri"/>
                <a:cs typeface="Calibri"/>
              </a:rPr>
              <a:t> tuples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from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various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relations</a:t>
            </a:r>
            <a:endParaRPr sz="2200" dirty="0">
              <a:latin typeface="Calibri"/>
              <a:cs typeface="Calibri"/>
            </a:endParaRPr>
          </a:p>
          <a:p>
            <a:pPr marL="698500" lvl="1" indent="-228600">
              <a:lnSpc>
                <a:spcPts val="2350"/>
              </a:lnSpc>
              <a:buFont typeface="Microsoft Sans Serif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general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form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join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operation</a:t>
            </a:r>
            <a:r>
              <a:rPr sz="2200" spc="-5" dirty="0">
                <a:latin typeface="Calibri"/>
                <a:cs typeface="Calibri"/>
              </a:rPr>
              <a:t> on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two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relations</a:t>
            </a:r>
            <a:r>
              <a:rPr sz="2200" spc="-5" dirty="0">
                <a:latin typeface="Calibri"/>
                <a:cs typeface="Calibri"/>
              </a:rPr>
              <a:t> R(A1,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A2,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.</a:t>
            </a:r>
            <a:r>
              <a:rPr lang="en-US"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.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.,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An) and </a:t>
            </a:r>
            <a:r>
              <a:rPr sz="2200" spc="-10" dirty="0">
                <a:latin typeface="Calibri"/>
                <a:cs typeface="Calibri"/>
              </a:rPr>
              <a:t>S(B1,</a:t>
            </a:r>
            <a:r>
              <a:rPr sz="2200" spc="-5" dirty="0">
                <a:latin typeface="Calibri"/>
                <a:cs typeface="Calibri"/>
              </a:rPr>
              <a:t> B2,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.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. .,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Bm)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is: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75032" y="4412484"/>
            <a:ext cx="1771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spc="-5" dirty="0">
                <a:latin typeface="Calibri"/>
                <a:cs typeface="Calibri"/>
              </a:rPr>
              <a:t>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2220" y="4480320"/>
            <a:ext cx="14300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spcBef>
                <a:spcPts val="95"/>
              </a:spcBef>
            </a:pPr>
            <a:r>
              <a:rPr sz="1450" dirty="0">
                <a:latin typeface="Calibri"/>
                <a:cs typeface="Calibri"/>
              </a:rPr>
              <a:t>&lt;join</a:t>
            </a:r>
            <a:r>
              <a:rPr sz="1450" spc="-20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condition&gt;</a:t>
            </a:r>
            <a:r>
              <a:rPr sz="3300" baseline="13888" dirty="0">
                <a:latin typeface="Calibri"/>
                <a:cs typeface="Calibri"/>
              </a:rPr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7488" y="5112958"/>
            <a:ext cx="1070788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2375"/>
              </a:lnSpc>
              <a:spcBef>
                <a:spcPts val="95"/>
              </a:spcBef>
              <a:buFont typeface="Microsoft Sans Serif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where</a:t>
            </a:r>
            <a:r>
              <a:rPr sz="2200" spc="-5" dirty="0">
                <a:latin typeface="Calibri"/>
                <a:cs typeface="Calibri"/>
              </a:rPr>
              <a:t> R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 S </a:t>
            </a:r>
            <a:r>
              <a:rPr sz="2200" spc="-15" dirty="0">
                <a:latin typeface="Calibri"/>
                <a:cs typeface="Calibri"/>
              </a:rPr>
              <a:t>can</a:t>
            </a:r>
            <a:r>
              <a:rPr sz="2200" spc="-5" dirty="0">
                <a:latin typeface="Calibri"/>
                <a:cs typeface="Calibri"/>
              </a:rPr>
              <a:t> be </a:t>
            </a:r>
            <a:r>
              <a:rPr sz="2200" spc="-15" dirty="0">
                <a:latin typeface="Calibri"/>
                <a:cs typeface="Calibri"/>
              </a:rPr>
              <a:t>any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relations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</a:t>
            </a:r>
            <a:r>
              <a:rPr sz="2200" spc="-5" dirty="0">
                <a:latin typeface="Calibri"/>
                <a:cs typeface="Calibri"/>
              </a:rPr>
              <a:t> result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from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general</a:t>
            </a:r>
            <a:r>
              <a:rPr lang="en-US" sz="2200" dirty="0">
                <a:latin typeface="Calibri"/>
                <a:cs typeface="Calibri"/>
              </a:rPr>
              <a:t> </a:t>
            </a:r>
            <a:r>
              <a:rPr sz="2200" i="1" spc="-5" dirty="0">
                <a:latin typeface="Calibri"/>
                <a:cs typeface="Calibri"/>
              </a:rPr>
              <a:t>relational</a:t>
            </a:r>
            <a:r>
              <a:rPr sz="2200" i="1" spc="-2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algebra</a:t>
            </a:r>
            <a:r>
              <a:rPr sz="2200" i="1" spc="-20" dirty="0">
                <a:latin typeface="Calibri"/>
                <a:cs typeface="Calibri"/>
              </a:rPr>
              <a:t> </a:t>
            </a:r>
            <a:r>
              <a:rPr sz="2200" i="1" spc="-15" dirty="0">
                <a:latin typeface="Calibri"/>
                <a:cs typeface="Calibri"/>
              </a:rPr>
              <a:t>expressions</a:t>
            </a:r>
            <a:r>
              <a:rPr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01071" y="1886759"/>
            <a:ext cx="288420" cy="247842"/>
          </a:xfrm>
          <a:custGeom>
            <a:avLst/>
            <a:gdLst/>
            <a:ahLst/>
            <a:cxnLst/>
            <a:rect l="l" t="t" r="r" b="b"/>
            <a:pathLst>
              <a:path w="219075" h="174625">
                <a:moveTo>
                  <a:pt x="6096" y="0"/>
                </a:moveTo>
                <a:lnTo>
                  <a:pt x="6096" y="174625"/>
                </a:lnTo>
              </a:path>
              <a:path w="219075" h="174625">
                <a:moveTo>
                  <a:pt x="213360" y="0"/>
                </a:moveTo>
                <a:lnTo>
                  <a:pt x="213360" y="174625"/>
                </a:lnTo>
              </a:path>
              <a:path w="219075" h="174625">
                <a:moveTo>
                  <a:pt x="10667" y="0"/>
                </a:moveTo>
                <a:lnTo>
                  <a:pt x="207010" y="174625"/>
                </a:lnTo>
              </a:path>
              <a:path w="219075" h="174625">
                <a:moveTo>
                  <a:pt x="219075" y="0"/>
                </a:moveTo>
                <a:lnTo>
                  <a:pt x="0" y="174625"/>
                </a:lnTo>
              </a:path>
            </a:pathLst>
          </a:custGeom>
          <a:ln w="1524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b="1" dirty="0">
              <a:solidFill>
                <a:schemeClr val="tx2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37745" y="4501931"/>
            <a:ext cx="244475" cy="174625"/>
          </a:xfrm>
          <a:custGeom>
            <a:avLst/>
            <a:gdLst/>
            <a:ahLst/>
            <a:cxnLst/>
            <a:rect l="l" t="t" r="r" b="b"/>
            <a:pathLst>
              <a:path w="244475" h="174625">
                <a:moveTo>
                  <a:pt x="6096" y="0"/>
                </a:moveTo>
                <a:lnTo>
                  <a:pt x="6096" y="174625"/>
                </a:lnTo>
              </a:path>
              <a:path w="244475" h="174625">
                <a:moveTo>
                  <a:pt x="237743" y="0"/>
                </a:moveTo>
                <a:lnTo>
                  <a:pt x="237743" y="174625"/>
                </a:lnTo>
              </a:path>
              <a:path w="244475" h="174625">
                <a:moveTo>
                  <a:pt x="12191" y="0"/>
                </a:moveTo>
                <a:lnTo>
                  <a:pt x="231266" y="174625"/>
                </a:lnTo>
              </a:path>
              <a:path w="244475" h="174625">
                <a:moveTo>
                  <a:pt x="244475" y="0"/>
                </a:moveTo>
                <a:lnTo>
                  <a:pt x="0" y="174625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5734" y="1040015"/>
            <a:ext cx="9303735" cy="629018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dirty="0">
                <a:solidFill>
                  <a:schemeClr val="tx1"/>
                </a:solidFill>
              </a:rPr>
              <a:t>Binary</a:t>
            </a:r>
            <a:r>
              <a:rPr sz="4000" b="1" spc="-5" dirty="0">
                <a:solidFill>
                  <a:schemeClr val="tx1"/>
                </a:solidFill>
              </a:rPr>
              <a:t> </a:t>
            </a:r>
            <a:r>
              <a:rPr sz="4000" b="1" spc="-10" dirty="0">
                <a:solidFill>
                  <a:schemeClr val="tx1"/>
                </a:solidFill>
              </a:rPr>
              <a:t>Relational</a:t>
            </a:r>
            <a:r>
              <a:rPr sz="4000" b="1" spc="10" dirty="0">
                <a:solidFill>
                  <a:schemeClr val="tx1"/>
                </a:solidFill>
              </a:rPr>
              <a:t> </a:t>
            </a:r>
            <a:r>
              <a:rPr sz="4000" b="1" spc="-15" dirty="0">
                <a:solidFill>
                  <a:schemeClr val="tx1"/>
                </a:solidFill>
              </a:rPr>
              <a:t>Operations:</a:t>
            </a:r>
            <a:r>
              <a:rPr sz="4000" b="1" spc="5" dirty="0">
                <a:solidFill>
                  <a:schemeClr val="tx1"/>
                </a:solidFill>
              </a:rPr>
              <a:t> </a:t>
            </a:r>
            <a:r>
              <a:rPr sz="4000" b="1" dirty="0">
                <a:solidFill>
                  <a:schemeClr val="tx1"/>
                </a:solidFill>
              </a:rPr>
              <a:t>JOIN </a:t>
            </a:r>
            <a:r>
              <a:rPr sz="4000" b="1" spc="-10" dirty="0">
                <a:solidFill>
                  <a:schemeClr val="tx1"/>
                </a:solidFill>
              </a:rPr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424" y="1773873"/>
            <a:ext cx="10203152" cy="18853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595"/>
              </a:lnSpc>
              <a:spcBef>
                <a:spcPts val="1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Example: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Suppose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want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retrieve</a:t>
            </a:r>
            <a:r>
              <a:rPr sz="2400" dirty="0">
                <a:latin typeface="Calibri"/>
                <a:cs typeface="Calibri"/>
              </a:rPr>
              <a:t> the </a:t>
            </a:r>
            <a:r>
              <a:rPr sz="2400" spc="-5" dirty="0">
                <a:latin typeface="Calibri"/>
                <a:cs typeface="Calibri"/>
              </a:rPr>
              <a:t>name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manager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department.</a:t>
            </a:r>
            <a:endParaRPr sz="2400" dirty="0">
              <a:latin typeface="Calibri"/>
              <a:cs typeface="Calibri"/>
            </a:endParaRPr>
          </a:p>
          <a:p>
            <a:pPr marL="697865" marR="5080" lvl="1" indent="-228600">
              <a:lnSpc>
                <a:spcPts val="2110"/>
              </a:lnSpc>
              <a:spcBef>
                <a:spcPts val="505"/>
              </a:spcBef>
              <a:buFont typeface="Microsoft Sans Serif"/>
              <a:buChar char="•"/>
              <a:tabLst>
                <a:tab pos="697865" algn="l"/>
                <a:tab pos="698500" algn="l"/>
              </a:tabLst>
            </a:pPr>
            <a:r>
              <a:rPr sz="2200" spc="-100" dirty="0">
                <a:latin typeface="Calibri"/>
                <a:cs typeface="Calibri"/>
              </a:rPr>
              <a:t>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get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manager’s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name,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we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need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to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combine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each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DEPARTMENT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tuple with 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EMPLOYEE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tuple whose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SSN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value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matches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MGRSSN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value</a:t>
            </a:r>
            <a:r>
              <a:rPr sz="2200" spc="-5" dirty="0">
                <a:latin typeface="Calibri"/>
                <a:cs typeface="Calibri"/>
              </a:rPr>
              <a:t> in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department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tuple.</a:t>
            </a:r>
            <a:endParaRPr sz="2200" dirty="0">
              <a:latin typeface="Calibri"/>
              <a:cs typeface="Calibri"/>
            </a:endParaRPr>
          </a:p>
          <a:p>
            <a:pPr marL="698500" lvl="1" indent="-228600">
              <a:lnSpc>
                <a:spcPts val="2630"/>
              </a:lnSpc>
              <a:buFont typeface="Microsoft Sans Serif"/>
              <a:buChar char="•"/>
              <a:tabLst>
                <a:tab pos="697865" algn="l"/>
                <a:tab pos="698500" algn="l"/>
                <a:tab pos="4530725" algn="l"/>
              </a:tabLst>
            </a:pPr>
            <a:r>
              <a:rPr sz="2200" spc="-50" dirty="0">
                <a:latin typeface="Calibri"/>
                <a:cs typeface="Calibri"/>
              </a:rPr>
              <a:t>We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by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using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join	</a:t>
            </a:r>
            <a:r>
              <a:rPr sz="2200" spc="-15" dirty="0">
                <a:latin typeface="Calibri"/>
                <a:cs typeface="Calibri"/>
              </a:rPr>
              <a:t>operation.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35542" y="3716884"/>
            <a:ext cx="6785377" cy="6610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spcBef>
                <a:spcPts val="95"/>
              </a:spcBef>
              <a:buFont typeface="Microsoft Sans Serif"/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DEPT_MGR</a:t>
            </a:r>
            <a:r>
              <a:rPr sz="2000" spc="-5" dirty="0">
                <a:latin typeface="Calibri"/>
                <a:cs typeface="Calibri"/>
              </a:rPr>
              <a:t> ←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DEPARTMENT</a:t>
            </a:r>
            <a:r>
              <a:rPr lang="en-US" sz="2000" spc="-25" dirty="0">
                <a:latin typeface="Calibri"/>
                <a:cs typeface="Calibri"/>
              </a:rPr>
              <a:t>        </a:t>
            </a:r>
            <a:r>
              <a:rPr lang="en-US" sz="1400" dirty="0">
                <a:latin typeface="Calibri"/>
                <a:cs typeface="Calibri"/>
              </a:rPr>
              <a:t>MGRSSN=SSN </a:t>
            </a:r>
            <a:r>
              <a:rPr lang="en-US" sz="3200" b="1" spc="-30" baseline="13888" dirty="0">
                <a:latin typeface="Calibri"/>
                <a:cs typeface="Calibri"/>
              </a:rPr>
              <a:t>EMPLOYEE</a:t>
            </a:r>
            <a:endParaRPr lang="en-US" sz="2000" b="1" baseline="13888" dirty="0">
              <a:latin typeface="Calibri"/>
              <a:cs typeface="Calibri"/>
            </a:endParaRPr>
          </a:p>
          <a:p>
            <a:pPr marL="241300" indent="-228600">
              <a:spcBef>
                <a:spcPts val="95"/>
              </a:spcBef>
              <a:buFont typeface="Microsoft Sans Serif"/>
              <a:buChar char="•"/>
              <a:tabLst>
                <a:tab pos="240665" algn="l"/>
                <a:tab pos="241300" algn="l"/>
              </a:tabLst>
            </a:pP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3116" y="4226040"/>
            <a:ext cx="10203152" cy="1591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870"/>
              </a:lnSpc>
              <a:spcBef>
                <a:spcPts val="1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MGRSSN=SSN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join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condition</a:t>
            </a:r>
            <a:endParaRPr sz="2400" dirty="0">
              <a:latin typeface="Calibri"/>
              <a:cs typeface="Calibri"/>
            </a:endParaRPr>
          </a:p>
          <a:p>
            <a:pPr marL="697865" marR="866775" lvl="1" indent="-228600">
              <a:lnSpc>
                <a:spcPct val="80000"/>
              </a:lnSpc>
              <a:spcBef>
                <a:spcPts val="520"/>
              </a:spcBef>
              <a:buFont typeface="Microsoft Sans Serif"/>
              <a:buChar char="•"/>
              <a:tabLst>
                <a:tab pos="697865" algn="l"/>
                <a:tab pos="698500" algn="l"/>
              </a:tabLst>
            </a:pPr>
            <a:r>
              <a:rPr sz="2200" spc="-5" dirty="0">
                <a:latin typeface="Calibri"/>
                <a:cs typeface="Calibri"/>
              </a:rPr>
              <a:t>Combines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each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department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record </a:t>
            </a:r>
            <a:r>
              <a:rPr sz="2200" spc="-5" dirty="0">
                <a:latin typeface="Calibri"/>
                <a:cs typeface="Calibri"/>
              </a:rPr>
              <a:t>with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employee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who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manages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lang="en-US"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department</a:t>
            </a:r>
            <a:endParaRPr sz="2200" dirty="0">
              <a:latin typeface="Calibri"/>
              <a:cs typeface="Calibri"/>
            </a:endParaRPr>
          </a:p>
          <a:p>
            <a:pPr marL="698500" lvl="1" indent="-228600">
              <a:lnSpc>
                <a:spcPts val="2340"/>
              </a:lnSpc>
              <a:buFont typeface="Microsoft Sans Serif"/>
              <a:buChar char="•"/>
              <a:tabLst>
                <a:tab pos="697865" algn="l"/>
                <a:tab pos="698500" algn="l"/>
              </a:tabLst>
            </a:pP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join</a:t>
            </a:r>
            <a:r>
              <a:rPr sz="2200" spc="-10" dirty="0">
                <a:latin typeface="Calibri"/>
                <a:cs typeface="Calibri"/>
              </a:rPr>
              <a:t> condition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can</a:t>
            </a:r>
            <a:r>
              <a:rPr sz="2200" spc="-5" dirty="0">
                <a:latin typeface="Calibri"/>
                <a:cs typeface="Calibri"/>
              </a:rPr>
              <a:t> also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specified as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DEPARTMENT.MGRSSN=</a:t>
            </a:r>
            <a:endParaRPr sz="2200" dirty="0">
              <a:latin typeface="Calibri"/>
              <a:cs typeface="Calibri"/>
            </a:endParaRPr>
          </a:p>
          <a:p>
            <a:pPr marL="697865">
              <a:lnSpc>
                <a:spcPts val="2375"/>
              </a:lnSpc>
            </a:pPr>
            <a:r>
              <a:rPr sz="2200" spc="-20" dirty="0">
                <a:latin typeface="Calibri"/>
                <a:cs typeface="Calibri"/>
              </a:rPr>
              <a:t>EMPLOYEE.SSN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45343" y="3327062"/>
            <a:ext cx="285750" cy="284983"/>
          </a:xfrm>
          <a:custGeom>
            <a:avLst/>
            <a:gdLst/>
            <a:ahLst/>
            <a:cxnLst/>
            <a:rect l="l" t="t" r="r" b="b"/>
            <a:pathLst>
              <a:path w="285750" h="347979">
                <a:moveTo>
                  <a:pt x="7619" y="0"/>
                </a:moveTo>
                <a:lnTo>
                  <a:pt x="7619" y="347599"/>
                </a:lnTo>
              </a:path>
              <a:path w="285750" h="347979">
                <a:moveTo>
                  <a:pt x="278891" y="0"/>
                </a:moveTo>
                <a:lnTo>
                  <a:pt x="278891" y="347599"/>
                </a:lnTo>
              </a:path>
              <a:path w="285750" h="347979">
                <a:moveTo>
                  <a:pt x="15239" y="0"/>
                </a:moveTo>
                <a:lnTo>
                  <a:pt x="271271" y="347599"/>
                </a:lnTo>
              </a:path>
              <a:path w="285750" h="347979">
                <a:moveTo>
                  <a:pt x="285750" y="0"/>
                </a:moveTo>
                <a:lnTo>
                  <a:pt x="0" y="347599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7"/>
          <p:cNvSpPr/>
          <p:nvPr/>
        </p:nvSpPr>
        <p:spPr>
          <a:xfrm>
            <a:off x="5174570" y="3790986"/>
            <a:ext cx="271780" cy="174625"/>
          </a:xfrm>
          <a:custGeom>
            <a:avLst/>
            <a:gdLst/>
            <a:ahLst/>
            <a:cxnLst/>
            <a:rect l="l" t="t" r="r" b="b"/>
            <a:pathLst>
              <a:path w="271779" h="174625">
                <a:moveTo>
                  <a:pt x="6096" y="0"/>
                </a:moveTo>
                <a:lnTo>
                  <a:pt x="6096" y="174625"/>
                </a:lnTo>
              </a:path>
              <a:path w="271779" h="174625">
                <a:moveTo>
                  <a:pt x="263651" y="0"/>
                </a:moveTo>
                <a:lnTo>
                  <a:pt x="263651" y="174625"/>
                </a:lnTo>
              </a:path>
              <a:path w="271779" h="174625">
                <a:moveTo>
                  <a:pt x="13715" y="0"/>
                </a:moveTo>
                <a:lnTo>
                  <a:pt x="256921" y="174625"/>
                </a:lnTo>
              </a:path>
              <a:path w="271779" h="174625">
                <a:moveTo>
                  <a:pt x="271399" y="0"/>
                </a:moveTo>
                <a:lnTo>
                  <a:pt x="0" y="174625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8571" y="1301948"/>
            <a:ext cx="9073226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456055" algn="l"/>
              </a:tabLst>
            </a:pPr>
            <a:r>
              <a:rPr sz="2400" b="1" spc="-5" dirty="0">
                <a:latin typeface="Calibri"/>
                <a:cs typeface="Calibri"/>
              </a:rPr>
              <a:t>Figure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8.6	</a:t>
            </a:r>
            <a:r>
              <a:rPr sz="2400" spc="-10" dirty="0">
                <a:latin typeface="Calibri"/>
                <a:cs typeface="Calibri"/>
              </a:rPr>
              <a:t>Result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JOIN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operation</a:t>
            </a:r>
            <a:r>
              <a:rPr sz="2400" spc="-10" dirty="0">
                <a:latin typeface="Calibri"/>
                <a:cs typeface="Calibri"/>
              </a:rPr>
              <a:t> DEPT_MGR</a:t>
            </a:r>
            <a:r>
              <a:rPr sz="2400" dirty="0">
                <a:latin typeface="Calibri"/>
                <a:cs typeface="Calibri"/>
              </a:rPr>
              <a:t> 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56108" y="1278438"/>
            <a:ext cx="20815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DEPARTMENT</a:t>
            </a:r>
            <a:r>
              <a:rPr sz="2400" spc="-30" baseline="24305" dirty="0">
                <a:latin typeface="Calibri"/>
                <a:cs typeface="Calibri"/>
              </a:rPr>
              <a:t>|X|</a:t>
            </a:r>
            <a:endParaRPr sz="2400" baseline="24305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35334" y="1255563"/>
            <a:ext cx="25673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1600" spc="-10" dirty="0">
                <a:latin typeface="Calibri"/>
                <a:cs typeface="Calibri"/>
              </a:rPr>
              <a:t>Mgr_ssn=Ssn</a:t>
            </a:r>
            <a:r>
              <a:rPr sz="3600" spc="-15" baseline="13888" dirty="0">
                <a:latin typeface="Calibri"/>
                <a:cs typeface="Calibri"/>
              </a:rPr>
              <a:t>EMPLOYEE.</a:t>
            </a:r>
            <a:endParaRPr sz="3600" baseline="13888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9876" y="1846745"/>
            <a:ext cx="8923366" cy="23224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2350</TotalTime>
  <Words>1457</Words>
  <Application>Microsoft Office PowerPoint</Application>
  <PresentationFormat>Widescreen</PresentationFormat>
  <Paragraphs>272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Aptos</vt:lpstr>
      <vt:lpstr>Arial</vt:lpstr>
      <vt:lpstr>Arial MT</vt:lpstr>
      <vt:lpstr>Calibri</vt:lpstr>
      <vt:lpstr>Cambria Math</vt:lpstr>
      <vt:lpstr>Lucida Sans Unicode</vt:lpstr>
      <vt:lpstr>Microsoft Sans Serif</vt:lpstr>
      <vt:lpstr>Tahoma</vt:lpstr>
      <vt:lpstr>Times New Roman</vt:lpstr>
      <vt:lpstr>Verdana</vt:lpstr>
      <vt:lpstr>Retrospect</vt:lpstr>
      <vt:lpstr> Database Systems</vt:lpstr>
      <vt:lpstr>Relational Algebra Operations from  Set Theory: UNION</vt:lpstr>
      <vt:lpstr>Relational Algebra Operations from  Set Theory: UNION</vt:lpstr>
      <vt:lpstr>Union Operation (Example)</vt:lpstr>
      <vt:lpstr>Union Operation (Example)</vt:lpstr>
      <vt:lpstr>Relational Algebra Operations from  Set Theory</vt:lpstr>
      <vt:lpstr>Relational Algebra Operations from Set  Theory: INTERSECTION</vt:lpstr>
      <vt:lpstr>Intersection Operation</vt:lpstr>
      <vt:lpstr>Relational Algebra Operations from Set  Theory: SET DIFFERENCE (cont.)</vt:lpstr>
      <vt:lpstr>Difference(Minus) Operation</vt:lpstr>
      <vt:lpstr>Example to illustrate the result  of UNION, INTERSECT, and  DIFFERENCE</vt:lpstr>
      <vt:lpstr>Relational Algebra Operations from Set  Theory: CARTESIAN PRODUCT</vt:lpstr>
      <vt:lpstr>PowerPoint Presentation</vt:lpstr>
      <vt:lpstr>Relational Algebra Operations from Set  Theory: CARTESIAN PRODUCT (cont.)</vt:lpstr>
      <vt:lpstr>PowerPoint Presentation</vt:lpstr>
      <vt:lpstr>Relational Algebra Operations from Set  Theory: CARTESIAN PRODUCT (cont.)</vt:lpstr>
      <vt:lpstr>PowerPoint Presentation</vt:lpstr>
      <vt:lpstr>Binary Relational Operations:  JOIN</vt:lpstr>
      <vt:lpstr>Binary Relational Operations: JOIN (cont.)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46</cp:revision>
  <dcterms:created xsi:type="dcterms:W3CDTF">2024-08-09T06:58:16Z</dcterms:created>
  <dcterms:modified xsi:type="dcterms:W3CDTF">2024-10-21T14:48:40Z</dcterms:modified>
</cp:coreProperties>
</file>