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80" r:id="rId5"/>
    <p:sldId id="259" r:id="rId6"/>
    <p:sldId id="260" r:id="rId7"/>
    <p:sldId id="261" r:id="rId8"/>
    <p:sldId id="279" r:id="rId9"/>
    <p:sldId id="281" r:id="rId10"/>
    <p:sldId id="263" r:id="rId11"/>
    <p:sldId id="264" r:id="rId12"/>
    <p:sldId id="265" r:id="rId13"/>
    <p:sldId id="266" r:id="rId14"/>
    <p:sldId id="282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62" r:id="rId23"/>
    <p:sldId id="27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9979"/>
    <a:srgbClr val="BF5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0CDA4-F1C6-4A2D-A27C-52286B3C7AD7}" v="4" dt="2024-10-21T08:47:12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21" autoAdjust="0"/>
    <p:restoredTop sz="94061" autoAdjust="0"/>
  </p:normalViewPr>
  <p:slideViewPr>
    <p:cSldViewPr snapToGrid="0">
      <p:cViewPr varScale="1">
        <p:scale>
          <a:sx n="109" d="100"/>
          <a:sy n="109" d="100"/>
        </p:scale>
        <p:origin x="1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CC6B5282-6613-48F0-886F-796865211BB0}"/>
    <pc:docChg chg="custSel addSld delSld modSld">
      <pc:chgData name="Ms Alina Arshad" userId="cccdfd85-d35d-4453-9c6f-a463aae40722" providerId="ADAL" clId="{CC6B5282-6613-48F0-886F-796865211BB0}" dt="2024-09-11T13:33:58.825" v="122" actId="47"/>
      <pc:docMkLst>
        <pc:docMk/>
      </pc:docMkLst>
      <pc:sldChg chg="modSp mod">
        <pc:chgData name="Ms Alina Arshad" userId="cccdfd85-d35d-4453-9c6f-a463aae40722" providerId="ADAL" clId="{CC6B5282-6613-48F0-886F-796865211BB0}" dt="2024-09-11T12:42:56.927" v="41" actId="207"/>
        <pc:sldMkLst>
          <pc:docMk/>
          <pc:sldMk cId="3322361034" sldId="256"/>
        </pc:sldMkLst>
        <pc:spChg chg="mod">
          <ac:chgData name="Ms Alina Arshad" userId="cccdfd85-d35d-4453-9c6f-a463aae40722" providerId="ADAL" clId="{CC6B5282-6613-48F0-886F-796865211BB0}" dt="2024-09-11T12:42:56.927" v="41" actId="207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CC6B5282-6613-48F0-886F-796865211BB0}" dt="2024-09-11T12:43:01.209" v="4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CC6B5282-6613-48F0-886F-796865211BB0}" dt="2024-09-11T12:43:46.054" v="48" actId="113"/>
        <pc:sldMkLst>
          <pc:docMk/>
          <pc:sldMk cId="0" sldId="258"/>
        </pc:sldMkLst>
        <pc:spChg chg="mod">
          <ac:chgData name="Ms Alina Arshad" userId="cccdfd85-d35d-4453-9c6f-a463aae40722" providerId="ADAL" clId="{CC6B5282-6613-48F0-886F-796865211BB0}" dt="2024-09-11T12:43:28.260" v="44" actId="1076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3:46.054" v="48" actId="113"/>
          <ac:spMkLst>
            <pc:docMk/>
            <pc:sldMk cId="0" sldId="258"/>
            <ac:spMk id="107" creationId="{00000000-0000-0000-0000-000000000000}"/>
          </ac:spMkLst>
        </pc:spChg>
      </pc:sldChg>
      <pc:sldChg chg="modSp add del mod">
        <pc:chgData name="Ms Alina Arshad" userId="cccdfd85-d35d-4453-9c6f-a463aae40722" providerId="ADAL" clId="{CC6B5282-6613-48F0-886F-796865211BB0}" dt="2024-09-11T12:44:40.458" v="59" actId="14100"/>
        <pc:sldMkLst>
          <pc:docMk/>
          <pc:sldMk cId="0" sldId="260"/>
        </pc:sldMkLst>
        <pc:spChg chg="mod">
          <ac:chgData name="Ms Alina Arshad" userId="cccdfd85-d35d-4453-9c6f-a463aae40722" providerId="ADAL" clId="{CC6B5282-6613-48F0-886F-796865211BB0}" dt="2024-09-11T12:44:27.952" v="56" actId="207"/>
          <ac:spMkLst>
            <pc:docMk/>
            <pc:sldMk cId="0" sldId="260"/>
            <ac:spMk id="119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4:40.458" v="59" actId="14100"/>
          <ac:spMkLst>
            <pc:docMk/>
            <pc:sldMk cId="0" sldId="260"/>
            <ac:spMk id="121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44:31.775" v="57" actId="1076"/>
          <ac:picMkLst>
            <pc:docMk/>
            <pc:sldMk cId="0" sldId="260"/>
            <ac:picMk id="12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2:51:30.146" v="76" actId="1076"/>
        <pc:sldMkLst>
          <pc:docMk/>
          <pc:sldMk cId="0" sldId="261"/>
        </pc:sldMkLst>
        <pc:spChg chg="mod">
          <ac:chgData name="Ms Alina Arshad" userId="cccdfd85-d35d-4453-9c6f-a463aae40722" providerId="ADAL" clId="{CC6B5282-6613-48F0-886F-796865211BB0}" dt="2024-09-11T12:51:16.602" v="71" actId="1076"/>
          <ac:spMkLst>
            <pc:docMk/>
            <pc:sldMk cId="0" sldId="261"/>
            <ac:spMk id="12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1:13.184" v="70" actId="1076"/>
          <ac:spMkLst>
            <pc:docMk/>
            <pc:sldMk cId="0" sldId="261"/>
            <ac:spMk id="12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1:30.146" v="76" actId="1076"/>
          <ac:picMkLst>
            <pc:docMk/>
            <pc:sldMk cId="0" sldId="261"/>
            <ac:picMk id="129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2:51:25.307" v="74" actId="1076"/>
          <ac:picMkLst>
            <pc:docMk/>
            <pc:sldMk cId="0" sldId="261"/>
            <ac:picMk id="13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4:48.316" v="89" actId="1076"/>
        <pc:sldMkLst>
          <pc:docMk/>
          <pc:sldMk cId="0" sldId="262"/>
        </pc:sldMkLst>
        <pc:spChg chg="mod">
          <ac:chgData name="Ms Alina Arshad" userId="cccdfd85-d35d-4453-9c6f-a463aae40722" providerId="ADAL" clId="{CC6B5282-6613-48F0-886F-796865211BB0}" dt="2024-09-11T12:52:23.498" v="77" actId="207"/>
          <ac:spMkLst>
            <pc:docMk/>
            <pc:sldMk cId="0" sldId="262"/>
            <ac:spMk id="13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2:27.292" v="78" actId="1076"/>
          <ac:picMkLst>
            <pc:docMk/>
            <pc:sldMk cId="0" sldId="262"/>
            <ac:picMk id="137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4:48.316" v="89" actId="1076"/>
          <ac:picMkLst>
            <pc:docMk/>
            <pc:sldMk cId="0" sldId="262"/>
            <ac:picMk id="138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1:30.026" v="88" actId="1036"/>
        <pc:sldMkLst>
          <pc:docMk/>
          <pc:sldMk cId="0" sldId="263"/>
        </pc:sldMkLst>
        <pc:spChg chg="mod">
          <ac:chgData name="Ms Alina Arshad" userId="cccdfd85-d35d-4453-9c6f-a463aae40722" providerId="ADAL" clId="{CC6B5282-6613-48F0-886F-796865211BB0}" dt="2024-09-11T13:01:30.026" v="88" actId="1036"/>
          <ac:spMkLst>
            <pc:docMk/>
            <pc:sldMk cId="0" sldId="263"/>
            <ac:spMk id="144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3:36.609" v="85" actId="1076"/>
          <ac:spMkLst>
            <pc:docMk/>
            <pc:sldMk cId="0" sldId="263"/>
            <ac:spMk id="14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3:29.518" v="83" actId="1076"/>
          <ac:picMkLst>
            <pc:docMk/>
            <pc:sldMk cId="0" sldId="263"/>
            <ac:picMk id="145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5:23.098" v="91" actId="1076"/>
        <pc:sldMkLst>
          <pc:docMk/>
          <pc:sldMk cId="0" sldId="264"/>
        </pc:sldMkLst>
        <pc:spChg chg="mod">
          <ac:chgData name="Ms Alina Arshad" userId="cccdfd85-d35d-4453-9c6f-a463aae40722" providerId="ADAL" clId="{CC6B5282-6613-48F0-886F-796865211BB0}" dt="2024-09-11T12:42:03.318" v="21" actId="27636"/>
          <ac:spMkLst>
            <pc:docMk/>
            <pc:sldMk cId="0" sldId="264"/>
            <ac:spMk id="154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18.520" v="90" actId="1076"/>
          <ac:picMkLst>
            <pc:docMk/>
            <pc:sldMk cId="0" sldId="264"/>
            <ac:picMk id="152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5:23.098" v="91" actId="1076"/>
          <ac:picMkLst>
            <pc:docMk/>
            <pc:sldMk cId="0" sldId="264"/>
            <ac:picMk id="153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33:58.825" v="122" actId="47"/>
        <pc:sldMkLst>
          <pc:docMk/>
          <pc:sldMk cId="1577505814" sldId="265"/>
        </pc:sldMkLst>
        <pc:spChg chg="mod">
          <ac:chgData name="Ms Alina Arshad" userId="cccdfd85-d35d-4453-9c6f-a463aae40722" providerId="ADAL" clId="{CC6B5282-6613-48F0-886F-796865211BB0}" dt="2024-09-11T13:05:48.001" v="98" actId="14100"/>
          <ac:spMkLst>
            <pc:docMk/>
            <pc:sldMk cId="1577505814" sldId="265"/>
            <ac:spMk id="160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35.798" v="95" actId="1076"/>
          <ac:picMkLst>
            <pc:docMk/>
            <pc:sldMk cId="1577505814" sldId="265"/>
            <ac:picMk id="161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25.138" v="106" actId="1076"/>
        <pc:sldMkLst>
          <pc:docMk/>
          <pc:sldMk cId="1582826008" sldId="266"/>
        </pc:sldMkLst>
        <pc:spChg chg="mod">
          <ac:chgData name="Ms Alina Arshad" userId="cccdfd85-d35d-4453-9c6f-a463aae40722" providerId="ADAL" clId="{CC6B5282-6613-48F0-886F-796865211BB0}" dt="2024-09-11T13:06:03.598" v="101" actId="1076"/>
          <ac:spMkLst>
            <pc:docMk/>
            <pc:sldMk cId="1582826008" sldId="266"/>
            <ac:spMk id="16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13.318" v="103" actId="403"/>
          <ac:spMkLst>
            <pc:docMk/>
            <pc:sldMk cId="1582826008" sldId="266"/>
            <ac:spMk id="16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25.138" v="106" actId="1076"/>
          <ac:picMkLst>
            <pc:docMk/>
            <pc:sldMk cId="1582826008" sldId="266"/>
            <ac:picMk id="169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55.957" v="114" actId="1076"/>
        <pc:sldMkLst>
          <pc:docMk/>
          <pc:sldMk cId="731299161" sldId="267"/>
        </pc:sldMkLst>
        <pc:spChg chg="mod">
          <ac:chgData name="Ms Alina Arshad" userId="cccdfd85-d35d-4453-9c6f-a463aae40722" providerId="ADAL" clId="{CC6B5282-6613-48F0-886F-796865211BB0}" dt="2024-09-11T13:06:55.957" v="114" actId="1076"/>
          <ac:spMkLst>
            <pc:docMk/>
            <pc:sldMk cId="731299161" sldId="267"/>
            <ac:spMk id="175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51.496" v="113" actId="14100"/>
          <ac:spMkLst>
            <pc:docMk/>
            <pc:sldMk cId="731299161" sldId="267"/>
            <ac:spMk id="177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47.359" v="112" actId="1076"/>
          <ac:picMkLst>
            <pc:docMk/>
            <pc:sldMk cId="731299161" sldId="267"/>
            <ac:picMk id="176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7:19.043" v="121" actId="1076"/>
        <pc:sldMkLst>
          <pc:docMk/>
          <pc:sldMk cId="90329638" sldId="268"/>
        </pc:sldMkLst>
        <pc:spChg chg="mod">
          <ac:chgData name="Ms Alina Arshad" userId="cccdfd85-d35d-4453-9c6f-a463aae40722" providerId="ADAL" clId="{CC6B5282-6613-48F0-886F-796865211BB0}" dt="2024-09-11T13:07:15.560" v="120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7:06.044" v="117" actId="1076"/>
          <ac:picMkLst>
            <pc:docMk/>
            <pc:sldMk cId="90329638" sldId="268"/>
            <ac:picMk id="183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7:19.043" v="121" actId="1076"/>
          <ac:picMkLst>
            <pc:docMk/>
            <pc:sldMk cId="90329638" sldId="268"/>
            <ac:picMk id="184" creationId="{00000000-0000-0000-0000-000000000000}"/>
          </ac:picMkLst>
        </pc:picChg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295129282" sldId="269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090315159" sldId="270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3034138166" sldId="271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504047100" sldId="272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4283755204" sldId="273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935103945" sldId="274"/>
        </pc:sldMkLst>
      </pc:sldChg>
      <pc:sldChg chg="modSp add mod">
        <pc:chgData name="Ms Alina Arshad" userId="cccdfd85-d35d-4453-9c6f-a463aae40722" providerId="ADAL" clId="{CC6B5282-6613-48F0-886F-796865211BB0}" dt="2024-09-11T12:42:03.381" v="23" actId="27636"/>
        <pc:sldMkLst>
          <pc:docMk/>
          <pc:sldMk cId="1497646456" sldId="275"/>
        </pc:sldMkLst>
        <pc:spChg chg="mod">
          <ac:chgData name="Ms Alina Arshad" userId="cccdfd85-d35d-4453-9c6f-a463aae40722" providerId="ADAL" clId="{CC6B5282-6613-48F0-886F-796865211BB0}" dt="2024-09-11T12:42:03.381" v="23" actId="27636"/>
          <ac:spMkLst>
            <pc:docMk/>
            <pc:sldMk cId="1497646456" sldId="275"/>
            <ac:spMk id="240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993717517" sldId="27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7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668593764" sldId="278"/>
        </pc:sldMkLst>
      </pc:sldChg>
      <pc:sldChg chg="modSp add del mod">
        <pc:chgData name="Ms Alina Arshad" userId="cccdfd85-d35d-4453-9c6f-a463aae40722" providerId="ADAL" clId="{CC6B5282-6613-48F0-886F-796865211BB0}" dt="2024-09-11T12:42:44.828" v="35" actId="47"/>
        <pc:sldMkLst>
          <pc:docMk/>
          <pc:sldMk cId="1821615422" sldId="280"/>
        </pc:sldMkLst>
        <pc:spChg chg="mod">
          <ac:chgData name="Ms Alina Arshad" userId="cccdfd85-d35d-4453-9c6f-a463aae40722" providerId="ADAL" clId="{CC6B5282-6613-48F0-886F-796865211BB0}" dt="2024-09-11T12:42:42.317" v="34" actId="6549"/>
          <ac:spMkLst>
            <pc:docMk/>
            <pc:sldMk cId="1821615422" sldId="280"/>
            <ac:spMk id="95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605066316" sldId="28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4697311" sldId="28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89392637" sldId="28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800652809" sldId="28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1402144616" sldId="28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8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29345964" sldId="28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002870935" sldId="288"/>
        </pc:sldMkLst>
      </pc:sldChg>
      <pc:sldChg chg="modSp add mod">
        <pc:chgData name="Ms Alina Arshad" userId="cccdfd85-d35d-4453-9c6f-a463aae40722" providerId="ADAL" clId="{CC6B5282-6613-48F0-886F-796865211BB0}" dt="2024-09-11T12:42:03.393" v="24" actId="27636"/>
        <pc:sldMkLst>
          <pc:docMk/>
          <pc:sldMk cId="0" sldId="289"/>
        </pc:sldMkLst>
        <pc:spChg chg="mod">
          <ac:chgData name="Ms Alina Arshad" userId="cccdfd85-d35d-4453-9c6f-a463aae40722" providerId="ADAL" clId="{CC6B5282-6613-48F0-886F-796865211BB0}" dt="2024-09-11T12:42:03.393" v="24" actId="27636"/>
          <ac:spMkLst>
            <pc:docMk/>
            <pc:sldMk cId="0" sldId="289"/>
            <ac:spMk id="32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9"/>
        </pc:sldMkLst>
      </pc:sldChg>
      <pc:sldChg chg="modSp add mod">
        <pc:chgData name="Ms Alina Arshad" userId="cccdfd85-d35d-4453-9c6f-a463aae40722" providerId="ADAL" clId="{CC6B5282-6613-48F0-886F-796865211BB0}" dt="2024-09-11T12:42:03.479" v="25" actId="27636"/>
        <pc:sldMkLst>
          <pc:docMk/>
          <pc:sldMk cId="0" sldId="320"/>
        </pc:sldMkLst>
        <pc:spChg chg="mod">
          <ac:chgData name="Ms Alina Arshad" userId="cccdfd85-d35d-4453-9c6f-a463aae40722" providerId="ADAL" clId="{CC6B5282-6613-48F0-886F-796865211BB0}" dt="2024-09-11T12:42:03.479" v="25" actId="27636"/>
          <ac:spMkLst>
            <pc:docMk/>
            <pc:sldMk cId="0" sldId="320"/>
            <ac:spMk id="549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6"/>
        </pc:sldMkLst>
      </pc:sldChg>
      <pc:sldChg chg="modSp add mod">
        <pc:chgData name="Ms Alina Arshad" userId="cccdfd85-d35d-4453-9c6f-a463aae40722" providerId="ADAL" clId="{CC6B5282-6613-48F0-886F-796865211BB0}" dt="2024-09-11T12:42:03.520" v="26" actId="27636"/>
        <pc:sldMkLst>
          <pc:docMk/>
          <pc:sldMk cId="0" sldId="327"/>
        </pc:sldMkLst>
        <pc:spChg chg="mod">
          <ac:chgData name="Ms Alina Arshad" userId="cccdfd85-d35d-4453-9c6f-a463aae40722" providerId="ADAL" clId="{CC6B5282-6613-48F0-886F-796865211BB0}" dt="2024-09-11T12:42:03.520" v="26" actId="27636"/>
          <ac:spMkLst>
            <pc:docMk/>
            <pc:sldMk cId="0" sldId="327"/>
            <ac:spMk id="59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7"/>
        </pc:sldMkLst>
      </pc:sldChg>
    </pc:docChg>
  </pc:docChgLst>
  <pc:docChgLst>
    <pc:chgData name="Ms Alina Arshad" userId="cccdfd85-d35d-4453-9c6f-a463aae40722" providerId="ADAL" clId="{9C125398-0035-40D4-80A2-48A755B7795E}"/>
    <pc:docChg chg="addSld modSld">
      <pc:chgData name="Ms Alina Arshad" userId="cccdfd85-d35d-4453-9c6f-a463aae40722" providerId="ADAL" clId="{9C125398-0035-40D4-80A2-48A755B7795E}" dt="2024-08-25T16:00:43.580" v="6" actId="1076"/>
      <pc:docMkLst>
        <pc:docMk/>
      </pc:docMkLst>
      <pc:sldChg chg="modSp add mod">
        <pc:chgData name="Ms Alina Arshad" userId="cccdfd85-d35d-4453-9c6f-a463aae40722" providerId="ADAL" clId="{9C125398-0035-40D4-80A2-48A755B7795E}" dt="2024-08-25T16:00:43.580" v="6" actId="1076"/>
        <pc:sldMkLst>
          <pc:docMk/>
          <pc:sldMk cId="0" sldId="324"/>
        </pc:sldMkLst>
        <pc:spChg chg="mod">
          <ac:chgData name="Ms Alina Arshad" userId="cccdfd85-d35d-4453-9c6f-a463aae40722" providerId="ADAL" clId="{9C125398-0035-40D4-80A2-48A755B7795E}" dt="2024-08-25T16:00:43.580" v="6" actId="1076"/>
          <ac:spMkLst>
            <pc:docMk/>
            <pc:sldMk cId="0" sldId="324"/>
            <ac:spMk id="29699" creationId="{BC7ACC91-16AA-5D67-B935-92EE00D4568C}"/>
          </ac:spMkLst>
        </pc:spChg>
      </pc:sldChg>
    </pc:docChg>
  </pc:docChgLst>
  <pc:docChgLst>
    <pc:chgData name="Ms Alina Arshad" userId="cccdfd85-d35d-4453-9c6f-a463aae40722" providerId="ADAL" clId="{AD184B4B-0CF3-4D88-AFEA-77665C37DC41}"/>
    <pc:docChg chg="undo custSel addSld delSld modSld sldOrd">
      <pc:chgData name="Ms Alina Arshad" userId="cccdfd85-d35d-4453-9c6f-a463aae40722" providerId="ADAL" clId="{AD184B4B-0CF3-4D88-AFEA-77665C37DC41}" dt="2024-10-07T14:53:18.370" v="664" actId="20577"/>
      <pc:docMkLst>
        <pc:docMk/>
      </pc:docMkLst>
      <pc:sldChg chg="modSp mod">
        <pc:chgData name="Ms Alina Arshad" userId="cccdfd85-d35d-4453-9c6f-a463aae40722" providerId="ADAL" clId="{AD184B4B-0CF3-4D88-AFEA-77665C37DC41}" dt="2024-10-01T14:08:05.980" v="476" actId="404"/>
        <pc:sldMkLst>
          <pc:docMk/>
          <pc:sldMk cId="3322361034" sldId="256"/>
        </pc:sldMkLst>
        <pc:spChg chg="mod">
          <ac:chgData name="Ms Alina Arshad" userId="cccdfd85-d35d-4453-9c6f-a463aae40722" providerId="ADAL" clId="{AD184B4B-0CF3-4D88-AFEA-77665C37DC41}" dt="2024-10-01T14:08:05.980" v="476" actId="404"/>
          <ac:spMkLst>
            <pc:docMk/>
            <pc:sldMk cId="3322361034" sldId="256"/>
            <ac:spMk id="3" creationId="{44E9F82C-BBA7-3495-1097-BEDB54FFFDF4}"/>
          </ac:spMkLst>
        </pc:spChg>
      </pc:sldChg>
      <pc:sldChg chg="addSp delSp modSp add mod">
        <pc:chgData name="Ms Alina Arshad" userId="cccdfd85-d35d-4453-9c6f-a463aae40722" providerId="ADAL" clId="{AD184B4B-0CF3-4D88-AFEA-77665C37DC41}" dt="2024-10-06T13:07:38.994" v="580" actId="1038"/>
        <pc:sldMkLst>
          <pc:docMk/>
          <pc:sldMk cId="0" sldId="257"/>
        </pc:sldMkLst>
        <pc:spChg chg="mod">
          <ac:chgData name="Ms Alina Arshad" userId="cccdfd85-d35d-4453-9c6f-a463aae40722" providerId="ADAL" clId="{AD184B4B-0CF3-4D88-AFEA-77665C37DC41}" dt="2024-10-06T13:07:38.994" v="580" actId="1038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AD184B4B-0CF3-4D88-AFEA-77665C37DC41}" dt="2024-10-06T13:07:28.261" v="566" actId="1035"/>
          <ac:spMkLst>
            <pc:docMk/>
            <pc:sldMk cId="0" sldId="25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6:47.165" v="477" actId="20577"/>
        <pc:sldMkLst>
          <pc:docMk/>
          <pc:sldMk cId="0" sldId="258"/>
        </pc:sldMkLst>
        <pc:spChg chg="mod">
          <ac:chgData name="Ms Alina Arshad" userId="cccdfd85-d35d-4453-9c6f-a463aae40722" providerId="ADAL" clId="{AD184B4B-0CF3-4D88-AFEA-77665C37DC41}" dt="2024-10-01T12:55:10.748" v="3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26:47.165" v="47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7:06.873" v="479" actId="1076"/>
        <pc:sldMkLst>
          <pc:docMk/>
          <pc:sldMk cId="0" sldId="259"/>
        </pc:sldMkLst>
        <pc:picChg chg="mod">
          <ac:chgData name="Ms Alina Arshad" userId="cccdfd85-d35d-4453-9c6f-a463aae40722" providerId="ADAL" clId="{AD184B4B-0CF3-4D88-AFEA-77665C37DC41}" dt="2024-10-01T15:27:06.873" v="479" actId="1076"/>
          <ac:picMkLst>
            <pc:docMk/>
            <pc:sldMk cId="0" sldId="259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1T15:34:39.687" v="484" actId="20577"/>
        <pc:sldMkLst>
          <pc:docMk/>
          <pc:sldMk cId="0" sldId="260"/>
        </pc:sldMkLst>
        <pc:spChg chg="mod">
          <ac:chgData name="Ms Alina Arshad" userId="cccdfd85-d35d-4453-9c6f-a463aae40722" providerId="ADAL" clId="{AD184B4B-0CF3-4D88-AFEA-77665C37DC41}" dt="2024-10-01T12:56:27.166" v="6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34:39.687" v="48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00:54.474" v="144" actId="1076"/>
        <pc:sldMkLst>
          <pc:docMk/>
          <pc:sldMk cId="0" sldId="261"/>
        </pc:sldMkLst>
        <pc:spChg chg="mod">
          <ac:chgData name="Ms Alina Arshad" userId="cccdfd85-d35d-4453-9c6f-a463aae40722" providerId="ADAL" clId="{AD184B4B-0CF3-4D88-AFEA-77665C37DC41}" dt="2024-10-01T13:00:34.969" v="13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00:54.474" v="144" actId="1076"/>
          <ac:spMkLst>
            <pc:docMk/>
            <pc:sldMk cId="0" sldId="261"/>
            <ac:spMk id="4" creationId="{00000000-0000-0000-0000-000000000000}"/>
          </ac:spMkLst>
        </pc:spChg>
        <pc:picChg chg="mod">
          <ac:chgData name="Ms Alina Arshad" userId="cccdfd85-d35d-4453-9c6f-a463aae40722" providerId="ADAL" clId="{AD184B4B-0CF3-4D88-AFEA-77665C37DC41}" dt="2024-10-01T13:00:51.183" v="143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6T15:28:43.114" v="596" actId="1076"/>
        <pc:sldMkLst>
          <pc:docMk/>
          <pc:sldMk cId="0" sldId="262"/>
        </pc:sldMkLst>
        <pc:spChg chg="mod">
          <ac:chgData name="Ms Alina Arshad" userId="cccdfd85-d35d-4453-9c6f-a463aae40722" providerId="ADAL" clId="{AD184B4B-0CF3-4D88-AFEA-77665C37DC41}" dt="2024-10-01T13:01:13.641" v="150" actId="14100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AD184B4B-0CF3-4D88-AFEA-77665C37DC41}" dt="2024-10-01T13:02:37.800" v="180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28:37.471" v="595" actId="1076"/>
          <ac:spMkLst>
            <pc:docMk/>
            <pc:sldMk cId="0" sldId="262"/>
            <ac:spMk id="8" creationId="{00000000-0000-0000-0000-000000000000}"/>
          </ac:spMkLst>
        </pc:spChg>
        <pc:spChg chg="add mod">
          <ac:chgData name="Ms Alina Arshad" userId="cccdfd85-d35d-4453-9c6f-a463aae40722" providerId="ADAL" clId="{AD184B4B-0CF3-4D88-AFEA-77665C37DC41}" dt="2024-10-06T15:28:43.114" v="596" actId="1076"/>
          <ac:spMkLst>
            <pc:docMk/>
            <pc:sldMk cId="0" sldId="262"/>
            <ac:spMk id="11" creationId="{2509622A-3BA6-6953-439A-8A41E00ECEA6}"/>
          </ac:spMkLst>
        </pc:spChg>
        <pc:grpChg chg="add del mod">
          <ac:chgData name="Ms Alina Arshad" userId="cccdfd85-d35d-4453-9c6f-a463aae40722" providerId="ADAL" clId="{AD184B4B-0CF3-4D88-AFEA-77665C37DC41}" dt="2024-10-06T15:28:23.862" v="592" actId="1076"/>
          <ac:grpSpMkLst>
            <pc:docMk/>
            <pc:sldMk cId="0" sldId="262"/>
            <ac:grpSpMk id="3" creationId="{00000000-0000-0000-0000-000000000000}"/>
          </ac:grpSpMkLst>
        </pc:grpChg>
        <pc:picChg chg="mod">
          <ac:chgData name="Ms Alina Arshad" userId="cccdfd85-d35d-4453-9c6f-a463aae40722" providerId="ADAL" clId="{AD184B4B-0CF3-4D88-AFEA-77665C37DC41}" dt="2024-10-06T15:28:27.139" v="593" actId="1076"/>
          <ac:picMkLst>
            <pc:docMk/>
            <pc:sldMk cId="0" sldId="262"/>
            <ac:picMk id="9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6T15:32:58.563" v="607" actId="15"/>
        <pc:sldMkLst>
          <pc:docMk/>
          <pc:sldMk cId="0" sldId="263"/>
        </pc:sldMkLst>
        <pc:spChg chg="mod">
          <ac:chgData name="Ms Alina Arshad" userId="cccdfd85-d35d-4453-9c6f-a463aae40722" providerId="ADAL" clId="{AD184B4B-0CF3-4D88-AFEA-77665C37DC41}" dt="2024-10-01T13:23:42.894" v="183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32:58.563" v="607" actId="15"/>
          <ac:spMkLst>
            <pc:docMk/>
            <pc:sldMk cId="0" sldId="263"/>
            <ac:spMk id="7" creationId="{00000000-0000-0000-0000-000000000000}"/>
          </ac:spMkLst>
        </pc:spChg>
        <pc:grpChg chg="del">
          <ac:chgData name="Ms Alina Arshad" userId="cccdfd85-d35d-4453-9c6f-a463aae40722" providerId="ADAL" clId="{AD184B4B-0CF3-4D88-AFEA-77665C37DC41}" dt="2024-10-01T13:23:57.524" v="187" actId="478"/>
          <ac:grpSpMkLst>
            <pc:docMk/>
            <pc:sldMk cId="0" sldId="263"/>
            <ac:grpSpMk id="3" creationId="{00000000-0000-0000-0000-000000000000}"/>
          </ac:grpSpMkLst>
        </pc:grpChg>
      </pc:sldChg>
      <pc:sldChg chg="modSp add mod">
        <pc:chgData name="Ms Alina Arshad" userId="cccdfd85-d35d-4453-9c6f-a463aae40722" providerId="ADAL" clId="{AD184B4B-0CF3-4D88-AFEA-77665C37DC41}" dt="2024-10-06T15:34:44.095" v="614" actId="20577"/>
        <pc:sldMkLst>
          <pc:docMk/>
          <pc:sldMk cId="0" sldId="264"/>
        </pc:sldMkLst>
        <pc:spChg chg="mod">
          <ac:chgData name="Ms Alina Arshad" userId="cccdfd85-d35d-4453-9c6f-a463aae40722" providerId="ADAL" clId="{AD184B4B-0CF3-4D88-AFEA-77665C37DC41}" dt="2024-10-01T13:25:17.907" v="212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34:44.095" v="614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31:39.089" v="316" actId="1076"/>
        <pc:sldMkLst>
          <pc:docMk/>
          <pc:sldMk cId="0" sldId="265"/>
        </pc:sldMkLst>
        <pc:spChg chg="mod">
          <ac:chgData name="Ms Alina Arshad" userId="cccdfd85-d35d-4453-9c6f-a463aae40722" providerId="ADAL" clId="{AD184B4B-0CF3-4D88-AFEA-77665C37DC41}" dt="2024-10-01T13:27:17.158" v="246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39.089" v="316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21.750" v="313" actId="1076"/>
          <ac:spMkLst>
            <pc:docMk/>
            <pc:sldMk cId="0" sldId="265"/>
            <ac:spMk id="7" creationId="{00000000-0000-0000-0000-000000000000}"/>
          </ac:spMkLst>
        </pc:spChg>
        <pc:grpChg chg="mod">
          <ac:chgData name="Ms Alina Arshad" userId="cccdfd85-d35d-4453-9c6f-a463aae40722" providerId="ADAL" clId="{AD184B4B-0CF3-4D88-AFEA-77665C37DC41}" dt="2024-10-01T13:27:32.316" v="275" actId="1076"/>
          <ac:grpSpMkLst>
            <pc:docMk/>
            <pc:sldMk cId="0" sldId="265"/>
            <ac:grpSpMk id="3" creationId="{00000000-0000-0000-0000-000000000000}"/>
          </ac:grpSpMkLst>
        </pc:grpChg>
        <pc:grpChg chg="mod">
          <ac:chgData name="Ms Alina Arshad" userId="cccdfd85-d35d-4453-9c6f-a463aae40722" providerId="ADAL" clId="{AD184B4B-0CF3-4D88-AFEA-77665C37DC41}" dt="2024-10-01T13:27:26.833" v="273" actId="1036"/>
          <ac:grpSpMkLst>
            <pc:docMk/>
            <pc:sldMk cId="0" sldId="265"/>
            <ac:grpSpMk id="8" creationId="{00000000-0000-0000-0000-000000000000}"/>
          </ac:grpSpMkLst>
        </pc:grpChg>
      </pc:sldChg>
      <pc:sldChg chg="delSp modSp add mod">
        <pc:chgData name="Ms Alina Arshad" userId="cccdfd85-d35d-4453-9c6f-a463aae40722" providerId="ADAL" clId="{AD184B4B-0CF3-4D88-AFEA-77665C37DC41}" dt="2024-10-01T13:57:24.117" v="329" actId="1076"/>
        <pc:sldMkLst>
          <pc:docMk/>
          <pc:sldMk cId="0" sldId="266"/>
        </pc:sldMkLst>
        <pc:spChg chg="mod">
          <ac:chgData name="Ms Alina Arshad" userId="cccdfd85-d35d-4453-9c6f-a463aae40722" providerId="ADAL" clId="{AD184B4B-0CF3-4D88-AFEA-77665C37DC41}" dt="2024-10-01T13:28:09.910" v="285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6:42.043" v="317" actId="207"/>
          <ac:spMkLst>
            <pc:docMk/>
            <pc:sldMk cId="0" sldId="266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3:57:01.043" v="321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7:24.117" v="329" actId="1076"/>
          <ac:spMkLst>
            <pc:docMk/>
            <pc:sldMk cId="0" sldId="266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3:57:01.043" v="321" actId="478"/>
          <ac:grpSpMkLst>
            <pc:docMk/>
            <pc:sldMk cId="0" sldId="266"/>
            <ac:grpSpMk id="4" creationId="{00000000-0000-0000-0000-000000000000}"/>
          </ac:grpSpMkLst>
        </pc:grpChg>
        <pc:picChg chg="mod topLvl">
          <ac:chgData name="Ms Alina Arshad" userId="cccdfd85-d35d-4453-9c6f-a463aae40722" providerId="ADAL" clId="{AD184B4B-0CF3-4D88-AFEA-77665C37DC41}" dt="2024-10-01T13:57:20.612" v="328" actId="1076"/>
          <ac:picMkLst>
            <pc:docMk/>
            <pc:sldMk cId="0" sldId="266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7T14:47:03.560" v="618" actId="20577"/>
        <pc:sldMkLst>
          <pc:docMk/>
          <pc:sldMk cId="0" sldId="267"/>
        </pc:sldMkLst>
        <pc:spChg chg="mod">
          <ac:chgData name="Ms Alina Arshad" userId="cccdfd85-d35d-4453-9c6f-a463aae40722" providerId="ADAL" clId="{AD184B4B-0CF3-4D88-AFEA-77665C37DC41}" dt="2024-10-01T13:59:26.397" v="368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47:03.560" v="618" actId="20577"/>
          <ac:spMkLst>
            <pc:docMk/>
            <pc:sldMk cId="0" sldId="267"/>
            <ac:spMk id="3" creationId="{00000000-0000-0000-0000-000000000000}"/>
          </ac:spMkLst>
        </pc:spChg>
        <pc:spChg chg="del mod topLvl">
          <ac:chgData name="Ms Alina Arshad" userId="cccdfd85-d35d-4453-9c6f-a463aae40722" providerId="ADAL" clId="{AD184B4B-0CF3-4D88-AFEA-77665C37DC41}" dt="2024-10-01T13:58:20.058" v="344" actId="478"/>
          <ac:spMkLst>
            <pc:docMk/>
            <pc:sldMk cId="0" sldId="267"/>
            <ac:spMk id="7" creationId="{00000000-0000-0000-0000-000000000000}"/>
          </ac:spMkLst>
        </pc:spChg>
        <pc:grpChg chg="add del mod">
          <ac:chgData name="Ms Alina Arshad" userId="cccdfd85-d35d-4453-9c6f-a463aae40722" providerId="ADAL" clId="{AD184B4B-0CF3-4D88-AFEA-77665C37DC41}" dt="2024-10-01T13:58:20.058" v="344" actId="478"/>
          <ac:grpSpMkLst>
            <pc:docMk/>
            <pc:sldMk cId="0" sldId="267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3:57:58.291" v="338" actId="478"/>
          <ac:picMkLst>
            <pc:docMk/>
            <pc:sldMk cId="0" sldId="267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3:58:26.739" v="348" actId="1076"/>
          <ac:picMkLst>
            <pc:docMk/>
            <pc:sldMk cId="0" sldId="267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7T14:49:12.046" v="634" actId="20577"/>
        <pc:sldMkLst>
          <pc:docMk/>
          <pc:sldMk cId="0" sldId="268"/>
        </pc:sldMkLst>
        <pc:spChg chg="mod">
          <ac:chgData name="Ms Alina Arshad" userId="cccdfd85-d35d-4453-9c6f-a463aae40722" providerId="ADAL" clId="{AD184B4B-0CF3-4D88-AFEA-77665C37DC41}" dt="2024-10-01T13:59:56.983" v="376" actId="113"/>
          <ac:spMkLst>
            <pc:docMk/>
            <pc:sldMk cId="0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49:12.046" v="634" actId="20577"/>
          <ac:spMkLst>
            <pc:docMk/>
            <pc:sldMk cId="0" sldId="268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1:04.580" v="411" actId="478"/>
          <ac:spMkLst>
            <pc:docMk/>
            <pc:sldMk cId="0" sldId="268"/>
            <ac:spMk id="7" creationId="{00000000-0000-0000-0000-000000000000}"/>
          </ac:spMkLst>
        </pc:spChg>
        <pc:grpChg chg="add del">
          <ac:chgData name="Ms Alina Arshad" userId="cccdfd85-d35d-4453-9c6f-a463aae40722" providerId="ADAL" clId="{AD184B4B-0CF3-4D88-AFEA-77665C37DC41}" dt="2024-10-01T14:01:04.580" v="411" actId="478"/>
          <ac:grpSpMkLst>
            <pc:docMk/>
            <pc:sldMk cId="0" sldId="268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4:00:56.714" v="408" actId="478"/>
          <ac:picMkLst>
            <pc:docMk/>
            <pc:sldMk cId="0" sldId="268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1:14.991" v="415" actId="1076"/>
          <ac:picMkLst>
            <pc:docMk/>
            <pc:sldMk cId="0" sldId="26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7T14:50:11.823" v="641" actId="20577"/>
        <pc:sldMkLst>
          <pc:docMk/>
          <pc:sldMk cId="0" sldId="269"/>
        </pc:sldMkLst>
        <pc:spChg chg="mod">
          <ac:chgData name="Ms Alina Arshad" userId="cccdfd85-d35d-4453-9c6f-a463aae40722" providerId="ADAL" clId="{AD184B4B-0CF3-4D88-AFEA-77665C37DC41}" dt="2024-10-01T14:01:30.015" v="421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0:11.823" v="641" actId="20577"/>
          <ac:spMkLst>
            <pc:docMk/>
            <pc:sldMk cId="0" sldId="269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2:25.429" v="451" actId="478"/>
          <ac:spMkLst>
            <pc:docMk/>
            <pc:sldMk cId="0" sldId="269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4:02:25.429" v="451" actId="478"/>
          <ac:grpSpMkLst>
            <pc:docMk/>
            <pc:sldMk cId="0" sldId="269"/>
            <ac:grpSpMk id="4" creationId="{00000000-0000-0000-0000-000000000000}"/>
          </ac:grpSpMkLst>
        </pc:grpChg>
        <pc:picChg chg="del mod">
          <ac:chgData name="Ms Alina Arshad" userId="cccdfd85-d35d-4453-9c6f-a463aae40722" providerId="ADAL" clId="{AD184B4B-0CF3-4D88-AFEA-77665C37DC41}" dt="2024-10-01T14:02:21.558" v="450" actId="478"/>
          <ac:picMkLst>
            <pc:docMk/>
            <pc:sldMk cId="0" sldId="269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2:32.106" v="454" actId="1076"/>
          <ac:picMkLst>
            <pc:docMk/>
            <pc:sldMk cId="0" sldId="269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7T14:50:44.500" v="647" actId="20577"/>
        <pc:sldMkLst>
          <pc:docMk/>
          <pc:sldMk cId="0" sldId="270"/>
        </pc:sldMkLst>
        <pc:spChg chg="mod">
          <ac:chgData name="Ms Alina Arshad" userId="cccdfd85-d35d-4453-9c6f-a463aae40722" providerId="ADAL" clId="{AD184B4B-0CF3-4D88-AFEA-77665C37DC41}" dt="2024-10-05T06:10:19.654" v="489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0:44.500" v="647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7T14:51:38.980" v="655" actId="113"/>
        <pc:sldMkLst>
          <pc:docMk/>
          <pc:sldMk cId="0" sldId="271"/>
        </pc:sldMkLst>
        <pc:spChg chg="mod">
          <ac:chgData name="Ms Alina Arshad" userId="cccdfd85-d35d-4453-9c6f-a463aae40722" providerId="ADAL" clId="{AD184B4B-0CF3-4D88-AFEA-77665C37DC41}" dt="2024-10-07T14:51:38.980" v="655" actId="113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1:30.715" v="654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7T14:53:18.370" v="664" actId="20577"/>
        <pc:sldMkLst>
          <pc:docMk/>
          <pc:sldMk cId="0" sldId="272"/>
        </pc:sldMkLst>
        <pc:spChg chg="mod">
          <ac:chgData name="Ms Alina Arshad" userId="cccdfd85-d35d-4453-9c6f-a463aae40722" providerId="ADAL" clId="{AD184B4B-0CF3-4D88-AFEA-77665C37DC41}" dt="2024-10-05T06:18:28.445" v="523" actId="113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3:18.370" v="664" actId="20577"/>
          <ac:spMkLst>
            <pc:docMk/>
            <pc:sldMk cId="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AD184B4B-0CF3-4D88-AFEA-77665C37DC41}" dt="2024-10-01T12:57:25.028" v="94" actId="47"/>
        <pc:sldMkLst>
          <pc:docMk/>
          <pc:sldMk cId="3703048629" sldId="279"/>
        </pc:sldMkLst>
      </pc:sldChg>
      <pc:sldChg chg="del">
        <pc:chgData name="Ms Alina Arshad" userId="cccdfd85-d35d-4453-9c6f-a463aae40722" providerId="ADAL" clId="{AD184B4B-0CF3-4D88-AFEA-77665C37DC41}" dt="2024-10-01T12:57:25.764" v="95" actId="47"/>
        <pc:sldMkLst>
          <pc:docMk/>
          <pc:sldMk cId="1821615422" sldId="280"/>
        </pc:sldMkLst>
      </pc:sldChg>
      <pc:sldChg chg="del">
        <pc:chgData name="Ms Alina Arshad" userId="cccdfd85-d35d-4453-9c6f-a463aae40722" providerId="ADAL" clId="{AD184B4B-0CF3-4D88-AFEA-77665C37DC41}" dt="2024-10-01T12:57:26.817" v="97" actId="47"/>
        <pc:sldMkLst>
          <pc:docMk/>
          <pc:sldMk cId="3605066316" sldId="281"/>
        </pc:sldMkLst>
      </pc:sldChg>
      <pc:sldChg chg="del">
        <pc:chgData name="Ms Alina Arshad" userId="cccdfd85-d35d-4453-9c6f-a463aae40722" providerId="ADAL" clId="{AD184B4B-0CF3-4D88-AFEA-77665C37DC41}" dt="2024-10-01T12:57:27.073" v="98" actId="47"/>
        <pc:sldMkLst>
          <pc:docMk/>
          <pc:sldMk cId="24697311" sldId="282"/>
        </pc:sldMkLst>
      </pc:sldChg>
      <pc:sldChg chg="del">
        <pc:chgData name="Ms Alina Arshad" userId="cccdfd85-d35d-4453-9c6f-a463aae40722" providerId="ADAL" clId="{AD184B4B-0CF3-4D88-AFEA-77665C37DC41}" dt="2024-10-01T12:57:28.572" v="103" actId="47"/>
        <pc:sldMkLst>
          <pc:docMk/>
          <pc:sldMk cId="800652809" sldId="284"/>
        </pc:sldMkLst>
      </pc:sldChg>
      <pc:sldChg chg="del">
        <pc:chgData name="Ms Alina Arshad" userId="cccdfd85-d35d-4453-9c6f-a463aae40722" providerId="ADAL" clId="{AD184B4B-0CF3-4D88-AFEA-77665C37DC41}" dt="2024-10-01T12:57:26.310" v="96" actId="47"/>
        <pc:sldMkLst>
          <pc:docMk/>
          <pc:sldMk cId="2002870935" sldId="288"/>
        </pc:sldMkLst>
      </pc:sldChg>
      <pc:sldChg chg="del">
        <pc:chgData name="Ms Alina Arshad" userId="cccdfd85-d35d-4453-9c6f-a463aae40722" providerId="ADAL" clId="{AD184B4B-0CF3-4D88-AFEA-77665C37DC41}" dt="2024-10-01T12:57:24.591" v="93" actId="47"/>
        <pc:sldMkLst>
          <pc:docMk/>
          <pc:sldMk cId="0" sldId="347"/>
        </pc:sldMkLst>
      </pc:sldChg>
      <pc:sldChg chg="del">
        <pc:chgData name="Ms Alina Arshad" userId="cccdfd85-d35d-4453-9c6f-a463aae40722" providerId="ADAL" clId="{AD184B4B-0CF3-4D88-AFEA-77665C37DC41}" dt="2024-10-01T12:57:27.720" v="99" actId="47"/>
        <pc:sldMkLst>
          <pc:docMk/>
          <pc:sldMk cId="2036508356" sldId="348"/>
        </pc:sldMkLst>
      </pc:sldChg>
      <pc:sldChg chg="del">
        <pc:chgData name="Ms Alina Arshad" userId="cccdfd85-d35d-4453-9c6f-a463aae40722" providerId="ADAL" clId="{AD184B4B-0CF3-4D88-AFEA-77665C37DC41}" dt="2024-10-01T12:57:27.938" v="100" actId="47"/>
        <pc:sldMkLst>
          <pc:docMk/>
          <pc:sldMk cId="132290220" sldId="349"/>
        </pc:sldMkLst>
      </pc:sldChg>
      <pc:sldChg chg="del">
        <pc:chgData name="Ms Alina Arshad" userId="cccdfd85-d35d-4453-9c6f-a463aae40722" providerId="ADAL" clId="{AD184B4B-0CF3-4D88-AFEA-77665C37DC41}" dt="2024-10-01T12:57:28.358" v="102" actId="47"/>
        <pc:sldMkLst>
          <pc:docMk/>
          <pc:sldMk cId="448686030" sldId="350"/>
        </pc:sldMkLst>
      </pc:sldChg>
      <pc:sldChg chg="del">
        <pc:chgData name="Ms Alina Arshad" userId="cccdfd85-d35d-4453-9c6f-a463aae40722" providerId="ADAL" clId="{AD184B4B-0CF3-4D88-AFEA-77665C37DC41}" dt="2024-10-01T12:57:28.175" v="101" actId="47"/>
        <pc:sldMkLst>
          <pc:docMk/>
          <pc:sldMk cId="3109540881" sldId="351"/>
        </pc:sldMkLst>
      </pc:sldChg>
      <pc:sldChg chg="del">
        <pc:chgData name="Ms Alina Arshad" userId="cccdfd85-d35d-4453-9c6f-a463aae40722" providerId="ADAL" clId="{AD184B4B-0CF3-4D88-AFEA-77665C37DC41}" dt="2024-10-01T12:57:29.086" v="104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AD184B4B-0CF3-4D88-AFEA-77665C37DC41}" dt="2024-10-01T12:57:29.443" v="106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AD184B4B-0CF3-4D88-AFEA-77665C37DC41}" dt="2024-10-01T12:57:29.610" v="107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AD184B4B-0CF3-4D88-AFEA-77665C37DC41}" dt="2024-10-01T12:57:30.402" v="109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AD184B4B-0CF3-4D88-AFEA-77665C37DC41}" dt="2024-10-01T12:57:33.574" v="116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AD184B4B-0CF3-4D88-AFEA-77665C37DC41}" dt="2024-10-01T12:57:31.496" v="112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AD184B4B-0CF3-4D88-AFEA-77665C37DC41}" dt="2024-10-01T12:57:31.858" v="113" actId="47"/>
        <pc:sldMkLst>
          <pc:docMk/>
          <pc:sldMk cId="0" sldId="369"/>
        </pc:sldMkLst>
      </pc:sldChg>
      <pc:sldChg chg="del">
        <pc:chgData name="Ms Alina Arshad" userId="cccdfd85-d35d-4453-9c6f-a463aae40722" providerId="ADAL" clId="{AD184B4B-0CF3-4D88-AFEA-77665C37DC41}" dt="2024-10-01T12:57:30.575" v="110" actId="47"/>
        <pc:sldMkLst>
          <pc:docMk/>
          <pc:sldMk cId="0" sldId="370"/>
        </pc:sldMkLst>
      </pc:sldChg>
      <pc:sldChg chg="del">
        <pc:chgData name="Ms Alina Arshad" userId="cccdfd85-d35d-4453-9c6f-a463aae40722" providerId="ADAL" clId="{AD184B4B-0CF3-4D88-AFEA-77665C37DC41}" dt="2024-10-01T12:57:31.210" v="111" actId="47"/>
        <pc:sldMkLst>
          <pc:docMk/>
          <pc:sldMk cId="0" sldId="371"/>
        </pc:sldMkLst>
      </pc:sldChg>
      <pc:sldChg chg="del ord">
        <pc:chgData name="Ms Alina Arshad" userId="cccdfd85-d35d-4453-9c6f-a463aae40722" providerId="ADAL" clId="{AD184B4B-0CF3-4D88-AFEA-77665C37DC41}" dt="2024-10-01T12:57:30.161" v="108" actId="47"/>
        <pc:sldMkLst>
          <pc:docMk/>
          <pc:sldMk cId="0" sldId="372"/>
        </pc:sldMkLst>
      </pc:sldChg>
      <pc:sldChg chg="del">
        <pc:chgData name="Ms Alina Arshad" userId="cccdfd85-d35d-4453-9c6f-a463aae40722" providerId="ADAL" clId="{AD184B4B-0CF3-4D88-AFEA-77665C37DC41}" dt="2024-10-01T12:57:24.110" v="92" actId="47"/>
        <pc:sldMkLst>
          <pc:docMk/>
          <pc:sldMk cId="0" sldId="384"/>
        </pc:sldMkLst>
      </pc:sldChg>
      <pc:sldChg chg="del">
        <pc:chgData name="Ms Alina Arshad" userId="cccdfd85-d35d-4453-9c6f-a463aae40722" providerId="ADAL" clId="{AD184B4B-0CF3-4D88-AFEA-77665C37DC41}" dt="2024-10-01T12:57:32.374" v="114" actId="47"/>
        <pc:sldMkLst>
          <pc:docMk/>
          <pc:sldMk cId="0" sldId="392"/>
        </pc:sldMkLst>
      </pc:sldChg>
      <pc:sldChg chg="del">
        <pc:chgData name="Ms Alina Arshad" userId="cccdfd85-d35d-4453-9c6f-a463aae40722" providerId="ADAL" clId="{AD184B4B-0CF3-4D88-AFEA-77665C37DC41}" dt="2024-10-01T12:57:32.626" v="115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AD184B4B-0CF3-4D88-AFEA-77665C37DC41}" dt="2024-10-01T12:57:29.281" v="105" actId="47"/>
        <pc:sldMkLst>
          <pc:docMk/>
          <pc:sldMk cId="1634129650" sldId="397"/>
        </pc:sldMkLst>
      </pc:sldChg>
    </pc:docChg>
  </pc:docChgLst>
  <pc:docChgLst>
    <pc:chgData name="Ms Alina Arshad" userId="cccdfd85-d35d-4453-9c6f-a463aae40722" providerId="ADAL" clId="{506AEF98-43AF-47E5-97BE-CEE6E380F332}"/>
    <pc:docChg chg="custSel addSld delSld modSld">
      <pc:chgData name="Ms Alina Arshad" userId="cccdfd85-d35d-4453-9c6f-a463aae40722" providerId="ADAL" clId="{506AEF98-43AF-47E5-97BE-CEE6E380F332}" dt="2024-09-06T05:02:08.009" v="313" actId="207"/>
      <pc:docMkLst>
        <pc:docMk/>
      </pc:docMkLst>
      <pc:sldChg chg="modSp mod">
        <pc:chgData name="Ms Alina Arshad" userId="cccdfd85-d35d-4453-9c6f-a463aae40722" providerId="ADAL" clId="{506AEF98-43AF-47E5-97BE-CEE6E380F332}" dt="2024-09-05T09:07:33.153" v="31" actId="2711"/>
        <pc:sldMkLst>
          <pc:docMk/>
          <pc:sldMk cId="3322361034" sldId="256"/>
        </pc:sldMkLst>
        <pc:spChg chg="mod">
          <ac:chgData name="Ms Alina Arshad" userId="cccdfd85-d35d-4453-9c6f-a463aae40722" providerId="ADAL" clId="{506AEF98-43AF-47E5-97BE-CEE6E380F332}" dt="2024-09-05T09:07:33.153" v="31" actId="2711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506AEF98-43AF-47E5-97BE-CEE6E380F332}" dt="2024-09-05T09:07:40.105" v="3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506AEF98-43AF-47E5-97BE-CEE6E380F332}" dt="2024-09-05T09:16:16.547" v="48" actId="5793"/>
        <pc:sldMkLst>
          <pc:docMk/>
          <pc:sldMk cId="0" sldId="258"/>
        </pc:sldMkLst>
        <pc:spChg chg="mod">
          <ac:chgData name="Ms Alina Arshad" userId="cccdfd85-d35d-4453-9c6f-a463aae40722" providerId="ADAL" clId="{506AEF98-43AF-47E5-97BE-CEE6E380F332}" dt="2024-09-05T09:07:46.918" v="3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6:16.547" v="48" actId="5793"/>
          <ac:spMkLst>
            <pc:docMk/>
            <pc:sldMk cId="0" sldId="258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506AEF98-43AF-47E5-97BE-CEE6E380F332}" dt="2024-09-05T09:25:27.259" v="160" actId="207"/>
        <pc:sldMkLst>
          <pc:docMk/>
          <pc:sldMk cId="0" sldId="259"/>
        </pc:sldMkLst>
        <pc:spChg chg="mod">
          <ac:chgData name="Ms Alina Arshad" userId="cccdfd85-d35d-4453-9c6f-a463aae40722" providerId="ADAL" clId="{506AEF98-43AF-47E5-97BE-CEE6E380F332}" dt="2024-09-05T09:17:01.684" v="52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7:19.919" v="57" actId="14100"/>
          <ac:spMkLst>
            <pc:docMk/>
            <pc:sldMk cId="0" sldId="259"/>
            <ac:spMk id="3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27.259" v="160" actId="207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del mod">
          <ac:chgData name="Ms Alina Arshad" userId="cccdfd85-d35d-4453-9c6f-a463aae40722" providerId="ADAL" clId="{506AEF98-43AF-47E5-97BE-CEE6E380F332}" dt="2024-09-05T09:17:31.759" v="61" actId="478"/>
          <ac:picMkLst>
            <pc:docMk/>
            <pc:sldMk cId="0" sldId="259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506AEF98-43AF-47E5-97BE-CEE6E380F332}" dt="2024-09-05T09:25:45.452" v="163" actId="207"/>
        <pc:sldMkLst>
          <pc:docMk/>
          <pc:sldMk cId="0" sldId="260"/>
        </pc:sldMkLst>
        <pc:spChg chg="mod">
          <ac:chgData name="Ms Alina Arshad" userId="cccdfd85-d35d-4453-9c6f-a463aae40722" providerId="ADAL" clId="{506AEF98-43AF-47E5-97BE-CEE6E380F332}" dt="2024-09-05T09:20:13.003" v="9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43.387" v="119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35.811" v="117" actId="14100"/>
          <ac:spMkLst>
            <pc:docMk/>
            <pc:sldMk cId="0" sldId="260"/>
            <ac:spMk id="8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38.150" v="161" actId="207"/>
          <ac:graphicFrameMkLst>
            <pc:docMk/>
            <pc:sldMk cId="0" sldId="260"/>
            <ac:graphicFrameMk id="4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506AEF98-43AF-47E5-97BE-CEE6E380F332}" dt="2024-09-05T09:25:45.452" v="163" actId="207"/>
          <ac:graphicFrameMkLst>
            <pc:docMk/>
            <pc:sldMk cId="0" sldId="260"/>
            <ac:graphicFrameMk id="7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0:24.155" v="95" actId="478"/>
          <ac:picMkLst>
            <pc:docMk/>
            <pc:sldMk cId="0" sldId="260"/>
            <ac:picMk id="3" creationId="{00000000-0000-0000-0000-000000000000}"/>
          </ac:picMkLst>
        </pc:picChg>
        <pc:picChg chg="del">
          <ac:chgData name="Ms Alina Arshad" userId="cccdfd85-d35d-4453-9c6f-a463aae40722" providerId="ADAL" clId="{506AEF98-43AF-47E5-97BE-CEE6E380F332}" dt="2024-09-05T09:21:48.675" v="121" actId="478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add del mod">
        <pc:chgData name="Ms Alina Arshad" userId="cccdfd85-d35d-4453-9c6f-a463aae40722" providerId="ADAL" clId="{506AEF98-43AF-47E5-97BE-CEE6E380F332}" dt="2024-09-05T09:25:51.450" v="164" actId="207"/>
        <pc:sldMkLst>
          <pc:docMk/>
          <pc:sldMk cId="0" sldId="261"/>
        </pc:sldMkLst>
        <pc:spChg chg="del">
          <ac:chgData name="Ms Alina Arshad" userId="cccdfd85-d35d-4453-9c6f-a463aae40722" providerId="ADAL" clId="{506AEF98-43AF-47E5-97BE-CEE6E380F332}" dt="2024-09-05T09:24:03.114" v="14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4:27.558" v="148" actId="2711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Ms Alina Arshad" userId="cccdfd85-d35d-4453-9c6f-a463aae40722" providerId="ADAL" clId="{506AEF98-43AF-47E5-97BE-CEE6E380F332}" dt="2024-09-05T09:24:06.217" v="143" actId="478"/>
          <ac:spMkLst>
            <pc:docMk/>
            <pc:sldMk cId="0" sldId="261"/>
            <ac:spMk id="7" creationId="{9B225BDB-465A-3ADD-4CEC-29C7CC1832AD}"/>
          </ac:spMkLst>
        </pc:spChg>
        <pc:spChg chg="add mod">
          <ac:chgData name="Ms Alina Arshad" userId="cccdfd85-d35d-4453-9c6f-a463aae40722" providerId="ADAL" clId="{506AEF98-43AF-47E5-97BE-CEE6E380F332}" dt="2024-09-05T09:24:07.546" v="144"/>
          <ac:spMkLst>
            <pc:docMk/>
            <pc:sldMk cId="0" sldId="261"/>
            <ac:spMk id="8" creationId="{882DBBE7-BADA-A9F1-3050-34ED00C528A2}"/>
          </ac:spMkLst>
        </pc:spChg>
        <pc:graphicFrameChg chg="mod modGraphic">
          <ac:chgData name="Ms Alina Arshad" userId="cccdfd85-d35d-4453-9c6f-a463aae40722" providerId="ADAL" clId="{506AEF98-43AF-47E5-97BE-CEE6E380F332}" dt="2024-09-05T09:25:51.450" v="164" actId="207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4:18.348" v="147" actId="478"/>
          <ac:picMkLst>
            <pc:docMk/>
            <pc:sldMk cId="0" sldId="261"/>
            <ac:picMk id="4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5T09:26:42.097" v="174" actId="207"/>
        <pc:sldMkLst>
          <pc:docMk/>
          <pc:sldMk cId="0" sldId="262"/>
        </pc:sldMkLst>
        <pc:spChg chg="mod">
          <ac:chgData name="Ms Alina Arshad" userId="cccdfd85-d35d-4453-9c6f-a463aae40722" providerId="ADAL" clId="{506AEF98-43AF-47E5-97BE-CEE6E380F332}" dt="2024-09-05T09:26:08.874" v="16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6:42.097" v="174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5T09:27:22.823" v="183" actId="207"/>
        <pc:sldMkLst>
          <pc:docMk/>
          <pc:sldMk cId="0" sldId="263"/>
        </pc:sldMkLst>
        <pc:spChg chg="mod">
          <ac:chgData name="Ms Alina Arshad" userId="cccdfd85-d35d-4453-9c6f-a463aae40722" providerId="ADAL" clId="{506AEF98-43AF-47E5-97BE-CEE6E380F332}" dt="2024-09-05T09:26:56.430" v="178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7:22.823" v="183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8:09.575" v="198" actId="404"/>
        <pc:sldMkLst>
          <pc:docMk/>
          <pc:sldMk cId="0" sldId="264"/>
        </pc:sldMkLst>
        <pc:spChg chg="mod">
          <ac:chgData name="Ms Alina Arshad" userId="cccdfd85-d35d-4453-9c6f-a463aae40722" providerId="ADAL" clId="{506AEF98-43AF-47E5-97BE-CEE6E380F332}" dt="2024-09-06T04:44:50.131" v="19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8:09.575" v="198" actId="404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9:09.787" v="209" actId="207"/>
        <pc:sldMkLst>
          <pc:docMk/>
          <pc:sldMk cId="1577505814" sldId="265"/>
        </pc:sldMkLst>
        <pc:spChg chg="mod">
          <ac:chgData name="Ms Alina Arshad" userId="cccdfd85-d35d-4453-9c6f-a463aae40722" providerId="ADAL" clId="{506AEF98-43AF-47E5-97BE-CEE6E380F332}" dt="2024-09-06T04:48:27.833" v="203" actId="1076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9:09.787" v="209" actId="207"/>
          <ac:spMkLst>
            <pc:docMk/>
            <pc:sldMk cId="1577505814" sldId="265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0:19.086" v="224" actId="207"/>
        <pc:sldMkLst>
          <pc:docMk/>
          <pc:sldMk cId="1582826008" sldId="266"/>
        </pc:sldMkLst>
        <pc:spChg chg="mod">
          <ac:chgData name="Ms Alina Arshad" userId="cccdfd85-d35d-4453-9c6f-a463aae40722" providerId="ADAL" clId="{506AEF98-43AF-47E5-97BE-CEE6E380F332}" dt="2024-09-06T04:49:30.963" v="213" actId="113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0:19.086" v="224" actId="207"/>
          <ac:spMkLst>
            <pc:docMk/>
            <pc:sldMk cId="1582826008" sldId="266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24.650" v="238" actId="207"/>
        <pc:sldMkLst>
          <pc:docMk/>
          <pc:sldMk cId="731299161" sldId="267"/>
        </pc:sldMkLst>
        <pc:spChg chg="mod">
          <ac:chgData name="Ms Alina Arshad" userId="cccdfd85-d35d-4453-9c6f-a463aae40722" providerId="ADAL" clId="{506AEF98-43AF-47E5-97BE-CEE6E380F332}" dt="2024-09-06T04:50:58.749" v="233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1:24.650" v="238" actId="207"/>
          <ac:spMkLst>
            <pc:docMk/>
            <pc:sldMk cId="731299161" sldId="26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56.787" v="247" actId="1076"/>
        <pc:sldMkLst>
          <pc:docMk/>
          <pc:sldMk cId="90329638" sldId="268"/>
        </pc:sldMkLst>
        <pc:spChg chg="mod">
          <ac:chgData name="Ms Alina Arshad" userId="cccdfd85-d35d-4453-9c6f-a463aae40722" providerId="ADAL" clId="{506AEF98-43AF-47E5-97BE-CEE6E380F332}" dt="2024-09-06T04:51:55.847" v="246" actId="1076"/>
          <ac:spMkLst>
            <pc:docMk/>
            <pc:sldMk cId="90329638" sldId="268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1:56.787" v="247" actId="1076"/>
          <ac:picMkLst>
            <pc:docMk/>
            <pc:sldMk cId="90329638" sldId="268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10.571" v="252" actId="1076"/>
        <pc:sldMkLst>
          <pc:docMk/>
          <pc:sldMk cId="2295129282" sldId="269"/>
        </pc:sldMkLst>
        <pc:picChg chg="mod">
          <ac:chgData name="Ms Alina Arshad" userId="cccdfd85-d35d-4453-9c6f-a463aae40722" providerId="ADAL" clId="{506AEF98-43AF-47E5-97BE-CEE6E380F332}" dt="2024-09-06T04:52:10.571" v="252" actId="1076"/>
          <ac:picMkLst>
            <pc:docMk/>
            <pc:sldMk cId="2295129282" sldId="269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20.805" v="255" actId="1076"/>
        <pc:sldMkLst>
          <pc:docMk/>
          <pc:sldMk cId="2090315159" sldId="270"/>
        </pc:sldMkLst>
        <pc:picChg chg="mod">
          <ac:chgData name="Ms Alina Arshad" userId="cccdfd85-d35d-4453-9c6f-a463aae40722" providerId="ADAL" clId="{506AEF98-43AF-47E5-97BE-CEE6E380F332}" dt="2024-09-06T04:52:20.805" v="255" actId="1076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59.227" v="2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06AEF98-43AF-47E5-97BE-CEE6E380F332}" dt="2024-09-06T04:52:59.227" v="271" actId="1076"/>
          <ac:spMkLst>
            <pc:docMk/>
            <pc:sldMk cId="3034138166" sldId="271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2:53.655" v="270" actId="14100"/>
          <ac:picMkLst>
            <pc:docMk/>
            <pc:sldMk cId="3034138166" sldId="271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5:00:31.482" v="282" actId="255"/>
        <pc:sldMkLst>
          <pc:docMk/>
          <pc:sldMk cId="2504047100" sldId="272"/>
        </pc:sldMkLst>
        <pc:spChg chg="mod">
          <ac:chgData name="Ms Alina Arshad" userId="cccdfd85-d35d-4453-9c6f-a463aae40722" providerId="ADAL" clId="{506AEF98-43AF-47E5-97BE-CEE6E380F332}" dt="2024-09-06T04:53:12.362" v="275" actId="1076"/>
          <ac:spMkLst>
            <pc:docMk/>
            <pc:sldMk cId="250404710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0:31.482" v="282" actId="255"/>
          <ac:spMkLst>
            <pc:docMk/>
            <pc:sldMk cId="2504047100" sldId="27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6.068" v="304" actId="113"/>
        <pc:sldMkLst>
          <pc:docMk/>
          <pc:sldMk cId="4283755204" sldId="273"/>
        </pc:sldMkLst>
        <pc:spChg chg="mod">
          <ac:chgData name="Ms Alina Arshad" userId="cccdfd85-d35d-4453-9c6f-a463aae40722" providerId="ADAL" clId="{506AEF98-43AF-47E5-97BE-CEE6E380F332}" dt="2024-09-06T05:00:41.168" v="286" actId="113"/>
          <ac:spMkLst>
            <pc:docMk/>
            <pc:sldMk cId="4283755204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6.068" v="304" actId="113"/>
          <ac:spMkLst>
            <pc:docMk/>
            <pc:sldMk cId="4283755204" sldId="27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1.214" v="302" actId="113"/>
        <pc:sldMkLst>
          <pc:docMk/>
          <pc:sldMk cId="2935103945" sldId="274"/>
        </pc:sldMkLst>
        <pc:spChg chg="mod">
          <ac:chgData name="Ms Alina Arshad" userId="cccdfd85-d35d-4453-9c6f-a463aae40722" providerId="ADAL" clId="{506AEF98-43AF-47E5-97BE-CEE6E380F332}" dt="2024-09-06T05:01:05.870" v="295" actId="113"/>
          <ac:spMkLst>
            <pc:docMk/>
            <pc:sldMk cId="2935103945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1.214" v="302" actId="113"/>
          <ac:spMkLst>
            <pc:docMk/>
            <pc:sldMk cId="2935103945" sldId="27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2:08.009" v="313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06AEF98-43AF-47E5-97BE-CEE6E380F332}" dt="2024-09-06T05:01:55.431" v="309" actId="1076"/>
          <ac:spMkLst>
            <pc:docMk/>
            <pc:sldMk cId="1497646456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2:08.009" v="313" actId="207"/>
          <ac:spMkLst>
            <pc:docMk/>
            <pc:sldMk cId="1497646456" sldId="27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506AEF98-43AF-47E5-97BE-CEE6E380F332}" dt="2024-09-05T09:06:19.247" v="16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506AEF98-43AF-47E5-97BE-CEE6E380F332}" dt="2024-09-05T09:06:19.481" v="17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506AEF98-43AF-47E5-97BE-CEE6E380F332}" dt="2024-09-05T09:06:18.950" v="15" actId="47"/>
        <pc:sldMkLst>
          <pc:docMk/>
          <pc:sldMk cId="1634129650" sldId="397"/>
        </pc:sldMkLst>
      </pc:sldChg>
      <pc:sldMasterChg chg="delSldLayout">
        <pc:chgData name="Ms Alina Arshad" userId="cccdfd85-d35d-4453-9c6f-a463aae40722" providerId="ADAL" clId="{506AEF98-43AF-47E5-97BE-CEE6E380F332}" dt="2024-09-05T09:06:16.387" v="7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506AEF98-43AF-47E5-97BE-CEE6E380F332}" dt="2024-09-05T09:06:16.387" v="7" actId="47"/>
          <pc:sldLayoutMkLst>
            <pc:docMk/>
            <pc:sldMasterMk cId="1090009938" sldId="2147483660"/>
            <pc:sldLayoutMk cId="678066955" sldId="2147483672"/>
          </pc:sldLayoutMkLst>
        </pc:sldLayoutChg>
      </pc:sldMasterChg>
    </pc:docChg>
  </pc:docChgLst>
  <pc:docChgLst>
    <pc:chgData name="Ms Alina Arshad" userId="cccdfd85-d35d-4453-9c6f-a463aae40722" providerId="ADAL" clId="{44991E72-28EC-43D4-9452-2984EF5D346D}"/>
    <pc:docChg chg="undo custSel addSld delSld modSld">
      <pc:chgData name="Ms Alina Arshad" userId="cccdfd85-d35d-4453-9c6f-a463aae40722" providerId="ADAL" clId="{44991E72-28EC-43D4-9452-2984EF5D346D}" dt="2024-09-03T04:23:54.014" v="592" actId="404"/>
      <pc:docMkLst>
        <pc:docMk/>
      </pc:docMkLst>
      <pc:sldChg chg="addSp delSp modSp mod">
        <pc:chgData name="Ms Alina Arshad" userId="cccdfd85-d35d-4453-9c6f-a463aae40722" providerId="ADAL" clId="{44991E72-28EC-43D4-9452-2984EF5D346D}" dt="2024-08-29T08:38:26.035" v="584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44991E72-28EC-43D4-9452-2984EF5D346D}" dt="2024-08-29T08:38:26.035" v="584" actId="27636"/>
          <ac:spMkLst>
            <pc:docMk/>
            <pc:sldMk cId="3322361034" sldId="256"/>
            <ac:spMk id="3" creationId="{44E9F82C-BBA7-3495-1097-BEDB54FFFDF4}"/>
          </ac:spMkLst>
        </pc:spChg>
        <pc:spChg chg="add del mod">
          <ac:chgData name="Ms Alina Arshad" userId="cccdfd85-d35d-4453-9c6f-a463aae40722" providerId="ADAL" clId="{44991E72-28EC-43D4-9452-2984EF5D346D}" dt="2024-08-29T06:58:40.247" v="81" actId="478"/>
          <ac:spMkLst>
            <pc:docMk/>
            <pc:sldMk cId="3322361034" sldId="256"/>
            <ac:spMk id="6" creationId="{DA71808B-1605-2E5A-9020-A111E2109C1E}"/>
          </ac:spMkLst>
        </pc:spChg>
      </pc:sldChg>
      <pc:sldChg chg="modSp add mod">
        <pc:chgData name="Ms Alina Arshad" userId="cccdfd85-d35d-4453-9c6f-a463aae40722" providerId="ADAL" clId="{44991E72-28EC-43D4-9452-2984EF5D346D}" dt="2024-08-29T07:36:47.319" v="127" actId="403"/>
        <pc:sldMkLst>
          <pc:docMk/>
          <pc:sldMk cId="0" sldId="258"/>
        </pc:sldMkLst>
        <pc:spChg chg="mod">
          <ac:chgData name="Ms Alina Arshad" userId="cccdfd85-d35d-4453-9c6f-a463aae40722" providerId="ADAL" clId="{44991E72-28EC-43D4-9452-2984EF5D346D}" dt="2024-08-29T07:36:47.319" v="127" actId="403"/>
          <ac:spMkLst>
            <pc:docMk/>
            <pc:sldMk cId="0" sldId="258"/>
            <ac:spMk id="3" creationId="{00000000-0000-0000-0000-000000000000}"/>
          </ac:spMkLst>
        </pc:spChg>
        <pc:graphicFrameChg chg="modGraphic">
          <ac:chgData name="Ms Alina Arshad" userId="cccdfd85-d35d-4453-9c6f-a463aae40722" providerId="ADAL" clId="{44991E72-28EC-43D4-9452-2984EF5D346D}" dt="2024-08-29T07:35:42.142" v="124" actId="207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44991E72-28EC-43D4-9452-2984EF5D346D}" dt="2024-08-29T07:40:55.749" v="147" actId="403"/>
        <pc:sldMkLst>
          <pc:docMk/>
          <pc:sldMk cId="0" sldId="259"/>
        </pc:sldMkLst>
        <pc:spChg chg="mod">
          <ac:chgData name="Ms Alina Arshad" userId="cccdfd85-d35d-4453-9c6f-a463aae40722" providerId="ADAL" clId="{44991E72-28EC-43D4-9452-2984EF5D346D}" dt="2024-08-29T07:37:18.868" v="13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7:40:55.749" v="147" actId="403"/>
          <ac:spMkLst>
            <pc:docMk/>
            <pc:sldMk cId="0" sldId="25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7:42:14.196" v="154" actId="1076"/>
        <pc:sldMkLst>
          <pc:docMk/>
          <pc:sldMk cId="0" sldId="260"/>
        </pc:sldMkLst>
        <pc:picChg chg="mod">
          <ac:chgData name="Ms Alina Arshad" userId="cccdfd85-d35d-4453-9c6f-a463aae40722" providerId="ADAL" clId="{44991E72-28EC-43D4-9452-2984EF5D346D}" dt="2024-08-29T07:42:14.196" v="154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00:14.745" v="276" actId="404"/>
        <pc:sldMkLst>
          <pc:docMk/>
          <pc:sldMk cId="0" sldId="261"/>
        </pc:sldMkLst>
        <pc:spChg chg="mod">
          <ac:chgData name="Ms Alina Arshad" userId="cccdfd85-d35d-4453-9c6f-a463aae40722" providerId="ADAL" clId="{44991E72-28EC-43D4-9452-2984EF5D346D}" dt="2024-08-29T07:47:22.283" v="189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14.745" v="276" actId="404"/>
          <ac:spMkLst>
            <pc:docMk/>
            <pc:sldMk cId="0" sldId="26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0:48.725" v="286" actId="1076"/>
        <pc:sldMkLst>
          <pc:docMk/>
          <pc:sldMk cId="0" sldId="262"/>
        </pc:sldMkLst>
        <pc:spChg chg="mod">
          <ac:chgData name="Ms Alina Arshad" userId="cccdfd85-d35d-4453-9c6f-a463aae40722" providerId="ADAL" clId="{44991E72-28EC-43D4-9452-2984EF5D346D}" dt="2024-08-29T08:00:32.710" v="281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48.725" v="286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7:44.108" v="385" actId="207"/>
        <pc:sldMkLst>
          <pc:docMk/>
          <pc:sldMk cId="0" sldId="263"/>
        </pc:sldMkLst>
        <pc:spChg chg="mod">
          <ac:chgData name="Ms Alina Arshad" userId="cccdfd85-d35d-4453-9c6f-a463aae40722" providerId="ADAL" clId="{44991E72-28EC-43D4-9452-2984EF5D346D}" dt="2024-08-29T08:01:34.730" v="295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7:44.108" v="385" actId="207"/>
          <ac:spMkLst>
            <pc:docMk/>
            <pc:sldMk cId="0" sldId="263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07:38.875" v="384" actId="1076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44991E72-28EC-43D4-9452-2984EF5D346D}" dt="2024-09-03T04:23:54.014" v="592" actId="404"/>
        <pc:sldMkLst>
          <pc:docMk/>
          <pc:sldMk cId="0" sldId="264"/>
        </pc:sldMkLst>
        <pc:spChg chg="mod">
          <ac:chgData name="Ms Alina Arshad" userId="cccdfd85-d35d-4453-9c6f-a463aae40722" providerId="ADAL" clId="{44991E72-28EC-43D4-9452-2984EF5D346D}" dt="2024-08-29T08:01:51.913" v="299" actId="403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44991E72-28EC-43D4-9452-2984EF5D346D}" dt="2024-09-03T04:23:15.630" v="585" actId="14100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s Alina Arshad" userId="cccdfd85-d35d-4453-9c6f-a463aae40722" providerId="ADAL" clId="{44991E72-28EC-43D4-9452-2984EF5D346D}" dt="2024-09-03T04:23:54.014" v="592" actId="404"/>
          <ac:spMkLst>
            <pc:docMk/>
            <pc:sldMk cId="0" sldId="264"/>
            <ac:spMk id="5" creationId="{F49829E9-2E92-A5C9-F182-CCE08B8090CD}"/>
          </ac:spMkLst>
        </pc:spChg>
      </pc:sldChg>
      <pc:sldChg chg="modSp add mod">
        <pc:chgData name="Ms Alina Arshad" userId="cccdfd85-d35d-4453-9c6f-a463aae40722" providerId="ADAL" clId="{44991E72-28EC-43D4-9452-2984EF5D346D}" dt="2024-08-29T08:04:14.004" v="338" actId="1076"/>
        <pc:sldMkLst>
          <pc:docMk/>
          <pc:sldMk cId="1577505814" sldId="265"/>
        </pc:sldMkLst>
        <pc:spChg chg="mod">
          <ac:chgData name="Ms Alina Arshad" userId="cccdfd85-d35d-4453-9c6f-a463aae40722" providerId="ADAL" clId="{44991E72-28EC-43D4-9452-2984EF5D346D}" dt="2024-08-29T08:03:46.692" v="333" actId="207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14.004" v="338" actId="1076"/>
          <ac:spMkLst>
            <pc:docMk/>
            <pc:sldMk cId="1577505814" sldId="265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44991E72-28EC-43D4-9452-2984EF5D346D}" dt="2024-08-29T08:09:29.823" v="407" actId="1076"/>
        <pc:sldMkLst>
          <pc:docMk/>
          <pc:sldMk cId="1582826008" sldId="266"/>
        </pc:sldMkLst>
        <pc:spChg chg="del">
          <ac:chgData name="Ms Alina Arshad" userId="cccdfd85-d35d-4453-9c6f-a463aae40722" providerId="ADAL" clId="{44991E72-28EC-43D4-9452-2984EF5D346D}" dt="2024-08-29T08:04:22.645" v="339" actId="478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57.742" v="355" actId="14100"/>
          <ac:spMkLst>
            <pc:docMk/>
            <pc:sldMk cId="1582826008" sldId="266"/>
            <ac:spMk id="10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8:49.436" v="389" actId="255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9:05.110" v="399" actId="1076"/>
          <ac:spMkLst>
            <pc:docMk/>
            <pc:sldMk cId="1582826008" sldId="266"/>
            <ac:spMk id="12" creationId="{00000000-0000-0000-0000-000000000000}"/>
          </ac:spMkLst>
        </pc:spChg>
        <pc:grpChg chg="del">
          <ac:chgData name="Ms Alina Arshad" userId="cccdfd85-d35d-4453-9c6f-a463aae40722" providerId="ADAL" clId="{44991E72-28EC-43D4-9452-2984EF5D346D}" dt="2024-08-29T08:04:26.410" v="342" actId="478"/>
          <ac:grpSpMkLst>
            <pc:docMk/>
            <pc:sldMk cId="1582826008" sldId="266"/>
            <ac:grpSpMk id="7" creationId="{00000000-0000-0000-0000-000000000000}"/>
          </ac:grpSpMkLst>
        </pc:grpChg>
        <pc:picChg chg="del">
          <ac:chgData name="Ms Alina Arshad" userId="cccdfd85-d35d-4453-9c6f-a463aae40722" providerId="ADAL" clId="{44991E72-28EC-43D4-9452-2984EF5D346D}" dt="2024-08-29T08:04:28.128" v="344" actId="478"/>
          <ac:picMkLst>
            <pc:docMk/>
            <pc:sldMk cId="1582826008" sldId="266"/>
            <ac:picMk id="3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5.816" v="341" actId="478"/>
          <ac:picMkLst>
            <pc:docMk/>
            <pc:sldMk cId="1582826008" sldId="266"/>
            <ac:picMk id="4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7.456" v="343" actId="478"/>
          <ac:picMkLst>
            <pc:docMk/>
            <pc:sldMk cId="1582826008" sldId="266"/>
            <ac:picMk id="5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4.113" v="340" actId="478"/>
          <ac:picMkLst>
            <pc:docMk/>
            <pc:sldMk cId="1582826008" sldId="266"/>
            <ac:picMk id="6" creationId="{00000000-0000-0000-0000-000000000000}"/>
          </ac:picMkLst>
        </pc:picChg>
        <pc:picChg chg="mod">
          <ac:chgData name="Ms Alina Arshad" userId="cccdfd85-d35d-4453-9c6f-a463aae40722" providerId="ADAL" clId="{44991E72-28EC-43D4-9452-2984EF5D346D}" dt="2024-08-29T08:09:13.515" v="402" actId="1076"/>
          <ac:picMkLst>
            <pc:docMk/>
            <pc:sldMk cId="1582826008" sldId="266"/>
            <ac:picMk id="13" creationId="{00000000-0000-0000-0000-000000000000}"/>
          </ac:picMkLst>
        </pc:picChg>
        <pc:picChg chg="mod modCrop">
          <ac:chgData name="Ms Alina Arshad" userId="cccdfd85-d35d-4453-9c6f-a463aae40722" providerId="ADAL" clId="{44991E72-28EC-43D4-9452-2984EF5D346D}" dt="2024-08-29T08:09:29.823" v="407" actId="1076"/>
          <ac:picMkLst>
            <pc:docMk/>
            <pc:sldMk cId="1582826008" sldId="266"/>
            <ac:picMk id="1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3:35.878" v="445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44991E72-28EC-43D4-9452-2984EF5D346D}" dt="2024-08-29T08:09:51.911" v="415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3:35.878" v="445" actId="20577"/>
          <ac:spMkLst>
            <pc:docMk/>
            <pc:sldMk cId="731299161" sldId="267"/>
            <ac:spMk id="3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2:56.468" v="443" actId="12"/>
          <ac:spMkLst>
            <pc:docMk/>
            <pc:sldMk cId="731299161" sldId="267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0:27.839" v="428" actId="14100"/>
          <ac:picMkLst>
            <pc:docMk/>
            <pc:sldMk cId="731299161" sldId="267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7:58.105" v="481" actId="1076"/>
        <pc:sldMkLst>
          <pc:docMk/>
          <pc:sldMk cId="90329638" sldId="268"/>
        </pc:sldMkLst>
        <pc:spChg chg="mod">
          <ac:chgData name="Ms Alina Arshad" userId="cccdfd85-d35d-4453-9c6f-a463aae40722" providerId="ADAL" clId="{44991E72-28EC-43D4-9452-2984EF5D346D}" dt="2024-08-29T08:16:47.171" v="469" actId="403"/>
          <ac:spMkLst>
            <pc:docMk/>
            <pc:sldMk cId="90329638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7:49.888" v="478" actId="1076"/>
          <ac:spMkLst>
            <pc:docMk/>
            <pc:sldMk cId="90329638" sldId="268"/>
            <ac:spMk id="3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7:58.105" v="481" actId="1076"/>
          <ac:picMkLst>
            <pc:docMk/>
            <pc:sldMk cId="90329638" sldId="268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20:16.085" v="509" actId="113"/>
        <pc:sldMkLst>
          <pc:docMk/>
          <pc:sldMk cId="2295129282" sldId="269"/>
        </pc:sldMkLst>
        <pc:spChg chg="mod">
          <ac:chgData name="Ms Alina Arshad" userId="cccdfd85-d35d-4453-9c6f-a463aae40722" providerId="ADAL" clId="{44991E72-28EC-43D4-9452-2984EF5D346D}" dt="2024-08-29T08:20:16.085" v="509" actId="113"/>
          <ac:spMkLst>
            <pc:docMk/>
            <pc:sldMk cId="2295129282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0:05.729" v="505" actId="113"/>
          <ac:spMkLst>
            <pc:docMk/>
            <pc:sldMk cId="2295129282" sldId="26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1:54.031" v="544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44991E72-28EC-43D4-9452-2984EF5D346D}" dt="2024-08-29T08:21:51.679" v="543" actId="403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1:54.031" v="544" actId="1076"/>
          <ac:spMkLst>
            <pc:docMk/>
            <pc:sldMk cId="2090315159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3:44.454" v="5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44991E72-28EC-43D4-9452-2984EF5D346D}" dt="2024-08-29T08:22:11.095" v="548" actId="403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3:44.454" v="571" actId="1076"/>
          <ac:spMkLst>
            <pc:docMk/>
            <pc:sldMk cId="3034138166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38:06.899" v="582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44991E72-28EC-43D4-9452-2984EF5D346D}" dt="2024-08-29T08:38:00.463" v="578" actId="1076"/>
          <ac:spMkLst>
            <pc:docMk/>
            <pc:sldMk cId="2504047100" sldId="272"/>
            <ac:spMk id="2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38:06.899" v="582" actId="1076"/>
          <ac:picMkLst>
            <pc:docMk/>
            <pc:sldMk cId="2504047100" sldId="272"/>
            <ac:picMk id="3" creationId="{00000000-0000-0000-0000-000000000000}"/>
          </ac:picMkLst>
        </pc:picChg>
      </pc:sldChg>
      <pc:sldChg chg="del">
        <pc:chgData name="Ms Alina Arshad" userId="cccdfd85-d35d-4453-9c6f-a463aae40722" providerId="ADAL" clId="{44991E72-28EC-43D4-9452-2984EF5D346D}" dt="2024-08-29T07:33:57.889" v="92" actId="47"/>
        <pc:sldMkLst>
          <pc:docMk/>
          <pc:sldMk cId="2226389095" sldId="301"/>
        </pc:sldMkLst>
      </pc:sldChg>
      <pc:sldChg chg="del">
        <pc:chgData name="Ms Alina Arshad" userId="cccdfd85-d35d-4453-9c6f-a463aae40722" providerId="ADAL" clId="{44991E72-28EC-43D4-9452-2984EF5D346D}" dt="2024-08-29T07:33:58.045" v="93" actId="47"/>
        <pc:sldMkLst>
          <pc:docMk/>
          <pc:sldMk cId="1203345699" sldId="302"/>
        </pc:sldMkLst>
      </pc:sldChg>
      <pc:sldChg chg="del">
        <pc:chgData name="Ms Alina Arshad" userId="cccdfd85-d35d-4453-9c6f-a463aae40722" providerId="ADAL" clId="{44991E72-28EC-43D4-9452-2984EF5D346D}" dt="2024-08-29T07:34:01.341" v="99" actId="47"/>
        <pc:sldMkLst>
          <pc:docMk/>
          <pc:sldMk cId="1723003181" sldId="308"/>
        </pc:sldMkLst>
      </pc:sldChg>
      <pc:sldChg chg="del">
        <pc:chgData name="Ms Alina Arshad" userId="cccdfd85-d35d-4453-9c6f-a463aae40722" providerId="ADAL" clId="{44991E72-28EC-43D4-9452-2984EF5D346D}" dt="2024-08-29T07:34:02.716" v="101" actId="47"/>
        <pc:sldMkLst>
          <pc:docMk/>
          <pc:sldMk cId="126494912" sldId="310"/>
        </pc:sldMkLst>
      </pc:sldChg>
      <pc:sldChg chg="del">
        <pc:chgData name="Ms Alina Arshad" userId="cccdfd85-d35d-4453-9c6f-a463aae40722" providerId="ADAL" clId="{44991E72-28EC-43D4-9452-2984EF5D346D}" dt="2024-08-29T07:34:02.013" v="100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44991E72-28EC-43D4-9452-2984EF5D346D}" dt="2024-08-29T07:33:57.561" v="90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44991E72-28EC-43D4-9452-2984EF5D346D}" dt="2024-08-29T07:33:59.764" v="97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44991E72-28EC-43D4-9452-2984EF5D346D}" dt="2024-08-29T07:34:03.434" v="102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44991E72-28EC-43D4-9452-2984EF5D346D}" dt="2024-08-29T07:34:04.278" v="103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44991E72-28EC-43D4-9452-2984EF5D346D}" dt="2024-08-29T07:34:05.012" v="104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44991E72-28EC-43D4-9452-2984EF5D346D}" dt="2024-08-29T07:34:05.606" v="105" actId="47"/>
        <pc:sldMkLst>
          <pc:docMk/>
          <pc:sldMk cId="0" sldId="337"/>
        </pc:sldMkLst>
      </pc:sldChg>
      <pc:sldChg chg="del">
        <pc:chgData name="Ms Alina Arshad" userId="cccdfd85-d35d-4453-9c6f-a463aae40722" providerId="ADAL" clId="{44991E72-28EC-43D4-9452-2984EF5D346D}" dt="2024-08-29T07:33:58.951" v="96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44991E72-28EC-43D4-9452-2984EF5D346D}" dt="2024-08-29T07:33:57.780" v="91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44991E72-28EC-43D4-9452-2984EF5D346D}" dt="2024-08-29T07:33:58.186" v="94" actId="47"/>
        <pc:sldMkLst>
          <pc:docMk/>
          <pc:sldMk cId="2092443423" sldId="380"/>
        </pc:sldMkLst>
      </pc:sldChg>
      <pc:sldChg chg="del">
        <pc:chgData name="Ms Alina Arshad" userId="cccdfd85-d35d-4453-9c6f-a463aae40722" providerId="ADAL" clId="{44991E72-28EC-43D4-9452-2984EF5D346D}" dt="2024-08-29T07:33:58.358" v="95" actId="47"/>
        <pc:sldMkLst>
          <pc:docMk/>
          <pc:sldMk cId="80739059" sldId="381"/>
        </pc:sldMkLst>
      </pc:sldChg>
      <pc:sldChg chg="del">
        <pc:chgData name="Ms Alina Arshad" userId="cccdfd85-d35d-4453-9c6f-a463aae40722" providerId="ADAL" clId="{44991E72-28EC-43D4-9452-2984EF5D346D}" dt="2024-08-29T07:34:00.295" v="98" actId="47"/>
        <pc:sldMkLst>
          <pc:docMk/>
          <pc:sldMk cId="858854176" sldId="382"/>
        </pc:sldMkLst>
      </pc:sldChg>
    </pc:docChg>
  </pc:docChgLst>
  <pc:docChgLst>
    <pc:chgData name="Ms Alina Arshad" userId="cccdfd85-d35d-4453-9c6f-a463aae40722" providerId="ADAL" clId="{D4C91E6F-B9DD-440D-9732-C61CDFB6C2C8}"/>
    <pc:docChg chg="undo custSel addSld delSld modSld">
      <pc:chgData name="Ms Alina Arshad" userId="cccdfd85-d35d-4453-9c6f-a463aae40722" providerId="ADAL" clId="{D4C91E6F-B9DD-440D-9732-C61CDFB6C2C8}" dt="2024-09-22T13:28:42.450" v="404" actId="1076"/>
      <pc:docMkLst>
        <pc:docMk/>
      </pc:docMkLst>
      <pc:sldChg chg="new del">
        <pc:chgData name="Ms Alina Arshad" userId="cccdfd85-d35d-4453-9c6f-a463aae40722" providerId="ADAL" clId="{D4C91E6F-B9DD-440D-9732-C61CDFB6C2C8}" dt="2024-09-22T13:07:42.221" v="218" actId="680"/>
        <pc:sldMkLst>
          <pc:docMk/>
          <pc:sldMk cId="1855390167" sldId="256"/>
        </pc:sldMkLst>
      </pc:sldChg>
      <pc:sldChg chg="modSp add del mod">
        <pc:chgData name="Ms Alina Arshad" userId="cccdfd85-d35d-4453-9c6f-a463aae40722" providerId="ADAL" clId="{D4C91E6F-B9DD-440D-9732-C61CDFB6C2C8}" dt="2024-09-22T13:07:42.671" v="219" actId="47"/>
        <pc:sldMkLst>
          <pc:docMk/>
          <pc:sldMk cId="3322361034" sldId="256"/>
        </pc:sldMkLst>
        <pc:spChg chg="mod">
          <ac:chgData name="Ms Alina Arshad" userId="cccdfd85-d35d-4453-9c6f-a463aae40722" providerId="ADAL" clId="{D4C91E6F-B9DD-440D-9732-C61CDFB6C2C8}" dt="2024-09-22T13:02:12.272" v="129" actId="122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D4C91E6F-B9DD-440D-9732-C61CDFB6C2C8}" dt="2024-09-22T13:02:23.599" v="131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D4C91E6F-B9DD-440D-9732-C61CDFB6C2C8}" dt="2024-09-22T13:08:06.675" v="233" actId="47"/>
        <pc:sldMkLst>
          <pc:docMk/>
          <pc:sldMk cId="2343470586" sldId="257"/>
        </pc:sldMkLst>
        <pc:spChg chg="mod">
          <ac:chgData name="Ms Alina Arshad" userId="cccdfd85-d35d-4453-9c6f-a463aae40722" providerId="ADAL" clId="{D4C91E6F-B9DD-440D-9732-C61CDFB6C2C8}" dt="2024-09-22T13:07:58.750" v="224" actId="27636"/>
          <ac:spMkLst>
            <pc:docMk/>
            <pc:sldMk cId="2343470586" sldId="257"/>
            <ac:spMk id="3" creationId="{1A620018-CE39-4020-94EA-A75332477218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43.147" v="220" actId="47"/>
        <pc:sldMkLst>
          <pc:docMk/>
          <pc:sldMk cId="0" sldId="258"/>
        </pc:sldMkLst>
        <pc:spChg chg="mod">
          <ac:chgData name="Ms Alina Arshad" userId="cccdfd85-d35d-4453-9c6f-a463aae40722" providerId="ADAL" clId="{D4C91E6F-B9DD-440D-9732-C61CDFB6C2C8}" dt="2024-09-22T13:02:43.692" v="134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3:02.394" v="138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add del mod modNotesTx">
        <pc:chgData name="Ms Alina Arshad" userId="cccdfd85-d35d-4453-9c6f-a463aae40722" providerId="ADAL" clId="{D4C91E6F-B9DD-440D-9732-C61CDFB6C2C8}" dt="2024-09-22T13:08:24.737" v="236"/>
        <pc:sldMkLst>
          <pc:docMk/>
          <pc:sldMk cId="0" sldId="259"/>
        </pc:sldMkLst>
        <pc:grpChg chg="mod">
          <ac:chgData name="Ms Alina Arshad" userId="cccdfd85-d35d-4453-9c6f-a463aae40722" providerId="ADAL" clId="{D4C91E6F-B9DD-440D-9732-C61CDFB6C2C8}" dt="2024-09-22T13:03:09.171" v="139" actId="1076"/>
          <ac:grpSpMkLst>
            <pc:docMk/>
            <pc:sldMk cId="0" sldId="259"/>
            <ac:grpSpMk id="2" creationId="{00000000-0000-0000-0000-000000000000}"/>
          </ac:grpSpMkLst>
        </pc:grpChg>
        <pc:picChg chg="mod">
          <ac:chgData name="Ms Alina Arshad" userId="cccdfd85-d35d-4453-9c6f-a463aae40722" providerId="ADAL" clId="{D4C91E6F-B9DD-440D-9732-C61CDFB6C2C8}" dt="2024-09-22T13:03:15.346" v="140" actId="2085"/>
          <ac:picMkLst>
            <pc:docMk/>
            <pc:sldMk cId="0" sldId="259"/>
            <ac:picMk id="4" creationId="{00000000-0000-0000-0000-000000000000}"/>
          </ac:picMkLst>
        </pc:picChg>
      </pc:sldChg>
      <pc:sldChg chg="modSp add del mod modNotesTx">
        <pc:chgData name="Ms Alina Arshad" userId="cccdfd85-d35d-4453-9c6f-a463aae40722" providerId="ADAL" clId="{D4C91E6F-B9DD-440D-9732-C61CDFB6C2C8}" dt="2024-09-22T13:08:41.224" v="238"/>
        <pc:sldMkLst>
          <pc:docMk/>
          <pc:sldMk cId="0" sldId="260"/>
        </pc:sldMkLst>
        <pc:spChg chg="mod">
          <ac:chgData name="Ms Alina Arshad" userId="cccdfd85-d35d-4453-9c6f-a463aae40722" providerId="ADAL" clId="{D4C91E6F-B9DD-440D-9732-C61CDFB6C2C8}" dt="2024-09-22T13:03:43.152" v="146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4:20.885" v="16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37.134" v="212" actId="47"/>
        <pc:sldMkLst>
          <pc:docMk/>
          <pc:sldMk cId="0" sldId="261"/>
        </pc:sldMkLst>
        <pc:spChg chg="mod">
          <ac:chgData name="Ms Alina Arshad" userId="cccdfd85-d35d-4453-9c6f-a463aae40722" providerId="ADAL" clId="{D4C91E6F-B9DD-440D-9732-C61CDFB6C2C8}" dt="2024-09-22T13:04:32.763" v="164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6:27.187" v="166" actId="1076"/>
          <ac:spMkLst>
            <pc:docMk/>
            <pc:sldMk cId="0" sldId="261"/>
            <ac:spMk id="3" creationId="{00000000-0000-0000-0000-000000000000}"/>
          </ac:spMkLst>
        </pc:spChg>
        <pc:grpChg chg="mod">
          <ac:chgData name="Ms Alina Arshad" userId="cccdfd85-d35d-4453-9c6f-a463aae40722" providerId="ADAL" clId="{D4C91E6F-B9DD-440D-9732-C61CDFB6C2C8}" dt="2024-09-22T13:04:36.578" v="165" actId="1076"/>
          <ac:grpSpMkLst>
            <pc:docMk/>
            <pc:sldMk cId="0" sldId="261"/>
            <ac:grpSpMk id="4" creationId="{00000000-0000-0000-0000-000000000000}"/>
          </ac:grpSpMkLst>
        </pc:grpChg>
      </pc:sldChg>
      <pc:sldChg chg="add del">
        <pc:chgData name="Ms Alina Arshad" userId="cccdfd85-d35d-4453-9c6f-a463aae40722" providerId="ADAL" clId="{D4C91E6F-B9DD-440D-9732-C61CDFB6C2C8}" dt="2024-09-22T13:08:06.214" v="232" actId="47"/>
        <pc:sldMkLst>
          <pc:docMk/>
          <pc:sldMk cId="3815384740" sldId="261"/>
        </pc:sldMkLst>
      </pc:sldChg>
      <pc:sldChg chg="add del">
        <pc:chgData name="Ms Alina Arshad" userId="cccdfd85-d35d-4453-9c6f-a463aae40722" providerId="ADAL" clId="{D4C91E6F-B9DD-440D-9732-C61CDFB6C2C8}" dt="2024-09-22T13:07:35.157" v="167" actId="47"/>
        <pc:sldMkLst>
          <pc:docMk/>
          <pc:sldMk cId="0" sldId="262"/>
        </pc:sldMkLst>
      </pc:sldChg>
      <pc:sldChg chg="add del">
        <pc:chgData name="Ms Alina Arshad" userId="cccdfd85-d35d-4453-9c6f-a463aae40722" providerId="ADAL" clId="{D4C91E6F-B9DD-440D-9732-C61CDFB6C2C8}" dt="2024-09-22T13:08:14.053" v="234" actId="47"/>
        <pc:sldMkLst>
          <pc:docMk/>
          <pc:sldMk cId="129713762" sldId="262"/>
        </pc:sldMkLst>
      </pc:sldChg>
      <pc:sldChg chg="add del">
        <pc:chgData name="Ms Alina Arshad" userId="cccdfd85-d35d-4453-9c6f-a463aae40722" providerId="ADAL" clId="{D4C91E6F-B9DD-440D-9732-C61CDFB6C2C8}" dt="2024-09-22T13:07:35.672" v="168" actId="47"/>
        <pc:sldMkLst>
          <pc:docMk/>
          <pc:sldMk cId="0" sldId="263"/>
        </pc:sldMkLst>
      </pc:sldChg>
      <pc:sldChg chg="add del setBg">
        <pc:chgData name="Ms Alina Arshad" userId="cccdfd85-d35d-4453-9c6f-a463aae40722" providerId="ADAL" clId="{D4C91E6F-B9DD-440D-9732-C61CDFB6C2C8}" dt="2024-09-22T13:08:22.006" v="235" actId="47"/>
        <pc:sldMkLst>
          <pc:docMk/>
          <pc:sldMk cId="3764556304" sldId="263"/>
        </pc:sldMkLst>
      </pc:sldChg>
      <pc:sldChg chg="add del">
        <pc:chgData name="Ms Alina Arshad" userId="cccdfd85-d35d-4453-9c6f-a463aae40722" providerId="ADAL" clId="{D4C91E6F-B9DD-440D-9732-C61CDFB6C2C8}" dt="2024-09-22T13:07:35.700" v="169" actId="47"/>
        <pc:sldMkLst>
          <pc:docMk/>
          <pc:sldMk cId="0" sldId="264"/>
        </pc:sldMkLst>
      </pc:sldChg>
      <pc:sldChg chg="add del">
        <pc:chgData name="Ms Alina Arshad" userId="cccdfd85-d35d-4453-9c6f-a463aae40722" providerId="ADAL" clId="{D4C91E6F-B9DD-440D-9732-C61CDFB6C2C8}" dt="2024-09-22T13:08:34.058" v="237" actId="47"/>
        <pc:sldMkLst>
          <pc:docMk/>
          <pc:sldMk cId="1207064355" sldId="264"/>
        </pc:sldMkLst>
      </pc:sldChg>
      <pc:sldChg chg="add del">
        <pc:chgData name="Ms Alina Arshad" userId="cccdfd85-d35d-4453-9c6f-a463aae40722" providerId="ADAL" clId="{D4C91E6F-B9DD-440D-9732-C61CDFB6C2C8}" dt="2024-09-22T13:07:35.725" v="170" actId="47"/>
        <pc:sldMkLst>
          <pc:docMk/>
          <pc:sldMk cId="1577505814" sldId="265"/>
        </pc:sldMkLst>
        <pc:spChg chg="mod">
          <ac:chgData name="Ms Alina Arshad" userId="cccdfd85-d35d-4453-9c6f-a463aae40722" providerId="ADAL" clId="{D4C91E6F-B9DD-440D-9732-C61CDFB6C2C8}" dt="2024-09-22T13:08:55.410" v="241" actId="14100"/>
          <ac:spMkLst>
            <pc:docMk/>
            <pc:sldMk cId="1577505814" sldId="265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09:39.028" v="256" actId="20577"/>
          <ac:spMkLst>
            <pc:docMk/>
            <pc:sldMk cId="1577505814" sldId="265"/>
            <ac:spMk id="3" creationId="{E63F2E24-C7BF-41F5-B648-FAA96C5DE71A}"/>
          </ac:spMkLst>
        </pc:spChg>
        <pc:spChg chg="mod">
          <ac:chgData name="Ms Alina Arshad" userId="cccdfd85-d35d-4453-9c6f-a463aae40722" providerId="ADAL" clId="{D4C91E6F-B9DD-440D-9732-C61CDFB6C2C8}" dt="2024-09-22T13:15:03.116" v="266" actId="1076"/>
          <ac:spMkLst>
            <pc:docMk/>
            <pc:sldMk cId="1577505814" sldId="265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4:56.785" v="264" actId="1076"/>
          <ac:picMkLst>
            <pc:docMk/>
            <pc:sldMk cId="1577505814" sldId="265"/>
            <ac:picMk id="5" creationId="{28B6A947-1E80-48EF-9AA4-2B6CCB11361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770" v="171" actId="47"/>
        <pc:sldMkLst>
          <pc:docMk/>
          <pc:sldMk cId="1582826008" sldId="266"/>
        </pc:sldMkLst>
        <pc:spChg chg="mod">
          <ac:chgData name="Ms Alina Arshad" userId="cccdfd85-d35d-4453-9c6f-a463aae40722" providerId="ADAL" clId="{D4C91E6F-B9DD-440D-9732-C61CDFB6C2C8}" dt="2024-09-22T13:19:27.669" v="311" actId="14100"/>
          <ac:spMkLst>
            <pc:docMk/>
            <pc:sldMk cId="1582826008" sldId="266"/>
            <ac:spMk id="2" creationId="{46EBB6ED-E43E-4705-8E79-74B8B05AAD23}"/>
          </ac:spMkLst>
        </pc:spChg>
        <pc:spChg chg="mod">
          <ac:chgData name="Ms Alina Arshad" userId="cccdfd85-d35d-4453-9c6f-a463aae40722" providerId="ADAL" clId="{D4C91E6F-B9DD-440D-9732-C61CDFB6C2C8}" dt="2024-09-22T13:20:12.385" v="318" actId="12"/>
          <ac:spMkLst>
            <pc:docMk/>
            <pc:sldMk cId="1582826008" sldId="266"/>
            <ac:spMk id="3" creationId="{4196CBF0-4754-427D-8A38-7DDD2A8EC7AF}"/>
          </ac:spMkLst>
        </pc:spChg>
      </pc:sldChg>
      <pc:sldChg chg="modSp add mod">
        <pc:chgData name="Ms Alina Arshad" userId="cccdfd85-d35d-4453-9c6f-a463aae40722" providerId="ADAL" clId="{D4C91E6F-B9DD-440D-9732-C61CDFB6C2C8}" dt="2024-09-22T13:23:30.753" v="35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D4C91E6F-B9DD-440D-9732-C61CDFB6C2C8}" dt="2024-09-22T13:22:57.244" v="346" actId="207"/>
          <ac:spMkLst>
            <pc:docMk/>
            <pc:sldMk cId="731299161" sldId="267"/>
            <ac:spMk id="2" creationId="{9201C7C5-381E-4176-A65A-204F25AA8BDC}"/>
          </ac:spMkLst>
        </pc:spChg>
        <pc:spChg chg="mod">
          <ac:chgData name="Ms Alina Arshad" userId="cccdfd85-d35d-4453-9c6f-a463aae40722" providerId="ADAL" clId="{D4C91E6F-B9DD-440D-9732-C61CDFB6C2C8}" dt="2024-09-22T13:23:15.910" v="351" actId="27636"/>
          <ac:spMkLst>
            <pc:docMk/>
            <pc:sldMk cId="731299161" sldId="267"/>
            <ac:spMk id="3" creationId="{FCCFEEAF-64FB-4C56-B9BC-E9CF77168172}"/>
          </ac:spMkLst>
        </pc:spChg>
        <pc:picChg chg="mod">
          <ac:chgData name="Ms Alina Arshad" userId="cccdfd85-d35d-4453-9c6f-a463aae40722" providerId="ADAL" clId="{D4C91E6F-B9DD-440D-9732-C61CDFB6C2C8}" dt="2024-09-22T13:23:19.471" v="352" actId="1076"/>
          <ac:picMkLst>
            <pc:docMk/>
            <pc:sldMk cId="731299161" sldId="267"/>
            <ac:picMk id="5" creationId="{8353E4DA-5B96-4841-87DE-4D047CCEE14B}"/>
          </ac:picMkLst>
        </pc:picChg>
        <pc:picChg chg="mod">
          <ac:chgData name="Ms Alina Arshad" userId="cccdfd85-d35d-4453-9c6f-a463aae40722" providerId="ADAL" clId="{D4C91E6F-B9DD-440D-9732-C61CDFB6C2C8}" dt="2024-09-22T13:23:30.753" v="355" actId="1076"/>
          <ac:picMkLst>
            <pc:docMk/>
            <pc:sldMk cId="731299161" sldId="267"/>
            <ac:picMk id="7" creationId="{8F9DBF2E-B7FC-4CA0-B16C-95411F8BFBDA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51" v="173" actId="47"/>
        <pc:sldMkLst>
          <pc:docMk/>
          <pc:sldMk cId="90329638" sldId="268"/>
        </pc:sldMkLst>
        <pc:spChg chg="mod">
          <ac:chgData name="Ms Alina Arshad" userId="cccdfd85-d35d-4453-9c6f-a463aae40722" providerId="ADAL" clId="{D4C91E6F-B9DD-440D-9732-C61CDFB6C2C8}" dt="2024-09-22T13:20:29.385" v="322" actId="207"/>
          <ac:spMkLst>
            <pc:docMk/>
            <pc:sldMk cId="90329638" sldId="268"/>
            <ac:spMk id="2" creationId="{4EDE3C3C-40B3-4F0A-A7FF-AB655B1FF156}"/>
          </ac:spMkLst>
        </pc:spChg>
        <pc:picChg chg="mod">
          <ac:chgData name="Ms Alina Arshad" userId="cccdfd85-d35d-4453-9c6f-a463aae40722" providerId="ADAL" clId="{D4C91E6F-B9DD-440D-9732-C61CDFB6C2C8}" dt="2024-09-22T13:20:25.320" v="321" actId="1076"/>
          <ac:picMkLst>
            <pc:docMk/>
            <pc:sldMk cId="90329638" sldId="268"/>
            <ac:picMk id="4" creationId="{DB3C41BB-6C26-4A8B-9A8A-A3637402DEC3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83" v="174" actId="47"/>
        <pc:sldMkLst>
          <pc:docMk/>
          <pc:sldMk cId="2295129282" sldId="269"/>
        </pc:sldMkLst>
        <pc:spChg chg="mod">
          <ac:chgData name="Ms Alina Arshad" userId="cccdfd85-d35d-4453-9c6f-a463aae40722" providerId="ADAL" clId="{D4C91E6F-B9DD-440D-9732-C61CDFB6C2C8}" dt="2024-09-22T13:20:33.194" v="323" actId="207"/>
          <ac:spMkLst>
            <pc:docMk/>
            <pc:sldMk cId="2295129282" sldId="269"/>
            <ac:spMk id="2" creationId="{93C8DEF6-C2A6-4FFE-93D4-B72310FBBE69}"/>
          </ac:spMkLst>
        </pc:spChg>
        <pc:spChg chg="mod">
          <ac:chgData name="Ms Alina Arshad" userId="cccdfd85-d35d-4453-9c6f-a463aae40722" providerId="ADAL" clId="{D4C91E6F-B9DD-440D-9732-C61CDFB6C2C8}" dt="2024-09-22T13:20:54.354" v="327" actId="12"/>
          <ac:spMkLst>
            <pc:docMk/>
            <pc:sldMk cId="2295129282" sldId="269"/>
            <ac:spMk id="3" creationId="{66EFAC1E-5121-41BA-9011-3E368A014F17}"/>
          </ac:spMkLst>
        </pc:spChg>
      </pc:sldChg>
      <pc:sldChg chg="add del">
        <pc:chgData name="Ms Alina Arshad" userId="cccdfd85-d35d-4453-9c6f-a463aae40722" providerId="ADAL" clId="{D4C91E6F-B9DD-440D-9732-C61CDFB6C2C8}" dt="2024-09-22T13:07:35.915" v="175" actId="47"/>
        <pc:sldMkLst>
          <pc:docMk/>
          <pc:sldMk cId="2090315159" sldId="270"/>
        </pc:sldMkLst>
        <pc:spChg chg="del mod">
          <ac:chgData name="Ms Alina Arshad" userId="cccdfd85-d35d-4453-9c6f-a463aae40722" providerId="ADAL" clId="{D4C91E6F-B9DD-440D-9732-C61CDFB6C2C8}" dt="2024-09-22T13:21:00.410" v="329" actId="478"/>
          <ac:spMkLst>
            <pc:docMk/>
            <pc:sldMk cId="2090315159" sldId="270"/>
            <ac:spMk id="2" creationId="{0426256D-2615-4908-82AE-C041376F8B14}"/>
          </ac:spMkLst>
        </pc:spChg>
        <pc:picChg chg="mod">
          <ac:chgData name="Ms Alina Arshad" userId="cccdfd85-d35d-4453-9c6f-a463aae40722" providerId="ADAL" clId="{D4C91E6F-B9DD-440D-9732-C61CDFB6C2C8}" dt="2024-09-22T13:21:05.927" v="331" actId="14100"/>
          <ac:picMkLst>
            <pc:docMk/>
            <pc:sldMk cId="2090315159" sldId="270"/>
            <ac:picMk id="5" creationId="{25C3C4F9-7925-4068-AA4C-4E3D602F577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946" v="176" actId="47"/>
        <pc:sldMkLst>
          <pc:docMk/>
          <pc:sldMk cId="3034138166" sldId="271"/>
        </pc:sldMkLst>
        <pc:spChg chg="mod">
          <ac:chgData name="Ms Alina Arshad" userId="cccdfd85-d35d-4453-9c6f-a463aae40722" providerId="ADAL" clId="{D4C91E6F-B9DD-440D-9732-C61CDFB6C2C8}" dt="2024-09-22T13:21:39.851" v="338" actId="207"/>
          <ac:spMkLst>
            <pc:docMk/>
            <pc:sldMk cId="3034138166" sldId="271"/>
            <ac:spMk id="2" creationId="{8C9FE61B-36F7-43C1-B94F-337BAEC25346}"/>
          </ac:spMkLst>
        </pc:spChg>
        <pc:spChg chg="mod">
          <ac:chgData name="Ms Alina Arshad" userId="cccdfd85-d35d-4453-9c6f-a463aae40722" providerId="ADAL" clId="{D4C91E6F-B9DD-440D-9732-C61CDFB6C2C8}" dt="2024-09-22T13:21:35.824" v="337" actId="12"/>
          <ac:spMkLst>
            <pc:docMk/>
            <pc:sldMk cId="3034138166" sldId="271"/>
            <ac:spMk id="3" creationId="{F4DD344C-E183-4834-ADD9-55E7821B0508}"/>
          </ac:spMkLst>
        </pc:spChg>
      </pc:sldChg>
      <pc:sldChg chg="add del">
        <pc:chgData name="Ms Alina Arshad" userId="cccdfd85-d35d-4453-9c6f-a463aae40722" providerId="ADAL" clId="{D4C91E6F-B9DD-440D-9732-C61CDFB6C2C8}" dt="2024-09-22T13:07:35.960" v="177" actId="47"/>
        <pc:sldMkLst>
          <pc:docMk/>
          <pc:sldMk cId="2504047100" sldId="272"/>
        </pc:sldMkLst>
        <pc:spChg chg="mod">
          <ac:chgData name="Ms Alina Arshad" userId="cccdfd85-d35d-4453-9c6f-a463aae40722" providerId="ADAL" clId="{D4C91E6F-B9DD-440D-9732-C61CDFB6C2C8}" dt="2024-09-22T13:25:13.354" v="360" actId="403"/>
          <ac:spMkLst>
            <pc:docMk/>
            <pc:sldMk cId="2504047100" sldId="272"/>
            <ac:spMk id="3" creationId="{63575681-B3F7-4B23-9460-6AB9C10F11E7}"/>
          </ac:spMkLst>
        </pc:spChg>
        <pc:spChg chg="mod">
          <ac:chgData name="Ms Alina Arshad" userId="cccdfd85-d35d-4453-9c6f-a463aae40722" providerId="ADAL" clId="{D4C91E6F-B9DD-440D-9732-C61CDFB6C2C8}" dt="2024-09-22T13:24:55.335" v="356" actId="207"/>
          <ac:spMkLst>
            <pc:docMk/>
            <pc:sldMk cId="2504047100" sldId="272"/>
            <ac:spMk id="6" creationId="{0D48C4BA-D3D1-40FF-B0BF-0C6BBE0932B9}"/>
          </ac:spMkLst>
        </pc:spChg>
        <pc:picChg chg="mod">
          <ac:chgData name="Ms Alina Arshad" userId="cccdfd85-d35d-4453-9c6f-a463aae40722" providerId="ADAL" clId="{D4C91E6F-B9DD-440D-9732-C61CDFB6C2C8}" dt="2024-09-22T13:25:26.652" v="363" actId="1076"/>
          <ac:picMkLst>
            <pc:docMk/>
            <pc:sldMk cId="2504047100" sldId="272"/>
            <ac:picMk id="5" creationId="{875B59C6-BD88-403C-A5A5-3503BF501A7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6:22.252" v="37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D4C91E6F-B9DD-440D-9732-C61CDFB6C2C8}" dt="2024-09-22T13:25:53.216" v="370" actId="2711"/>
          <ac:spMkLst>
            <pc:docMk/>
            <pc:sldMk cId="4283755204" sldId="273"/>
            <ac:spMk id="3" creationId="{480AF8B5-325E-40CD-8205-5DD4CE2045CE}"/>
          </ac:spMkLst>
        </pc:spChg>
        <pc:spChg chg="mod">
          <ac:chgData name="Ms Alina Arshad" userId="cccdfd85-d35d-4453-9c6f-a463aae40722" providerId="ADAL" clId="{D4C91E6F-B9DD-440D-9732-C61CDFB6C2C8}" dt="2024-09-22T13:26:22.252" v="379" actId="1076"/>
          <ac:spMkLst>
            <pc:docMk/>
            <pc:sldMk cId="4283755204" sldId="273"/>
            <ac:spMk id="6" creationId="{4BFD4BED-801D-42A3-8A5B-FF9C1516D72C}"/>
          </ac:spMkLst>
        </pc:spChg>
        <pc:picChg chg="mod">
          <ac:chgData name="Ms Alina Arshad" userId="cccdfd85-d35d-4453-9c6f-a463aae40722" providerId="ADAL" clId="{D4C91E6F-B9DD-440D-9732-C61CDFB6C2C8}" dt="2024-09-22T13:25:42.787" v="366" actId="1076"/>
          <ac:picMkLst>
            <pc:docMk/>
            <pc:sldMk cId="4283755204" sldId="273"/>
            <ac:picMk id="5" creationId="{D8DA8D51-5D53-44D8-AD01-9D3D3C4B857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42" v="179" actId="47"/>
        <pc:sldMkLst>
          <pc:docMk/>
          <pc:sldMk cId="2935103945" sldId="274"/>
        </pc:sldMkLst>
        <pc:spChg chg="mod">
          <ac:chgData name="Ms Alina Arshad" userId="cccdfd85-d35d-4453-9c6f-a463aae40722" providerId="ADAL" clId="{D4C91E6F-B9DD-440D-9732-C61CDFB6C2C8}" dt="2024-09-22T13:26:29.045" v="380" actId="207"/>
          <ac:spMkLst>
            <pc:docMk/>
            <pc:sldMk cId="2935103945" sldId="274"/>
            <ac:spMk id="2" creationId="{C68223F5-F8BE-48BC-8240-78FBA46AF802}"/>
          </ac:spMkLst>
        </pc:spChg>
        <pc:spChg chg="mod">
          <ac:chgData name="Ms Alina Arshad" userId="cccdfd85-d35d-4453-9c6f-a463aae40722" providerId="ADAL" clId="{D4C91E6F-B9DD-440D-9732-C61CDFB6C2C8}" dt="2024-09-22T13:26:45.100" v="386" actId="20577"/>
          <ac:spMkLst>
            <pc:docMk/>
            <pc:sldMk cId="2935103945" sldId="274"/>
            <ac:spMk id="3" creationId="{58F9CE5B-D0D8-4F74-8E4E-CFF85A1C2C17}"/>
          </ac:spMkLst>
        </pc:spChg>
      </pc:sldChg>
      <pc:sldChg chg="modSp add mod">
        <pc:chgData name="Ms Alina Arshad" userId="cccdfd85-d35d-4453-9c6f-a463aae40722" providerId="ADAL" clId="{D4C91E6F-B9DD-440D-9732-C61CDFB6C2C8}" dt="2024-09-22T13:27:16.223" v="393" actId="1076"/>
        <pc:sldMkLst>
          <pc:docMk/>
          <pc:sldMk cId="1497646456" sldId="275"/>
        </pc:sldMkLst>
        <pc:picChg chg="mod">
          <ac:chgData name="Ms Alina Arshad" userId="cccdfd85-d35d-4453-9c6f-a463aae40722" providerId="ADAL" clId="{D4C91E6F-B9DD-440D-9732-C61CDFB6C2C8}" dt="2024-09-22T13:27:12.158" v="392" actId="1076"/>
          <ac:picMkLst>
            <pc:docMk/>
            <pc:sldMk cId="1497646456" sldId="275"/>
            <ac:picMk id="5" creationId="{0DBB2777-7016-4A01-8AF0-F96056B9FC8F}"/>
          </ac:picMkLst>
        </pc:picChg>
        <pc:picChg chg="mod">
          <ac:chgData name="Ms Alina Arshad" userId="cccdfd85-d35d-4453-9c6f-a463aae40722" providerId="ADAL" clId="{D4C91E6F-B9DD-440D-9732-C61CDFB6C2C8}" dt="2024-09-22T13:27:16.223" v="393" actId="1076"/>
          <ac:picMkLst>
            <pc:docMk/>
            <pc:sldMk cId="1497646456" sldId="275"/>
            <ac:picMk id="6" creationId="{FA9585FB-CBE2-4A52-9153-F383B3C1533C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89" v="181" actId="47"/>
        <pc:sldMkLst>
          <pc:docMk/>
          <pc:sldMk cId="3993717517" sldId="276"/>
        </pc:sldMkLst>
        <pc:spChg chg="mod">
          <ac:chgData name="Ms Alina Arshad" userId="cccdfd85-d35d-4453-9c6f-a463aae40722" providerId="ADAL" clId="{D4C91E6F-B9DD-440D-9732-C61CDFB6C2C8}" dt="2024-09-22T13:27:41.415" v="397" actId="207"/>
          <ac:spMkLst>
            <pc:docMk/>
            <pc:sldMk cId="3993717517" sldId="276"/>
            <ac:spMk id="2" creationId="{781791DC-0148-40EC-85C5-4A802374F13F}"/>
          </ac:spMkLst>
        </pc:spChg>
        <pc:spChg chg="mod">
          <ac:chgData name="Ms Alina Arshad" userId="cccdfd85-d35d-4453-9c6f-a463aae40722" providerId="ADAL" clId="{D4C91E6F-B9DD-440D-9732-C61CDFB6C2C8}" dt="2024-09-22T13:27:50.921" v="399" actId="403"/>
          <ac:spMkLst>
            <pc:docMk/>
            <pc:sldMk cId="3993717517" sldId="276"/>
            <ac:spMk id="3" creationId="{31A7AFD5-81DA-4DED-AD8C-F310D4820705}"/>
          </ac:spMkLst>
        </pc:spChg>
      </pc:sldChg>
      <pc:sldChg chg="add del">
        <pc:chgData name="Ms Alina Arshad" userId="cccdfd85-d35d-4453-9c6f-a463aae40722" providerId="ADAL" clId="{D4C91E6F-B9DD-440D-9732-C61CDFB6C2C8}" dt="2024-09-22T13:07:36.120" v="182" actId="47"/>
        <pc:sldMkLst>
          <pc:docMk/>
          <pc:sldMk cId="0" sldId="277"/>
        </pc:sldMkLst>
      </pc:sldChg>
      <pc:sldChg chg="add del">
        <pc:chgData name="Ms Alina Arshad" userId="cccdfd85-d35d-4453-9c6f-a463aae40722" providerId="ADAL" clId="{D4C91E6F-B9DD-440D-9732-C61CDFB6C2C8}" dt="2024-09-22T13:07:36.158" v="183" actId="47"/>
        <pc:sldMkLst>
          <pc:docMk/>
          <pc:sldMk cId="2668593764" sldId="278"/>
        </pc:sldMkLst>
        <pc:spChg chg="mod">
          <ac:chgData name="Ms Alina Arshad" userId="cccdfd85-d35d-4453-9c6f-a463aae40722" providerId="ADAL" clId="{D4C91E6F-B9DD-440D-9732-C61CDFB6C2C8}" dt="2024-09-22T13:27:26.932" v="394" actId="207"/>
          <ac:spMkLst>
            <pc:docMk/>
            <pc:sldMk cId="2668593764" sldId="278"/>
            <ac:spMk id="2" creationId="{E5F7AB3E-208B-4CED-8A8F-7FD72405664D}"/>
          </ac:spMkLst>
        </pc:spChg>
        <pc:spChg chg="mod">
          <ac:chgData name="Ms Alina Arshad" userId="cccdfd85-d35d-4453-9c6f-a463aae40722" providerId="ADAL" clId="{D4C91E6F-B9DD-440D-9732-C61CDFB6C2C8}" dt="2024-09-22T13:27:35.494" v="396" actId="2711"/>
          <ac:spMkLst>
            <pc:docMk/>
            <pc:sldMk cId="2668593764" sldId="278"/>
            <ac:spMk id="3" creationId="{49F9FC7E-9E3B-42F7-B653-B264FCCAE9D8}"/>
          </ac:spMkLst>
        </pc:spChg>
      </pc:sldChg>
      <pc:sldChg chg="del">
        <pc:chgData name="Ms Alina Arshad" userId="cccdfd85-d35d-4453-9c6f-a463aae40722" providerId="ADAL" clId="{D4C91E6F-B9DD-440D-9732-C61CDFB6C2C8}" dt="2024-09-22T13:07:37.093" v="211" actId="47"/>
        <pc:sldMkLst>
          <pc:docMk/>
          <pc:sldMk cId="1325985888" sldId="279"/>
        </pc:sldMkLst>
      </pc:sldChg>
      <pc:sldChg chg="modSp add mod">
        <pc:chgData name="Ms Alina Arshad" userId="cccdfd85-d35d-4453-9c6f-a463aae40722" providerId="ADAL" clId="{D4C91E6F-B9DD-440D-9732-C61CDFB6C2C8}" dt="2024-09-22T13:07:58.843" v="228" actId="27636"/>
        <pc:sldMkLst>
          <pc:docMk/>
          <pc:sldMk cId="3703048629" sldId="279"/>
        </pc:sldMkLst>
        <pc:spChg chg="mod">
          <ac:chgData name="Ms Alina Arshad" userId="cccdfd85-d35d-4453-9c6f-a463aae40722" providerId="ADAL" clId="{D4C91E6F-B9DD-440D-9732-C61CDFB6C2C8}" dt="2024-09-22T13:07:58.843" v="228" actId="27636"/>
          <ac:spMkLst>
            <pc:docMk/>
            <pc:sldMk cId="3703048629" sldId="279"/>
            <ac:spMk id="3" creationId="{14C2275F-EEF7-4B46-8F23-7E6682716D48}"/>
          </ac:spMkLst>
        </pc:spChg>
      </pc:sldChg>
      <pc:sldChg chg="add del">
        <pc:chgData name="Ms Alina Arshad" userId="cccdfd85-d35d-4453-9c6f-a463aae40722" providerId="ADAL" clId="{D4C91E6F-B9DD-440D-9732-C61CDFB6C2C8}" dt="2024-09-22T13:02:21.183" v="130" actId="47"/>
        <pc:sldMkLst>
          <pc:docMk/>
          <pc:sldMk cId="1821615422" sldId="28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605066316" sldId="281"/>
        </pc:sldMkLst>
      </pc:sldChg>
      <pc:sldChg chg="add del">
        <pc:chgData name="Ms Alina Arshad" userId="cccdfd85-d35d-4453-9c6f-a463aae40722" providerId="ADAL" clId="{D4C91E6F-B9DD-440D-9732-C61CDFB6C2C8}" dt="2024-09-22T13:07:36.223" v="185" actId="47"/>
        <pc:sldMkLst>
          <pc:docMk/>
          <pc:sldMk cId="24697311" sldId="282"/>
        </pc:sldMkLst>
      </pc:sldChg>
      <pc:sldChg chg="modSp add mod">
        <pc:chgData name="Ms Alina Arshad" userId="cccdfd85-d35d-4453-9c6f-a463aae40722" providerId="ADAL" clId="{D4C91E6F-B9DD-440D-9732-C61CDFB6C2C8}" dt="2024-09-22T13:26:58.544" v="388" actId="14100"/>
        <pc:sldMkLst>
          <pc:docMk/>
          <pc:sldMk cId="3289392637" sldId="283"/>
        </pc:sldMkLst>
        <pc:picChg chg="mod">
          <ac:chgData name="Ms Alina Arshad" userId="cccdfd85-d35d-4453-9c6f-a463aae40722" providerId="ADAL" clId="{D4C91E6F-B9DD-440D-9732-C61CDFB6C2C8}" dt="2024-09-22T13:26:58.544" v="388" actId="14100"/>
          <ac:picMkLst>
            <pc:docMk/>
            <pc:sldMk cId="3289392637" sldId="283"/>
            <ac:picMk id="5" creationId="{E9364447-0905-4016-B0E8-FD9646A14B1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291" v="187" actId="47"/>
        <pc:sldMkLst>
          <pc:docMk/>
          <pc:sldMk cId="800652809" sldId="284"/>
        </pc:sldMkLst>
      </pc:sldChg>
      <pc:sldChg chg="add del">
        <pc:chgData name="Ms Alina Arshad" userId="cccdfd85-d35d-4453-9c6f-a463aae40722" providerId="ADAL" clId="{D4C91E6F-B9DD-440D-9732-C61CDFB6C2C8}" dt="2024-09-22T13:07:36.322" v="188" actId="47"/>
        <pc:sldMkLst>
          <pc:docMk/>
          <pc:sldMk cId="1402144616" sldId="285"/>
        </pc:sldMkLst>
        <pc:spChg chg="mo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2" creationId="{2F6CB8CE-8AA3-4A30-80C4-4E7895E4B350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6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7" creationId="{39CB82C2-DF65-4EC1-8280-F201D50F570B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9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0" creationId="{FA4CD5CB-D209-4D70-8CA4-629731C59219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1" creationId="{39CB82C2-DF65-4EC1-8280-F201D50F570B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4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5" creationId="{FA4CD5CB-D209-4D70-8CA4-629731C59219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6" creationId="{593ACC25-C262-417A-8AA9-0641C772BDB6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9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21" creationId="{593ACC25-C262-417A-8AA9-0641C772BDB6}"/>
          </ac:spMkLst>
        </pc:spChg>
        <pc:picChg chg="mod">
          <ac:chgData name="Ms Alina Arshad" userId="cccdfd85-d35d-4453-9c6f-a463aae40722" providerId="ADAL" clId="{D4C91E6F-B9DD-440D-9732-C61CDFB6C2C8}" dt="2024-09-22T13:16:44.250" v="292" actId="1076"/>
          <ac:picMkLst>
            <pc:docMk/>
            <pc:sldMk cId="1402144616" sldId="285"/>
            <ac:picMk id="4" creationId="{2D2785FA-9ADF-4C9B-A0F6-034810D10C6E}"/>
          </ac:picMkLst>
        </pc:pic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8" creationId="{7E1D4427-852B-4B37-8E76-0E9F1810BA2A}"/>
          </ac:cxnSpMkLst>
        </pc:cxn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12" creationId="{5C6A2BAE-B461-4B55-8E1F-0722ABDD1393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3" creationId="{7E1D4427-852B-4B37-8E76-0E9F1810BA2A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7" creationId="{5C6A2BAE-B461-4B55-8E1F-0722ABDD1393}"/>
          </ac:cxnSpMkLst>
        </pc:cxnChg>
      </pc:sldChg>
      <pc:sldChg chg="add del">
        <pc:chgData name="Ms Alina Arshad" userId="cccdfd85-d35d-4453-9c6f-a463aae40722" providerId="ADAL" clId="{D4C91E6F-B9DD-440D-9732-C61CDFB6C2C8}" dt="2024-09-22T13:07:36.353" v="189" actId="47"/>
        <pc:sldMkLst>
          <pc:docMk/>
          <pc:sldMk cId="0" sldId="286"/>
        </pc:sldMkLst>
      </pc:sldChg>
      <pc:sldChg chg="delSp modSp add mod">
        <pc:chgData name="Ms Alina Arshad" userId="cccdfd85-d35d-4453-9c6f-a463aae40722" providerId="ADAL" clId="{D4C91E6F-B9DD-440D-9732-C61CDFB6C2C8}" dt="2024-09-22T13:28:42.450" v="404" actId="1076"/>
        <pc:sldMkLst>
          <pc:docMk/>
          <pc:sldMk cId="3229345964" sldId="287"/>
        </pc:sldMkLst>
        <pc:spChg chg="del">
          <ac:chgData name="Ms Alina Arshad" userId="cccdfd85-d35d-4453-9c6f-a463aae40722" providerId="ADAL" clId="{D4C91E6F-B9DD-440D-9732-C61CDFB6C2C8}" dt="2024-09-22T13:28:32.954" v="400" actId="478"/>
          <ac:spMkLst>
            <pc:docMk/>
            <pc:sldMk cId="3229345964" sldId="287"/>
            <ac:spMk id="2" creationId="{5DA081F5-16CF-4CA2-A173-0E030024A636}"/>
          </ac:spMkLst>
        </pc:spChg>
        <pc:picChg chg="mod">
          <ac:chgData name="Ms Alina Arshad" userId="cccdfd85-d35d-4453-9c6f-a463aae40722" providerId="ADAL" clId="{D4C91E6F-B9DD-440D-9732-C61CDFB6C2C8}" dt="2024-09-22T13:28:42.450" v="404" actId="1076"/>
          <ac:picMkLst>
            <pc:docMk/>
            <pc:sldMk cId="3229345964" sldId="287"/>
            <ac:picMk id="5" creationId="{8EF4BFF1-87E0-4AF5-83CA-F11370D161B8}"/>
          </ac:picMkLst>
        </pc:pic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02870935" sldId="288"/>
        </pc:sldMkLst>
      </pc:sldChg>
      <pc:sldChg chg="add del">
        <pc:chgData name="Ms Alina Arshad" userId="cccdfd85-d35d-4453-9c6f-a463aae40722" providerId="ADAL" clId="{D4C91E6F-B9DD-440D-9732-C61CDFB6C2C8}" dt="2024-09-22T13:07:36.456" v="192" actId="47"/>
        <pc:sldMkLst>
          <pc:docMk/>
          <pc:sldMk cId="0" sldId="289"/>
        </pc:sldMkLst>
      </pc:sldChg>
      <pc:sldChg chg="add del">
        <pc:chgData name="Ms Alina Arshad" userId="cccdfd85-d35d-4453-9c6f-a463aae40722" providerId="ADAL" clId="{D4C91E6F-B9DD-440D-9732-C61CDFB6C2C8}" dt="2024-09-22T13:07:36.475" v="193" actId="47"/>
        <pc:sldMkLst>
          <pc:docMk/>
          <pc:sldMk cId="0" sldId="290"/>
        </pc:sldMkLst>
      </pc:sldChg>
      <pc:sldChg chg="add del">
        <pc:chgData name="Ms Alina Arshad" userId="cccdfd85-d35d-4453-9c6f-a463aae40722" providerId="ADAL" clId="{D4C91E6F-B9DD-440D-9732-C61CDFB6C2C8}" dt="2024-09-22T13:07:36.517" v="194" actId="47"/>
        <pc:sldMkLst>
          <pc:docMk/>
          <pc:sldMk cId="0" sldId="291"/>
        </pc:sldMkLst>
      </pc:sldChg>
      <pc:sldChg chg="add del">
        <pc:chgData name="Ms Alina Arshad" userId="cccdfd85-d35d-4453-9c6f-a463aae40722" providerId="ADAL" clId="{D4C91E6F-B9DD-440D-9732-C61CDFB6C2C8}" dt="2024-09-22T13:07:36.562" v="195" actId="47"/>
        <pc:sldMkLst>
          <pc:docMk/>
          <pc:sldMk cId="0" sldId="292"/>
        </pc:sldMkLst>
      </pc:sldChg>
      <pc:sldChg chg="add del">
        <pc:chgData name="Ms Alina Arshad" userId="cccdfd85-d35d-4453-9c6f-a463aae40722" providerId="ADAL" clId="{D4C91E6F-B9DD-440D-9732-C61CDFB6C2C8}" dt="2024-09-22T13:07:36.605" v="196" actId="47"/>
        <pc:sldMkLst>
          <pc:docMk/>
          <pc:sldMk cId="0" sldId="293"/>
        </pc:sldMkLst>
      </pc:sldChg>
      <pc:sldChg chg="add del">
        <pc:chgData name="Ms Alina Arshad" userId="cccdfd85-d35d-4453-9c6f-a463aae40722" providerId="ADAL" clId="{D4C91E6F-B9DD-440D-9732-C61CDFB6C2C8}" dt="2024-09-22T13:07:36.636" v="197" actId="47"/>
        <pc:sldMkLst>
          <pc:docMk/>
          <pc:sldMk cId="0" sldId="294"/>
        </pc:sldMkLst>
      </pc:sldChg>
      <pc:sldChg chg="add del">
        <pc:chgData name="Ms Alina Arshad" userId="cccdfd85-d35d-4453-9c6f-a463aae40722" providerId="ADAL" clId="{D4C91E6F-B9DD-440D-9732-C61CDFB6C2C8}" dt="2024-09-22T13:07:36.651" v="198" actId="47"/>
        <pc:sldMkLst>
          <pc:docMk/>
          <pc:sldMk cId="0" sldId="295"/>
        </pc:sldMkLst>
      </pc:sldChg>
      <pc:sldChg chg="add del">
        <pc:chgData name="Ms Alina Arshad" userId="cccdfd85-d35d-4453-9c6f-a463aae40722" providerId="ADAL" clId="{D4C91E6F-B9DD-440D-9732-C61CDFB6C2C8}" dt="2024-09-22T13:07:36.673" v="199" actId="47"/>
        <pc:sldMkLst>
          <pc:docMk/>
          <pc:sldMk cId="0" sldId="296"/>
        </pc:sldMkLst>
      </pc:sldChg>
      <pc:sldChg chg="add del">
        <pc:chgData name="Ms Alina Arshad" userId="cccdfd85-d35d-4453-9c6f-a463aae40722" providerId="ADAL" clId="{D4C91E6F-B9DD-440D-9732-C61CDFB6C2C8}" dt="2024-09-22T13:07:36.722" v="200" actId="47"/>
        <pc:sldMkLst>
          <pc:docMk/>
          <pc:sldMk cId="0" sldId="297"/>
        </pc:sldMkLst>
      </pc:sldChg>
      <pc:sldChg chg="add del">
        <pc:chgData name="Ms Alina Arshad" userId="cccdfd85-d35d-4453-9c6f-a463aae40722" providerId="ADAL" clId="{D4C91E6F-B9DD-440D-9732-C61CDFB6C2C8}" dt="2024-09-22T13:07:36.760" v="201" actId="47"/>
        <pc:sldMkLst>
          <pc:docMk/>
          <pc:sldMk cId="0" sldId="298"/>
        </pc:sldMkLst>
      </pc:sldChg>
      <pc:sldChg chg="add del">
        <pc:chgData name="Ms Alina Arshad" userId="cccdfd85-d35d-4453-9c6f-a463aae40722" providerId="ADAL" clId="{D4C91E6F-B9DD-440D-9732-C61CDFB6C2C8}" dt="2024-09-22T13:07:36.791" v="202" actId="47"/>
        <pc:sldMkLst>
          <pc:docMk/>
          <pc:sldMk cId="0" sldId="299"/>
        </pc:sldMkLst>
      </pc:sldChg>
      <pc:sldChg chg="add del">
        <pc:chgData name="Ms Alina Arshad" userId="cccdfd85-d35d-4453-9c6f-a463aae40722" providerId="ADAL" clId="{D4C91E6F-B9DD-440D-9732-C61CDFB6C2C8}" dt="2024-09-22T13:07:36.806" v="203" actId="47"/>
        <pc:sldMkLst>
          <pc:docMk/>
          <pc:sldMk cId="0" sldId="300"/>
        </pc:sldMkLst>
      </pc:sldChg>
      <pc:sldChg chg="add del">
        <pc:chgData name="Ms Alina Arshad" userId="cccdfd85-d35d-4453-9c6f-a463aae40722" providerId="ADAL" clId="{D4C91E6F-B9DD-440D-9732-C61CDFB6C2C8}" dt="2024-09-22T13:07:36.854" v="204" actId="47"/>
        <pc:sldMkLst>
          <pc:docMk/>
          <pc:sldMk cId="0" sldId="301"/>
        </pc:sldMkLst>
      </pc:sldChg>
      <pc:sldChg chg="add del">
        <pc:chgData name="Ms Alina Arshad" userId="cccdfd85-d35d-4453-9c6f-a463aae40722" providerId="ADAL" clId="{D4C91E6F-B9DD-440D-9732-C61CDFB6C2C8}" dt="2024-09-22T13:07:36.887" v="205" actId="47"/>
        <pc:sldMkLst>
          <pc:docMk/>
          <pc:sldMk cId="0" sldId="302"/>
        </pc:sldMkLst>
      </pc:sldChg>
      <pc:sldChg chg="add del">
        <pc:chgData name="Ms Alina Arshad" userId="cccdfd85-d35d-4453-9c6f-a463aae40722" providerId="ADAL" clId="{D4C91E6F-B9DD-440D-9732-C61CDFB6C2C8}" dt="2024-09-22T13:07:36.945" v="206" actId="47"/>
        <pc:sldMkLst>
          <pc:docMk/>
          <pc:sldMk cId="0" sldId="303"/>
        </pc:sldMkLst>
      </pc:sldChg>
      <pc:sldChg chg="add del">
        <pc:chgData name="Ms Alina Arshad" userId="cccdfd85-d35d-4453-9c6f-a463aae40722" providerId="ADAL" clId="{D4C91E6F-B9DD-440D-9732-C61CDFB6C2C8}" dt="2024-09-22T13:07:36.961" v="207" actId="47"/>
        <pc:sldMkLst>
          <pc:docMk/>
          <pc:sldMk cId="0" sldId="304"/>
        </pc:sldMkLst>
      </pc:sldChg>
      <pc:sldChg chg="add del">
        <pc:chgData name="Ms Alina Arshad" userId="cccdfd85-d35d-4453-9c6f-a463aae40722" providerId="ADAL" clId="{D4C91E6F-B9DD-440D-9732-C61CDFB6C2C8}" dt="2024-09-22T13:07:36.976" v="208" actId="47"/>
        <pc:sldMkLst>
          <pc:docMk/>
          <pc:sldMk cId="0" sldId="305"/>
        </pc:sldMkLst>
      </pc:sldChg>
      <pc:sldChg chg="add del">
        <pc:chgData name="Ms Alina Arshad" userId="cccdfd85-d35d-4453-9c6f-a463aae40722" providerId="ADAL" clId="{D4C91E6F-B9DD-440D-9732-C61CDFB6C2C8}" dt="2024-09-22T13:07:37.046" v="209" actId="47"/>
        <pc:sldMkLst>
          <pc:docMk/>
          <pc:sldMk cId="0" sldId="306"/>
        </pc:sldMkLst>
      </pc:sldChg>
      <pc:sldChg chg="add del">
        <pc:chgData name="Ms Alina Arshad" userId="cccdfd85-d35d-4453-9c6f-a463aae40722" providerId="ADAL" clId="{D4C91E6F-B9DD-440D-9732-C61CDFB6C2C8}" dt="2024-09-22T13:07:37.078" v="210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D4C91E6F-B9DD-440D-9732-C61CDFB6C2C8}" dt="2024-09-22T13:00:34.514" v="22" actId="47"/>
        <pc:sldMkLst>
          <pc:docMk/>
          <pc:sldMk cId="3233864465" sldId="338"/>
        </pc:sldMkLst>
      </pc:sldChg>
      <pc:sldChg chg="del">
        <pc:chgData name="Ms Alina Arshad" userId="cccdfd85-d35d-4453-9c6f-a463aae40722" providerId="ADAL" clId="{D4C91E6F-B9DD-440D-9732-C61CDFB6C2C8}" dt="2024-09-22T13:00:34.573" v="24" actId="47"/>
        <pc:sldMkLst>
          <pc:docMk/>
          <pc:sldMk cId="1267034377" sldId="339"/>
        </pc:sldMkLst>
      </pc:sldChg>
      <pc:sldChg chg="del">
        <pc:chgData name="Ms Alina Arshad" userId="cccdfd85-d35d-4453-9c6f-a463aae40722" providerId="ADAL" clId="{D4C91E6F-B9DD-440D-9732-C61CDFB6C2C8}" dt="2024-09-22T13:00:35.285" v="26" actId="47"/>
        <pc:sldMkLst>
          <pc:docMk/>
          <pc:sldMk cId="2400815569" sldId="340"/>
        </pc:sldMkLst>
      </pc:sldChg>
      <pc:sldChg chg="del">
        <pc:chgData name="Ms Alina Arshad" userId="cccdfd85-d35d-4453-9c6f-a463aae40722" providerId="ADAL" clId="{D4C91E6F-B9DD-440D-9732-C61CDFB6C2C8}" dt="2024-09-22T13:00:35.591" v="28" actId="47"/>
        <pc:sldMkLst>
          <pc:docMk/>
          <pc:sldMk cId="1204309406" sldId="341"/>
        </pc:sldMkLst>
      </pc:sldChg>
      <pc:sldChg chg="del">
        <pc:chgData name="Ms Alina Arshad" userId="cccdfd85-d35d-4453-9c6f-a463aae40722" providerId="ADAL" clId="{D4C91E6F-B9DD-440D-9732-C61CDFB6C2C8}" dt="2024-09-22T13:00:34.459" v="20" actId="47"/>
        <pc:sldMkLst>
          <pc:docMk/>
          <pc:sldMk cId="96607437" sldId="34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4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36508356" sldId="348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32290220" sldId="349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448686030" sldId="35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109540881" sldId="351"/>
        </pc:sldMkLst>
      </pc:sldChg>
      <pc:sldChg chg="modSp add mod">
        <pc:chgData name="Ms Alina Arshad" userId="cccdfd85-d35d-4453-9c6f-a463aae40722" providerId="ADAL" clId="{D4C91E6F-B9DD-440D-9732-C61CDFB6C2C8}" dt="2024-09-22T13:07:58.869" v="229" actId="27636"/>
        <pc:sldMkLst>
          <pc:docMk/>
          <pc:sldMk cId="0" sldId="352"/>
        </pc:sldMkLst>
        <pc:spChg chg="mod">
          <ac:chgData name="Ms Alina Arshad" userId="cccdfd85-d35d-4453-9c6f-a463aae40722" providerId="ADAL" clId="{D4C91E6F-B9DD-440D-9732-C61CDFB6C2C8}" dt="2024-09-22T13:07:58.869" v="229" actId="27636"/>
          <ac:spMkLst>
            <pc:docMk/>
            <pc:sldMk cId="0" sldId="352"/>
            <ac:spMk id="64516" creationId="{D2D679A3-2E8D-4632-948B-DAF7F009B134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3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4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5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68"/>
        </pc:sldMkLst>
      </pc:sldChg>
      <pc:sldChg chg="modSp add mod">
        <pc:chgData name="Ms Alina Arshad" userId="cccdfd85-d35d-4453-9c6f-a463aae40722" providerId="ADAL" clId="{D4C91E6F-B9DD-440D-9732-C61CDFB6C2C8}" dt="2024-09-22T13:07:58.878" v="231" actId="27636"/>
        <pc:sldMkLst>
          <pc:docMk/>
          <pc:sldMk cId="0" sldId="369"/>
        </pc:sldMkLst>
        <pc:spChg chg="mod">
          <ac:chgData name="Ms Alina Arshad" userId="cccdfd85-d35d-4453-9c6f-a463aae40722" providerId="ADAL" clId="{D4C91E6F-B9DD-440D-9732-C61CDFB6C2C8}" dt="2024-09-22T13:07:58.878" v="231" actId="27636"/>
          <ac:spMkLst>
            <pc:docMk/>
            <pc:sldMk cId="0" sldId="369"/>
            <ac:spMk id="81924" creationId="{68248C69-9332-4A99-BC0A-14F57C4D99DE}"/>
          </ac:spMkLst>
        </pc:spChg>
      </pc:sldChg>
      <pc:sldChg chg="modSp add mod">
        <pc:chgData name="Ms Alina Arshad" userId="cccdfd85-d35d-4453-9c6f-a463aae40722" providerId="ADAL" clId="{D4C91E6F-B9DD-440D-9732-C61CDFB6C2C8}" dt="2024-09-22T13:07:58.875" v="230" actId="27636"/>
        <pc:sldMkLst>
          <pc:docMk/>
          <pc:sldMk cId="0" sldId="370"/>
        </pc:sldMkLst>
        <pc:spChg chg="mod">
          <ac:chgData name="Ms Alina Arshad" userId="cccdfd85-d35d-4453-9c6f-a463aae40722" providerId="ADAL" clId="{D4C91E6F-B9DD-440D-9732-C61CDFB6C2C8}" dt="2024-09-22T13:07:58.875" v="230" actId="27636"/>
          <ac:spMkLst>
            <pc:docMk/>
            <pc:sldMk cId="0" sldId="370"/>
            <ac:spMk id="77828" creationId="{AE58D6A9-2268-4B9B-B644-43B75570DBA9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1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6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634129650" sldId="397"/>
        </pc:sldMkLst>
      </pc:sldChg>
      <pc:sldChg chg="modSp add mod">
        <pc:chgData name="Ms Alina Arshad" userId="cccdfd85-d35d-4453-9c6f-a463aae40722" providerId="ADAL" clId="{D4C91E6F-B9DD-440D-9732-C61CDFB6C2C8}" dt="2024-09-22T13:15:46.580" v="277" actId="14100"/>
        <pc:sldMkLst>
          <pc:docMk/>
          <pc:sldMk cId="818196387" sldId="398"/>
        </pc:sldMkLst>
        <pc:spChg chg="mod">
          <ac:chgData name="Ms Alina Arshad" userId="cccdfd85-d35d-4453-9c6f-a463aae40722" providerId="ADAL" clId="{D4C91E6F-B9DD-440D-9732-C61CDFB6C2C8}" dt="2024-09-22T13:15:12.286" v="267" actId="207"/>
          <ac:spMkLst>
            <pc:docMk/>
            <pc:sldMk cId="818196387" sldId="398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15:46.580" v="277" actId="14100"/>
          <ac:spMkLst>
            <pc:docMk/>
            <pc:sldMk cId="818196387" sldId="398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5:42.498" v="276" actId="1076"/>
          <ac:picMkLst>
            <pc:docMk/>
            <pc:sldMk cId="818196387" sldId="398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16:05.241" v="284" actId="403"/>
        <pc:sldMkLst>
          <pc:docMk/>
          <pc:sldMk cId="3016557581" sldId="399"/>
        </pc:sldMkLst>
        <pc:spChg chg="mod">
          <ac:chgData name="Ms Alina Arshad" userId="cccdfd85-d35d-4453-9c6f-a463aae40722" providerId="ADAL" clId="{D4C91E6F-B9DD-440D-9732-C61CDFB6C2C8}" dt="2024-09-22T13:15:51.562" v="278" actId="207"/>
          <ac:spMkLst>
            <pc:docMk/>
            <pc:sldMk cId="3016557581" sldId="399"/>
            <ac:spMk id="2" creationId="{E2B52054-9130-4CB7-BA10-54AC86DB3C4E}"/>
          </ac:spMkLst>
        </pc:spChg>
        <pc:spChg chg="mod">
          <ac:chgData name="Ms Alina Arshad" userId="cccdfd85-d35d-4453-9c6f-a463aae40722" providerId="ADAL" clId="{D4C91E6F-B9DD-440D-9732-C61CDFB6C2C8}" dt="2024-09-22T13:16:05.241" v="284" actId="403"/>
          <ac:spMkLst>
            <pc:docMk/>
            <pc:sldMk cId="3016557581" sldId="399"/>
            <ac:spMk id="3" creationId="{0EA14083-9FE5-4604-AE9D-7238164721FE}"/>
          </ac:spMkLst>
        </pc:spChg>
      </pc:sldChg>
      <pc:sldChg chg="modSp add mod">
        <pc:chgData name="Ms Alina Arshad" userId="cccdfd85-d35d-4453-9c6f-a463aae40722" providerId="ADAL" clId="{D4C91E6F-B9DD-440D-9732-C61CDFB6C2C8}" dt="2024-09-22T13:17:35.564" v="306" actId="33524"/>
        <pc:sldMkLst>
          <pc:docMk/>
          <pc:sldMk cId="778265951" sldId="400"/>
        </pc:sldMkLst>
        <pc:spChg chg="mod">
          <ac:chgData name="Ms Alina Arshad" userId="cccdfd85-d35d-4453-9c6f-a463aae40722" providerId="ADAL" clId="{D4C91E6F-B9DD-440D-9732-C61CDFB6C2C8}" dt="2024-09-22T13:17:02.083" v="296" actId="207"/>
          <ac:spMkLst>
            <pc:docMk/>
            <pc:sldMk cId="778265951" sldId="400"/>
            <ac:spMk id="2" creationId="{81D18A18-D626-433C-BD10-286086DF62BE}"/>
          </ac:spMkLst>
        </pc:spChg>
        <pc:spChg chg="mod">
          <ac:chgData name="Ms Alina Arshad" userId="cccdfd85-d35d-4453-9c6f-a463aae40722" providerId="ADAL" clId="{D4C91E6F-B9DD-440D-9732-C61CDFB6C2C8}" dt="2024-09-22T13:17:35.564" v="306" actId="33524"/>
          <ac:spMkLst>
            <pc:docMk/>
            <pc:sldMk cId="778265951" sldId="400"/>
            <ac:spMk id="3" creationId="{F5F3CEE5-C73D-4116-87E2-1842D15B8EF7}"/>
          </ac:spMkLst>
        </pc:spChg>
        <pc:picChg chg="mod">
          <ac:chgData name="Ms Alina Arshad" userId="cccdfd85-d35d-4453-9c6f-a463aae40722" providerId="ADAL" clId="{D4C91E6F-B9DD-440D-9732-C61CDFB6C2C8}" dt="2024-09-22T13:17:28.856" v="305" actId="1076"/>
          <ac:picMkLst>
            <pc:docMk/>
            <pc:sldMk cId="778265951" sldId="400"/>
            <ac:picMk id="5" creationId="{13889469-74D1-4332-9F10-768E2A51287B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1:58.553" v="341" actId="14100"/>
        <pc:sldMkLst>
          <pc:docMk/>
          <pc:sldMk cId="978211767" sldId="401"/>
        </pc:sldMkLst>
        <pc:spChg chg="mod">
          <ac:chgData name="Ms Alina Arshad" userId="cccdfd85-d35d-4453-9c6f-a463aae40722" providerId="ADAL" clId="{D4C91E6F-B9DD-440D-9732-C61CDFB6C2C8}" dt="2024-09-22T13:21:46.534" v="339" actId="207"/>
          <ac:spMkLst>
            <pc:docMk/>
            <pc:sldMk cId="978211767" sldId="401"/>
            <ac:spMk id="2" creationId="{144233A4-E56A-464D-B33A-A1504BF17870}"/>
          </ac:spMkLst>
        </pc:spChg>
        <pc:spChg chg="mod">
          <ac:chgData name="Ms Alina Arshad" userId="cccdfd85-d35d-4453-9c6f-a463aae40722" providerId="ADAL" clId="{D4C91E6F-B9DD-440D-9732-C61CDFB6C2C8}" dt="2024-09-22T13:21:58.553" v="341" actId="14100"/>
          <ac:spMkLst>
            <pc:docMk/>
            <pc:sldMk cId="978211767" sldId="401"/>
            <ac:spMk id="3" creationId="{E937F355-7669-4EAF-9A89-20F10222BF5D}"/>
          </ac:spMkLst>
        </pc:spChg>
      </pc:sldChg>
      <pc:sldChg chg="modSp add mod">
        <pc:chgData name="Ms Alina Arshad" userId="cccdfd85-d35d-4453-9c6f-a463aae40722" providerId="ADAL" clId="{D4C91E6F-B9DD-440D-9732-C61CDFB6C2C8}" dt="2024-09-22T13:22:20.742" v="345" actId="207"/>
        <pc:sldMkLst>
          <pc:docMk/>
          <pc:sldMk cId="20141498" sldId="402"/>
        </pc:sldMkLst>
        <pc:spChg chg="mod">
          <ac:chgData name="Ms Alina Arshad" userId="cccdfd85-d35d-4453-9c6f-a463aae40722" providerId="ADAL" clId="{D4C91E6F-B9DD-440D-9732-C61CDFB6C2C8}" dt="2024-09-22T13:22:20.742" v="345" actId="207"/>
          <ac:spMkLst>
            <pc:docMk/>
            <pc:sldMk cId="20141498" sldId="402"/>
            <ac:spMk id="2" creationId="{D639E78D-B438-402C-80B5-31FC5FB10F7F}"/>
          </ac:spMkLst>
        </pc:spChg>
        <pc:spChg chg="mod">
          <ac:chgData name="Ms Alina Arshad" userId="cccdfd85-d35d-4453-9c6f-a463aae40722" providerId="ADAL" clId="{D4C91E6F-B9DD-440D-9732-C61CDFB6C2C8}" dt="2024-09-22T13:22:16.676" v="344" actId="2711"/>
          <ac:spMkLst>
            <pc:docMk/>
            <pc:sldMk cId="20141498" sldId="402"/>
            <ac:spMk id="3" creationId="{2EA2AE38-5155-482E-84CB-CC5042136080}"/>
          </ac:spMkLst>
        </pc:spChg>
      </pc:sldChg>
    </pc:docChg>
  </pc:docChgLst>
  <pc:docChgLst>
    <pc:chgData name="Ms Alina Arshad" userId="cccdfd85-d35d-4453-9c6f-a463aae40722" providerId="ADAL" clId="{700AA452-C530-416E-96E5-BDDCF9860929}"/>
    <pc:docChg chg="custSel addSld delSld modSld sldOrd modMainMaster">
      <pc:chgData name="Ms Alina Arshad" userId="cccdfd85-d35d-4453-9c6f-a463aae40722" providerId="ADAL" clId="{700AA452-C530-416E-96E5-BDDCF9860929}" dt="2024-09-30T18:52:44.057" v="228" actId="1076"/>
      <pc:docMkLst>
        <pc:docMk/>
      </pc:docMkLst>
      <pc:sldChg chg="modSp mod">
        <pc:chgData name="Ms Alina Arshad" userId="cccdfd85-d35d-4453-9c6f-a463aae40722" providerId="ADAL" clId="{700AA452-C530-416E-96E5-BDDCF9860929}" dt="2024-09-30T14:50:50.653" v="158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700AA452-C530-416E-96E5-BDDCF9860929}" dt="2024-09-30T14:50:50.653" v="158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700AA452-C530-416E-96E5-BDDCF9860929}" dt="2024-09-22T13:30:22.497" v="2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700AA452-C530-416E-96E5-BDDCF9860929}" dt="2024-09-22T13:30:22.895" v="3" actId="47"/>
        <pc:sldMkLst>
          <pc:docMk/>
          <pc:sldMk cId="0" sldId="259"/>
        </pc:sldMkLst>
      </pc:sldChg>
      <pc:sldChg chg="del">
        <pc:chgData name="Ms Alina Arshad" userId="cccdfd85-d35d-4453-9c6f-a463aae40722" providerId="ADAL" clId="{700AA452-C530-416E-96E5-BDDCF9860929}" dt="2024-09-22T13:30:23.271" v="4" actId="47"/>
        <pc:sldMkLst>
          <pc:docMk/>
          <pc:sldMk cId="0" sldId="260"/>
        </pc:sldMkLst>
      </pc:sldChg>
      <pc:sldChg chg="del">
        <pc:chgData name="Ms Alina Arshad" userId="cccdfd85-d35d-4453-9c6f-a463aae40722" providerId="ADAL" clId="{700AA452-C530-416E-96E5-BDDCF9860929}" dt="2024-09-22T13:30:23.636" v="5" actId="47"/>
        <pc:sldMkLst>
          <pc:docMk/>
          <pc:sldMk cId="1577505814" sldId="265"/>
        </pc:sldMkLst>
      </pc:sldChg>
      <pc:sldChg chg="del">
        <pc:chgData name="Ms Alina Arshad" userId="cccdfd85-d35d-4453-9c6f-a463aae40722" providerId="ADAL" clId="{700AA452-C530-416E-96E5-BDDCF9860929}" dt="2024-09-22T13:30:25.540" v="10" actId="47"/>
        <pc:sldMkLst>
          <pc:docMk/>
          <pc:sldMk cId="1582826008" sldId="266"/>
        </pc:sldMkLst>
      </pc:sldChg>
      <pc:sldChg chg="del">
        <pc:chgData name="Ms Alina Arshad" userId="cccdfd85-d35d-4453-9c6f-a463aae40722" providerId="ADAL" clId="{700AA452-C530-416E-96E5-BDDCF9860929}" dt="2024-09-22T13:30:28.390" v="17" actId="47"/>
        <pc:sldMkLst>
          <pc:docMk/>
          <pc:sldMk cId="731299161" sldId="267"/>
        </pc:sldMkLst>
      </pc:sldChg>
      <pc:sldChg chg="del">
        <pc:chgData name="Ms Alina Arshad" userId="cccdfd85-d35d-4453-9c6f-a463aae40722" providerId="ADAL" clId="{700AA452-C530-416E-96E5-BDDCF9860929}" dt="2024-09-22T13:30:25.951" v="11" actId="47"/>
        <pc:sldMkLst>
          <pc:docMk/>
          <pc:sldMk cId="90329638" sldId="268"/>
        </pc:sldMkLst>
      </pc:sldChg>
      <pc:sldChg chg="del">
        <pc:chgData name="Ms Alina Arshad" userId="cccdfd85-d35d-4453-9c6f-a463aae40722" providerId="ADAL" clId="{700AA452-C530-416E-96E5-BDDCF9860929}" dt="2024-09-22T13:30:26.385" v="12" actId="47"/>
        <pc:sldMkLst>
          <pc:docMk/>
          <pc:sldMk cId="2295129282" sldId="269"/>
        </pc:sldMkLst>
      </pc:sldChg>
      <pc:sldChg chg="del">
        <pc:chgData name="Ms Alina Arshad" userId="cccdfd85-d35d-4453-9c6f-a463aae40722" providerId="ADAL" clId="{700AA452-C530-416E-96E5-BDDCF9860929}" dt="2024-09-22T13:30:26.779" v="13" actId="47"/>
        <pc:sldMkLst>
          <pc:docMk/>
          <pc:sldMk cId="2090315159" sldId="270"/>
        </pc:sldMkLst>
      </pc:sldChg>
      <pc:sldChg chg="del">
        <pc:chgData name="Ms Alina Arshad" userId="cccdfd85-d35d-4453-9c6f-a463aae40722" providerId="ADAL" clId="{700AA452-C530-416E-96E5-BDDCF9860929}" dt="2024-09-22T13:30:27.167" v="14" actId="47"/>
        <pc:sldMkLst>
          <pc:docMk/>
          <pc:sldMk cId="3034138166" sldId="271"/>
        </pc:sldMkLst>
      </pc:sldChg>
      <pc:sldChg chg="del">
        <pc:chgData name="Ms Alina Arshad" userId="cccdfd85-d35d-4453-9c6f-a463aae40722" providerId="ADAL" clId="{700AA452-C530-416E-96E5-BDDCF9860929}" dt="2024-09-22T13:30:28.703" v="18" actId="47"/>
        <pc:sldMkLst>
          <pc:docMk/>
          <pc:sldMk cId="2504047100" sldId="272"/>
        </pc:sldMkLst>
      </pc:sldChg>
      <pc:sldChg chg="del">
        <pc:chgData name="Ms Alina Arshad" userId="cccdfd85-d35d-4453-9c6f-a463aae40722" providerId="ADAL" clId="{700AA452-C530-416E-96E5-BDDCF9860929}" dt="2024-09-22T13:30:29.112" v="19" actId="47"/>
        <pc:sldMkLst>
          <pc:docMk/>
          <pc:sldMk cId="4283755204" sldId="273"/>
        </pc:sldMkLst>
      </pc:sldChg>
      <pc:sldChg chg="del">
        <pc:chgData name="Ms Alina Arshad" userId="cccdfd85-d35d-4453-9c6f-a463aae40722" providerId="ADAL" clId="{700AA452-C530-416E-96E5-BDDCF9860929}" dt="2024-09-22T13:30:30.826" v="20" actId="47"/>
        <pc:sldMkLst>
          <pc:docMk/>
          <pc:sldMk cId="2935103945" sldId="274"/>
        </pc:sldMkLst>
      </pc:sldChg>
      <pc:sldChg chg="del">
        <pc:chgData name="Ms Alina Arshad" userId="cccdfd85-d35d-4453-9c6f-a463aae40722" providerId="ADAL" clId="{700AA452-C530-416E-96E5-BDDCF9860929}" dt="2024-09-22T13:30:32.394" v="22" actId="47"/>
        <pc:sldMkLst>
          <pc:docMk/>
          <pc:sldMk cId="1497646456" sldId="275"/>
        </pc:sldMkLst>
      </pc:sldChg>
      <pc:sldChg chg="del">
        <pc:chgData name="Ms Alina Arshad" userId="cccdfd85-d35d-4453-9c6f-a463aae40722" providerId="ADAL" clId="{700AA452-C530-416E-96E5-BDDCF9860929}" dt="2024-09-22T13:30:34.442" v="24" actId="47"/>
        <pc:sldMkLst>
          <pc:docMk/>
          <pc:sldMk cId="3993717517" sldId="276"/>
        </pc:sldMkLst>
      </pc:sldChg>
      <pc:sldChg chg="del">
        <pc:chgData name="Ms Alina Arshad" userId="cccdfd85-d35d-4453-9c6f-a463aae40722" providerId="ADAL" clId="{700AA452-C530-416E-96E5-BDDCF9860929}" dt="2024-09-22T13:30:33.290" v="23" actId="47"/>
        <pc:sldMkLst>
          <pc:docMk/>
          <pc:sldMk cId="2668593764" sldId="278"/>
        </pc:sldMkLst>
      </pc:sldChg>
      <pc:sldChg chg="modSp mod">
        <pc:chgData name="Ms Alina Arshad" userId="cccdfd85-d35d-4453-9c6f-a463aae40722" providerId="ADAL" clId="{700AA452-C530-416E-96E5-BDDCF9860929}" dt="2024-09-22T13:34:43.002" v="68" actId="12"/>
        <pc:sldMkLst>
          <pc:docMk/>
          <pc:sldMk cId="3703048629" sldId="279"/>
        </pc:sldMkLst>
        <pc:spChg chg="mod">
          <ac:chgData name="Ms Alina Arshad" userId="cccdfd85-d35d-4453-9c6f-a463aae40722" providerId="ADAL" clId="{700AA452-C530-416E-96E5-BDDCF9860929}" dt="2024-09-22T13:33:11.415" v="43" actId="113"/>
          <ac:spMkLst>
            <pc:docMk/>
            <pc:sldMk cId="3703048629" sldId="279"/>
            <ac:spMk id="2" creationId="{C0531C6D-BBF1-4A8F-A69A-DB05C817BC81}"/>
          </ac:spMkLst>
        </pc:spChg>
        <pc:spChg chg="mod">
          <ac:chgData name="Ms Alina Arshad" userId="cccdfd85-d35d-4453-9c6f-a463aae40722" providerId="ADAL" clId="{700AA452-C530-416E-96E5-BDDCF9860929}" dt="2024-09-22T13:34:43.002" v="68" actId="12"/>
          <ac:spMkLst>
            <pc:docMk/>
            <pc:sldMk cId="3703048629" sldId="279"/>
            <ac:spMk id="3" creationId="{14C2275F-EEF7-4B46-8F23-7E6682716D48}"/>
          </ac:spMkLst>
        </pc:spChg>
        <pc:picChg chg="mod">
          <ac:chgData name="Ms Alina Arshad" userId="cccdfd85-d35d-4453-9c6f-a463aae40722" providerId="ADAL" clId="{700AA452-C530-416E-96E5-BDDCF9860929}" dt="2024-09-22T13:33:32.702" v="53" actId="1076"/>
          <ac:picMkLst>
            <pc:docMk/>
            <pc:sldMk cId="3703048629" sldId="279"/>
            <ac:picMk id="5" creationId="{B341A69E-52DE-472E-8D85-410C0A82622D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33:50.104" v="57" actId="1076"/>
        <pc:sldMkLst>
          <pc:docMk/>
          <pc:sldMk cId="1821615422" sldId="280"/>
        </pc:sldMkLst>
        <pc:spChg chg="del">
          <ac:chgData name="Ms Alina Arshad" userId="cccdfd85-d35d-4453-9c6f-a463aae40722" providerId="ADAL" clId="{700AA452-C530-416E-96E5-BDDCF9860929}" dt="2024-09-22T13:33:39.548" v="54" actId="478"/>
          <ac:spMkLst>
            <pc:docMk/>
            <pc:sldMk cId="1821615422" sldId="280"/>
            <ac:spMk id="2" creationId="{3F5B8599-097F-47C6-8975-4A5EB88DFD01}"/>
          </ac:spMkLst>
        </pc:spChg>
        <pc:picChg chg="mod">
          <ac:chgData name="Ms Alina Arshad" userId="cccdfd85-d35d-4453-9c6f-a463aae40722" providerId="ADAL" clId="{700AA452-C530-416E-96E5-BDDCF9860929}" dt="2024-09-22T13:33:50.104" v="57" actId="1076"/>
          <ac:picMkLst>
            <pc:docMk/>
            <pc:sldMk cId="1821615422" sldId="280"/>
            <ac:picMk id="5" creationId="{894791AD-65B4-4FB8-9291-53F6E89BDCE6}"/>
          </ac:picMkLst>
        </pc:picChg>
      </pc:sldChg>
      <pc:sldChg chg="modSp mod">
        <pc:chgData name="Ms Alina Arshad" userId="cccdfd85-d35d-4453-9c6f-a463aae40722" providerId="ADAL" clId="{700AA452-C530-416E-96E5-BDDCF9860929}" dt="2024-09-28T19:12:04.191" v="13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700AA452-C530-416E-96E5-BDDCF9860929}" dt="2024-09-28T19:11:44.367" v="135" actId="27636"/>
          <ac:spMkLst>
            <pc:docMk/>
            <pc:sldMk cId="3605066316" sldId="281"/>
            <ac:spMk id="2" creationId="{B31F7F40-579C-4FE5-8B85-B1955C717D63}"/>
          </ac:spMkLst>
        </pc:spChg>
        <pc:spChg chg="mod">
          <ac:chgData name="Ms Alina Arshad" userId="cccdfd85-d35d-4453-9c6f-a463aae40722" providerId="ADAL" clId="{700AA452-C530-416E-96E5-BDDCF9860929}" dt="2024-09-28T19:11:54.895" v="137" actId="14100"/>
          <ac:spMkLst>
            <pc:docMk/>
            <pc:sldMk cId="3605066316" sldId="281"/>
            <ac:spMk id="3" creationId="{4B76A832-156A-4738-A370-C6C9263DD589}"/>
          </ac:spMkLst>
        </pc:spChg>
        <pc:picChg chg="mod">
          <ac:chgData name="Ms Alina Arshad" userId="cccdfd85-d35d-4453-9c6f-a463aae40722" providerId="ADAL" clId="{700AA452-C530-416E-96E5-BDDCF9860929}" dt="2024-09-28T19:12:04.191" v="138" actId="1076"/>
          <ac:picMkLst>
            <pc:docMk/>
            <pc:sldMk cId="3605066316" sldId="281"/>
            <ac:picMk id="4" creationId="{AF3FF7B2-C599-40C2-A196-FB83C9F0FFF2}"/>
          </ac:picMkLst>
        </pc:picChg>
      </pc:sldChg>
      <pc:sldChg chg="modSp mod">
        <pc:chgData name="Ms Alina Arshad" userId="cccdfd85-d35d-4453-9c6f-a463aae40722" providerId="ADAL" clId="{700AA452-C530-416E-96E5-BDDCF9860929}" dt="2024-09-29T12:58:48.742" v="151" actId="14100"/>
        <pc:sldMkLst>
          <pc:docMk/>
          <pc:sldMk cId="24697311" sldId="282"/>
        </pc:sldMkLst>
        <pc:spChg chg="mod">
          <ac:chgData name="Ms Alina Arshad" userId="cccdfd85-d35d-4453-9c6f-a463aae40722" providerId="ADAL" clId="{700AA452-C530-416E-96E5-BDDCF9860929}" dt="2024-09-28T19:24:32.392" v="147" actId="207"/>
          <ac:spMkLst>
            <pc:docMk/>
            <pc:sldMk cId="24697311" sldId="282"/>
            <ac:spMk id="2" creationId="{C8D57331-0580-411F-A66E-6F735F653098}"/>
          </ac:spMkLst>
        </pc:spChg>
        <pc:spChg chg="mod">
          <ac:chgData name="Ms Alina Arshad" userId="cccdfd85-d35d-4453-9c6f-a463aae40722" providerId="ADAL" clId="{700AA452-C530-416E-96E5-BDDCF9860929}" dt="2024-09-29T12:58:48.742" v="151" actId="14100"/>
          <ac:spMkLst>
            <pc:docMk/>
            <pc:sldMk cId="24697311" sldId="282"/>
            <ac:spMk id="3" creationId="{5D6B3F0C-9FE7-4CF4-8A70-5A9DC5CC300D}"/>
          </ac:spMkLst>
        </pc:spChg>
      </pc:sldChg>
      <pc:sldChg chg="del">
        <pc:chgData name="Ms Alina Arshad" userId="cccdfd85-d35d-4453-9c6f-a463aae40722" providerId="ADAL" clId="{700AA452-C530-416E-96E5-BDDCF9860929}" dt="2024-09-22T13:30:31.378" v="21" actId="47"/>
        <pc:sldMkLst>
          <pc:docMk/>
          <pc:sldMk cId="3289392637" sldId="283"/>
        </pc:sldMkLst>
      </pc:sldChg>
      <pc:sldChg chg="modSp mod">
        <pc:chgData name="Ms Alina Arshad" userId="cccdfd85-d35d-4453-9c6f-a463aae40722" providerId="ADAL" clId="{700AA452-C530-416E-96E5-BDDCF9860929}" dt="2024-09-22T13:41:49.891" v="98" actId="2711"/>
        <pc:sldMkLst>
          <pc:docMk/>
          <pc:sldMk cId="800652809" sldId="284"/>
        </pc:sldMkLst>
        <pc:spChg chg="mod">
          <ac:chgData name="Ms Alina Arshad" userId="cccdfd85-d35d-4453-9c6f-a463aae40722" providerId="ADAL" clId="{700AA452-C530-416E-96E5-BDDCF9860929}" dt="2024-09-22T13:41:49.891" v="98" actId="2711"/>
          <ac:spMkLst>
            <pc:docMk/>
            <pc:sldMk cId="800652809" sldId="284"/>
            <ac:spMk id="3" creationId="{B5595F3F-845B-42B5-B0D6-06074B82D45C}"/>
          </ac:spMkLst>
        </pc:spChg>
      </pc:sldChg>
      <pc:sldChg chg="del">
        <pc:chgData name="Ms Alina Arshad" userId="cccdfd85-d35d-4453-9c6f-a463aae40722" providerId="ADAL" clId="{700AA452-C530-416E-96E5-BDDCF9860929}" dt="2024-09-22T13:30:24.766" v="8" actId="47"/>
        <pc:sldMkLst>
          <pc:docMk/>
          <pc:sldMk cId="1402144616" sldId="285"/>
        </pc:sldMkLst>
      </pc:sldChg>
      <pc:sldChg chg="del">
        <pc:chgData name="Ms Alina Arshad" userId="cccdfd85-d35d-4453-9c6f-a463aae40722" providerId="ADAL" clId="{700AA452-C530-416E-96E5-BDDCF9860929}" dt="2024-09-22T13:30:35.929" v="25" actId="47"/>
        <pc:sldMkLst>
          <pc:docMk/>
          <pc:sldMk cId="3229345964" sldId="287"/>
        </pc:sldMkLst>
      </pc:sldChg>
      <pc:sldChg chg="modSp mod">
        <pc:chgData name="Ms Alina Arshad" userId="cccdfd85-d35d-4453-9c6f-a463aae40722" providerId="ADAL" clId="{700AA452-C530-416E-96E5-BDDCF9860929}" dt="2024-09-22T13:34:26.334" v="67" actId="12"/>
        <pc:sldMkLst>
          <pc:docMk/>
          <pc:sldMk cId="2002870935" sldId="288"/>
        </pc:sldMkLst>
        <pc:spChg chg="mod">
          <ac:chgData name="Ms Alina Arshad" userId="cccdfd85-d35d-4453-9c6f-a463aae40722" providerId="ADAL" clId="{700AA452-C530-416E-96E5-BDDCF9860929}" dt="2024-09-22T13:34:01.272" v="61" actId="1076"/>
          <ac:spMkLst>
            <pc:docMk/>
            <pc:sldMk cId="2002870935" sldId="288"/>
            <ac:spMk id="2" creationId="{3F5B8599-097F-47C6-8975-4A5EB88DFD01}"/>
          </ac:spMkLst>
        </pc:spChg>
        <pc:spChg chg="mod">
          <ac:chgData name="Ms Alina Arshad" userId="cccdfd85-d35d-4453-9c6f-a463aae40722" providerId="ADAL" clId="{700AA452-C530-416E-96E5-BDDCF9860929}" dt="2024-09-22T13:34:26.334" v="67" actId="12"/>
          <ac:spMkLst>
            <pc:docMk/>
            <pc:sldMk cId="2002870935" sldId="288"/>
            <ac:spMk id="4" creationId="{CE607608-9379-4954-A9D2-4545D6BFDFB4}"/>
          </ac:spMkLst>
        </pc:spChg>
      </pc:sldChg>
      <pc:sldChg chg="addSp modSp mod setBg">
        <pc:chgData name="Ms Alina Arshad" userId="cccdfd85-d35d-4453-9c6f-a463aae40722" providerId="ADAL" clId="{700AA452-C530-416E-96E5-BDDCF9860929}" dt="2024-09-22T13:31:19.705" v="41" actId="1076"/>
        <pc:sldMkLst>
          <pc:docMk/>
          <pc:sldMk cId="0" sldId="347"/>
        </pc:sldMkLst>
        <pc:spChg chg="mo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75" creationId="{05811255-AEB9-464F-8A4D-2ACF44038D7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1" creationId="{4E4490D0-3672-446A-AC12-B4830333BDDD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3" creationId="{39CB82C2-DF65-4EC1-8280-F201D50F570B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7" creationId="{FA4CD5CB-D209-4D70-8CA4-629731C5921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1" creationId="{B4C27B90-DF2B-4D00-BA07-18ED774CD2F1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3" creationId="{593ACC25-C262-417A-8AA9-0641C772BDB6}"/>
          </ac:spMkLst>
        </pc:spChg>
        <pc:picChg chg="mod">
          <ac:chgData name="Ms Alina Arshad" userId="cccdfd85-d35d-4453-9c6f-a463aae40722" providerId="ADAL" clId="{700AA452-C530-416E-96E5-BDDCF9860929}" dt="2024-09-22T13:31:19.705" v="41" actId="1076"/>
          <ac:picMkLst>
            <pc:docMk/>
            <pc:sldMk cId="0" sldId="347"/>
            <ac:picMk id="54276" creationId="{2AD11418-104B-4018-8AA4-90D20E00BBB7}"/>
          </ac:picMkLst>
        </pc:pic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5" creationId="{7E1D4427-852B-4B37-8E76-0E9F1810BA2A}"/>
          </ac:cxnSpMkLst>
        </pc:cxn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9" creationId="{5C6A2BAE-B461-4B55-8E1F-0722ABDD1393}"/>
          </ac:cxnSpMkLst>
        </pc:cxnChg>
      </pc:sldChg>
      <pc:sldChg chg="modSp mod">
        <pc:chgData name="Ms Alina Arshad" userId="cccdfd85-d35d-4453-9c6f-a463aae40722" providerId="ADAL" clId="{700AA452-C530-416E-96E5-BDDCF9860929}" dt="2024-09-29T13:05:06.492" v="154" actId="20577"/>
        <pc:sldMkLst>
          <pc:docMk/>
          <pc:sldMk cId="2036508356" sldId="348"/>
        </pc:sldMkLst>
        <pc:spChg chg="mod">
          <ac:chgData name="Ms Alina Arshad" userId="cccdfd85-d35d-4453-9c6f-a463aae40722" providerId="ADAL" clId="{700AA452-C530-416E-96E5-BDDCF9860929}" dt="2024-09-29T13:04:40.062" v="152" actId="207"/>
          <ac:spMkLst>
            <pc:docMk/>
            <pc:sldMk cId="2036508356" sldId="348"/>
            <ac:spMk id="2" creationId="{C0E80CD8-9EA5-4B12-B717-3449A4678F5C}"/>
          </ac:spMkLst>
        </pc:spChg>
        <pc:spChg chg="mod">
          <ac:chgData name="Ms Alina Arshad" userId="cccdfd85-d35d-4453-9c6f-a463aae40722" providerId="ADAL" clId="{700AA452-C530-416E-96E5-BDDCF9860929}" dt="2024-09-29T13:05:06.492" v="154" actId="20577"/>
          <ac:spMkLst>
            <pc:docMk/>
            <pc:sldMk cId="2036508356" sldId="348"/>
            <ac:spMk id="3" creationId="{0D74B3B6-9876-42D3-AE90-C1F71A7BF21E}"/>
          </ac:spMkLst>
        </pc:spChg>
      </pc:sldChg>
      <pc:sldChg chg="modSp mod">
        <pc:chgData name="Ms Alina Arshad" userId="cccdfd85-d35d-4453-9c6f-a463aae40722" providerId="ADAL" clId="{700AA452-C530-416E-96E5-BDDCF9860929}" dt="2024-09-29T13:05:56.360" v="155" actId="255"/>
        <pc:sldMkLst>
          <pc:docMk/>
          <pc:sldMk cId="132290220" sldId="349"/>
        </pc:sldMkLst>
        <pc:spChg chg="mod">
          <ac:chgData name="Ms Alina Arshad" userId="cccdfd85-d35d-4453-9c6f-a463aae40722" providerId="ADAL" clId="{700AA452-C530-416E-96E5-BDDCF9860929}" dt="2024-09-22T13:35:33.981" v="80" actId="207"/>
          <ac:spMkLst>
            <pc:docMk/>
            <pc:sldMk cId="132290220" sldId="349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9T13:05:56.360" v="155" actId="255"/>
          <ac:spMkLst>
            <pc:docMk/>
            <pc:sldMk cId="132290220" sldId="349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2T13:36:56.677" v="95" actId="12"/>
        <pc:sldMkLst>
          <pc:docMk/>
          <pc:sldMk cId="448686030" sldId="350"/>
        </pc:sldMkLst>
        <pc:spChg chg="mod">
          <ac:chgData name="Ms Alina Arshad" userId="cccdfd85-d35d-4453-9c6f-a463aae40722" providerId="ADAL" clId="{700AA452-C530-416E-96E5-BDDCF9860929}" dt="2024-09-22T13:36:41.029" v="90" actId="207"/>
          <ac:spMkLst>
            <pc:docMk/>
            <pc:sldMk cId="448686030" sldId="350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2T13:36:56.677" v="95" actId="12"/>
          <ac:spMkLst>
            <pc:docMk/>
            <pc:sldMk cId="448686030" sldId="350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9T13:07:04.867" v="156" actId="1076"/>
        <pc:sldMkLst>
          <pc:docMk/>
          <pc:sldMk cId="3109540881" sldId="351"/>
        </pc:sldMkLst>
        <pc:spChg chg="mod">
          <ac:chgData name="Ms Alina Arshad" userId="cccdfd85-d35d-4453-9c6f-a463aae40722" providerId="ADAL" clId="{700AA452-C530-416E-96E5-BDDCF9860929}" dt="2024-09-22T13:36:24.960" v="87" actId="1076"/>
          <ac:spMkLst>
            <pc:docMk/>
            <pc:sldMk cId="3109540881" sldId="351"/>
            <ac:spMk id="3" creationId="{00000000-0000-0000-0000-000000000000}"/>
          </ac:spMkLst>
        </pc:spChg>
        <pc:spChg chg="mod">
          <ac:chgData name="Ms Alina Arshad" userId="cccdfd85-d35d-4453-9c6f-a463aae40722" providerId="ADAL" clId="{700AA452-C530-416E-96E5-BDDCF9860929}" dt="2024-09-22T13:36:30.456" v="88" actId="1076"/>
          <ac:spMkLst>
            <pc:docMk/>
            <pc:sldMk cId="3109540881" sldId="351"/>
            <ac:spMk id="7" creationId="{00000000-0000-0000-0000-000000000000}"/>
          </ac:spMkLst>
        </pc:spChg>
        <pc:picChg chg="mod">
          <ac:chgData name="Ms Alina Arshad" userId="cccdfd85-d35d-4453-9c6f-a463aae40722" providerId="ADAL" clId="{700AA452-C530-416E-96E5-BDDCF9860929}" dt="2024-09-29T13:07:04.867" v="156" actId="1076"/>
          <ac:picMkLst>
            <pc:docMk/>
            <pc:sldMk cId="3109540881" sldId="351"/>
            <ac:picMk id="4" creationId="{21521628-EC7A-4860-9AD2-ED0E0C440F5B}"/>
          </ac:picMkLst>
        </pc:picChg>
        <pc:cxnChg chg="mod">
          <ac:chgData name="Ms Alina Arshad" userId="cccdfd85-d35d-4453-9c6f-a463aae40722" providerId="ADAL" clId="{700AA452-C530-416E-96E5-BDDCF9860929}" dt="2024-09-22T13:36:32.961" v="89" actId="1076"/>
          <ac:cxnSpMkLst>
            <pc:docMk/>
            <pc:sldMk cId="3109540881" sldId="351"/>
            <ac:cxnSpMk id="6" creationId="{00000000-0000-0000-0000-000000000000}"/>
          </ac:cxnSpMkLst>
        </pc:cxnChg>
      </pc:sldChg>
      <pc:sldChg chg="modSp mod">
        <pc:chgData name="Ms Alina Arshad" userId="cccdfd85-d35d-4453-9c6f-a463aae40722" providerId="ADAL" clId="{700AA452-C530-416E-96E5-BDDCF9860929}" dt="2024-09-30T15:04:42.060" v="159" actId="207"/>
        <pc:sldMkLst>
          <pc:docMk/>
          <pc:sldMk cId="0" sldId="352"/>
        </pc:sldMkLst>
        <pc:spChg chg="mod">
          <ac:chgData name="Ms Alina Arshad" userId="cccdfd85-d35d-4453-9c6f-a463aae40722" providerId="ADAL" clId="{700AA452-C530-416E-96E5-BDDCF9860929}" dt="2024-09-30T15:04:42.060" v="159" actId="207"/>
          <ac:spMkLst>
            <pc:docMk/>
            <pc:sldMk cId="0" sldId="352"/>
            <ac:spMk id="64515" creationId="{2E4645F8-E14A-4CA7-AE6B-F33FAA978EE6}"/>
          </ac:spMkLst>
        </pc:spChg>
        <pc:spChg chg="mod">
          <ac:chgData name="Ms Alina Arshad" userId="cccdfd85-d35d-4453-9c6f-a463aae40722" providerId="ADAL" clId="{700AA452-C530-416E-96E5-BDDCF9860929}" dt="2024-09-22T13:45:31.228" v="110" actId="14100"/>
          <ac:spMkLst>
            <pc:docMk/>
            <pc:sldMk cId="0" sldId="352"/>
            <ac:spMk id="64516" creationId="{D2D679A3-2E8D-4632-948B-DAF7F009B134}"/>
          </ac:spMkLst>
        </pc:spChg>
      </pc:sldChg>
      <pc:sldChg chg="modSp mod">
        <pc:chgData name="Ms Alina Arshad" userId="cccdfd85-d35d-4453-9c6f-a463aae40722" providerId="ADAL" clId="{700AA452-C530-416E-96E5-BDDCF9860929}" dt="2024-09-22T13:46:13.377" v="122" actId="207"/>
        <pc:sldMkLst>
          <pc:docMk/>
          <pc:sldMk cId="0" sldId="353"/>
        </pc:sldMkLst>
        <pc:spChg chg="mod">
          <ac:chgData name="Ms Alina Arshad" userId="cccdfd85-d35d-4453-9c6f-a463aae40722" providerId="ADAL" clId="{700AA452-C530-416E-96E5-BDDCF9860929}" dt="2024-09-22T13:45:57.835" v="118" actId="113"/>
          <ac:spMkLst>
            <pc:docMk/>
            <pc:sldMk cId="0" sldId="353"/>
            <ac:spMk id="66563" creationId="{650DE2D3-D33D-40B5-8D5C-AB29784566B6}"/>
          </ac:spMkLst>
        </pc:spChg>
        <pc:spChg chg="mod">
          <ac:chgData name="Ms Alina Arshad" userId="cccdfd85-d35d-4453-9c6f-a463aae40722" providerId="ADAL" clId="{700AA452-C530-416E-96E5-BDDCF9860929}" dt="2024-09-22T13:46:13.377" v="122" actId="207"/>
          <ac:spMkLst>
            <pc:docMk/>
            <pc:sldMk cId="0" sldId="353"/>
            <ac:spMk id="66565" creationId="{64F0F6F5-8B02-4BA2-8850-441C6DF481F0}"/>
          </ac:spMkLst>
        </pc:spChg>
        <pc:picChg chg="mod">
          <ac:chgData name="Ms Alina Arshad" userId="cccdfd85-d35d-4453-9c6f-a463aae40722" providerId="ADAL" clId="{700AA452-C530-416E-96E5-BDDCF9860929}" dt="2024-09-22T13:45:59.814" v="119" actId="1076"/>
          <ac:picMkLst>
            <pc:docMk/>
            <pc:sldMk cId="0" sldId="353"/>
            <ac:picMk id="66564" creationId="{573920A5-602D-4661-B4F9-9067EB5BEADE}"/>
          </ac:picMkLst>
        </pc:picChg>
      </pc:sldChg>
      <pc:sldChg chg="modSp mod">
        <pc:chgData name="Ms Alina Arshad" userId="cccdfd85-d35d-4453-9c6f-a463aae40722" providerId="ADAL" clId="{700AA452-C530-416E-96E5-BDDCF9860929}" dt="2024-09-30T15:07:21.563" v="164" actId="14100"/>
        <pc:sldMkLst>
          <pc:docMk/>
          <pc:sldMk cId="0" sldId="354"/>
        </pc:sldMkLst>
        <pc:spChg chg="mod">
          <ac:chgData name="Ms Alina Arshad" userId="cccdfd85-d35d-4453-9c6f-a463aae40722" providerId="ADAL" clId="{700AA452-C530-416E-96E5-BDDCF9860929}" dt="2024-09-30T15:07:18.372" v="163" actId="1076"/>
          <ac:spMkLst>
            <pc:docMk/>
            <pc:sldMk cId="0" sldId="354"/>
            <ac:spMk id="68611" creationId="{7219106E-1553-4571-BEA9-6E2CC9576B6D}"/>
          </ac:spMkLst>
        </pc:spChg>
        <pc:picChg chg="mod">
          <ac:chgData name="Ms Alina Arshad" userId="cccdfd85-d35d-4453-9c6f-a463aae40722" providerId="ADAL" clId="{700AA452-C530-416E-96E5-BDDCF9860929}" dt="2024-09-30T15:07:21.563" v="164" actId="14100"/>
          <ac:picMkLst>
            <pc:docMk/>
            <pc:sldMk cId="0" sldId="354"/>
            <ac:picMk id="68612" creationId="{0C875AAC-7673-45CE-B586-BDF42E669911}"/>
          </ac:picMkLst>
        </pc:picChg>
      </pc:sldChg>
      <pc:sldChg chg="modSp mod">
        <pc:chgData name="Ms Alina Arshad" userId="cccdfd85-d35d-4453-9c6f-a463aae40722" providerId="ADAL" clId="{700AA452-C530-416E-96E5-BDDCF9860929}" dt="2024-09-30T15:08:40.788" v="170" actId="1076"/>
        <pc:sldMkLst>
          <pc:docMk/>
          <pc:sldMk cId="0" sldId="355"/>
        </pc:sldMkLst>
        <pc:spChg chg="mod">
          <ac:chgData name="Ms Alina Arshad" userId="cccdfd85-d35d-4453-9c6f-a463aae40722" providerId="ADAL" clId="{700AA452-C530-416E-96E5-BDDCF9860929}" dt="2024-09-30T15:08:03.318" v="165" actId="207"/>
          <ac:spMkLst>
            <pc:docMk/>
            <pc:sldMk cId="0" sldId="355"/>
            <ac:spMk id="75779" creationId="{B61B8769-D463-457A-B042-0D946EB6E901}"/>
          </ac:spMkLst>
        </pc:spChg>
        <pc:spChg chg="mod">
          <ac:chgData name="Ms Alina Arshad" userId="cccdfd85-d35d-4453-9c6f-a463aae40722" providerId="ADAL" clId="{700AA452-C530-416E-96E5-BDDCF9860929}" dt="2024-09-30T15:08:40.788" v="170" actId="1076"/>
          <ac:spMkLst>
            <pc:docMk/>
            <pc:sldMk cId="0" sldId="355"/>
            <ac:spMk id="75780" creationId="{B969BE2E-346A-40F3-BA4C-8A977B24D846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2:44.057" v="228" actId="1076"/>
        <pc:sldMkLst>
          <pc:docMk/>
          <pc:sldMk cId="0" sldId="357"/>
        </pc:sldMkLst>
        <pc:spChg chg="del">
          <ac:chgData name="Ms Alina Arshad" userId="cccdfd85-d35d-4453-9c6f-a463aae40722" providerId="ADAL" clId="{700AA452-C530-416E-96E5-BDDCF9860929}" dt="2024-09-30T18:52:12.279" v="220" actId="478"/>
          <ac:spMkLst>
            <pc:docMk/>
            <pc:sldMk cId="0" sldId="357"/>
            <ac:spMk id="84994" creationId="{FEC753B0-AD36-4203-91A2-CE32D7F4AE44}"/>
          </ac:spMkLst>
        </pc:spChg>
        <pc:spChg chg="mod">
          <ac:chgData name="Ms Alina Arshad" userId="cccdfd85-d35d-4453-9c6f-a463aae40722" providerId="ADAL" clId="{700AA452-C530-416E-96E5-BDDCF9860929}" dt="2024-09-30T18:52:44.057" v="228" actId="1076"/>
          <ac:spMkLst>
            <pc:docMk/>
            <pc:sldMk cId="0" sldId="357"/>
            <ac:spMk id="84995" creationId="{6B637A28-0889-4EC5-BA30-354C9967D0FB}"/>
          </ac:spMkLst>
        </pc:spChg>
        <pc:graphicFrameChg chg="mod modGraphic">
          <ac:chgData name="Ms Alina Arshad" userId="cccdfd85-d35d-4453-9c6f-a463aae40722" providerId="ADAL" clId="{700AA452-C530-416E-96E5-BDDCF9860929}" dt="2024-09-30T18:52:39.248" v="227" actId="1076"/>
          <ac:graphicFrameMkLst>
            <pc:docMk/>
            <pc:sldMk cId="0" sldId="357"/>
            <ac:graphicFrameMk id="884809" creationId="{556EDF7B-4711-416D-A419-F0CB230120BD}"/>
          </ac:graphicFrameMkLst>
        </pc:graphicFrameChg>
      </pc:sldChg>
      <pc:sldChg chg="modSp mod">
        <pc:chgData name="Ms Alina Arshad" userId="cccdfd85-d35d-4453-9c6f-a463aae40722" providerId="ADAL" clId="{700AA452-C530-416E-96E5-BDDCF9860929}" dt="2024-09-30T18:48:23.109" v="199" actId="403"/>
        <pc:sldMkLst>
          <pc:docMk/>
          <pc:sldMk cId="0" sldId="368"/>
        </pc:sldMkLst>
        <pc:spChg chg="mod">
          <ac:chgData name="Ms Alina Arshad" userId="cccdfd85-d35d-4453-9c6f-a463aae40722" providerId="ADAL" clId="{700AA452-C530-416E-96E5-BDDCF9860929}" dt="2024-09-30T18:48:23.109" v="199" actId="403"/>
          <ac:spMkLst>
            <pc:docMk/>
            <pc:sldMk cId="0" sldId="368"/>
            <ac:spMk id="80899" creationId="{8AA31434-6D57-45F6-91CD-6F6FEBE0E785}"/>
          </ac:spMkLst>
        </pc:spChg>
      </pc:sldChg>
      <pc:sldChg chg="modSp mod">
        <pc:chgData name="Ms Alina Arshad" userId="cccdfd85-d35d-4453-9c6f-a463aae40722" providerId="ADAL" clId="{700AA452-C530-416E-96E5-BDDCF9860929}" dt="2024-09-30T18:49:20.358" v="205" actId="207"/>
        <pc:sldMkLst>
          <pc:docMk/>
          <pc:sldMk cId="0" sldId="369"/>
        </pc:sldMkLst>
        <pc:spChg chg="mod">
          <ac:chgData name="Ms Alina Arshad" userId="cccdfd85-d35d-4453-9c6f-a463aae40722" providerId="ADAL" clId="{700AA452-C530-416E-96E5-BDDCF9860929}" dt="2024-09-30T18:49:05.147" v="204" actId="1076"/>
          <ac:spMkLst>
            <pc:docMk/>
            <pc:sldMk cId="0" sldId="369"/>
            <ac:spMk id="81923" creationId="{212404F8-56E8-4683-B334-13C19B18AB45}"/>
          </ac:spMkLst>
        </pc:spChg>
        <pc:spChg chg="mod">
          <ac:chgData name="Ms Alina Arshad" userId="cccdfd85-d35d-4453-9c6f-a463aae40722" providerId="ADAL" clId="{700AA452-C530-416E-96E5-BDDCF9860929}" dt="2024-09-30T18:49:20.358" v="205" actId="207"/>
          <ac:spMkLst>
            <pc:docMk/>
            <pc:sldMk cId="0" sldId="369"/>
            <ac:spMk id="81924" creationId="{68248C69-9332-4A99-BC0A-14F57C4D99DE}"/>
          </ac:spMkLst>
        </pc:spChg>
      </pc:sldChg>
      <pc:sldChg chg="modSp mod">
        <pc:chgData name="Ms Alina Arshad" userId="cccdfd85-d35d-4453-9c6f-a463aae40722" providerId="ADAL" clId="{700AA452-C530-416E-96E5-BDDCF9860929}" dt="2024-09-30T18:45:49.813" v="193" actId="20577"/>
        <pc:sldMkLst>
          <pc:docMk/>
          <pc:sldMk cId="0" sldId="370"/>
        </pc:sldMkLst>
        <pc:spChg chg="mod">
          <ac:chgData name="Ms Alina Arshad" userId="cccdfd85-d35d-4453-9c6f-a463aae40722" providerId="ADAL" clId="{700AA452-C530-416E-96E5-BDDCF9860929}" dt="2024-09-30T15:08:48.912" v="172" actId="207"/>
          <ac:spMkLst>
            <pc:docMk/>
            <pc:sldMk cId="0" sldId="370"/>
            <ac:spMk id="77827" creationId="{67E99228-87F5-434B-834C-05F83602BEA7}"/>
          </ac:spMkLst>
        </pc:spChg>
        <pc:spChg chg="mod">
          <ac:chgData name="Ms Alina Arshad" userId="cccdfd85-d35d-4453-9c6f-a463aae40722" providerId="ADAL" clId="{700AA452-C530-416E-96E5-BDDCF9860929}" dt="2024-09-30T18:45:49.813" v="193" actId="20577"/>
          <ac:spMkLst>
            <pc:docMk/>
            <pc:sldMk cId="0" sldId="370"/>
            <ac:spMk id="77828" creationId="{AE58D6A9-2268-4B9B-B644-43B75570DBA9}"/>
          </ac:spMkLst>
        </pc:spChg>
      </pc:sldChg>
      <pc:sldChg chg="modSp mod">
        <pc:chgData name="Ms Alina Arshad" userId="cccdfd85-d35d-4453-9c6f-a463aae40722" providerId="ADAL" clId="{700AA452-C530-416E-96E5-BDDCF9860929}" dt="2024-09-30T18:46:34.209" v="196" actId="14100"/>
        <pc:sldMkLst>
          <pc:docMk/>
          <pc:sldMk cId="0" sldId="371"/>
        </pc:sldMkLst>
        <pc:spChg chg="mod">
          <ac:chgData name="Ms Alina Arshad" userId="cccdfd85-d35d-4453-9c6f-a463aae40722" providerId="ADAL" clId="{700AA452-C530-416E-96E5-BDDCF9860929}" dt="2024-09-30T18:46:34.209" v="196" actId="14100"/>
          <ac:spMkLst>
            <pc:docMk/>
            <pc:sldMk cId="0" sldId="371"/>
            <ac:spMk id="79875" creationId="{8CF305EB-D670-4393-98CF-42D50C4A807E}"/>
          </ac:spMkLst>
        </pc:spChg>
        <pc:spChg chg="mod">
          <ac:chgData name="Ms Alina Arshad" userId="cccdfd85-d35d-4453-9c6f-a463aae40722" providerId="ADAL" clId="{700AA452-C530-416E-96E5-BDDCF9860929}" dt="2024-09-30T18:46:25.475" v="194" actId="207"/>
          <ac:spMkLst>
            <pc:docMk/>
            <pc:sldMk cId="0" sldId="371"/>
            <ac:spMk id="79876" creationId="{092D5270-798D-445A-9B24-A3520F9BB889}"/>
          </ac:spMkLst>
        </pc:spChg>
      </pc:sldChg>
      <pc:sldChg chg="modSp mod ord">
        <pc:chgData name="Ms Alina Arshad" userId="cccdfd85-d35d-4453-9c6f-a463aae40722" providerId="ADAL" clId="{700AA452-C530-416E-96E5-BDDCF9860929}" dt="2024-09-30T18:39:15.777" v="179" actId="1076"/>
        <pc:sldMkLst>
          <pc:docMk/>
          <pc:sldMk cId="0" sldId="372"/>
        </pc:sldMkLst>
        <pc:spChg chg="mod">
          <ac:chgData name="Ms Alina Arshad" userId="cccdfd85-d35d-4453-9c6f-a463aae40722" providerId="ADAL" clId="{700AA452-C530-416E-96E5-BDDCF9860929}" dt="2024-09-30T18:39:10.504" v="177" actId="1076"/>
          <ac:spMkLst>
            <pc:docMk/>
            <pc:sldMk cId="0" sldId="372"/>
            <ac:spMk id="78851" creationId="{5938DAAF-F418-44DE-B803-5D31322FB670}"/>
          </ac:spMkLst>
        </pc:spChg>
        <pc:picChg chg="mod">
          <ac:chgData name="Ms Alina Arshad" userId="cccdfd85-d35d-4453-9c6f-a463aae40722" providerId="ADAL" clId="{700AA452-C530-416E-96E5-BDDCF9860929}" dt="2024-09-30T18:39:15.777" v="179" actId="1076"/>
          <ac:picMkLst>
            <pc:docMk/>
            <pc:sldMk cId="0" sldId="372"/>
            <ac:picMk id="78852" creationId="{698D94F0-9B82-46C7-B735-4F93695DB9A6}"/>
          </ac:picMkLst>
        </pc:picChg>
      </pc:sldChg>
      <pc:sldChg chg="delSp modSp add mod modTransition">
        <pc:chgData name="Ms Alina Arshad" userId="cccdfd85-d35d-4453-9c6f-a463aae40722" providerId="ADAL" clId="{700AA452-C530-416E-96E5-BDDCF9860929}" dt="2024-09-28T18:48:27.419" v="132" actId="478"/>
        <pc:sldMkLst>
          <pc:docMk/>
          <pc:sldMk cId="0" sldId="384"/>
        </pc:sldMkLst>
        <pc:spChg chg="del">
          <ac:chgData name="Ms Alina Arshad" userId="cccdfd85-d35d-4453-9c6f-a463aae40722" providerId="ADAL" clId="{700AA452-C530-416E-96E5-BDDCF9860929}" dt="2024-09-28T18:48:27.419" v="132" actId="478"/>
          <ac:spMkLst>
            <pc:docMk/>
            <pc:sldMk cId="0" sldId="384"/>
            <ac:spMk id="45058" creationId="{F5A5FDB9-F4E1-AF56-BB8A-D14E39931F53}"/>
          </ac:spMkLst>
        </pc:spChg>
        <pc:spChg chg="mod">
          <ac:chgData name="Ms Alina Arshad" userId="cccdfd85-d35d-4453-9c6f-a463aae40722" providerId="ADAL" clId="{700AA452-C530-416E-96E5-BDDCF9860929}" dt="2024-09-28T18:48:08.791" v="129" actId="207"/>
          <ac:spMkLst>
            <pc:docMk/>
            <pc:sldMk cId="0" sldId="384"/>
            <ac:spMk id="45059" creationId="{84D44900-4D45-4C5B-F55E-8C00BDEFF2B6}"/>
          </ac:spMkLst>
        </pc:spChg>
        <pc:spChg chg="mod">
          <ac:chgData name="Ms Alina Arshad" userId="cccdfd85-d35d-4453-9c6f-a463aae40722" providerId="ADAL" clId="{700AA452-C530-416E-96E5-BDDCF9860929}" dt="2024-09-28T18:48:24.244" v="131" actId="12"/>
          <ac:spMkLst>
            <pc:docMk/>
            <pc:sldMk cId="0" sldId="384"/>
            <ac:spMk id="45060" creationId="{91B64F00-F425-3490-70A7-8C5948A081EA}"/>
          </ac:spMkLst>
        </pc:spChg>
      </pc:sldChg>
      <pc:sldChg chg="modSp mod">
        <pc:chgData name="Ms Alina Arshad" userId="cccdfd85-d35d-4453-9c6f-a463aae40722" providerId="ADAL" clId="{700AA452-C530-416E-96E5-BDDCF9860929}" dt="2024-09-30T18:51:31.050" v="210" actId="403"/>
        <pc:sldMkLst>
          <pc:docMk/>
          <pc:sldMk cId="0" sldId="392"/>
        </pc:sldMkLst>
        <pc:spChg chg="mod">
          <ac:chgData name="Ms Alina Arshad" userId="cccdfd85-d35d-4453-9c6f-a463aae40722" providerId="ADAL" clId="{700AA452-C530-416E-96E5-BDDCF9860929}" dt="2024-09-30T18:51:21.703" v="208" actId="1076"/>
          <ac:spMkLst>
            <pc:docMk/>
            <pc:sldMk cId="0" sldId="392"/>
            <ac:spMk id="82946" creationId="{E151F0DE-2290-4565-B2AF-2946B137DBDA}"/>
          </ac:spMkLst>
        </pc:spChg>
        <pc:spChg chg="mod">
          <ac:chgData name="Ms Alina Arshad" userId="cccdfd85-d35d-4453-9c6f-a463aae40722" providerId="ADAL" clId="{700AA452-C530-416E-96E5-BDDCF9860929}" dt="2024-09-30T18:51:31.050" v="210" actId="403"/>
          <ac:spMkLst>
            <pc:docMk/>
            <pc:sldMk cId="0" sldId="392"/>
            <ac:spMk id="82947" creationId="{718E235B-BEB1-4C55-9204-377314CEE69D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1:58.386" v="217" actId="113"/>
        <pc:sldMkLst>
          <pc:docMk/>
          <pc:sldMk cId="0" sldId="396"/>
        </pc:sldMkLst>
        <pc:spChg chg="mod">
          <ac:chgData name="Ms Alina Arshad" userId="cccdfd85-d35d-4453-9c6f-a463aae40722" providerId="ADAL" clId="{700AA452-C530-416E-96E5-BDDCF9860929}" dt="2024-09-30T18:51:58.386" v="217" actId="113"/>
          <ac:spMkLst>
            <pc:docMk/>
            <pc:sldMk cId="0" sldId="396"/>
            <ac:spMk id="83970" creationId="{0BE439A8-31E1-4FAD-A6BE-A942378CBD17}"/>
          </ac:spMkLst>
        </pc:spChg>
        <pc:picChg chg="del mod">
          <ac:chgData name="Ms Alina Arshad" userId="cccdfd85-d35d-4453-9c6f-a463aae40722" providerId="ADAL" clId="{700AA452-C530-416E-96E5-BDDCF9860929}" dt="2024-09-30T18:51:47.699" v="213" actId="478"/>
          <ac:picMkLst>
            <pc:docMk/>
            <pc:sldMk cId="0" sldId="396"/>
            <ac:picMk id="83974" creationId="{4CDE9EC7-1771-4D94-B064-F61198DC51C7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45:49.091" v="116" actId="478"/>
        <pc:sldMkLst>
          <pc:docMk/>
          <pc:sldMk cId="1634129650" sldId="397"/>
        </pc:sldMkLst>
        <pc:spChg chg="del">
          <ac:chgData name="Ms Alina Arshad" userId="cccdfd85-d35d-4453-9c6f-a463aae40722" providerId="ADAL" clId="{700AA452-C530-416E-96E5-BDDCF9860929}" dt="2024-09-22T13:45:49.091" v="116" actId="478"/>
          <ac:spMkLst>
            <pc:docMk/>
            <pc:sldMk cId="1634129650" sldId="397"/>
            <ac:spMk id="2" creationId="{76698A79-8446-4955-82E7-25E504015F3E}"/>
          </ac:spMkLst>
        </pc:spChg>
        <pc:spChg chg="mod">
          <ac:chgData name="Ms Alina Arshad" userId="cccdfd85-d35d-4453-9c6f-a463aae40722" providerId="ADAL" clId="{700AA452-C530-416E-96E5-BDDCF9860929}" dt="2024-09-22T13:45:45.855" v="115" actId="12"/>
          <ac:spMkLst>
            <pc:docMk/>
            <pc:sldMk cId="1634129650" sldId="397"/>
            <ac:spMk id="3" creationId="{566192B2-7CA6-4494-AAC2-7D51C0489E13}"/>
          </ac:spMkLst>
        </pc:spChg>
      </pc:sldChg>
      <pc:sldChg chg="del">
        <pc:chgData name="Ms Alina Arshad" userId="cccdfd85-d35d-4453-9c6f-a463aae40722" providerId="ADAL" clId="{700AA452-C530-416E-96E5-BDDCF9860929}" dt="2024-09-22T13:30:24.076" v="6" actId="47"/>
        <pc:sldMkLst>
          <pc:docMk/>
          <pc:sldMk cId="818196387" sldId="398"/>
        </pc:sldMkLst>
      </pc:sldChg>
      <pc:sldChg chg="del">
        <pc:chgData name="Ms Alina Arshad" userId="cccdfd85-d35d-4453-9c6f-a463aae40722" providerId="ADAL" clId="{700AA452-C530-416E-96E5-BDDCF9860929}" dt="2024-09-22T13:30:24.415" v="7" actId="47"/>
        <pc:sldMkLst>
          <pc:docMk/>
          <pc:sldMk cId="3016557581" sldId="399"/>
        </pc:sldMkLst>
      </pc:sldChg>
      <pc:sldChg chg="del">
        <pc:chgData name="Ms Alina Arshad" userId="cccdfd85-d35d-4453-9c6f-a463aae40722" providerId="ADAL" clId="{700AA452-C530-416E-96E5-BDDCF9860929}" dt="2024-09-22T13:30:25.184" v="9" actId="47"/>
        <pc:sldMkLst>
          <pc:docMk/>
          <pc:sldMk cId="778265951" sldId="400"/>
        </pc:sldMkLst>
      </pc:sldChg>
      <pc:sldChg chg="del">
        <pc:chgData name="Ms Alina Arshad" userId="cccdfd85-d35d-4453-9c6f-a463aae40722" providerId="ADAL" clId="{700AA452-C530-416E-96E5-BDDCF9860929}" dt="2024-09-22T13:30:27.655" v="15" actId="47"/>
        <pc:sldMkLst>
          <pc:docMk/>
          <pc:sldMk cId="978211767" sldId="401"/>
        </pc:sldMkLst>
      </pc:sldChg>
      <pc:sldChg chg="del">
        <pc:chgData name="Ms Alina Arshad" userId="cccdfd85-d35d-4453-9c6f-a463aae40722" providerId="ADAL" clId="{700AA452-C530-416E-96E5-BDDCF9860929}" dt="2024-09-22T13:30:28.051" v="16" actId="47"/>
        <pc:sldMkLst>
          <pc:docMk/>
          <pc:sldMk cId="20141498" sldId="402"/>
        </pc:sldMkLst>
      </pc:sldChg>
      <pc:sldMasterChg chg="modSldLayout">
        <pc:chgData name="Ms Alina Arshad" userId="cccdfd85-d35d-4453-9c6f-a463aae40722" providerId="ADAL" clId="{700AA452-C530-416E-96E5-BDDCF9860929}" dt="2024-09-22T13:44:14.924" v="99" actId="16037"/>
        <pc:sldMasterMkLst>
          <pc:docMk/>
          <pc:sldMasterMk cId="1090009938" sldId="2147483660"/>
        </pc:sldMasterMkLst>
        <pc:sldLayoutChg chg="modSp">
          <pc:chgData name="Ms Alina Arshad" userId="cccdfd85-d35d-4453-9c6f-a463aae40722" providerId="ADAL" clId="{700AA452-C530-416E-96E5-BDDCF9860929}" dt="2024-09-22T13:44:14.924" v="99" actId="16037"/>
          <pc:sldLayoutMkLst>
            <pc:docMk/>
            <pc:sldMasterMk cId="1090009938" sldId="2147483660"/>
            <pc:sldLayoutMk cId="2573694011" sldId="2147483662"/>
          </pc:sldLayoutMkLst>
          <pc:spChg chg="mod">
            <ac:chgData name="Ms Alina Arshad" userId="cccdfd85-d35d-4453-9c6f-a463aae40722" providerId="ADAL" clId="{700AA452-C530-416E-96E5-BDDCF9860929}" dt="2024-09-22T13:44:14.924" v="99" actId="16037"/>
            <ac:spMkLst>
              <pc:docMk/>
              <pc:sldMasterMk cId="1090009938" sldId="2147483660"/>
              <pc:sldLayoutMk cId="2573694011" sldId="2147483662"/>
              <ac:spMk id="3" creationId="{00000000-0000-0000-0000-000000000000}"/>
            </ac:spMkLst>
          </pc:spChg>
        </pc:sldLayoutChg>
      </pc:sldMasterChg>
    </pc:docChg>
  </pc:docChgLst>
  <pc:docChgLst>
    <pc:chgData name="Ms Alina Arshad" userId="cccdfd85-d35d-4453-9c6f-a463aae40722" providerId="ADAL" clId="{3DC40453-2615-4ACE-A024-C61DE1A47E6A}"/>
    <pc:docChg chg="delSld modSld">
      <pc:chgData name="Ms Alina Arshad" userId="cccdfd85-d35d-4453-9c6f-a463aae40722" providerId="ADAL" clId="{3DC40453-2615-4ACE-A024-C61DE1A47E6A}" dt="2024-09-08T12:04:59.350" v="26" actId="2696"/>
      <pc:docMkLst>
        <pc:docMk/>
      </pc:docMkLst>
      <pc:sldChg chg="modSp mod modNotesTx">
        <pc:chgData name="Ms Alina Arshad" userId="cccdfd85-d35d-4453-9c6f-a463aae40722" providerId="ADAL" clId="{3DC40453-2615-4ACE-A024-C61DE1A47E6A}" dt="2024-09-08T11:56:17.075" v="24"/>
        <pc:sldMkLst>
          <pc:docMk/>
          <pc:sldMk cId="0" sldId="259"/>
        </pc:sldMkLst>
        <pc:graphicFrameChg chg="modGraphic">
          <ac:chgData name="Ms Alina Arshad" userId="cccdfd85-d35d-4453-9c6f-a463aae40722" providerId="ADAL" clId="{3DC40453-2615-4ACE-A024-C61DE1A47E6A}" dt="2024-09-08T11:55:17.515" v="23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3DC40453-2615-4ACE-A024-C61DE1A47E6A}" dt="2024-09-08T11:57:54.719" v="25" actId="5793"/>
        <pc:sldMkLst>
          <pc:docMk/>
          <pc:sldMk cId="0" sldId="262"/>
        </pc:sldMkLst>
        <pc:spChg chg="mod">
          <ac:chgData name="Ms Alina Arshad" userId="cccdfd85-d35d-4453-9c6f-a463aae40722" providerId="ADAL" clId="{3DC40453-2615-4ACE-A024-C61DE1A47E6A}" dt="2024-09-08T11:57:54.719" v="25" actId="579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5:03.322" v="1" actId="20577"/>
        <pc:sldMkLst>
          <pc:docMk/>
          <pc:sldMk cId="0" sldId="263"/>
        </pc:sldMkLst>
        <pc:spChg chg="mod">
          <ac:chgData name="Ms Alina Arshad" userId="cccdfd85-d35d-4453-9c6f-a463aae40722" providerId="ADAL" clId="{3DC40453-2615-4ACE-A024-C61DE1A47E6A}" dt="2024-09-08T08:35:03.322" v="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6:48.436" v="3" actId="1076"/>
        <pc:sldMkLst>
          <pc:docMk/>
          <pc:sldMk cId="0" sldId="264"/>
        </pc:sldMkLst>
        <pc:spChg chg="mod">
          <ac:chgData name="Ms Alina Arshad" userId="cccdfd85-d35d-4453-9c6f-a463aae40722" providerId="ADAL" clId="{3DC40453-2615-4ACE-A024-C61DE1A47E6A}" dt="2024-09-08T08:36:48.436" v="3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1:22.601" v="5" actId="20577"/>
        <pc:sldMkLst>
          <pc:docMk/>
          <pc:sldMk cId="1577505814" sldId="265"/>
        </pc:sldMkLst>
        <pc:spChg chg="mod">
          <ac:chgData name="Ms Alina Arshad" userId="cccdfd85-d35d-4453-9c6f-a463aae40722" providerId="ADAL" clId="{3DC40453-2615-4ACE-A024-C61DE1A47E6A}" dt="2024-09-08T08:41:22.601" v="5" actId="20577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2:20.927" v="9" actId="403"/>
        <pc:sldMkLst>
          <pc:docMk/>
          <pc:sldMk cId="1582826008" sldId="266"/>
        </pc:sldMkLst>
        <pc:spChg chg="mod">
          <ac:chgData name="Ms Alina Arshad" userId="cccdfd85-d35d-4453-9c6f-a463aae40722" providerId="ADAL" clId="{3DC40453-2615-4ACE-A024-C61DE1A47E6A}" dt="2024-09-08T08:42:20.927" v="9" actId="403"/>
          <ac:spMkLst>
            <pc:docMk/>
            <pc:sldMk cId="1582826008" sldId="26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0:50.297" v="1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3DC40453-2615-4ACE-A024-C61DE1A47E6A}" dt="2024-09-08T08:50:50.297" v="15" actId="1076"/>
          <ac:spMkLst>
            <pc:docMk/>
            <pc:sldMk cId="731299161" sldId="26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2:25.007" v="17" actId="1035"/>
        <pc:sldMkLst>
          <pc:docMk/>
          <pc:sldMk cId="2090315159" sldId="270"/>
        </pc:sldMkLst>
        <pc:picChg chg="mod">
          <ac:chgData name="Ms Alina Arshad" userId="cccdfd85-d35d-4453-9c6f-a463aae40722" providerId="ADAL" clId="{3DC40453-2615-4ACE-A024-C61DE1A47E6A}" dt="2024-09-08T08:52:25.007" v="17" actId="1035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3DC40453-2615-4ACE-A024-C61DE1A47E6A}" dt="2024-09-08T08:53:48.350" v="21" actId="113"/>
        <pc:sldMkLst>
          <pc:docMk/>
          <pc:sldMk cId="2504047100" sldId="272"/>
        </pc:sldMkLst>
        <pc:spChg chg="mod">
          <ac:chgData name="Ms Alina Arshad" userId="cccdfd85-d35d-4453-9c6f-a463aae40722" providerId="ADAL" clId="{3DC40453-2615-4ACE-A024-C61DE1A47E6A}" dt="2024-09-08T08:53:48.350" v="21" actId="113"/>
          <ac:spMkLst>
            <pc:docMk/>
            <pc:sldMk cId="250404710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3DC40453-2615-4ACE-A024-C61DE1A47E6A}" dt="2024-09-08T12:04:59.350" v="26" actId="2696"/>
        <pc:sldMkLst>
          <pc:docMk/>
          <pc:sldMk cId="1497646456" sldId="275"/>
        </pc:sldMkLst>
      </pc:sldChg>
    </pc:docChg>
  </pc:docChgLst>
  <pc:docChgLst>
    <pc:chgData name="Ms Alina Arshad" userId="cccdfd85-d35d-4453-9c6f-a463aae40722" providerId="ADAL" clId="{18B0CDA4-F1C6-4A2D-A27C-52286B3C7AD7}"/>
    <pc:docChg chg="custSel addSld delSld modSld sldOrd">
      <pc:chgData name="Ms Alina Arshad" userId="cccdfd85-d35d-4453-9c6f-a463aae40722" providerId="ADAL" clId="{18B0CDA4-F1C6-4A2D-A27C-52286B3C7AD7}" dt="2024-10-21T09:01:48.458" v="105" actId="20577"/>
      <pc:docMkLst>
        <pc:docMk/>
      </pc:docMkLst>
      <pc:sldChg chg="modSp mod">
        <pc:chgData name="Ms Alina Arshad" userId="cccdfd85-d35d-4453-9c6f-a463aae40722" providerId="ADAL" clId="{18B0CDA4-F1C6-4A2D-A27C-52286B3C7AD7}" dt="2024-10-21T09:01:48.458" v="105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18B0CDA4-F1C6-4A2D-A27C-52286B3C7AD7}" dt="2024-10-21T09:01:48.458" v="105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Sp add mod">
        <pc:chgData name="Ms Alina Arshad" userId="cccdfd85-d35d-4453-9c6f-a463aae40722" providerId="ADAL" clId="{18B0CDA4-F1C6-4A2D-A27C-52286B3C7AD7}" dt="2024-10-21T08:48:03.608" v="102" actId="20577"/>
        <pc:sldMkLst>
          <pc:docMk/>
          <pc:sldMk cId="0" sldId="262"/>
        </pc:sldMkLst>
        <pc:spChg chg="mod">
          <ac:chgData name="Ms Alina Arshad" userId="cccdfd85-d35d-4453-9c6f-a463aae40722" providerId="ADAL" clId="{18B0CDA4-F1C6-4A2D-A27C-52286B3C7AD7}" dt="2024-10-21T08:47:47.282" v="9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8:03.608" v="102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18B0CDA4-F1C6-4A2D-A27C-52286B3C7AD7}" dt="2024-10-21T03:50:06.316" v="0" actId="1076"/>
        <pc:sldMkLst>
          <pc:docMk/>
          <pc:sldMk cId="0" sldId="273"/>
        </pc:sldMkLst>
        <pc:picChg chg="mod">
          <ac:chgData name="Ms Alina Arshad" userId="cccdfd85-d35d-4453-9c6f-a463aae40722" providerId="ADAL" clId="{18B0CDA4-F1C6-4A2D-A27C-52286B3C7AD7}" dt="2024-10-21T03:50:06.316" v="0" actId="1076"/>
          <ac:picMkLst>
            <pc:docMk/>
            <pc:sldMk cId="0" sldId="273"/>
            <ac:picMk id="7" creationId="{00000000-0000-0000-0000-000000000000}"/>
          </ac:picMkLst>
        </pc:picChg>
      </pc:sldChg>
      <pc:sldChg chg="del">
        <pc:chgData name="Ms Alina Arshad" userId="cccdfd85-d35d-4453-9c6f-a463aae40722" providerId="ADAL" clId="{18B0CDA4-F1C6-4A2D-A27C-52286B3C7AD7}" dt="2024-10-21T08:00:55.288" v="2" actId="47"/>
        <pc:sldMkLst>
          <pc:docMk/>
          <pc:sldMk cId="0" sldId="275"/>
        </pc:sldMkLst>
      </pc:sldChg>
      <pc:sldChg chg="modSp del mod">
        <pc:chgData name="Ms Alina Arshad" userId="cccdfd85-d35d-4453-9c6f-a463aae40722" providerId="ADAL" clId="{18B0CDA4-F1C6-4A2D-A27C-52286B3C7AD7}" dt="2024-10-21T08:00:56.132" v="3" actId="47"/>
        <pc:sldMkLst>
          <pc:docMk/>
          <pc:sldMk cId="0" sldId="276"/>
        </pc:sldMkLst>
        <pc:spChg chg="mod">
          <ac:chgData name="Ms Alina Arshad" userId="cccdfd85-d35d-4453-9c6f-a463aae40722" providerId="ADAL" clId="{18B0CDA4-F1C6-4A2D-A27C-52286B3C7AD7}" dt="2024-10-21T07:58:57.353" v="1" actId="20577"/>
          <ac:spMkLst>
            <pc:docMk/>
            <pc:sldMk cId="0" sldId="276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18B0CDA4-F1C6-4A2D-A27C-52286B3C7AD7}" dt="2024-10-21T08:00:56.819" v="4" actId="47"/>
        <pc:sldMkLst>
          <pc:docMk/>
          <pc:sldMk cId="0" sldId="277"/>
        </pc:sldMkLst>
      </pc:sldChg>
      <pc:sldChg chg="del">
        <pc:chgData name="Ms Alina Arshad" userId="cccdfd85-d35d-4453-9c6f-a463aae40722" providerId="ADAL" clId="{18B0CDA4-F1C6-4A2D-A27C-52286B3C7AD7}" dt="2024-10-21T08:00:58.803" v="5" actId="47"/>
        <pc:sldMkLst>
          <pc:docMk/>
          <pc:sldMk cId="0" sldId="278"/>
        </pc:sldMkLst>
      </pc:sldChg>
      <pc:sldChg chg="modSp add mod ord">
        <pc:chgData name="Ms Alina Arshad" userId="cccdfd85-d35d-4453-9c6f-a463aae40722" providerId="ADAL" clId="{18B0CDA4-F1C6-4A2D-A27C-52286B3C7AD7}" dt="2024-10-21T08:43:13.970" v="35"/>
        <pc:sldMkLst>
          <pc:docMk/>
          <pc:sldMk cId="0" sldId="280"/>
        </pc:sldMkLst>
        <pc:spChg chg="mod">
          <ac:chgData name="Ms Alina Arshad" userId="cccdfd85-d35d-4453-9c6f-a463aae40722" providerId="ADAL" clId="{18B0CDA4-F1C6-4A2D-A27C-52286B3C7AD7}" dt="2024-10-21T08:42:28.934" v="13" actId="113"/>
          <ac:spMkLst>
            <pc:docMk/>
            <pc:sldMk cId="0" sldId="280"/>
            <ac:spMk id="2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3:02.926" v="26" actId="1076"/>
          <ac:spMkLst>
            <pc:docMk/>
            <pc:sldMk cId="0" sldId="280"/>
            <ac:spMk id="3" creationId="{00000000-0000-0000-0000-000000000000}"/>
          </ac:spMkLst>
        </pc:spChg>
        <pc:picChg chg="mod modCrop">
          <ac:chgData name="Ms Alina Arshad" userId="cccdfd85-d35d-4453-9c6f-a463aae40722" providerId="ADAL" clId="{18B0CDA4-F1C6-4A2D-A27C-52286B3C7AD7}" dt="2024-10-21T08:43:04.613" v="27" actId="1076"/>
          <ac:picMkLst>
            <pc:docMk/>
            <pc:sldMk cId="0" sldId="280"/>
            <ac:picMk id="4" creationId="{00000000-0000-0000-0000-000000000000}"/>
          </ac:picMkLst>
        </pc:picChg>
      </pc:sldChg>
      <pc:sldChg chg="addSp modSp add mod">
        <pc:chgData name="Ms Alina Arshad" userId="cccdfd85-d35d-4453-9c6f-a463aae40722" providerId="ADAL" clId="{18B0CDA4-F1C6-4A2D-A27C-52286B3C7AD7}" dt="2024-10-21T08:45:11.338" v="56" actId="14100"/>
        <pc:sldMkLst>
          <pc:docMk/>
          <pc:sldMk cId="0" sldId="281"/>
        </pc:sldMkLst>
        <pc:spChg chg="mod">
          <ac:chgData name="Ms Alina Arshad" userId="cccdfd85-d35d-4453-9c6f-a463aae40722" providerId="ADAL" clId="{18B0CDA4-F1C6-4A2D-A27C-52286B3C7AD7}" dt="2024-10-21T08:44:33.222" v="44" actId="113"/>
          <ac:spMkLst>
            <pc:docMk/>
            <pc:sldMk cId="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5:02.543" v="53" actId="21"/>
          <ac:spMkLst>
            <pc:docMk/>
            <pc:sldMk cId="0" sldId="281"/>
            <ac:spMk id="5" creationId="{00000000-0000-0000-0000-000000000000}"/>
          </ac:spMkLst>
        </pc:spChg>
        <pc:spChg chg="add mod">
          <ac:chgData name="Ms Alina Arshad" userId="cccdfd85-d35d-4453-9c6f-a463aae40722" providerId="ADAL" clId="{18B0CDA4-F1C6-4A2D-A27C-52286B3C7AD7}" dt="2024-10-21T08:45:11.338" v="56" actId="14100"/>
          <ac:spMkLst>
            <pc:docMk/>
            <pc:sldMk cId="0" sldId="281"/>
            <ac:spMk id="7" creationId="{ECECE344-5F93-41C3-0E5E-27047EDD8D5A}"/>
          </ac:spMkLst>
        </pc:spChg>
        <pc:graphicFrameChg chg="mod modGraphic">
          <ac:chgData name="Ms Alina Arshad" userId="cccdfd85-d35d-4453-9c6f-a463aae40722" providerId="ADAL" clId="{18B0CDA4-F1C6-4A2D-A27C-52286B3C7AD7}" dt="2024-10-21T08:44:39.674" v="46" actId="1076"/>
          <ac:graphicFrameMkLst>
            <pc:docMk/>
            <pc:sldMk cId="0" sldId="281"/>
            <ac:graphicFrameMk id="3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18B0CDA4-F1C6-4A2D-A27C-52286B3C7AD7}" dt="2024-10-21T08:44:29.442" v="42" actId="1076"/>
          <ac:graphicFrameMkLst>
            <pc:docMk/>
            <pc:sldMk cId="0" sldId="281"/>
            <ac:graphicFrameMk id="4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18B0CDA4-F1C6-4A2D-A27C-52286B3C7AD7}" dt="2024-10-21T08:46:34.288" v="79" actId="207"/>
        <pc:sldMkLst>
          <pc:docMk/>
          <pc:sldMk cId="0" sldId="282"/>
        </pc:sldMkLst>
        <pc:spChg chg="mod">
          <ac:chgData name="Ms Alina Arshad" userId="cccdfd85-d35d-4453-9c6f-a463aae40722" providerId="ADAL" clId="{18B0CDA4-F1C6-4A2D-A27C-52286B3C7AD7}" dt="2024-10-21T08:46:10.387" v="68" actId="1076"/>
          <ac:spMkLst>
            <pc:docMk/>
            <pc:sldMk cId="0" sldId="282"/>
            <ac:spMk id="2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6:17.105" v="70" actId="1076"/>
          <ac:spMkLst>
            <pc:docMk/>
            <pc:sldMk cId="0" sldId="282"/>
            <ac:spMk id="5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6:30.539" v="78" actId="14100"/>
          <ac:spMkLst>
            <pc:docMk/>
            <pc:sldMk cId="0" sldId="282"/>
            <ac:spMk id="6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6:34.288" v="79" actId="207"/>
          <ac:spMkLst>
            <pc:docMk/>
            <pc:sldMk cId="0" sldId="282"/>
            <ac:spMk id="7" creationId="{00000000-0000-0000-0000-000000000000}"/>
          </ac:spMkLst>
        </pc:spChg>
        <pc:graphicFrameChg chg="mod">
          <ac:chgData name="Ms Alina Arshad" userId="cccdfd85-d35d-4453-9c6f-a463aae40722" providerId="ADAL" clId="{18B0CDA4-F1C6-4A2D-A27C-52286B3C7AD7}" dt="2024-10-21T08:46:12.668" v="69" actId="1076"/>
          <ac:graphicFrameMkLst>
            <pc:docMk/>
            <pc:sldMk cId="0" sldId="282"/>
            <ac:graphicFrameMk id="3" creationId="{00000000-0000-0000-0000-000000000000}"/>
          </ac:graphicFrameMkLst>
        </pc:graphicFrameChg>
        <pc:graphicFrameChg chg="mod">
          <ac:chgData name="Ms Alina Arshad" userId="cccdfd85-d35d-4453-9c6f-a463aae40722" providerId="ADAL" clId="{18B0CDA4-F1C6-4A2D-A27C-52286B3C7AD7}" dt="2024-10-21T08:46:17.558" v="71" actId="1076"/>
          <ac:graphicFrameMkLst>
            <pc:docMk/>
            <pc:sldMk cId="0" sldId="282"/>
            <ac:graphicFrameMk id="4" creationId="{00000000-0000-0000-0000-000000000000}"/>
          </ac:graphicFrameMkLst>
        </pc:graphicFrameChg>
      </pc:sldChg>
    </pc:docChg>
  </pc:docChgLst>
  <pc:docChgLst>
    <pc:chgData name="Ms Alina Arshad" userId="cccdfd85-d35d-4453-9c6f-a463aae40722" providerId="ADAL" clId="{57485560-A1FA-415A-BF02-476F12996002}"/>
    <pc:docChg chg="undo custSel addSld modSld sldOrd">
      <pc:chgData name="Ms Alina Arshad" userId="cccdfd85-d35d-4453-9c6f-a463aae40722" providerId="ADAL" clId="{57485560-A1FA-415A-BF02-476F12996002}" dt="2024-09-01T05:25:33.551" v="283" actId="20577"/>
      <pc:docMkLst>
        <pc:docMk/>
      </pc:docMkLst>
      <pc:sldChg chg="addSp delSp mod">
        <pc:chgData name="Ms Alina Arshad" userId="cccdfd85-d35d-4453-9c6f-a463aae40722" providerId="ADAL" clId="{57485560-A1FA-415A-BF02-476F12996002}" dt="2024-09-01T04:11:14.245" v="2" actId="22"/>
        <pc:sldMkLst>
          <pc:docMk/>
          <pc:sldMk cId="0" sldId="259"/>
        </pc:sldMkLst>
        <pc:picChg chg="add del">
          <ac:chgData name="Ms Alina Arshad" userId="cccdfd85-d35d-4453-9c6f-a463aae40722" providerId="ADAL" clId="{57485560-A1FA-415A-BF02-476F12996002}" dt="2024-09-01T04:11:14.245" v="2" actId="22"/>
          <ac:picMkLst>
            <pc:docMk/>
            <pc:sldMk cId="0" sldId="259"/>
            <ac:picMk id="5" creationId="{057F4995-001D-925F-66AC-88924EEB93E7}"/>
          </ac:picMkLst>
        </pc:picChg>
      </pc:sldChg>
      <pc:sldChg chg="modSp mod">
        <pc:chgData name="Ms Alina Arshad" userId="cccdfd85-d35d-4453-9c6f-a463aae40722" providerId="ADAL" clId="{57485560-A1FA-415A-BF02-476F12996002}" dt="2024-09-01T04:14:43.156" v="8" actId="1076"/>
        <pc:sldMkLst>
          <pc:docMk/>
          <pc:sldMk cId="0" sldId="260"/>
        </pc:sldMkLst>
        <pc:picChg chg="mod">
          <ac:chgData name="Ms Alina Arshad" userId="cccdfd85-d35d-4453-9c6f-a463aae40722" providerId="ADAL" clId="{57485560-A1FA-415A-BF02-476F12996002}" dt="2024-09-01T04:14:43.156" v="8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57485560-A1FA-415A-BF02-476F12996002}" dt="2024-09-01T04:18:18.107" v="52" actId="113"/>
        <pc:sldMkLst>
          <pc:docMk/>
          <pc:sldMk cId="0" sldId="261"/>
        </pc:sldMkLst>
        <pc:spChg chg="mod">
          <ac:chgData name="Ms Alina Arshad" userId="cccdfd85-d35d-4453-9c6f-a463aae40722" providerId="ADAL" clId="{57485560-A1FA-415A-BF02-476F12996002}" dt="2024-09-01T04:18:18.107" v="52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 modNotesTx">
        <pc:chgData name="Ms Alina Arshad" userId="cccdfd85-d35d-4453-9c6f-a463aae40722" providerId="ADAL" clId="{57485560-A1FA-415A-BF02-476F12996002}" dt="2024-09-01T05:00:40.446" v="208" actId="1076"/>
        <pc:sldMkLst>
          <pc:docMk/>
          <pc:sldMk cId="0" sldId="262"/>
        </pc:sldMkLst>
        <pc:spChg chg="mod">
          <ac:chgData name="Ms Alina Arshad" userId="cccdfd85-d35d-4453-9c6f-a463aae40722" providerId="ADAL" clId="{57485560-A1FA-415A-BF02-476F12996002}" dt="2024-09-01T05:00:40.446" v="20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0:34.321" v="207" actId="1410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0.337" v="187" actId="113"/>
        <pc:sldMkLst>
          <pc:docMk/>
          <pc:sldMk cId="0" sldId="264"/>
        </pc:sldMkLst>
        <pc:spChg chg="mod">
          <ac:chgData name="Ms Alina Arshad" userId="cccdfd85-d35d-4453-9c6f-a463aae40722" providerId="ADAL" clId="{57485560-A1FA-415A-BF02-476F12996002}" dt="2024-09-01T04:58:20.337" v="187" actId="11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9.544" v="188" actId="113"/>
        <pc:sldMkLst>
          <pc:docMk/>
          <pc:sldMk cId="1577505814" sldId="265"/>
        </pc:sldMkLst>
        <pc:spChg chg="mod">
          <ac:chgData name="Ms Alina Arshad" userId="cccdfd85-d35d-4453-9c6f-a463aae40722" providerId="ADAL" clId="{57485560-A1FA-415A-BF02-476F12996002}" dt="2024-09-01T04:58:29.544" v="188" actId="113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4:23.703" v="211" actId="20577"/>
        <pc:sldMkLst>
          <pc:docMk/>
          <pc:sldMk cId="1582826008" sldId="266"/>
        </pc:sldMkLst>
        <pc:spChg chg="mod">
          <ac:chgData name="Ms Alina Arshad" userId="cccdfd85-d35d-4453-9c6f-a463aae40722" providerId="ADAL" clId="{57485560-A1FA-415A-BF02-476F12996002}" dt="2024-09-01T05:03:09.408" v="210" actId="20577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4:23.703" v="211" actId="20577"/>
          <ac:spMkLst>
            <pc:docMk/>
            <pc:sldMk cId="1582826008" sldId="266"/>
            <ac:spMk id="12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5:30.761" v="212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57485560-A1FA-415A-BF02-476F12996002}" dt="2024-09-01T05:05:30.761" v="212" actId="20577"/>
          <ac:spMkLst>
            <pc:docMk/>
            <pc:sldMk cId="731299161" sldId="267"/>
            <ac:spMk id="4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9:01.570" v="220" actId="255"/>
        <pc:sldMkLst>
          <pc:docMk/>
          <pc:sldMk cId="90329638" sldId="268"/>
        </pc:sldMkLst>
        <pc:spChg chg="mod">
          <ac:chgData name="Ms Alina Arshad" userId="cccdfd85-d35d-4453-9c6f-a463aae40722" providerId="ADAL" clId="{57485560-A1FA-415A-BF02-476F12996002}" dt="2024-09-01T05:09:01.570" v="220" actId="255"/>
          <ac:spMkLst>
            <pc:docMk/>
            <pc:sldMk cId="90329638" sldId="26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03.383" v="223" actId="20577"/>
        <pc:sldMkLst>
          <pc:docMk/>
          <pc:sldMk cId="2295129282" sldId="269"/>
        </pc:sldMkLst>
        <pc:spChg chg="mod">
          <ac:chgData name="Ms Alina Arshad" userId="cccdfd85-d35d-4453-9c6f-a463aae40722" providerId="ADAL" clId="{57485560-A1FA-415A-BF02-476F12996002}" dt="2024-09-01T05:11:03.383" v="223" actId="20577"/>
          <ac:spMkLst>
            <pc:docMk/>
            <pc:sldMk cId="2295129282" sldId="269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51.067" v="229" actId="5793"/>
        <pc:sldMkLst>
          <pc:docMk/>
          <pc:sldMk cId="2090315159" sldId="270"/>
        </pc:sldMkLst>
        <pc:spChg chg="mod">
          <ac:chgData name="Ms Alina Arshad" userId="cccdfd85-d35d-4453-9c6f-a463aae40722" providerId="ADAL" clId="{57485560-A1FA-415A-BF02-476F12996002}" dt="2024-09-01T05:11:09.635" v="224" actId="207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11:51.067" v="229" actId="5793"/>
          <ac:spMkLst>
            <pc:docMk/>
            <pc:sldMk cId="2090315159" sldId="27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21:52.328" v="235" actId="20577"/>
        <pc:sldMkLst>
          <pc:docMk/>
          <pc:sldMk cId="3034138166" sldId="271"/>
        </pc:sldMkLst>
        <pc:spChg chg="mod">
          <ac:chgData name="Ms Alina Arshad" userId="cccdfd85-d35d-4453-9c6f-a463aae40722" providerId="ADAL" clId="{57485560-A1FA-415A-BF02-476F12996002}" dt="2024-08-31T05:25:06.082" v="0" actId="207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21:52.328" v="235" actId="20577"/>
          <ac:spMkLst>
            <pc:docMk/>
            <pc:sldMk cId="3034138166" sldId="271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5"/>
        </pc:sldMkLst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6"/>
        </pc:sldMkLst>
      </pc:sldChg>
      <pc:sldChg chg="addSp modSp add mod ord">
        <pc:chgData name="Ms Alina Arshad" userId="cccdfd85-d35d-4453-9c6f-a463aae40722" providerId="ADAL" clId="{57485560-A1FA-415A-BF02-476F12996002}" dt="2024-09-01T05:25:33.551" v="283" actId="20577"/>
        <pc:sldMkLst>
          <pc:docMk/>
          <pc:sldMk cId="1634129650" sldId="397"/>
        </pc:sldMkLst>
        <pc:spChg chg="add mod">
          <ac:chgData name="Ms Alina Arshad" userId="cccdfd85-d35d-4453-9c6f-a463aae40722" providerId="ADAL" clId="{57485560-A1FA-415A-BF02-476F12996002}" dt="2024-09-01T05:25:12.124" v="266" actId="1076"/>
          <ac:spMkLst>
            <pc:docMk/>
            <pc:sldMk cId="1634129650" sldId="397"/>
            <ac:spMk id="9" creationId="{9D0D359F-C3E9-3846-8DB7-AD3581B08C6B}"/>
          </ac:spMkLst>
        </pc:spChg>
        <pc:spChg chg="add mod">
          <ac:chgData name="Ms Alina Arshad" userId="cccdfd85-d35d-4453-9c6f-a463aae40722" providerId="ADAL" clId="{57485560-A1FA-415A-BF02-476F12996002}" dt="2024-09-01T05:25:33.551" v="283" actId="20577"/>
          <ac:spMkLst>
            <pc:docMk/>
            <pc:sldMk cId="1634129650" sldId="397"/>
            <ac:spMk id="11" creationId="{39892B7B-C278-B430-2B7F-DE54CB5DF6B8}"/>
          </ac:spMkLst>
        </pc:spChg>
        <pc:cxnChg chg="add mod">
          <ac:chgData name="Ms Alina Arshad" userId="cccdfd85-d35d-4453-9c6f-a463aae40722" providerId="ADAL" clId="{57485560-A1FA-415A-BF02-476F12996002}" dt="2024-09-01T05:25:07.018" v="265" actId="1076"/>
          <ac:cxnSpMkLst>
            <pc:docMk/>
            <pc:sldMk cId="1634129650" sldId="397"/>
            <ac:cxnSpMk id="7" creationId="{84E759F7-FE21-D60C-031A-2B938FAD14BD}"/>
          </ac:cxnSpMkLst>
        </pc:cxnChg>
        <pc:cxnChg chg="add mod">
          <ac:chgData name="Ms Alina Arshad" userId="cccdfd85-d35d-4453-9c6f-a463aae40722" providerId="ADAL" clId="{57485560-A1FA-415A-BF02-476F12996002}" dt="2024-09-01T05:25:18.356" v="268" actId="14100"/>
          <ac:cxnSpMkLst>
            <pc:docMk/>
            <pc:sldMk cId="1634129650" sldId="397"/>
            <ac:cxnSpMk id="10" creationId="{8A2E3792-997B-B08B-40C7-96693FDD8B19}"/>
          </ac:cxnSpMkLst>
        </pc:cxnChg>
      </pc:sldChg>
    </pc:docChg>
  </pc:docChgLst>
  <pc:docChgLst>
    <pc:chgData name="Ms Alina Arshad" userId="cccdfd85-d35d-4453-9c6f-a463aae40722" providerId="ADAL" clId="{6EDDA1BD-D3CC-45E4-ACF9-6AC323ACE8EB}"/>
    <pc:docChg chg="modSld">
      <pc:chgData name="Ms Alina Arshad" userId="cccdfd85-d35d-4453-9c6f-a463aae40722" providerId="ADAL" clId="{6EDDA1BD-D3CC-45E4-ACF9-6AC323ACE8EB}" dt="2024-10-01T05:29:43.597" v="2" actId="478"/>
      <pc:docMkLst>
        <pc:docMk/>
      </pc:docMkLst>
      <pc:sldChg chg="modSp mod">
        <pc:chgData name="Ms Alina Arshad" userId="cccdfd85-d35d-4453-9c6f-a463aae40722" providerId="ADAL" clId="{6EDDA1BD-D3CC-45E4-ACF9-6AC323ACE8EB}" dt="2024-10-01T05:14:42.548" v="1" actId="20577"/>
        <pc:sldMkLst>
          <pc:docMk/>
          <pc:sldMk cId="0" sldId="352"/>
        </pc:sldMkLst>
        <pc:spChg chg="mod">
          <ac:chgData name="Ms Alina Arshad" userId="cccdfd85-d35d-4453-9c6f-a463aae40722" providerId="ADAL" clId="{6EDDA1BD-D3CC-45E4-ACF9-6AC323ACE8EB}" dt="2024-10-01T05:14:42.548" v="1" actId="20577"/>
          <ac:spMkLst>
            <pc:docMk/>
            <pc:sldMk cId="0" sldId="352"/>
            <ac:spMk id="64516" creationId="{D2D679A3-2E8D-4632-948B-DAF7F009B134}"/>
          </ac:spMkLst>
        </pc:spChg>
      </pc:sldChg>
      <pc:sldChg chg="delSp">
        <pc:chgData name="Ms Alina Arshad" userId="cccdfd85-d35d-4453-9c6f-a463aae40722" providerId="ADAL" clId="{6EDDA1BD-D3CC-45E4-ACF9-6AC323ACE8EB}" dt="2024-10-01T05:29:43.597" v="2" actId="478"/>
        <pc:sldMkLst>
          <pc:docMk/>
          <pc:sldMk cId="0" sldId="368"/>
        </pc:sldMkLst>
        <pc:spChg chg="del">
          <ac:chgData name="Ms Alina Arshad" userId="cccdfd85-d35d-4453-9c6f-a463aae40722" providerId="ADAL" clId="{6EDDA1BD-D3CC-45E4-ACF9-6AC323ACE8EB}" dt="2024-10-01T05:29:43.597" v="2" actId="478"/>
          <ac:spMkLst>
            <pc:docMk/>
            <pc:sldMk cId="0" sldId="368"/>
            <ac:spMk id="80898" creationId="{52ED864D-0629-4251-9D8E-CE2EF8458A4D}"/>
          </ac:spMkLst>
        </pc:spChg>
      </pc:sldChg>
    </pc:docChg>
  </pc:docChgLst>
  <pc:docChgLst>
    <pc:chgData name="Ms Alina Arshad" userId="cccdfd85-d35d-4453-9c6f-a463aae40722" providerId="ADAL" clId="{9854E9E9-FCEA-46BD-B550-110177B9E80F}"/>
    <pc:docChg chg="undo custSel addSld delSld modSld">
      <pc:chgData name="Ms Alina Arshad" userId="cccdfd85-d35d-4453-9c6f-a463aae40722" providerId="ADAL" clId="{9854E9E9-FCEA-46BD-B550-110177B9E80F}" dt="2024-10-20T11:28:12.977" v="1172" actId="20577"/>
      <pc:docMkLst>
        <pc:docMk/>
      </pc:docMkLst>
      <pc:sldChg chg="modSp mod">
        <pc:chgData name="Ms Alina Arshad" userId="cccdfd85-d35d-4453-9c6f-a463aae40722" providerId="ADAL" clId="{9854E9E9-FCEA-46BD-B550-110177B9E80F}" dt="2024-10-19T07:31:56.186" v="30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9854E9E9-FCEA-46BD-B550-110177B9E80F}" dt="2024-10-19T07:31:56.186" v="30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09:28:56.738" v="1087" actId="20577"/>
        <pc:sldMkLst>
          <pc:docMk/>
          <pc:sldMk cId="0" sldId="257"/>
        </pc:sldMkLst>
        <pc:spChg chg="mod">
          <ac:chgData name="Ms Alina Arshad" userId="cccdfd85-d35d-4453-9c6f-a463aae40722" providerId="ADAL" clId="{9854E9E9-FCEA-46BD-B550-110177B9E80F}" dt="2024-10-19T07:38:41.926" v="52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09:28:56.738" v="1087" actId="20577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0:11.260" v="73" actId="478"/>
          <ac:spMkLst>
            <pc:docMk/>
            <pc:sldMk cId="0" sldId="257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41:27.351" v="89" actId="20577"/>
        <pc:sldMkLst>
          <pc:docMk/>
          <pc:sldMk cId="0" sldId="258"/>
        </pc:sldMkLst>
        <pc:spChg chg="mod">
          <ac:chgData name="Ms Alina Arshad" userId="cccdfd85-d35d-4453-9c6f-a463aae40722" providerId="ADAL" clId="{9854E9E9-FCEA-46BD-B550-110177B9E80F}" dt="2024-10-19T07:40:43.094" v="78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07:41:27.351" v="89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0:54.161" v="82" actId="478"/>
          <ac:spMkLst>
            <pc:docMk/>
            <pc:sldMk cId="0" sldId="258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16:01:57.630" v="743" actId="20577"/>
        <pc:sldMkLst>
          <pc:docMk/>
          <pc:sldMk cId="0" sldId="259"/>
        </pc:sldMkLst>
        <pc:spChg chg="mod">
          <ac:chgData name="Ms Alina Arshad" userId="cccdfd85-d35d-4453-9c6f-a463aae40722" providerId="ADAL" clId="{9854E9E9-FCEA-46BD-B550-110177B9E80F}" dt="2024-10-19T07:41:43.883" v="93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01:57.630" v="743" actId="20577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2:42.827" v="104" actId="478"/>
          <ac:spMkLst>
            <pc:docMk/>
            <pc:sldMk cId="0" sldId="259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44:19.632" v="136" actId="1076"/>
        <pc:sldMkLst>
          <pc:docMk/>
          <pc:sldMk cId="0" sldId="260"/>
        </pc:sldMkLst>
        <pc:spChg chg="mod">
          <ac:chgData name="Ms Alina Arshad" userId="cccdfd85-d35d-4453-9c6f-a463aae40722" providerId="ADAL" clId="{9854E9E9-FCEA-46BD-B550-110177B9E80F}" dt="2024-10-19T07:43:52.889" v="128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07:44:07.759" v="133" actId="14100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4:17.072" v="135" actId="478"/>
          <ac:spMkLst>
            <pc:docMk/>
            <pc:sldMk cId="0" sldId="260"/>
            <ac:spMk id="5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07:44:19.632" v="136" actId="1076"/>
          <ac:picMkLst>
            <pc:docMk/>
            <pc:sldMk cId="0" sldId="260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854E9E9-FCEA-46BD-B550-110177B9E80F}" dt="2024-10-20T09:41:52.846" v="1122" actId="403"/>
        <pc:sldMkLst>
          <pc:docMk/>
          <pc:sldMk cId="0" sldId="261"/>
        </pc:sldMkLst>
        <pc:spChg chg="mod">
          <ac:chgData name="Ms Alina Arshad" userId="cccdfd85-d35d-4453-9c6f-a463aae40722" providerId="ADAL" clId="{9854E9E9-FCEA-46BD-B550-110177B9E80F}" dt="2024-10-19T07:44:43.006" v="141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09:41:13.510" v="1120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09:41:52.846" v="1122" actId="403"/>
          <ac:spMkLst>
            <pc:docMk/>
            <pc:sldMk cId="0" sldId="261"/>
            <ac:spMk id="4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07:44:55.931" v="144" actId="478"/>
          <ac:spMkLst>
            <pc:docMk/>
            <pc:sldMk cId="0" sldId="261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50:24.942" v="217" actId="47"/>
        <pc:sldMkLst>
          <pc:docMk/>
          <pc:sldMk cId="0" sldId="262"/>
        </pc:sldMkLst>
        <pc:spChg chg="del mod">
          <ac:chgData name="Ms Alina Arshad" userId="cccdfd85-d35d-4453-9c6f-a463aae40722" providerId="ADAL" clId="{9854E9E9-FCEA-46BD-B550-110177B9E80F}" dt="2024-10-19T07:50:20.314" v="214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8:06.231" v="187" actId="478"/>
          <ac:spMkLst>
            <pc:docMk/>
            <pc:sldMk cId="0" sldId="262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28:01.042" v="1147" actId="403"/>
        <pc:sldMkLst>
          <pc:docMk/>
          <pc:sldMk cId="0" sldId="263"/>
        </pc:sldMkLst>
        <pc:spChg chg="mod">
          <ac:chgData name="Ms Alina Arshad" userId="cccdfd85-d35d-4453-9c6f-a463aae40722" providerId="ADAL" clId="{9854E9E9-FCEA-46BD-B550-110177B9E80F}" dt="2024-10-19T08:06:23.234" v="491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28:01.042" v="1147" actId="403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57:28.174" v="334" actId="478"/>
          <ac:spMkLst>
            <pc:docMk/>
            <pc:sldMk cId="0" sldId="263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49:49.451" v="205" actId="478"/>
        <pc:sldMkLst>
          <pc:docMk/>
          <pc:sldMk cId="0" sldId="264"/>
        </pc:sldMkLst>
        <pc:spChg chg="mod">
          <ac:chgData name="Ms Alina Arshad" userId="cccdfd85-d35d-4453-9c6f-a463aae40722" providerId="ADAL" clId="{9854E9E9-FCEA-46BD-B550-110177B9E80F}" dt="2024-10-19T07:49:15.873" v="199" actId="1076"/>
          <ac:spMkLst>
            <pc:docMk/>
            <pc:sldMk cId="0" sldId="264"/>
            <ac:spMk id="2" creationId="{00000000-0000-0000-0000-000000000000}"/>
          </ac:spMkLst>
        </pc:spChg>
        <pc:spChg chg="del mod topLvl">
          <ac:chgData name="Ms Alina Arshad" userId="cccdfd85-d35d-4453-9c6f-a463aae40722" providerId="ADAL" clId="{9854E9E9-FCEA-46BD-B550-110177B9E80F}" dt="2024-10-19T07:49:49.451" v="205" actId="478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8:46.675" v="191" actId="478"/>
          <ac:spMkLst>
            <pc:docMk/>
            <pc:sldMk cId="0" sldId="264"/>
            <ac:spMk id="6" creationId="{00000000-0000-0000-0000-000000000000}"/>
          </ac:spMkLst>
        </pc:spChg>
        <pc:grpChg chg="del mod">
          <ac:chgData name="Ms Alina Arshad" userId="cccdfd85-d35d-4453-9c6f-a463aae40722" providerId="ADAL" clId="{9854E9E9-FCEA-46BD-B550-110177B9E80F}" dt="2024-10-19T07:49:49.451" v="205" actId="478"/>
          <ac:grpSpMkLst>
            <pc:docMk/>
            <pc:sldMk cId="0" sldId="264"/>
            <ac:grpSpMk id="3" creationId="{00000000-0000-0000-0000-000000000000}"/>
          </ac:grpSpMkLst>
        </pc:grpChg>
        <pc:picChg chg="topLvl">
          <ac:chgData name="Ms Alina Arshad" userId="cccdfd85-d35d-4453-9c6f-a463aae40722" providerId="ADAL" clId="{9854E9E9-FCEA-46BD-B550-110177B9E80F}" dt="2024-10-19T07:49:49.451" v="205" actId="478"/>
          <ac:picMkLst>
            <pc:docMk/>
            <pc:sldMk cId="0" sldId="264"/>
            <ac:picMk id="5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854E9E9-FCEA-46BD-B550-110177B9E80F}" dt="2024-10-19T16:04:10.359" v="777" actId="478"/>
        <pc:sldMkLst>
          <pc:docMk/>
          <pc:sldMk cId="0" sldId="265"/>
        </pc:sldMkLst>
        <pc:spChg chg="mod">
          <ac:chgData name="Ms Alina Arshad" userId="cccdfd85-d35d-4453-9c6f-a463aae40722" providerId="ADAL" clId="{9854E9E9-FCEA-46BD-B550-110177B9E80F}" dt="2024-10-19T16:03:14.341" v="769" actId="113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04:04.679" v="776" actId="403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4:10.359" v="777" actId="478"/>
          <ac:spMkLst>
            <pc:docMk/>
            <pc:sldMk cId="0" sldId="265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08:45.649" v="1138" actId="5793"/>
        <pc:sldMkLst>
          <pc:docMk/>
          <pc:sldMk cId="0" sldId="266"/>
        </pc:sldMkLst>
        <pc:spChg chg="mod">
          <ac:chgData name="Ms Alina Arshad" userId="cccdfd85-d35d-4453-9c6f-a463aae40722" providerId="ADAL" clId="{9854E9E9-FCEA-46BD-B550-110177B9E80F}" dt="2024-10-19T16:04:27.702" v="782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08:45.649" v="1138" actId="5793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4:39.298" v="785" actId="478"/>
          <ac:spMkLst>
            <pc:docMk/>
            <pc:sldMk cId="0" sldId="266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10:11.198" v="1143" actId="5793"/>
        <pc:sldMkLst>
          <pc:docMk/>
          <pc:sldMk cId="0" sldId="267"/>
        </pc:sldMkLst>
        <pc:spChg chg="mod">
          <ac:chgData name="Ms Alina Arshad" userId="cccdfd85-d35d-4453-9c6f-a463aae40722" providerId="ADAL" clId="{9854E9E9-FCEA-46BD-B550-110177B9E80F}" dt="2024-10-19T16:06:39.435" v="820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10:11.198" v="1143" actId="5793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6:56.599" v="824" actId="478"/>
          <ac:spMkLst>
            <pc:docMk/>
            <pc:sldMk cId="0" sldId="267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16:07:55.994" v="840" actId="1076"/>
        <pc:sldMkLst>
          <pc:docMk/>
          <pc:sldMk cId="0" sldId="268"/>
        </pc:sldMkLst>
        <pc:spChg chg="mod">
          <ac:chgData name="Ms Alina Arshad" userId="cccdfd85-d35d-4453-9c6f-a463aae40722" providerId="ADAL" clId="{9854E9E9-FCEA-46BD-B550-110177B9E80F}" dt="2024-10-19T16:07:55.994" v="840" actId="1076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7:47.903" v="838" actId="478"/>
          <ac:spMkLst>
            <pc:docMk/>
            <pc:sldMk cId="0" sldId="268"/>
            <ac:spMk id="4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16:07:45.625" v="837" actId="14100"/>
          <ac:picMkLst>
            <pc:docMk/>
            <pc:sldMk cId="0" sldId="268"/>
            <ac:picMk id="3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854E9E9-FCEA-46BD-B550-110177B9E80F}" dt="2024-10-20T10:14:57.757" v="1145" actId="20577"/>
        <pc:sldMkLst>
          <pc:docMk/>
          <pc:sldMk cId="0" sldId="269"/>
        </pc:sldMkLst>
        <pc:spChg chg="mod">
          <ac:chgData name="Ms Alina Arshad" userId="cccdfd85-d35d-4453-9c6f-a463aae40722" providerId="ADAL" clId="{9854E9E9-FCEA-46BD-B550-110177B9E80F}" dt="2024-10-19T16:08:09.925" v="845" actId="403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14:57.757" v="1145" actId="20577"/>
          <ac:spMkLst>
            <pc:docMk/>
            <pc:sldMk cId="0" sldId="269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8:19.460" v="848" actId="478"/>
          <ac:spMkLst>
            <pc:docMk/>
            <pc:sldMk cId="0" sldId="269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43:24.416" v="1153" actId="1036"/>
        <pc:sldMkLst>
          <pc:docMk/>
          <pc:sldMk cId="0" sldId="270"/>
        </pc:sldMkLst>
        <pc:spChg chg="mod">
          <ac:chgData name="Ms Alina Arshad" userId="cccdfd85-d35d-4453-9c6f-a463aae40722" providerId="ADAL" clId="{9854E9E9-FCEA-46BD-B550-110177B9E80F}" dt="2024-10-19T16:09:03.374" v="854" actId="113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34:13.119" v="1150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35:28.260" v="1152" actId="20577"/>
          <ac:spMkLst>
            <pc:docMk/>
            <pc:sldMk cId="0" sldId="270"/>
            <ac:spMk id="4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10:11.995" v="971" actId="478"/>
          <ac:spMkLst>
            <pc:docMk/>
            <pc:sldMk cId="0" sldId="270"/>
            <ac:spMk id="5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10:09.733" v="970" actId="1035"/>
          <ac:spMkLst>
            <pc:docMk/>
            <pc:sldMk cId="0" sldId="270"/>
            <ac:spMk id="6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43:24.416" v="1153" actId="1036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9:27.846" v="860" actId="478"/>
          <ac:spMkLst>
            <pc:docMk/>
            <pc:sldMk cId="0" sldId="270"/>
            <ac:spMk id="8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1:24:51.569" v="1156" actId="120"/>
        <pc:sldMkLst>
          <pc:docMk/>
          <pc:sldMk cId="0" sldId="271"/>
        </pc:sldMkLst>
        <pc:spChg chg="mod">
          <ac:chgData name="Ms Alina Arshad" userId="cccdfd85-d35d-4453-9c6f-a463aae40722" providerId="ADAL" clId="{9854E9E9-FCEA-46BD-B550-110177B9E80F}" dt="2024-10-19T16:11:23.897" v="977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4:51.569" v="1156" actId="120"/>
          <ac:spMkLst>
            <pc:docMk/>
            <pc:sldMk cId="0" sldId="271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11:31.293" v="980" actId="478"/>
          <ac:spMkLst>
            <pc:docMk/>
            <pc:sldMk cId="0" sldId="271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1:27:24.231" v="1168" actId="33524"/>
        <pc:sldMkLst>
          <pc:docMk/>
          <pc:sldMk cId="0" sldId="272"/>
        </pc:sldMkLst>
        <pc:spChg chg="mod">
          <ac:chgData name="Ms Alina Arshad" userId="cccdfd85-d35d-4453-9c6f-a463aae40722" providerId="ADAL" clId="{9854E9E9-FCEA-46BD-B550-110177B9E80F}" dt="2024-10-19T16:20:10.281" v="987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7:24.231" v="1168" actId="33524"/>
          <ac:spMkLst>
            <pc:docMk/>
            <pc:sldMk cId="0" sldId="272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0:13.740" v="988" actId="478"/>
          <ac:spMkLst>
            <pc:docMk/>
            <pc:sldMk cId="0" sldId="272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9854E9E9-FCEA-46BD-B550-110177B9E80F}" dt="2024-10-20T11:28:12.977" v="1172" actId="20577"/>
        <pc:sldMkLst>
          <pc:docMk/>
          <pc:sldMk cId="0" sldId="273"/>
        </pc:sldMkLst>
        <pc:spChg chg="mod">
          <ac:chgData name="Ms Alina Arshad" userId="cccdfd85-d35d-4453-9c6f-a463aae40722" providerId="ADAL" clId="{9854E9E9-FCEA-46BD-B550-110177B9E80F}" dt="2024-10-19T16:20:56.809" v="995" actId="1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8:12.977" v="1172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7:48.100" v="1170" actId="1076"/>
          <ac:spMkLst>
            <pc:docMk/>
            <pc:sldMk cId="0" sldId="273"/>
            <ac:spMk id="4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7:53.623" v="1171" actId="1076"/>
          <ac:spMkLst>
            <pc:docMk/>
            <pc:sldMk cId="0" sldId="273"/>
            <ac:spMk id="5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2:05.885" v="1004" actId="207"/>
          <ac:spMkLst>
            <pc:docMk/>
            <pc:sldMk cId="0" sldId="273"/>
            <ac:spMk id="6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2:09.502" v="1005" actId="478"/>
          <ac:spMkLst>
            <pc:docMk/>
            <pc:sldMk cId="0" sldId="273"/>
            <ac:spMk id="8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16:21:55.257" v="1002" actId="1076"/>
          <ac:picMkLst>
            <pc:docMk/>
            <pc:sldMk cId="0" sldId="273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854E9E9-FCEA-46BD-B550-110177B9E80F}" dt="2024-10-19T16:23:12.376" v="1021" actId="403"/>
        <pc:sldMkLst>
          <pc:docMk/>
          <pc:sldMk cId="0" sldId="274"/>
        </pc:sldMkLst>
        <pc:spChg chg="mod ord">
          <ac:chgData name="Ms Alina Arshad" userId="cccdfd85-d35d-4453-9c6f-a463aae40722" providerId="ADAL" clId="{9854E9E9-FCEA-46BD-B550-110177B9E80F}" dt="2024-10-19T16:23:12.376" v="1021" actId="403"/>
          <ac:spMkLst>
            <pc:docMk/>
            <pc:sldMk cId="0" sldId="274"/>
            <ac:spMk id="2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23:06.287" v="1019" actId="478"/>
          <ac:spMkLst>
            <pc:docMk/>
            <pc:sldMk cId="0" sldId="274"/>
            <ac:spMk id="3" creationId="{00000000-0000-0000-0000-000000000000}"/>
          </ac:spMkLst>
        </pc:spChg>
        <pc:grpChg chg="mod">
          <ac:chgData name="Ms Alina Arshad" userId="cccdfd85-d35d-4453-9c6f-a463aae40722" providerId="ADAL" clId="{9854E9E9-FCEA-46BD-B550-110177B9E80F}" dt="2024-10-19T16:22:49.033" v="1012" actId="1076"/>
          <ac:grpSpMkLst>
            <pc:docMk/>
            <pc:sldMk cId="0" sldId="274"/>
            <ac:grpSpMk id="4" creationId="{00000000-0000-0000-0000-000000000000}"/>
          </ac:grpSpMkLst>
        </pc:grpChg>
      </pc:sldChg>
      <pc:sldChg chg="delSp modSp add mod">
        <pc:chgData name="Ms Alina Arshad" userId="cccdfd85-d35d-4453-9c6f-a463aae40722" providerId="ADAL" clId="{9854E9E9-FCEA-46BD-B550-110177B9E80F}" dt="2024-10-19T16:24:26.933" v="1036" actId="20577"/>
        <pc:sldMkLst>
          <pc:docMk/>
          <pc:sldMk cId="0" sldId="275"/>
        </pc:sldMkLst>
        <pc:spChg chg="mod">
          <ac:chgData name="Ms Alina Arshad" userId="cccdfd85-d35d-4453-9c6f-a463aae40722" providerId="ADAL" clId="{9854E9E9-FCEA-46BD-B550-110177B9E80F}" dt="2024-10-19T16:23:40.345" v="1026" actId="113"/>
          <ac:spMkLst>
            <pc:docMk/>
            <pc:sldMk cId="0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4:26.933" v="1036" actId="20577"/>
          <ac:spMkLst>
            <pc:docMk/>
            <pc:sldMk cId="0" sldId="275"/>
            <ac:spMk id="3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23:20.521" v="1022" actId="478"/>
          <ac:spMkLst>
            <pc:docMk/>
            <pc:sldMk cId="0" sldId="275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9854E9E9-FCEA-46BD-B550-110177B9E80F}" dt="2024-10-19T16:25:31.479" v="1053" actId="1076"/>
        <pc:sldMkLst>
          <pc:docMk/>
          <pc:sldMk cId="0" sldId="276"/>
        </pc:sldMkLst>
        <pc:spChg chg="mod">
          <ac:chgData name="Ms Alina Arshad" userId="cccdfd85-d35d-4453-9c6f-a463aae40722" providerId="ADAL" clId="{9854E9E9-FCEA-46BD-B550-110177B9E80F}" dt="2024-10-19T16:24:49.562" v="1040" actId="113"/>
          <ac:spMkLst>
            <pc:docMk/>
            <pc:sldMk cId="0" sldId="276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5:28.434" v="1052" actId="1076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5:11.123" v="1048" actId="478"/>
          <ac:spMkLst>
            <pc:docMk/>
            <pc:sldMk cId="0" sldId="276"/>
            <ac:spMk id="5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16:25:31.479" v="1053" actId="1076"/>
          <ac:picMkLst>
            <pc:docMk/>
            <pc:sldMk cId="0" sldId="276"/>
            <ac:picMk id="4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854E9E9-FCEA-46BD-B550-110177B9E80F}" dt="2024-10-19T16:26:11.600" v="1067" actId="20577"/>
        <pc:sldMkLst>
          <pc:docMk/>
          <pc:sldMk cId="0" sldId="277"/>
        </pc:sldMkLst>
        <pc:spChg chg="mod">
          <ac:chgData name="Ms Alina Arshad" userId="cccdfd85-d35d-4453-9c6f-a463aae40722" providerId="ADAL" clId="{9854E9E9-FCEA-46BD-B550-110177B9E80F}" dt="2024-10-19T16:25:49.515" v="1059" actId="20577"/>
          <ac:spMkLst>
            <pc:docMk/>
            <pc:sldMk cId="0" sldId="277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6:11.600" v="1067" actId="20577"/>
          <ac:spMkLst>
            <pc:docMk/>
            <pc:sldMk cId="0" sldId="277"/>
            <ac:spMk id="3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26:04.956" v="1065" actId="478"/>
          <ac:spMkLst>
            <pc:docMk/>
            <pc:sldMk cId="0" sldId="277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9854E9E9-FCEA-46BD-B550-110177B9E80F}" dt="2024-10-19T16:27:36.029" v="1086" actId="33524"/>
        <pc:sldMkLst>
          <pc:docMk/>
          <pc:sldMk cId="0" sldId="278"/>
        </pc:sldMkLst>
        <pc:spChg chg="mod">
          <ac:chgData name="Ms Alina Arshad" userId="cccdfd85-d35d-4453-9c6f-a463aae40722" providerId="ADAL" clId="{9854E9E9-FCEA-46BD-B550-110177B9E80F}" dt="2024-10-19T16:26:27.314" v="1069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7:36.029" v="1086" actId="33524"/>
          <ac:spMkLst>
            <pc:docMk/>
            <pc:sldMk cId="0" sldId="278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7:01.643" v="1082" actId="478"/>
          <ac:spMkLst>
            <pc:docMk/>
            <pc:sldMk cId="0" sldId="278"/>
            <ac:spMk id="4" creationId="{00000000-0000-0000-0000-000000000000}"/>
          </ac:spMkLst>
        </pc:spChg>
      </pc:sldChg>
      <pc:sldChg chg="modSp new mod">
        <pc:chgData name="Ms Alina Arshad" userId="cccdfd85-d35d-4453-9c6f-a463aae40722" providerId="ADAL" clId="{9854E9E9-FCEA-46BD-B550-110177B9E80F}" dt="2024-10-19T07:56:03.329" v="303" actId="14100"/>
        <pc:sldMkLst>
          <pc:docMk/>
          <pc:sldMk cId="3240370692" sldId="279"/>
        </pc:sldMkLst>
        <pc:spChg chg="mod">
          <ac:chgData name="Ms Alina Arshad" userId="cccdfd85-d35d-4453-9c6f-a463aae40722" providerId="ADAL" clId="{9854E9E9-FCEA-46BD-B550-110177B9E80F}" dt="2024-10-19T07:50:12.705" v="211" actId="113"/>
          <ac:spMkLst>
            <pc:docMk/>
            <pc:sldMk cId="3240370692" sldId="279"/>
            <ac:spMk id="2" creationId="{BA844F90-433D-2057-99FE-62FAF39552C5}"/>
          </ac:spMkLst>
        </pc:spChg>
        <pc:spChg chg="mod">
          <ac:chgData name="Ms Alina Arshad" userId="cccdfd85-d35d-4453-9c6f-a463aae40722" providerId="ADAL" clId="{9854E9E9-FCEA-46BD-B550-110177B9E80F}" dt="2024-10-19T07:56:03.329" v="303" actId="14100"/>
          <ac:spMkLst>
            <pc:docMk/>
            <pc:sldMk cId="3240370692" sldId="279"/>
            <ac:spMk id="3" creationId="{C61C41A0-B3FF-7DEC-396A-1327549017CA}"/>
          </ac:spMkLst>
        </pc:spChg>
      </pc:sldChg>
      <pc:sldMasterChg chg="delSldLayout">
        <pc:chgData name="Ms Alina Arshad" userId="cccdfd85-d35d-4453-9c6f-a463aae40722" providerId="ADAL" clId="{9854E9E9-FCEA-46BD-B550-110177B9E80F}" dt="2024-10-19T07:38:17.304" v="44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9854E9E9-FCEA-46BD-B550-110177B9E80F}" dt="2024-10-19T07:38:17.304" v="44" actId="47"/>
          <pc:sldLayoutMkLst>
            <pc:docMk/>
            <pc:sldMasterMk cId="1090009938" sldId="2147483660"/>
            <pc:sldLayoutMk cId="3151685511" sldId="2147483672"/>
          </pc:sldLayoutMkLst>
        </pc:sldLayoutChg>
      </pc:sldMasterChg>
    </pc:docChg>
  </pc:docChgLst>
  <pc:docChgLst>
    <pc:chgData name="Ms Alina Arshad" userId="cccdfd85-d35d-4453-9c6f-a463aae40722" providerId="ADAL" clId="{0CB232A2-0B42-4DBF-AC2D-50B32D7285CF}"/>
    <pc:docChg chg="custSel addSld delSld modSld sldOrd">
      <pc:chgData name="Ms Alina Arshad" userId="cccdfd85-d35d-4453-9c6f-a463aae40722" providerId="ADAL" clId="{0CB232A2-0B42-4DBF-AC2D-50B32D7285CF}" dt="2024-09-17T07:38:04.651" v="169" actId="47"/>
      <pc:docMkLst>
        <pc:docMk/>
      </pc:docMkLst>
      <pc:sldChg chg="modSp mod">
        <pc:chgData name="Ms Alina Arshad" userId="cccdfd85-d35d-4453-9c6f-a463aae40722" providerId="ADAL" clId="{0CB232A2-0B42-4DBF-AC2D-50B32D7285CF}" dt="2024-09-15T13:43:36.080" v="115" actId="1076"/>
        <pc:sldMkLst>
          <pc:docMk/>
          <pc:sldMk cId="0" sldId="258"/>
        </pc:sldMkLst>
        <pc:spChg chg="mod">
          <ac:chgData name="Ms Alina Arshad" userId="cccdfd85-d35d-4453-9c6f-a463aae40722" providerId="ADAL" clId="{0CB232A2-0B42-4DBF-AC2D-50B32D7285CF}" dt="2024-09-15T13:42:00.427" v="111" actId="14100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43:36.080" v="115" actId="1076"/>
          <ac:spMkLst>
            <pc:docMk/>
            <pc:sldMk cId="0" sldId="258"/>
            <ac:spMk id="107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2:20.799" v="112" actId="207"/>
        <pc:sldMkLst>
          <pc:docMk/>
          <pc:sldMk cId="0" sldId="259"/>
        </pc:sldMkLst>
        <pc:spChg chg="mod">
          <ac:chgData name="Ms Alina Arshad" userId="cccdfd85-d35d-4453-9c6f-a463aae40722" providerId="ADAL" clId="{0CB232A2-0B42-4DBF-AC2D-50B32D7285CF}" dt="2024-09-15T13:42:20.799" v="112" actId="207"/>
          <ac:spMkLst>
            <pc:docMk/>
            <pc:sldMk cId="0" sldId="259"/>
            <ac:spMk id="11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0:10.232" v="105" actId="14100"/>
        <pc:sldMkLst>
          <pc:docMk/>
          <pc:sldMk cId="0" sldId="260"/>
        </pc:sldMkLst>
        <pc:picChg chg="mod">
          <ac:chgData name="Ms Alina Arshad" userId="cccdfd85-d35d-4453-9c6f-a463aae40722" providerId="ADAL" clId="{0CB232A2-0B42-4DBF-AC2D-50B32D7285CF}" dt="2024-09-15T13:40:10.232" v="105" actId="14100"/>
          <ac:picMkLst>
            <pc:docMk/>
            <pc:sldMk cId="0" sldId="260"/>
            <ac:picMk id="120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4T10:46:51.265" v="3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0CB232A2-0B42-4DBF-AC2D-50B32D7285CF}" dt="2024-09-14T10:46:51.265" v="3" actId="1076"/>
          <ac:spMkLst>
            <pc:docMk/>
            <pc:sldMk cId="2295129282" sldId="269"/>
            <ac:spMk id="192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0:45:57.979" v="1" actId="2085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5T13:45:36.793" v="117" actId="113"/>
        <pc:sldMkLst>
          <pc:docMk/>
          <pc:sldMk cId="2090315159" sldId="270"/>
        </pc:sldMkLst>
        <pc:spChg chg="mod">
          <ac:chgData name="Ms Alina Arshad" userId="cccdfd85-d35d-4453-9c6f-a463aae40722" providerId="ADAL" clId="{0CB232A2-0B42-4DBF-AC2D-50B32D7285CF}" dt="2024-09-15T13:45:36.793" v="117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4T10:47:31.591" v="4" actId="207"/>
          <ac:spMkLst>
            <pc:docMk/>
            <pc:sldMk cId="2090315159" sldId="270"/>
            <ac:spMk id="20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4T11:11:09.943" v="5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0CB232A2-0B42-4DBF-AC2D-50B32D7285CF}" dt="2024-09-14T11:11:07.043" v="52" actId="2057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1:11:09.943" v="5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0CB232A2-0B42-4DBF-AC2D-50B32D7285CF}" dt="2024-09-15T13:53:32.742" v="137" actId="1076"/>
        <pc:sldMkLst>
          <pc:docMk/>
          <pc:sldMk cId="0" sldId="277"/>
        </pc:sldMkLst>
        <pc:spChg chg="add del mod">
          <ac:chgData name="Ms Alina Arshad" userId="cccdfd85-d35d-4453-9c6f-a463aae40722" providerId="ADAL" clId="{0CB232A2-0B42-4DBF-AC2D-50B32D7285CF}" dt="2024-09-15T13:53:25.594" v="135" actId="478"/>
          <ac:spMkLst>
            <pc:docMk/>
            <pc:sldMk cId="0" sldId="277"/>
            <ac:spMk id="3" creationId="{D1390B3A-9202-17C5-8B1D-C85833BAA94C}"/>
          </ac:spMkLst>
        </pc:spChg>
        <pc:spChg chg="mod">
          <ac:chgData name="Ms Alina Arshad" userId="cccdfd85-d35d-4453-9c6f-a463aae40722" providerId="ADAL" clId="{0CB232A2-0B42-4DBF-AC2D-50B32D7285CF}" dt="2024-09-15T13:51:51.007" v="12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53:29.472" v="136" actId="1076"/>
          <ac:spMkLst>
            <pc:docMk/>
            <pc:sldMk cId="0" sldId="277"/>
            <ac:spMk id="255" creationId="{00000000-0000-0000-0000-000000000000}"/>
          </ac:spMkLst>
        </pc:spChg>
        <pc:graphicFrameChg chg="mod">
          <ac:chgData name="Ms Alina Arshad" userId="cccdfd85-d35d-4453-9c6f-a463aae40722" providerId="ADAL" clId="{0CB232A2-0B42-4DBF-AC2D-50B32D7285CF}" dt="2024-09-15T13:53:32.742" v="137" actId="1076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0CB232A2-0B42-4DBF-AC2D-50B32D7285CF}" dt="2024-09-14T11:53:23.512" v="104" actId="20577"/>
        <pc:sldMkLst>
          <pc:docMk/>
          <pc:sldMk cId="0" sldId="290"/>
        </pc:sldMkLst>
        <pc:spChg chg="mod">
          <ac:chgData name="Ms Alina Arshad" userId="cccdfd85-d35d-4453-9c6f-a463aae40722" providerId="ADAL" clId="{0CB232A2-0B42-4DBF-AC2D-50B32D7285CF}" dt="2024-09-14T11:53:23.512" v="104" actId="20577"/>
          <ac:spMkLst>
            <pc:docMk/>
            <pc:sldMk cId="0" sldId="290"/>
            <ac:spMk id="333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4:10:32.357" v="138" actId="113"/>
        <pc:sldMkLst>
          <pc:docMk/>
          <pc:sldMk cId="0" sldId="302"/>
        </pc:sldMkLst>
        <pc:spChg chg="mod">
          <ac:chgData name="Ms Alina Arshad" userId="cccdfd85-d35d-4453-9c6f-a463aae40722" providerId="ADAL" clId="{0CB232A2-0B42-4DBF-AC2D-50B32D7285CF}" dt="2024-09-15T14:10:32.357" v="138" actId="113"/>
          <ac:spMkLst>
            <pc:docMk/>
            <pc:sldMk cId="0" sldId="302"/>
            <ac:spMk id="409" creationId="{00000000-0000-0000-0000-000000000000}"/>
          </ac:spMkLst>
        </pc:spChg>
      </pc:sldChg>
      <pc:sldChg chg="del">
        <pc:chgData name="Ms Alina Arshad" userId="cccdfd85-d35d-4453-9c6f-a463aae40722" providerId="ADAL" clId="{0CB232A2-0B42-4DBF-AC2D-50B32D7285CF}" dt="2024-09-17T07:37:56.773" v="139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0CB232A2-0B42-4DBF-AC2D-50B32D7285CF}" dt="2024-09-17T07:37:58.202" v="140" actId="47"/>
        <pc:sldMkLst>
          <pc:docMk/>
          <pc:sldMk cId="0" sldId="308"/>
        </pc:sldMkLst>
      </pc:sldChg>
      <pc:sldChg chg="del">
        <pc:chgData name="Ms Alina Arshad" userId="cccdfd85-d35d-4453-9c6f-a463aae40722" providerId="ADAL" clId="{0CB232A2-0B42-4DBF-AC2D-50B32D7285CF}" dt="2024-09-17T07:37:59.300" v="141" actId="47"/>
        <pc:sldMkLst>
          <pc:docMk/>
          <pc:sldMk cId="0" sldId="309"/>
        </pc:sldMkLst>
      </pc:sldChg>
      <pc:sldChg chg="del">
        <pc:chgData name="Ms Alina Arshad" userId="cccdfd85-d35d-4453-9c6f-a463aae40722" providerId="ADAL" clId="{0CB232A2-0B42-4DBF-AC2D-50B32D7285CF}" dt="2024-09-17T07:38:00.061" v="142" actId="47"/>
        <pc:sldMkLst>
          <pc:docMk/>
          <pc:sldMk cId="0" sldId="310"/>
        </pc:sldMkLst>
      </pc:sldChg>
      <pc:sldChg chg="del">
        <pc:chgData name="Ms Alina Arshad" userId="cccdfd85-d35d-4453-9c6f-a463aae40722" providerId="ADAL" clId="{0CB232A2-0B42-4DBF-AC2D-50B32D7285CF}" dt="2024-09-17T07:38:00.661" v="143" actId="47"/>
        <pc:sldMkLst>
          <pc:docMk/>
          <pc:sldMk cId="0" sldId="311"/>
        </pc:sldMkLst>
      </pc:sldChg>
      <pc:sldChg chg="del">
        <pc:chgData name="Ms Alina Arshad" userId="cccdfd85-d35d-4453-9c6f-a463aae40722" providerId="ADAL" clId="{0CB232A2-0B42-4DBF-AC2D-50B32D7285CF}" dt="2024-09-17T07:38:01.181" v="144" actId="47"/>
        <pc:sldMkLst>
          <pc:docMk/>
          <pc:sldMk cId="0" sldId="312"/>
        </pc:sldMkLst>
      </pc:sldChg>
      <pc:sldChg chg="del">
        <pc:chgData name="Ms Alina Arshad" userId="cccdfd85-d35d-4453-9c6f-a463aae40722" providerId="ADAL" clId="{0CB232A2-0B42-4DBF-AC2D-50B32D7285CF}" dt="2024-09-17T07:38:01.535" v="145" actId="47"/>
        <pc:sldMkLst>
          <pc:docMk/>
          <pc:sldMk cId="0" sldId="313"/>
        </pc:sldMkLst>
      </pc:sldChg>
      <pc:sldChg chg="del">
        <pc:chgData name="Ms Alina Arshad" userId="cccdfd85-d35d-4453-9c6f-a463aae40722" providerId="ADAL" clId="{0CB232A2-0B42-4DBF-AC2D-50B32D7285CF}" dt="2024-09-17T07:38:01.928" v="146" actId="47"/>
        <pc:sldMkLst>
          <pc:docMk/>
          <pc:sldMk cId="0" sldId="314"/>
        </pc:sldMkLst>
      </pc:sldChg>
      <pc:sldChg chg="del">
        <pc:chgData name="Ms Alina Arshad" userId="cccdfd85-d35d-4453-9c6f-a463aae40722" providerId="ADAL" clId="{0CB232A2-0B42-4DBF-AC2D-50B32D7285CF}" dt="2024-09-17T07:38:02.233" v="147" actId="47"/>
        <pc:sldMkLst>
          <pc:docMk/>
          <pc:sldMk cId="0" sldId="315"/>
        </pc:sldMkLst>
      </pc:sldChg>
      <pc:sldChg chg="del">
        <pc:chgData name="Ms Alina Arshad" userId="cccdfd85-d35d-4453-9c6f-a463aae40722" providerId="ADAL" clId="{0CB232A2-0B42-4DBF-AC2D-50B32D7285CF}" dt="2024-09-17T07:38:02.483" v="148" actId="47"/>
        <pc:sldMkLst>
          <pc:docMk/>
          <pc:sldMk cId="0" sldId="316"/>
        </pc:sldMkLst>
      </pc:sldChg>
      <pc:sldChg chg="del">
        <pc:chgData name="Ms Alina Arshad" userId="cccdfd85-d35d-4453-9c6f-a463aae40722" providerId="ADAL" clId="{0CB232A2-0B42-4DBF-AC2D-50B32D7285CF}" dt="2024-09-17T07:38:02.657" v="149" actId="47"/>
        <pc:sldMkLst>
          <pc:docMk/>
          <pc:sldMk cId="0" sldId="317"/>
        </pc:sldMkLst>
      </pc:sldChg>
      <pc:sldChg chg="del">
        <pc:chgData name="Ms Alina Arshad" userId="cccdfd85-d35d-4453-9c6f-a463aae40722" providerId="ADAL" clId="{0CB232A2-0B42-4DBF-AC2D-50B32D7285CF}" dt="2024-09-17T07:38:03.192" v="150" actId="47"/>
        <pc:sldMkLst>
          <pc:docMk/>
          <pc:sldMk cId="0" sldId="318"/>
        </pc:sldMkLst>
      </pc:sldChg>
      <pc:sldChg chg="del">
        <pc:chgData name="Ms Alina Arshad" userId="cccdfd85-d35d-4453-9c6f-a463aae40722" providerId="ADAL" clId="{0CB232A2-0B42-4DBF-AC2D-50B32D7285CF}" dt="2024-09-17T07:38:03.222" v="151" actId="47"/>
        <pc:sldMkLst>
          <pc:docMk/>
          <pc:sldMk cId="0" sldId="319"/>
        </pc:sldMkLst>
      </pc:sldChg>
      <pc:sldChg chg="del">
        <pc:chgData name="Ms Alina Arshad" userId="cccdfd85-d35d-4453-9c6f-a463aae40722" providerId="ADAL" clId="{0CB232A2-0B42-4DBF-AC2D-50B32D7285CF}" dt="2024-09-17T07:38:03.241" v="152" actId="47"/>
        <pc:sldMkLst>
          <pc:docMk/>
          <pc:sldMk cId="0" sldId="320"/>
        </pc:sldMkLst>
      </pc:sldChg>
      <pc:sldChg chg="del">
        <pc:chgData name="Ms Alina Arshad" userId="cccdfd85-d35d-4453-9c6f-a463aae40722" providerId="ADAL" clId="{0CB232A2-0B42-4DBF-AC2D-50B32D7285CF}" dt="2024-09-17T07:38:03.256" v="153" actId="47"/>
        <pc:sldMkLst>
          <pc:docMk/>
          <pc:sldMk cId="0" sldId="321"/>
        </pc:sldMkLst>
      </pc:sldChg>
      <pc:sldChg chg="del">
        <pc:chgData name="Ms Alina Arshad" userId="cccdfd85-d35d-4453-9c6f-a463aae40722" providerId="ADAL" clId="{0CB232A2-0B42-4DBF-AC2D-50B32D7285CF}" dt="2024-09-17T07:38:03.292" v="154" actId="47"/>
        <pc:sldMkLst>
          <pc:docMk/>
          <pc:sldMk cId="0" sldId="322"/>
        </pc:sldMkLst>
      </pc:sldChg>
      <pc:sldChg chg="del">
        <pc:chgData name="Ms Alina Arshad" userId="cccdfd85-d35d-4453-9c6f-a463aae40722" providerId="ADAL" clId="{0CB232A2-0B42-4DBF-AC2D-50B32D7285CF}" dt="2024-09-17T07:38:03.323" v="155" actId="47"/>
        <pc:sldMkLst>
          <pc:docMk/>
          <pc:sldMk cId="0" sldId="323"/>
        </pc:sldMkLst>
      </pc:sldChg>
      <pc:sldChg chg="del">
        <pc:chgData name="Ms Alina Arshad" userId="cccdfd85-d35d-4453-9c6f-a463aae40722" providerId="ADAL" clId="{0CB232A2-0B42-4DBF-AC2D-50B32D7285CF}" dt="2024-09-17T07:38:03.373" v="156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0CB232A2-0B42-4DBF-AC2D-50B32D7285CF}" dt="2024-09-17T07:38:03.394" v="157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0CB232A2-0B42-4DBF-AC2D-50B32D7285CF}" dt="2024-09-17T07:38:03.429" v="158" actId="47"/>
        <pc:sldMkLst>
          <pc:docMk/>
          <pc:sldMk cId="0" sldId="326"/>
        </pc:sldMkLst>
      </pc:sldChg>
      <pc:sldChg chg="del">
        <pc:chgData name="Ms Alina Arshad" userId="cccdfd85-d35d-4453-9c6f-a463aae40722" providerId="ADAL" clId="{0CB232A2-0B42-4DBF-AC2D-50B32D7285CF}" dt="2024-09-17T07:38:03.450" v="159" actId="47"/>
        <pc:sldMkLst>
          <pc:docMk/>
          <pc:sldMk cId="0" sldId="327"/>
        </pc:sldMkLst>
      </pc:sldChg>
      <pc:sldChg chg="del">
        <pc:chgData name="Ms Alina Arshad" userId="cccdfd85-d35d-4453-9c6f-a463aae40722" providerId="ADAL" clId="{0CB232A2-0B42-4DBF-AC2D-50B32D7285CF}" dt="2024-09-17T07:38:03.489" v="160" actId="47"/>
        <pc:sldMkLst>
          <pc:docMk/>
          <pc:sldMk cId="0" sldId="328"/>
        </pc:sldMkLst>
      </pc:sldChg>
      <pc:sldChg chg="del">
        <pc:chgData name="Ms Alina Arshad" userId="cccdfd85-d35d-4453-9c6f-a463aae40722" providerId="ADAL" clId="{0CB232A2-0B42-4DBF-AC2D-50B32D7285CF}" dt="2024-09-17T07:38:03.516" v="161" actId="47"/>
        <pc:sldMkLst>
          <pc:docMk/>
          <pc:sldMk cId="0" sldId="329"/>
        </pc:sldMkLst>
      </pc:sldChg>
      <pc:sldChg chg="del">
        <pc:chgData name="Ms Alina Arshad" userId="cccdfd85-d35d-4453-9c6f-a463aae40722" providerId="ADAL" clId="{0CB232A2-0B42-4DBF-AC2D-50B32D7285CF}" dt="2024-09-17T07:38:03.563" v="162" actId="47"/>
        <pc:sldMkLst>
          <pc:docMk/>
          <pc:sldMk cId="0" sldId="330"/>
        </pc:sldMkLst>
      </pc:sldChg>
      <pc:sldChg chg="del">
        <pc:chgData name="Ms Alina Arshad" userId="cccdfd85-d35d-4453-9c6f-a463aae40722" providerId="ADAL" clId="{0CB232A2-0B42-4DBF-AC2D-50B32D7285CF}" dt="2024-09-17T07:38:03.584" v="163" actId="47"/>
        <pc:sldMkLst>
          <pc:docMk/>
          <pc:sldMk cId="0" sldId="331"/>
        </pc:sldMkLst>
      </pc:sldChg>
      <pc:sldChg chg="del">
        <pc:chgData name="Ms Alina Arshad" userId="cccdfd85-d35d-4453-9c6f-a463aae40722" providerId="ADAL" clId="{0CB232A2-0B42-4DBF-AC2D-50B32D7285CF}" dt="2024-09-17T07:38:03.612" v="164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0CB232A2-0B42-4DBF-AC2D-50B32D7285CF}" dt="2024-09-17T07:38:03.668" v="165" actId="47"/>
        <pc:sldMkLst>
          <pc:docMk/>
          <pc:sldMk cId="0" sldId="333"/>
        </pc:sldMkLst>
      </pc:sldChg>
      <pc:sldChg chg="del">
        <pc:chgData name="Ms Alina Arshad" userId="cccdfd85-d35d-4453-9c6f-a463aae40722" providerId="ADAL" clId="{0CB232A2-0B42-4DBF-AC2D-50B32D7285CF}" dt="2024-09-17T07:38:03.680" v="166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0CB232A2-0B42-4DBF-AC2D-50B32D7285CF}" dt="2024-09-17T07:38:04.295" v="167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0CB232A2-0B42-4DBF-AC2D-50B32D7285CF}" dt="2024-09-17T07:38:04.494" v="168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0CB232A2-0B42-4DBF-AC2D-50B32D7285CF}" dt="2024-09-17T07:38:04.651" v="169" actId="47"/>
        <pc:sldMkLst>
          <pc:docMk/>
          <pc:sldMk cId="0" sldId="337"/>
        </pc:sldMkLst>
      </pc:sldChg>
      <pc:sldChg chg="modSp mod">
        <pc:chgData name="Ms Alina Arshad" userId="cccdfd85-d35d-4453-9c6f-a463aae40722" providerId="ADAL" clId="{0CB232A2-0B42-4DBF-AC2D-50B32D7285CF}" dt="2024-09-14T11:34:36.657" v="79" actId="20577"/>
        <pc:sldMkLst>
          <pc:docMk/>
          <pc:sldMk cId="1204309406" sldId="341"/>
        </pc:sldMkLst>
        <pc:spChg chg="mod">
          <ac:chgData name="Ms Alina Arshad" userId="cccdfd85-d35d-4453-9c6f-a463aae40722" providerId="ADAL" clId="{0CB232A2-0B42-4DBF-AC2D-50B32D7285CF}" dt="2024-09-14T11:34:36.657" v="79" actId="20577"/>
          <ac:spMkLst>
            <pc:docMk/>
            <pc:sldMk cId="1204309406" sldId="341"/>
            <ac:spMk id="3" creationId="{FB09A7D6-CB86-1298-9237-F494689B2453}"/>
          </ac:spMkLst>
        </pc:spChg>
      </pc:sldChg>
      <pc:sldChg chg="addSp modSp new mod ord">
        <pc:chgData name="Ms Alina Arshad" userId="cccdfd85-d35d-4453-9c6f-a463aae40722" providerId="ADAL" clId="{0CB232A2-0B42-4DBF-AC2D-50B32D7285CF}" dt="2024-09-14T11:24:13.633" v="69"/>
        <pc:sldMkLst>
          <pc:docMk/>
          <pc:sldMk cId="96607437" sldId="342"/>
        </pc:sldMkLst>
        <pc:spChg chg="add mod">
          <ac:chgData name="Ms Alina Arshad" userId="cccdfd85-d35d-4453-9c6f-a463aae40722" providerId="ADAL" clId="{0CB232A2-0B42-4DBF-AC2D-50B32D7285CF}" dt="2024-09-14T11:23:57.202" v="62" actId="1076"/>
          <ac:spMkLst>
            <pc:docMk/>
            <pc:sldMk cId="96607437" sldId="342"/>
            <ac:spMk id="3" creationId="{83929A5B-4351-FE6D-372A-06A618BD7968}"/>
          </ac:spMkLst>
        </pc:spChg>
        <pc:spChg chg="add mod">
          <ac:chgData name="Ms Alina Arshad" userId="cccdfd85-d35d-4453-9c6f-a463aae40722" providerId="ADAL" clId="{0CB232A2-0B42-4DBF-AC2D-50B32D7285CF}" dt="2024-09-14T11:24:08.938" v="67" actId="14100"/>
          <ac:spMkLst>
            <pc:docMk/>
            <pc:sldMk cId="96607437" sldId="342"/>
            <ac:spMk id="5" creationId="{2FCB2354-E8E1-7D4F-9119-EADE938CCBEE}"/>
          </ac:spMkLst>
        </pc:spChg>
      </pc:sldChg>
    </pc:docChg>
  </pc:docChgLst>
  <pc:docChgLst>
    <pc:chgData name="Ms Alina Arshad" userId="cccdfd85-d35d-4453-9c6f-a463aae40722" providerId="ADAL" clId="{5B8A6D22-27A2-4EF9-83C4-9A1491FF93A7}"/>
    <pc:docChg chg="undo custSel addSld delSld modSld">
      <pc:chgData name="Ms Alina Arshad" userId="cccdfd85-d35d-4453-9c6f-a463aae40722" providerId="ADAL" clId="{5B8A6D22-27A2-4EF9-83C4-9A1491FF93A7}" dt="2024-09-16T08:06:46.187" v="660" actId="22"/>
      <pc:docMkLst>
        <pc:docMk/>
      </pc:docMkLst>
      <pc:sldChg chg="addSp delSp modSp mod">
        <pc:chgData name="Ms Alina Arshad" userId="cccdfd85-d35d-4453-9c6f-a463aae40722" providerId="ADAL" clId="{5B8A6D22-27A2-4EF9-83C4-9A1491FF93A7}" dt="2024-09-16T08:06:46.187" v="660" actId="22"/>
        <pc:sldMkLst>
          <pc:docMk/>
          <pc:sldMk cId="3322361034" sldId="256"/>
        </pc:sldMkLst>
        <pc:spChg chg="add del mod">
          <ac:chgData name="Ms Alina Arshad" userId="cccdfd85-d35d-4453-9c6f-a463aae40722" providerId="ADAL" clId="{5B8A6D22-27A2-4EF9-83C4-9A1491FF93A7}" dt="2024-09-16T08:06:46.187" v="660" actId="22"/>
          <ac:spMkLst>
            <pc:docMk/>
            <pc:sldMk cId="3322361034" sldId="256"/>
            <ac:spMk id="6" creationId="{72021E80-E761-54BE-AD10-FD26DBA73B2D}"/>
          </ac:spMkLst>
        </pc:spChg>
      </pc:sldChg>
      <pc:sldChg chg="modSp mod">
        <pc:chgData name="Ms Alina Arshad" userId="cccdfd85-d35d-4453-9c6f-a463aae40722" providerId="ADAL" clId="{5B8A6D22-27A2-4EF9-83C4-9A1491FF93A7}" dt="2024-09-13T05:11:00.601" v="148" actId="1076"/>
        <pc:sldMkLst>
          <pc:docMk/>
          <pc:sldMk cId="90329638" sldId="268"/>
        </pc:sldMkLst>
        <pc:spChg chg="mod">
          <ac:chgData name="Ms Alina Arshad" userId="cccdfd85-d35d-4453-9c6f-a463aae40722" providerId="ADAL" clId="{5B8A6D22-27A2-4EF9-83C4-9A1491FF93A7}" dt="2024-09-13T05:11:00.601" v="148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0:58.274" v="147" actId="1076"/>
          <ac:picMkLst>
            <pc:docMk/>
            <pc:sldMk cId="90329638" sldId="268"/>
            <ac:picMk id="18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0:35.182" v="24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5B8A6D22-27A2-4EF9-83C4-9A1491FF93A7}" dt="2024-09-12T06:49:19.888" v="4" actId="1076"/>
          <ac:spMkLst>
            <pc:docMk/>
            <pc:sldMk cId="2295129282" sldId="269"/>
            <ac:spMk id="19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3.120" v="20" actId="403"/>
          <ac:spMkLst>
            <pc:docMk/>
            <pc:sldMk cId="2295129282" sldId="269"/>
            <ac:spMk id="19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35.182" v="24" actId="1076"/>
          <ac:spMkLst>
            <pc:docMk/>
            <pc:sldMk cId="2295129282" sldId="269"/>
            <ac:spMk id="1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9.260" v="22" actId="1076"/>
          <ac:spMkLst>
            <pc:docMk/>
            <pc:sldMk cId="2295129282" sldId="269"/>
            <ac:spMk id="19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49:25.084" v="7" actId="1076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1:44.971" v="36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5B8A6D22-27A2-4EF9-83C4-9A1491FF93A7}" dt="2024-09-12T06:51:01.318" v="30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04.077" v="31" actId="207"/>
          <ac:spMkLst>
            <pc:docMk/>
            <pc:sldMk cId="2090315159" sldId="270"/>
            <ac:spMk id="2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44.971" v="36" actId="1076"/>
          <ac:spMkLst>
            <pc:docMk/>
            <pc:sldMk cId="2090315159" sldId="270"/>
            <ac:spMk id="2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6:52:07.621" v="4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B8A6D22-27A2-4EF9-83C4-9A1491FF93A7}" dt="2024-09-12T06:51:52.566" v="40" actId="1076"/>
          <ac:spMkLst>
            <pc:docMk/>
            <pc:sldMk cId="3034138166" sldId="271"/>
            <ac:spMk id="20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03.347" v="42" actId="20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07.621" v="4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2:35.218" v="50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5B8A6D22-27A2-4EF9-83C4-9A1491FF93A7}" dt="2024-09-12T06:52:22.609" v="47" actId="207"/>
          <ac:spMkLst>
            <pc:docMk/>
            <pc:sldMk cId="2504047100" sldId="272"/>
            <ac:spMk id="21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30.200" v="49" actId="207"/>
          <ac:spMkLst>
            <pc:docMk/>
            <pc:sldMk cId="2504047100" sldId="272"/>
            <ac:spMk id="2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26.794" v="48" actId="1076"/>
          <ac:picMkLst>
            <pc:docMk/>
            <pc:sldMk cId="2504047100" sldId="272"/>
            <ac:picMk id="21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2:35.218" v="50" actId="1076"/>
          <ac:picMkLst>
            <pc:docMk/>
            <pc:sldMk cId="2504047100" sldId="272"/>
            <ac:picMk id="21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12.755" v="14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5B8A6D22-27A2-4EF9-83C4-9A1491FF93A7}" dt="2024-09-12T06:54:22.495" v="54" actId="1076"/>
          <ac:spMkLst>
            <pc:docMk/>
            <pc:sldMk cId="4283755204" sldId="273"/>
            <ac:spMk id="22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12.755" v="149" actId="1076"/>
          <ac:picMkLst>
            <pc:docMk/>
            <pc:sldMk cId="4283755204" sldId="273"/>
            <ac:picMk id="226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5:15.540" v="59" actId="1076"/>
          <ac:picMkLst>
            <pc:docMk/>
            <pc:sldMk cId="4283755204" sldId="273"/>
            <ac:picMk id="227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20.577" v="150" actId="1076"/>
        <pc:sldMkLst>
          <pc:docMk/>
          <pc:sldMk cId="2935103945" sldId="274"/>
        </pc:sldMkLst>
        <pc:spChg chg="mod">
          <ac:chgData name="Ms Alina Arshad" userId="cccdfd85-d35d-4453-9c6f-a463aae40722" providerId="ADAL" clId="{5B8A6D22-27A2-4EF9-83C4-9A1491FF93A7}" dt="2024-09-12T06:55:27.971" v="63" actId="1076"/>
          <ac:spMkLst>
            <pc:docMk/>
            <pc:sldMk cId="2935103945" sldId="274"/>
            <ac:spMk id="23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38.863" v="64" actId="207"/>
          <ac:spMkLst>
            <pc:docMk/>
            <pc:sldMk cId="2935103945" sldId="274"/>
            <ac:spMk id="2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20.577" v="150" actId="1076"/>
          <ac:picMkLst>
            <pc:docMk/>
            <pc:sldMk cId="2935103945" sldId="274"/>
            <ac:picMk id="23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5:59.781" v="71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B8A6D22-27A2-4EF9-83C4-9A1491FF93A7}" dt="2024-09-12T06:55:57.639" v="70" actId="1076"/>
          <ac:spMkLst>
            <pc:docMk/>
            <pc:sldMk cId="1497646456" sldId="275"/>
            <ac:spMk id="23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59.781" v="71" actId="207"/>
          <ac:spMkLst>
            <pc:docMk/>
            <pc:sldMk cId="1497646456" sldId="275"/>
            <ac:spMk id="24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1:35.304" v="153" actId="113"/>
        <pc:sldMkLst>
          <pc:docMk/>
          <pc:sldMk cId="3993717517" sldId="276"/>
        </pc:sldMkLst>
        <pc:spChg chg="mod">
          <ac:chgData name="Ms Alina Arshad" userId="cccdfd85-d35d-4453-9c6f-a463aae40722" providerId="ADAL" clId="{5B8A6D22-27A2-4EF9-83C4-9A1491FF93A7}" dt="2024-09-12T06:56:16.816" v="74" actId="27636"/>
          <ac:spMkLst>
            <pc:docMk/>
            <pc:sldMk cId="3993717517" sldId="276"/>
            <ac:spMk id="2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1:35.304" v="153" actId="113"/>
          <ac:spMkLst>
            <pc:docMk/>
            <pc:sldMk cId="3993717517" sldId="276"/>
            <ac:spMk id="2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6T03:47:58.286" v="651" actId="20577"/>
        <pc:sldMkLst>
          <pc:docMk/>
          <pc:sldMk cId="0" sldId="277"/>
        </pc:sldMkLst>
        <pc:spChg chg="mod">
          <ac:chgData name="Ms Alina Arshad" userId="cccdfd85-d35d-4453-9c6f-a463aae40722" providerId="ADAL" clId="{5B8A6D22-27A2-4EF9-83C4-9A1491FF93A7}" dt="2024-09-12T06:57:57.575" v="8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7:53.172" v="83" actId="1076"/>
          <ac:spMkLst>
            <pc:docMk/>
            <pc:sldMk cId="0" sldId="277"/>
            <ac:spMk id="255" creationId="{00000000-0000-0000-0000-000000000000}"/>
          </ac:spMkLst>
        </pc:spChg>
        <pc:graphicFrameChg chg="mod modGraphic">
          <ac:chgData name="Ms Alina Arshad" userId="cccdfd85-d35d-4453-9c6f-a463aae40722" providerId="ADAL" clId="{5B8A6D22-27A2-4EF9-83C4-9A1491FF93A7}" dt="2024-09-16T03:47:58.286" v="651" actId="20577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38.473" v="100" actId="1076"/>
        <pc:sldMkLst>
          <pc:docMk/>
          <pc:sldMk cId="2668593764" sldId="278"/>
        </pc:sldMkLst>
        <pc:spChg chg="mod">
          <ac:chgData name="Ms Alina Arshad" userId="cccdfd85-d35d-4453-9c6f-a463aae40722" providerId="ADAL" clId="{5B8A6D22-27A2-4EF9-83C4-9A1491FF93A7}" dt="2024-09-12T06:58:59.110" v="95" actId="1076"/>
          <ac:spMkLst>
            <pc:docMk/>
            <pc:sldMk cId="2668593764" sldId="278"/>
            <ac:spMk id="26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8:57.039" v="94" actId="1076"/>
          <ac:spMkLst>
            <pc:docMk/>
            <pc:sldMk cId="2668593764" sldId="278"/>
            <ac:spMk id="2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9:18.334" v="98" actId="1076"/>
          <ac:spMkLst>
            <pc:docMk/>
            <pc:sldMk cId="2668593764" sldId="278"/>
            <ac:spMk id="263" creationId="{00000000-0000-0000-0000-000000000000}"/>
          </ac:spMkLst>
        </pc:spChg>
        <pc:graphicFrameChg chg="mod">
          <ac:chgData name="Ms Alina Arshad" userId="cccdfd85-d35d-4453-9c6f-a463aae40722" providerId="ADAL" clId="{5B8A6D22-27A2-4EF9-83C4-9A1491FF93A7}" dt="2024-09-12T06:59:08.736" v="96" actId="1076"/>
          <ac:graphicFrameMkLst>
            <pc:docMk/>
            <pc:sldMk cId="2668593764" sldId="278"/>
            <ac:graphicFrameMk id="264" creationId="{00000000-0000-0000-0000-000000000000}"/>
          </ac:graphicFrameMkLst>
        </pc:graphicFrameChg>
        <pc:graphicFrameChg chg="mod">
          <ac:chgData name="Ms Alina Arshad" userId="cccdfd85-d35d-4453-9c6f-a463aae40722" providerId="ADAL" clId="{5B8A6D22-27A2-4EF9-83C4-9A1491FF93A7}" dt="2024-09-12T07:01:38.473" v="100" actId="1076"/>
          <ac:graphicFrameMkLst>
            <pc:docMk/>
            <pc:sldMk cId="2668593764" sldId="278"/>
            <ac:graphicFrameMk id="26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59.359" v="10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5B8A6D22-27A2-4EF9-83C4-9A1491FF93A7}" dt="2024-09-12T07:01:57.063" v="107" actId="1076"/>
          <ac:spMkLst>
            <pc:docMk/>
            <pc:sldMk cId="3605066316" sldId="281"/>
            <ac:spMk id="27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1:59.359" v="108" actId="1076"/>
          <ac:picMkLst>
            <pc:docMk/>
            <pc:sldMk cId="3605066316" sldId="281"/>
            <ac:picMk id="27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13.645" v="113" actId="14100"/>
        <pc:sldMkLst>
          <pc:docMk/>
          <pc:sldMk cId="24697311" sldId="282"/>
        </pc:sldMkLst>
        <pc:spChg chg="mod">
          <ac:chgData name="Ms Alina Arshad" userId="cccdfd85-d35d-4453-9c6f-a463aae40722" providerId="ADAL" clId="{5B8A6D22-27A2-4EF9-83C4-9A1491FF93A7}" dt="2024-09-12T07:02:13.645" v="113" actId="14100"/>
          <ac:spMkLst>
            <pc:docMk/>
            <pc:sldMk cId="24697311" sldId="282"/>
            <ac:spMk id="27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09.818" v="112" actId="1076"/>
          <ac:picMkLst>
            <pc:docMk/>
            <pc:sldMk cId="24697311" sldId="282"/>
            <ac:picMk id="27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32.578" v="122" actId="27636"/>
        <pc:sldMkLst>
          <pc:docMk/>
          <pc:sldMk cId="3289392637" sldId="283"/>
        </pc:sldMkLst>
        <pc:spChg chg="mod">
          <ac:chgData name="Ms Alina Arshad" userId="cccdfd85-d35d-4453-9c6f-a463aae40722" providerId="ADAL" clId="{5B8A6D22-27A2-4EF9-83C4-9A1491FF93A7}" dt="2024-09-12T07:02:32.578" v="122" actId="27636"/>
          <ac:spMkLst>
            <pc:docMk/>
            <pc:sldMk cId="3289392637" sldId="283"/>
            <ac:spMk id="2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28.146" v="120" actId="1076"/>
          <ac:picMkLst>
            <pc:docMk/>
            <pc:sldMk cId="3289392637" sldId="283"/>
            <ac:picMk id="2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13:51.900" v="187" actId="729"/>
        <pc:sldMkLst>
          <pc:docMk/>
          <pc:sldMk cId="800652809" sldId="284"/>
        </pc:sldMkLst>
        <pc:spChg chg="mod">
          <ac:chgData name="Ms Alina Arshad" userId="cccdfd85-d35d-4453-9c6f-a463aae40722" providerId="ADAL" clId="{5B8A6D22-27A2-4EF9-83C4-9A1491FF93A7}" dt="2024-09-12T07:02:45.877" v="129" actId="14100"/>
          <ac:spMkLst>
            <pc:docMk/>
            <pc:sldMk cId="800652809" sldId="284"/>
            <ac:spMk id="29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36.504" v="123" actId="1076"/>
          <ac:picMkLst>
            <pc:docMk/>
            <pc:sldMk cId="800652809" sldId="284"/>
            <ac:picMk id="293" creationId="{00000000-0000-0000-0000-000000000000}"/>
          </ac:picMkLst>
        </pc:picChg>
      </pc:sldChg>
      <pc:sldChg chg="modSp del mod modShow">
        <pc:chgData name="Ms Alina Arshad" userId="cccdfd85-d35d-4453-9c6f-a463aae40722" providerId="ADAL" clId="{5B8A6D22-27A2-4EF9-83C4-9A1491FF93A7}" dt="2024-09-13T05:14:16.175" v="189" actId="47"/>
        <pc:sldMkLst>
          <pc:docMk/>
          <pc:sldMk cId="1402144616" sldId="285"/>
        </pc:sldMkLst>
        <pc:spChg chg="mod">
          <ac:chgData name="Ms Alina Arshad" userId="cccdfd85-d35d-4453-9c6f-a463aae40722" providerId="ADAL" clId="{5B8A6D22-27A2-4EF9-83C4-9A1491FF93A7}" dt="2024-09-12T07:06:10.037" v="136" actId="113"/>
          <ac:spMkLst>
            <pc:docMk/>
            <pc:sldMk cId="1402144616" sldId="285"/>
            <ac:spMk id="29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2:58.581" v="134" actId="14100"/>
          <ac:spMkLst>
            <pc:docMk/>
            <pc:sldMk cId="1402144616" sldId="285"/>
            <ac:spMk id="29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4:33.451" v="203" actId="404"/>
        <pc:sldMkLst>
          <pc:docMk/>
          <pc:sldMk cId="0" sldId="286"/>
        </pc:sldMkLst>
        <pc:spChg chg="mod">
          <ac:chgData name="Ms Alina Arshad" userId="cccdfd85-d35d-4453-9c6f-a463aae40722" providerId="ADAL" clId="{5B8A6D22-27A2-4EF9-83C4-9A1491FF93A7}" dt="2024-09-13T05:14:33.451" v="203" actId="404"/>
          <ac:spMkLst>
            <pc:docMk/>
            <pc:sldMk cId="0" sldId="286"/>
            <ac:spMk id="3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06.008" v="141" actId="14100"/>
          <ac:spMkLst>
            <pc:docMk/>
            <pc:sldMk cId="0" sldId="286"/>
            <ac:spMk id="30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7:09:18.339" v="146" actId="207"/>
        <pc:sldMkLst>
          <pc:docMk/>
          <pc:sldMk cId="3229345964" sldId="287"/>
        </pc:sldMkLst>
        <pc:spChg chg="mod">
          <ac:chgData name="Ms Alina Arshad" userId="cccdfd85-d35d-4453-9c6f-a463aae40722" providerId="ADAL" clId="{5B8A6D22-27A2-4EF9-83C4-9A1491FF93A7}" dt="2024-09-12T07:09:15.575" v="145" actId="1076"/>
          <ac:spMkLst>
            <pc:docMk/>
            <pc:sldMk cId="3229345964" sldId="287"/>
            <ac:spMk id="3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18.339" v="146" actId="207"/>
          <ac:spMkLst>
            <pc:docMk/>
            <pc:sldMk cId="3229345964" sldId="287"/>
            <ac:spMk id="312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15:12.439" v="210" actId="1076"/>
        <pc:sldMkLst>
          <pc:docMk/>
          <pc:sldMk cId="2002870935" sldId="288"/>
        </pc:sldMkLst>
        <pc:spChg chg="mod">
          <ac:chgData name="Ms Alina Arshad" userId="cccdfd85-d35d-4453-9c6f-a463aae40722" providerId="ADAL" clId="{5B8A6D22-27A2-4EF9-83C4-9A1491FF93A7}" dt="2024-09-13T05:15:04.952" v="208" actId="14100"/>
          <ac:spMkLst>
            <pc:docMk/>
            <pc:sldMk cId="2002870935" sldId="288"/>
            <ac:spMk id="3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07.951" v="209" actId="1076"/>
          <ac:picMkLst>
            <pc:docMk/>
            <pc:sldMk cId="2002870935" sldId="288"/>
            <ac:picMk id="320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15:12.439" v="210" actId="1076"/>
          <ac:picMkLst>
            <pc:docMk/>
            <pc:sldMk cId="2002870935" sldId="288"/>
            <ac:picMk id="32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5:39.437" v="223" actId="207"/>
        <pc:sldMkLst>
          <pc:docMk/>
          <pc:sldMk cId="0" sldId="289"/>
        </pc:sldMkLst>
        <pc:spChg chg="mod">
          <ac:chgData name="Ms Alina Arshad" userId="cccdfd85-d35d-4453-9c6f-a463aae40722" providerId="ADAL" clId="{5B8A6D22-27A2-4EF9-83C4-9A1491FF93A7}" dt="2024-09-13T05:15:28.059" v="218" actId="27636"/>
          <ac:spMkLst>
            <pc:docMk/>
            <pc:sldMk cId="0" sldId="289"/>
            <ac:spMk id="32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5:39.437" v="223" actId="207"/>
          <ac:spMkLst>
            <pc:docMk/>
            <pc:sldMk cId="0" sldId="289"/>
            <ac:spMk id="32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6:09.657" v="229" actId="2711"/>
        <pc:sldMkLst>
          <pc:docMk/>
          <pc:sldMk cId="0" sldId="290"/>
        </pc:sldMkLst>
        <pc:spChg chg="mod">
          <ac:chgData name="Ms Alina Arshad" userId="cccdfd85-d35d-4453-9c6f-a463aae40722" providerId="ADAL" clId="{5B8A6D22-27A2-4EF9-83C4-9A1491FF93A7}" dt="2024-09-13T05:16:09.657" v="229" actId="2711"/>
          <ac:spMkLst>
            <pc:docMk/>
            <pc:sldMk cId="0" sldId="290"/>
            <ac:spMk id="3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48.330" v="225" actId="14100"/>
          <ac:picMkLst>
            <pc:docMk/>
            <pc:sldMk cId="0" sldId="290"/>
            <ac:picMk id="33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6:46.897" v="250" actId="1076"/>
        <pc:sldMkLst>
          <pc:docMk/>
          <pc:sldMk cId="0" sldId="291"/>
        </pc:sldMkLst>
        <pc:spChg chg="mod">
          <ac:chgData name="Ms Alina Arshad" userId="cccdfd85-d35d-4453-9c6f-a463aae40722" providerId="ADAL" clId="{5B8A6D22-27A2-4EF9-83C4-9A1491FF93A7}" dt="2024-09-13T05:16:41.828" v="247" actId="27636"/>
          <ac:spMkLst>
            <pc:docMk/>
            <pc:sldMk cId="0" sldId="291"/>
            <ac:spMk id="33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6:46.897" v="250" actId="1076"/>
          <ac:picMkLst>
            <pc:docMk/>
            <pc:sldMk cId="0" sldId="291"/>
            <ac:picMk id="3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7:13.587" v="259" actId="2711"/>
        <pc:sldMkLst>
          <pc:docMk/>
          <pc:sldMk cId="0" sldId="292"/>
        </pc:sldMkLst>
        <pc:spChg chg="mod">
          <ac:chgData name="Ms Alina Arshad" userId="cccdfd85-d35d-4453-9c6f-a463aae40722" providerId="ADAL" clId="{5B8A6D22-27A2-4EF9-83C4-9A1491FF93A7}" dt="2024-09-13T05:16:56.754" v="253" actId="14100"/>
          <ac:spMkLst>
            <pc:docMk/>
            <pc:sldMk cId="0" sldId="292"/>
            <ac:spMk id="34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7:13.587" v="259" actId="2711"/>
          <ac:spMkLst>
            <pc:docMk/>
            <pc:sldMk cId="0" sldId="292"/>
            <ac:spMk id="34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7:54.481" v="276" actId="1076"/>
        <pc:sldMkLst>
          <pc:docMk/>
          <pc:sldMk cId="0" sldId="293"/>
        </pc:sldMkLst>
        <pc:spChg chg="mod">
          <ac:chgData name="Ms Alina Arshad" userId="cccdfd85-d35d-4453-9c6f-a463aae40722" providerId="ADAL" clId="{5B8A6D22-27A2-4EF9-83C4-9A1491FF93A7}" dt="2024-09-13T05:17:54.481" v="276" actId="1076"/>
          <ac:spMkLst>
            <pc:docMk/>
            <pc:sldMk cId="0" sldId="293"/>
            <ac:spMk id="35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7:40.969" v="270" actId="1076"/>
          <ac:picMkLst>
            <pc:docMk/>
            <pc:sldMk cId="0" sldId="293"/>
            <ac:picMk id="35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8:16.246" v="287" actId="20577"/>
        <pc:sldMkLst>
          <pc:docMk/>
          <pc:sldMk cId="0" sldId="294"/>
        </pc:sldMkLst>
        <pc:spChg chg="mod">
          <ac:chgData name="Ms Alina Arshad" userId="cccdfd85-d35d-4453-9c6f-a463aae40722" providerId="ADAL" clId="{5B8A6D22-27A2-4EF9-83C4-9A1491FF93A7}" dt="2024-09-13T05:18:16.246" v="287" actId="20577"/>
          <ac:spMkLst>
            <pc:docMk/>
            <pc:sldMk cId="0" sldId="294"/>
            <ac:spMk id="356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8:03.026" v="279" actId="1076"/>
          <ac:picMkLst>
            <pc:docMk/>
            <pc:sldMk cId="0" sldId="294"/>
            <ac:picMk id="357" creationId="{00000000-0000-0000-0000-000000000000}"/>
          </ac:picMkLst>
        </pc:picChg>
      </pc:sldChg>
      <pc:sldChg chg="delSp modSp mod">
        <pc:chgData name="Ms Alina Arshad" userId="cccdfd85-d35d-4453-9c6f-a463aae40722" providerId="ADAL" clId="{5B8A6D22-27A2-4EF9-83C4-9A1491FF93A7}" dt="2024-09-13T05:18:42.445" v="299" actId="1076"/>
        <pc:sldMkLst>
          <pc:docMk/>
          <pc:sldMk cId="0" sldId="295"/>
        </pc:sldMkLst>
        <pc:spChg chg="del">
          <ac:chgData name="Ms Alina Arshad" userId="cccdfd85-d35d-4453-9c6f-a463aae40722" providerId="ADAL" clId="{5B8A6D22-27A2-4EF9-83C4-9A1491FF93A7}" dt="2024-09-13T05:18:23.414" v="288" actId="478"/>
          <ac:spMkLst>
            <pc:docMk/>
            <pc:sldMk cId="0" sldId="295"/>
            <ac:spMk id="3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42.445" v="299" actId="1076"/>
          <ac:spMkLst>
            <pc:docMk/>
            <pc:sldMk cId="0" sldId="295"/>
            <ac:spMk id="36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8:53.107" v="303" actId="207"/>
        <pc:sldMkLst>
          <pc:docMk/>
          <pc:sldMk cId="0" sldId="296"/>
        </pc:sldMkLst>
        <pc:spChg chg="mod">
          <ac:chgData name="Ms Alina Arshad" userId="cccdfd85-d35d-4453-9c6f-a463aae40722" providerId="ADAL" clId="{5B8A6D22-27A2-4EF9-83C4-9A1491FF93A7}" dt="2024-09-13T05:18:50.848" v="302" actId="113"/>
          <ac:spMkLst>
            <pc:docMk/>
            <pc:sldMk cId="0" sldId="296"/>
            <ac:spMk id="36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53.107" v="303" actId="207"/>
          <ac:spMkLst>
            <pc:docMk/>
            <pc:sldMk cId="0" sldId="296"/>
            <ac:spMk id="36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9:03.816" v="308" actId="207"/>
        <pc:sldMkLst>
          <pc:docMk/>
          <pc:sldMk cId="0" sldId="297"/>
        </pc:sldMkLst>
        <pc:spChg chg="mod">
          <ac:chgData name="Ms Alina Arshad" userId="cccdfd85-d35d-4453-9c6f-a463aae40722" providerId="ADAL" clId="{5B8A6D22-27A2-4EF9-83C4-9A1491FF93A7}" dt="2024-09-13T05:19:00.926" v="307" actId="27636"/>
          <ac:spMkLst>
            <pc:docMk/>
            <pc:sldMk cId="0" sldId="297"/>
            <ac:spMk id="37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9:03.816" v="308" actId="207"/>
          <ac:spMkLst>
            <pc:docMk/>
            <pc:sldMk cId="0" sldId="297"/>
            <ac:spMk id="37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1:57.672" v="332" actId="403"/>
        <pc:sldMkLst>
          <pc:docMk/>
          <pc:sldMk cId="0" sldId="298"/>
        </pc:sldMkLst>
        <pc:spChg chg="mod">
          <ac:chgData name="Ms Alina Arshad" userId="cccdfd85-d35d-4453-9c6f-a463aae40722" providerId="ADAL" clId="{5B8A6D22-27A2-4EF9-83C4-9A1491FF93A7}" dt="2024-09-13T05:21:57.672" v="332" actId="403"/>
          <ac:spMkLst>
            <pc:docMk/>
            <pc:sldMk cId="0" sldId="298"/>
            <ac:spMk id="38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0:54.546" v="311" actId="1076"/>
          <ac:picMkLst>
            <pc:docMk/>
            <pc:sldMk cId="0" sldId="298"/>
            <ac:picMk id="38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21.505" v="342" actId="1076"/>
        <pc:sldMkLst>
          <pc:docMk/>
          <pc:sldMk cId="0" sldId="299"/>
        </pc:sldMkLst>
        <pc:spChg chg="mod">
          <ac:chgData name="Ms Alina Arshad" userId="cccdfd85-d35d-4453-9c6f-a463aae40722" providerId="ADAL" clId="{5B8A6D22-27A2-4EF9-83C4-9A1491FF93A7}" dt="2024-09-13T05:22:21.505" v="342" actId="1076"/>
          <ac:spMkLst>
            <pc:docMk/>
            <pc:sldMk cId="0" sldId="299"/>
            <ac:spMk id="38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18.844" v="341" actId="1076"/>
          <ac:picMkLst>
            <pc:docMk/>
            <pc:sldMk cId="0" sldId="299"/>
            <ac:picMk id="38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54.631" v="358" actId="27636"/>
        <pc:sldMkLst>
          <pc:docMk/>
          <pc:sldMk cId="0" sldId="300"/>
        </pc:sldMkLst>
        <pc:spChg chg="mod">
          <ac:chgData name="Ms Alina Arshad" userId="cccdfd85-d35d-4453-9c6f-a463aae40722" providerId="ADAL" clId="{5B8A6D22-27A2-4EF9-83C4-9A1491FF93A7}" dt="2024-09-13T05:22:54.631" v="358" actId="27636"/>
          <ac:spMkLst>
            <pc:docMk/>
            <pc:sldMk cId="0" sldId="300"/>
            <ac:spMk id="394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29.858" v="345" actId="1076"/>
          <ac:picMkLst>
            <pc:docMk/>
            <pc:sldMk cId="0" sldId="300"/>
            <ac:picMk id="395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3:03.847" v="361" actId="14100"/>
        <pc:sldMkLst>
          <pc:docMk/>
          <pc:sldMk cId="0" sldId="301"/>
        </pc:sldMkLst>
        <pc:spChg chg="mod">
          <ac:chgData name="Ms Alina Arshad" userId="cccdfd85-d35d-4453-9c6f-a463aae40722" providerId="ADAL" clId="{5B8A6D22-27A2-4EF9-83C4-9A1491FF93A7}" dt="2024-09-13T05:23:03.847" v="361" actId="14100"/>
          <ac:spMkLst>
            <pc:docMk/>
            <pc:sldMk cId="0" sldId="301"/>
            <ac:spMk id="40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17.341" v="364" actId="207"/>
        <pc:sldMkLst>
          <pc:docMk/>
          <pc:sldMk cId="0" sldId="302"/>
        </pc:sldMkLst>
        <pc:spChg chg="mod">
          <ac:chgData name="Ms Alina Arshad" userId="cccdfd85-d35d-4453-9c6f-a463aae40722" providerId="ADAL" clId="{5B8A6D22-27A2-4EF9-83C4-9A1491FF93A7}" dt="2024-09-13T05:23:13.439" v="363" actId="27636"/>
          <ac:spMkLst>
            <pc:docMk/>
            <pc:sldMk cId="0" sldId="302"/>
            <ac:spMk id="4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3:17.341" v="364" actId="207"/>
          <ac:spMkLst>
            <pc:docMk/>
            <pc:sldMk cId="0" sldId="302"/>
            <ac:spMk id="4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42.147" v="370" actId="14100"/>
        <pc:sldMkLst>
          <pc:docMk/>
          <pc:sldMk cId="0" sldId="303"/>
        </pc:sldMkLst>
        <pc:spChg chg="mod">
          <ac:chgData name="Ms Alina Arshad" userId="cccdfd85-d35d-4453-9c6f-a463aae40722" providerId="ADAL" clId="{5B8A6D22-27A2-4EF9-83C4-9A1491FF93A7}" dt="2024-09-13T05:23:42.147" v="370" actId="14100"/>
          <ac:spMkLst>
            <pc:docMk/>
            <pc:sldMk cId="0" sldId="303"/>
            <ac:spMk id="41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3:34.127" v="369" actId="14100"/>
          <ac:picMkLst>
            <pc:docMk/>
            <pc:sldMk cId="0" sldId="303"/>
            <ac:picMk id="4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05.710" v="378" actId="1076"/>
        <pc:sldMkLst>
          <pc:docMk/>
          <pc:sldMk cId="0" sldId="304"/>
        </pc:sldMkLst>
        <pc:spChg chg="mod">
          <ac:chgData name="Ms Alina Arshad" userId="cccdfd85-d35d-4453-9c6f-a463aae40722" providerId="ADAL" clId="{5B8A6D22-27A2-4EF9-83C4-9A1491FF93A7}" dt="2024-09-13T05:24:02.244" v="377" actId="113"/>
          <ac:spMkLst>
            <pc:docMk/>
            <pc:sldMk cId="0" sldId="304"/>
            <ac:spMk id="42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4:05.710" v="378" actId="1076"/>
          <ac:picMkLst>
            <pc:docMk/>
            <pc:sldMk cId="0" sldId="304"/>
            <ac:picMk id="42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24.465" v="385" actId="207"/>
        <pc:sldMkLst>
          <pc:docMk/>
          <pc:sldMk cId="0" sldId="305"/>
        </pc:sldMkLst>
        <pc:spChg chg="mod">
          <ac:chgData name="Ms Alina Arshad" userId="cccdfd85-d35d-4453-9c6f-a463aae40722" providerId="ADAL" clId="{5B8A6D22-27A2-4EF9-83C4-9A1491FF93A7}" dt="2024-09-13T05:24:15.183" v="382" actId="27636"/>
          <ac:spMkLst>
            <pc:docMk/>
            <pc:sldMk cId="0" sldId="305"/>
            <ac:spMk id="43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4:24.465" v="385" actId="207"/>
          <ac:spMkLst>
            <pc:docMk/>
            <pc:sldMk cId="0" sldId="305"/>
            <ac:spMk id="43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6:26.766" v="399" actId="207"/>
        <pc:sldMkLst>
          <pc:docMk/>
          <pc:sldMk cId="0" sldId="306"/>
        </pc:sldMkLst>
        <pc:spChg chg="mod">
          <ac:chgData name="Ms Alina Arshad" userId="cccdfd85-d35d-4453-9c6f-a463aae40722" providerId="ADAL" clId="{5B8A6D22-27A2-4EF9-83C4-9A1491FF93A7}" dt="2024-09-13T05:26:12.122" v="395" actId="1076"/>
          <ac:spMkLst>
            <pc:docMk/>
            <pc:sldMk cId="0" sldId="306"/>
            <ac:spMk id="43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26.766" v="399" actId="207"/>
          <ac:spMkLst>
            <pc:docMk/>
            <pc:sldMk cId="0" sldId="306"/>
            <ac:spMk id="44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6:13.794" v="396" actId="1076"/>
          <ac:picMkLst>
            <pc:docMk/>
            <pc:sldMk cId="0" sldId="306"/>
            <ac:picMk id="43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6:16.730" v="397" actId="1076"/>
          <ac:picMkLst>
            <pc:docMk/>
            <pc:sldMk cId="0" sldId="306"/>
            <ac:picMk id="4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6:48.837" v="404" actId="113"/>
        <pc:sldMkLst>
          <pc:docMk/>
          <pc:sldMk cId="0" sldId="307"/>
        </pc:sldMkLst>
        <pc:spChg chg="mod">
          <ac:chgData name="Ms Alina Arshad" userId="cccdfd85-d35d-4453-9c6f-a463aae40722" providerId="ADAL" clId="{5B8A6D22-27A2-4EF9-83C4-9A1491FF93A7}" dt="2024-09-13T05:26:40.090" v="402" actId="14100"/>
          <ac:spMkLst>
            <pc:docMk/>
            <pc:sldMk cId="0" sldId="307"/>
            <ac:spMk id="4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48.837" v="404" actId="113"/>
          <ac:spMkLst>
            <pc:docMk/>
            <pc:sldMk cId="0" sldId="307"/>
            <ac:spMk id="4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7:33.515" v="420" actId="1076"/>
        <pc:sldMkLst>
          <pc:docMk/>
          <pc:sldMk cId="0" sldId="308"/>
        </pc:sldMkLst>
        <pc:spChg chg="mod">
          <ac:chgData name="Ms Alina Arshad" userId="cccdfd85-d35d-4453-9c6f-a463aae40722" providerId="ADAL" clId="{5B8A6D22-27A2-4EF9-83C4-9A1491FF93A7}" dt="2024-09-13T05:26:59.642" v="408" actId="14100"/>
          <ac:spMkLst>
            <pc:docMk/>
            <pc:sldMk cId="0" sldId="308"/>
            <ac:spMk id="4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7:33.515" v="420" actId="1076"/>
          <ac:spMkLst>
            <pc:docMk/>
            <pc:sldMk cId="0" sldId="308"/>
            <ac:spMk id="45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05.875" v="411" actId="1076"/>
          <ac:picMkLst>
            <pc:docMk/>
            <pc:sldMk cId="0" sldId="308"/>
            <ac:picMk id="454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30.375" v="419" actId="1076"/>
          <ac:picMkLst>
            <pc:docMk/>
            <pc:sldMk cId="0" sldId="308"/>
            <ac:picMk id="45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04.912" v="434" actId="1076"/>
        <pc:sldMkLst>
          <pc:docMk/>
          <pc:sldMk cId="0" sldId="309"/>
        </pc:sldMkLst>
        <pc:spChg chg="mod">
          <ac:chgData name="Ms Alina Arshad" userId="cccdfd85-d35d-4453-9c6f-a463aae40722" providerId="ADAL" clId="{5B8A6D22-27A2-4EF9-83C4-9A1491FF93A7}" dt="2024-09-13T05:27:48.996" v="426" actId="1076"/>
          <ac:spMkLst>
            <pc:docMk/>
            <pc:sldMk cId="0" sldId="309"/>
            <ac:spMk id="4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04.912" v="434" actId="1076"/>
          <ac:spMkLst>
            <pc:docMk/>
            <pc:sldMk cId="0" sldId="309"/>
            <ac:spMk id="46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53.686" v="429" actId="1076"/>
          <ac:picMkLst>
            <pc:docMk/>
            <pc:sldMk cId="0" sldId="309"/>
            <ac:picMk id="463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45.262" v="424" actId="1076"/>
          <ac:picMkLst>
            <pc:docMk/>
            <pc:sldMk cId="0" sldId="309"/>
            <ac:picMk id="46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19.789" v="438" actId="207"/>
        <pc:sldMkLst>
          <pc:docMk/>
          <pc:sldMk cId="0" sldId="310"/>
        </pc:sldMkLst>
        <pc:spChg chg="mod">
          <ac:chgData name="Ms Alina Arshad" userId="cccdfd85-d35d-4453-9c6f-a463aae40722" providerId="ADAL" clId="{5B8A6D22-27A2-4EF9-83C4-9A1491FF93A7}" dt="2024-09-13T05:28:16.258" v="437" actId="14100"/>
          <ac:spMkLst>
            <pc:docMk/>
            <pc:sldMk cId="0" sldId="310"/>
            <ac:spMk id="47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19.789" v="438" actId="207"/>
          <ac:spMkLst>
            <pc:docMk/>
            <pc:sldMk cId="0" sldId="310"/>
            <ac:spMk id="47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8:49.849" v="450" actId="1076"/>
        <pc:sldMkLst>
          <pc:docMk/>
          <pc:sldMk cId="0" sldId="311"/>
        </pc:sldMkLst>
        <pc:spChg chg="mod">
          <ac:chgData name="Ms Alina Arshad" userId="cccdfd85-d35d-4453-9c6f-a463aae40722" providerId="ADAL" clId="{5B8A6D22-27A2-4EF9-83C4-9A1491FF93A7}" dt="2024-09-13T05:28:33.913" v="445" actId="1076"/>
          <ac:spMkLst>
            <pc:docMk/>
            <pc:sldMk cId="0" sldId="311"/>
            <ac:spMk id="47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49.849" v="450" actId="1076"/>
          <ac:spMkLst>
            <pc:docMk/>
            <pc:sldMk cId="0" sldId="311"/>
            <ac:spMk id="479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8:36.417" v="446" actId="1076"/>
          <ac:picMkLst>
            <pc:docMk/>
            <pc:sldMk cId="0" sldId="311"/>
            <ac:picMk id="47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5:27.078" v="463" actId="1076"/>
        <pc:sldMkLst>
          <pc:docMk/>
          <pc:sldMk cId="0" sldId="312"/>
        </pc:sldMkLst>
        <pc:spChg chg="mod">
          <ac:chgData name="Ms Alina Arshad" userId="cccdfd85-d35d-4453-9c6f-a463aae40722" providerId="ADAL" clId="{5B8A6D22-27A2-4EF9-83C4-9A1491FF93A7}" dt="2024-09-13T05:35:11.835" v="455" actId="1076"/>
          <ac:spMkLst>
            <pc:docMk/>
            <pc:sldMk cId="0" sldId="312"/>
            <ac:spMk id="48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25.126" v="461" actId="1076"/>
          <ac:spMkLst>
            <pc:docMk/>
            <pc:sldMk cId="0" sldId="312"/>
            <ac:spMk id="48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5:27.078" v="463" actId="1076"/>
          <ac:picMkLst>
            <pc:docMk/>
            <pc:sldMk cId="0" sldId="312"/>
            <ac:picMk id="4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35:54.938" v="473" actId="729"/>
        <pc:sldMkLst>
          <pc:docMk/>
          <pc:sldMk cId="0" sldId="313"/>
        </pc:sldMkLst>
        <pc:spChg chg="mod">
          <ac:chgData name="Ms Alina Arshad" userId="cccdfd85-d35d-4453-9c6f-a463aae40722" providerId="ADAL" clId="{5B8A6D22-27A2-4EF9-83C4-9A1491FF93A7}" dt="2024-09-13T05:35:36.295" v="467" actId="1076"/>
          <ac:spMkLst>
            <pc:docMk/>
            <pc:sldMk cId="0" sldId="313"/>
            <ac:spMk id="4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48.088" v="472" actId="207"/>
          <ac:spMkLst>
            <pc:docMk/>
            <pc:sldMk cId="0" sldId="313"/>
            <ac:spMk id="495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38:01.383" v="486" actId="404"/>
        <pc:sldMkLst>
          <pc:docMk/>
          <pc:sldMk cId="0" sldId="314"/>
        </pc:sldMkLst>
        <pc:spChg chg="mod">
          <ac:chgData name="Ms Alina Arshad" userId="cccdfd85-d35d-4453-9c6f-a463aae40722" providerId="ADAL" clId="{5B8A6D22-27A2-4EF9-83C4-9A1491FF93A7}" dt="2024-09-13T05:37:57.275" v="485" actId="1076"/>
          <ac:spMkLst>
            <pc:docMk/>
            <pc:sldMk cId="0" sldId="314"/>
            <ac:spMk id="5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01.383" v="486" actId="404"/>
          <ac:spMkLst>
            <pc:docMk/>
            <pc:sldMk cId="0" sldId="314"/>
            <ac:spMk id="5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7:38.579" v="481" actId="1076"/>
          <ac:spMkLst>
            <pc:docMk/>
            <pc:sldMk cId="0" sldId="314"/>
            <ac:spMk id="50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6:08.662" v="476" actId="1076"/>
          <ac:picMkLst>
            <pc:docMk/>
            <pc:sldMk cId="0" sldId="314"/>
            <ac:picMk id="50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14.801" v="492" actId="207"/>
        <pc:sldMkLst>
          <pc:docMk/>
          <pc:sldMk cId="0" sldId="315"/>
        </pc:sldMkLst>
        <pc:spChg chg="mod">
          <ac:chgData name="Ms Alina Arshad" userId="cccdfd85-d35d-4453-9c6f-a463aae40722" providerId="ADAL" clId="{5B8A6D22-27A2-4EF9-83C4-9A1491FF93A7}" dt="2024-09-13T05:38:11.662" v="489" actId="14100"/>
          <ac:spMkLst>
            <pc:docMk/>
            <pc:sldMk cId="0" sldId="315"/>
            <ac:spMk id="5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14.801" v="492" actId="207"/>
          <ac:spMkLst>
            <pc:docMk/>
            <pc:sldMk cId="0" sldId="315"/>
            <ac:spMk id="512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26.127" v="495" actId="207"/>
        <pc:sldMkLst>
          <pc:docMk/>
          <pc:sldMk cId="0" sldId="316"/>
        </pc:sldMkLst>
        <pc:spChg chg="mod">
          <ac:chgData name="Ms Alina Arshad" userId="cccdfd85-d35d-4453-9c6f-a463aae40722" providerId="ADAL" clId="{5B8A6D22-27A2-4EF9-83C4-9A1491FF93A7}" dt="2024-09-13T05:38:23.783" v="494" actId="1076"/>
          <ac:spMkLst>
            <pc:docMk/>
            <pc:sldMk cId="0" sldId="316"/>
            <ac:spMk id="51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26.127" v="495" actId="207"/>
          <ac:spMkLst>
            <pc:docMk/>
            <pc:sldMk cId="0" sldId="316"/>
            <ac:spMk id="51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44.712" v="503" actId="1076"/>
        <pc:sldMkLst>
          <pc:docMk/>
          <pc:sldMk cId="0" sldId="317"/>
        </pc:sldMkLst>
        <pc:spChg chg="mod">
          <ac:chgData name="Ms Alina Arshad" userId="cccdfd85-d35d-4453-9c6f-a463aae40722" providerId="ADAL" clId="{5B8A6D22-27A2-4EF9-83C4-9A1491FF93A7}" dt="2024-09-13T05:38:34.026" v="497" actId="14100"/>
          <ac:spMkLst>
            <pc:docMk/>
            <pc:sldMk cId="0" sldId="317"/>
            <ac:spMk id="52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39.716" v="500" actId="1076"/>
          <ac:spMkLst>
            <pc:docMk/>
            <pc:sldMk cId="0" sldId="317"/>
            <ac:spMk id="52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8:44.712" v="503" actId="1076"/>
          <ac:picMkLst>
            <pc:docMk/>
            <pc:sldMk cId="0" sldId="317"/>
            <ac:picMk id="52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56.740" v="507" actId="207"/>
        <pc:sldMkLst>
          <pc:docMk/>
          <pc:sldMk cId="0" sldId="318"/>
        </pc:sldMkLst>
        <pc:spChg chg="mod">
          <ac:chgData name="Ms Alina Arshad" userId="cccdfd85-d35d-4453-9c6f-a463aae40722" providerId="ADAL" clId="{5B8A6D22-27A2-4EF9-83C4-9A1491FF93A7}" dt="2024-09-13T05:38:54.256" v="506" actId="14100"/>
          <ac:spMkLst>
            <pc:docMk/>
            <pc:sldMk cId="0" sldId="318"/>
            <ac:spMk id="53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56.740" v="507" actId="207"/>
          <ac:spMkLst>
            <pc:docMk/>
            <pc:sldMk cId="0" sldId="318"/>
            <ac:spMk id="53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36.508" v="519" actId="207"/>
        <pc:sldMkLst>
          <pc:docMk/>
          <pc:sldMk cId="0" sldId="319"/>
        </pc:sldMkLst>
        <pc:spChg chg="mod">
          <ac:chgData name="Ms Alina Arshad" userId="cccdfd85-d35d-4453-9c6f-a463aae40722" providerId="ADAL" clId="{5B8A6D22-27A2-4EF9-83C4-9A1491FF93A7}" dt="2024-09-13T05:39:08.797" v="511" actId="1076"/>
          <ac:spMkLst>
            <pc:docMk/>
            <pc:sldMk cId="0" sldId="319"/>
            <ac:spMk id="54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36.508" v="519" actId="207"/>
          <ac:spMkLst>
            <pc:docMk/>
            <pc:sldMk cId="0" sldId="319"/>
            <ac:spMk id="54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43.101" v="521" actId="207"/>
        <pc:sldMkLst>
          <pc:docMk/>
          <pc:sldMk cId="0" sldId="320"/>
        </pc:sldMkLst>
        <pc:spChg chg="mod">
          <ac:chgData name="Ms Alina Arshad" userId="cccdfd85-d35d-4453-9c6f-a463aae40722" providerId="ADAL" clId="{5B8A6D22-27A2-4EF9-83C4-9A1491FF93A7}" dt="2024-09-13T05:39:40.086" v="520" actId="207"/>
          <ac:spMkLst>
            <pc:docMk/>
            <pc:sldMk cId="0" sldId="320"/>
            <ac:spMk id="5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43.101" v="521" actId="207"/>
          <ac:spMkLst>
            <pc:docMk/>
            <pc:sldMk cId="0" sldId="320"/>
            <ac:spMk id="5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03.137" v="526" actId="207"/>
        <pc:sldMkLst>
          <pc:docMk/>
          <pc:sldMk cId="0" sldId="321"/>
        </pc:sldMkLst>
        <pc:spChg chg="mod">
          <ac:chgData name="Ms Alina Arshad" userId="cccdfd85-d35d-4453-9c6f-a463aae40722" providerId="ADAL" clId="{5B8A6D22-27A2-4EF9-83C4-9A1491FF93A7}" dt="2024-09-13T05:39:51.130" v="523" actId="14100"/>
          <ac:spMkLst>
            <pc:docMk/>
            <pc:sldMk cId="0" sldId="321"/>
            <ac:spMk id="55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58.675" v="525" actId="2711"/>
          <ac:spMkLst>
            <pc:docMk/>
            <pc:sldMk cId="0" sldId="321"/>
            <ac:spMk id="5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03.137" v="526" actId="207"/>
          <ac:spMkLst>
            <pc:docMk/>
            <pc:sldMk cId="0" sldId="321"/>
            <ac:spMk id="5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17.744" v="534" actId="20577"/>
        <pc:sldMkLst>
          <pc:docMk/>
          <pc:sldMk cId="0" sldId="322"/>
        </pc:sldMkLst>
        <pc:spChg chg="mod">
          <ac:chgData name="Ms Alina Arshad" userId="cccdfd85-d35d-4453-9c6f-a463aae40722" providerId="ADAL" clId="{5B8A6D22-27A2-4EF9-83C4-9A1491FF93A7}" dt="2024-09-13T05:40:10.948" v="529" actId="27636"/>
          <ac:spMkLst>
            <pc:docMk/>
            <pc:sldMk cId="0" sldId="322"/>
            <ac:spMk id="5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17.744" v="534" actId="20577"/>
          <ac:spMkLst>
            <pc:docMk/>
            <pc:sldMk cId="0" sldId="322"/>
            <ac:spMk id="56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09.017" v="547" actId="14100"/>
        <pc:sldMkLst>
          <pc:docMk/>
          <pc:sldMk cId="0" sldId="323"/>
        </pc:sldMkLst>
        <pc:spChg chg="mod">
          <ac:chgData name="Ms Alina Arshad" userId="cccdfd85-d35d-4453-9c6f-a463aae40722" providerId="ADAL" clId="{5B8A6D22-27A2-4EF9-83C4-9A1491FF93A7}" dt="2024-09-13T05:40:50.376" v="538" actId="207"/>
          <ac:spMkLst>
            <pc:docMk/>
            <pc:sldMk cId="0" sldId="323"/>
            <ac:spMk id="56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09.017" v="547" actId="14100"/>
          <ac:spMkLst>
            <pc:docMk/>
            <pc:sldMk cId="0" sldId="323"/>
            <ac:spMk id="57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47.797" v="554" actId="207"/>
        <pc:sldMkLst>
          <pc:docMk/>
          <pc:sldMk cId="0" sldId="324"/>
        </pc:sldMkLst>
        <pc:spChg chg="mod">
          <ac:chgData name="Ms Alina Arshad" userId="cccdfd85-d35d-4453-9c6f-a463aae40722" providerId="ADAL" clId="{5B8A6D22-27A2-4EF9-83C4-9A1491FF93A7}" dt="2024-09-13T05:41:29.887" v="551" actId="207"/>
          <ac:spMkLst>
            <pc:docMk/>
            <pc:sldMk cId="0" sldId="324"/>
            <ac:spMk id="57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47.797" v="554" actId="207"/>
          <ac:spMkLst>
            <pc:docMk/>
            <pc:sldMk cId="0" sldId="324"/>
            <ac:spMk id="57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2:40.229" v="567" actId="207"/>
        <pc:sldMkLst>
          <pc:docMk/>
          <pc:sldMk cId="0" sldId="325"/>
        </pc:sldMkLst>
        <pc:spChg chg="mod">
          <ac:chgData name="Ms Alina Arshad" userId="cccdfd85-d35d-4453-9c6f-a463aae40722" providerId="ADAL" clId="{5B8A6D22-27A2-4EF9-83C4-9A1491FF93A7}" dt="2024-09-13T05:42:36.755" v="566" actId="1076"/>
          <ac:spMkLst>
            <pc:docMk/>
            <pc:sldMk cId="0" sldId="325"/>
            <ac:spMk id="58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2:40.229" v="567" actId="207"/>
          <ac:spMkLst>
            <pc:docMk/>
            <pc:sldMk cId="0" sldId="325"/>
            <ac:spMk id="58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4:13.537" v="571" actId="207"/>
        <pc:sldMkLst>
          <pc:docMk/>
          <pc:sldMk cId="0" sldId="326"/>
        </pc:sldMkLst>
        <pc:spChg chg="mod">
          <ac:chgData name="Ms Alina Arshad" userId="cccdfd85-d35d-4453-9c6f-a463aae40722" providerId="ADAL" clId="{5B8A6D22-27A2-4EF9-83C4-9A1491FF93A7}" dt="2024-09-13T06:34:10.053" v="570" actId="1076"/>
          <ac:spMkLst>
            <pc:docMk/>
            <pc:sldMk cId="0" sldId="326"/>
            <ac:spMk id="58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13.537" v="571" actId="207"/>
          <ac:spMkLst>
            <pc:docMk/>
            <pc:sldMk cId="0" sldId="326"/>
            <ac:spMk id="59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5:12.054" v="588" actId="14100"/>
        <pc:sldMkLst>
          <pc:docMk/>
          <pc:sldMk cId="0" sldId="327"/>
        </pc:sldMkLst>
        <pc:spChg chg="mod">
          <ac:chgData name="Ms Alina Arshad" userId="cccdfd85-d35d-4453-9c6f-a463aae40722" providerId="ADAL" clId="{5B8A6D22-27A2-4EF9-83C4-9A1491FF93A7}" dt="2024-09-13T06:34:22.582" v="573" actId="14100"/>
          <ac:spMkLst>
            <pc:docMk/>
            <pc:sldMk cId="0" sldId="327"/>
            <ac:spMk id="59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34.922" v="577" actId="207"/>
          <ac:spMkLst>
            <pc:docMk/>
            <pc:sldMk cId="0" sldId="327"/>
            <ac:spMk id="59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5:12.054" v="588" actId="14100"/>
          <ac:spMkLst>
            <pc:docMk/>
            <pc:sldMk cId="0" sldId="327"/>
            <ac:spMk id="59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6:37.576" v="592" actId="207"/>
        <pc:sldMkLst>
          <pc:docMk/>
          <pc:sldMk cId="0" sldId="328"/>
        </pc:sldMkLst>
        <pc:spChg chg="mod">
          <ac:chgData name="Ms Alina Arshad" userId="cccdfd85-d35d-4453-9c6f-a463aae40722" providerId="ADAL" clId="{5B8A6D22-27A2-4EF9-83C4-9A1491FF93A7}" dt="2024-09-13T06:36:23.412" v="591" actId="14100"/>
          <ac:spMkLst>
            <pc:docMk/>
            <pc:sldMk cId="0" sldId="328"/>
            <ac:spMk id="6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6:37.576" v="592" actId="207"/>
          <ac:spMkLst>
            <pc:docMk/>
            <pc:sldMk cId="0" sldId="328"/>
            <ac:spMk id="6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46.588" v="597" actId="207"/>
        <pc:sldMkLst>
          <pc:docMk/>
          <pc:sldMk cId="0" sldId="329"/>
        </pc:sldMkLst>
        <pc:spChg chg="mod">
          <ac:chgData name="Ms Alina Arshad" userId="cccdfd85-d35d-4453-9c6f-a463aae40722" providerId="ADAL" clId="{5B8A6D22-27A2-4EF9-83C4-9A1491FF93A7}" dt="2024-09-13T06:37:42.885" v="596" actId="207"/>
          <ac:spMkLst>
            <pc:docMk/>
            <pc:sldMk cId="0" sldId="329"/>
            <ac:spMk id="6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46.588" v="597" actId="207"/>
          <ac:spMkLst>
            <pc:docMk/>
            <pc:sldMk cId="0" sldId="329"/>
            <ac:spMk id="6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59.873" v="604" actId="1076"/>
        <pc:sldMkLst>
          <pc:docMk/>
          <pc:sldMk cId="0" sldId="330"/>
        </pc:sldMkLst>
        <pc:spChg chg="mod">
          <ac:chgData name="Ms Alina Arshad" userId="cccdfd85-d35d-4453-9c6f-a463aae40722" providerId="ADAL" clId="{5B8A6D22-27A2-4EF9-83C4-9A1491FF93A7}" dt="2024-09-13T06:37:52.843" v="600" actId="14100"/>
          <ac:spMkLst>
            <pc:docMk/>
            <pc:sldMk cId="0" sldId="330"/>
            <ac:spMk id="61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55.702" v="601" actId="1076"/>
          <ac:spMkLst>
            <pc:docMk/>
            <pc:sldMk cId="0" sldId="330"/>
            <ac:spMk id="6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6:37:59.873" v="604" actId="1076"/>
          <ac:picMkLst>
            <pc:docMk/>
            <pc:sldMk cId="0" sldId="330"/>
            <ac:picMk id="6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6:38:15.645" v="608" actId="207"/>
        <pc:sldMkLst>
          <pc:docMk/>
          <pc:sldMk cId="0" sldId="331"/>
        </pc:sldMkLst>
        <pc:spChg chg="mod">
          <ac:chgData name="Ms Alina Arshad" userId="cccdfd85-d35d-4453-9c6f-a463aae40722" providerId="ADAL" clId="{5B8A6D22-27A2-4EF9-83C4-9A1491FF93A7}" dt="2024-09-13T06:38:12.901" v="607" actId="14100"/>
          <ac:spMkLst>
            <pc:docMk/>
            <pc:sldMk cId="0" sldId="331"/>
            <ac:spMk id="62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15.645" v="608" actId="207"/>
          <ac:spMkLst>
            <pc:docMk/>
            <pc:sldMk cId="0" sldId="331"/>
            <ac:spMk id="62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36.075" v="612" actId="207"/>
        <pc:sldMkLst>
          <pc:docMk/>
          <pc:sldMk cId="0" sldId="332"/>
        </pc:sldMkLst>
        <pc:spChg chg="mod">
          <ac:chgData name="Ms Alina Arshad" userId="cccdfd85-d35d-4453-9c6f-a463aae40722" providerId="ADAL" clId="{5B8A6D22-27A2-4EF9-83C4-9A1491FF93A7}" dt="2024-09-13T06:38:33.560" v="611" actId="14100"/>
          <ac:spMkLst>
            <pc:docMk/>
            <pc:sldMk cId="0" sldId="332"/>
            <ac:spMk id="62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36.075" v="612" actId="207"/>
          <ac:spMkLst>
            <pc:docMk/>
            <pc:sldMk cId="0" sldId="332"/>
            <ac:spMk id="63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49.541" v="616" actId="207"/>
        <pc:sldMkLst>
          <pc:docMk/>
          <pc:sldMk cId="0" sldId="333"/>
        </pc:sldMkLst>
        <pc:spChg chg="mod">
          <ac:chgData name="Ms Alina Arshad" userId="cccdfd85-d35d-4453-9c6f-a463aae40722" providerId="ADAL" clId="{5B8A6D22-27A2-4EF9-83C4-9A1491FF93A7}" dt="2024-09-13T06:38:46.697" v="615" actId="14100"/>
          <ac:spMkLst>
            <pc:docMk/>
            <pc:sldMk cId="0" sldId="333"/>
            <ac:spMk id="63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49.541" v="616" actId="207"/>
          <ac:spMkLst>
            <pc:docMk/>
            <pc:sldMk cId="0" sldId="333"/>
            <ac:spMk id="63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02.917" v="621" actId="207"/>
        <pc:sldMkLst>
          <pc:docMk/>
          <pc:sldMk cId="0" sldId="334"/>
        </pc:sldMkLst>
        <pc:spChg chg="mod">
          <ac:chgData name="Ms Alina Arshad" userId="cccdfd85-d35d-4453-9c6f-a463aae40722" providerId="ADAL" clId="{5B8A6D22-27A2-4EF9-83C4-9A1491FF93A7}" dt="2024-09-13T06:38:58.679" v="619" actId="113"/>
          <ac:spMkLst>
            <pc:docMk/>
            <pc:sldMk cId="0" sldId="334"/>
            <ac:spMk id="64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02.917" v="621" actId="207"/>
          <ac:spMkLst>
            <pc:docMk/>
            <pc:sldMk cId="0" sldId="334"/>
            <ac:spMk id="64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13.056" v="625" actId="207"/>
        <pc:sldMkLst>
          <pc:docMk/>
          <pc:sldMk cId="0" sldId="335"/>
        </pc:sldMkLst>
        <pc:spChg chg="mod">
          <ac:chgData name="Ms Alina Arshad" userId="cccdfd85-d35d-4453-9c6f-a463aae40722" providerId="ADAL" clId="{5B8A6D22-27A2-4EF9-83C4-9A1491FF93A7}" dt="2024-09-13T06:39:10.822" v="624" actId="14100"/>
          <ac:spMkLst>
            <pc:docMk/>
            <pc:sldMk cId="0" sldId="335"/>
            <ac:spMk id="6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13.056" v="625" actId="207"/>
          <ac:spMkLst>
            <pc:docMk/>
            <pc:sldMk cId="0" sldId="335"/>
            <ac:spMk id="6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33.838" v="634" actId="1076"/>
        <pc:sldMkLst>
          <pc:docMk/>
          <pc:sldMk cId="0" sldId="336"/>
        </pc:sldMkLst>
        <pc:spChg chg="mod">
          <ac:chgData name="Ms Alina Arshad" userId="cccdfd85-d35d-4453-9c6f-a463aae40722" providerId="ADAL" clId="{5B8A6D22-27A2-4EF9-83C4-9A1491FF93A7}" dt="2024-09-13T06:39:33.838" v="634" actId="1076"/>
          <ac:spMkLst>
            <pc:docMk/>
            <pc:sldMk cId="0" sldId="336"/>
            <ac:spMk id="6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29.042" v="633" actId="20577"/>
          <ac:spMkLst>
            <pc:docMk/>
            <pc:sldMk cId="0" sldId="336"/>
            <ac:spMk id="6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44.101" v="636" actId="207"/>
        <pc:sldMkLst>
          <pc:docMk/>
          <pc:sldMk cId="0" sldId="337"/>
        </pc:sldMkLst>
        <pc:spChg chg="mod">
          <ac:chgData name="Ms Alina Arshad" userId="cccdfd85-d35d-4453-9c6f-a463aae40722" providerId="ADAL" clId="{5B8A6D22-27A2-4EF9-83C4-9A1491FF93A7}" dt="2024-09-13T06:39:38.759" v="635" actId="1076"/>
          <ac:spMkLst>
            <pc:docMk/>
            <pc:sldMk cId="0" sldId="337"/>
            <ac:spMk id="6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44.101" v="636" actId="207"/>
          <ac:spMkLst>
            <pc:docMk/>
            <pc:sldMk cId="0" sldId="337"/>
            <ac:spMk id="664" creationId="{00000000-0000-0000-0000-000000000000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24.005" v="161" actId="1076"/>
        <pc:sldMkLst>
          <pc:docMk/>
          <pc:sldMk cId="3233864465" sldId="338"/>
        </pc:sldMkLst>
        <pc:spChg chg="add mod">
          <ac:chgData name="Ms Alina Arshad" userId="cccdfd85-d35d-4453-9c6f-a463aae40722" providerId="ADAL" clId="{5B8A6D22-27A2-4EF9-83C4-9A1491FF93A7}" dt="2024-09-13T05:12:24.005" v="161" actId="1076"/>
          <ac:spMkLst>
            <pc:docMk/>
            <pc:sldMk cId="3233864465" sldId="338"/>
            <ac:spMk id="3" creationId="{38CBFF88-BEC8-EC9F-E1A7-7E913B0EFCDD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54.408" v="167" actId="1076"/>
        <pc:sldMkLst>
          <pc:docMk/>
          <pc:sldMk cId="1267034377" sldId="339"/>
        </pc:sldMkLst>
        <pc:spChg chg="add mod">
          <ac:chgData name="Ms Alina Arshad" userId="cccdfd85-d35d-4453-9c6f-a463aae40722" providerId="ADAL" clId="{5B8A6D22-27A2-4EF9-83C4-9A1491FF93A7}" dt="2024-09-13T05:12:54.408" v="167" actId="1076"/>
          <ac:spMkLst>
            <pc:docMk/>
            <pc:sldMk cId="1267034377" sldId="339"/>
            <ac:spMk id="3" creationId="{41D1BF0D-AD70-8833-5D6D-38565AB0485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11.117" v="176" actId="113"/>
        <pc:sldMkLst>
          <pc:docMk/>
          <pc:sldMk cId="2400815569" sldId="340"/>
        </pc:sldMkLst>
        <pc:spChg chg="add mod">
          <ac:chgData name="Ms Alina Arshad" userId="cccdfd85-d35d-4453-9c6f-a463aae40722" providerId="ADAL" clId="{5B8A6D22-27A2-4EF9-83C4-9A1491FF93A7}" dt="2024-09-13T05:13:11.117" v="176" actId="113"/>
          <ac:spMkLst>
            <pc:docMk/>
            <pc:sldMk cId="2400815569" sldId="340"/>
            <ac:spMk id="3" creationId="{69C02606-FCDF-8546-6C76-44B4F3EA776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43.875" v="186" actId="1076"/>
        <pc:sldMkLst>
          <pc:docMk/>
          <pc:sldMk cId="1204309406" sldId="341"/>
        </pc:sldMkLst>
        <pc:spChg chg="add mod">
          <ac:chgData name="Ms Alina Arshad" userId="cccdfd85-d35d-4453-9c6f-a463aae40722" providerId="ADAL" clId="{5B8A6D22-27A2-4EF9-83C4-9A1491FF93A7}" dt="2024-09-13T05:13:43.875" v="186" actId="1076"/>
          <ac:spMkLst>
            <pc:docMk/>
            <pc:sldMk cId="1204309406" sldId="341"/>
            <ac:spMk id="3" creationId="{FB09A7D6-CB86-1298-9237-F494689B2453}"/>
          </ac:spMkLst>
        </pc:spChg>
      </pc:sldChg>
      <pc:sldChg chg="new del">
        <pc:chgData name="Ms Alina Arshad" userId="cccdfd85-d35d-4453-9c6f-a463aae40722" providerId="ADAL" clId="{5B8A6D22-27A2-4EF9-83C4-9A1491FF93A7}" dt="2024-09-13T05:13:25.901" v="179" actId="47"/>
        <pc:sldMkLst>
          <pc:docMk/>
          <pc:sldMk cId="3585676104" sldId="341"/>
        </pc:sldMkLst>
      </pc:sldChg>
      <pc:sldChg chg="new del">
        <pc:chgData name="Ms Alina Arshad" userId="cccdfd85-d35d-4453-9c6f-a463aae40722" providerId="ADAL" clId="{5B8A6D22-27A2-4EF9-83C4-9A1491FF93A7}" dt="2024-09-13T05:13:26.151" v="180" actId="47"/>
        <pc:sldMkLst>
          <pc:docMk/>
          <pc:sldMk cId="3903136030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EBEBE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8321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6709" y="3675889"/>
            <a:ext cx="8493967" cy="192273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1-</a:t>
            </a:r>
            <a:r>
              <a:rPr lang="en-US" sz="4400" b="1" dirty="0">
                <a:solidFill>
                  <a:schemeClr val="tx1"/>
                </a:solidFill>
              </a:rPr>
              <a:t>Chapter </a:t>
            </a:r>
            <a:r>
              <a:rPr lang="en-US" sz="4400" b="1">
                <a:solidFill>
                  <a:schemeClr val="tx1"/>
                </a:solidFill>
              </a:rPr>
              <a:t># 8</a:t>
            </a:r>
            <a:endParaRPr lang="en-US" sz="4400" b="1" dirty="0">
              <a:solidFill>
                <a:schemeClr val="tx1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Relational algebra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951" y="1007001"/>
            <a:ext cx="9461780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chemeClr val="tx1"/>
                </a:solidFill>
                <a:cs typeface="Calibri"/>
              </a:rPr>
              <a:t>Relational</a:t>
            </a:r>
            <a:r>
              <a:rPr b="1" spc="-55" dirty="0">
                <a:solidFill>
                  <a:schemeClr val="tx1"/>
                </a:solidFill>
                <a:cs typeface="Calibri"/>
              </a:rPr>
              <a:t> </a:t>
            </a:r>
            <a:r>
              <a:rPr b="1" spc="-20" dirty="0">
                <a:solidFill>
                  <a:schemeClr val="tx1"/>
                </a:solidFill>
                <a:cs typeface="Calibri"/>
              </a:rPr>
              <a:t>Algebra</a:t>
            </a:r>
            <a:r>
              <a:rPr b="1" spc="-35" dirty="0">
                <a:solidFill>
                  <a:schemeClr val="tx1"/>
                </a:solidFill>
                <a:cs typeface="Calibri"/>
              </a:rPr>
              <a:t> </a:t>
            </a:r>
            <a:r>
              <a:rPr b="1" spc="-5" dirty="0">
                <a:solidFill>
                  <a:schemeClr val="tx1"/>
                </a:solidFill>
                <a:cs typeface="Calibri"/>
              </a:rPr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8867" y="1925111"/>
            <a:ext cx="10631605" cy="382130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1300" marR="1132840" indent="-228600">
              <a:lnSpc>
                <a:spcPts val="3060"/>
              </a:lnSpc>
              <a:spcBef>
                <a:spcPts val="4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spc="-15" dirty="0">
                <a:latin typeface="Calibri"/>
                <a:cs typeface="Calibri"/>
              </a:rPr>
              <a:t>Relational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algebra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is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the basic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set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of </a:t>
            </a:r>
            <a:r>
              <a:rPr lang="en-US" sz="2800" spc="-61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operations</a:t>
            </a:r>
            <a:r>
              <a:rPr lang="en-US" sz="2800" spc="5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for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the </a:t>
            </a:r>
            <a:r>
              <a:rPr lang="en-US" sz="2800" spc="-10" dirty="0">
                <a:latin typeface="Calibri"/>
                <a:cs typeface="Calibri"/>
              </a:rPr>
              <a:t>relational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model.</a:t>
            </a:r>
          </a:p>
          <a:p>
            <a:pPr marL="12700" marR="1132840">
              <a:lnSpc>
                <a:spcPts val="3060"/>
              </a:lnSpc>
              <a:spcBef>
                <a:spcPts val="450"/>
              </a:spcBef>
              <a:tabLst>
                <a:tab pos="241300" algn="l"/>
              </a:tabLst>
            </a:pPr>
            <a:endParaRPr lang="en-US" sz="2800" dirty="0">
              <a:latin typeface="Calibri"/>
              <a:cs typeface="Calibri"/>
            </a:endParaRPr>
          </a:p>
          <a:p>
            <a:pPr marL="241300" indent="-228600">
              <a:lnSpc>
                <a:spcPts val="3090"/>
              </a:lnSpc>
              <a:spcBef>
                <a:spcPts val="6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700" spc="-5" dirty="0">
                <a:latin typeface="Calibri"/>
                <a:cs typeface="Calibri"/>
              </a:rPr>
              <a:t>These</a:t>
            </a:r>
            <a:r>
              <a:rPr lang="en-US" sz="2700" spc="-30" dirty="0">
                <a:latin typeface="Calibri"/>
                <a:cs typeface="Calibri"/>
              </a:rPr>
              <a:t> </a:t>
            </a:r>
            <a:r>
              <a:rPr lang="en-US" sz="2700" spc="-15" dirty="0">
                <a:latin typeface="Calibri"/>
                <a:cs typeface="Calibri"/>
              </a:rPr>
              <a:t>operations</a:t>
            </a:r>
            <a:r>
              <a:rPr lang="en-US" sz="2700" spc="-40" dirty="0">
                <a:latin typeface="Calibri"/>
                <a:cs typeface="Calibri"/>
              </a:rPr>
              <a:t> </a:t>
            </a:r>
            <a:r>
              <a:rPr lang="en-US" sz="2700" dirty="0">
                <a:latin typeface="Calibri"/>
                <a:cs typeface="Calibri"/>
              </a:rPr>
              <a:t>enable</a:t>
            </a:r>
            <a:r>
              <a:rPr lang="en-US" sz="2700" spc="-20" dirty="0">
                <a:latin typeface="Calibri"/>
                <a:cs typeface="Calibri"/>
              </a:rPr>
              <a:t> </a:t>
            </a:r>
            <a:r>
              <a:rPr lang="en-US" sz="2700" dirty="0">
                <a:latin typeface="Calibri"/>
                <a:cs typeface="Calibri"/>
              </a:rPr>
              <a:t>a</a:t>
            </a:r>
            <a:r>
              <a:rPr lang="en-US" sz="2700" spc="-10" dirty="0">
                <a:latin typeface="Calibri"/>
                <a:cs typeface="Calibri"/>
              </a:rPr>
              <a:t> </a:t>
            </a:r>
            <a:r>
              <a:rPr lang="en-US" sz="2700" spc="-5" dirty="0">
                <a:latin typeface="Calibri"/>
                <a:cs typeface="Calibri"/>
              </a:rPr>
              <a:t>user</a:t>
            </a:r>
            <a:r>
              <a:rPr lang="en-US" sz="2700" spc="-25" dirty="0">
                <a:latin typeface="Calibri"/>
                <a:cs typeface="Calibri"/>
              </a:rPr>
              <a:t> </a:t>
            </a:r>
            <a:r>
              <a:rPr lang="en-US" sz="2700" spc="-15" dirty="0">
                <a:latin typeface="Calibri"/>
                <a:cs typeface="Calibri"/>
              </a:rPr>
              <a:t>to</a:t>
            </a:r>
            <a:r>
              <a:rPr lang="en-US" sz="2700" spc="-5" dirty="0">
                <a:latin typeface="Calibri"/>
                <a:cs typeface="Calibri"/>
              </a:rPr>
              <a:t> specify </a:t>
            </a:r>
            <a:r>
              <a:rPr lang="en-US" sz="2700" b="1" dirty="0">
                <a:latin typeface="Calibri"/>
                <a:cs typeface="Calibri"/>
              </a:rPr>
              <a:t>basic</a:t>
            </a:r>
            <a:r>
              <a:rPr lang="en-US" sz="2700" b="1" spc="-10" dirty="0">
                <a:latin typeface="Calibri"/>
                <a:cs typeface="Calibri"/>
              </a:rPr>
              <a:t> </a:t>
            </a:r>
            <a:r>
              <a:rPr lang="en-US" sz="2700" b="1" spc="-15" dirty="0">
                <a:latin typeface="Calibri"/>
                <a:cs typeface="Calibri"/>
              </a:rPr>
              <a:t>retrieval</a:t>
            </a:r>
            <a:r>
              <a:rPr lang="en-US" sz="2700" b="1" spc="25" dirty="0">
                <a:latin typeface="Calibri"/>
                <a:cs typeface="Calibri"/>
              </a:rPr>
              <a:t> </a:t>
            </a:r>
            <a:r>
              <a:rPr lang="en-US" sz="2700" b="1" spc="-15" dirty="0">
                <a:latin typeface="Calibri"/>
                <a:cs typeface="Calibri"/>
              </a:rPr>
              <a:t>requests</a:t>
            </a:r>
            <a:r>
              <a:rPr lang="en-US" sz="2700" b="1" spc="10" dirty="0">
                <a:latin typeface="Calibri"/>
                <a:cs typeface="Calibri"/>
              </a:rPr>
              <a:t> </a:t>
            </a:r>
            <a:r>
              <a:rPr lang="en-US" sz="2700" spc="-5" dirty="0">
                <a:latin typeface="Calibri"/>
                <a:cs typeface="Calibri"/>
              </a:rPr>
              <a:t>(or</a:t>
            </a:r>
            <a:r>
              <a:rPr lang="en-US" sz="2700" spc="-10" dirty="0">
                <a:latin typeface="Calibri"/>
                <a:cs typeface="Calibri"/>
              </a:rPr>
              <a:t> </a:t>
            </a:r>
            <a:r>
              <a:rPr lang="en-US" sz="2700" b="1" spc="-5" dirty="0">
                <a:latin typeface="Calibri"/>
                <a:cs typeface="Calibri"/>
              </a:rPr>
              <a:t>queries</a:t>
            </a:r>
            <a:r>
              <a:rPr lang="en-US" sz="2700" spc="-5" dirty="0">
                <a:latin typeface="Calibri"/>
                <a:cs typeface="Calibri"/>
              </a:rPr>
              <a:t>)</a:t>
            </a:r>
            <a:endParaRPr lang="en-US" sz="27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400"/>
              </a:lnSpc>
              <a:spcBef>
                <a:spcPts val="9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The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result</a:t>
            </a:r>
            <a:r>
              <a:rPr lang="en-US" sz="2800" spc="1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of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operation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is a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i="1" spc="-10" dirty="0">
                <a:latin typeface="Calibri"/>
                <a:cs typeface="Calibri"/>
              </a:rPr>
              <a:t>new</a:t>
            </a:r>
            <a:r>
              <a:rPr lang="en-US" sz="2800" i="1" dirty="0">
                <a:latin typeface="Calibri"/>
                <a:cs typeface="Calibri"/>
              </a:rPr>
              <a:t> </a:t>
            </a:r>
            <a:r>
              <a:rPr lang="en-US" sz="2800" i="1" spc="-5" dirty="0">
                <a:latin typeface="Calibri"/>
                <a:cs typeface="Calibri"/>
              </a:rPr>
              <a:t>relation</a:t>
            </a:r>
            <a:r>
              <a:rPr lang="en-US" sz="2800" spc="-5" dirty="0">
                <a:latin typeface="Calibri"/>
                <a:cs typeface="Calibri"/>
              </a:rPr>
              <a:t>, </a:t>
            </a:r>
            <a:r>
              <a:rPr lang="en-US" sz="2800" spc="-62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which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may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have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been</a:t>
            </a:r>
            <a:r>
              <a:rPr lang="en-US" sz="2800" spc="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formed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from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one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or </a:t>
            </a:r>
            <a:r>
              <a:rPr lang="en-US" sz="2800" spc="-15" dirty="0">
                <a:latin typeface="Calibri"/>
                <a:cs typeface="Calibri"/>
              </a:rPr>
              <a:t>more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i="1" spc="-5" dirty="0">
                <a:latin typeface="Calibri"/>
                <a:cs typeface="Calibri"/>
              </a:rPr>
              <a:t>input</a:t>
            </a:r>
            <a:r>
              <a:rPr lang="en-US" sz="2800" i="1" spc="-10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relations</a:t>
            </a:r>
            <a:endParaRPr lang="en-US" sz="2800" dirty="0">
              <a:latin typeface="Calibri"/>
              <a:cs typeface="Calibri"/>
            </a:endParaRPr>
          </a:p>
          <a:p>
            <a:pPr marL="697865" marR="305435" lvl="1" indent="-228600">
              <a:lnSpc>
                <a:spcPts val="2600"/>
              </a:lnSpc>
              <a:spcBef>
                <a:spcPts val="54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lang="en-US" sz="2400" spc="-5" dirty="0">
                <a:latin typeface="Calibri"/>
                <a:cs typeface="Calibri"/>
              </a:rPr>
              <a:t>This </a:t>
            </a:r>
            <a:r>
              <a:rPr lang="en-US" sz="2400" spc="-10" dirty="0">
                <a:latin typeface="Calibri"/>
                <a:cs typeface="Calibri"/>
              </a:rPr>
              <a:t>property </a:t>
            </a:r>
            <a:r>
              <a:rPr lang="en-US" sz="2400" spc="-15" dirty="0">
                <a:latin typeface="Calibri"/>
                <a:cs typeface="Calibri"/>
              </a:rPr>
              <a:t>makes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lang="en-US" sz="2400" spc="-10" dirty="0">
                <a:latin typeface="Calibri"/>
                <a:cs typeface="Calibri"/>
              </a:rPr>
              <a:t>algebra </a:t>
            </a:r>
            <a:r>
              <a:rPr lang="en-US" sz="2400" spc="-15" dirty="0">
                <a:latin typeface="Calibri"/>
                <a:cs typeface="Calibri"/>
              </a:rPr>
              <a:t>“closed” </a:t>
            </a:r>
            <a:r>
              <a:rPr lang="en-US" sz="2400" spc="-5" dirty="0">
                <a:latin typeface="Calibri"/>
                <a:cs typeface="Calibri"/>
              </a:rPr>
              <a:t>(all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objects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 </a:t>
            </a:r>
            <a:r>
              <a:rPr lang="en-US" sz="2400" spc="-10" dirty="0">
                <a:latin typeface="Calibri"/>
                <a:cs typeface="Calibri"/>
              </a:rPr>
              <a:t>relational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algebra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are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relations)</a:t>
            </a:r>
            <a:endParaRPr lang="en-US"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4226" y="908463"/>
            <a:ext cx="10263547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chemeClr val="tx1"/>
                </a:solidFill>
                <a:latin typeface="+mn-lt"/>
                <a:cs typeface="Calibri"/>
              </a:rPr>
              <a:t>Relational</a:t>
            </a:r>
            <a:r>
              <a:rPr b="1" spc="-40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b="1" spc="-20" dirty="0">
                <a:solidFill>
                  <a:schemeClr val="tx1"/>
                </a:solidFill>
                <a:latin typeface="+mn-lt"/>
                <a:cs typeface="Calibri"/>
              </a:rPr>
              <a:t>Algebra </a:t>
            </a:r>
            <a:r>
              <a:rPr b="1" spc="-5" dirty="0">
                <a:solidFill>
                  <a:schemeClr val="tx1"/>
                </a:solidFill>
                <a:latin typeface="+mn-lt"/>
                <a:cs typeface="Calibri"/>
              </a:rPr>
              <a:t>Overview</a:t>
            </a:r>
            <a:r>
              <a:rPr b="1" spc="-15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b="1" spc="-5" dirty="0">
                <a:solidFill>
                  <a:schemeClr val="tx1"/>
                </a:solidFill>
                <a:latin typeface="+mn-lt"/>
                <a:cs typeface="Calibri"/>
              </a:rPr>
              <a:t>(continued)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226" y="2020647"/>
            <a:ext cx="10263547" cy="2415277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1300" marR="207010" indent="-228600">
              <a:lnSpc>
                <a:spcPts val="3060"/>
              </a:lnSpc>
              <a:spcBef>
                <a:spcPts val="4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spc="-5" dirty="0">
                <a:cs typeface="Calibri"/>
              </a:rPr>
              <a:t>The</a:t>
            </a:r>
            <a:r>
              <a:rPr sz="2400" spc="-10" dirty="0">
                <a:cs typeface="Calibri"/>
              </a:rPr>
              <a:t> </a:t>
            </a:r>
            <a:r>
              <a:rPr sz="2400" b="1" spc="-20" dirty="0">
                <a:cs typeface="Calibri"/>
              </a:rPr>
              <a:t>algebra</a:t>
            </a:r>
            <a:r>
              <a:rPr sz="2400" b="1" spc="25" dirty="0">
                <a:cs typeface="Calibri"/>
              </a:rPr>
              <a:t> </a:t>
            </a:r>
            <a:r>
              <a:rPr sz="2400" b="1" spc="-10" dirty="0">
                <a:cs typeface="Calibri"/>
              </a:rPr>
              <a:t>operations</a:t>
            </a:r>
            <a:r>
              <a:rPr sz="2400" b="1" spc="-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thus</a:t>
            </a:r>
            <a:r>
              <a:rPr sz="2400" spc="20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produce</a:t>
            </a:r>
            <a:r>
              <a:rPr sz="2400" spc="30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new </a:t>
            </a:r>
            <a:r>
              <a:rPr sz="2400" spc="-620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relations</a:t>
            </a:r>
            <a:r>
              <a:rPr lang="en-US" sz="2400" spc="-15" dirty="0">
                <a:cs typeface="Calibri"/>
              </a:rPr>
              <a:t>.</a:t>
            </a:r>
            <a:endParaRPr sz="2400" dirty="0">
              <a:cs typeface="Calibri"/>
            </a:endParaRPr>
          </a:p>
          <a:p>
            <a:pPr marL="697865" marR="897890" lvl="1" indent="-228600">
              <a:lnSpc>
                <a:spcPts val="2620"/>
              </a:lnSpc>
              <a:spcBef>
                <a:spcPts val="459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400" spc="-5" dirty="0">
                <a:cs typeface="Calibri"/>
              </a:rPr>
              <a:t>These </a:t>
            </a:r>
            <a:r>
              <a:rPr sz="2400" spc="-10" dirty="0">
                <a:cs typeface="Calibri"/>
              </a:rPr>
              <a:t>can </a:t>
            </a:r>
            <a:r>
              <a:rPr sz="2400" spc="-5" dirty="0">
                <a:cs typeface="Calibri"/>
              </a:rPr>
              <a:t>be further manipulated using </a:t>
            </a:r>
            <a:r>
              <a:rPr sz="2400" spc="-53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operations</a:t>
            </a:r>
            <a:r>
              <a:rPr sz="2400" spc="-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</a:t>
            </a:r>
            <a:r>
              <a:rPr sz="2400" spc="-1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5" dirty="0">
                <a:cs typeface="Calibri"/>
              </a:rPr>
              <a:t> same</a:t>
            </a:r>
            <a:r>
              <a:rPr lang="en-US" sz="2400" spc="-1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algebra</a:t>
            </a:r>
            <a:endParaRPr sz="2400" dirty="0">
              <a:cs typeface="Calibri"/>
            </a:endParaRPr>
          </a:p>
          <a:p>
            <a:pPr marL="241300" marR="5080" indent="-228600">
              <a:lnSpc>
                <a:spcPts val="3060"/>
              </a:lnSpc>
              <a:spcBef>
                <a:spcPts val="91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spc="-5" dirty="0">
                <a:cs typeface="Calibri"/>
              </a:rPr>
              <a:t>A</a:t>
            </a:r>
            <a:r>
              <a:rPr sz="2400" spc="1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sequence</a:t>
            </a:r>
            <a:r>
              <a:rPr sz="2400" spc="2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 </a:t>
            </a:r>
            <a:r>
              <a:rPr sz="2400" spc="-10" dirty="0">
                <a:cs typeface="Calibri"/>
              </a:rPr>
              <a:t>relational</a:t>
            </a:r>
            <a:r>
              <a:rPr sz="2400" spc="-5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algebra</a:t>
            </a:r>
            <a:r>
              <a:rPr sz="2400" spc="-5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operations </a:t>
            </a:r>
            <a:r>
              <a:rPr sz="2400" spc="-615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forms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a</a:t>
            </a:r>
            <a:r>
              <a:rPr sz="2400" spc="20" dirty="0">
                <a:cs typeface="Calibri"/>
              </a:rPr>
              <a:t> </a:t>
            </a:r>
            <a:r>
              <a:rPr sz="2400" b="1" spc="-15" dirty="0">
                <a:cs typeface="Calibri"/>
              </a:rPr>
              <a:t>relational</a:t>
            </a:r>
            <a:r>
              <a:rPr sz="2400" b="1" spc="45" dirty="0">
                <a:cs typeface="Calibri"/>
              </a:rPr>
              <a:t> </a:t>
            </a:r>
            <a:r>
              <a:rPr sz="2400" b="1" spc="-20" dirty="0">
                <a:cs typeface="Calibri"/>
              </a:rPr>
              <a:t>algebra</a:t>
            </a:r>
            <a:r>
              <a:rPr sz="2400" b="1" spc="20" dirty="0">
                <a:cs typeface="Calibri"/>
              </a:rPr>
              <a:t> </a:t>
            </a:r>
            <a:r>
              <a:rPr sz="2400" b="1" spc="-15" dirty="0">
                <a:cs typeface="Calibri"/>
              </a:rPr>
              <a:t>expression</a:t>
            </a:r>
            <a:endParaRPr sz="2400" dirty="0">
              <a:cs typeface="Calibri"/>
            </a:endParaRPr>
          </a:p>
          <a:p>
            <a:pPr marL="697865" marR="38100" lvl="1" indent="-228600">
              <a:lnSpc>
                <a:spcPct val="90400"/>
              </a:lnSpc>
              <a:spcBef>
                <a:spcPts val="43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400" spc="-10" dirty="0">
                <a:cs typeface="Calibri"/>
              </a:rPr>
              <a:t>The</a:t>
            </a:r>
            <a:r>
              <a:rPr sz="2400" spc="-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result</a:t>
            </a:r>
            <a:r>
              <a:rPr sz="2400" spc="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 a </a:t>
            </a:r>
            <a:r>
              <a:rPr sz="2400" spc="-10" dirty="0">
                <a:cs typeface="Calibri"/>
              </a:rPr>
              <a:t>relational</a:t>
            </a:r>
            <a:r>
              <a:rPr sz="2400" spc="-15" dirty="0">
                <a:cs typeface="Calibri"/>
              </a:rPr>
              <a:t> algebra</a:t>
            </a:r>
            <a:r>
              <a:rPr sz="2400" spc="-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expression </a:t>
            </a:r>
            <a:r>
              <a:rPr sz="2400" spc="-5" dirty="0">
                <a:cs typeface="Calibri"/>
              </a:rPr>
              <a:t> is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also</a:t>
            </a:r>
            <a:r>
              <a:rPr sz="2400" spc="-1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a</a:t>
            </a:r>
            <a:r>
              <a:rPr sz="240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relation</a:t>
            </a:r>
            <a:r>
              <a:rPr sz="2400" spc="-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that</a:t>
            </a:r>
            <a:r>
              <a:rPr sz="240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represents</a:t>
            </a:r>
            <a:r>
              <a:rPr sz="2400" spc="2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the </a:t>
            </a:r>
            <a:r>
              <a:rPr sz="2400" spc="-10" dirty="0">
                <a:cs typeface="Calibri"/>
              </a:rPr>
              <a:t>result</a:t>
            </a:r>
            <a:r>
              <a:rPr sz="2400" spc="1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of </a:t>
            </a:r>
            <a:r>
              <a:rPr sz="2400" spc="-55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a</a:t>
            </a:r>
            <a:r>
              <a:rPr sz="2400" spc="-10" dirty="0">
                <a:cs typeface="Calibri"/>
              </a:rPr>
              <a:t> database</a:t>
            </a:r>
            <a:r>
              <a:rPr sz="2400" spc="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query</a:t>
            </a:r>
            <a:r>
              <a:rPr sz="2400" spc="1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(or</a:t>
            </a:r>
            <a:r>
              <a:rPr sz="2400" spc="-10" dirty="0">
                <a:cs typeface="Calibri"/>
              </a:rPr>
              <a:t> retrieval request)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7089" y="589172"/>
            <a:ext cx="799705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210" dirty="0">
                <a:solidFill>
                  <a:schemeClr val="tx1"/>
                </a:solidFill>
              </a:rPr>
              <a:t>Relational</a:t>
            </a:r>
            <a:r>
              <a:rPr b="1" spc="-229" dirty="0">
                <a:solidFill>
                  <a:schemeClr val="tx1"/>
                </a:solidFill>
              </a:rPr>
              <a:t> </a:t>
            </a:r>
            <a:r>
              <a:rPr b="1" spc="350" dirty="0">
                <a:solidFill>
                  <a:schemeClr val="tx1"/>
                </a:solidFill>
              </a:rPr>
              <a:t>Algebra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0559" y="1771483"/>
            <a:ext cx="11135907" cy="18832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2000" spc="100" dirty="0">
                <a:latin typeface="Tahoma"/>
                <a:cs typeface="Tahoma"/>
              </a:rPr>
              <a:t>Relational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170" dirty="0">
                <a:latin typeface="Tahoma"/>
                <a:cs typeface="Tahoma"/>
              </a:rPr>
              <a:t>algebra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is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315" dirty="0">
                <a:latin typeface="Tahoma"/>
                <a:cs typeface="Tahoma"/>
              </a:rPr>
              <a:t>a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145" dirty="0">
                <a:latin typeface="Tahoma"/>
                <a:cs typeface="Tahoma"/>
              </a:rPr>
              <a:t>procedural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110" dirty="0">
                <a:latin typeface="Tahoma"/>
                <a:cs typeface="Tahoma"/>
              </a:rPr>
              <a:t>query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160" dirty="0">
                <a:latin typeface="Tahoma"/>
                <a:cs typeface="Tahoma"/>
              </a:rPr>
              <a:t>language.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140" dirty="0">
                <a:latin typeface="Tahoma"/>
                <a:cs typeface="Tahoma"/>
              </a:rPr>
              <a:t>It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85" dirty="0">
                <a:latin typeface="Tahoma"/>
                <a:cs typeface="Tahoma"/>
              </a:rPr>
              <a:t>gives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315" dirty="0">
                <a:latin typeface="Tahoma"/>
                <a:cs typeface="Tahoma"/>
              </a:rPr>
              <a:t>a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lang="en-US" sz="2000" spc="100" dirty="0">
                <a:latin typeface="Tahoma"/>
                <a:cs typeface="Tahoma"/>
              </a:rPr>
              <a:t>step-by-step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105" dirty="0">
                <a:latin typeface="Tahoma"/>
                <a:cs typeface="Tahoma"/>
              </a:rPr>
              <a:t>process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120" dirty="0">
                <a:latin typeface="Tahoma"/>
                <a:cs typeface="Tahoma"/>
              </a:rPr>
              <a:t>to</a:t>
            </a:r>
            <a:endParaRPr lang="en-US" sz="2000" spc="-85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2000" spc="140" dirty="0">
                <a:latin typeface="Tahoma"/>
                <a:cs typeface="Tahoma"/>
              </a:rPr>
              <a:t>obtain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125" dirty="0">
                <a:latin typeface="Tahoma"/>
                <a:cs typeface="Tahoma"/>
              </a:rPr>
              <a:t>the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10" dirty="0">
                <a:latin typeface="Tahoma"/>
                <a:cs typeface="Tahoma"/>
              </a:rPr>
              <a:t>result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105" dirty="0">
                <a:latin typeface="Tahoma"/>
                <a:cs typeface="Tahoma"/>
              </a:rPr>
              <a:t>of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125" dirty="0">
                <a:latin typeface="Tahoma"/>
                <a:cs typeface="Tahoma"/>
              </a:rPr>
              <a:t>the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85" dirty="0">
                <a:latin typeface="Tahoma"/>
                <a:cs typeface="Tahoma"/>
              </a:rPr>
              <a:t>query.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140" dirty="0">
                <a:latin typeface="Tahoma"/>
                <a:cs typeface="Tahoma"/>
              </a:rPr>
              <a:t>It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30" dirty="0">
                <a:latin typeface="Tahoma"/>
                <a:cs typeface="Tahoma"/>
              </a:rPr>
              <a:t>uses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100" dirty="0">
                <a:latin typeface="Tahoma"/>
                <a:cs typeface="Tahoma"/>
              </a:rPr>
              <a:t>operators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120" dirty="0">
                <a:latin typeface="Tahoma"/>
                <a:cs typeface="Tahoma"/>
              </a:rPr>
              <a:t>to </a:t>
            </a:r>
            <a:r>
              <a:rPr sz="2000" spc="-610" dirty="0">
                <a:latin typeface="Tahoma"/>
                <a:cs typeface="Tahoma"/>
              </a:rPr>
              <a:t> </a:t>
            </a:r>
            <a:r>
              <a:rPr sz="2000" spc="95" dirty="0">
                <a:latin typeface="Tahoma"/>
                <a:cs typeface="Tahoma"/>
              </a:rPr>
              <a:t>perform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60" dirty="0">
                <a:latin typeface="Tahoma"/>
                <a:cs typeface="Tahoma"/>
              </a:rPr>
              <a:t>queries.</a:t>
            </a: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endParaRPr lang="en-US" sz="3200" spc="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3200" spc="50" dirty="0">
                <a:latin typeface="Tahoma"/>
                <a:cs typeface="Tahoma"/>
              </a:rPr>
              <a:t>Types</a:t>
            </a:r>
            <a:r>
              <a:rPr sz="3200" spc="-130" dirty="0">
                <a:latin typeface="Tahoma"/>
                <a:cs typeface="Tahoma"/>
              </a:rPr>
              <a:t> </a:t>
            </a:r>
            <a:r>
              <a:rPr sz="3200" spc="170" dirty="0">
                <a:latin typeface="Tahoma"/>
                <a:cs typeface="Tahoma"/>
              </a:rPr>
              <a:t>of</a:t>
            </a:r>
            <a:r>
              <a:rPr sz="3200" spc="-114" dirty="0">
                <a:latin typeface="Tahoma"/>
                <a:cs typeface="Tahoma"/>
              </a:rPr>
              <a:t> </a:t>
            </a:r>
            <a:r>
              <a:rPr sz="3200" spc="185" dirty="0">
                <a:latin typeface="Tahoma"/>
                <a:cs typeface="Tahoma"/>
              </a:rPr>
              <a:t>Rel</a:t>
            </a:r>
            <a:r>
              <a:rPr sz="3200" spc="195" dirty="0">
                <a:latin typeface="Tahoma"/>
                <a:cs typeface="Tahoma"/>
              </a:rPr>
              <a:t>a</a:t>
            </a:r>
            <a:r>
              <a:rPr sz="3200" spc="-45" dirty="0">
                <a:latin typeface="Tahoma"/>
                <a:cs typeface="Tahoma"/>
              </a:rPr>
              <a:t>ti</a:t>
            </a:r>
            <a:r>
              <a:rPr sz="3200" spc="235" dirty="0">
                <a:latin typeface="Tahoma"/>
                <a:cs typeface="Tahoma"/>
              </a:rPr>
              <a:t>onal</a:t>
            </a:r>
            <a:r>
              <a:rPr sz="3200" spc="-140" dirty="0">
                <a:latin typeface="Tahoma"/>
                <a:cs typeface="Tahoma"/>
              </a:rPr>
              <a:t> </a:t>
            </a:r>
            <a:r>
              <a:rPr sz="3200" spc="215" dirty="0">
                <a:latin typeface="Tahoma"/>
                <a:cs typeface="Tahoma"/>
              </a:rPr>
              <a:t>operat</a:t>
            </a:r>
            <a:r>
              <a:rPr sz="3200" spc="90" dirty="0">
                <a:latin typeface="Tahoma"/>
                <a:cs typeface="Tahoma"/>
              </a:rPr>
              <a:t>i</a:t>
            </a:r>
            <a:r>
              <a:rPr sz="3200" spc="265" dirty="0">
                <a:latin typeface="Tahoma"/>
                <a:cs typeface="Tahoma"/>
              </a:rPr>
              <a:t>on</a:t>
            </a:r>
            <a:endParaRPr sz="32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t="17053"/>
          <a:stretch/>
        </p:blipFill>
        <p:spPr>
          <a:xfrm>
            <a:off x="1734312" y="3654691"/>
            <a:ext cx="8723376" cy="2764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0695" y="972921"/>
            <a:ext cx="10170610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chemeClr val="tx1"/>
                </a:solidFill>
                <a:latin typeface="Calibri"/>
                <a:cs typeface="Calibri"/>
              </a:rPr>
              <a:t>Relational</a:t>
            </a:r>
            <a:r>
              <a:rPr b="1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chemeClr val="tx1"/>
                </a:solidFill>
                <a:latin typeface="Calibri"/>
                <a:cs typeface="Calibri"/>
              </a:rPr>
              <a:t>Algebra</a:t>
            </a:r>
            <a:r>
              <a:rPr b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chemeClr val="tx1"/>
                </a:solidFill>
                <a:latin typeface="Calibri"/>
                <a:cs typeface="Calibri"/>
              </a:rPr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8867" y="1896461"/>
            <a:ext cx="10809026" cy="44156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290"/>
              </a:lnSpc>
              <a:spcBef>
                <a:spcPts val="105"/>
              </a:spcBef>
              <a:buFont typeface="Microsoft Sans Serif"/>
              <a:buChar char="•"/>
              <a:tabLst>
                <a:tab pos="240665" algn="l"/>
                <a:tab pos="241300" algn="l"/>
              </a:tabLst>
            </a:pPr>
            <a:r>
              <a:rPr sz="2400" b="1" spc="-10" dirty="0">
                <a:cs typeface="Calibri"/>
              </a:rPr>
              <a:t>Relational</a:t>
            </a:r>
            <a:r>
              <a:rPr sz="2400" b="1" spc="15" dirty="0">
                <a:cs typeface="Calibri"/>
              </a:rPr>
              <a:t> </a:t>
            </a:r>
            <a:r>
              <a:rPr sz="2400" b="1" spc="-10" dirty="0">
                <a:cs typeface="Calibri"/>
              </a:rPr>
              <a:t>Algebra</a:t>
            </a:r>
            <a:r>
              <a:rPr sz="2400" b="1" dirty="0">
                <a:cs typeface="Calibri"/>
              </a:rPr>
              <a:t> </a:t>
            </a:r>
            <a:r>
              <a:rPr sz="2400" b="1" spc="-10" dirty="0">
                <a:cs typeface="Calibri"/>
              </a:rPr>
              <a:t>consists</a:t>
            </a:r>
            <a:r>
              <a:rPr sz="2400" b="1" spc="20" dirty="0">
                <a:cs typeface="Calibri"/>
              </a:rPr>
              <a:t> </a:t>
            </a:r>
            <a:r>
              <a:rPr sz="2400" b="1" spc="-5" dirty="0">
                <a:cs typeface="Calibri"/>
              </a:rPr>
              <a:t>of</a:t>
            </a:r>
            <a:r>
              <a:rPr sz="2400" b="1" dirty="0">
                <a:cs typeface="Calibri"/>
              </a:rPr>
              <a:t> </a:t>
            </a:r>
            <a:r>
              <a:rPr sz="2400" b="1" spc="-15" dirty="0">
                <a:cs typeface="Calibri"/>
              </a:rPr>
              <a:t>several</a:t>
            </a:r>
            <a:r>
              <a:rPr sz="2400" b="1" spc="35" dirty="0">
                <a:cs typeface="Calibri"/>
              </a:rPr>
              <a:t> </a:t>
            </a:r>
            <a:r>
              <a:rPr sz="2400" b="1" spc="-10" dirty="0">
                <a:cs typeface="Calibri"/>
              </a:rPr>
              <a:t>groups</a:t>
            </a:r>
            <a:r>
              <a:rPr sz="2400" b="1" spc="-20" dirty="0">
                <a:cs typeface="Calibri"/>
              </a:rPr>
              <a:t> </a:t>
            </a:r>
            <a:r>
              <a:rPr sz="2400" b="1" spc="-5" dirty="0">
                <a:cs typeface="Calibri"/>
              </a:rPr>
              <a:t>of</a:t>
            </a:r>
            <a:r>
              <a:rPr sz="2400" b="1" dirty="0">
                <a:cs typeface="Calibri"/>
              </a:rPr>
              <a:t> </a:t>
            </a:r>
            <a:r>
              <a:rPr sz="2400" b="1" spc="-10" dirty="0">
                <a:cs typeface="Calibri"/>
              </a:rPr>
              <a:t>operations</a:t>
            </a:r>
            <a:endParaRPr sz="2400" b="1" dirty="0">
              <a:cs typeface="Calibri"/>
            </a:endParaRPr>
          </a:p>
          <a:p>
            <a:pPr marL="697865" lvl="1" indent="-229235">
              <a:lnSpc>
                <a:spcPts val="2180"/>
              </a:lnSpc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400" dirty="0">
                <a:solidFill>
                  <a:schemeClr val="accent2"/>
                </a:solidFill>
                <a:cs typeface="Calibri"/>
              </a:rPr>
              <a:t>Unary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 Relational</a:t>
            </a:r>
            <a:r>
              <a:rPr sz="240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Operations</a:t>
            </a:r>
            <a:endParaRPr sz="2400" dirty="0">
              <a:solidFill>
                <a:schemeClr val="accent2"/>
              </a:solidFill>
              <a:cs typeface="Calibri"/>
            </a:endParaRPr>
          </a:p>
          <a:p>
            <a:pPr marL="1383030" lvl="2" indent="-457200">
              <a:lnSpc>
                <a:spcPts val="2220"/>
              </a:lnSpc>
              <a:buAutoNum type="arabicParenR"/>
              <a:tabLst>
                <a:tab pos="1155700" algn="l"/>
                <a:tab pos="1156335" algn="l"/>
              </a:tabLst>
            </a:pPr>
            <a:r>
              <a:rPr sz="2000" spc="-5" dirty="0">
                <a:cs typeface="Calibri"/>
              </a:rPr>
              <a:t>SEL</a:t>
            </a:r>
            <a:r>
              <a:rPr sz="2000" spc="-30" dirty="0">
                <a:cs typeface="Calibri"/>
              </a:rPr>
              <a:t>E</a:t>
            </a:r>
            <a:r>
              <a:rPr sz="2000" spc="10" dirty="0">
                <a:cs typeface="Calibri"/>
              </a:rPr>
              <a:t>C</a:t>
            </a:r>
            <a:r>
              <a:rPr sz="2000" spc="-5" dirty="0">
                <a:cs typeface="Calibri"/>
              </a:rPr>
              <a:t>TIO</a:t>
            </a:r>
            <a:r>
              <a:rPr sz="2000" dirty="0">
                <a:cs typeface="Calibri"/>
              </a:rPr>
              <a:t>N</a:t>
            </a:r>
            <a:r>
              <a:rPr sz="2000" spc="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(</a:t>
            </a:r>
            <a:r>
              <a:rPr sz="2000" spc="-40" dirty="0">
                <a:cs typeface="Calibri"/>
              </a:rPr>
              <a:t>s</a:t>
            </a:r>
            <a:r>
              <a:rPr sz="2000" dirty="0">
                <a:cs typeface="Calibri"/>
              </a:rPr>
              <a:t>ymbol:</a:t>
            </a:r>
            <a:r>
              <a:rPr sz="2000" spc="15" dirty="0">
                <a:cs typeface="Calibri"/>
              </a:rPr>
              <a:t> </a:t>
            </a:r>
            <a:r>
              <a:rPr sz="2000" b="1" spc="-60" dirty="0">
                <a:cs typeface="Arial"/>
              </a:rPr>
              <a:t>σ</a:t>
            </a:r>
            <a:r>
              <a:rPr sz="2000" b="1" spc="-155" dirty="0">
                <a:cs typeface="Arial"/>
              </a:rPr>
              <a:t> </a:t>
            </a:r>
            <a:r>
              <a:rPr sz="2000" spc="-5" dirty="0">
                <a:cs typeface="Calibri"/>
              </a:rPr>
              <a:t>(s</a:t>
            </a:r>
            <a:r>
              <a:rPr sz="2000" spc="-10" dirty="0">
                <a:cs typeface="Calibri"/>
              </a:rPr>
              <a:t>i</a:t>
            </a:r>
            <a:r>
              <a:rPr sz="2000" dirty="0">
                <a:cs typeface="Calibri"/>
              </a:rPr>
              <a:t>gma))</a:t>
            </a:r>
            <a:r>
              <a:rPr lang="en-US" sz="2000" dirty="0">
                <a:cs typeface="Calibri"/>
              </a:rPr>
              <a:t>        2) </a:t>
            </a:r>
            <a:r>
              <a:rPr sz="2000" spc="-10" dirty="0">
                <a:cs typeface="Calibri"/>
              </a:rPr>
              <a:t>PROJECTION</a:t>
            </a:r>
            <a:r>
              <a:rPr sz="2000" spc="-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(symbol:</a:t>
            </a:r>
            <a:r>
              <a:rPr sz="2000" dirty="0">
                <a:cs typeface="Calibri"/>
              </a:rPr>
              <a:t> </a:t>
            </a:r>
            <a:r>
              <a:rPr sz="2000" b="1" spc="-35" dirty="0">
                <a:cs typeface="Arial"/>
              </a:rPr>
              <a:t>π</a:t>
            </a:r>
            <a:r>
              <a:rPr sz="2000" b="1" spc="-45" dirty="0">
                <a:cs typeface="Arial"/>
              </a:rPr>
              <a:t> </a:t>
            </a:r>
            <a:r>
              <a:rPr sz="2000" spc="-10" dirty="0">
                <a:cs typeface="Calibri"/>
              </a:rPr>
              <a:t>(pi))</a:t>
            </a:r>
            <a:r>
              <a:rPr lang="en-US" sz="2000" spc="-10" dirty="0">
                <a:cs typeface="Calibri"/>
              </a:rPr>
              <a:t>     </a:t>
            </a:r>
          </a:p>
          <a:p>
            <a:pPr marL="925830" lvl="2">
              <a:lnSpc>
                <a:spcPts val="2220"/>
              </a:lnSpc>
              <a:tabLst>
                <a:tab pos="1155700" algn="l"/>
                <a:tab pos="1156335" algn="l"/>
              </a:tabLst>
            </a:pPr>
            <a:r>
              <a:rPr lang="en-US" sz="2000" spc="-10" dirty="0">
                <a:cs typeface="Calibri"/>
              </a:rPr>
              <a:t>3) </a:t>
            </a:r>
            <a:r>
              <a:rPr sz="2000" spc="-5" dirty="0">
                <a:cs typeface="Calibri"/>
              </a:rPr>
              <a:t>RENAME </a:t>
            </a:r>
            <a:r>
              <a:rPr sz="2000" spc="-10" dirty="0">
                <a:cs typeface="Calibri"/>
              </a:rPr>
              <a:t>(symbol:</a:t>
            </a:r>
            <a:r>
              <a:rPr sz="2000" spc="5" dirty="0">
                <a:cs typeface="Calibri"/>
              </a:rPr>
              <a:t> </a:t>
            </a:r>
            <a:r>
              <a:rPr sz="2000" b="1" dirty="0">
                <a:cs typeface="Calibri"/>
              </a:rPr>
              <a:t>ρ</a:t>
            </a:r>
            <a:r>
              <a:rPr sz="2000" b="1" spc="-1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(rho))</a:t>
            </a:r>
            <a:endParaRPr lang="en-US" sz="2000" spc="-10" dirty="0">
              <a:cs typeface="Calibri"/>
            </a:endParaRPr>
          </a:p>
          <a:p>
            <a:pPr marL="925830" lvl="2">
              <a:lnSpc>
                <a:spcPts val="1970"/>
              </a:lnSpc>
              <a:tabLst>
                <a:tab pos="1155700" algn="l"/>
                <a:tab pos="1156335" algn="l"/>
              </a:tabLst>
            </a:pPr>
            <a:endParaRPr sz="2000" dirty="0">
              <a:cs typeface="Calibri"/>
            </a:endParaRPr>
          </a:p>
          <a:p>
            <a:pPr marL="697865" lvl="1" indent="-229235">
              <a:lnSpc>
                <a:spcPts val="2220"/>
              </a:lnSpc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400" spc="-10" dirty="0">
                <a:solidFill>
                  <a:schemeClr val="accent2"/>
                </a:solidFill>
                <a:cs typeface="Calibri"/>
              </a:rPr>
              <a:t>Relational</a:t>
            </a:r>
            <a:r>
              <a:rPr sz="2400" spc="1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Algebra</a:t>
            </a:r>
            <a:r>
              <a:rPr sz="240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Operations</a:t>
            </a:r>
            <a:r>
              <a:rPr sz="2400" spc="1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5" dirty="0">
                <a:solidFill>
                  <a:schemeClr val="accent2"/>
                </a:solidFill>
                <a:cs typeface="Calibri"/>
              </a:rPr>
              <a:t>From</a:t>
            </a:r>
            <a:r>
              <a:rPr sz="2400" spc="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5" dirty="0">
                <a:solidFill>
                  <a:schemeClr val="accent2"/>
                </a:solidFill>
                <a:cs typeface="Calibri"/>
              </a:rPr>
              <a:t>Set</a:t>
            </a:r>
            <a:r>
              <a:rPr sz="2400" spc="1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5" dirty="0">
                <a:solidFill>
                  <a:schemeClr val="accent2"/>
                </a:solidFill>
                <a:cs typeface="Calibri"/>
              </a:rPr>
              <a:t>Theory</a:t>
            </a:r>
            <a:endParaRPr lang="en-US" sz="2400" spc="-5" dirty="0">
              <a:solidFill>
                <a:schemeClr val="accent2"/>
              </a:solidFill>
              <a:cs typeface="Calibri"/>
            </a:endParaRPr>
          </a:p>
          <a:p>
            <a:pPr marL="468630" lvl="1">
              <a:lnSpc>
                <a:spcPts val="2220"/>
              </a:lnSpc>
              <a:tabLst>
                <a:tab pos="697865" algn="l"/>
                <a:tab pos="698500" algn="l"/>
              </a:tabLst>
            </a:pPr>
            <a:r>
              <a:rPr lang="en-US" sz="2400" spc="-5" dirty="0">
                <a:cs typeface="Calibri"/>
              </a:rPr>
              <a:t>      </a:t>
            </a:r>
            <a:r>
              <a:rPr lang="en-US" sz="2000" spc="-5" dirty="0">
                <a:cs typeface="Calibri"/>
              </a:rPr>
              <a:t>1) </a:t>
            </a:r>
            <a:r>
              <a:rPr sz="2000" dirty="0">
                <a:cs typeface="Calibri"/>
              </a:rPr>
              <a:t>U</a:t>
            </a:r>
            <a:r>
              <a:rPr sz="2000" spc="-5" dirty="0">
                <a:cs typeface="Calibri"/>
              </a:rPr>
              <a:t>N</a:t>
            </a:r>
            <a:r>
              <a:rPr sz="2000" dirty="0">
                <a:cs typeface="Calibri"/>
              </a:rPr>
              <a:t>ION</a:t>
            </a:r>
            <a:r>
              <a:rPr sz="2000" spc="-15" dirty="0">
                <a:cs typeface="Calibri"/>
              </a:rPr>
              <a:t> </a:t>
            </a:r>
            <a:r>
              <a:rPr sz="2000" dirty="0">
                <a:cs typeface="Calibri"/>
              </a:rPr>
              <a:t>(</a:t>
            </a:r>
            <a:r>
              <a:rPr sz="2000" spc="-575" dirty="0">
                <a:cs typeface="MS UI Gothic"/>
              </a:rPr>
              <a:t>𝖴</a:t>
            </a:r>
            <a:r>
              <a:rPr sz="2000" spc="-170" dirty="0">
                <a:cs typeface="MS UI Gothic"/>
              </a:rPr>
              <a:t> </a:t>
            </a:r>
            <a:r>
              <a:rPr sz="2000" spc="-10" dirty="0">
                <a:cs typeface="Calibri"/>
              </a:rPr>
              <a:t>)</a:t>
            </a:r>
            <a:r>
              <a:rPr lang="en-US" sz="2000" spc="-10" dirty="0">
                <a:cs typeface="Calibri"/>
              </a:rPr>
              <a:t>            2) </a:t>
            </a:r>
            <a:r>
              <a:rPr sz="2000" dirty="0">
                <a:cs typeface="Calibri"/>
              </a:rPr>
              <a:t>INTE</a:t>
            </a:r>
            <a:r>
              <a:rPr sz="2000" spc="-35" dirty="0">
                <a:cs typeface="Calibri"/>
              </a:rPr>
              <a:t>R</a:t>
            </a:r>
            <a:r>
              <a:rPr sz="2000" spc="-5" dirty="0">
                <a:cs typeface="Calibri"/>
              </a:rPr>
              <a:t>S</a:t>
            </a:r>
            <a:r>
              <a:rPr sz="2000" spc="-30" dirty="0">
                <a:cs typeface="Calibri"/>
              </a:rPr>
              <a:t>E</a:t>
            </a:r>
            <a:r>
              <a:rPr sz="2000" spc="5" dirty="0">
                <a:cs typeface="Calibri"/>
              </a:rPr>
              <a:t>C</a:t>
            </a:r>
            <a:r>
              <a:rPr sz="2000" spc="-5" dirty="0">
                <a:cs typeface="Calibri"/>
              </a:rPr>
              <a:t>TIO</a:t>
            </a:r>
            <a:r>
              <a:rPr sz="2000" dirty="0">
                <a:cs typeface="Calibri"/>
              </a:rPr>
              <a:t>N</a:t>
            </a:r>
            <a:r>
              <a:rPr sz="2000" spc="-20" dirty="0">
                <a:cs typeface="Calibri"/>
              </a:rPr>
              <a:t> </a:t>
            </a:r>
            <a:r>
              <a:rPr sz="2000" dirty="0">
                <a:cs typeface="Calibri"/>
              </a:rPr>
              <a:t>(</a:t>
            </a:r>
            <a:r>
              <a:rPr sz="2000" spc="10" dirty="0">
                <a:cs typeface="Calibri"/>
              </a:rPr>
              <a:t> </a:t>
            </a:r>
            <a:r>
              <a:rPr sz="2000" b="1" dirty="0">
                <a:cs typeface="Arial"/>
              </a:rPr>
              <a:t>∩</a:t>
            </a:r>
            <a:r>
              <a:rPr sz="2000" b="1" spc="-40" dirty="0">
                <a:cs typeface="Arial"/>
              </a:rPr>
              <a:t> </a:t>
            </a:r>
            <a:r>
              <a:rPr sz="2000" spc="-10" dirty="0">
                <a:cs typeface="Calibri"/>
              </a:rPr>
              <a:t>)</a:t>
            </a:r>
            <a:r>
              <a:rPr lang="en-US" sz="2000" spc="-10" dirty="0">
                <a:cs typeface="Calibri"/>
              </a:rPr>
              <a:t>      3) </a:t>
            </a:r>
            <a:r>
              <a:rPr sz="2000" spc="-5" dirty="0">
                <a:cs typeface="Calibri"/>
              </a:rPr>
              <a:t>DIFFE</a:t>
            </a:r>
            <a:r>
              <a:rPr sz="2000" spc="-15" dirty="0">
                <a:cs typeface="Calibri"/>
              </a:rPr>
              <a:t>R</a:t>
            </a:r>
            <a:r>
              <a:rPr sz="2000" spc="-5" dirty="0">
                <a:cs typeface="Calibri"/>
              </a:rPr>
              <a:t>ENC</a:t>
            </a:r>
            <a:r>
              <a:rPr sz="2000" dirty="0">
                <a:cs typeface="Calibri"/>
              </a:rPr>
              <a:t>E</a:t>
            </a:r>
            <a:r>
              <a:rPr sz="2000" spc="-10" dirty="0">
                <a:cs typeface="Calibri"/>
              </a:rPr>
              <a:t> (</a:t>
            </a:r>
            <a:r>
              <a:rPr sz="2000" spc="-5" dirty="0">
                <a:cs typeface="Calibri"/>
              </a:rPr>
              <a:t>o</a:t>
            </a:r>
            <a:r>
              <a:rPr sz="2000" dirty="0">
                <a:cs typeface="Calibri"/>
              </a:rPr>
              <a:t>r MIN</a:t>
            </a:r>
            <a:r>
              <a:rPr sz="2000" spc="-10" dirty="0">
                <a:cs typeface="Calibri"/>
              </a:rPr>
              <a:t>U</a:t>
            </a:r>
            <a:r>
              <a:rPr sz="2000" spc="-5" dirty="0">
                <a:cs typeface="Calibri"/>
              </a:rPr>
              <a:t>S</a:t>
            </a:r>
            <a:r>
              <a:rPr sz="2000" dirty="0">
                <a:cs typeface="Calibri"/>
              </a:rPr>
              <a:t>,</a:t>
            </a:r>
            <a:r>
              <a:rPr sz="2000" spc="5" dirty="0">
                <a:cs typeface="Calibri"/>
              </a:rPr>
              <a:t> </a:t>
            </a:r>
            <a:r>
              <a:rPr sz="2000" b="1" dirty="0">
                <a:cs typeface="Calibri"/>
              </a:rPr>
              <a:t>– </a:t>
            </a:r>
            <a:r>
              <a:rPr sz="2000" dirty="0">
                <a:cs typeface="Calibri"/>
              </a:rPr>
              <a:t>)</a:t>
            </a:r>
            <a:r>
              <a:rPr lang="en-US" sz="2000" dirty="0">
                <a:cs typeface="Calibri"/>
              </a:rPr>
              <a:t>    </a:t>
            </a:r>
          </a:p>
          <a:p>
            <a:pPr marL="468630" lvl="1">
              <a:lnSpc>
                <a:spcPts val="2220"/>
              </a:lnSpc>
              <a:tabLst>
                <a:tab pos="697865" algn="l"/>
                <a:tab pos="698500" algn="l"/>
              </a:tabLst>
            </a:pPr>
            <a:r>
              <a:rPr lang="en-US" sz="2000" dirty="0">
                <a:cs typeface="Calibri"/>
              </a:rPr>
              <a:t>       4) </a:t>
            </a:r>
            <a:r>
              <a:rPr sz="2000" spc="-10" dirty="0">
                <a:cs typeface="Calibri"/>
              </a:rPr>
              <a:t>CARTESIAN</a:t>
            </a:r>
            <a:r>
              <a:rPr sz="2000" spc="-3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PRODUCT </a:t>
            </a:r>
            <a:r>
              <a:rPr sz="2000" dirty="0">
                <a:cs typeface="Calibri"/>
              </a:rPr>
              <a:t>(</a:t>
            </a:r>
            <a:r>
              <a:rPr sz="2000" spc="20" dirty="0">
                <a:cs typeface="Calibri"/>
              </a:rPr>
              <a:t> </a:t>
            </a:r>
            <a:r>
              <a:rPr sz="2000" b="1" dirty="0">
                <a:cs typeface="Calibri"/>
              </a:rPr>
              <a:t>x</a:t>
            </a:r>
            <a:r>
              <a:rPr sz="2000" b="1" spc="-10" dirty="0">
                <a:cs typeface="Calibri"/>
              </a:rPr>
              <a:t> </a:t>
            </a:r>
            <a:r>
              <a:rPr sz="2000" dirty="0">
                <a:cs typeface="Calibri"/>
              </a:rPr>
              <a:t>)</a:t>
            </a:r>
            <a:endParaRPr lang="en-US" sz="2000" dirty="0">
              <a:cs typeface="Calibri"/>
            </a:endParaRPr>
          </a:p>
          <a:p>
            <a:pPr marL="925830" lvl="2">
              <a:lnSpc>
                <a:spcPts val="1970"/>
              </a:lnSpc>
              <a:tabLst>
                <a:tab pos="1155700" algn="l"/>
                <a:tab pos="1156335" algn="l"/>
              </a:tabLst>
            </a:pPr>
            <a:endParaRPr sz="2000" dirty="0">
              <a:cs typeface="Calibri"/>
            </a:endParaRPr>
          </a:p>
          <a:p>
            <a:pPr marL="697865" lvl="1" indent="-229235">
              <a:lnSpc>
                <a:spcPts val="2220"/>
              </a:lnSpc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400" dirty="0">
                <a:solidFill>
                  <a:schemeClr val="accent2"/>
                </a:solidFill>
                <a:cs typeface="Calibri"/>
              </a:rPr>
              <a:t>Binary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Relational</a:t>
            </a:r>
            <a:r>
              <a:rPr sz="2400" spc="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Operations</a:t>
            </a:r>
            <a:endParaRPr lang="en-US" sz="2400" spc="-10" dirty="0">
              <a:solidFill>
                <a:schemeClr val="accent2"/>
              </a:solidFill>
              <a:cs typeface="Calibri"/>
            </a:endParaRPr>
          </a:p>
          <a:p>
            <a:pPr marL="468630" lvl="1">
              <a:lnSpc>
                <a:spcPts val="2220"/>
              </a:lnSpc>
              <a:tabLst>
                <a:tab pos="697865" algn="l"/>
                <a:tab pos="698500" algn="l"/>
              </a:tabLst>
            </a:pPr>
            <a:r>
              <a:rPr lang="en-US" sz="2400" spc="-10" dirty="0">
                <a:cs typeface="Calibri"/>
              </a:rPr>
              <a:t>      1) </a:t>
            </a:r>
            <a:r>
              <a:rPr sz="2000" dirty="0">
                <a:cs typeface="Calibri"/>
              </a:rPr>
              <a:t>JOIN</a:t>
            </a:r>
            <a:r>
              <a:rPr sz="2000" spc="-10" dirty="0">
                <a:cs typeface="Calibri"/>
              </a:rPr>
              <a:t> (several variations</a:t>
            </a:r>
            <a:r>
              <a:rPr sz="2000" spc="-5" dirty="0">
                <a:cs typeface="Calibri"/>
              </a:rPr>
              <a:t> of</a:t>
            </a:r>
            <a:r>
              <a:rPr sz="2000" spc="-1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JOIN</a:t>
            </a:r>
            <a:r>
              <a:rPr sz="2000" spc="-10" dirty="0">
                <a:cs typeface="Calibri"/>
              </a:rPr>
              <a:t> exist)</a:t>
            </a:r>
            <a:r>
              <a:rPr lang="en-US" sz="2000" dirty="0">
                <a:cs typeface="Calibri"/>
              </a:rPr>
              <a:t>          2) </a:t>
            </a:r>
            <a:r>
              <a:rPr sz="2000" spc="-5" dirty="0">
                <a:cs typeface="Calibri"/>
              </a:rPr>
              <a:t>DIVISIO</a:t>
            </a:r>
            <a:r>
              <a:rPr lang="en-US" sz="2000" spc="-5" dirty="0">
                <a:cs typeface="Calibri"/>
              </a:rPr>
              <a:t>N</a:t>
            </a:r>
            <a:br>
              <a:rPr lang="en-US" sz="2000" spc="-5" dirty="0">
                <a:cs typeface="Calibri"/>
              </a:rPr>
            </a:br>
            <a:endParaRPr sz="2000" dirty="0">
              <a:cs typeface="Calibri"/>
            </a:endParaRPr>
          </a:p>
          <a:p>
            <a:pPr marL="697865" lvl="1" indent="-229235">
              <a:lnSpc>
                <a:spcPts val="2220"/>
              </a:lnSpc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400" dirty="0">
                <a:solidFill>
                  <a:schemeClr val="accent2"/>
                </a:solidFill>
                <a:cs typeface="Calibri"/>
              </a:rPr>
              <a:t>Additional</a:t>
            </a:r>
            <a:r>
              <a:rPr sz="2400" spc="-2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Relational</a:t>
            </a:r>
            <a:r>
              <a:rPr sz="2400" spc="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Operations</a:t>
            </a:r>
            <a:endParaRPr sz="2400" dirty="0">
              <a:solidFill>
                <a:schemeClr val="accent2"/>
              </a:solidFill>
              <a:cs typeface="Calibri"/>
            </a:endParaRPr>
          </a:p>
          <a:p>
            <a:pPr marL="1383030" lvl="2" indent="-457200">
              <a:lnSpc>
                <a:spcPts val="2014"/>
              </a:lnSpc>
              <a:buAutoNum type="arabicParenR"/>
              <a:tabLst>
                <a:tab pos="1155700" algn="l"/>
                <a:tab pos="1156335" algn="l"/>
              </a:tabLst>
            </a:pPr>
            <a:r>
              <a:rPr sz="2000" spc="-5" dirty="0">
                <a:cs typeface="Calibri"/>
              </a:rPr>
              <a:t>OUTER</a:t>
            </a:r>
            <a:r>
              <a:rPr sz="2000" spc="-50" dirty="0">
                <a:cs typeface="Calibri"/>
              </a:rPr>
              <a:t> </a:t>
            </a:r>
            <a:r>
              <a:rPr sz="2000" dirty="0">
                <a:cs typeface="Calibri"/>
              </a:rPr>
              <a:t>JOINS</a:t>
            </a:r>
            <a:r>
              <a:rPr lang="en-US" sz="2000" dirty="0">
                <a:cs typeface="Calibri"/>
              </a:rPr>
              <a:t>       </a:t>
            </a:r>
          </a:p>
          <a:p>
            <a:pPr marL="925830" lvl="2">
              <a:lnSpc>
                <a:spcPts val="2014"/>
              </a:lnSpc>
              <a:tabLst>
                <a:tab pos="1155700" algn="l"/>
                <a:tab pos="1156335" algn="l"/>
              </a:tabLst>
            </a:pPr>
            <a:r>
              <a:rPr lang="en-US" sz="2000" dirty="0">
                <a:cs typeface="Calibri"/>
              </a:rPr>
              <a:t>2) </a:t>
            </a:r>
            <a:r>
              <a:rPr sz="2000" spc="-25" dirty="0">
                <a:cs typeface="Calibri"/>
              </a:rPr>
              <a:t>AGGREGATE </a:t>
            </a:r>
            <a:r>
              <a:rPr sz="2000" spc="-5" dirty="0">
                <a:cs typeface="Calibri"/>
              </a:rPr>
              <a:t>FUNCTIONS</a:t>
            </a:r>
            <a:r>
              <a:rPr sz="2000" spc="-2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(These</a:t>
            </a:r>
            <a:r>
              <a:rPr sz="2000" spc="1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compute</a:t>
            </a:r>
            <a:r>
              <a:rPr sz="2000" spc="10" dirty="0">
                <a:cs typeface="Calibri"/>
              </a:rPr>
              <a:t> </a:t>
            </a:r>
            <a:r>
              <a:rPr sz="2000" dirty="0">
                <a:cs typeface="Calibri"/>
              </a:rPr>
              <a:t>summary</a:t>
            </a:r>
            <a:r>
              <a:rPr sz="2000" spc="-1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of </a:t>
            </a:r>
            <a:r>
              <a:rPr sz="200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information:</a:t>
            </a:r>
            <a:r>
              <a:rPr sz="2000" spc="10" dirty="0">
                <a:cs typeface="Calibri"/>
              </a:rPr>
              <a:t> </a:t>
            </a:r>
            <a:r>
              <a:rPr sz="2000" spc="-15" dirty="0">
                <a:cs typeface="Calibri"/>
              </a:rPr>
              <a:t>for </a:t>
            </a:r>
            <a:r>
              <a:rPr sz="2000" spc="-10" dirty="0">
                <a:cs typeface="Calibri"/>
              </a:rPr>
              <a:t>example,</a:t>
            </a:r>
            <a:r>
              <a:rPr sz="2000" spc="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SUM,</a:t>
            </a:r>
            <a:r>
              <a:rPr sz="2000" spc="-25" dirty="0">
                <a:cs typeface="Calibri"/>
              </a:rPr>
              <a:t> </a:t>
            </a:r>
            <a:r>
              <a:rPr sz="2000" spc="-35" dirty="0">
                <a:cs typeface="Calibri"/>
              </a:rPr>
              <a:t>COUNT,</a:t>
            </a:r>
            <a:r>
              <a:rPr sz="2000" spc="-10" dirty="0">
                <a:cs typeface="Calibri"/>
              </a:rPr>
              <a:t> </a:t>
            </a:r>
            <a:r>
              <a:rPr sz="2000" spc="-25" dirty="0">
                <a:cs typeface="Calibri"/>
              </a:rPr>
              <a:t>AVG,</a:t>
            </a:r>
            <a:r>
              <a:rPr sz="2000" spc="-10" dirty="0">
                <a:cs typeface="Calibri"/>
              </a:rPr>
              <a:t> </a:t>
            </a:r>
            <a:r>
              <a:rPr sz="2000" dirty="0">
                <a:cs typeface="Calibri"/>
              </a:rPr>
              <a:t>MIN, MAX)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5771" y="959068"/>
            <a:ext cx="9611512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chemeClr val="tx1"/>
                </a:solidFill>
                <a:latin typeface="Calibri"/>
                <a:cs typeface="Calibri"/>
              </a:rPr>
              <a:t>Database</a:t>
            </a:r>
            <a:r>
              <a:rPr b="1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chemeClr val="tx1"/>
                </a:solidFill>
                <a:latin typeface="Calibri"/>
                <a:cs typeface="Calibri"/>
              </a:rPr>
              <a:t>State</a:t>
            </a:r>
            <a:r>
              <a:rPr b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chemeClr val="tx1"/>
                </a:solidFill>
                <a:latin typeface="Calibri"/>
                <a:cs typeface="Calibri"/>
              </a:rPr>
              <a:t>for</a:t>
            </a:r>
            <a:r>
              <a:rPr b="1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1" spc="-35" dirty="0">
                <a:solidFill>
                  <a:schemeClr val="tx1"/>
                </a:solidFill>
                <a:latin typeface="Calibri"/>
                <a:cs typeface="Calibri"/>
              </a:rPr>
              <a:t>COMPANY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5770" y="1753235"/>
            <a:ext cx="9720551" cy="33900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marR="5080" indent="-228600">
              <a:lnSpc>
                <a:spcPts val="2180"/>
              </a:lnSpc>
              <a:spcBef>
                <a:spcPts val="360"/>
              </a:spcBef>
              <a:buFont typeface="Microsoft Sans Serif"/>
              <a:buChar char="•"/>
              <a:tabLst>
                <a:tab pos="240665" algn="l"/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-10" dirty="0">
                <a:latin typeface="Calibri"/>
                <a:cs typeface="Calibri"/>
              </a:rPr>
              <a:t> examples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discussed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below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refer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COMPANY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database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shown </a:t>
            </a:r>
            <a:r>
              <a:rPr sz="2400" spc="-43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here.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2751" y="2092239"/>
            <a:ext cx="5995416" cy="44516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801" y="930138"/>
            <a:ext cx="10324398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  <a:latin typeface="Calibri"/>
                <a:cs typeface="Calibri"/>
              </a:rPr>
              <a:t>Unary</a:t>
            </a:r>
            <a:r>
              <a:rPr b="1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bri"/>
                <a:cs typeface="Calibri"/>
              </a:rPr>
              <a:t>Relational</a:t>
            </a:r>
            <a:r>
              <a:rPr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bri"/>
                <a:cs typeface="Calibri"/>
              </a:rPr>
              <a:t>Operations:</a:t>
            </a:r>
            <a:r>
              <a:rPr b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bri"/>
                <a:cs typeface="Calibri"/>
              </a:rPr>
              <a:t>SELECT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3801" y="1682267"/>
            <a:ext cx="10324398" cy="3787896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54000" marR="313055" indent="-228600">
              <a:lnSpc>
                <a:spcPct val="91500"/>
              </a:lnSpc>
              <a:spcBef>
                <a:spcPts val="380"/>
              </a:spcBef>
              <a:buFont typeface="Microsoft Sans Serif"/>
              <a:buChar char="•"/>
              <a:tabLst>
                <a:tab pos="253365" algn="l"/>
                <a:tab pos="254000" algn="l"/>
              </a:tabLst>
            </a:pPr>
            <a:r>
              <a:rPr sz="2400" spc="-5" dirty="0">
                <a:cs typeface="Calibri"/>
              </a:rPr>
              <a:t>The SELECT</a:t>
            </a:r>
            <a:r>
              <a:rPr sz="2400" spc="-3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operation </a:t>
            </a:r>
            <a:r>
              <a:rPr sz="2400" spc="-5" dirty="0">
                <a:cs typeface="Calibri"/>
              </a:rPr>
              <a:t>(denoted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by </a:t>
            </a:r>
            <a:r>
              <a:rPr sz="2400" b="1" spc="-85" dirty="0">
                <a:cs typeface="Arial"/>
              </a:rPr>
              <a:t>σ</a:t>
            </a:r>
            <a:r>
              <a:rPr sz="2400" b="1" spc="-320" dirty="0">
                <a:cs typeface="Arial"/>
              </a:rPr>
              <a:t> </a:t>
            </a:r>
            <a:r>
              <a:rPr sz="2400" spc="-5" dirty="0">
                <a:cs typeface="Calibri"/>
              </a:rPr>
              <a:t>(sigma))</a:t>
            </a:r>
            <a:r>
              <a:rPr sz="2400" spc="10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1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used</a:t>
            </a:r>
            <a:r>
              <a:rPr sz="2400" spc="-10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to </a:t>
            </a:r>
            <a:r>
              <a:rPr sz="2400" spc="-434" dirty="0">
                <a:cs typeface="Calibri"/>
              </a:rPr>
              <a:t> </a:t>
            </a:r>
            <a:r>
              <a:rPr sz="2400" spc="-5" dirty="0">
                <a:cs typeface="Calibri"/>
              </a:rPr>
              <a:t>select</a:t>
            </a:r>
            <a:r>
              <a:rPr sz="2400" spc="15" dirty="0">
                <a:cs typeface="Calibri"/>
              </a:rPr>
              <a:t> </a:t>
            </a:r>
            <a:r>
              <a:rPr sz="2400" dirty="0">
                <a:cs typeface="Calibri"/>
              </a:rPr>
              <a:t>a </a:t>
            </a:r>
            <a:r>
              <a:rPr sz="2400" i="1" spc="-5" dirty="0">
                <a:cs typeface="Calibri"/>
              </a:rPr>
              <a:t>subset</a:t>
            </a:r>
            <a:r>
              <a:rPr sz="2400" i="1" spc="-3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</a:t>
            </a:r>
            <a:r>
              <a:rPr sz="2400" spc="-10" dirty="0">
                <a:cs typeface="Calibri"/>
              </a:rPr>
              <a:t> </a:t>
            </a:r>
            <a:r>
              <a:rPr sz="2400" dirty="0">
                <a:cs typeface="Calibri"/>
              </a:rPr>
              <a:t>the tuples </a:t>
            </a:r>
            <a:r>
              <a:rPr sz="2400" spc="-15" dirty="0">
                <a:cs typeface="Calibri"/>
              </a:rPr>
              <a:t>from</a:t>
            </a:r>
            <a:r>
              <a:rPr sz="2400" spc="-5" dirty="0">
                <a:cs typeface="Calibri"/>
              </a:rPr>
              <a:t> </a:t>
            </a:r>
            <a:r>
              <a:rPr sz="2400" dirty="0">
                <a:cs typeface="Calibri"/>
              </a:rPr>
              <a:t>a </a:t>
            </a:r>
            <a:r>
              <a:rPr sz="2400" spc="-10" dirty="0">
                <a:cs typeface="Calibri"/>
              </a:rPr>
              <a:t>relation</a:t>
            </a:r>
            <a:r>
              <a:rPr sz="2400" spc="1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based on</a:t>
            </a:r>
            <a:r>
              <a:rPr sz="2400" spc="-15" dirty="0">
                <a:cs typeface="Calibri"/>
              </a:rPr>
              <a:t> </a:t>
            </a:r>
            <a:r>
              <a:rPr sz="2400" dirty="0">
                <a:cs typeface="Calibri"/>
              </a:rPr>
              <a:t>a </a:t>
            </a:r>
            <a:r>
              <a:rPr sz="2400" b="1" dirty="0">
                <a:cs typeface="Calibri"/>
              </a:rPr>
              <a:t>selection</a:t>
            </a:r>
            <a:r>
              <a:rPr sz="2400" b="1" spc="-35" dirty="0">
                <a:cs typeface="Calibri"/>
              </a:rPr>
              <a:t> </a:t>
            </a:r>
            <a:r>
              <a:rPr sz="2400" b="1" dirty="0">
                <a:cs typeface="Calibri"/>
              </a:rPr>
              <a:t>condition</a:t>
            </a:r>
            <a:r>
              <a:rPr sz="2400" dirty="0">
                <a:cs typeface="Calibri"/>
              </a:rPr>
              <a:t>.</a:t>
            </a:r>
          </a:p>
          <a:p>
            <a:pPr marL="710565" lvl="1" indent="-228600">
              <a:spcBef>
                <a:spcPts val="220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5" dirty="0">
                <a:cs typeface="Calibri"/>
              </a:rPr>
              <a:t>The</a:t>
            </a:r>
            <a:r>
              <a:rPr sz="200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selection</a:t>
            </a:r>
            <a:r>
              <a:rPr sz="2000" spc="-10" dirty="0">
                <a:cs typeface="Calibri"/>
              </a:rPr>
              <a:t> condition </a:t>
            </a:r>
            <a:r>
              <a:rPr sz="2000" spc="-5" dirty="0">
                <a:cs typeface="Calibri"/>
              </a:rPr>
              <a:t>acts</a:t>
            </a:r>
            <a:r>
              <a:rPr sz="2000" spc="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as a</a:t>
            </a:r>
            <a:r>
              <a:rPr sz="2000" spc="10" dirty="0">
                <a:cs typeface="Calibri"/>
              </a:rPr>
              <a:t> </a:t>
            </a:r>
            <a:r>
              <a:rPr sz="2000" b="1" spc="-15" dirty="0">
                <a:cs typeface="Calibri"/>
              </a:rPr>
              <a:t>filter</a:t>
            </a:r>
            <a:endParaRPr sz="2000" dirty="0">
              <a:cs typeface="Calibri"/>
            </a:endParaRPr>
          </a:p>
          <a:p>
            <a:pPr marL="710565" marR="17780" lvl="1" indent="-228600">
              <a:lnSpc>
                <a:spcPts val="2400"/>
              </a:lnSpc>
              <a:spcBef>
                <a:spcPts val="500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15" dirty="0">
                <a:cs typeface="Calibri"/>
              </a:rPr>
              <a:t>Keeps</a:t>
            </a:r>
            <a:r>
              <a:rPr sz="2000" spc="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only</a:t>
            </a:r>
            <a:r>
              <a:rPr sz="200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those</a:t>
            </a:r>
            <a:r>
              <a:rPr sz="2000" spc="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tuples</a:t>
            </a:r>
            <a:r>
              <a:rPr sz="2000" spc="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that</a:t>
            </a:r>
            <a:r>
              <a:rPr sz="200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satisfy</a:t>
            </a:r>
            <a:r>
              <a:rPr sz="2000" spc="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the</a:t>
            </a:r>
            <a:r>
              <a:rPr sz="2000" spc="1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qualifying </a:t>
            </a:r>
            <a:r>
              <a:rPr sz="2000" spc="-484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condition</a:t>
            </a:r>
            <a:endParaRPr sz="2000" dirty="0">
              <a:cs typeface="Calibri"/>
            </a:endParaRPr>
          </a:p>
          <a:p>
            <a:pPr marL="710565" marR="227965" lvl="1" indent="-228600">
              <a:lnSpc>
                <a:spcPct val="90300"/>
              </a:lnSpc>
              <a:spcBef>
                <a:spcPts val="430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000" spc="-30" dirty="0">
                <a:cs typeface="Calibri"/>
              </a:rPr>
              <a:t>Tuples</a:t>
            </a:r>
            <a:r>
              <a:rPr sz="200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satisfying</a:t>
            </a:r>
            <a:r>
              <a:rPr sz="2000" spc="-5" dirty="0">
                <a:cs typeface="Calibri"/>
              </a:rPr>
              <a:t> the</a:t>
            </a:r>
            <a:r>
              <a:rPr sz="200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condition</a:t>
            </a:r>
            <a:r>
              <a:rPr sz="2000" spc="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are</a:t>
            </a:r>
            <a:r>
              <a:rPr sz="2000" spc="15" dirty="0">
                <a:cs typeface="Calibri"/>
              </a:rPr>
              <a:t> </a:t>
            </a:r>
            <a:r>
              <a:rPr sz="2000" i="1" spc="-10" dirty="0">
                <a:cs typeface="Calibri"/>
              </a:rPr>
              <a:t>selected </a:t>
            </a:r>
            <a:r>
              <a:rPr sz="2000" i="1" spc="-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whereas</a:t>
            </a:r>
            <a:r>
              <a:rPr sz="2000" spc="1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the</a:t>
            </a:r>
            <a:r>
              <a:rPr sz="200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other tuples</a:t>
            </a:r>
            <a:r>
              <a:rPr sz="2000" spc="1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are</a:t>
            </a:r>
            <a:r>
              <a:rPr sz="200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discarded (</a:t>
            </a:r>
            <a:r>
              <a:rPr sz="2000" i="1" spc="-10" dirty="0">
                <a:cs typeface="Calibri"/>
              </a:rPr>
              <a:t>filtered </a:t>
            </a:r>
            <a:r>
              <a:rPr sz="2000" i="1" spc="-484" dirty="0">
                <a:cs typeface="Calibri"/>
              </a:rPr>
              <a:t> </a:t>
            </a:r>
            <a:r>
              <a:rPr sz="2000" i="1" spc="-10" dirty="0">
                <a:cs typeface="Calibri"/>
              </a:rPr>
              <a:t>out</a:t>
            </a:r>
            <a:r>
              <a:rPr sz="2000" spc="-10" dirty="0">
                <a:cs typeface="Calibri"/>
              </a:rPr>
              <a:t>)</a:t>
            </a:r>
            <a:endParaRPr sz="2000" dirty="0">
              <a:cs typeface="Calibri"/>
            </a:endParaRPr>
          </a:p>
          <a:p>
            <a:pPr marL="254000" indent="-228600">
              <a:spcBef>
                <a:spcPts val="775"/>
              </a:spcBef>
              <a:buFont typeface="Microsoft Sans Serif"/>
              <a:buChar char="•"/>
              <a:tabLst>
                <a:tab pos="253365" algn="l"/>
                <a:tab pos="254000" algn="l"/>
              </a:tabLst>
            </a:pPr>
            <a:r>
              <a:rPr sz="2400" spc="-5" dirty="0">
                <a:cs typeface="Calibri"/>
              </a:rPr>
              <a:t>Examples:</a:t>
            </a:r>
            <a:endParaRPr sz="2400" dirty="0">
              <a:cs typeface="Calibri"/>
            </a:endParaRPr>
          </a:p>
          <a:p>
            <a:pPr marL="710565" lvl="1" indent="-228600">
              <a:lnSpc>
                <a:spcPts val="2295"/>
              </a:lnSpc>
              <a:spcBef>
                <a:spcPts val="240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400" spc="-5" dirty="0">
                <a:cs typeface="Calibri"/>
              </a:rPr>
              <a:t>Select</a:t>
            </a:r>
            <a:r>
              <a:rPr sz="2400" spc="1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10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EMPLOYEE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tuples</a:t>
            </a:r>
            <a:r>
              <a:rPr sz="2400" spc="-10" dirty="0">
                <a:cs typeface="Calibri"/>
              </a:rPr>
              <a:t> </a:t>
            </a:r>
            <a:r>
              <a:rPr sz="2400" dirty="0">
                <a:cs typeface="Calibri"/>
              </a:rPr>
              <a:t>whose</a:t>
            </a:r>
            <a:r>
              <a:rPr sz="2400" spc="-5" dirty="0">
                <a:cs typeface="Calibri"/>
              </a:rPr>
              <a:t> department</a:t>
            </a:r>
            <a:r>
              <a:rPr lang="en-US" sz="2400" spc="-5" dirty="0">
                <a:cs typeface="Calibri"/>
              </a:rPr>
              <a:t> </a:t>
            </a:r>
            <a:r>
              <a:rPr sz="2400" dirty="0">
                <a:cs typeface="Calibri"/>
              </a:rPr>
              <a:t>number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20" dirty="0">
                <a:cs typeface="Calibri"/>
              </a:rPr>
              <a:t> </a:t>
            </a:r>
            <a:r>
              <a:rPr sz="2400" dirty="0">
                <a:cs typeface="Calibri"/>
              </a:rPr>
              <a:t>4</a:t>
            </a:r>
            <a:r>
              <a:rPr sz="3200" b="1" dirty="0">
                <a:cs typeface="Calibri"/>
              </a:rPr>
              <a:t>:</a:t>
            </a:r>
            <a:r>
              <a:rPr lang="en-US" sz="3200" b="1" dirty="0">
                <a:cs typeface="Calibri"/>
              </a:rPr>
              <a:t>    </a:t>
            </a:r>
          </a:p>
          <a:p>
            <a:pPr marL="481965" lvl="1">
              <a:lnSpc>
                <a:spcPts val="2295"/>
              </a:lnSpc>
              <a:spcBef>
                <a:spcPts val="240"/>
              </a:spcBef>
              <a:tabLst>
                <a:tab pos="710565" algn="l"/>
                <a:tab pos="711200" algn="l"/>
              </a:tabLst>
            </a:pPr>
            <a:r>
              <a:rPr lang="en-US" sz="3200" b="1" dirty="0">
                <a:cs typeface="Calibri"/>
              </a:rPr>
              <a:t>                        </a:t>
            </a:r>
            <a:r>
              <a:rPr lang="el-GR" sz="3600" b="1" spc="-85" dirty="0">
                <a:cs typeface="Arial"/>
              </a:rPr>
              <a:t>σ</a:t>
            </a:r>
            <a:r>
              <a:rPr sz="2800" b="1" spc="-320" dirty="0">
                <a:cs typeface="Arial"/>
              </a:rPr>
              <a:t> </a:t>
            </a:r>
            <a:r>
              <a:rPr sz="2800" b="1" spc="22" baseline="-21367" dirty="0">
                <a:cs typeface="Calibri"/>
              </a:rPr>
              <a:t>DN</a:t>
            </a:r>
            <a:r>
              <a:rPr sz="2800" b="1" spc="30" baseline="-21367" dirty="0">
                <a:cs typeface="Calibri"/>
              </a:rPr>
              <a:t>O</a:t>
            </a:r>
            <a:r>
              <a:rPr sz="2800" b="1" spc="15" baseline="-21367" dirty="0">
                <a:cs typeface="Calibri"/>
              </a:rPr>
              <a:t> </a:t>
            </a:r>
            <a:r>
              <a:rPr sz="2800" b="1" spc="22" baseline="-21367" dirty="0">
                <a:cs typeface="Calibri"/>
              </a:rPr>
              <a:t>=</a:t>
            </a:r>
            <a:r>
              <a:rPr sz="2800" b="1" baseline="-21367" dirty="0">
                <a:cs typeface="Calibri"/>
              </a:rPr>
              <a:t> </a:t>
            </a:r>
            <a:r>
              <a:rPr sz="2800" b="1" spc="22" baseline="-21367" dirty="0">
                <a:cs typeface="Calibri"/>
              </a:rPr>
              <a:t>4</a:t>
            </a:r>
            <a:r>
              <a:rPr sz="2800" b="1" baseline="-21367" dirty="0">
                <a:cs typeface="Calibri"/>
              </a:rPr>
              <a:t> </a:t>
            </a:r>
            <a:r>
              <a:rPr sz="2800" b="1" spc="-202" baseline="-21367" dirty="0">
                <a:cs typeface="Calibri"/>
              </a:rPr>
              <a:t> </a:t>
            </a:r>
            <a:r>
              <a:rPr sz="2800" b="1" spc="-5" dirty="0">
                <a:cs typeface="Calibri"/>
              </a:rPr>
              <a:t>(</a:t>
            </a:r>
            <a:r>
              <a:rPr sz="2800" b="1" spc="5" dirty="0">
                <a:cs typeface="Calibri"/>
              </a:rPr>
              <a:t>E</a:t>
            </a:r>
            <a:r>
              <a:rPr sz="2800" b="1" dirty="0">
                <a:cs typeface="Calibri"/>
              </a:rPr>
              <a:t>MP</a:t>
            </a:r>
            <a:r>
              <a:rPr sz="2800" b="1" spc="-50" dirty="0">
                <a:cs typeface="Calibri"/>
              </a:rPr>
              <a:t>L</a:t>
            </a:r>
            <a:r>
              <a:rPr sz="2800" b="1" spc="-45" dirty="0">
                <a:cs typeface="Calibri"/>
              </a:rPr>
              <a:t>O</a:t>
            </a:r>
            <a:r>
              <a:rPr sz="2800" b="1" spc="-5" dirty="0">
                <a:cs typeface="Calibri"/>
              </a:rPr>
              <a:t>YE</a:t>
            </a:r>
            <a:r>
              <a:rPr sz="2800" b="1" spc="5" dirty="0">
                <a:cs typeface="Calibri"/>
              </a:rPr>
              <a:t>E</a:t>
            </a:r>
            <a:r>
              <a:rPr sz="2800" b="1" dirty="0">
                <a:cs typeface="Calibri"/>
              </a:rPr>
              <a:t>)</a:t>
            </a:r>
            <a:endParaRPr lang="en-US" sz="2800" b="1" dirty="0">
              <a:cs typeface="Calibri"/>
            </a:endParaRPr>
          </a:p>
          <a:p>
            <a:pPr marL="710565">
              <a:lnSpc>
                <a:spcPts val="2295"/>
              </a:lnSpc>
            </a:pPr>
            <a:endParaRPr sz="2800" b="1" dirty="0">
              <a:cs typeface="Calibri"/>
            </a:endParaRPr>
          </a:p>
          <a:p>
            <a:pPr marL="710565" lvl="1" indent="-228600">
              <a:lnSpc>
                <a:spcPts val="2290"/>
              </a:lnSpc>
              <a:spcBef>
                <a:spcPts val="295"/>
              </a:spcBef>
              <a:buFont typeface="Microsoft Sans Serif"/>
              <a:buChar char="•"/>
              <a:tabLst>
                <a:tab pos="710565" algn="l"/>
                <a:tab pos="711200" algn="l"/>
              </a:tabLst>
            </a:pPr>
            <a:r>
              <a:rPr sz="2400" spc="-5" dirty="0">
                <a:cs typeface="Calibri"/>
              </a:rPr>
              <a:t>Select</a:t>
            </a:r>
            <a:r>
              <a:rPr sz="2400" spc="5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employee </a:t>
            </a:r>
            <a:r>
              <a:rPr sz="2400" dirty="0">
                <a:cs typeface="Calibri"/>
              </a:rPr>
              <a:t>tuples whose</a:t>
            </a:r>
            <a:r>
              <a:rPr sz="2400" spc="-2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salary</a:t>
            </a:r>
            <a:r>
              <a:rPr sz="2400" spc="15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10" dirty="0">
                <a:cs typeface="Calibri"/>
              </a:rPr>
              <a:t> greater</a:t>
            </a:r>
            <a:r>
              <a:rPr lang="en-US" sz="2400" spc="-10" dirty="0">
                <a:cs typeface="Calibri"/>
              </a:rPr>
              <a:t> t</a:t>
            </a:r>
            <a:r>
              <a:rPr sz="2400" dirty="0">
                <a:cs typeface="Calibri"/>
              </a:rPr>
              <a:t>han</a:t>
            </a:r>
            <a:r>
              <a:rPr sz="2400" spc="-30" dirty="0">
                <a:cs typeface="Calibri"/>
              </a:rPr>
              <a:t> </a:t>
            </a:r>
            <a:r>
              <a:rPr sz="2400" dirty="0">
                <a:cs typeface="Calibri"/>
              </a:rPr>
              <a:t>$30,000: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58975" y="5361681"/>
            <a:ext cx="411553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6000" b="1" spc="-127" baseline="9920" dirty="0">
                <a:cs typeface="Arial"/>
              </a:rPr>
              <a:t>σ</a:t>
            </a:r>
            <a:r>
              <a:rPr sz="2800" b="1" spc="-480" baseline="9920" dirty="0">
                <a:cs typeface="Arial"/>
              </a:rPr>
              <a:t> </a:t>
            </a:r>
            <a:r>
              <a:rPr b="1" spc="-5" dirty="0">
                <a:cs typeface="Calibri"/>
              </a:rPr>
              <a:t>S</a:t>
            </a:r>
            <a:r>
              <a:rPr b="1" spc="15" dirty="0">
                <a:cs typeface="Calibri"/>
              </a:rPr>
              <a:t>ALA</a:t>
            </a:r>
            <a:r>
              <a:rPr b="1" spc="-15" dirty="0">
                <a:cs typeface="Calibri"/>
              </a:rPr>
              <a:t>R</a:t>
            </a:r>
            <a:r>
              <a:rPr b="1" spc="15" dirty="0">
                <a:cs typeface="Calibri"/>
              </a:rPr>
              <a:t>Y</a:t>
            </a:r>
            <a:r>
              <a:rPr b="1" spc="25" dirty="0">
                <a:cs typeface="Calibri"/>
              </a:rPr>
              <a:t> </a:t>
            </a:r>
            <a:r>
              <a:rPr b="1" spc="15" dirty="0">
                <a:cs typeface="Calibri"/>
              </a:rPr>
              <a:t>&gt;</a:t>
            </a:r>
            <a:r>
              <a:rPr b="1" dirty="0">
                <a:cs typeface="Calibri"/>
              </a:rPr>
              <a:t> </a:t>
            </a:r>
            <a:r>
              <a:rPr b="1" spc="15" dirty="0">
                <a:cs typeface="Calibri"/>
              </a:rPr>
              <a:t>3</a:t>
            </a:r>
            <a:r>
              <a:rPr b="1" spc="5" dirty="0">
                <a:cs typeface="Calibri"/>
              </a:rPr>
              <a:t>0</a:t>
            </a:r>
            <a:r>
              <a:rPr b="1" spc="10" dirty="0">
                <a:cs typeface="Calibri"/>
              </a:rPr>
              <a:t>,000</a:t>
            </a:r>
            <a:r>
              <a:rPr b="1" dirty="0">
                <a:cs typeface="Calibri"/>
              </a:rPr>
              <a:t> </a:t>
            </a:r>
            <a:r>
              <a:rPr b="1" spc="-130" dirty="0">
                <a:cs typeface="Calibri"/>
              </a:rPr>
              <a:t> </a:t>
            </a:r>
            <a:r>
              <a:rPr sz="4400" b="1" spc="-7" baseline="13888" dirty="0">
                <a:cs typeface="Calibri"/>
              </a:rPr>
              <a:t>(</a:t>
            </a:r>
            <a:r>
              <a:rPr sz="4400" b="1" spc="7" baseline="13888" dirty="0">
                <a:cs typeface="Calibri"/>
              </a:rPr>
              <a:t>E</a:t>
            </a:r>
            <a:r>
              <a:rPr sz="4400" b="1" baseline="13888" dirty="0">
                <a:cs typeface="Calibri"/>
              </a:rPr>
              <a:t>MP</a:t>
            </a:r>
            <a:r>
              <a:rPr sz="4400" b="1" spc="-82" baseline="13888" dirty="0">
                <a:cs typeface="Calibri"/>
              </a:rPr>
              <a:t>L</a:t>
            </a:r>
            <a:r>
              <a:rPr sz="4400" b="1" spc="-67" baseline="13888" dirty="0">
                <a:cs typeface="Calibri"/>
              </a:rPr>
              <a:t>O</a:t>
            </a:r>
            <a:r>
              <a:rPr sz="4400" b="1" spc="-7" baseline="13888" dirty="0">
                <a:cs typeface="Calibri"/>
              </a:rPr>
              <a:t>YE</a:t>
            </a:r>
            <a:r>
              <a:rPr sz="4400" b="1" spc="7" baseline="13888" dirty="0">
                <a:cs typeface="Calibri"/>
              </a:rPr>
              <a:t>E</a:t>
            </a:r>
            <a:r>
              <a:rPr sz="4400" b="1" baseline="13888" dirty="0">
                <a:cs typeface="Calibri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4F90-433D-2057-99FE-62FAF3955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Calibri"/>
                <a:cs typeface="Calibri"/>
              </a:rPr>
              <a:t>Unary </a:t>
            </a:r>
            <a:r>
              <a:rPr lang="en-US" sz="4800" b="1" spc="-10" dirty="0">
                <a:solidFill>
                  <a:schemeClr val="tx1"/>
                </a:solidFill>
                <a:latin typeface="Calibri"/>
                <a:cs typeface="Calibri"/>
              </a:rPr>
              <a:t>Relational</a:t>
            </a:r>
            <a:r>
              <a:rPr lang="en-US" sz="4800" b="1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4800" b="1" spc="-15" dirty="0">
                <a:solidFill>
                  <a:schemeClr val="tx1"/>
                </a:solidFill>
                <a:latin typeface="Calibri"/>
                <a:cs typeface="Calibri"/>
              </a:rPr>
              <a:t>Operations: </a:t>
            </a:r>
            <a:r>
              <a:rPr lang="en-US" sz="4800" b="1" spc="-10" dirty="0">
                <a:solidFill>
                  <a:schemeClr val="tx1"/>
                </a:solidFill>
                <a:latin typeface="Calibri"/>
                <a:cs typeface="Calibri"/>
              </a:rPr>
              <a:t>SELECT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C41A0-B3FF-7DEC-396A-132754901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57" y="1845734"/>
            <a:ext cx="10877265" cy="4023360"/>
          </a:xfrm>
        </p:spPr>
        <p:txBody>
          <a:bodyPr>
            <a:noAutofit/>
          </a:bodyPr>
          <a:lstStyle/>
          <a:p>
            <a:pPr marL="7112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In general, the select operation is denoted by </a:t>
            </a:r>
            <a:r>
              <a:rPr lang="en-US" sz="3200" b="1" dirty="0">
                <a:solidFill>
                  <a:schemeClr val="tx1"/>
                </a:solidFill>
              </a:rPr>
              <a:t>σ </a:t>
            </a:r>
            <a:r>
              <a:rPr lang="en-US" sz="2400" b="1" dirty="0">
                <a:solidFill>
                  <a:schemeClr val="tx1"/>
                </a:solidFill>
              </a:rPr>
              <a:t>&lt;selection condition&gt;</a:t>
            </a:r>
            <a:r>
              <a:rPr lang="en-US" sz="3200" b="1" dirty="0">
                <a:solidFill>
                  <a:schemeClr val="tx1"/>
                </a:solidFill>
              </a:rPr>
              <a:t>(R)  </a:t>
            </a:r>
            <a:r>
              <a:rPr lang="en-US" sz="2800" dirty="0">
                <a:solidFill>
                  <a:schemeClr val="tx1"/>
                </a:solidFill>
              </a:rPr>
              <a:t>where the symbol σ (sigma) is used to denote the select operator. 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 selection condition is a Boolean (conditional) expression specified on the attributes of relation R 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Tuples that make the condition true are selected </a:t>
            </a:r>
          </a:p>
          <a:p>
            <a:pPr marL="1552448" lvl="4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appear in the result of the operation T</a:t>
            </a:r>
          </a:p>
          <a:p>
            <a:pPr marL="7112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Tuples that make the condition false are filtered out </a:t>
            </a:r>
          </a:p>
          <a:p>
            <a:pPr marL="1552448" lvl="4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discarded from the result of the operation</a:t>
            </a:r>
          </a:p>
          <a:p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370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010" y="430489"/>
            <a:ext cx="928659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235" dirty="0"/>
              <a:t>Select</a:t>
            </a:r>
            <a:r>
              <a:rPr b="1" spc="-155" dirty="0"/>
              <a:t> </a:t>
            </a:r>
            <a:r>
              <a:rPr b="1" spc="300" dirty="0"/>
              <a:t>Operation</a:t>
            </a:r>
            <a:r>
              <a:rPr b="1" spc="-160" dirty="0"/>
              <a:t> </a:t>
            </a:r>
            <a:r>
              <a:rPr b="1" spc="225" dirty="0"/>
              <a:t>(Continue)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393684"/>
              </p:ext>
            </p:extLst>
          </p:nvPr>
        </p:nvGraphicFramePr>
        <p:xfrm>
          <a:off x="798010" y="1256231"/>
          <a:ext cx="6555105" cy="34904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5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5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183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BRANCH_NAME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1FC325"/>
                      </a:solidFill>
                      <a:prstDash val="solid"/>
                    </a:lnL>
                    <a:lnR w="9525">
                      <a:solidFill>
                        <a:srgbClr val="1FC325"/>
                      </a:solidFill>
                      <a:prstDash val="solid"/>
                    </a:lnR>
                    <a:lnT w="9525">
                      <a:solidFill>
                        <a:srgbClr val="1FC325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LOAN_NO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1FC325"/>
                      </a:solidFill>
                      <a:prstDash val="solid"/>
                    </a:lnL>
                    <a:lnR w="9525">
                      <a:solidFill>
                        <a:srgbClr val="1FC325"/>
                      </a:solidFill>
                      <a:prstDash val="solid"/>
                    </a:lnR>
                    <a:lnT w="9525">
                      <a:solidFill>
                        <a:srgbClr val="1FC325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AMOUNT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1FC325"/>
                      </a:solidFill>
                      <a:prstDash val="solid"/>
                    </a:lnL>
                    <a:lnR w="9525">
                      <a:solidFill>
                        <a:srgbClr val="1FC325"/>
                      </a:solidFill>
                      <a:prstDash val="solid"/>
                    </a:lnR>
                    <a:lnT w="9525">
                      <a:solidFill>
                        <a:srgbClr val="1FC325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95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Downtown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Redwood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L-23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Perryride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Downtown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Mianus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500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Roundhill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7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900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Perryride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1300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690057"/>
              </p:ext>
            </p:extLst>
          </p:nvPr>
        </p:nvGraphicFramePr>
        <p:xfrm>
          <a:off x="5143500" y="5426580"/>
          <a:ext cx="7048500" cy="1347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559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BRANCH_NAME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9525">
                      <a:solidFill>
                        <a:srgbClr val="9FE325"/>
                      </a:solidFill>
                      <a:prstDash val="solid"/>
                    </a:lnL>
                    <a:lnR w="9525">
                      <a:solidFill>
                        <a:srgbClr val="9FE325"/>
                      </a:solidFill>
                      <a:prstDash val="solid"/>
                    </a:lnR>
                    <a:lnT w="9525">
                      <a:solidFill>
                        <a:srgbClr val="9FE325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LOAN_NO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9525">
                      <a:solidFill>
                        <a:srgbClr val="9FE325"/>
                      </a:solidFill>
                      <a:prstDash val="solid"/>
                    </a:lnL>
                    <a:lnR w="9525">
                      <a:solidFill>
                        <a:srgbClr val="9FE325"/>
                      </a:solidFill>
                      <a:prstDash val="solid"/>
                    </a:lnR>
                    <a:lnT w="9525">
                      <a:solidFill>
                        <a:srgbClr val="9FE325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AMOUNT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9525">
                      <a:solidFill>
                        <a:srgbClr val="9FE325"/>
                      </a:solidFill>
                      <a:prstDash val="solid"/>
                    </a:lnL>
                    <a:lnR w="9525">
                      <a:solidFill>
                        <a:srgbClr val="9FE325"/>
                      </a:solidFill>
                      <a:prstDash val="solid"/>
                    </a:lnR>
                    <a:lnT w="9525">
                      <a:solidFill>
                        <a:srgbClr val="9FE325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95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Perryride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6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Perryride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L-16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1300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84095" y="4820941"/>
            <a:ext cx="5611905" cy="8079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8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Input: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ts val="3820"/>
              </a:lnSpc>
            </a:pPr>
            <a:r>
              <a:rPr sz="2000" dirty="0">
                <a:latin typeface="Arial MT"/>
                <a:cs typeface="Arial MT"/>
              </a:rPr>
              <a:t>1.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3200" spc="-1225" dirty="0">
                <a:latin typeface="Arial MT"/>
                <a:cs typeface="Arial MT"/>
              </a:rPr>
              <a:t>σ</a:t>
            </a:r>
            <a:r>
              <a:rPr sz="3200" spc="-340" dirty="0">
                <a:latin typeface="Arial MT"/>
                <a:cs typeface="Arial MT"/>
              </a:rPr>
              <a:t> </a:t>
            </a:r>
            <a:r>
              <a:rPr lang="en-US" sz="3200" spc="-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</a:t>
            </a:r>
            <a:r>
              <a:rPr sz="1800" spc="-10" dirty="0">
                <a:latin typeface="Arial MT"/>
                <a:cs typeface="Arial MT"/>
              </a:rPr>
              <a:t>R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N</a:t>
            </a:r>
            <a:r>
              <a:rPr sz="1800" dirty="0">
                <a:latin typeface="Arial MT"/>
                <a:cs typeface="Arial MT"/>
              </a:rPr>
              <a:t>C</a:t>
            </a:r>
            <a:r>
              <a:rPr sz="1800" spc="-15" dirty="0">
                <a:latin typeface="Arial MT"/>
                <a:cs typeface="Arial MT"/>
              </a:rPr>
              <a:t>H</a:t>
            </a:r>
            <a:r>
              <a:rPr sz="1800" spc="-10" dirty="0">
                <a:latin typeface="Arial MT"/>
                <a:cs typeface="Arial MT"/>
              </a:rPr>
              <a:t>_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spc="-10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ME=</a:t>
            </a:r>
            <a:r>
              <a:rPr sz="1800" spc="-5" dirty="0">
                <a:latin typeface="Arial MT"/>
                <a:cs typeface="Arial MT"/>
              </a:rPr>
              <a:t>"</a:t>
            </a:r>
            <a:r>
              <a:rPr sz="1800" spc="-10" dirty="0">
                <a:latin typeface="Arial MT"/>
                <a:cs typeface="Arial MT"/>
              </a:rPr>
              <a:t>pe</a:t>
            </a:r>
            <a:r>
              <a:rPr sz="1800" dirty="0">
                <a:latin typeface="Arial MT"/>
                <a:cs typeface="Arial MT"/>
              </a:rPr>
              <a:t>rr</a:t>
            </a:r>
            <a:r>
              <a:rPr sz="1800" spc="-30" dirty="0">
                <a:latin typeface="Arial MT"/>
                <a:cs typeface="Arial MT"/>
              </a:rPr>
              <a:t>y</a:t>
            </a:r>
            <a:r>
              <a:rPr sz="1800" dirty="0">
                <a:latin typeface="Arial MT"/>
                <a:cs typeface="Arial MT"/>
              </a:rPr>
              <a:t>ri</a:t>
            </a:r>
            <a:r>
              <a:rPr sz="1800" spc="-15" dirty="0">
                <a:latin typeface="Arial MT"/>
                <a:cs typeface="Arial MT"/>
              </a:rPr>
              <a:t>d</a:t>
            </a:r>
            <a:r>
              <a:rPr sz="1800" spc="-5" dirty="0">
                <a:latin typeface="Arial MT"/>
                <a:cs typeface="Arial MT"/>
              </a:rPr>
              <a:t>e</a:t>
            </a:r>
            <a:r>
              <a:rPr sz="1800" dirty="0">
                <a:latin typeface="Arial MT"/>
                <a:cs typeface="Arial MT"/>
              </a:rPr>
              <a:t>"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2400" spc="-10" dirty="0">
                <a:latin typeface="Arial MT"/>
                <a:cs typeface="Arial MT"/>
              </a:rPr>
              <a:t>L</a:t>
            </a:r>
            <a:r>
              <a:rPr sz="2400" dirty="0">
                <a:latin typeface="Arial MT"/>
                <a:cs typeface="Arial MT"/>
              </a:rPr>
              <a:t>OA</a:t>
            </a:r>
            <a:r>
              <a:rPr sz="2400" spc="-10" dirty="0">
                <a:latin typeface="Arial MT"/>
                <a:cs typeface="Arial MT"/>
              </a:rPr>
              <a:t>N</a:t>
            </a:r>
            <a:r>
              <a:rPr sz="1800" dirty="0">
                <a:latin typeface="Arial MT"/>
                <a:cs typeface="Arial MT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CE344-5F93-41C3-0E5E-27047EDD8D5A}"/>
              </a:ext>
            </a:extLst>
          </p:cNvPr>
          <p:cNvSpPr txBox="1"/>
          <p:nvPr/>
        </p:nvSpPr>
        <p:spPr>
          <a:xfrm>
            <a:off x="7033759" y="5057248"/>
            <a:ext cx="1019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1800" b="1" dirty="0">
                <a:latin typeface="Arial"/>
                <a:cs typeface="Arial"/>
              </a:rPr>
              <a:t>Output:</a:t>
            </a:r>
            <a:endParaRPr lang="en-US"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734" y="440770"/>
            <a:ext cx="11086531" cy="565796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b="1" dirty="0">
                <a:solidFill>
                  <a:schemeClr val="tx1"/>
                </a:solidFill>
              </a:rPr>
              <a:t>Unary </a:t>
            </a:r>
            <a:r>
              <a:rPr b="1" spc="-10" dirty="0">
                <a:solidFill>
                  <a:schemeClr val="tx1"/>
                </a:solidFill>
              </a:rPr>
              <a:t>Relational Operations:</a:t>
            </a:r>
            <a:r>
              <a:rPr lang="en-US" b="1" spc="-1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SELECT</a:t>
            </a:r>
            <a:r>
              <a:rPr lang="en-US" b="1" spc="-10" dirty="0">
                <a:solidFill>
                  <a:schemeClr val="tx1"/>
                </a:solidFill>
              </a:rPr>
              <a:t>(</a:t>
            </a:r>
            <a:r>
              <a:rPr b="1" spc="-10" dirty="0" err="1">
                <a:solidFill>
                  <a:schemeClr val="tx1"/>
                </a:solidFill>
              </a:rPr>
              <a:t>cont</a:t>
            </a:r>
            <a:r>
              <a:rPr b="1" spc="-1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477" y="1322437"/>
            <a:ext cx="11919043" cy="5279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266700" algn="l"/>
              </a:tabLst>
            </a:pPr>
            <a:r>
              <a:rPr lang="en-US" sz="2400" b="1" spc="-5" dirty="0">
                <a:cs typeface="Calibri"/>
              </a:rPr>
              <a:t>              </a:t>
            </a:r>
            <a:r>
              <a:rPr sz="2400" b="1" spc="-5" dirty="0">
                <a:cs typeface="Calibri"/>
              </a:rPr>
              <a:t>SELECT</a:t>
            </a:r>
            <a:r>
              <a:rPr sz="2400" b="1" spc="-45" dirty="0">
                <a:cs typeface="Calibri"/>
              </a:rPr>
              <a:t> </a:t>
            </a:r>
            <a:r>
              <a:rPr sz="2400" b="1" spc="-10" dirty="0">
                <a:cs typeface="Calibri"/>
              </a:rPr>
              <a:t>Operation</a:t>
            </a:r>
            <a:r>
              <a:rPr sz="2400" b="1" spc="-25" dirty="0">
                <a:cs typeface="Calibri"/>
              </a:rPr>
              <a:t> </a:t>
            </a:r>
            <a:r>
              <a:rPr sz="2400" b="1" spc="-10" dirty="0">
                <a:cs typeface="Calibri"/>
              </a:rPr>
              <a:t>Properties</a:t>
            </a:r>
            <a:endParaRPr sz="2400" b="1" dirty="0">
              <a:cs typeface="Calibri"/>
            </a:endParaRPr>
          </a:p>
          <a:p>
            <a:pPr marL="723900" marR="189230" lvl="1" indent="-228600">
              <a:lnSpc>
                <a:spcPts val="2020"/>
              </a:lnSpc>
              <a:spcBef>
                <a:spcPts val="495"/>
              </a:spcBef>
              <a:buFont typeface="Microsoft Sans Serif"/>
              <a:buChar char="•"/>
              <a:tabLst>
                <a:tab pos="723265" algn="l"/>
                <a:tab pos="723900" algn="l"/>
              </a:tabLst>
            </a:pPr>
            <a:r>
              <a:rPr sz="2400" spc="-5" dirty="0">
                <a:cs typeface="Calibri"/>
              </a:rPr>
              <a:t>The</a:t>
            </a:r>
            <a:r>
              <a:rPr sz="2400" spc="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SELECT</a:t>
            </a:r>
            <a:r>
              <a:rPr sz="2400" spc="3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operation</a:t>
            </a:r>
            <a:r>
              <a:rPr sz="2400" spc="-15" dirty="0">
                <a:cs typeface="Calibri"/>
              </a:rPr>
              <a:t> </a:t>
            </a:r>
            <a:r>
              <a:rPr sz="2800" spc="-125" dirty="0">
                <a:cs typeface="Lucida Sans Unicode"/>
              </a:rPr>
              <a:t>σ</a:t>
            </a:r>
            <a:r>
              <a:rPr sz="2400" spc="-190" dirty="0">
                <a:cs typeface="Lucida Sans Unicode"/>
              </a:rPr>
              <a:t> </a:t>
            </a:r>
            <a:r>
              <a:rPr sz="2400" spc="-7" baseline="-19841" dirty="0">
                <a:cs typeface="Calibri"/>
              </a:rPr>
              <a:t>&lt;selection</a:t>
            </a:r>
            <a:r>
              <a:rPr sz="2400" spc="30" baseline="-19841" dirty="0">
                <a:cs typeface="Calibri"/>
              </a:rPr>
              <a:t> </a:t>
            </a:r>
            <a:r>
              <a:rPr sz="2400" spc="-7" baseline="-19841" dirty="0">
                <a:cs typeface="Calibri"/>
              </a:rPr>
              <a:t>condition&gt;</a:t>
            </a:r>
            <a:r>
              <a:rPr sz="2400" spc="-5" dirty="0">
                <a:cs typeface="Calibri"/>
              </a:rPr>
              <a:t>(R)</a:t>
            </a:r>
            <a:r>
              <a:rPr sz="2400" spc="1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produces</a:t>
            </a:r>
            <a:r>
              <a:rPr sz="2400" spc="10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relation</a:t>
            </a:r>
            <a:r>
              <a:rPr sz="2400" spc="5" dirty="0">
                <a:cs typeface="Calibri"/>
              </a:rPr>
              <a:t> </a:t>
            </a:r>
            <a:r>
              <a:rPr sz="2400" dirty="0">
                <a:cs typeface="Calibri"/>
              </a:rPr>
              <a:t>S </a:t>
            </a:r>
            <a:r>
              <a:rPr sz="2400" spc="-5" dirty="0">
                <a:cs typeface="Calibri"/>
              </a:rPr>
              <a:t>that </a:t>
            </a:r>
            <a:r>
              <a:rPr sz="2400" spc="-459" dirty="0">
                <a:cs typeface="Calibri"/>
              </a:rPr>
              <a:t> </a:t>
            </a:r>
            <a:r>
              <a:rPr sz="2400" dirty="0">
                <a:cs typeface="Calibri"/>
              </a:rPr>
              <a:t>has</a:t>
            </a:r>
            <a:r>
              <a:rPr sz="2400" spc="-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the same</a:t>
            </a:r>
            <a:r>
              <a:rPr sz="2400" spc="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schema</a:t>
            </a:r>
            <a:r>
              <a:rPr sz="2400" spc="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(same</a:t>
            </a:r>
            <a:r>
              <a:rPr sz="240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attributes)</a:t>
            </a:r>
            <a:r>
              <a:rPr sz="2400" spc="-5" dirty="0">
                <a:cs typeface="Calibri"/>
              </a:rPr>
              <a:t> </a:t>
            </a:r>
            <a:r>
              <a:rPr sz="2400" dirty="0">
                <a:cs typeface="Calibri"/>
              </a:rPr>
              <a:t>as R</a:t>
            </a:r>
            <a:endParaRPr lang="en-US" sz="2400" dirty="0">
              <a:cs typeface="Calibri"/>
            </a:endParaRPr>
          </a:p>
          <a:p>
            <a:pPr marL="495300" marR="189230" lvl="1">
              <a:lnSpc>
                <a:spcPts val="2020"/>
              </a:lnSpc>
              <a:spcBef>
                <a:spcPts val="495"/>
              </a:spcBef>
              <a:tabLst>
                <a:tab pos="723265" algn="l"/>
                <a:tab pos="723900" algn="l"/>
              </a:tabLst>
            </a:pPr>
            <a:endParaRPr sz="2400" dirty="0">
              <a:cs typeface="Calibri"/>
            </a:endParaRPr>
          </a:p>
          <a:p>
            <a:pPr marL="723900" lvl="1" indent="-228600">
              <a:buFont typeface="Microsoft Sans Serif"/>
              <a:buChar char="•"/>
              <a:tabLst>
                <a:tab pos="723265" algn="l"/>
                <a:tab pos="723900" algn="l"/>
              </a:tabLst>
            </a:pPr>
            <a:r>
              <a:rPr sz="2400" spc="-5" dirty="0">
                <a:cs typeface="Calibri"/>
              </a:rPr>
              <a:t>SEL</a:t>
            </a:r>
            <a:r>
              <a:rPr sz="2400" spc="-25" dirty="0">
                <a:cs typeface="Calibri"/>
              </a:rPr>
              <a:t>E</a:t>
            </a:r>
            <a:r>
              <a:rPr sz="2400" spc="5" dirty="0">
                <a:cs typeface="Calibri"/>
              </a:rPr>
              <a:t>C</a:t>
            </a:r>
            <a:r>
              <a:rPr sz="2400" dirty="0">
                <a:cs typeface="Calibri"/>
              </a:rPr>
              <a:t>T</a:t>
            </a:r>
            <a:r>
              <a:rPr sz="2400" spc="15" dirty="0">
                <a:cs typeface="Calibri"/>
              </a:rPr>
              <a:t> </a:t>
            </a:r>
            <a:r>
              <a:rPr sz="4000" spc="-125" dirty="0">
                <a:cs typeface="Lucida Sans Unicode"/>
              </a:rPr>
              <a:t>σ</a:t>
            </a:r>
            <a:r>
              <a:rPr sz="2400" spc="-204" dirty="0">
                <a:cs typeface="Lucida Sans Unicode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5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c</a:t>
            </a:r>
            <a:r>
              <a:rPr sz="2400" spc="-5" dirty="0">
                <a:cs typeface="Calibri"/>
              </a:rPr>
              <a:t>ommu</a:t>
            </a:r>
            <a:r>
              <a:rPr sz="2400" spc="-20" dirty="0">
                <a:cs typeface="Calibri"/>
              </a:rPr>
              <a:t>t</a:t>
            </a:r>
            <a:r>
              <a:rPr sz="2400" spc="-25" dirty="0">
                <a:cs typeface="Calibri"/>
              </a:rPr>
              <a:t>a</a:t>
            </a:r>
            <a:r>
              <a:rPr sz="2400" dirty="0">
                <a:cs typeface="Calibri"/>
              </a:rPr>
              <a:t>ti</a:t>
            </a:r>
            <a:r>
              <a:rPr sz="2400" spc="-25" dirty="0">
                <a:cs typeface="Calibri"/>
              </a:rPr>
              <a:t>v</a:t>
            </a:r>
            <a:r>
              <a:rPr sz="2400" dirty="0">
                <a:cs typeface="Calibri"/>
              </a:rPr>
              <a:t>e:</a:t>
            </a:r>
            <a:r>
              <a:rPr lang="en-US" sz="2400" dirty="0">
                <a:cs typeface="Calibri"/>
              </a:rPr>
              <a:t> </a:t>
            </a:r>
            <a:r>
              <a:rPr sz="4400" spc="-179" baseline="13888" dirty="0">
                <a:cs typeface="Lucida Sans Unicode"/>
              </a:rPr>
              <a:t>σ</a:t>
            </a:r>
            <a:r>
              <a:rPr sz="4400" spc="-270" baseline="13888" dirty="0">
                <a:cs typeface="Lucida Sans Unicode"/>
              </a:rPr>
              <a:t> </a:t>
            </a:r>
            <a:r>
              <a:rPr spc="-15" dirty="0">
                <a:cs typeface="Calibri"/>
              </a:rPr>
              <a:t>&lt;condition1&gt;</a:t>
            </a:r>
            <a:r>
              <a:rPr sz="2800" spc="-22" baseline="13888" dirty="0">
                <a:cs typeface="Calibri"/>
              </a:rPr>
              <a:t>(</a:t>
            </a:r>
            <a:r>
              <a:rPr sz="4800" spc="-22" baseline="13888" dirty="0">
                <a:cs typeface="Lucida Sans Unicode"/>
              </a:rPr>
              <a:t>σ</a:t>
            </a:r>
            <a:r>
              <a:rPr sz="2400" spc="-254" baseline="13888" dirty="0">
                <a:cs typeface="Lucida Sans Unicode"/>
              </a:rPr>
              <a:t> </a:t>
            </a:r>
            <a:r>
              <a:rPr dirty="0">
                <a:cs typeface="Calibri"/>
              </a:rPr>
              <a:t>&lt;</a:t>
            </a:r>
            <a:r>
              <a:rPr spc="5" dirty="0">
                <a:cs typeface="Calibri"/>
              </a:rPr>
              <a:t> </a:t>
            </a:r>
            <a:r>
              <a:rPr spc="-5" dirty="0">
                <a:cs typeface="Calibri"/>
              </a:rPr>
              <a:t>condition2&gt;</a:t>
            </a:r>
            <a:r>
              <a:rPr spc="135" dirty="0">
                <a:cs typeface="Calibri"/>
              </a:rPr>
              <a:t> </a:t>
            </a:r>
            <a:r>
              <a:rPr sz="3200" baseline="13888" dirty="0">
                <a:cs typeface="Calibri"/>
              </a:rPr>
              <a:t>(R))</a:t>
            </a:r>
            <a:r>
              <a:rPr sz="3200" spc="7" baseline="13888" dirty="0">
                <a:cs typeface="Calibri"/>
              </a:rPr>
              <a:t> </a:t>
            </a:r>
            <a:r>
              <a:rPr sz="2400" baseline="13888" dirty="0">
                <a:cs typeface="Calibri"/>
              </a:rPr>
              <a:t>=</a:t>
            </a:r>
            <a:r>
              <a:rPr sz="2400" spc="15" baseline="13888" dirty="0">
                <a:cs typeface="Calibri"/>
              </a:rPr>
              <a:t> </a:t>
            </a:r>
            <a:r>
              <a:rPr sz="4400" spc="-179" baseline="13888" dirty="0">
                <a:cs typeface="Lucida Sans Unicode"/>
              </a:rPr>
              <a:t>σ</a:t>
            </a:r>
            <a:r>
              <a:rPr sz="2400" spc="-270" baseline="13888" dirty="0">
                <a:cs typeface="Lucida Sans Unicode"/>
              </a:rPr>
              <a:t> </a:t>
            </a:r>
            <a:r>
              <a:rPr spc="-5" dirty="0">
                <a:cs typeface="Calibri"/>
              </a:rPr>
              <a:t>&lt;condition2&gt;</a:t>
            </a:r>
            <a:r>
              <a:rPr spc="150" dirty="0">
                <a:cs typeface="Calibri"/>
              </a:rPr>
              <a:t> </a:t>
            </a:r>
            <a:r>
              <a:rPr sz="2400" spc="-89" baseline="13888" dirty="0">
                <a:cs typeface="Calibri"/>
              </a:rPr>
              <a:t>(</a:t>
            </a:r>
            <a:r>
              <a:rPr sz="4000" spc="-89" baseline="13888" dirty="0">
                <a:cs typeface="Lucida Sans Unicode"/>
              </a:rPr>
              <a:t>σ</a:t>
            </a:r>
            <a:r>
              <a:rPr sz="2400" spc="-270" baseline="13888" dirty="0">
                <a:cs typeface="Lucida Sans Unicode"/>
              </a:rPr>
              <a:t> </a:t>
            </a:r>
            <a:r>
              <a:rPr dirty="0">
                <a:cs typeface="Calibri"/>
              </a:rPr>
              <a:t>&lt;</a:t>
            </a:r>
            <a:r>
              <a:rPr spc="-5" dirty="0">
                <a:cs typeface="Calibri"/>
              </a:rPr>
              <a:t> condition1&gt;</a:t>
            </a:r>
            <a:r>
              <a:rPr spc="150" dirty="0">
                <a:cs typeface="Calibri"/>
              </a:rPr>
              <a:t> </a:t>
            </a:r>
            <a:r>
              <a:rPr sz="3200" baseline="13888" dirty="0">
                <a:cs typeface="Calibri"/>
              </a:rPr>
              <a:t>(R))</a:t>
            </a:r>
            <a:endParaRPr lang="en-US" sz="3200" baseline="13888" dirty="0">
              <a:cs typeface="Calibri"/>
            </a:endParaRPr>
          </a:p>
          <a:p>
            <a:pPr marL="951865" lvl="2">
              <a:lnSpc>
                <a:spcPts val="2140"/>
              </a:lnSpc>
              <a:spcBef>
                <a:spcPts val="545"/>
              </a:spcBef>
              <a:tabLst>
                <a:tab pos="1181100" algn="l"/>
                <a:tab pos="1181735" algn="l"/>
              </a:tabLst>
            </a:pPr>
            <a:endParaRPr sz="3200" baseline="13888" dirty="0">
              <a:cs typeface="Calibri"/>
            </a:endParaRPr>
          </a:p>
          <a:p>
            <a:pPr marL="723900" marR="180340" lvl="1" indent="-228600">
              <a:lnSpc>
                <a:spcPts val="2020"/>
              </a:lnSpc>
              <a:spcBef>
                <a:spcPts val="225"/>
              </a:spcBef>
              <a:buFont typeface="Microsoft Sans Serif"/>
              <a:buChar char="•"/>
              <a:tabLst>
                <a:tab pos="723265" algn="l"/>
                <a:tab pos="723900" algn="l"/>
              </a:tabLst>
            </a:pPr>
            <a:r>
              <a:rPr sz="2400" spc="-5" dirty="0">
                <a:cs typeface="Calibri"/>
              </a:rPr>
              <a:t>Because of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commutativity</a:t>
            </a:r>
            <a:r>
              <a:rPr sz="2400" spc="-10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property,</a:t>
            </a:r>
            <a:r>
              <a:rPr sz="2400" spc="10" dirty="0">
                <a:cs typeface="Calibri"/>
              </a:rPr>
              <a:t> </a:t>
            </a:r>
            <a:r>
              <a:rPr sz="2400" dirty="0">
                <a:cs typeface="Calibri"/>
              </a:rPr>
              <a:t>a </a:t>
            </a:r>
            <a:r>
              <a:rPr sz="2400" spc="-5" dirty="0">
                <a:cs typeface="Calibri"/>
              </a:rPr>
              <a:t>cascade</a:t>
            </a:r>
            <a:r>
              <a:rPr sz="2400" spc="-2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(sequence)</a:t>
            </a:r>
            <a:r>
              <a:rPr sz="2400" spc="2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 SELECT </a:t>
            </a:r>
            <a:r>
              <a:rPr sz="2400" spc="-459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operations</a:t>
            </a:r>
            <a:r>
              <a:rPr sz="2400" spc="2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may </a:t>
            </a:r>
            <a:r>
              <a:rPr sz="2400" spc="-5" dirty="0">
                <a:cs typeface="Calibri"/>
              </a:rPr>
              <a:t>be applied</a:t>
            </a:r>
            <a:r>
              <a:rPr sz="2400" dirty="0">
                <a:cs typeface="Calibri"/>
              </a:rPr>
              <a:t> in </a:t>
            </a:r>
            <a:r>
              <a:rPr sz="2400" spc="-10" dirty="0">
                <a:cs typeface="Calibri"/>
              </a:rPr>
              <a:t>any</a:t>
            </a:r>
            <a:r>
              <a:rPr sz="2400" spc="-2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order:</a:t>
            </a:r>
            <a:endParaRPr sz="2400" dirty="0">
              <a:cs typeface="Calibri"/>
            </a:endParaRPr>
          </a:p>
          <a:p>
            <a:pPr marL="951865" lvl="2">
              <a:lnSpc>
                <a:spcPts val="2150"/>
              </a:lnSpc>
              <a:spcBef>
                <a:spcPts val="525"/>
              </a:spcBef>
              <a:tabLst>
                <a:tab pos="1181100" algn="l"/>
                <a:tab pos="1181735" algn="l"/>
              </a:tabLst>
            </a:pPr>
            <a:r>
              <a:rPr sz="4000" spc="-7" baseline="13888" dirty="0">
                <a:cs typeface="Lucida Sans Unicode"/>
              </a:rPr>
              <a:t>σ</a:t>
            </a:r>
            <a:r>
              <a:rPr sz="2000" spc="-5" dirty="0">
                <a:cs typeface="Calibri"/>
              </a:rPr>
              <a:t>&lt;cond1&gt;</a:t>
            </a:r>
            <a:r>
              <a:rPr sz="3200" spc="-7" baseline="13888" dirty="0">
                <a:cs typeface="Calibri"/>
              </a:rPr>
              <a:t>(</a:t>
            </a:r>
            <a:r>
              <a:rPr sz="3600" b="1" spc="-7" baseline="13888" dirty="0">
                <a:cs typeface="Lucida Sans Unicode"/>
              </a:rPr>
              <a:t>σ</a:t>
            </a:r>
            <a:r>
              <a:rPr sz="2000" spc="-5" dirty="0">
                <a:cs typeface="Calibri"/>
              </a:rPr>
              <a:t>&lt;cond2&gt;</a:t>
            </a:r>
            <a:r>
              <a:rPr sz="2000" spc="140" dirty="0">
                <a:cs typeface="Calibri"/>
              </a:rPr>
              <a:t> </a:t>
            </a:r>
            <a:r>
              <a:rPr sz="3200" spc="-7" baseline="13888" dirty="0">
                <a:cs typeface="Calibri"/>
              </a:rPr>
              <a:t>(</a:t>
            </a:r>
            <a:r>
              <a:rPr sz="3200" b="1" spc="-7" baseline="13888" dirty="0">
                <a:cs typeface="Lucida Sans Unicode"/>
              </a:rPr>
              <a:t>σ</a:t>
            </a:r>
            <a:r>
              <a:rPr sz="2000" spc="-5" dirty="0">
                <a:cs typeface="Calibri"/>
              </a:rPr>
              <a:t>&lt;cond3&gt;</a:t>
            </a:r>
            <a:r>
              <a:rPr sz="2000" spc="140" dirty="0">
                <a:cs typeface="Calibri"/>
              </a:rPr>
              <a:t> </a:t>
            </a:r>
            <a:r>
              <a:rPr sz="2800" b="1" spc="-7" baseline="13888" dirty="0">
                <a:cs typeface="Calibri"/>
              </a:rPr>
              <a:t>(R))</a:t>
            </a:r>
            <a:r>
              <a:rPr sz="2000" spc="-15" baseline="13888" dirty="0">
                <a:cs typeface="Calibri"/>
              </a:rPr>
              <a:t> </a:t>
            </a:r>
            <a:r>
              <a:rPr sz="2000" baseline="13888" dirty="0">
                <a:cs typeface="Calibri"/>
              </a:rPr>
              <a:t>= </a:t>
            </a:r>
            <a:r>
              <a:rPr sz="3600" b="1" spc="-7" baseline="13888" dirty="0">
                <a:cs typeface="Lucida Sans Unicode"/>
              </a:rPr>
              <a:t>σ</a:t>
            </a:r>
            <a:r>
              <a:rPr sz="2000" spc="-5" dirty="0">
                <a:cs typeface="Calibri"/>
              </a:rPr>
              <a:t>&lt;cond2&gt;</a:t>
            </a:r>
            <a:r>
              <a:rPr sz="2000" spc="155" dirty="0">
                <a:cs typeface="Calibri"/>
              </a:rPr>
              <a:t> </a:t>
            </a:r>
            <a:r>
              <a:rPr sz="3200" spc="-7" baseline="13888" dirty="0">
                <a:cs typeface="Calibri"/>
              </a:rPr>
              <a:t>(</a:t>
            </a:r>
            <a:r>
              <a:rPr sz="3200" b="1" spc="-7" baseline="13888" dirty="0">
                <a:cs typeface="Lucida Sans Unicode"/>
              </a:rPr>
              <a:t>σ</a:t>
            </a:r>
            <a:r>
              <a:rPr sz="2000" spc="-5" dirty="0">
                <a:cs typeface="Calibri"/>
              </a:rPr>
              <a:t>&lt;cond3&gt;</a:t>
            </a:r>
            <a:r>
              <a:rPr sz="3200" spc="135" dirty="0">
                <a:cs typeface="Calibri"/>
              </a:rPr>
              <a:t> </a:t>
            </a:r>
            <a:r>
              <a:rPr sz="3200" spc="-7" baseline="13888" dirty="0">
                <a:cs typeface="Calibri"/>
              </a:rPr>
              <a:t>(</a:t>
            </a:r>
            <a:r>
              <a:rPr sz="3600" b="1" spc="-7" baseline="13888" dirty="0">
                <a:cs typeface="Lucida Sans Unicode"/>
              </a:rPr>
              <a:t>σ</a:t>
            </a:r>
            <a:r>
              <a:rPr sz="2000" spc="-5" dirty="0">
                <a:cs typeface="Calibri"/>
              </a:rPr>
              <a:t>&lt;cond1&gt;</a:t>
            </a:r>
            <a:r>
              <a:rPr sz="2000" spc="145" dirty="0">
                <a:cs typeface="Calibri"/>
              </a:rPr>
              <a:t> </a:t>
            </a:r>
            <a:r>
              <a:rPr sz="3600" baseline="13888" dirty="0">
                <a:cs typeface="Calibri"/>
              </a:rPr>
              <a:t>(</a:t>
            </a:r>
            <a:r>
              <a:rPr sz="3600" spc="-7" baseline="13888" dirty="0">
                <a:cs typeface="Calibri"/>
              </a:rPr>
              <a:t> R)))</a:t>
            </a:r>
            <a:endParaRPr lang="en-US" sz="3600" spc="-7" baseline="13888" dirty="0">
              <a:cs typeface="Calibri"/>
            </a:endParaRPr>
          </a:p>
          <a:p>
            <a:pPr marL="951865" lvl="2">
              <a:lnSpc>
                <a:spcPts val="2150"/>
              </a:lnSpc>
              <a:spcBef>
                <a:spcPts val="525"/>
              </a:spcBef>
              <a:tabLst>
                <a:tab pos="1181100" algn="l"/>
                <a:tab pos="1181735" algn="l"/>
              </a:tabLst>
            </a:pPr>
            <a:endParaRPr sz="2800" baseline="13888" dirty="0">
              <a:cs typeface="Calibri"/>
            </a:endParaRPr>
          </a:p>
          <a:p>
            <a:pPr marL="723900" marR="30480" lvl="1" indent="-228600">
              <a:lnSpc>
                <a:spcPts val="2020"/>
              </a:lnSpc>
              <a:spcBef>
                <a:spcPts val="235"/>
              </a:spcBef>
              <a:buFont typeface="Microsoft Sans Serif"/>
              <a:buChar char="•"/>
              <a:tabLst>
                <a:tab pos="723265" algn="l"/>
                <a:tab pos="723900" algn="l"/>
              </a:tabLst>
            </a:pPr>
            <a:r>
              <a:rPr sz="2400" dirty="0">
                <a:cs typeface="Calibri"/>
              </a:rPr>
              <a:t>A</a:t>
            </a:r>
            <a:r>
              <a:rPr sz="2400" spc="-5" dirty="0">
                <a:cs typeface="Calibri"/>
              </a:rPr>
              <a:t> cascade</a:t>
            </a:r>
            <a:r>
              <a:rPr sz="2400" spc="-2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</a:t>
            </a:r>
            <a:r>
              <a:rPr sz="2400" spc="-1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SELECT</a:t>
            </a:r>
            <a:r>
              <a:rPr sz="2400" spc="2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operations</a:t>
            </a:r>
            <a:r>
              <a:rPr sz="2400" spc="2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may</a:t>
            </a:r>
            <a:r>
              <a:rPr sz="2400" spc="-2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be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replaced</a:t>
            </a:r>
            <a:r>
              <a:rPr sz="2400" spc="1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by</a:t>
            </a:r>
            <a:r>
              <a:rPr sz="2400" dirty="0">
                <a:cs typeface="Calibri"/>
              </a:rPr>
              <a:t> a</a:t>
            </a:r>
            <a:r>
              <a:rPr sz="2400" spc="-1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single</a:t>
            </a:r>
            <a:r>
              <a:rPr sz="2400" spc="3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selection </a:t>
            </a:r>
            <a:r>
              <a:rPr sz="2400" spc="-459" dirty="0">
                <a:cs typeface="Calibri"/>
              </a:rPr>
              <a:t> </a:t>
            </a:r>
            <a:r>
              <a:rPr sz="2400" dirty="0">
                <a:cs typeface="Calibri"/>
              </a:rPr>
              <a:t>with</a:t>
            </a:r>
            <a:r>
              <a:rPr sz="2400" spc="-5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5" dirty="0">
                <a:cs typeface="Calibri"/>
              </a:rPr>
              <a:t> conjunction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 </a:t>
            </a:r>
            <a:r>
              <a:rPr sz="2400" dirty="0">
                <a:cs typeface="Calibri"/>
              </a:rPr>
              <a:t>all </a:t>
            </a:r>
            <a:r>
              <a:rPr sz="2400" spc="-5" dirty="0">
                <a:cs typeface="Calibri"/>
              </a:rPr>
              <a:t>the</a:t>
            </a:r>
            <a:r>
              <a:rPr sz="2400" spc="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conditions:</a:t>
            </a:r>
            <a:endParaRPr sz="2400" dirty="0">
              <a:cs typeface="Calibri"/>
            </a:endParaRPr>
          </a:p>
          <a:p>
            <a:pPr marL="951865" lvl="2">
              <a:lnSpc>
                <a:spcPts val="2130"/>
              </a:lnSpc>
              <a:spcBef>
                <a:spcPts val="530"/>
              </a:spcBef>
              <a:tabLst>
                <a:tab pos="1181100" algn="l"/>
                <a:tab pos="1181735" algn="l"/>
              </a:tabLst>
            </a:pPr>
            <a:r>
              <a:rPr sz="4000" spc="-22" baseline="13888" dirty="0">
                <a:cs typeface="Lucida Sans Unicode"/>
              </a:rPr>
              <a:t>σ</a:t>
            </a:r>
            <a:r>
              <a:rPr spc="-15" dirty="0">
                <a:cs typeface="Calibri"/>
              </a:rPr>
              <a:t>&lt;cond1&gt;</a:t>
            </a:r>
            <a:r>
              <a:rPr sz="2800" spc="-22" baseline="13888" dirty="0">
                <a:cs typeface="Calibri"/>
              </a:rPr>
              <a:t>(</a:t>
            </a:r>
            <a:r>
              <a:rPr sz="3600" spc="-22" baseline="13888" dirty="0">
                <a:cs typeface="Lucida Sans Unicode"/>
              </a:rPr>
              <a:t>σ</a:t>
            </a:r>
            <a:r>
              <a:rPr spc="-15" dirty="0">
                <a:cs typeface="Calibri"/>
              </a:rPr>
              <a:t>&lt;</a:t>
            </a:r>
            <a:r>
              <a:rPr spc="-10" dirty="0">
                <a:cs typeface="Calibri"/>
              </a:rPr>
              <a:t> </a:t>
            </a:r>
            <a:r>
              <a:rPr spc="10" dirty="0">
                <a:cs typeface="Calibri"/>
              </a:rPr>
              <a:t>cond2&gt;</a:t>
            </a:r>
            <a:r>
              <a:rPr spc="155" dirty="0">
                <a:cs typeface="Calibri"/>
              </a:rPr>
              <a:t> </a:t>
            </a:r>
            <a:r>
              <a:rPr sz="4000" spc="-7" baseline="13888" dirty="0">
                <a:cs typeface="Calibri"/>
              </a:rPr>
              <a:t>(</a:t>
            </a:r>
            <a:r>
              <a:rPr sz="4000" spc="-7" baseline="13888" dirty="0">
                <a:cs typeface="Lucida Sans Unicode"/>
              </a:rPr>
              <a:t>σ</a:t>
            </a:r>
            <a:r>
              <a:rPr spc="-5" dirty="0">
                <a:cs typeface="Calibri"/>
              </a:rPr>
              <a:t>&lt;cond3&gt;</a:t>
            </a:r>
            <a:r>
              <a:rPr sz="2800" spc="-7" baseline="13888" dirty="0">
                <a:cs typeface="Calibri"/>
              </a:rPr>
              <a:t>(</a:t>
            </a:r>
            <a:r>
              <a:rPr sz="3600" spc="-7" baseline="13888" dirty="0">
                <a:cs typeface="Calibri"/>
              </a:rPr>
              <a:t>R))</a:t>
            </a:r>
            <a:r>
              <a:rPr sz="3600" baseline="13888" dirty="0">
                <a:cs typeface="Calibri"/>
              </a:rPr>
              <a:t> </a:t>
            </a:r>
            <a:r>
              <a:rPr sz="2400" baseline="13888" dirty="0">
                <a:cs typeface="Calibri"/>
              </a:rPr>
              <a:t>=</a:t>
            </a:r>
            <a:r>
              <a:rPr sz="2400" spc="7" baseline="13888" dirty="0">
                <a:cs typeface="Calibri"/>
              </a:rPr>
              <a:t> </a:t>
            </a:r>
            <a:r>
              <a:rPr sz="4000" spc="-179" baseline="13888" dirty="0">
                <a:cs typeface="Lucida Sans Unicode"/>
              </a:rPr>
              <a:t>σ</a:t>
            </a:r>
            <a:r>
              <a:rPr sz="4000" spc="-509" baseline="13888" dirty="0">
                <a:cs typeface="Lucida Sans Unicode"/>
              </a:rPr>
              <a:t> </a:t>
            </a:r>
            <a:r>
              <a:rPr spc="10" dirty="0">
                <a:cs typeface="Calibri"/>
              </a:rPr>
              <a:t>&lt;cond1&gt;</a:t>
            </a:r>
            <a:r>
              <a:rPr spc="15" dirty="0">
                <a:cs typeface="Calibri"/>
              </a:rPr>
              <a:t> AND</a:t>
            </a:r>
            <a:r>
              <a:rPr spc="10" dirty="0">
                <a:cs typeface="Calibri"/>
              </a:rPr>
              <a:t> </a:t>
            </a:r>
            <a:r>
              <a:rPr spc="15" dirty="0">
                <a:cs typeface="Calibri"/>
              </a:rPr>
              <a:t>&lt;</a:t>
            </a:r>
            <a:r>
              <a:rPr dirty="0">
                <a:cs typeface="Calibri"/>
              </a:rPr>
              <a:t> </a:t>
            </a:r>
            <a:r>
              <a:rPr spc="10" dirty="0">
                <a:cs typeface="Calibri"/>
              </a:rPr>
              <a:t>cond2&gt;</a:t>
            </a:r>
            <a:r>
              <a:rPr dirty="0">
                <a:cs typeface="Calibri"/>
              </a:rPr>
              <a:t> </a:t>
            </a:r>
            <a:r>
              <a:rPr spc="15" dirty="0">
                <a:cs typeface="Calibri"/>
              </a:rPr>
              <a:t>AND</a:t>
            </a:r>
            <a:r>
              <a:rPr spc="30" dirty="0">
                <a:cs typeface="Calibri"/>
              </a:rPr>
              <a:t> </a:t>
            </a:r>
            <a:r>
              <a:rPr spc="15" dirty="0">
                <a:cs typeface="Calibri"/>
              </a:rPr>
              <a:t>&lt;</a:t>
            </a:r>
            <a:r>
              <a:rPr dirty="0">
                <a:cs typeface="Calibri"/>
              </a:rPr>
              <a:t> </a:t>
            </a:r>
            <a:r>
              <a:rPr spc="5" dirty="0">
                <a:cs typeface="Calibri"/>
              </a:rPr>
              <a:t>cond3&gt;</a:t>
            </a:r>
            <a:r>
              <a:rPr spc="7" baseline="13888" dirty="0">
                <a:cs typeface="Calibri"/>
              </a:rPr>
              <a:t>(</a:t>
            </a:r>
            <a:r>
              <a:rPr sz="3200" spc="7" baseline="13888" dirty="0">
                <a:cs typeface="Calibri"/>
              </a:rPr>
              <a:t>R)))</a:t>
            </a:r>
            <a:endParaRPr lang="en-US" sz="3200" spc="7" baseline="13888" dirty="0">
              <a:cs typeface="Calibri"/>
            </a:endParaRPr>
          </a:p>
          <a:p>
            <a:pPr marL="951865" lvl="2">
              <a:lnSpc>
                <a:spcPts val="2130"/>
              </a:lnSpc>
              <a:spcBef>
                <a:spcPts val="530"/>
              </a:spcBef>
              <a:tabLst>
                <a:tab pos="1181100" algn="l"/>
                <a:tab pos="1181735" algn="l"/>
              </a:tabLst>
            </a:pPr>
            <a:endParaRPr lang="en-US" sz="3200" spc="7" baseline="13888" dirty="0">
              <a:cs typeface="Calibri"/>
            </a:endParaRPr>
          </a:p>
          <a:p>
            <a:pPr marL="495300" lvl="1">
              <a:lnSpc>
                <a:spcPts val="2110"/>
              </a:lnSpc>
              <a:tabLst>
                <a:tab pos="723265" algn="l"/>
                <a:tab pos="723900" algn="l"/>
              </a:tabLst>
            </a:pPr>
            <a:r>
              <a:rPr sz="2400" spc="-5" dirty="0">
                <a:cs typeface="Calibri"/>
              </a:rPr>
              <a:t>The</a:t>
            </a:r>
            <a:r>
              <a:rPr sz="2400" spc="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number</a:t>
            </a:r>
            <a:r>
              <a:rPr sz="2400" spc="10" dirty="0">
                <a:cs typeface="Calibri"/>
              </a:rPr>
              <a:t> </a:t>
            </a:r>
            <a:r>
              <a:rPr sz="2400" dirty="0">
                <a:cs typeface="Calibri"/>
              </a:rPr>
              <a:t>of</a:t>
            </a:r>
            <a:r>
              <a:rPr sz="2400" spc="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tuples</a:t>
            </a:r>
            <a:r>
              <a:rPr sz="2400" spc="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in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the</a:t>
            </a:r>
            <a:r>
              <a:rPr sz="2400" spc="2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result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</a:t>
            </a:r>
            <a:r>
              <a:rPr sz="2400" spc="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a </a:t>
            </a:r>
            <a:r>
              <a:rPr sz="2400" spc="-10" dirty="0">
                <a:cs typeface="Calibri"/>
              </a:rPr>
              <a:t>SELECT</a:t>
            </a:r>
            <a:r>
              <a:rPr sz="2400" spc="2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is</a:t>
            </a:r>
            <a:r>
              <a:rPr sz="2400" spc="15" dirty="0">
                <a:cs typeface="Calibri"/>
              </a:rPr>
              <a:t> </a:t>
            </a:r>
            <a:r>
              <a:rPr sz="2400" dirty="0">
                <a:cs typeface="Calibri"/>
              </a:rPr>
              <a:t>less </a:t>
            </a:r>
            <a:r>
              <a:rPr sz="2400" spc="-5" dirty="0">
                <a:cs typeface="Calibri"/>
              </a:rPr>
              <a:t>than</a:t>
            </a:r>
            <a:r>
              <a:rPr sz="2400" spc="1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(or</a:t>
            </a:r>
            <a:r>
              <a:rPr lang="en-US" sz="2400" spc="-1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equal</a:t>
            </a:r>
            <a:r>
              <a:rPr sz="240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to)</a:t>
            </a:r>
            <a:r>
              <a:rPr sz="2400" spc="2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the</a:t>
            </a:r>
            <a:r>
              <a:rPr sz="2400" spc="1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number</a:t>
            </a:r>
            <a:r>
              <a:rPr sz="2400" spc="15" dirty="0">
                <a:cs typeface="Calibri"/>
              </a:rPr>
              <a:t> </a:t>
            </a:r>
            <a:r>
              <a:rPr sz="2400" dirty="0">
                <a:cs typeface="Calibri"/>
              </a:rPr>
              <a:t>of</a:t>
            </a:r>
            <a:r>
              <a:rPr sz="2400" spc="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tuples</a:t>
            </a:r>
            <a:r>
              <a:rPr sz="2400" spc="2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in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the</a:t>
            </a:r>
            <a:r>
              <a:rPr sz="2400" spc="2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input</a:t>
            </a:r>
            <a:r>
              <a:rPr sz="2400" spc="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relation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R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916" y="1934498"/>
            <a:ext cx="3298768" cy="1214692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ct val="90400"/>
              </a:lnSpc>
              <a:spcBef>
                <a:spcPts val="400"/>
              </a:spcBef>
            </a:pP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following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query </a:t>
            </a:r>
            <a:r>
              <a:rPr sz="2800" b="1" spc="-57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results </a:t>
            </a:r>
            <a:r>
              <a:rPr sz="2800" b="1" spc="-25" dirty="0">
                <a:latin typeface="Calibri"/>
                <a:cs typeface="Calibri"/>
              </a:rPr>
              <a:t>refer </a:t>
            </a:r>
            <a:r>
              <a:rPr sz="2800" b="1" spc="-10" dirty="0">
                <a:latin typeface="Calibri"/>
                <a:cs typeface="Calibri"/>
              </a:rPr>
              <a:t>to </a:t>
            </a:r>
            <a:r>
              <a:rPr sz="2800" b="1" dirty="0">
                <a:latin typeface="Calibri"/>
                <a:cs typeface="Calibri"/>
              </a:rPr>
              <a:t>this 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database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state</a:t>
            </a:r>
            <a:endParaRPr sz="2800" b="1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3684" y="79058"/>
            <a:ext cx="6822337" cy="66995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3970" y="979706"/>
            <a:ext cx="9922353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Unary</a:t>
            </a:r>
            <a:r>
              <a:rPr b="1" spc="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Relational</a:t>
            </a:r>
            <a:r>
              <a:rPr b="1" spc="10" dirty="0">
                <a:solidFill>
                  <a:schemeClr val="tx1"/>
                </a:solidFill>
              </a:rPr>
              <a:t> </a:t>
            </a:r>
            <a:r>
              <a:rPr b="1" spc="-15" dirty="0">
                <a:solidFill>
                  <a:schemeClr val="tx1"/>
                </a:solidFill>
              </a:rPr>
              <a:t>Operations:</a:t>
            </a:r>
            <a:r>
              <a:rPr b="1" spc="-1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856" y="1731835"/>
            <a:ext cx="10140287" cy="3981603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66700" indent="-228600">
              <a:spcBef>
                <a:spcPts val="740"/>
              </a:spcBef>
              <a:buFont typeface="Microsoft Sans Serif"/>
              <a:buChar char="•"/>
              <a:tabLst>
                <a:tab pos="266700" algn="l"/>
              </a:tabLst>
            </a:pPr>
            <a:r>
              <a:rPr sz="2800" spc="-20" dirty="0">
                <a:cs typeface="Calibri"/>
              </a:rPr>
              <a:t>PROJECT</a:t>
            </a:r>
            <a:r>
              <a:rPr sz="2800" spc="-5" dirty="0">
                <a:cs typeface="Calibri"/>
              </a:rPr>
              <a:t> </a:t>
            </a:r>
            <a:r>
              <a:rPr sz="2800" spc="-15" dirty="0">
                <a:cs typeface="Calibri"/>
              </a:rPr>
              <a:t>Operation</a:t>
            </a:r>
            <a:r>
              <a:rPr sz="2800" spc="15" dirty="0">
                <a:cs typeface="Calibri"/>
              </a:rPr>
              <a:t> </a:t>
            </a:r>
            <a:r>
              <a:rPr sz="2800" spc="-5" dirty="0">
                <a:cs typeface="Calibri"/>
              </a:rPr>
              <a:t>is </a:t>
            </a:r>
            <a:r>
              <a:rPr sz="2800" spc="-10" dirty="0">
                <a:cs typeface="Calibri"/>
              </a:rPr>
              <a:t>denoted</a:t>
            </a:r>
            <a:r>
              <a:rPr sz="2800" spc="5" dirty="0">
                <a:cs typeface="Calibri"/>
              </a:rPr>
              <a:t> </a:t>
            </a:r>
            <a:r>
              <a:rPr sz="2800" spc="-15" dirty="0">
                <a:cs typeface="Calibri"/>
              </a:rPr>
              <a:t>by</a:t>
            </a:r>
            <a:r>
              <a:rPr sz="2800" spc="30" dirty="0">
                <a:cs typeface="Calibri"/>
              </a:rPr>
              <a:t> </a:t>
            </a:r>
            <a:r>
              <a:rPr sz="2800" b="1" spc="-55" dirty="0">
                <a:cs typeface="Arial"/>
              </a:rPr>
              <a:t>π</a:t>
            </a:r>
            <a:r>
              <a:rPr sz="2800" b="1" spc="-65" dirty="0">
                <a:cs typeface="Arial"/>
              </a:rPr>
              <a:t> </a:t>
            </a:r>
            <a:r>
              <a:rPr sz="2800" spc="-10" dirty="0">
                <a:cs typeface="Calibri"/>
              </a:rPr>
              <a:t>(pi)</a:t>
            </a:r>
            <a:endParaRPr sz="2800" dirty="0">
              <a:cs typeface="Calibri"/>
            </a:endParaRPr>
          </a:p>
          <a:p>
            <a:pPr marL="266700" marR="30480" indent="-228600">
              <a:lnSpc>
                <a:spcPct val="90400"/>
              </a:lnSpc>
              <a:spcBef>
                <a:spcPts val="960"/>
              </a:spcBef>
              <a:buFont typeface="Microsoft Sans Serif"/>
              <a:buChar char="•"/>
              <a:tabLst>
                <a:tab pos="266700" algn="l"/>
              </a:tabLst>
            </a:pPr>
            <a:r>
              <a:rPr sz="2800" spc="-10" dirty="0">
                <a:cs typeface="Calibri"/>
              </a:rPr>
              <a:t>This</a:t>
            </a:r>
            <a:r>
              <a:rPr sz="2800" dirty="0">
                <a:cs typeface="Calibri"/>
              </a:rPr>
              <a:t> </a:t>
            </a:r>
            <a:r>
              <a:rPr sz="2800" spc="-15" dirty="0">
                <a:cs typeface="Calibri"/>
              </a:rPr>
              <a:t>operation</a:t>
            </a:r>
            <a:r>
              <a:rPr sz="2800" spc="15" dirty="0">
                <a:cs typeface="Calibri"/>
              </a:rPr>
              <a:t> </a:t>
            </a:r>
            <a:r>
              <a:rPr sz="2800" spc="-25" dirty="0">
                <a:cs typeface="Calibri"/>
              </a:rPr>
              <a:t>keeps</a:t>
            </a:r>
            <a:r>
              <a:rPr sz="2800" spc="-10" dirty="0">
                <a:cs typeface="Calibri"/>
              </a:rPr>
              <a:t> certain</a:t>
            </a:r>
            <a:r>
              <a:rPr sz="2800" spc="25" dirty="0">
                <a:cs typeface="Calibri"/>
              </a:rPr>
              <a:t> </a:t>
            </a:r>
            <a:r>
              <a:rPr sz="2800" i="1" spc="-10" dirty="0">
                <a:cs typeface="Calibri"/>
              </a:rPr>
              <a:t>columns </a:t>
            </a:r>
            <a:r>
              <a:rPr sz="2800" i="1" spc="-5" dirty="0">
                <a:cs typeface="Calibri"/>
              </a:rPr>
              <a:t> </a:t>
            </a:r>
            <a:r>
              <a:rPr sz="2800" spc="-15" dirty="0">
                <a:cs typeface="Calibri"/>
              </a:rPr>
              <a:t>(attributes)</a:t>
            </a:r>
            <a:r>
              <a:rPr sz="2800" spc="15" dirty="0">
                <a:cs typeface="Calibri"/>
              </a:rPr>
              <a:t> </a:t>
            </a:r>
            <a:r>
              <a:rPr sz="2800" spc="-20" dirty="0">
                <a:cs typeface="Calibri"/>
              </a:rPr>
              <a:t>from</a:t>
            </a:r>
            <a:r>
              <a:rPr sz="2800" spc="15" dirty="0">
                <a:cs typeface="Calibri"/>
              </a:rPr>
              <a:t> </a:t>
            </a:r>
            <a:r>
              <a:rPr sz="2800" spc="-5" dirty="0">
                <a:cs typeface="Calibri"/>
              </a:rPr>
              <a:t>a</a:t>
            </a:r>
            <a:r>
              <a:rPr sz="2800" spc="5" dirty="0">
                <a:cs typeface="Calibri"/>
              </a:rPr>
              <a:t> </a:t>
            </a:r>
            <a:r>
              <a:rPr sz="2800" spc="-15" dirty="0">
                <a:cs typeface="Calibri"/>
              </a:rPr>
              <a:t>relation</a:t>
            </a:r>
            <a:r>
              <a:rPr sz="2800" spc="-5" dirty="0">
                <a:cs typeface="Calibri"/>
              </a:rPr>
              <a:t> and</a:t>
            </a:r>
            <a:r>
              <a:rPr sz="2800" dirty="0">
                <a:cs typeface="Calibri"/>
              </a:rPr>
              <a:t> </a:t>
            </a:r>
            <a:r>
              <a:rPr sz="2800" spc="-15" dirty="0">
                <a:cs typeface="Calibri"/>
              </a:rPr>
              <a:t>discards</a:t>
            </a:r>
            <a:r>
              <a:rPr sz="2800" spc="35" dirty="0">
                <a:cs typeface="Calibri"/>
              </a:rPr>
              <a:t> </a:t>
            </a:r>
            <a:r>
              <a:rPr sz="2800" spc="-5" dirty="0">
                <a:cs typeface="Calibri"/>
              </a:rPr>
              <a:t>the </a:t>
            </a:r>
            <a:r>
              <a:rPr sz="2800" spc="-615" dirty="0">
                <a:cs typeface="Calibri"/>
              </a:rPr>
              <a:t> </a:t>
            </a:r>
            <a:r>
              <a:rPr sz="2800" spc="-5" dirty="0">
                <a:cs typeface="Calibri"/>
              </a:rPr>
              <a:t>other </a:t>
            </a:r>
            <a:r>
              <a:rPr sz="2800" spc="-10" dirty="0">
                <a:cs typeface="Calibri"/>
              </a:rPr>
              <a:t>columns.</a:t>
            </a:r>
            <a:endParaRPr sz="2800" dirty="0">
              <a:cs typeface="Calibri"/>
            </a:endParaRPr>
          </a:p>
          <a:p>
            <a:pPr marL="723265" lvl="1" indent="-229235">
              <a:spcBef>
                <a:spcPts val="235"/>
              </a:spcBef>
              <a:buFont typeface="Microsoft Sans Serif"/>
              <a:buChar char="•"/>
              <a:tabLst>
                <a:tab pos="723900" algn="l"/>
              </a:tabLst>
            </a:pPr>
            <a:r>
              <a:rPr sz="2400" spc="-15" dirty="0">
                <a:cs typeface="Calibri"/>
              </a:rPr>
              <a:t>PROJECT</a:t>
            </a:r>
            <a:r>
              <a:rPr sz="2400" spc="-30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creates </a:t>
            </a:r>
            <a:r>
              <a:rPr sz="2400" dirty="0">
                <a:cs typeface="Calibri"/>
              </a:rPr>
              <a:t>a</a:t>
            </a:r>
            <a:r>
              <a:rPr sz="2400" spc="-10" dirty="0">
                <a:cs typeface="Calibri"/>
              </a:rPr>
              <a:t> vertical</a:t>
            </a:r>
            <a:r>
              <a:rPr sz="2400" spc="-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partitioning</a:t>
            </a:r>
            <a:endParaRPr sz="2400" dirty="0">
              <a:cs typeface="Calibri"/>
            </a:endParaRPr>
          </a:p>
          <a:p>
            <a:pPr marL="1181100" marR="292735" lvl="2" indent="-229235">
              <a:lnSpc>
                <a:spcPts val="2170"/>
              </a:lnSpc>
              <a:spcBef>
                <a:spcPts val="530"/>
              </a:spcBef>
              <a:buFont typeface="Microsoft Sans Serif"/>
              <a:buChar char="•"/>
              <a:tabLst>
                <a:tab pos="1181100" algn="l"/>
                <a:tab pos="1181735" algn="l"/>
              </a:tabLst>
            </a:pPr>
            <a:r>
              <a:rPr sz="2000" spc="-5" dirty="0">
                <a:cs typeface="Calibri"/>
              </a:rPr>
              <a:t>The </a:t>
            </a:r>
            <a:r>
              <a:rPr sz="2000" spc="-10" dirty="0">
                <a:cs typeface="Calibri"/>
              </a:rPr>
              <a:t>list</a:t>
            </a:r>
            <a:r>
              <a:rPr sz="2000" spc="1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of</a:t>
            </a:r>
            <a:r>
              <a:rPr sz="2000" spc="-1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specified</a:t>
            </a:r>
            <a:r>
              <a:rPr sz="2000" spc="2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columns</a:t>
            </a:r>
            <a:r>
              <a:rPr sz="2000" spc="-10" dirty="0">
                <a:cs typeface="Calibri"/>
              </a:rPr>
              <a:t> (attributes)</a:t>
            </a:r>
            <a:r>
              <a:rPr sz="2000" spc="30" dirty="0">
                <a:cs typeface="Calibri"/>
              </a:rPr>
              <a:t> </a:t>
            </a:r>
            <a:r>
              <a:rPr sz="2000" dirty="0">
                <a:cs typeface="Calibri"/>
              </a:rPr>
              <a:t>is</a:t>
            </a:r>
            <a:r>
              <a:rPr sz="2000" spc="-10" dirty="0">
                <a:cs typeface="Calibri"/>
              </a:rPr>
              <a:t> </a:t>
            </a:r>
            <a:r>
              <a:rPr sz="2000" spc="-20" dirty="0">
                <a:cs typeface="Calibri"/>
              </a:rPr>
              <a:t>kept</a:t>
            </a:r>
            <a:r>
              <a:rPr sz="2000" spc="5" dirty="0">
                <a:cs typeface="Calibri"/>
              </a:rPr>
              <a:t> </a:t>
            </a:r>
            <a:r>
              <a:rPr sz="2000" dirty="0">
                <a:cs typeface="Calibri"/>
              </a:rPr>
              <a:t>in </a:t>
            </a:r>
            <a:r>
              <a:rPr sz="2000" spc="-434" dirty="0">
                <a:cs typeface="Calibri"/>
              </a:rPr>
              <a:t> </a:t>
            </a:r>
            <a:r>
              <a:rPr sz="2000" dirty="0">
                <a:cs typeface="Calibri"/>
              </a:rPr>
              <a:t>each</a:t>
            </a:r>
            <a:r>
              <a:rPr sz="2000" spc="-10" dirty="0">
                <a:cs typeface="Calibri"/>
              </a:rPr>
              <a:t> </a:t>
            </a:r>
            <a:r>
              <a:rPr sz="2000" dirty="0">
                <a:cs typeface="Calibri"/>
              </a:rPr>
              <a:t>tuple</a:t>
            </a:r>
          </a:p>
          <a:p>
            <a:pPr marL="1181100" lvl="2" indent="-229870">
              <a:spcBef>
                <a:spcPts val="235"/>
              </a:spcBef>
              <a:buFont typeface="Microsoft Sans Serif"/>
              <a:buChar char="•"/>
              <a:tabLst>
                <a:tab pos="1181100" algn="l"/>
                <a:tab pos="1181735" algn="l"/>
              </a:tabLst>
            </a:pPr>
            <a:r>
              <a:rPr sz="2000" spc="-5" dirty="0">
                <a:cs typeface="Calibri"/>
              </a:rPr>
              <a:t>The</a:t>
            </a:r>
            <a:r>
              <a:rPr sz="200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other</a:t>
            </a:r>
            <a:r>
              <a:rPr sz="2000" spc="-1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attributes</a:t>
            </a:r>
            <a:r>
              <a:rPr sz="2000" spc="20" dirty="0">
                <a:cs typeface="Calibri"/>
              </a:rPr>
              <a:t> </a:t>
            </a:r>
            <a:r>
              <a:rPr sz="2000" dirty="0">
                <a:cs typeface="Calibri"/>
              </a:rPr>
              <a:t>in</a:t>
            </a:r>
            <a:r>
              <a:rPr sz="2000" spc="-10" dirty="0">
                <a:cs typeface="Calibri"/>
              </a:rPr>
              <a:t> </a:t>
            </a:r>
            <a:r>
              <a:rPr sz="2000" dirty="0">
                <a:cs typeface="Calibri"/>
              </a:rPr>
              <a:t>each</a:t>
            </a:r>
            <a:r>
              <a:rPr sz="2000" spc="5" dirty="0">
                <a:cs typeface="Calibri"/>
              </a:rPr>
              <a:t> </a:t>
            </a:r>
            <a:r>
              <a:rPr sz="2000" dirty="0">
                <a:cs typeface="Calibri"/>
              </a:rPr>
              <a:t>tuple</a:t>
            </a:r>
            <a:r>
              <a:rPr sz="2000" spc="-1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are</a:t>
            </a:r>
            <a:r>
              <a:rPr sz="200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discarded</a:t>
            </a:r>
            <a:endParaRPr sz="2000" dirty="0">
              <a:cs typeface="Calibri"/>
            </a:endParaRPr>
          </a:p>
          <a:p>
            <a:pPr marL="266700" marR="169545" indent="-228600">
              <a:lnSpc>
                <a:spcPts val="3050"/>
              </a:lnSpc>
              <a:spcBef>
                <a:spcPts val="955"/>
              </a:spcBef>
              <a:buFont typeface="Microsoft Sans Serif"/>
              <a:buChar char="•"/>
              <a:tabLst>
                <a:tab pos="266700" algn="l"/>
              </a:tabLst>
            </a:pPr>
            <a:r>
              <a:rPr sz="2800" spc="-10" dirty="0">
                <a:cs typeface="Calibri"/>
              </a:rPr>
              <a:t>Example:</a:t>
            </a:r>
            <a:r>
              <a:rPr sz="2800" dirty="0">
                <a:cs typeface="Calibri"/>
              </a:rPr>
              <a:t> </a:t>
            </a:r>
            <a:r>
              <a:rPr sz="2800" spc="-130" dirty="0">
                <a:cs typeface="Calibri"/>
              </a:rPr>
              <a:t>To</a:t>
            </a:r>
            <a:r>
              <a:rPr sz="2800" spc="-5" dirty="0">
                <a:cs typeface="Calibri"/>
              </a:rPr>
              <a:t> </a:t>
            </a:r>
            <a:r>
              <a:rPr sz="2800" spc="-15" dirty="0">
                <a:cs typeface="Calibri"/>
              </a:rPr>
              <a:t>list</a:t>
            </a:r>
            <a:r>
              <a:rPr sz="2800" spc="20" dirty="0">
                <a:cs typeface="Calibri"/>
              </a:rPr>
              <a:t> </a:t>
            </a:r>
            <a:r>
              <a:rPr sz="2800" spc="-5" dirty="0">
                <a:cs typeface="Calibri"/>
              </a:rPr>
              <a:t>each</a:t>
            </a:r>
            <a:r>
              <a:rPr sz="2800" spc="-10" dirty="0">
                <a:cs typeface="Calibri"/>
              </a:rPr>
              <a:t> </a:t>
            </a:r>
            <a:r>
              <a:rPr sz="2800" spc="-30" dirty="0">
                <a:cs typeface="Calibri"/>
              </a:rPr>
              <a:t>employee’s</a:t>
            </a:r>
            <a:r>
              <a:rPr sz="2800" spc="5" dirty="0">
                <a:cs typeface="Calibri"/>
              </a:rPr>
              <a:t> </a:t>
            </a:r>
            <a:r>
              <a:rPr sz="2800" spc="-25" dirty="0">
                <a:cs typeface="Calibri"/>
              </a:rPr>
              <a:t>first</a:t>
            </a:r>
            <a:r>
              <a:rPr sz="2800" spc="20" dirty="0">
                <a:cs typeface="Calibri"/>
              </a:rPr>
              <a:t> </a:t>
            </a:r>
            <a:r>
              <a:rPr sz="2800" spc="-5" dirty="0">
                <a:cs typeface="Calibri"/>
              </a:rPr>
              <a:t>and </a:t>
            </a:r>
            <a:r>
              <a:rPr sz="2800" dirty="0">
                <a:cs typeface="Calibri"/>
              </a:rPr>
              <a:t> </a:t>
            </a:r>
            <a:r>
              <a:rPr sz="2800" spc="-15" dirty="0">
                <a:cs typeface="Calibri"/>
              </a:rPr>
              <a:t>last</a:t>
            </a:r>
            <a:r>
              <a:rPr sz="2800" spc="10" dirty="0">
                <a:cs typeface="Calibri"/>
              </a:rPr>
              <a:t> </a:t>
            </a:r>
            <a:r>
              <a:rPr sz="2800" spc="-10" dirty="0">
                <a:cs typeface="Calibri"/>
              </a:rPr>
              <a:t>name</a:t>
            </a:r>
            <a:r>
              <a:rPr sz="2800" spc="-5" dirty="0">
                <a:cs typeface="Calibri"/>
              </a:rPr>
              <a:t> and</a:t>
            </a:r>
            <a:r>
              <a:rPr sz="2800" spc="20" dirty="0">
                <a:cs typeface="Calibri"/>
              </a:rPr>
              <a:t> </a:t>
            </a:r>
            <a:r>
              <a:rPr sz="2800" spc="-35" dirty="0">
                <a:cs typeface="Calibri"/>
              </a:rPr>
              <a:t>salary,</a:t>
            </a:r>
            <a:r>
              <a:rPr sz="2800" spc="10" dirty="0">
                <a:cs typeface="Calibri"/>
              </a:rPr>
              <a:t> </a:t>
            </a:r>
            <a:r>
              <a:rPr sz="2800" spc="-5" dirty="0">
                <a:cs typeface="Calibri"/>
              </a:rPr>
              <a:t>the</a:t>
            </a:r>
            <a:r>
              <a:rPr sz="2800" spc="5" dirty="0">
                <a:cs typeface="Calibri"/>
              </a:rPr>
              <a:t> </a:t>
            </a:r>
            <a:r>
              <a:rPr sz="2800" spc="-15" dirty="0">
                <a:cs typeface="Calibri"/>
              </a:rPr>
              <a:t>following</a:t>
            </a:r>
            <a:r>
              <a:rPr sz="2800" spc="-5" dirty="0">
                <a:cs typeface="Calibri"/>
              </a:rPr>
              <a:t> is</a:t>
            </a:r>
            <a:r>
              <a:rPr sz="2800" spc="5" dirty="0">
                <a:cs typeface="Calibri"/>
              </a:rPr>
              <a:t> </a:t>
            </a:r>
            <a:r>
              <a:rPr sz="2800" spc="-10" dirty="0">
                <a:cs typeface="Calibri"/>
              </a:rPr>
              <a:t>used:</a:t>
            </a:r>
            <a:endParaRPr sz="2800" dirty="0">
              <a:cs typeface="Calibri"/>
            </a:endParaRPr>
          </a:p>
          <a:p>
            <a:pPr marL="462280" algn="ctr">
              <a:spcBef>
                <a:spcPts val="765"/>
              </a:spcBef>
            </a:pPr>
            <a:r>
              <a:rPr sz="4400" spc="-75" baseline="13888" dirty="0">
                <a:cs typeface="Lucida Sans Unicode"/>
              </a:rPr>
              <a:t>π</a:t>
            </a:r>
            <a:r>
              <a:rPr sz="2000" spc="-50" dirty="0">
                <a:cs typeface="Calibri"/>
              </a:rPr>
              <a:t>LNAME,</a:t>
            </a:r>
            <a:r>
              <a:rPr sz="2000" spc="5" dirty="0">
                <a:cs typeface="Calibri"/>
              </a:rPr>
              <a:t> </a:t>
            </a:r>
            <a:r>
              <a:rPr sz="2000" spc="-15" dirty="0">
                <a:cs typeface="Calibri"/>
              </a:rPr>
              <a:t>FNAME,SALARY</a:t>
            </a:r>
            <a:r>
              <a:rPr sz="4400" spc="-22" baseline="13888" dirty="0">
                <a:cs typeface="Calibri"/>
              </a:rPr>
              <a:t>(EMPLOYEE)</a:t>
            </a:r>
            <a:endParaRPr sz="4400" baseline="13888" dirty="0"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782" y="1062382"/>
            <a:ext cx="11516436" cy="565796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b="1" dirty="0">
                <a:solidFill>
                  <a:schemeClr val="tx1"/>
                </a:solidFill>
              </a:rPr>
              <a:t>Unary</a:t>
            </a:r>
            <a:r>
              <a:rPr b="1" spc="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Relational</a:t>
            </a:r>
            <a:r>
              <a:rPr b="1" spc="10" dirty="0">
                <a:solidFill>
                  <a:schemeClr val="tx1"/>
                </a:solidFill>
              </a:rPr>
              <a:t> </a:t>
            </a:r>
            <a:r>
              <a:rPr b="1" spc="-15" dirty="0">
                <a:solidFill>
                  <a:schemeClr val="tx1"/>
                </a:solidFill>
              </a:rPr>
              <a:t>Operations:</a:t>
            </a:r>
            <a:r>
              <a:rPr b="1" spc="-1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PROJECT </a:t>
            </a:r>
            <a:r>
              <a:rPr b="1" spc="-70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5018" y="1927050"/>
            <a:ext cx="9561963" cy="3901581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66700" marR="289560" indent="-229235">
              <a:lnSpc>
                <a:spcPts val="2690"/>
              </a:lnSpc>
              <a:spcBef>
                <a:spcPts val="740"/>
              </a:spcBef>
              <a:buFont typeface="Microsoft Sans Serif"/>
              <a:buChar char="•"/>
              <a:tabLst>
                <a:tab pos="267335" algn="l"/>
              </a:tabLst>
            </a:pPr>
            <a:r>
              <a:rPr sz="2400" spc="-10" dirty="0">
                <a:cs typeface="Calibri"/>
              </a:rPr>
              <a:t>The</a:t>
            </a:r>
            <a:r>
              <a:rPr sz="2400" spc="-15" dirty="0">
                <a:cs typeface="Calibri"/>
              </a:rPr>
              <a:t> general </a:t>
            </a:r>
            <a:r>
              <a:rPr sz="2400" spc="-20" dirty="0">
                <a:cs typeface="Calibri"/>
              </a:rPr>
              <a:t>form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</a:t>
            </a:r>
            <a:r>
              <a:rPr sz="2400" spc="-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the</a:t>
            </a:r>
            <a:r>
              <a:rPr sz="2400" spc="10" dirty="0">
                <a:cs typeface="Calibri"/>
              </a:rPr>
              <a:t> </a:t>
            </a:r>
            <a:r>
              <a:rPr sz="2400" i="1" spc="-5" dirty="0">
                <a:cs typeface="Calibri"/>
              </a:rPr>
              <a:t>project</a:t>
            </a:r>
            <a:r>
              <a:rPr sz="2400" i="1" spc="15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operation </a:t>
            </a:r>
            <a:r>
              <a:rPr sz="2400" spc="-6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is:</a:t>
            </a:r>
            <a:endParaRPr sz="2400" dirty="0">
              <a:cs typeface="Calibri"/>
            </a:endParaRPr>
          </a:p>
          <a:p>
            <a:pPr marL="54610" algn="ctr">
              <a:lnSpc>
                <a:spcPts val="2985"/>
              </a:lnSpc>
              <a:spcBef>
                <a:spcPts val="1045"/>
              </a:spcBef>
            </a:pPr>
            <a:r>
              <a:rPr sz="5400" spc="-52" baseline="13888" dirty="0">
                <a:cs typeface="Lucida Sans Unicode"/>
              </a:rPr>
              <a:t>π</a:t>
            </a:r>
            <a:r>
              <a:rPr sz="2400" spc="-35" dirty="0">
                <a:cs typeface="Calibri"/>
              </a:rPr>
              <a:t>&lt;attribute</a:t>
            </a:r>
            <a:r>
              <a:rPr sz="2400" spc="-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list&gt;</a:t>
            </a:r>
            <a:r>
              <a:rPr sz="5400" spc="-7" baseline="13888" dirty="0">
                <a:cs typeface="Calibri"/>
              </a:rPr>
              <a:t>(R)</a:t>
            </a:r>
            <a:endParaRPr sz="5400" baseline="13888" dirty="0">
              <a:cs typeface="Calibri"/>
            </a:endParaRPr>
          </a:p>
          <a:p>
            <a:pPr marL="266700" indent="-229235">
              <a:lnSpc>
                <a:spcPts val="2215"/>
              </a:lnSpc>
              <a:buFont typeface="Microsoft Sans Serif"/>
              <a:buChar char="•"/>
              <a:tabLst>
                <a:tab pos="724535" algn="l"/>
              </a:tabLst>
            </a:pPr>
            <a:r>
              <a:rPr sz="2400" spc="-310" dirty="0">
                <a:cs typeface="Lucida Sans Unicode"/>
              </a:rPr>
              <a:t>π</a:t>
            </a:r>
            <a:r>
              <a:rPr sz="2400" spc="-229" dirty="0">
                <a:cs typeface="Lucida Sans Unicode"/>
              </a:rPr>
              <a:t> </a:t>
            </a:r>
            <a:r>
              <a:rPr sz="2400" spc="-5" dirty="0">
                <a:cs typeface="Calibri"/>
              </a:rPr>
              <a:t>(pi</a:t>
            </a:r>
            <a:r>
              <a:rPr sz="2400" dirty="0">
                <a:cs typeface="Calibri"/>
              </a:rPr>
              <a:t>)</a:t>
            </a:r>
            <a:r>
              <a:rPr sz="2400" spc="-10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15" dirty="0">
                <a:cs typeface="Calibri"/>
              </a:rPr>
              <a:t> </a:t>
            </a:r>
            <a:r>
              <a:rPr sz="2400" dirty="0">
                <a:cs typeface="Calibri"/>
              </a:rPr>
              <a:t>the </a:t>
            </a:r>
            <a:r>
              <a:rPr sz="2400" spc="-50" dirty="0">
                <a:cs typeface="Calibri"/>
              </a:rPr>
              <a:t>s</a:t>
            </a:r>
            <a:r>
              <a:rPr sz="2400" dirty="0">
                <a:cs typeface="Calibri"/>
              </a:rPr>
              <a:t>ymbol </a:t>
            </a:r>
            <a:r>
              <a:rPr sz="2400" spc="-5" dirty="0">
                <a:cs typeface="Calibri"/>
              </a:rPr>
              <a:t>use</a:t>
            </a:r>
            <a:r>
              <a:rPr sz="2400" dirty="0">
                <a:cs typeface="Calibri"/>
              </a:rPr>
              <a:t>d</a:t>
            </a:r>
            <a:r>
              <a:rPr sz="2400" spc="-5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t</a:t>
            </a:r>
            <a:r>
              <a:rPr sz="2400" dirty="0">
                <a:cs typeface="Calibri"/>
              </a:rPr>
              <a:t>o</a:t>
            </a:r>
            <a:r>
              <a:rPr sz="2400" spc="-10" dirty="0">
                <a:cs typeface="Calibri"/>
              </a:rPr>
              <a:t> </a:t>
            </a:r>
            <a:r>
              <a:rPr sz="2400" spc="-35" dirty="0">
                <a:cs typeface="Calibri"/>
              </a:rPr>
              <a:t>r</a:t>
            </a:r>
            <a:r>
              <a:rPr sz="2400" dirty="0">
                <a:cs typeface="Calibri"/>
              </a:rPr>
              <a:t>ep</a:t>
            </a:r>
            <a:r>
              <a:rPr sz="2400" spc="-30" dirty="0">
                <a:cs typeface="Calibri"/>
              </a:rPr>
              <a:t>r</a:t>
            </a:r>
            <a:r>
              <a:rPr sz="2400" dirty="0">
                <a:cs typeface="Calibri"/>
              </a:rPr>
              <a:t>es</a:t>
            </a:r>
            <a:r>
              <a:rPr sz="2400" spc="5" dirty="0">
                <a:cs typeface="Calibri"/>
              </a:rPr>
              <a:t>e</a:t>
            </a:r>
            <a:r>
              <a:rPr sz="2400" spc="-25" dirty="0">
                <a:cs typeface="Calibri"/>
              </a:rPr>
              <a:t>n</a:t>
            </a:r>
            <a:r>
              <a:rPr sz="2400" dirty="0">
                <a:cs typeface="Calibri"/>
              </a:rPr>
              <a:t>t the</a:t>
            </a:r>
            <a:r>
              <a:rPr lang="en-US" sz="2400" dirty="0">
                <a:cs typeface="Calibri"/>
              </a:rPr>
              <a:t> </a:t>
            </a:r>
            <a:r>
              <a:rPr sz="2400" i="1" spc="-5" dirty="0">
                <a:cs typeface="Calibri"/>
              </a:rPr>
              <a:t>project</a:t>
            </a:r>
            <a:r>
              <a:rPr sz="2400" i="1" spc="-3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operation</a:t>
            </a:r>
            <a:endParaRPr lang="en-US" sz="2400" spc="-10" dirty="0">
              <a:cs typeface="Calibri"/>
            </a:endParaRPr>
          </a:p>
          <a:p>
            <a:pPr marL="266700" indent="-229235">
              <a:lnSpc>
                <a:spcPts val="2215"/>
              </a:lnSpc>
              <a:buFont typeface="Microsoft Sans Serif"/>
              <a:buChar char="•"/>
              <a:tabLst>
                <a:tab pos="724535" algn="l"/>
              </a:tabLst>
            </a:pPr>
            <a:endParaRPr lang="en-US" sz="2400" spc="-10" dirty="0">
              <a:cs typeface="Calibri"/>
            </a:endParaRPr>
          </a:p>
          <a:p>
            <a:pPr marL="37465">
              <a:lnSpc>
                <a:spcPts val="2215"/>
              </a:lnSpc>
              <a:tabLst>
                <a:tab pos="724535" algn="l"/>
              </a:tabLst>
            </a:pPr>
            <a:endParaRPr sz="2400" dirty="0">
              <a:cs typeface="Calibri"/>
            </a:endParaRPr>
          </a:p>
          <a:p>
            <a:pPr marL="266700" indent="-229235">
              <a:lnSpc>
                <a:spcPts val="2555"/>
              </a:lnSpc>
              <a:buFont typeface="Microsoft Sans Serif"/>
              <a:buChar char="•"/>
              <a:tabLst>
                <a:tab pos="724535" algn="l"/>
              </a:tabLst>
            </a:pPr>
            <a:r>
              <a:rPr sz="2400" spc="-10" dirty="0">
                <a:cs typeface="Calibri"/>
              </a:rPr>
              <a:t>&lt;attribute</a:t>
            </a:r>
            <a:r>
              <a:rPr sz="2400" spc="-1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list&gt;</a:t>
            </a:r>
            <a:r>
              <a:rPr sz="2400" spc="-15" dirty="0">
                <a:cs typeface="Calibri"/>
              </a:rPr>
              <a:t> </a:t>
            </a:r>
            <a:r>
              <a:rPr sz="2400" dirty="0">
                <a:cs typeface="Calibri"/>
              </a:rPr>
              <a:t>is </a:t>
            </a:r>
            <a:r>
              <a:rPr sz="2400" spc="-5" dirty="0">
                <a:cs typeface="Calibri"/>
              </a:rPr>
              <a:t>the</a:t>
            </a:r>
            <a:r>
              <a:rPr sz="2400" spc="-1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desired</a:t>
            </a:r>
            <a:r>
              <a:rPr sz="2400" spc="1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list</a:t>
            </a:r>
            <a:r>
              <a:rPr sz="2400" spc="-2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</a:t>
            </a:r>
            <a:r>
              <a:rPr sz="2400" spc="-1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attributes</a:t>
            </a:r>
            <a:r>
              <a:rPr lang="en-US" sz="2400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from</a:t>
            </a:r>
            <a:r>
              <a:rPr sz="2400" spc="-4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relation</a:t>
            </a:r>
            <a:r>
              <a:rPr sz="2400" spc="-25" dirty="0">
                <a:cs typeface="Calibri"/>
              </a:rPr>
              <a:t> </a:t>
            </a:r>
            <a:r>
              <a:rPr sz="2400" spc="5" dirty="0">
                <a:cs typeface="Calibri"/>
              </a:rPr>
              <a:t>R.</a:t>
            </a:r>
            <a:endParaRPr lang="en-US" sz="2400" spc="5" dirty="0">
              <a:cs typeface="Calibri"/>
            </a:endParaRPr>
          </a:p>
          <a:p>
            <a:pPr marL="37465">
              <a:lnSpc>
                <a:spcPts val="2555"/>
              </a:lnSpc>
              <a:tabLst>
                <a:tab pos="724535" algn="l"/>
              </a:tabLst>
            </a:pPr>
            <a:endParaRPr sz="2400" dirty="0">
              <a:cs typeface="Calibri"/>
            </a:endParaRPr>
          </a:p>
          <a:p>
            <a:pPr marL="266700" marR="1241425" indent="-229235">
              <a:lnSpc>
                <a:spcPct val="80000"/>
              </a:lnSpc>
              <a:spcBef>
                <a:spcPts val="980"/>
              </a:spcBef>
              <a:buFont typeface="Microsoft Sans Serif"/>
              <a:buChar char="•"/>
              <a:tabLst>
                <a:tab pos="267335" algn="l"/>
              </a:tabLst>
            </a:pPr>
            <a:r>
              <a:rPr sz="2400" spc="-10" dirty="0">
                <a:cs typeface="Calibri"/>
              </a:rPr>
              <a:t>The</a:t>
            </a:r>
            <a:r>
              <a:rPr sz="2400" spc="-15" dirty="0">
                <a:cs typeface="Calibri"/>
              </a:rPr>
              <a:t> project</a:t>
            </a:r>
            <a:r>
              <a:rPr sz="2400" spc="10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operation</a:t>
            </a:r>
            <a:r>
              <a:rPr sz="2400" spc="15" dirty="0">
                <a:cs typeface="Calibri"/>
              </a:rPr>
              <a:t> </a:t>
            </a:r>
            <a:r>
              <a:rPr sz="2400" i="1" spc="-5" dirty="0">
                <a:cs typeface="Calibri"/>
              </a:rPr>
              <a:t>removes</a:t>
            </a:r>
            <a:r>
              <a:rPr sz="2400" i="1" dirty="0">
                <a:cs typeface="Calibri"/>
              </a:rPr>
              <a:t> </a:t>
            </a:r>
            <a:r>
              <a:rPr sz="2400" i="1" spc="-20" dirty="0">
                <a:cs typeface="Calibri"/>
              </a:rPr>
              <a:t>any </a:t>
            </a:r>
            <a:r>
              <a:rPr sz="2400" i="1" spc="-620" dirty="0">
                <a:cs typeface="Calibri"/>
              </a:rPr>
              <a:t> </a:t>
            </a:r>
            <a:r>
              <a:rPr sz="2400" i="1" spc="-15" dirty="0">
                <a:cs typeface="Calibri"/>
              </a:rPr>
              <a:t>duplicate</a:t>
            </a:r>
            <a:r>
              <a:rPr sz="2400" i="1" spc="-20" dirty="0">
                <a:cs typeface="Calibri"/>
              </a:rPr>
              <a:t> </a:t>
            </a:r>
            <a:r>
              <a:rPr sz="2400" i="1" spc="-5" dirty="0">
                <a:cs typeface="Calibri"/>
              </a:rPr>
              <a:t>tuples</a:t>
            </a:r>
            <a:endParaRPr sz="2400" dirty="0">
              <a:cs typeface="Calibri"/>
            </a:endParaRPr>
          </a:p>
          <a:p>
            <a:pPr marL="723900" lvl="1" indent="-229235">
              <a:lnSpc>
                <a:spcPts val="2540"/>
              </a:lnSpc>
              <a:buFont typeface="Microsoft Sans Serif"/>
              <a:buChar char="•"/>
              <a:tabLst>
                <a:tab pos="724535" algn="l"/>
              </a:tabLst>
            </a:pPr>
            <a:r>
              <a:rPr sz="2400" spc="-5" dirty="0">
                <a:cs typeface="Calibri"/>
              </a:rPr>
              <a:t>This</a:t>
            </a:r>
            <a:r>
              <a:rPr sz="2400" spc="-10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5" dirty="0">
                <a:cs typeface="Calibri"/>
              </a:rPr>
              <a:t> because </a:t>
            </a:r>
            <a:r>
              <a:rPr sz="2400" dirty="0">
                <a:cs typeface="Calibri"/>
              </a:rPr>
              <a:t>the</a:t>
            </a:r>
            <a:r>
              <a:rPr sz="2400" spc="-2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result </a:t>
            </a:r>
            <a:r>
              <a:rPr sz="2400" spc="-10" dirty="0">
                <a:cs typeface="Calibri"/>
              </a:rPr>
              <a:t>of</a:t>
            </a:r>
            <a:r>
              <a:rPr sz="2400" spc="-15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20" dirty="0">
                <a:cs typeface="Calibri"/>
              </a:rPr>
              <a:t> </a:t>
            </a:r>
            <a:r>
              <a:rPr sz="2400" i="1" spc="-5" dirty="0">
                <a:cs typeface="Calibri"/>
              </a:rPr>
              <a:t>project</a:t>
            </a:r>
            <a:r>
              <a:rPr lang="en-US" sz="2400" i="1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operation</a:t>
            </a:r>
            <a:r>
              <a:rPr sz="2400" spc="-2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must</a:t>
            </a:r>
            <a:r>
              <a:rPr sz="2400" spc="-2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be</a:t>
            </a:r>
            <a:r>
              <a:rPr sz="2400" spc="-15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15" dirty="0">
                <a:cs typeface="Calibri"/>
              </a:rPr>
              <a:t> </a:t>
            </a:r>
            <a:r>
              <a:rPr sz="2400" i="1" spc="-5" dirty="0">
                <a:cs typeface="Calibri"/>
              </a:rPr>
              <a:t>set</a:t>
            </a:r>
            <a:r>
              <a:rPr sz="2400" i="1" spc="-15" dirty="0">
                <a:cs typeface="Calibri"/>
              </a:rPr>
              <a:t> </a:t>
            </a:r>
            <a:r>
              <a:rPr sz="2400" i="1" spc="-5" dirty="0">
                <a:cs typeface="Calibri"/>
              </a:rPr>
              <a:t>of</a:t>
            </a:r>
            <a:r>
              <a:rPr sz="2400" i="1" spc="-15" dirty="0">
                <a:cs typeface="Calibri"/>
              </a:rPr>
              <a:t> </a:t>
            </a:r>
            <a:r>
              <a:rPr sz="2400" i="1" dirty="0">
                <a:cs typeface="Calibri"/>
              </a:rPr>
              <a:t>tuples</a:t>
            </a:r>
            <a:endParaRPr sz="2400" dirty="0">
              <a:cs typeface="Calibri"/>
            </a:endParaRPr>
          </a:p>
          <a:p>
            <a:pPr marL="1181100" lvl="2" indent="-229235">
              <a:spcBef>
                <a:spcPts val="40"/>
              </a:spcBef>
              <a:buFont typeface="Microsoft Sans Serif"/>
              <a:buChar char="•"/>
              <a:tabLst>
                <a:tab pos="1181100" algn="l"/>
                <a:tab pos="1181735" algn="l"/>
              </a:tabLst>
            </a:pPr>
            <a:r>
              <a:rPr sz="2400" spc="-5" dirty="0">
                <a:cs typeface="Calibri"/>
              </a:rPr>
              <a:t>Mathematical</a:t>
            </a:r>
            <a:r>
              <a:rPr sz="2400" spc="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sets</a:t>
            </a:r>
            <a:r>
              <a:rPr sz="2400" spc="15" dirty="0">
                <a:cs typeface="Calibri"/>
              </a:rPr>
              <a:t> </a:t>
            </a:r>
            <a:r>
              <a:rPr sz="2400" i="1" spc="-5" dirty="0">
                <a:cs typeface="Calibri"/>
              </a:rPr>
              <a:t>do</a:t>
            </a:r>
            <a:r>
              <a:rPr sz="2400" i="1" dirty="0">
                <a:cs typeface="Calibri"/>
              </a:rPr>
              <a:t> </a:t>
            </a:r>
            <a:r>
              <a:rPr sz="2400" i="1" spc="-5" dirty="0">
                <a:cs typeface="Calibri"/>
              </a:rPr>
              <a:t>not</a:t>
            </a:r>
            <a:r>
              <a:rPr sz="2400" i="1" spc="-25" dirty="0">
                <a:cs typeface="Calibri"/>
              </a:rPr>
              <a:t> </a:t>
            </a:r>
            <a:r>
              <a:rPr sz="2400" i="1" spc="-5" dirty="0">
                <a:cs typeface="Calibri"/>
              </a:rPr>
              <a:t>allow</a:t>
            </a:r>
            <a:r>
              <a:rPr sz="2400" i="1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duplicate</a:t>
            </a:r>
            <a:r>
              <a:rPr sz="2400" dirty="0">
                <a:cs typeface="Calibri"/>
              </a:rPr>
              <a:t> </a:t>
            </a:r>
            <a:r>
              <a:rPr sz="2400" spc="-5" dirty="0">
                <a:cs typeface="Calibri"/>
              </a:rPr>
              <a:t>elements.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4384" y="324256"/>
            <a:ext cx="757174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90" dirty="0">
                <a:solidFill>
                  <a:schemeClr val="tx1"/>
                </a:solidFill>
                <a:latin typeface="+mj-lt"/>
              </a:rPr>
              <a:t>Project</a:t>
            </a:r>
            <a:r>
              <a:rPr b="1" spc="-170" dirty="0">
                <a:solidFill>
                  <a:schemeClr val="tx1"/>
                </a:solidFill>
                <a:latin typeface="+mj-lt"/>
              </a:rPr>
              <a:t> </a:t>
            </a:r>
            <a:r>
              <a:rPr b="1" spc="300" dirty="0">
                <a:solidFill>
                  <a:schemeClr val="tx1"/>
                </a:solidFill>
                <a:latin typeface="+mj-lt"/>
              </a:rPr>
              <a:t>Operation</a:t>
            </a:r>
            <a:r>
              <a:rPr b="1" spc="-165" dirty="0">
                <a:solidFill>
                  <a:schemeClr val="tx1"/>
                </a:solidFill>
                <a:latin typeface="+mj-lt"/>
              </a:rPr>
              <a:t> </a:t>
            </a:r>
            <a:r>
              <a:rPr b="1" spc="225" dirty="0">
                <a:solidFill>
                  <a:schemeClr val="tx1"/>
                </a:solidFill>
                <a:latin typeface="+mj-lt"/>
              </a:rPr>
              <a:t>(Continue)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221550"/>
              </p:ext>
            </p:extLst>
          </p:nvPr>
        </p:nvGraphicFramePr>
        <p:xfrm>
          <a:off x="626553" y="1518483"/>
          <a:ext cx="3989070" cy="30632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9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682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AF356F"/>
                      </a:solidFill>
                      <a:prstDash val="solid"/>
                    </a:lnL>
                    <a:lnR w="9525">
                      <a:solidFill>
                        <a:srgbClr val="AF356F"/>
                      </a:solidFill>
                      <a:prstDash val="solid"/>
                    </a:lnR>
                    <a:lnT w="9525">
                      <a:solidFill>
                        <a:srgbClr val="AF356F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STREET</a:t>
                      </a:r>
                    </a:p>
                  </a:txBody>
                  <a:tcPr marL="0" marR="0" marT="90170" marB="0">
                    <a:lnL w="9525">
                      <a:solidFill>
                        <a:srgbClr val="AF356F"/>
                      </a:solidFill>
                      <a:prstDash val="solid"/>
                    </a:lnL>
                    <a:lnR w="9525">
                      <a:solidFill>
                        <a:srgbClr val="AF356F"/>
                      </a:solidFill>
                      <a:prstDash val="solid"/>
                    </a:lnR>
                    <a:lnT w="9525">
                      <a:solidFill>
                        <a:srgbClr val="AF356F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AF356F"/>
                      </a:solidFill>
                      <a:prstDash val="solid"/>
                    </a:lnL>
                    <a:lnR w="9525">
                      <a:solidFill>
                        <a:srgbClr val="AF356F"/>
                      </a:solidFill>
                      <a:prstDash val="solid"/>
                    </a:lnR>
                    <a:lnT w="9525">
                      <a:solidFill>
                        <a:srgbClr val="AF356F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95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Main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Harrison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North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1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Rye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Hays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Main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Harrison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Curry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North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Rye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Johnson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Alma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Brooklyn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Brooks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Senator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Brooklyn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119600"/>
              </p:ext>
            </p:extLst>
          </p:nvPr>
        </p:nvGraphicFramePr>
        <p:xfrm>
          <a:off x="5975794" y="3030746"/>
          <a:ext cx="5280660" cy="3063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0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0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682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AF5E6F"/>
                      </a:solidFill>
                      <a:prstDash val="solid"/>
                    </a:lnL>
                    <a:lnR w="9525">
                      <a:solidFill>
                        <a:srgbClr val="AF5E6F"/>
                      </a:solidFill>
                      <a:prstDash val="solid"/>
                    </a:lnR>
                    <a:lnT w="9525">
                      <a:solidFill>
                        <a:srgbClr val="AF5E6F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9525">
                      <a:solidFill>
                        <a:srgbClr val="AF5E6F"/>
                      </a:solidFill>
                      <a:prstDash val="solid"/>
                    </a:lnL>
                    <a:lnR w="9525">
                      <a:solidFill>
                        <a:srgbClr val="AF5E6F"/>
                      </a:solidFill>
                      <a:prstDash val="solid"/>
                    </a:lnR>
                    <a:lnT w="9525">
                      <a:solidFill>
                        <a:srgbClr val="AF5E6F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957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Harrison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Rye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Hays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Harrison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Curry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spc="-1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Rye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32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Johnson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Brooklyn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Brooks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Brooklyn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6CCBD"/>
                      </a:solidFill>
                      <a:prstDash val="solid"/>
                    </a:lnL>
                    <a:lnR w="9525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8105" y="1127323"/>
            <a:ext cx="4545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60" dirty="0">
                <a:latin typeface="Tahoma"/>
                <a:cs typeface="Tahoma"/>
              </a:rPr>
              <a:t>Example</a:t>
            </a:r>
            <a:r>
              <a:rPr sz="2400" b="1" spc="-30" dirty="0">
                <a:latin typeface="Tahoma"/>
                <a:cs typeface="Tahoma"/>
              </a:rPr>
              <a:t>:</a:t>
            </a:r>
            <a:r>
              <a:rPr sz="2400" b="1" spc="-25" dirty="0">
                <a:latin typeface="Tahoma"/>
                <a:cs typeface="Tahoma"/>
              </a:rPr>
              <a:t> </a:t>
            </a:r>
            <a:r>
              <a:rPr sz="2400" b="1" spc="-140" dirty="0">
                <a:latin typeface="Tahoma"/>
                <a:cs typeface="Tahoma"/>
              </a:rPr>
              <a:t>CUSTOMER</a:t>
            </a:r>
            <a:r>
              <a:rPr sz="2400" b="1" spc="-25" dirty="0">
                <a:latin typeface="Tahoma"/>
                <a:cs typeface="Tahoma"/>
              </a:rPr>
              <a:t> </a:t>
            </a:r>
            <a:r>
              <a:rPr sz="2400" b="1" spc="-210" dirty="0">
                <a:latin typeface="Tahoma"/>
                <a:cs typeface="Tahoma"/>
              </a:rPr>
              <a:t>RELATION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703" y="4807292"/>
            <a:ext cx="4698971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Input:</a:t>
            </a:r>
            <a:endParaRPr lang="en-US" sz="2400" b="1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∏ NAME,</a:t>
            </a:r>
            <a:r>
              <a:rPr sz="2400" dirty="0">
                <a:latin typeface="Arial MT"/>
                <a:cs typeface="Arial MT"/>
              </a:rPr>
              <a:t> CITY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(CUSTOMER)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0185" y="2580513"/>
            <a:ext cx="112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Output: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421" y="1048735"/>
            <a:ext cx="12256599" cy="565796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b="1" dirty="0">
                <a:solidFill>
                  <a:schemeClr val="tx1"/>
                </a:solidFill>
              </a:rPr>
              <a:t>Unary</a:t>
            </a:r>
            <a:r>
              <a:rPr b="1" spc="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Relational</a:t>
            </a:r>
            <a:r>
              <a:rPr b="1" spc="10" dirty="0">
                <a:solidFill>
                  <a:schemeClr val="tx1"/>
                </a:solidFill>
              </a:rPr>
              <a:t> </a:t>
            </a:r>
            <a:r>
              <a:rPr b="1" spc="-15" dirty="0">
                <a:solidFill>
                  <a:schemeClr val="tx1"/>
                </a:solidFill>
              </a:rPr>
              <a:t>Operations:</a:t>
            </a:r>
            <a:r>
              <a:rPr b="1" spc="-1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PROJECT </a:t>
            </a:r>
            <a:r>
              <a:rPr b="1" spc="-705" dirty="0">
                <a:solidFill>
                  <a:schemeClr val="tx1"/>
                </a:solidFill>
              </a:rPr>
              <a:t> </a:t>
            </a:r>
            <a:r>
              <a:rPr b="1" spc="-15" dirty="0">
                <a:solidFill>
                  <a:schemeClr val="tx1"/>
                </a:solidFill>
              </a:rPr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9445" y="1816653"/>
            <a:ext cx="10672549" cy="330981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8100">
              <a:spcBef>
                <a:spcPts val="340"/>
              </a:spcBef>
              <a:tabLst>
                <a:tab pos="266700" algn="l"/>
              </a:tabLst>
            </a:pPr>
            <a:r>
              <a:rPr sz="3200" spc="-20" dirty="0">
                <a:solidFill>
                  <a:schemeClr val="accent2"/>
                </a:solidFill>
                <a:cs typeface="Calibri"/>
              </a:rPr>
              <a:t>PROJECT</a:t>
            </a:r>
            <a:r>
              <a:rPr sz="3200" spc="-5" dirty="0">
                <a:solidFill>
                  <a:schemeClr val="accent2"/>
                </a:solidFill>
                <a:cs typeface="Calibri"/>
              </a:rPr>
              <a:t> </a:t>
            </a:r>
            <a:r>
              <a:rPr sz="3200" spc="-15" dirty="0">
                <a:solidFill>
                  <a:schemeClr val="accent2"/>
                </a:solidFill>
                <a:cs typeface="Calibri"/>
              </a:rPr>
              <a:t>Operation</a:t>
            </a:r>
            <a:r>
              <a:rPr sz="3200" spc="10" dirty="0">
                <a:solidFill>
                  <a:schemeClr val="accent2"/>
                </a:solidFill>
                <a:cs typeface="Calibri"/>
              </a:rPr>
              <a:t> </a:t>
            </a:r>
            <a:r>
              <a:rPr sz="3200" spc="-15" dirty="0">
                <a:solidFill>
                  <a:schemeClr val="accent2"/>
                </a:solidFill>
                <a:cs typeface="Calibri"/>
              </a:rPr>
              <a:t>Properties</a:t>
            </a:r>
            <a:endParaRPr sz="3200" dirty="0">
              <a:solidFill>
                <a:schemeClr val="accent2"/>
              </a:solidFill>
              <a:cs typeface="Calibri"/>
            </a:endParaRPr>
          </a:p>
          <a:p>
            <a:pPr marL="723265" marR="255904" lvl="1" indent="-228600">
              <a:lnSpc>
                <a:spcPct val="90400"/>
              </a:lnSpc>
              <a:spcBef>
                <a:spcPts val="490"/>
              </a:spcBef>
              <a:buFont typeface="Microsoft Sans Serif"/>
              <a:buChar char="•"/>
              <a:tabLst>
                <a:tab pos="723900" algn="l"/>
              </a:tabLst>
            </a:pPr>
            <a:r>
              <a:rPr sz="2800" spc="-5" dirty="0">
                <a:cs typeface="Calibri"/>
              </a:rPr>
              <a:t>The number of </a:t>
            </a:r>
            <a:r>
              <a:rPr sz="2800" dirty="0">
                <a:cs typeface="Calibri"/>
              </a:rPr>
              <a:t>tuples in the </a:t>
            </a:r>
            <a:r>
              <a:rPr sz="2800" spc="-10" dirty="0">
                <a:cs typeface="Calibri"/>
              </a:rPr>
              <a:t>result </a:t>
            </a:r>
            <a:r>
              <a:rPr sz="2800" spc="-5" dirty="0">
                <a:cs typeface="Calibri"/>
              </a:rPr>
              <a:t>of </a:t>
            </a:r>
            <a:r>
              <a:rPr sz="2800" dirty="0">
                <a:cs typeface="Calibri"/>
              </a:rPr>
              <a:t> </a:t>
            </a:r>
            <a:r>
              <a:rPr sz="2800" spc="-10" dirty="0">
                <a:cs typeface="Calibri"/>
              </a:rPr>
              <a:t>projection </a:t>
            </a:r>
            <a:r>
              <a:rPr sz="2800" spc="-35" dirty="0">
                <a:cs typeface="Lucida Sans Unicode"/>
              </a:rPr>
              <a:t>π</a:t>
            </a:r>
            <a:r>
              <a:rPr sz="2800" spc="-52" baseline="-20833" dirty="0">
                <a:cs typeface="Calibri"/>
              </a:rPr>
              <a:t>&lt;list&gt;</a:t>
            </a:r>
            <a:r>
              <a:rPr sz="2800" spc="-35" dirty="0">
                <a:cs typeface="Calibri"/>
              </a:rPr>
              <a:t>(R) </a:t>
            </a:r>
            <a:r>
              <a:rPr sz="2800" dirty="0">
                <a:cs typeface="Calibri"/>
              </a:rPr>
              <a:t>is </a:t>
            </a:r>
            <a:r>
              <a:rPr sz="2800" spc="-20" dirty="0">
                <a:cs typeface="Calibri"/>
              </a:rPr>
              <a:t>always </a:t>
            </a:r>
            <a:r>
              <a:rPr sz="2800" dirty="0">
                <a:cs typeface="Calibri"/>
              </a:rPr>
              <a:t>less </a:t>
            </a:r>
            <a:r>
              <a:rPr sz="2800" spc="-5" dirty="0">
                <a:cs typeface="Calibri"/>
              </a:rPr>
              <a:t>or </a:t>
            </a:r>
            <a:r>
              <a:rPr sz="2800" dirty="0">
                <a:cs typeface="Calibri"/>
              </a:rPr>
              <a:t>equal </a:t>
            </a:r>
            <a:r>
              <a:rPr sz="2800" spc="-15" dirty="0">
                <a:cs typeface="Calibri"/>
              </a:rPr>
              <a:t>to </a:t>
            </a:r>
            <a:r>
              <a:rPr sz="2800" spc="-530" dirty="0">
                <a:cs typeface="Calibri"/>
              </a:rPr>
              <a:t> </a:t>
            </a:r>
            <a:r>
              <a:rPr sz="2800" dirty="0">
                <a:cs typeface="Calibri"/>
              </a:rPr>
              <a:t>the</a:t>
            </a:r>
            <a:r>
              <a:rPr sz="2800" spc="-5" dirty="0">
                <a:cs typeface="Calibri"/>
              </a:rPr>
              <a:t> number</a:t>
            </a:r>
            <a:r>
              <a:rPr sz="2800" spc="-15" dirty="0">
                <a:cs typeface="Calibri"/>
              </a:rPr>
              <a:t> </a:t>
            </a:r>
            <a:r>
              <a:rPr sz="2800" spc="-5" dirty="0">
                <a:cs typeface="Calibri"/>
              </a:rPr>
              <a:t>of</a:t>
            </a:r>
            <a:r>
              <a:rPr sz="2800" spc="-10" dirty="0">
                <a:cs typeface="Calibri"/>
              </a:rPr>
              <a:t> </a:t>
            </a:r>
            <a:r>
              <a:rPr sz="2800" dirty="0">
                <a:cs typeface="Calibri"/>
              </a:rPr>
              <a:t>tuples</a:t>
            </a:r>
            <a:r>
              <a:rPr sz="2800" spc="-5" dirty="0">
                <a:cs typeface="Calibri"/>
              </a:rPr>
              <a:t> </a:t>
            </a:r>
            <a:r>
              <a:rPr sz="2800" dirty="0">
                <a:cs typeface="Calibri"/>
              </a:rPr>
              <a:t>in</a:t>
            </a:r>
            <a:r>
              <a:rPr sz="2800" spc="-20" dirty="0">
                <a:cs typeface="Calibri"/>
              </a:rPr>
              <a:t> </a:t>
            </a:r>
            <a:r>
              <a:rPr sz="2800" dirty="0">
                <a:cs typeface="Calibri"/>
              </a:rPr>
              <a:t>R</a:t>
            </a:r>
          </a:p>
          <a:p>
            <a:pPr marL="1181100" marR="30480" lvl="2" indent="-229235" algn="just">
              <a:lnSpc>
                <a:spcPct val="90600"/>
              </a:lnSpc>
              <a:spcBef>
                <a:spcPts val="480"/>
              </a:spcBef>
              <a:buFont typeface="Microsoft Sans Serif"/>
              <a:buChar char="•"/>
              <a:tabLst>
                <a:tab pos="1181735" algn="l"/>
              </a:tabLst>
            </a:pPr>
            <a:r>
              <a:rPr sz="2400" dirty="0">
                <a:cs typeface="Calibri"/>
              </a:rPr>
              <a:t>If the </a:t>
            </a:r>
            <a:r>
              <a:rPr sz="2400" spc="-10" dirty="0">
                <a:cs typeface="Calibri"/>
              </a:rPr>
              <a:t>list </a:t>
            </a:r>
            <a:r>
              <a:rPr sz="2400" dirty="0">
                <a:cs typeface="Calibri"/>
              </a:rPr>
              <a:t>of </a:t>
            </a:r>
            <a:r>
              <a:rPr sz="2400" spc="-10" dirty="0">
                <a:cs typeface="Calibri"/>
              </a:rPr>
              <a:t>attributes </a:t>
            </a:r>
            <a:r>
              <a:rPr sz="2400" dirty="0">
                <a:cs typeface="Calibri"/>
              </a:rPr>
              <a:t>includes a </a:t>
            </a:r>
            <a:r>
              <a:rPr sz="2400" i="1" spc="-30" dirty="0">
                <a:cs typeface="Calibri"/>
              </a:rPr>
              <a:t>key </a:t>
            </a:r>
            <a:r>
              <a:rPr sz="2400" dirty="0">
                <a:cs typeface="Calibri"/>
              </a:rPr>
              <a:t>of R, then the number </a:t>
            </a:r>
            <a:r>
              <a:rPr sz="2400" spc="-5" dirty="0">
                <a:cs typeface="Calibri"/>
              </a:rPr>
              <a:t>of </a:t>
            </a:r>
            <a:r>
              <a:rPr sz="2400" dirty="0">
                <a:cs typeface="Calibri"/>
              </a:rPr>
              <a:t>tuples in the </a:t>
            </a:r>
            <a:r>
              <a:rPr sz="2400" spc="-10" dirty="0">
                <a:cs typeface="Calibri"/>
              </a:rPr>
              <a:t>result </a:t>
            </a:r>
            <a:r>
              <a:rPr sz="2400" spc="-5" dirty="0">
                <a:cs typeface="Calibri"/>
              </a:rPr>
              <a:t>of </a:t>
            </a:r>
            <a:r>
              <a:rPr sz="2400" spc="-10" dirty="0">
                <a:cs typeface="Calibri"/>
              </a:rPr>
              <a:t>PROJECT </a:t>
            </a:r>
            <a:r>
              <a:rPr sz="2400" dirty="0">
                <a:cs typeface="Calibri"/>
              </a:rPr>
              <a:t>is </a:t>
            </a:r>
            <a:r>
              <a:rPr sz="2400" i="1" dirty="0">
                <a:cs typeface="Calibri"/>
              </a:rPr>
              <a:t>equal </a:t>
            </a:r>
            <a:r>
              <a:rPr sz="2400" i="1" spc="-440" dirty="0">
                <a:cs typeface="Calibri"/>
              </a:rPr>
              <a:t> </a:t>
            </a:r>
            <a:r>
              <a:rPr sz="2400" spc="-15" dirty="0">
                <a:cs typeface="Calibri"/>
              </a:rPr>
              <a:t>to</a:t>
            </a:r>
            <a:r>
              <a:rPr sz="2400" spc="-1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10" dirty="0">
                <a:cs typeface="Calibri"/>
              </a:rPr>
              <a:t> </a:t>
            </a:r>
            <a:r>
              <a:rPr sz="2400" dirty="0">
                <a:cs typeface="Calibri"/>
              </a:rPr>
              <a:t>number</a:t>
            </a:r>
            <a:r>
              <a:rPr sz="2400" spc="-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</a:t>
            </a:r>
            <a:r>
              <a:rPr sz="2400" spc="-10" dirty="0">
                <a:cs typeface="Calibri"/>
              </a:rPr>
              <a:t> </a:t>
            </a:r>
            <a:r>
              <a:rPr sz="2400" dirty="0">
                <a:cs typeface="Calibri"/>
              </a:rPr>
              <a:t>tuples</a:t>
            </a:r>
            <a:r>
              <a:rPr sz="2400" spc="10" dirty="0">
                <a:cs typeface="Calibri"/>
              </a:rPr>
              <a:t> </a:t>
            </a:r>
            <a:r>
              <a:rPr sz="2400" dirty="0">
                <a:cs typeface="Calibri"/>
              </a:rPr>
              <a:t>in</a:t>
            </a:r>
            <a:r>
              <a:rPr sz="2400" spc="-15" dirty="0">
                <a:cs typeface="Calibri"/>
              </a:rPr>
              <a:t> </a:t>
            </a:r>
            <a:r>
              <a:rPr sz="2400" dirty="0">
                <a:cs typeface="Calibri"/>
              </a:rPr>
              <a:t>R</a:t>
            </a:r>
            <a:endParaRPr lang="en-US" sz="2400" dirty="0">
              <a:cs typeface="Calibri"/>
            </a:endParaRPr>
          </a:p>
          <a:p>
            <a:pPr marL="951865" marR="30480" lvl="2" algn="just">
              <a:lnSpc>
                <a:spcPct val="90600"/>
              </a:lnSpc>
              <a:spcBef>
                <a:spcPts val="480"/>
              </a:spcBef>
              <a:tabLst>
                <a:tab pos="1181735" algn="l"/>
              </a:tabLst>
            </a:pPr>
            <a:endParaRPr sz="2400" dirty="0">
              <a:cs typeface="Calibri"/>
            </a:endParaRPr>
          </a:p>
          <a:p>
            <a:pPr marL="723265" lvl="1" indent="-229235">
              <a:spcBef>
                <a:spcPts val="190"/>
              </a:spcBef>
              <a:buFont typeface="Microsoft Sans Serif"/>
              <a:buChar char="•"/>
              <a:tabLst>
                <a:tab pos="723900" algn="l"/>
              </a:tabLst>
            </a:pPr>
            <a:r>
              <a:rPr sz="2800" spc="-15" dirty="0">
                <a:cs typeface="Calibri"/>
              </a:rPr>
              <a:t>PROJECT</a:t>
            </a:r>
            <a:r>
              <a:rPr sz="2800" spc="-30" dirty="0">
                <a:cs typeface="Calibri"/>
              </a:rPr>
              <a:t> </a:t>
            </a:r>
            <a:r>
              <a:rPr sz="2800" dirty="0">
                <a:cs typeface="Calibri"/>
              </a:rPr>
              <a:t>is</a:t>
            </a:r>
            <a:r>
              <a:rPr sz="2800" spc="-10" dirty="0">
                <a:cs typeface="Calibri"/>
              </a:rPr>
              <a:t> </a:t>
            </a:r>
            <a:r>
              <a:rPr sz="2800" i="1" spc="-5" dirty="0">
                <a:cs typeface="Calibri"/>
              </a:rPr>
              <a:t>not</a:t>
            </a:r>
            <a:r>
              <a:rPr sz="2800" i="1" spc="-10" dirty="0">
                <a:cs typeface="Calibri"/>
              </a:rPr>
              <a:t> </a:t>
            </a:r>
            <a:r>
              <a:rPr sz="2800" spc="-15" dirty="0">
                <a:cs typeface="Calibri"/>
              </a:rPr>
              <a:t>commutative</a:t>
            </a:r>
            <a:endParaRPr sz="2800" dirty="0">
              <a:cs typeface="Calibri"/>
            </a:endParaRPr>
          </a:p>
          <a:p>
            <a:pPr marL="1181100" lvl="2" indent="-229870">
              <a:lnSpc>
                <a:spcPts val="2285"/>
              </a:lnSpc>
              <a:spcBef>
                <a:spcPts val="265"/>
              </a:spcBef>
              <a:buFont typeface="Microsoft Sans Serif"/>
              <a:buChar char="•"/>
              <a:tabLst>
                <a:tab pos="1181100" algn="l"/>
                <a:tab pos="1181735" algn="l"/>
              </a:tabLst>
            </a:pPr>
            <a:r>
              <a:rPr sz="2400" spc="-254" dirty="0">
                <a:cs typeface="Lucida Sans Unicode"/>
              </a:rPr>
              <a:t>π</a:t>
            </a:r>
            <a:r>
              <a:rPr sz="2400" spc="-195" dirty="0">
                <a:cs typeface="Lucida Sans Unicode"/>
              </a:rPr>
              <a:t> </a:t>
            </a:r>
            <a:r>
              <a:rPr sz="2000" spc="15" baseline="-21367" dirty="0">
                <a:cs typeface="Calibri"/>
              </a:rPr>
              <a:t>&lt;</a:t>
            </a:r>
            <a:r>
              <a:rPr sz="2000" spc="-7" baseline="-21367" dirty="0">
                <a:cs typeface="Calibri"/>
              </a:rPr>
              <a:t>li</a:t>
            </a:r>
            <a:r>
              <a:rPr sz="2000" spc="-15" baseline="-21367" dirty="0">
                <a:cs typeface="Calibri"/>
              </a:rPr>
              <a:t>s</a:t>
            </a:r>
            <a:r>
              <a:rPr sz="2000" spc="15" baseline="-21367" dirty="0">
                <a:cs typeface="Calibri"/>
              </a:rPr>
              <a:t>t</a:t>
            </a:r>
            <a:r>
              <a:rPr sz="2000" spc="7" baseline="-21367" dirty="0">
                <a:cs typeface="Calibri"/>
              </a:rPr>
              <a:t>1</a:t>
            </a:r>
            <a:r>
              <a:rPr sz="2000" spc="22" baseline="-21367" dirty="0">
                <a:cs typeface="Calibri"/>
              </a:rPr>
              <a:t>&gt;</a:t>
            </a:r>
            <a:r>
              <a:rPr sz="2000" baseline="-21367" dirty="0">
                <a:cs typeface="Calibri"/>
              </a:rPr>
              <a:t> </a:t>
            </a:r>
            <a:r>
              <a:rPr sz="2000" spc="-195" baseline="-21367" dirty="0">
                <a:cs typeface="Calibri"/>
              </a:rPr>
              <a:t> </a:t>
            </a:r>
            <a:r>
              <a:rPr sz="2400" dirty="0">
                <a:cs typeface="Calibri"/>
              </a:rPr>
              <a:t>(</a:t>
            </a:r>
            <a:r>
              <a:rPr sz="2400" spc="-254" dirty="0">
                <a:cs typeface="Lucida Sans Unicode"/>
              </a:rPr>
              <a:t>π</a:t>
            </a:r>
            <a:r>
              <a:rPr sz="2400" spc="-195" dirty="0">
                <a:cs typeface="Lucida Sans Unicode"/>
              </a:rPr>
              <a:t> </a:t>
            </a:r>
            <a:r>
              <a:rPr sz="2000" spc="15" baseline="-21367" dirty="0">
                <a:cs typeface="Calibri"/>
              </a:rPr>
              <a:t>&lt;</a:t>
            </a:r>
            <a:r>
              <a:rPr sz="2000" spc="-7" baseline="-21367" dirty="0">
                <a:cs typeface="Calibri"/>
              </a:rPr>
              <a:t>li</a:t>
            </a:r>
            <a:r>
              <a:rPr sz="2000" spc="-15" baseline="-21367" dirty="0">
                <a:cs typeface="Calibri"/>
              </a:rPr>
              <a:t>s</a:t>
            </a:r>
            <a:r>
              <a:rPr sz="2000" spc="15" baseline="-21367" dirty="0">
                <a:cs typeface="Calibri"/>
              </a:rPr>
              <a:t>t</a:t>
            </a:r>
            <a:r>
              <a:rPr sz="2000" spc="7" baseline="-21367" dirty="0">
                <a:cs typeface="Calibri"/>
              </a:rPr>
              <a:t>2</a:t>
            </a:r>
            <a:r>
              <a:rPr sz="2000" spc="22" baseline="-21367" dirty="0">
                <a:cs typeface="Calibri"/>
              </a:rPr>
              <a:t>&gt;</a:t>
            </a:r>
            <a:r>
              <a:rPr sz="2000" baseline="-21367" dirty="0">
                <a:cs typeface="Calibri"/>
              </a:rPr>
              <a:t> </a:t>
            </a:r>
            <a:r>
              <a:rPr sz="2000" spc="-195" baseline="-21367" dirty="0">
                <a:cs typeface="Calibri"/>
              </a:rPr>
              <a:t> </a:t>
            </a:r>
            <a:r>
              <a:rPr sz="2400" spc="-5" dirty="0">
                <a:cs typeface="Calibri"/>
              </a:rPr>
              <a:t>(</a:t>
            </a:r>
            <a:r>
              <a:rPr sz="2400" dirty="0">
                <a:cs typeface="Calibri"/>
              </a:rPr>
              <a:t>R) ) =</a:t>
            </a:r>
            <a:r>
              <a:rPr sz="2400" spc="5" dirty="0">
                <a:cs typeface="Calibri"/>
              </a:rPr>
              <a:t> </a:t>
            </a:r>
            <a:r>
              <a:rPr sz="2400" spc="-254" dirty="0">
                <a:cs typeface="Lucida Sans Unicode"/>
              </a:rPr>
              <a:t>π</a:t>
            </a:r>
            <a:r>
              <a:rPr sz="2400" spc="-204" dirty="0">
                <a:cs typeface="Lucida Sans Unicode"/>
              </a:rPr>
              <a:t> </a:t>
            </a:r>
            <a:r>
              <a:rPr sz="2000" spc="15" baseline="-21367" dirty="0">
                <a:cs typeface="Calibri"/>
              </a:rPr>
              <a:t>&lt;</a:t>
            </a:r>
            <a:r>
              <a:rPr sz="2000" spc="-7" baseline="-21367" dirty="0">
                <a:cs typeface="Calibri"/>
              </a:rPr>
              <a:t>li</a:t>
            </a:r>
            <a:r>
              <a:rPr sz="2000" spc="-15" baseline="-21367" dirty="0">
                <a:cs typeface="Calibri"/>
              </a:rPr>
              <a:t>s</a:t>
            </a:r>
            <a:r>
              <a:rPr sz="2000" spc="15" baseline="-21367" dirty="0">
                <a:cs typeface="Calibri"/>
              </a:rPr>
              <a:t>t</a:t>
            </a:r>
            <a:r>
              <a:rPr sz="2000" spc="7" baseline="-21367" dirty="0">
                <a:cs typeface="Calibri"/>
              </a:rPr>
              <a:t>1</a:t>
            </a:r>
            <a:r>
              <a:rPr sz="2000" spc="22" baseline="-21367" dirty="0">
                <a:cs typeface="Calibri"/>
              </a:rPr>
              <a:t>&gt;</a:t>
            </a:r>
            <a:r>
              <a:rPr sz="2000" baseline="-21367" dirty="0">
                <a:cs typeface="Calibri"/>
              </a:rPr>
              <a:t> </a:t>
            </a:r>
            <a:r>
              <a:rPr sz="2000" spc="-172" baseline="-21367" dirty="0">
                <a:cs typeface="Calibri"/>
              </a:rPr>
              <a:t> </a:t>
            </a:r>
            <a:r>
              <a:rPr sz="2400" spc="-5" dirty="0">
                <a:cs typeface="Calibri"/>
              </a:rPr>
              <a:t>(</a:t>
            </a:r>
            <a:r>
              <a:rPr sz="2400" dirty="0">
                <a:cs typeface="Calibri"/>
              </a:rPr>
              <a:t>R) </a:t>
            </a:r>
            <a:r>
              <a:rPr sz="2400" spc="-10" dirty="0">
                <a:cs typeface="Calibri"/>
              </a:rPr>
              <a:t>a</a:t>
            </a:r>
            <a:r>
              <a:rPr sz="2400" dirty="0">
                <a:cs typeface="Calibri"/>
              </a:rPr>
              <a:t>s </a:t>
            </a:r>
            <a:r>
              <a:rPr sz="2400" spc="-10" dirty="0">
                <a:cs typeface="Calibri"/>
              </a:rPr>
              <a:t>l</a:t>
            </a:r>
            <a:r>
              <a:rPr sz="2400" spc="-5" dirty="0">
                <a:cs typeface="Calibri"/>
              </a:rPr>
              <a:t>on</a:t>
            </a:r>
            <a:r>
              <a:rPr sz="2400" dirty="0">
                <a:cs typeface="Calibri"/>
              </a:rPr>
              <a:t>g</a:t>
            </a:r>
            <a:r>
              <a:rPr sz="2400" spc="-20" dirty="0"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&lt;</a:t>
            </a:r>
            <a:r>
              <a:rPr sz="2400" spc="-10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3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t2&gt;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&lt;list1&gt;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6715" y="552096"/>
            <a:ext cx="10838597" cy="1014637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b="1" spc="-10" dirty="0">
                <a:solidFill>
                  <a:schemeClr val="tx1"/>
                </a:solidFill>
              </a:rPr>
              <a:t>Examples</a:t>
            </a:r>
            <a:r>
              <a:rPr b="1" spc="10" dirty="0">
                <a:solidFill>
                  <a:schemeClr val="tx1"/>
                </a:solidFill>
              </a:rPr>
              <a:t> </a:t>
            </a:r>
            <a:r>
              <a:rPr b="1" spc="-5" dirty="0">
                <a:solidFill>
                  <a:schemeClr val="tx1"/>
                </a:solidFill>
              </a:rPr>
              <a:t>of</a:t>
            </a:r>
            <a:r>
              <a:rPr b="1" spc="-10" dirty="0">
                <a:solidFill>
                  <a:schemeClr val="tx1"/>
                </a:solidFill>
              </a:rPr>
              <a:t> </a:t>
            </a:r>
            <a:r>
              <a:rPr b="1" spc="-5" dirty="0">
                <a:solidFill>
                  <a:schemeClr val="tx1"/>
                </a:solidFill>
              </a:rPr>
              <a:t>applying</a:t>
            </a:r>
            <a:r>
              <a:rPr b="1" spc="2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SELECT</a:t>
            </a:r>
            <a:r>
              <a:rPr b="1" spc="2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and </a:t>
            </a:r>
            <a:r>
              <a:rPr b="1" spc="-71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PROJECT</a:t>
            </a:r>
            <a:r>
              <a:rPr lang="en-US" b="1" spc="5" dirty="0">
                <a:solidFill>
                  <a:schemeClr val="tx1"/>
                </a:solidFill>
              </a:rPr>
              <a:t> </a:t>
            </a:r>
            <a:r>
              <a:rPr b="1" spc="-15" dirty="0">
                <a:solidFill>
                  <a:schemeClr val="tx1"/>
                </a:solidFill>
              </a:rPr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799" y="1815517"/>
            <a:ext cx="10738513" cy="44866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024" y="1055113"/>
            <a:ext cx="7766008" cy="709425"/>
          </a:xfrm>
          <a:prstGeom prst="rect">
            <a:avLst/>
          </a:prstGeom>
        </p:spPr>
        <p:txBody>
          <a:bodyPr vert="horz" wrap="square" lIns="0" tIns="84455" rIns="0" bIns="0" rtlCol="0" anchor="b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5"/>
              </a:spcBef>
            </a:pPr>
            <a:r>
              <a:rPr b="1" spc="-10" dirty="0">
                <a:solidFill>
                  <a:schemeClr val="tx1"/>
                </a:solidFill>
              </a:rPr>
              <a:t>Relational</a:t>
            </a:r>
            <a:r>
              <a:rPr b="1" spc="-7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Algebra </a:t>
            </a:r>
            <a:r>
              <a:rPr b="1" spc="-980" dirty="0">
                <a:solidFill>
                  <a:schemeClr val="tx1"/>
                </a:solidFill>
              </a:rPr>
              <a:t> </a:t>
            </a:r>
            <a:r>
              <a:rPr b="1" spc="-5" dirty="0">
                <a:solidFill>
                  <a:schemeClr val="tx1"/>
                </a:solidFill>
              </a:rPr>
              <a:t>Expressions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2024" y="1796630"/>
            <a:ext cx="9987128" cy="32647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1300" marR="291465" indent="-228600">
              <a:lnSpc>
                <a:spcPts val="3060"/>
              </a:lnSpc>
              <a:spcBef>
                <a:spcPts val="4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800" spc="-60" dirty="0">
                <a:latin typeface="Calibri"/>
                <a:cs typeface="Calibri"/>
              </a:rPr>
              <a:t>We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want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apply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several</a:t>
            </a:r>
            <a:r>
              <a:rPr sz="2800" spc="-15" dirty="0">
                <a:latin typeface="Calibri"/>
                <a:cs typeface="Calibri"/>
              </a:rPr>
              <a:t> relational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algebra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operations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after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</a:t>
            </a:r>
            <a:endParaRPr sz="2800" dirty="0">
              <a:latin typeface="Calibri"/>
              <a:cs typeface="Calibri"/>
            </a:endParaRPr>
          </a:p>
          <a:p>
            <a:pPr marL="697865" marR="5080" lvl="1" indent="-228600">
              <a:lnSpc>
                <a:spcPct val="90400"/>
              </a:lnSpc>
              <a:spcBef>
                <a:spcPts val="434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Either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write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operations </a:t>
            </a:r>
            <a:r>
              <a:rPr sz="2400" dirty="0">
                <a:latin typeface="Calibri"/>
                <a:cs typeface="Calibri"/>
              </a:rPr>
              <a:t>as a </a:t>
            </a:r>
            <a:r>
              <a:rPr sz="2400" spc="-5" dirty="0">
                <a:latin typeface="Calibri"/>
                <a:cs typeface="Calibri"/>
              </a:rPr>
              <a:t>single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relational </a:t>
            </a:r>
            <a:r>
              <a:rPr sz="2400" b="1" spc="-15" dirty="0">
                <a:latin typeface="Calibri"/>
                <a:cs typeface="Calibri"/>
              </a:rPr>
              <a:t>algebra </a:t>
            </a:r>
            <a:r>
              <a:rPr sz="2400" b="1" spc="-10" dirty="0">
                <a:latin typeface="Calibri"/>
                <a:cs typeface="Calibri"/>
              </a:rPr>
              <a:t>expression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spc="-5" dirty="0">
                <a:latin typeface="Calibri"/>
                <a:cs typeface="Calibri"/>
              </a:rPr>
              <a:t>nesting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operations,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endParaRPr sz="2400" dirty="0">
              <a:latin typeface="Calibri"/>
              <a:cs typeface="Calibri"/>
            </a:endParaRPr>
          </a:p>
          <a:p>
            <a:pPr marL="697865" marR="431800" lvl="1" indent="-228600">
              <a:lnSpc>
                <a:spcPts val="2600"/>
              </a:lnSpc>
              <a:spcBef>
                <a:spcPts val="51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400" spc="-45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can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create </a:t>
            </a:r>
            <a:r>
              <a:rPr sz="2400" b="1" spc="-15" dirty="0">
                <a:latin typeface="Calibri"/>
                <a:cs typeface="Calibri"/>
              </a:rPr>
              <a:t>intermediate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result</a:t>
            </a:r>
            <a:r>
              <a:rPr sz="2400" b="1" spc="-5" dirty="0">
                <a:latin typeface="Calibri"/>
                <a:cs typeface="Calibri"/>
              </a:rPr>
              <a:t> relations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155575" indent="-228600">
              <a:lnSpc>
                <a:spcPct val="91500"/>
              </a:lnSpc>
              <a:spcBef>
                <a:spcPts val="85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3000" dirty="0">
                <a:latin typeface="Calibri"/>
                <a:cs typeface="Calibri"/>
              </a:rPr>
              <a:t>In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latter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case,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we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must give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names </a:t>
            </a:r>
            <a:r>
              <a:rPr sz="3000" spc="-66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relations that </a:t>
            </a:r>
            <a:r>
              <a:rPr sz="3000" spc="-5" dirty="0">
                <a:latin typeface="Calibri"/>
                <a:cs typeface="Calibri"/>
              </a:rPr>
              <a:t>hold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5" dirty="0">
                <a:latin typeface="Calibri"/>
                <a:cs typeface="Calibri"/>
              </a:rPr>
              <a:t>intermediate </a:t>
            </a:r>
            <a:r>
              <a:rPr sz="3000" spc="-10" dirty="0">
                <a:latin typeface="Calibri"/>
                <a:cs typeface="Calibri"/>
              </a:rPr>
              <a:t>results.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710128"/>
            <a:ext cx="10915934" cy="1014637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b="1" spc="-5" dirty="0">
                <a:solidFill>
                  <a:schemeClr val="tx1"/>
                </a:solidFill>
              </a:rPr>
              <a:t>Single </a:t>
            </a:r>
            <a:r>
              <a:rPr b="1" spc="-10" dirty="0">
                <a:solidFill>
                  <a:schemeClr val="tx1"/>
                </a:solidFill>
              </a:rPr>
              <a:t>expression </a:t>
            </a:r>
            <a:r>
              <a:rPr b="1" spc="-20" dirty="0">
                <a:solidFill>
                  <a:schemeClr val="tx1"/>
                </a:solidFill>
              </a:rPr>
              <a:t>versus </a:t>
            </a:r>
            <a:r>
              <a:rPr b="1" spc="-5" dirty="0">
                <a:solidFill>
                  <a:schemeClr val="tx1"/>
                </a:solidFill>
              </a:rPr>
              <a:t>sequence of </a:t>
            </a:r>
            <a:r>
              <a:rPr b="1" spc="-71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relational </a:t>
            </a:r>
            <a:r>
              <a:rPr b="1" spc="-15" dirty="0">
                <a:solidFill>
                  <a:schemeClr val="tx1"/>
                </a:solidFill>
              </a:rPr>
              <a:t>operations</a:t>
            </a:r>
            <a:r>
              <a:rPr b="1" spc="-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(Example)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799" y="1840424"/>
            <a:ext cx="10506501" cy="3070392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66700" marR="106045" indent="-228600" algn="just">
              <a:lnSpc>
                <a:spcPct val="90500"/>
              </a:lnSpc>
              <a:spcBef>
                <a:spcPts val="370"/>
              </a:spcBef>
              <a:buFont typeface="Microsoft Sans Serif"/>
              <a:buChar char="•"/>
              <a:tabLst>
                <a:tab pos="266700" algn="l"/>
              </a:tabLst>
            </a:pPr>
            <a:r>
              <a:rPr sz="2800" spc="-114" dirty="0">
                <a:cs typeface="Calibri"/>
              </a:rPr>
              <a:t>To </a:t>
            </a:r>
            <a:r>
              <a:rPr sz="2800" spc="-10" dirty="0">
                <a:cs typeface="Calibri"/>
              </a:rPr>
              <a:t>retrieve </a:t>
            </a:r>
            <a:r>
              <a:rPr sz="2800" dirty="0">
                <a:cs typeface="Calibri"/>
              </a:rPr>
              <a:t>the </a:t>
            </a:r>
            <a:r>
              <a:rPr sz="2800" spc="-20" dirty="0">
                <a:cs typeface="Calibri"/>
              </a:rPr>
              <a:t>first </a:t>
            </a:r>
            <a:r>
              <a:rPr sz="2800" spc="-5" dirty="0">
                <a:cs typeface="Calibri"/>
              </a:rPr>
              <a:t>name, </a:t>
            </a:r>
            <a:r>
              <a:rPr sz="2800" spc="-10" dirty="0">
                <a:cs typeface="Calibri"/>
              </a:rPr>
              <a:t>last </a:t>
            </a:r>
            <a:r>
              <a:rPr sz="2800" spc="-5" dirty="0">
                <a:cs typeface="Calibri"/>
              </a:rPr>
              <a:t>name, </a:t>
            </a:r>
            <a:r>
              <a:rPr sz="2800" dirty="0">
                <a:cs typeface="Calibri"/>
              </a:rPr>
              <a:t>and </a:t>
            </a:r>
            <a:r>
              <a:rPr sz="2800" spc="-5" dirty="0">
                <a:cs typeface="Calibri"/>
              </a:rPr>
              <a:t>salary of </a:t>
            </a:r>
            <a:r>
              <a:rPr sz="2800" dirty="0">
                <a:cs typeface="Calibri"/>
              </a:rPr>
              <a:t>all </a:t>
            </a:r>
            <a:r>
              <a:rPr sz="2800" spc="-5" dirty="0">
                <a:cs typeface="Calibri"/>
              </a:rPr>
              <a:t>employees </a:t>
            </a:r>
            <a:r>
              <a:rPr sz="2800" dirty="0">
                <a:cs typeface="Calibri"/>
              </a:rPr>
              <a:t>who </a:t>
            </a:r>
            <a:r>
              <a:rPr sz="2800" spc="-10" dirty="0">
                <a:cs typeface="Calibri"/>
              </a:rPr>
              <a:t>work </a:t>
            </a:r>
            <a:r>
              <a:rPr sz="2800" dirty="0">
                <a:cs typeface="Calibri"/>
              </a:rPr>
              <a:t>in </a:t>
            </a:r>
            <a:r>
              <a:rPr sz="2800" spc="-10" dirty="0">
                <a:cs typeface="Calibri"/>
              </a:rPr>
              <a:t>department </a:t>
            </a:r>
            <a:r>
              <a:rPr sz="2800" spc="-5" dirty="0">
                <a:cs typeface="Calibri"/>
              </a:rPr>
              <a:t>number </a:t>
            </a:r>
            <a:r>
              <a:rPr sz="2800" dirty="0">
                <a:cs typeface="Calibri"/>
              </a:rPr>
              <a:t>5, </a:t>
            </a:r>
            <a:r>
              <a:rPr sz="2800" spc="-530" dirty="0">
                <a:cs typeface="Calibri"/>
              </a:rPr>
              <a:t> </a:t>
            </a:r>
            <a:r>
              <a:rPr sz="2800" spc="-15" dirty="0">
                <a:cs typeface="Calibri"/>
              </a:rPr>
              <a:t>we</a:t>
            </a:r>
            <a:r>
              <a:rPr sz="2800" spc="-5" dirty="0">
                <a:cs typeface="Calibri"/>
              </a:rPr>
              <a:t> </a:t>
            </a:r>
            <a:r>
              <a:rPr sz="2800" spc="-10" dirty="0">
                <a:cs typeface="Calibri"/>
              </a:rPr>
              <a:t>must</a:t>
            </a:r>
            <a:r>
              <a:rPr sz="2800" spc="-20" dirty="0">
                <a:cs typeface="Calibri"/>
              </a:rPr>
              <a:t> </a:t>
            </a:r>
            <a:r>
              <a:rPr sz="2800" dirty="0">
                <a:cs typeface="Calibri"/>
              </a:rPr>
              <a:t>apply</a:t>
            </a:r>
            <a:r>
              <a:rPr sz="2800" spc="-15" dirty="0">
                <a:cs typeface="Calibri"/>
              </a:rPr>
              <a:t> </a:t>
            </a:r>
            <a:r>
              <a:rPr sz="2800" dirty="0">
                <a:cs typeface="Calibri"/>
              </a:rPr>
              <a:t>a</a:t>
            </a:r>
            <a:r>
              <a:rPr sz="2800" spc="-10" dirty="0">
                <a:cs typeface="Calibri"/>
              </a:rPr>
              <a:t> </a:t>
            </a:r>
            <a:r>
              <a:rPr sz="2800" spc="-5" dirty="0">
                <a:cs typeface="Calibri"/>
              </a:rPr>
              <a:t>select</a:t>
            </a:r>
            <a:r>
              <a:rPr sz="2800" spc="-10" dirty="0">
                <a:cs typeface="Calibri"/>
              </a:rPr>
              <a:t> </a:t>
            </a:r>
            <a:r>
              <a:rPr sz="2800" dirty="0">
                <a:cs typeface="Calibri"/>
              </a:rPr>
              <a:t>and</a:t>
            </a:r>
            <a:r>
              <a:rPr sz="2800" spc="-10" dirty="0">
                <a:cs typeface="Calibri"/>
              </a:rPr>
              <a:t> </a:t>
            </a:r>
            <a:r>
              <a:rPr sz="2800" dirty="0">
                <a:cs typeface="Calibri"/>
              </a:rPr>
              <a:t>a</a:t>
            </a:r>
            <a:r>
              <a:rPr sz="2800" spc="-20" dirty="0">
                <a:cs typeface="Calibri"/>
              </a:rPr>
              <a:t> </a:t>
            </a:r>
            <a:r>
              <a:rPr sz="2800" spc="-10" dirty="0">
                <a:cs typeface="Calibri"/>
              </a:rPr>
              <a:t>project</a:t>
            </a:r>
            <a:r>
              <a:rPr sz="2800" spc="-15" dirty="0">
                <a:cs typeface="Calibri"/>
              </a:rPr>
              <a:t> </a:t>
            </a:r>
            <a:r>
              <a:rPr sz="2800" spc="-10" dirty="0">
                <a:cs typeface="Calibri"/>
              </a:rPr>
              <a:t>operation</a:t>
            </a:r>
            <a:endParaRPr sz="2800" dirty="0">
              <a:cs typeface="Calibri"/>
            </a:endParaRPr>
          </a:p>
          <a:p>
            <a:pPr marL="266700" indent="-228600" algn="just">
              <a:lnSpc>
                <a:spcPts val="2740"/>
              </a:lnSpc>
              <a:spcBef>
                <a:spcPts val="700"/>
              </a:spcBef>
              <a:buFont typeface="Microsoft Sans Serif"/>
              <a:buChar char="•"/>
              <a:tabLst>
                <a:tab pos="266700" algn="l"/>
              </a:tabLst>
            </a:pPr>
            <a:r>
              <a:rPr sz="2800" spc="-45" dirty="0">
                <a:cs typeface="Calibri"/>
              </a:rPr>
              <a:t>We</a:t>
            </a:r>
            <a:r>
              <a:rPr sz="2800" spc="-5" dirty="0">
                <a:cs typeface="Calibri"/>
              </a:rPr>
              <a:t> </a:t>
            </a:r>
            <a:r>
              <a:rPr sz="2800" spc="-10" dirty="0">
                <a:cs typeface="Calibri"/>
              </a:rPr>
              <a:t>can</a:t>
            </a:r>
            <a:r>
              <a:rPr sz="2800" spc="-15" dirty="0">
                <a:cs typeface="Calibri"/>
              </a:rPr>
              <a:t> </a:t>
            </a:r>
            <a:r>
              <a:rPr sz="2800" spc="-5" dirty="0">
                <a:cs typeface="Calibri"/>
              </a:rPr>
              <a:t>write</a:t>
            </a:r>
            <a:r>
              <a:rPr sz="2800" spc="-15" dirty="0">
                <a:cs typeface="Calibri"/>
              </a:rPr>
              <a:t> </a:t>
            </a:r>
            <a:r>
              <a:rPr sz="2800" dirty="0">
                <a:cs typeface="Calibri"/>
              </a:rPr>
              <a:t>a</a:t>
            </a:r>
            <a:r>
              <a:rPr sz="2800" spc="-15" dirty="0">
                <a:cs typeface="Calibri"/>
              </a:rPr>
              <a:t> </a:t>
            </a:r>
            <a:r>
              <a:rPr sz="2800" i="1" spc="-5" dirty="0">
                <a:cs typeface="Calibri"/>
              </a:rPr>
              <a:t>single</a:t>
            </a:r>
            <a:r>
              <a:rPr sz="2800" i="1" dirty="0">
                <a:cs typeface="Calibri"/>
              </a:rPr>
              <a:t> relational</a:t>
            </a:r>
            <a:r>
              <a:rPr sz="2800" i="1" spc="-15" dirty="0">
                <a:cs typeface="Calibri"/>
              </a:rPr>
              <a:t> </a:t>
            </a:r>
            <a:r>
              <a:rPr sz="2800" i="1" spc="-5" dirty="0">
                <a:cs typeface="Calibri"/>
              </a:rPr>
              <a:t>algebra </a:t>
            </a:r>
            <a:r>
              <a:rPr sz="2800" i="1" spc="-10" dirty="0">
                <a:cs typeface="Calibri"/>
              </a:rPr>
              <a:t>expression</a:t>
            </a:r>
            <a:r>
              <a:rPr lang="en-US" sz="2800" i="1" spc="-10" dirty="0">
                <a:cs typeface="Calibri"/>
              </a:rPr>
              <a:t> </a:t>
            </a:r>
            <a:r>
              <a:rPr sz="2800" dirty="0">
                <a:cs typeface="Calibri"/>
              </a:rPr>
              <a:t>as</a:t>
            </a:r>
            <a:r>
              <a:rPr sz="2800" spc="-75" dirty="0">
                <a:cs typeface="Calibri"/>
              </a:rPr>
              <a:t> </a:t>
            </a:r>
            <a:r>
              <a:rPr sz="2800" spc="-20" dirty="0">
                <a:cs typeface="Calibri"/>
              </a:rPr>
              <a:t>follows:</a:t>
            </a:r>
            <a:endParaRPr sz="2800" dirty="0">
              <a:cs typeface="Calibri"/>
            </a:endParaRPr>
          </a:p>
          <a:p>
            <a:pPr marL="723265" marR="554355" lvl="1" indent="-228600">
              <a:lnSpc>
                <a:spcPct val="70400"/>
              </a:lnSpc>
              <a:spcBef>
                <a:spcPts val="1635"/>
              </a:spcBef>
              <a:buFont typeface="Microsoft Sans Serif"/>
              <a:buChar char="•"/>
              <a:tabLst>
                <a:tab pos="723900" algn="l"/>
              </a:tabLst>
            </a:pPr>
            <a:r>
              <a:rPr sz="4000" b="1" spc="-15" baseline="13888" dirty="0">
                <a:cs typeface="Arial"/>
              </a:rPr>
              <a:t>π</a:t>
            </a:r>
            <a:r>
              <a:rPr spc="-10" dirty="0">
                <a:cs typeface="Calibri"/>
              </a:rPr>
              <a:t>FNAME, </a:t>
            </a:r>
            <a:r>
              <a:rPr spc="-5" dirty="0">
                <a:cs typeface="Calibri"/>
              </a:rPr>
              <a:t>LNAME, </a:t>
            </a:r>
            <a:r>
              <a:rPr spc="-20" dirty="0">
                <a:cs typeface="Calibri"/>
              </a:rPr>
              <a:t>SALARY</a:t>
            </a:r>
            <a:r>
              <a:rPr sz="4000" spc="-30" baseline="13888" dirty="0">
                <a:cs typeface="Calibri"/>
              </a:rPr>
              <a:t>(</a:t>
            </a:r>
            <a:r>
              <a:rPr sz="4000" b="1" spc="-30" baseline="13888" dirty="0">
                <a:cs typeface="Arial"/>
              </a:rPr>
              <a:t>σ </a:t>
            </a:r>
            <a:r>
              <a:rPr spc="-10" dirty="0">
                <a:cs typeface="Calibri"/>
              </a:rPr>
              <a:t>DNO=5</a:t>
            </a:r>
            <a:r>
              <a:rPr sz="4000" spc="-15" baseline="13888" dirty="0">
                <a:cs typeface="Calibri"/>
              </a:rPr>
              <a:t>(EMPLOYEE))----- </a:t>
            </a:r>
            <a:r>
              <a:rPr sz="4000" spc="-794" baseline="13888" dirty="0">
                <a:cs typeface="Calibri"/>
              </a:rPr>
              <a:t> </a:t>
            </a:r>
            <a:r>
              <a:rPr sz="2800" dirty="0">
                <a:cs typeface="Calibri"/>
              </a:rPr>
              <a:t>Inline</a:t>
            </a:r>
            <a:r>
              <a:rPr sz="2800" spc="-5" dirty="0">
                <a:cs typeface="Calibri"/>
              </a:rPr>
              <a:t> Expressions</a:t>
            </a:r>
            <a:endParaRPr sz="2800" dirty="0">
              <a:cs typeface="Calibri"/>
            </a:endParaRPr>
          </a:p>
          <a:p>
            <a:pPr marL="266700" marR="466090" indent="-228600">
              <a:lnSpc>
                <a:spcPct val="90200"/>
              </a:lnSpc>
              <a:spcBef>
                <a:spcPts val="975"/>
              </a:spcBef>
              <a:buFont typeface="Microsoft Sans Serif"/>
              <a:buChar char="•"/>
              <a:tabLst>
                <a:tab pos="266700" algn="l"/>
              </a:tabLst>
            </a:pPr>
            <a:r>
              <a:rPr sz="2800" spc="-5" dirty="0">
                <a:cs typeface="Calibri"/>
              </a:rPr>
              <a:t>OR</a:t>
            </a:r>
            <a:r>
              <a:rPr sz="2800" spc="-25" dirty="0">
                <a:cs typeface="Calibri"/>
              </a:rPr>
              <a:t> </a:t>
            </a:r>
            <a:r>
              <a:rPr sz="2800" spc="-45" dirty="0">
                <a:cs typeface="Calibri"/>
              </a:rPr>
              <a:t>We</a:t>
            </a:r>
            <a:r>
              <a:rPr sz="2800" dirty="0">
                <a:cs typeface="Calibri"/>
              </a:rPr>
              <a:t> </a:t>
            </a:r>
            <a:r>
              <a:rPr sz="2800" spc="-10" dirty="0">
                <a:cs typeface="Calibri"/>
              </a:rPr>
              <a:t>can</a:t>
            </a:r>
            <a:r>
              <a:rPr sz="2800" dirty="0">
                <a:cs typeface="Calibri"/>
              </a:rPr>
              <a:t> </a:t>
            </a:r>
            <a:r>
              <a:rPr sz="2800" spc="-10" dirty="0">
                <a:cs typeface="Calibri"/>
              </a:rPr>
              <a:t>explicitly</a:t>
            </a:r>
            <a:r>
              <a:rPr sz="2800" spc="-35" dirty="0">
                <a:cs typeface="Calibri"/>
              </a:rPr>
              <a:t> </a:t>
            </a:r>
            <a:r>
              <a:rPr sz="2800" spc="-10" dirty="0">
                <a:cs typeface="Calibri"/>
              </a:rPr>
              <a:t>show</a:t>
            </a:r>
            <a:r>
              <a:rPr sz="2800" dirty="0">
                <a:cs typeface="Calibri"/>
              </a:rPr>
              <a:t> the </a:t>
            </a:r>
            <a:r>
              <a:rPr sz="2800" i="1" spc="-5" dirty="0">
                <a:cs typeface="Calibri"/>
              </a:rPr>
              <a:t>sequence</a:t>
            </a:r>
            <a:r>
              <a:rPr sz="2800" i="1" dirty="0">
                <a:cs typeface="Calibri"/>
              </a:rPr>
              <a:t> </a:t>
            </a:r>
            <a:r>
              <a:rPr sz="2800" i="1" spc="-5" dirty="0">
                <a:cs typeface="Calibri"/>
              </a:rPr>
              <a:t>of </a:t>
            </a:r>
            <a:r>
              <a:rPr sz="2800" i="1" dirty="0">
                <a:cs typeface="Calibri"/>
              </a:rPr>
              <a:t> </a:t>
            </a:r>
            <a:r>
              <a:rPr sz="2800" i="1" spc="-5" dirty="0">
                <a:cs typeface="Calibri"/>
              </a:rPr>
              <a:t>operations</a:t>
            </a:r>
            <a:r>
              <a:rPr sz="2800" spc="-5" dirty="0">
                <a:cs typeface="Calibri"/>
              </a:rPr>
              <a:t>, giving </a:t>
            </a:r>
            <a:r>
              <a:rPr sz="2800" dirty="0">
                <a:cs typeface="Calibri"/>
              </a:rPr>
              <a:t>a </a:t>
            </a:r>
            <a:r>
              <a:rPr sz="2800" spc="-5" dirty="0">
                <a:cs typeface="Calibri"/>
              </a:rPr>
              <a:t>name </a:t>
            </a:r>
            <a:r>
              <a:rPr sz="2800" spc="-15" dirty="0">
                <a:cs typeface="Calibri"/>
              </a:rPr>
              <a:t>to </a:t>
            </a:r>
            <a:r>
              <a:rPr sz="2800" dirty="0">
                <a:cs typeface="Calibri"/>
              </a:rPr>
              <a:t>each </a:t>
            </a:r>
            <a:r>
              <a:rPr sz="2800" spc="-10" dirty="0">
                <a:cs typeface="Calibri"/>
              </a:rPr>
              <a:t>intermediate </a:t>
            </a:r>
            <a:r>
              <a:rPr sz="2800" spc="-530" dirty="0">
                <a:cs typeface="Calibri"/>
              </a:rPr>
              <a:t> </a:t>
            </a:r>
            <a:r>
              <a:rPr sz="2800" spc="-10" dirty="0">
                <a:cs typeface="Calibri"/>
              </a:rPr>
              <a:t>relation:</a:t>
            </a:r>
            <a:endParaRPr sz="2800" dirty="0"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6536" y="5296554"/>
            <a:ext cx="5535295" cy="372110"/>
          </a:xfrm>
          <a:prstGeom prst="rect">
            <a:avLst/>
          </a:prstGeom>
          <a:solidFill>
            <a:srgbClr val="FFFF00">
              <a:alpha val="24313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0"/>
              </a:lnSpc>
            </a:pPr>
            <a:r>
              <a:rPr lang="en-US" sz="2400" spc="-5" dirty="0">
                <a:latin typeface="Calibri"/>
                <a:cs typeface="Calibri"/>
              </a:rPr>
              <a:t>DEP5_EMP</a:t>
            </a:r>
            <a:r>
              <a:rPr lang="en-US" sz="2400" dirty="0">
                <a:latin typeface="Calibri"/>
                <a:cs typeface="Calibri"/>
              </a:rPr>
              <a:t>S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←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b="1" spc="-70" dirty="0">
                <a:latin typeface="Arial"/>
                <a:cs typeface="Arial"/>
              </a:rPr>
              <a:t>σ</a:t>
            </a:r>
            <a:r>
              <a:rPr lang="en-US" sz="2400" b="1" spc="-130" dirty="0">
                <a:latin typeface="Arial"/>
                <a:cs typeface="Arial"/>
              </a:rPr>
              <a:t> </a:t>
            </a:r>
            <a:r>
              <a:rPr lang="en-US" sz="2400" spc="-7" baseline="-20833" dirty="0">
                <a:latin typeface="Calibri"/>
                <a:cs typeface="Calibri"/>
              </a:rPr>
              <a:t>DNO</a:t>
            </a:r>
            <a:r>
              <a:rPr lang="en-US" sz="2400" spc="-15" baseline="-20833" dirty="0">
                <a:latin typeface="Calibri"/>
                <a:cs typeface="Calibri"/>
              </a:rPr>
              <a:t>=</a:t>
            </a:r>
            <a:r>
              <a:rPr lang="en-US" sz="2400" spc="-30" baseline="-20833" dirty="0">
                <a:latin typeface="Calibri"/>
                <a:cs typeface="Calibri"/>
              </a:rPr>
              <a:t>5</a:t>
            </a:r>
            <a:r>
              <a:rPr lang="en-US" sz="2400" spc="-5" dirty="0">
                <a:latin typeface="Calibri"/>
                <a:cs typeface="Calibri"/>
              </a:rPr>
              <a:t>(</a:t>
            </a:r>
            <a:r>
              <a:rPr lang="en-US" sz="2400" spc="5" dirty="0">
                <a:latin typeface="Calibri"/>
                <a:cs typeface="Calibri"/>
              </a:rPr>
              <a:t>E</a:t>
            </a:r>
            <a:r>
              <a:rPr lang="en-US" sz="2400" dirty="0">
                <a:latin typeface="Calibri"/>
                <a:cs typeface="Calibri"/>
              </a:rPr>
              <a:t>MP</a:t>
            </a:r>
            <a:r>
              <a:rPr lang="en-US" sz="2400" spc="-55" dirty="0">
                <a:latin typeface="Calibri"/>
                <a:cs typeface="Calibri"/>
              </a:rPr>
              <a:t>L</a:t>
            </a:r>
            <a:r>
              <a:rPr lang="en-US" sz="2400" spc="-70" dirty="0">
                <a:latin typeface="Calibri"/>
                <a:cs typeface="Calibri"/>
              </a:rPr>
              <a:t>O</a:t>
            </a:r>
            <a:r>
              <a:rPr lang="en-US" sz="2400" spc="-5" dirty="0">
                <a:latin typeface="Calibri"/>
                <a:cs typeface="Calibri"/>
              </a:rPr>
              <a:t>YEE)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6536" y="5686699"/>
            <a:ext cx="5535295" cy="359073"/>
          </a:xfrm>
          <a:prstGeom prst="rect">
            <a:avLst/>
          </a:prstGeom>
          <a:solidFill>
            <a:srgbClr val="FFFF00">
              <a:alpha val="24313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95"/>
              </a:lnSpc>
            </a:pPr>
            <a:r>
              <a:rPr sz="2400" spc="-40" dirty="0">
                <a:latin typeface="Calibri"/>
                <a:cs typeface="Calibri"/>
              </a:rPr>
              <a:t>RESULT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←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b="1" spc="-45" dirty="0">
                <a:latin typeface="Arial"/>
                <a:cs typeface="Arial"/>
              </a:rPr>
              <a:t>π</a:t>
            </a:r>
            <a:r>
              <a:rPr sz="2400" b="1" spc="-150" dirty="0">
                <a:latin typeface="Arial"/>
                <a:cs typeface="Arial"/>
              </a:rPr>
              <a:t> </a:t>
            </a:r>
            <a:r>
              <a:rPr sz="2400" spc="-15" baseline="-20833" dirty="0">
                <a:latin typeface="Calibri"/>
                <a:cs typeface="Calibri"/>
              </a:rPr>
              <a:t>FNAME,</a:t>
            </a:r>
            <a:r>
              <a:rPr sz="2400" spc="22" baseline="-20833" dirty="0">
                <a:latin typeface="Calibri"/>
                <a:cs typeface="Calibri"/>
              </a:rPr>
              <a:t> </a:t>
            </a:r>
            <a:r>
              <a:rPr sz="2400" spc="-15" baseline="-20833" dirty="0">
                <a:latin typeface="Calibri"/>
                <a:cs typeface="Calibri"/>
              </a:rPr>
              <a:t>LNAME,</a:t>
            </a:r>
            <a:r>
              <a:rPr sz="2400" spc="22" baseline="-20833" dirty="0">
                <a:latin typeface="Calibri"/>
                <a:cs typeface="Calibri"/>
              </a:rPr>
              <a:t> </a:t>
            </a:r>
            <a:r>
              <a:rPr sz="2400" spc="-15" baseline="-20833" dirty="0">
                <a:latin typeface="Calibri"/>
                <a:cs typeface="Calibri"/>
              </a:rPr>
              <a:t>SALARY</a:t>
            </a:r>
            <a:r>
              <a:rPr sz="2400" spc="315" baseline="-20833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(DEP5_EMPS)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27011" y="5321561"/>
            <a:ext cx="5544820" cy="806450"/>
          </a:xfrm>
          <a:custGeom>
            <a:avLst/>
            <a:gdLst/>
            <a:ahLst/>
            <a:cxnLst/>
            <a:rect l="l" t="t" r="r" b="b"/>
            <a:pathLst>
              <a:path w="5544820" h="806450">
                <a:moveTo>
                  <a:pt x="0" y="381000"/>
                </a:moveTo>
                <a:lnTo>
                  <a:pt x="5544311" y="381000"/>
                </a:lnTo>
                <a:lnTo>
                  <a:pt x="5544311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  <a:path w="5544820" h="806450">
                <a:moveTo>
                  <a:pt x="0" y="806196"/>
                </a:moveTo>
                <a:lnTo>
                  <a:pt x="5544311" y="806196"/>
                </a:lnTo>
                <a:lnTo>
                  <a:pt x="5544311" y="390144"/>
                </a:lnTo>
                <a:lnTo>
                  <a:pt x="0" y="390144"/>
                </a:lnTo>
                <a:lnTo>
                  <a:pt x="0" y="806196"/>
                </a:lnTo>
                <a:close/>
              </a:path>
            </a:pathLst>
          </a:custGeom>
          <a:ln w="9144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5516" y="932285"/>
            <a:ext cx="10440968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Unary</a:t>
            </a:r>
            <a:r>
              <a:rPr b="1" spc="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Relational</a:t>
            </a:r>
            <a:r>
              <a:rPr b="1" spc="10" dirty="0">
                <a:solidFill>
                  <a:schemeClr val="tx1"/>
                </a:solidFill>
              </a:rPr>
              <a:t> </a:t>
            </a:r>
            <a:r>
              <a:rPr b="1" spc="-15" dirty="0">
                <a:solidFill>
                  <a:schemeClr val="tx1"/>
                </a:solidFill>
              </a:rPr>
              <a:t>Operations:</a:t>
            </a:r>
            <a:r>
              <a:rPr b="1" spc="-10" dirty="0">
                <a:solidFill>
                  <a:schemeClr val="tx1"/>
                </a:solidFill>
              </a:rPr>
              <a:t> </a:t>
            </a:r>
            <a:r>
              <a:rPr b="1" spc="-5" dirty="0">
                <a:solidFill>
                  <a:schemeClr val="tx1"/>
                </a:solidFill>
              </a:rPr>
              <a:t>RENAME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3096" y="1844180"/>
            <a:ext cx="10440968" cy="2256772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1300" marR="764540" indent="-228600" algn="just">
              <a:lnSpc>
                <a:spcPts val="3060"/>
              </a:lnSpc>
              <a:spcBef>
                <a:spcPts val="45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RENAME </a:t>
            </a:r>
            <a:r>
              <a:rPr sz="2800" spc="-20" dirty="0">
                <a:latin typeface="Calibri"/>
                <a:cs typeface="Calibri"/>
              </a:rPr>
              <a:t>operator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denoted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5" dirty="0">
                <a:latin typeface="Calibri"/>
                <a:cs typeface="Calibri"/>
              </a:rPr>
              <a:t>ρ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(rho)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400"/>
              </a:lnSpc>
              <a:spcBef>
                <a:spcPts val="9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some </a:t>
            </a:r>
            <a:r>
              <a:rPr sz="2800" spc="-5" dirty="0">
                <a:latin typeface="Calibri"/>
                <a:cs typeface="Calibri"/>
              </a:rPr>
              <a:t>cases, </a:t>
            </a:r>
            <a:r>
              <a:rPr sz="2800" spc="-15" dirty="0">
                <a:latin typeface="Calibri"/>
                <a:cs typeface="Calibri"/>
              </a:rPr>
              <a:t>we </a:t>
            </a:r>
            <a:r>
              <a:rPr sz="2800" spc="-25" dirty="0">
                <a:latin typeface="Calibri"/>
                <a:cs typeface="Calibri"/>
              </a:rPr>
              <a:t>may </a:t>
            </a:r>
            <a:r>
              <a:rPr sz="2800" spc="-20" dirty="0">
                <a:latin typeface="Calibri"/>
                <a:cs typeface="Calibri"/>
              </a:rPr>
              <a:t>want to </a:t>
            </a:r>
            <a:r>
              <a:rPr sz="2800" i="1" spc="-5" dirty="0">
                <a:latin typeface="Calibri"/>
                <a:cs typeface="Calibri"/>
              </a:rPr>
              <a:t>rename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attributes </a:t>
            </a:r>
            <a:r>
              <a:rPr sz="2800" spc="-5" dirty="0">
                <a:latin typeface="Calibri"/>
                <a:cs typeface="Calibri"/>
              </a:rPr>
              <a:t>of a </a:t>
            </a:r>
            <a:r>
              <a:rPr sz="2800" spc="-15" dirty="0">
                <a:latin typeface="Calibri"/>
                <a:cs typeface="Calibri"/>
              </a:rPr>
              <a:t>relation </a:t>
            </a:r>
            <a:r>
              <a:rPr sz="2800" spc="-5" dirty="0">
                <a:latin typeface="Calibri"/>
                <a:cs typeface="Calibri"/>
              </a:rPr>
              <a:t>or the </a:t>
            </a:r>
            <a:r>
              <a:rPr lang="en-US" sz="2800" spc="-15" dirty="0">
                <a:latin typeface="Calibri"/>
                <a:cs typeface="Calibri"/>
              </a:rPr>
              <a:t>relation's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name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-10" dirty="0">
                <a:latin typeface="Calibri"/>
                <a:cs typeface="Calibri"/>
              </a:rPr>
              <a:t> both</a:t>
            </a:r>
            <a:endParaRPr sz="2800" dirty="0">
              <a:latin typeface="Calibri"/>
              <a:cs typeface="Calibri"/>
            </a:endParaRPr>
          </a:p>
          <a:p>
            <a:pPr marL="697865" marR="316865" lvl="1" indent="-228600">
              <a:lnSpc>
                <a:spcPts val="3060"/>
              </a:lnSpc>
              <a:spcBef>
                <a:spcPts val="484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800" spc="-10" dirty="0">
                <a:latin typeface="Calibri"/>
                <a:cs typeface="Calibri"/>
              </a:rPr>
              <a:t>Useful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query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multiple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operations</a:t>
            </a:r>
            <a:endParaRPr sz="2800" dirty="0">
              <a:latin typeface="Calibri"/>
              <a:cs typeface="Calibri"/>
            </a:endParaRPr>
          </a:p>
          <a:p>
            <a:pPr marL="697865" marR="865505" lvl="1" indent="-228600">
              <a:lnSpc>
                <a:spcPts val="3020"/>
              </a:lnSpc>
              <a:spcBef>
                <a:spcPts val="46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800" spc="-5" dirty="0">
                <a:latin typeface="Calibri"/>
                <a:cs typeface="Calibri"/>
              </a:rPr>
              <a:t>Necessary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some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cases</a:t>
            </a:r>
            <a:r>
              <a:rPr sz="2800" spc="-5" dirty="0">
                <a:latin typeface="Calibri"/>
                <a:cs typeface="Calibri"/>
              </a:rPr>
              <a:t> (see JOIN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operation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later)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1265" y="681781"/>
            <a:ext cx="10997821" cy="1014637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b="1" dirty="0">
                <a:solidFill>
                  <a:schemeClr val="tx1"/>
                </a:solidFill>
              </a:rPr>
              <a:t>Unary</a:t>
            </a:r>
            <a:r>
              <a:rPr b="1" spc="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Relational</a:t>
            </a:r>
            <a:r>
              <a:rPr b="1" spc="10" dirty="0">
                <a:solidFill>
                  <a:schemeClr val="tx1"/>
                </a:solidFill>
              </a:rPr>
              <a:t> </a:t>
            </a:r>
            <a:r>
              <a:rPr b="1" spc="-15" dirty="0">
                <a:solidFill>
                  <a:schemeClr val="tx1"/>
                </a:solidFill>
              </a:rPr>
              <a:t>Operations: </a:t>
            </a:r>
            <a:r>
              <a:rPr b="1" spc="-5" dirty="0">
                <a:solidFill>
                  <a:schemeClr val="tx1"/>
                </a:solidFill>
              </a:rPr>
              <a:t>RENAME </a:t>
            </a:r>
            <a:r>
              <a:rPr b="1" spc="-70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(continued)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3970" y="1911464"/>
            <a:ext cx="10304060" cy="3853619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8100" marR="309245">
              <a:lnSpc>
                <a:spcPts val="3060"/>
              </a:lnSpc>
              <a:spcBef>
                <a:spcPts val="450"/>
              </a:spcBef>
              <a:tabLst>
                <a:tab pos="266700" algn="l"/>
              </a:tabLst>
            </a:pP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general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RENAME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operation</a:t>
            </a:r>
            <a:r>
              <a:rPr sz="3200" spc="-5" dirty="0">
                <a:latin typeface="Calibri"/>
                <a:cs typeface="Calibri"/>
              </a:rPr>
              <a:t> ρ </a:t>
            </a:r>
            <a:r>
              <a:rPr sz="3200" spc="-10" dirty="0">
                <a:latin typeface="Calibri"/>
                <a:cs typeface="Calibri"/>
              </a:rPr>
              <a:t>can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 </a:t>
            </a:r>
            <a:r>
              <a:rPr sz="3200" spc="-6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expressed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by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any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following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forms:</a:t>
            </a:r>
            <a:endParaRPr sz="3200" dirty="0">
              <a:latin typeface="Calibri"/>
              <a:cs typeface="Calibri"/>
            </a:endParaRPr>
          </a:p>
          <a:p>
            <a:pPr marL="723265" lvl="1" indent="-229235">
              <a:spcBef>
                <a:spcPts val="180"/>
              </a:spcBef>
              <a:buFont typeface="Microsoft Sans Serif"/>
              <a:buChar char="•"/>
              <a:tabLst>
                <a:tab pos="723900" algn="l"/>
              </a:tabLst>
            </a:pPr>
            <a:r>
              <a:rPr sz="2800" spc="-5" dirty="0">
                <a:latin typeface="Calibri"/>
                <a:cs typeface="Calibri"/>
              </a:rPr>
              <a:t>ρ</a:t>
            </a:r>
            <a:r>
              <a:rPr sz="2800" spc="-7" baseline="-20833" dirty="0">
                <a:latin typeface="Calibri"/>
                <a:cs typeface="Calibri"/>
              </a:rPr>
              <a:t>S </a:t>
            </a:r>
            <a:r>
              <a:rPr sz="2800" spc="-15" baseline="-20833" dirty="0">
                <a:latin typeface="Calibri"/>
                <a:cs typeface="Calibri"/>
              </a:rPr>
              <a:t>(B1,</a:t>
            </a:r>
            <a:r>
              <a:rPr sz="2800" spc="37" baseline="-20833" dirty="0">
                <a:latin typeface="Calibri"/>
                <a:cs typeface="Calibri"/>
              </a:rPr>
              <a:t> </a:t>
            </a:r>
            <a:r>
              <a:rPr sz="2800" spc="-15" baseline="-20833" dirty="0">
                <a:latin typeface="Calibri"/>
                <a:cs typeface="Calibri"/>
              </a:rPr>
              <a:t>B2,</a:t>
            </a:r>
            <a:r>
              <a:rPr sz="2800" spc="15" baseline="-20833" dirty="0">
                <a:latin typeface="Calibri"/>
                <a:cs typeface="Calibri"/>
              </a:rPr>
              <a:t> </a:t>
            </a:r>
            <a:r>
              <a:rPr sz="2800" spc="-7" baseline="-20833" dirty="0">
                <a:latin typeface="Calibri"/>
                <a:cs typeface="Calibri"/>
              </a:rPr>
              <a:t>…,</a:t>
            </a:r>
            <a:r>
              <a:rPr sz="2800" spc="-15" baseline="-20833" dirty="0">
                <a:latin typeface="Calibri"/>
                <a:cs typeface="Calibri"/>
              </a:rPr>
              <a:t> </a:t>
            </a:r>
            <a:r>
              <a:rPr sz="2800" spc="-7" baseline="-20833" dirty="0">
                <a:latin typeface="Calibri"/>
                <a:cs typeface="Calibri"/>
              </a:rPr>
              <a:t>Bn</a:t>
            </a:r>
            <a:r>
              <a:rPr sz="2800" baseline="-20833" dirty="0">
                <a:latin typeface="Calibri"/>
                <a:cs typeface="Calibri"/>
              </a:rPr>
              <a:t> )</a:t>
            </a:r>
            <a:r>
              <a:rPr sz="2800" dirty="0">
                <a:latin typeface="Calibri"/>
                <a:cs typeface="Calibri"/>
              </a:rPr>
              <a:t>(R)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changes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both:</a:t>
            </a:r>
            <a:endParaRPr sz="2800" dirty="0">
              <a:latin typeface="Calibri"/>
              <a:cs typeface="Calibri"/>
            </a:endParaRPr>
          </a:p>
          <a:p>
            <a:pPr marL="1181100" lvl="2" indent="-229870">
              <a:spcBef>
                <a:spcPts val="280"/>
              </a:spcBef>
              <a:buFont typeface="Microsoft Sans Serif"/>
              <a:buChar char="•"/>
              <a:tabLst>
                <a:tab pos="1181100" algn="l"/>
                <a:tab pos="118173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relation's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name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and</a:t>
            </a:r>
            <a:endParaRPr sz="2400" dirty="0">
              <a:latin typeface="Calibri"/>
              <a:cs typeface="Calibri"/>
            </a:endParaRPr>
          </a:p>
          <a:p>
            <a:pPr marL="1181100" lvl="2" indent="-229870">
              <a:spcBef>
                <a:spcPts val="265"/>
              </a:spcBef>
              <a:buFont typeface="Microsoft Sans Serif"/>
              <a:buChar char="•"/>
              <a:tabLst>
                <a:tab pos="1181100" algn="l"/>
                <a:tab pos="1181735" algn="l"/>
              </a:tabLst>
            </a:pP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column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(attribute)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names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B1,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B2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…..Bn</a:t>
            </a:r>
            <a:endParaRPr sz="2400" dirty="0">
              <a:latin typeface="Calibri"/>
              <a:cs typeface="Calibri"/>
            </a:endParaRPr>
          </a:p>
          <a:p>
            <a:pPr marL="723265" lvl="1" indent="-229235">
              <a:spcBef>
                <a:spcPts val="190"/>
              </a:spcBef>
              <a:buFont typeface="Microsoft Sans Serif"/>
              <a:buChar char="•"/>
              <a:tabLst>
                <a:tab pos="723900" algn="l"/>
              </a:tabLst>
            </a:pPr>
            <a:r>
              <a:rPr sz="2800" spc="-5" dirty="0">
                <a:latin typeface="Calibri"/>
                <a:cs typeface="Calibri"/>
              </a:rPr>
              <a:t>ρ</a:t>
            </a:r>
            <a:r>
              <a:rPr sz="2800" spc="-7" baseline="-20833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(R)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changes:</a:t>
            </a:r>
            <a:endParaRPr sz="2800" dirty="0">
              <a:latin typeface="Calibri"/>
              <a:cs typeface="Calibri"/>
            </a:endParaRPr>
          </a:p>
          <a:p>
            <a:pPr marL="1181100" lvl="2" indent="-229870">
              <a:spcBef>
                <a:spcPts val="254"/>
              </a:spcBef>
              <a:buFont typeface="Microsoft Sans Serif"/>
              <a:buChar char="•"/>
              <a:tabLst>
                <a:tab pos="1181100" algn="l"/>
                <a:tab pos="118173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i="1" spc="-5" dirty="0">
                <a:latin typeface="Calibri"/>
                <a:cs typeface="Calibri"/>
              </a:rPr>
              <a:t>relation's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name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</a:p>
          <a:p>
            <a:pPr marL="723265" lvl="1" indent="-229235">
              <a:spcBef>
                <a:spcPts val="215"/>
              </a:spcBef>
              <a:buFont typeface="Microsoft Sans Serif"/>
              <a:buChar char="•"/>
              <a:tabLst>
                <a:tab pos="723900" algn="l"/>
              </a:tabLst>
            </a:pPr>
            <a:r>
              <a:rPr sz="2800" spc="-10" dirty="0">
                <a:latin typeface="Calibri"/>
                <a:cs typeface="Calibri"/>
              </a:rPr>
              <a:t>ρ</a:t>
            </a:r>
            <a:r>
              <a:rPr sz="2800" spc="-15" baseline="-20833" dirty="0">
                <a:latin typeface="Calibri"/>
                <a:cs typeface="Calibri"/>
              </a:rPr>
              <a:t>(B1,</a:t>
            </a:r>
            <a:r>
              <a:rPr sz="2800" spc="30" baseline="-20833" dirty="0">
                <a:latin typeface="Calibri"/>
                <a:cs typeface="Calibri"/>
              </a:rPr>
              <a:t> </a:t>
            </a:r>
            <a:r>
              <a:rPr sz="2800" spc="-15" baseline="-20833" dirty="0">
                <a:latin typeface="Calibri"/>
                <a:cs typeface="Calibri"/>
              </a:rPr>
              <a:t>B2,</a:t>
            </a:r>
            <a:r>
              <a:rPr sz="2800" spc="15" baseline="-20833" dirty="0">
                <a:latin typeface="Calibri"/>
                <a:cs typeface="Calibri"/>
              </a:rPr>
              <a:t> </a:t>
            </a:r>
            <a:r>
              <a:rPr sz="2800" spc="-7" baseline="-20833" dirty="0">
                <a:latin typeface="Calibri"/>
                <a:cs typeface="Calibri"/>
              </a:rPr>
              <a:t>…,</a:t>
            </a:r>
            <a:r>
              <a:rPr sz="2800" spc="-15" baseline="-20833" dirty="0">
                <a:latin typeface="Calibri"/>
                <a:cs typeface="Calibri"/>
              </a:rPr>
              <a:t> Bn</a:t>
            </a:r>
            <a:r>
              <a:rPr sz="2800" spc="7" baseline="-20833" dirty="0">
                <a:latin typeface="Calibri"/>
                <a:cs typeface="Calibri"/>
              </a:rPr>
              <a:t> </a:t>
            </a:r>
            <a:r>
              <a:rPr sz="2800" baseline="-20833" dirty="0">
                <a:latin typeface="Calibri"/>
                <a:cs typeface="Calibri"/>
              </a:rPr>
              <a:t>)</a:t>
            </a:r>
            <a:r>
              <a:rPr sz="2800" dirty="0">
                <a:latin typeface="Calibri"/>
                <a:cs typeface="Calibri"/>
              </a:rPr>
              <a:t>(R)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changes:</a:t>
            </a:r>
            <a:endParaRPr sz="2800" dirty="0">
              <a:latin typeface="Calibri"/>
              <a:cs typeface="Calibri"/>
            </a:endParaRPr>
          </a:p>
          <a:p>
            <a:pPr marL="1181100" lvl="2" indent="-229870">
              <a:spcBef>
                <a:spcPts val="280"/>
              </a:spcBef>
              <a:buFont typeface="Microsoft Sans Serif"/>
              <a:buChar char="•"/>
              <a:tabLst>
                <a:tab pos="1181100" algn="l"/>
                <a:tab pos="1181735" algn="l"/>
              </a:tabLst>
            </a:pPr>
            <a:r>
              <a:rPr sz="2400" dirty="0">
                <a:latin typeface="Calibri"/>
                <a:cs typeface="Calibri"/>
              </a:rPr>
              <a:t>the </a:t>
            </a:r>
            <a:r>
              <a:rPr sz="2400" i="1" spc="-5" dirty="0">
                <a:latin typeface="Calibri"/>
                <a:cs typeface="Calibri"/>
              </a:rPr>
              <a:t>column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(attribute)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names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B1,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</a:t>
            </a:r>
            <a:r>
              <a:rPr lang="en-US" sz="2400" dirty="0">
                <a:latin typeface="Calibri"/>
                <a:cs typeface="Calibri"/>
              </a:rPr>
              <a:t>2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…..Bn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710276"/>
            <a:ext cx="10058400" cy="1014637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b="1" dirty="0">
                <a:solidFill>
                  <a:schemeClr val="tx1"/>
                </a:solidFill>
              </a:rPr>
              <a:t>Unary</a:t>
            </a:r>
            <a:r>
              <a:rPr b="1" spc="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Relational</a:t>
            </a:r>
            <a:r>
              <a:rPr b="1" spc="10" dirty="0">
                <a:solidFill>
                  <a:schemeClr val="tx1"/>
                </a:solidFill>
              </a:rPr>
              <a:t> </a:t>
            </a:r>
            <a:r>
              <a:rPr b="1" spc="-15" dirty="0">
                <a:solidFill>
                  <a:schemeClr val="tx1"/>
                </a:solidFill>
              </a:rPr>
              <a:t>Operations: </a:t>
            </a:r>
            <a:r>
              <a:rPr b="1" spc="-5" dirty="0">
                <a:solidFill>
                  <a:schemeClr val="tx1"/>
                </a:solidFill>
              </a:rPr>
              <a:t>RENAME </a:t>
            </a:r>
            <a:r>
              <a:rPr b="1" spc="-70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(continued)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7835" y="1969876"/>
            <a:ext cx="9224611" cy="98924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1040"/>
              </a:spcBef>
              <a:buSzPct val="107692"/>
              <a:buFont typeface="Microsoft Sans Serif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For </a:t>
            </a:r>
            <a:r>
              <a:rPr sz="2600" spc="-10" dirty="0">
                <a:latin typeface="Calibri"/>
                <a:cs typeface="Calibri"/>
              </a:rPr>
              <a:t>convenience, </a:t>
            </a:r>
            <a:r>
              <a:rPr sz="2600" spc="-15" dirty="0">
                <a:latin typeface="Calibri"/>
                <a:cs typeface="Calibri"/>
              </a:rPr>
              <a:t>we </a:t>
            </a:r>
            <a:r>
              <a:rPr sz="2600" dirty="0">
                <a:latin typeface="Calibri"/>
                <a:cs typeface="Calibri"/>
              </a:rPr>
              <a:t>also </a:t>
            </a:r>
            <a:r>
              <a:rPr sz="2600" spc="-5" dirty="0">
                <a:latin typeface="Calibri"/>
                <a:cs typeface="Calibri"/>
              </a:rPr>
              <a:t>use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i="1" spc="-5" dirty="0">
                <a:latin typeface="Calibri"/>
                <a:cs typeface="Calibri"/>
              </a:rPr>
              <a:t>shorthand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renaming </a:t>
            </a:r>
            <a:r>
              <a:rPr sz="2600" spc="-10" dirty="0">
                <a:latin typeface="Calibri"/>
                <a:cs typeface="Calibri"/>
              </a:rPr>
              <a:t>attributes </a:t>
            </a:r>
            <a:r>
              <a:rPr sz="2600" dirty="0">
                <a:latin typeface="Calibri"/>
                <a:cs typeface="Calibri"/>
              </a:rPr>
              <a:t>in an </a:t>
            </a:r>
            <a:r>
              <a:rPr sz="2600" spc="-10" dirty="0">
                <a:latin typeface="Calibri"/>
                <a:cs typeface="Calibri"/>
              </a:rPr>
              <a:t>intermediate relation:</a:t>
            </a:r>
            <a:endParaRPr sz="2600" dirty="0">
              <a:latin typeface="Calibri"/>
              <a:cs typeface="Calibri"/>
            </a:endParaRPr>
          </a:p>
          <a:p>
            <a:pPr marL="697865" lvl="1" indent="-229235">
              <a:lnSpc>
                <a:spcPts val="2345"/>
              </a:lnSpc>
              <a:buSzPct val="109090"/>
              <a:buFont typeface="Microsoft Sans Serif"/>
              <a:buChar char="•"/>
              <a:tabLst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If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we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write: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9641" y="2929001"/>
            <a:ext cx="549719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29235">
              <a:spcBef>
                <a:spcPts val="105"/>
              </a:spcBef>
              <a:buSzPct val="108695"/>
              <a:buFont typeface="Microsoft Sans Serif"/>
              <a:buChar char="•"/>
              <a:tabLst>
                <a:tab pos="267335" algn="l"/>
              </a:tabLst>
            </a:pPr>
            <a:r>
              <a:rPr sz="2300" dirty="0">
                <a:latin typeface="Calibri"/>
                <a:cs typeface="Calibri"/>
              </a:rPr>
              <a:t>R</a:t>
            </a:r>
            <a:r>
              <a:rPr sz="2300" spc="-25" dirty="0">
                <a:latin typeface="Calibri"/>
                <a:cs typeface="Calibri"/>
              </a:rPr>
              <a:t>E</a:t>
            </a:r>
            <a:r>
              <a:rPr sz="2300" spc="-5" dirty="0">
                <a:latin typeface="Calibri"/>
                <a:cs typeface="Calibri"/>
              </a:rPr>
              <a:t>SU</a:t>
            </a:r>
            <a:r>
              <a:rPr sz="2300" spc="-170" dirty="0">
                <a:latin typeface="Calibri"/>
                <a:cs typeface="Calibri"/>
              </a:rPr>
              <a:t>L</a:t>
            </a:r>
            <a:r>
              <a:rPr sz="2300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←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b="1" spc="-40" dirty="0">
                <a:latin typeface="Arial"/>
                <a:cs typeface="Arial"/>
              </a:rPr>
              <a:t>π</a:t>
            </a:r>
            <a:r>
              <a:rPr sz="2300" b="1" spc="-130" dirty="0">
                <a:latin typeface="Arial"/>
                <a:cs typeface="Arial"/>
              </a:rPr>
              <a:t> </a:t>
            </a:r>
            <a:r>
              <a:rPr sz="2250" spc="15" baseline="-20370" dirty="0">
                <a:latin typeface="Calibri"/>
                <a:cs typeface="Calibri"/>
              </a:rPr>
              <a:t>F</a:t>
            </a:r>
            <a:r>
              <a:rPr sz="2250" spc="30" baseline="-20370" dirty="0">
                <a:latin typeface="Calibri"/>
                <a:cs typeface="Calibri"/>
              </a:rPr>
              <a:t>NAM</a:t>
            </a:r>
            <a:r>
              <a:rPr sz="2250" spc="15" baseline="-20370" dirty="0">
                <a:latin typeface="Calibri"/>
                <a:cs typeface="Calibri"/>
              </a:rPr>
              <a:t>E,</a:t>
            </a:r>
            <a:r>
              <a:rPr sz="2250" spc="-7" baseline="-20370" dirty="0">
                <a:latin typeface="Calibri"/>
                <a:cs typeface="Calibri"/>
              </a:rPr>
              <a:t> </a:t>
            </a:r>
            <a:r>
              <a:rPr sz="2250" spc="15" baseline="-20370" dirty="0">
                <a:latin typeface="Calibri"/>
                <a:cs typeface="Calibri"/>
              </a:rPr>
              <a:t>L</a:t>
            </a:r>
            <a:r>
              <a:rPr sz="2250" spc="30" baseline="-20370" dirty="0">
                <a:latin typeface="Calibri"/>
                <a:cs typeface="Calibri"/>
              </a:rPr>
              <a:t>NAM</a:t>
            </a:r>
            <a:r>
              <a:rPr sz="2250" spc="15" baseline="-20370" dirty="0">
                <a:latin typeface="Calibri"/>
                <a:cs typeface="Calibri"/>
              </a:rPr>
              <a:t>E,</a:t>
            </a:r>
            <a:r>
              <a:rPr sz="2250" spc="7" baseline="-20370" dirty="0">
                <a:latin typeface="Calibri"/>
                <a:cs typeface="Calibri"/>
              </a:rPr>
              <a:t> S</a:t>
            </a:r>
            <a:r>
              <a:rPr sz="2250" spc="22" baseline="-20370" dirty="0">
                <a:latin typeface="Calibri"/>
                <a:cs typeface="Calibri"/>
              </a:rPr>
              <a:t>ALA</a:t>
            </a:r>
            <a:r>
              <a:rPr sz="2250" spc="-7" baseline="-20370" dirty="0">
                <a:latin typeface="Calibri"/>
                <a:cs typeface="Calibri"/>
              </a:rPr>
              <a:t>R</a:t>
            </a:r>
            <a:r>
              <a:rPr sz="2250" spc="22" baseline="-20370" dirty="0">
                <a:latin typeface="Calibri"/>
                <a:cs typeface="Calibri"/>
              </a:rPr>
              <a:t>Y</a:t>
            </a:r>
            <a:r>
              <a:rPr sz="2250" baseline="-20370" dirty="0">
                <a:latin typeface="Calibri"/>
                <a:cs typeface="Calibri"/>
              </a:rPr>
              <a:t> </a:t>
            </a:r>
            <a:r>
              <a:rPr sz="2250" spc="-225" baseline="-2037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(DEP5_EMPS)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0290" y="3329738"/>
            <a:ext cx="9404841" cy="63068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241300" marR="5080" indent="-229235">
              <a:lnSpc>
                <a:spcPct val="70100"/>
              </a:lnSpc>
              <a:spcBef>
                <a:spcPts val="930"/>
              </a:spcBef>
              <a:buSzPct val="108695"/>
              <a:buFont typeface="Microsoft Sans Serif"/>
              <a:buChar char="•"/>
              <a:tabLst>
                <a:tab pos="241935" algn="l"/>
              </a:tabLst>
            </a:pPr>
            <a:r>
              <a:rPr sz="2300" spc="-35" dirty="0">
                <a:latin typeface="Calibri"/>
                <a:cs typeface="Calibri"/>
              </a:rPr>
              <a:t>RESULT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will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have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i="1" spc="-5" dirty="0">
                <a:latin typeface="Calibri"/>
                <a:cs typeface="Calibri"/>
              </a:rPr>
              <a:t>same</a:t>
            </a:r>
            <a:r>
              <a:rPr sz="2300" i="1" dirty="0">
                <a:latin typeface="Calibri"/>
                <a:cs typeface="Calibri"/>
              </a:rPr>
              <a:t> </a:t>
            </a:r>
            <a:r>
              <a:rPr sz="2300" i="1" spc="-10" dirty="0">
                <a:latin typeface="Calibri"/>
                <a:cs typeface="Calibri"/>
              </a:rPr>
              <a:t>attribute</a:t>
            </a:r>
            <a:r>
              <a:rPr sz="2300" i="1" spc="20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names </a:t>
            </a:r>
            <a:r>
              <a:rPr sz="2300" i="1" spc="-5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DEP5_EMPS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(same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attributes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 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EMPLOYEE)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9301" y="5121485"/>
            <a:ext cx="56934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Note: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← </a:t>
            </a:r>
            <a:r>
              <a:rPr sz="2300" spc="-5" dirty="0">
                <a:latin typeface="Calibri"/>
                <a:cs typeface="Calibri"/>
              </a:rPr>
              <a:t>symbol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 </a:t>
            </a:r>
            <a:r>
              <a:rPr sz="2300" spc="-5" dirty="0">
                <a:latin typeface="Calibri"/>
                <a:cs typeface="Calibri"/>
              </a:rPr>
              <a:t>assignment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operator</a:t>
            </a:r>
            <a:endParaRPr sz="23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0290" y="4157800"/>
            <a:ext cx="7476744" cy="8122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4014" y="943414"/>
            <a:ext cx="702317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375" dirty="0">
                <a:solidFill>
                  <a:schemeClr val="tx1"/>
                </a:solidFill>
              </a:rPr>
              <a:t>Rename</a:t>
            </a:r>
            <a:r>
              <a:rPr b="1" spc="-225" dirty="0">
                <a:solidFill>
                  <a:schemeClr val="tx1"/>
                </a:solidFill>
              </a:rPr>
              <a:t> </a:t>
            </a:r>
            <a:r>
              <a:rPr b="1" spc="300" dirty="0">
                <a:solidFill>
                  <a:schemeClr val="tx1"/>
                </a:solidFill>
              </a:rPr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375" y="1694902"/>
            <a:ext cx="11435617" cy="46024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00" marR="241300" indent="-1372235">
              <a:lnSpc>
                <a:spcPct val="117700"/>
              </a:lnSpc>
              <a:spcBef>
                <a:spcPts val="15"/>
              </a:spcBef>
            </a:pPr>
            <a:r>
              <a:rPr sz="2200" b="1" spc="-55" dirty="0">
                <a:cs typeface="Tahoma"/>
              </a:rPr>
              <a:t>Example:</a:t>
            </a:r>
            <a:r>
              <a:rPr sz="2200" b="1" dirty="0">
                <a:cs typeface="Tahoma"/>
              </a:rPr>
              <a:t> </a:t>
            </a:r>
            <a:r>
              <a:rPr sz="2200" spc="175" dirty="0">
                <a:cs typeface="Tahoma"/>
              </a:rPr>
              <a:t>We</a:t>
            </a:r>
            <a:r>
              <a:rPr sz="2200" spc="-35" dirty="0">
                <a:cs typeface="Tahoma"/>
              </a:rPr>
              <a:t> </a:t>
            </a:r>
            <a:r>
              <a:rPr sz="2200" spc="285" dirty="0">
                <a:cs typeface="Tahoma"/>
              </a:rPr>
              <a:t>can</a:t>
            </a:r>
            <a:r>
              <a:rPr sz="2200" spc="-70" dirty="0">
                <a:cs typeface="Tahoma"/>
              </a:rPr>
              <a:t> </a:t>
            </a:r>
            <a:r>
              <a:rPr sz="2200" spc="80" dirty="0">
                <a:cs typeface="Tahoma"/>
              </a:rPr>
              <a:t>use</a:t>
            </a:r>
            <a:r>
              <a:rPr sz="2200" spc="-70" dirty="0">
                <a:cs typeface="Tahoma"/>
              </a:rPr>
              <a:t> </a:t>
            </a:r>
            <a:r>
              <a:rPr sz="2200" spc="130" dirty="0">
                <a:cs typeface="Tahoma"/>
              </a:rPr>
              <a:t>the</a:t>
            </a:r>
            <a:r>
              <a:rPr sz="2200" spc="-70" dirty="0">
                <a:cs typeface="Tahoma"/>
              </a:rPr>
              <a:t> </a:t>
            </a:r>
            <a:r>
              <a:rPr sz="2200" spc="175" dirty="0">
                <a:cs typeface="Tahoma"/>
              </a:rPr>
              <a:t>rename</a:t>
            </a:r>
            <a:r>
              <a:rPr sz="2200" spc="-75" dirty="0">
                <a:cs typeface="Tahoma"/>
              </a:rPr>
              <a:t> </a:t>
            </a:r>
            <a:r>
              <a:rPr sz="2200" spc="140" dirty="0">
                <a:cs typeface="Tahoma"/>
              </a:rPr>
              <a:t>operator</a:t>
            </a:r>
            <a:r>
              <a:rPr sz="2200" spc="-75" dirty="0">
                <a:cs typeface="Tahoma"/>
              </a:rPr>
              <a:t> </a:t>
            </a:r>
            <a:r>
              <a:rPr sz="2200" spc="125" dirty="0">
                <a:cs typeface="Tahoma"/>
              </a:rPr>
              <a:t>to</a:t>
            </a:r>
            <a:r>
              <a:rPr sz="2200" spc="-70" dirty="0">
                <a:cs typeface="Tahoma"/>
              </a:rPr>
              <a:t> </a:t>
            </a:r>
            <a:r>
              <a:rPr sz="2200" spc="175" dirty="0">
                <a:cs typeface="Tahoma"/>
              </a:rPr>
              <a:t>rename</a:t>
            </a:r>
            <a:r>
              <a:rPr sz="2200" spc="-70" dirty="0">
                <a:cs typeface="Tahoma"/>
              </a:rPr>
              <a:t> </a:t>
            </a:r>
            <a:r>
              <a:rPr sz="2200" spc="-95" dirty="0">
                <a:cs typeface="Tahoma"/>
              </a:rPr>
              <a:t>STUDENT</a:t>
            </a:r>
            <a:r>
              <a:rPr sz="2200" spc="-30" dirty="0">
                <a:cs typeface="Tahoma"/>
              </a:rPr>
              <a:t> </a:t>
            </a:r>
            <a:r>
              <a:rPr sz="2200" spc="90" dirty="0">
                <a:cs typeface="Tahoma"/>
              </a:rPr>
              <a:t>relation</a:t>
            </a:r>
            <a:r>
              <a:rPr sz="2200" spc="-100" dirty="0">
                <a:cs typeface="Tahoma"/>
              </a:rPr>
              <a:t> </a:t>
            </a:r>
            <a:r>
              <a:rPr sz="2200" spc="125" dirty="0">
                <a:cs typeface="Tahoma"/>
              </a:rPr>
              <a:t>to</a:t>
            </a:r>
            <a:r>
              <a:rPr sz="2200" spc="-75" dirty="0">
                <a:cs typeface="Tahoma"/>
              </a:rPr>
              <a:t> </a:t>
            </a:r>
            <a:r>
              <a:rPr sz="2200" spc="-80" dirty="0">
                <a:cs typeface="Tahoma"/>
              </a:rPr>
              <a:t>STUDENT1. </a:t>
            </a:r>
            <a:r>
              <a:rPr sz="2200" spc="-670" dirty="0">
                <a:cs typeface="Tahoma"/>
              </a:rPr>
              <a:t> </a:t>
            </a:r>
            <a:r>
              <a:rPr sz="2200" spc="-45" dirty="0">
                <a:cs typeface="Tahoma"/>
              </a:rPr>
              <a:t>ρ(STUDENT1,</a:t>
            </a:r>
            <a:r>
              <a:rPr sz="2200" spc="-30" dirty="0">
                <a:cs typeface="Tahoma"/>
              </a:rPr>
              <a:t> </a:t>
            </a:r>
            <a:r>
              <a:rPr sz="2200" spc="-90" dirty="0">
                <a:cs typeface="Tahoma"/>
              </a:rPr>
              <a:t>STUDENT)</a:t>
            </a:r>
            <a:endParaRPr sz="2200" dirty="0">
              <a:cs typeface="Tahoma"/>
            </a:endParaRPr>
          </a:p>
          <a:p>
            <a:pPr marL="25400" marR="17780">
              <a:lnSpc>
                <a:spcPct val="80000"/>
              </a:lnSpc>
              <a:spcBef>
                <a:spcPts val="2110"/>
              </a:spcBef>
              <a:buSzPct val="95454"/>
              <a:buFont typeface="Tahoma"/>
              <a:buChar char="•"/>
              <a:tabLst>
                <a:tab pos="195580" algn="l"/>
                <a:tab pos="1881505" algn="l"/>
              </a:tabLst>
            </a:pPr>
            <a:r>
              <a:rPr sz="2200" b="1" spc="-60" dirty="0">
                <a:cs typeface="Tahoma"/>
              </a:rPr>
              <a:t>Example-1:</a:t>
            </a:r>
            <a:r>
              <a:rPr lang="en-US" sz="2200" b="1" spc="-60" dirty="0">
                <a:cs typeface="Tahoma"/>
              </a:rPr>
              <a:t> </a:t>
            </a:r>
            <a:r>
              <a:rPr sz="2200" spc="130" dirty="0">
                <a:cs typeface="Tahoma"/>
              </a:rPr>
              <a:t>Query</a:t>
            </a:r>
            <a:r>
              <a:rPr sz="2200" spc="-65" dirty="0">
                <a:cs typeface="Tahoma"/>
              </a:rPr>
              <a:t> </a:t>
            </a:r>
            <a:r>
              <a:rPr sz="2200" spc="125" dirty="0">
                <a:cs typeface="Tahoma"/>
              </a:rPr>
              <a:t>to</a:t>
            </a:r>
            <a:r>
              <a:rPr sz="2200" spc="-85" dirty="0">
                <a:cs typeface="Tahoma"/>
              </a:rPr>
              <a:t> </a:t>
            </a:r>
            <a:r>
              <a:rPr sz="2200" spc="180" dirty="0">
                <a:cs typeface="Tahoma"/>
              </a:rPr>
              <a:t>rename</a:t>
            </a:r>
            <a:r>
              <a:rPr sz="2200" spc="-85" dirty="0">
                <a:cs typeface="Tahoma"/>
              </a:rPr>
              <a:t> </a:t>
            </a:r>
            <a:r>
              <a:rPr sz="2200" spc="130" dirty="0">
                <a:cs typeface="Tahoma"/>
              </a:rPr>
              <a:t>the</a:t>
            </a:r>
            <a:r>
              <a:rPr sz="2200" spc="-80" dirty="0">
                <a:cs typeface="Tahoma"/>
              </a:rPr>
              <a:t> </a:t>
            </a:r>
            <a:r>
              <a:rPr sz="2200" spc="90" dirty="0">
                <a:cs typeface="Tahoma"/>
              </a:rPr>
              <a:t>relation</a:t>
            </a:r>
            <a:r>
              <a:rPr sz="2200" spc="-105" dirty="0">
                <a:cs typeface="Tahoma"/>
              </a:rPr>
              <a:t> </a:t>
            </a:r>
            <a:r>
              <a:rPr sz="2200" spc="90" dirty="0">
                <a:cs typeface="Tahoma"/>
              </a:rPr>
              <a:t>Student</a:t>
            </a:r>
            <a:r>
              <a:rPr sz="2200" spc="-65" dirty="0">
                <a:cs typeface="Tahoma"/>
              </a:rPr>
              <a:t> </a:t>
            </a:r>
            <a:r>
              <a:rPr sz="2200" spc="105" dirty="0">
                <a:cs typeface="Tahoma"/>
              </a:rPr>
              <a:t>as</a:t>
            </a:r>
            <a:r>
              <a:rPr sz="2200" spc="-70" dirty="0">
                <a:cs typeface="Tahoma"/>
              </a:rPr>
              <a:t> </a:t>
            </a:r>
            <a:r>
              <a:rPr sz="2200" spc="220" dirty="0">
                <a:cs typeface="Tahoma"/>
              </a:rPr>
              <a:t>Male</a:t>
            </a:r>
            <a:r>
              <a:rPr sz="2200" spc="-75" dirty="0">
                <a:cs typeface="Tahoma"/>
              </a:rPr>
              <a:t> </a:t>
            </a:r>
            <a:r>
              <a:rPr sz="2200" spc="90" dirty="0">
                <a:cs typeface="Tahoma"/>
              </a:rPr>
              <a:t>Student</a:t>
            </a:r>
            <a:r>
              <a:rPr sz="2200" spc="-50" dirty="0">
                <a:cs typeface="Tahoma"/>
              </a:rPr>
              <a:t> </a:t>
            </a:r>
            <a:r>
              <a:rPr sz="2200" spc="245" dirty="0">
                <a:cs typeface="Tahoma"/>
              </a:rPr>
              <a:t>and</a:t>
            </a:r>
            <a:r>
              <a:rPr sz="2200" spc="-75" dirty="0">
                <a:cs typeface="Tahoma"/>
              </a:rPr>
              <a:t> </a:t>
            </a:r>
            <a:r>
              <a:rPr sz="2200" spc="130" dirty="0">
                <a:cs typeface="Tahoma"/>
              </a:rPr>
              <a:t>the</a:t>
            </a:r>
            <a:r>
              <a:rPr sz="2200" spc="-80" dirty="0">
                <a:cs typeface="Tahoma"/>
              </a:rPr>
              <a:t> </a:t>
            </a:r>
            <a:r>
              <a:rPr sz="2200" spc="70" dirty="0">
                <a:cs typeface="Tahoma"/>
              </a:rPr>
              <a:t>attributes </a:t>
            </a:r>
            <a:r>
              <a:rPr sz="2200" spc="-670" dirty="0">
                <a:cs typeface="Tahoma"/>
              </a:rPr>
              <a:t> </a:t>
            </a:r>
            <a:r>
              <a:rPr sz="2200" spc="114" dirty="0">
                <a:cs typeface="Tahoma"/>
              </a:rPr>
              <a:t>of</a:t>
            </a:r>
            <a:r>
              <a:rPr sz="2200" spc="-80" dirty="0">
                <a:cs typeface="Tahoma"/>
              </a:rPr>
              <a:t> </a:t>
            </a:r>
            <a:r>
              <a:rPr sz="2200" spc="100" dirty="0">
                <a:cs typeface="Tahoma"/>
              </a:rPr>
              <a:t>Stude</a:t>
            </a:r>
            <a:r>
              <a:rPr sz="2200" spc="60" dirty="0">
                <a:cs typeface="Tahoma"/>
              </a:rPr>
              <a:t>nt</a:t>
            </a:r>
            <a:r>
              <a:rPr sz="2200" spc="-50" dirty="0">
                <a:cs typeface="Tahoma"/>
              </a:rPr>
              <a:t> </a:t>
            </a:r>
            <a:r>
              <a:rPr sz="2200" spc="-105" dirty="0">
                <a:cs typeface="Tahoma"/>
              </a:rPr>
              <a:t>–</a:t>
            </a:r>
            <a:r>
              <a:rPr sz="2200" spc="-85" dirty="0">
                <a:cs typeface="Tahoma"/>
              </a:rPr>
              <a:t> </a:t>
            </a:r>
            <a:r>
              <a:rPr sz="2200" spc="75" dirty="0">
                <a:cs typeface="Tahoma"/>
              </a:rPr>
              <a:t>RollN</a:t>
            </a:r>
            <a:r>
              <a:rPr sz="2200" spc="85" dirty="0">
                <a:cs typeface="Tahoma"/>
              </a:rPr>
              <a:t>o</a:t>
            </a:r>
            <a:r>
              <a:rPr sz="2200" spc="-60" dirty="0">
                <a:cs typeface="Tahoma"/>
              </a:rPr>
              <a:t>,</a:t>
            </a:r>
            <a:r>
              <a:rPr sz="2200" spc="-75" dirty="0">
                <a:cs typeface="Tahoma"/>
              </a:rPr>
              <a:t> </a:t>
            </a:r>
            <a:r>
              <a:rPr sz="2200" spc="5" dirty="0">
                <a:cs typeface="Tahoma"/>
              </a:rPr>
              <a:t>S</a:t>
            </a:r>
            <a:r>
              <a:rPr sz="2200" dirty="0">
                <a:cs typeface="Tahoma"/>
              </a:rPr>
              <a:t>N</a:t>
            </a:r>
            <a:r>
              <a:rPr sz="2200" spc="295" dirty="0">
                <a:cs typeface="Tahoma"/>
              </a:rPr>
              <a:t>am</a:t>
            </a:r>
            <a:r>
              <a:rPr sz="2200" spc="229" dirty="0">
                <a:cs typeface="Tahoma"/>
              </a:rPr>
              <a:t>e</a:t>
            </a:r>
            <a:r>
              <a:rPr sz="2200" spc="-75" dirty="0">
                <a:cs typeface="Tahoma"/>
              </a:rPr>
              <a:t> </a:t>
            </a:r>
            <a:r>
              <a:rPr sz="2200" spc="110" dirty="0">
                <a:cs typeface="Tahoma"/>
              </a:rPr>
              <a:t>a</a:t>
            </a:r>
            <a:r>
              <a:rPr sz="2200" spc="100" dirty="0">
                <a:cs typeface="Tahoma"/>
              </a:rPr>
              <a:t>s</a:t>
            </a:r>
            <a:r>
              <a:rPr sz="2200" spc="-80" dirty="0">
                <a:cs typeface="Tahoma"/>
              </a:rPr>
              <a:t> (</a:t>
            </a:r>
            <a:r>
              <a:rPr sz="2200" spc="70" dirty="0">
                <a:cs typeface="Tahoma"/>
              </a:rPr>
              <a:t>Sn</a:t>
            </a:r>
            <a:r>
              <a:rPr sz="2200" spc="80" dirty="0">
                <a:cs typeface="Tahoma"/>
              </a:rPr>
              <a:t>o</a:t>
            </a:r>
            <a:r>
              <a:rPr sz="2200" spc="-60" dirty="0">
                <a:cs typeface="Tahoma"/>
              </a:rPr>
              <a:t>,</a:t>
            </a:r>
            <a:r>
              <a:rPr sz="2200" spc="-40" dirty="0">
                <a:cs typeface="Tahoma"/>
              </a:rPr>
              <a:t> </a:t>
            </a:r>
            <a:r>
              <a:rPr sz="2200" spc="145" dirty="0">
                <a:cs typeface="Tahoma"/>
              </a:rPr>
              <a:t>N</a:t>
            </a:r>
            <a:r>
              <a:rPr sz="2200" spc="295" dirty="0">
                <a:cs typeface="Tahoma"/>
              </a:rPr>
              <a:t>am</a:t>
            </a:r>
            <a:r>
              <a:rPr sz="2200" spc="235" dirty="0">
                <a:cs typeface="Tahoma"/>
              </a:rPr>
              <a:t>e</a:t>
            </a:r>
            <a:r>
              <a:rPr sz="2200" spc="-65" dirty="0">
                <a:cs typeface="Tahoma"/>
              </a:rPr>
              <a:t>).</a:t>
            </a:r>
            <a:endParaRPr sz="2200" dirty="0">
              <a:cs typeface="Tahoma"/>
            </a:endParaRPr>
          </a:p>
          <a:p>
            <a:pPr marL="2768600">
              <a:lnSpc>
                <a:spcPct val="100000"/>
              </a:lnSpc>
              <a:spcBef>
                <a:spcPts val="125"/>
              </a:spcBef>
            </a:pPr>
            <a:r>
              <a:rPr sz="3300" b="1" spc="67" baseline="16414" dirty="0">
                <a:cs typeface="Tahoma"/>
              </a:rPr>
              <a:t>ρ</a:t>
            </a:r>
            <a:r>
              <a:rPr sz="3300" b="1" spc="-44" baseline="16414" dirty="0">
                <a:cs typeface="Tahoma"/>
              </a:rPr>
              <a:t> </a:t>
            </a:r>
            <a:r>
              <a:rPr sz="1450" b="1" spc="-45" dirty="0">
                <a:cs typeface="Tahoma"/>
              </a:rPr>
              <a:t>MaleStudent(Sno,</a:t>
            </a:r>
            <a:r>
              <a:rPr sz="1450" b="1" spc="-10" dirty="0">
                <a:cs typeface="Tahoma"/>
              </a:rPr>
              <a:t> </a:t>
            </a:r>
            <a:r>
              <a:rPr sz="1450" b="1" spc="5" dirty="0">
                <a:cs typeface="Tahoma"/>
              </a:rPr>
              <a:t>Name)</a:t>
            </a:r>
            <a:r>
              <a:rPr sz="1450" b="1" spc="185" dirty="0">
                <a:cs typeface="Tahoma"/>
              </a:rPr>
              <a:t> </a:t>
            </a:r>
            <a:r>
              <a:rPr sz="3300" b="1" spc="-67" baseline="16414" dirty="0">
                <a:cs typeface="Tahoma"/>
              </a:rPr>
              <a:t>π</a:t>
            </a:r>
            <a:r>
              <a:rPr sz="1450" b="1" spc="-45" dirty="0">
                <a:cs typeface="Tahoma"/>
              </a:rPr>
              <a:t>RollNo,</a:t>
            </a:r>
            <a:r>
              <a:rPr sz="1450" b="1" spc="15" dirty="0">
                <a:cs typeface="Tahoma"/>
              </a:rPr>
              <a:t> </a:t>
            </a:r>
            <a:r>
              <a:rPr sz="1450" b="1" spc="-60" dirty="0">
                <a:cs typeface="Tahoma"/>
              </a:rPr>
              <a:t>SName</a:t>
            </a:r>
            <a:r>
              <a:rPr sz="3300" b="1" spc="-89" baseline="16414" dirty="0">
                <a:cs typeface="Tahoma"/>
              </a:rPr>
              <a:t>(σ</a:t>
            </a:r>
            <a:r>
              <a:rPr sz="1450" b="1" spc="-60" dirty="0">
                <a:cs typeface="Tahoma"/>
              </a:rPr>
              <a:t>Condition</a:t>
            </a:r>
            <a:r>
              <a:rPr sz="3300" b="1" spc="-89" baseline="16414" dirty="0">
                <a:cs typeface="Tahoma"/>
              </a:rPr>
              <a:t>(Student))</a:t>
            </a:r>
            <a:endParaRPr sz="3300" baseline="16414" dirty="0">
              <a:cs typeface="Tahoma"/>
            </a:endParaRPr>
          </a:p>
          <a:p>
            <a:pPr marL="194945" indent="-170180">
              <a:lnSpc>
                <a:spcPts val="2375"/>
              </a:lnSpc>
              <a:spcBef>
                <a:spcPts val="935"/>
              </a:spcBef>
              <a:buSzPct val="95454"/>
              <a:buFont typeface="Tahoma"/>
              <a:buChar char="•"/>
              <a:tabLst>
                <a:tab pos="195580" algn="l"/>
                <a:tab pos="1881505" algn="l"/>
              </a:tabLst>
            </a:pPr>
            <a:r>
              <a:rPr sz="2200" b="1" spc="-65">
                <a:cs typeface="Tahoma"/>
              </a:rPr>
              <a:t>Example-2:</a:t>
            </a:r>
            <a:r>
              <a:rPr sz="2200" spc="130">
                <a:cs typeface="Tahoma"/>
              </a:rPr>
              <a:t>Query</a:t>
            </a:r>
            <a:r>
              <a:rPr sz="2200" spc="-70">
                <a:cs typeface="Tahoma"/>
              </a:rPr>
              <a:t> </a:t>
            </a:r>
            <a:r>
              <a:rPr sz="2200" spc="125" dirty="0">
                <a:cs typeface="Tahoma"/>
              </a:rPr>
              <a:t>to</a:t>
            </a:r>
            <a:r>
              <a:rPr sz="2200" spc="-85" dirty="0">
                <a:cs typeface="Tahoma"/>
              </a:rPr>
              <a:t> </a:t>
            </a:r>
            <a:r>
              <a:rPr sz="2200" spc="180" dirty="0">
                <a:cs typeface="Tahoma"/>
              </a:rPr>
              <a:t>rename</a:t>
            </a:r>
            <a:r>
              <a:rPr sz="2200" spc="-90" dirty="0">
                <a:cs typeface="Tahoma"/>
              </a:rPr>
              <a:t> </a:t>
            </a:r>
            <a:r>
              <a:rPr sz="2200" spc="130" dirty="0">
                <a:cs typeface="Tahoma"/>
              </a:rPr>
              <a:t>the</a:t>
            </a:r>
            <a:r>
              <a:rPr sz="2200" spc="-80" dirty="0">
                <a:cs typeface="Tahoma"/>
              </a:rPr>
              <a:t> </a:t>
            </a:r>
            <a:r>
              <a:rPr sz="2200" spc="70" dirty="0">
                <a:cs typeface="Tahoma"/>
              </a:rPr>
              <a:t>attributes</a:t>
            </a:r>
            <a:r>
              <a:rPr sz="2200" spc="-110" dirty="0">
                <a:cs typeface="Tahoma"/>
              </a:rPr>
              <a:t> </a:t>
            </a:r>
            <a:r>
              <a:rPr sz="2200" spc="180" dirty="0">
                <a:cs typeface="Tahoma"/>
              </a:rPr>
              <a:t>Name,</a:t>
            </a:r>
            <a:r>
              <a:rPr sz="2200" spc="-65" dirty="0">
                <a:cs typeface="Tahoma"/>
              </a:rPr>
              <a:t> </a:t>
            </a:r>
            <a:r>
              <a:rPr sz="2200" spc="265" dirty="0">
                <a:cs typeface="Tahoma"/>
              </a:rPr>
              <a:t>Age</a:t>
            </a:r>
            <a:r>
              <a:rPr sz="2200" spc="-55" dirty="0">
                <a:cs typeface="Tahoma"/>
              </a:rPr>
              <a:t> </a:t>
            </a:r>
            <a:r>
              <a:rPr sz="2200" spc="114" dirty="0">
                <a:cs typeface="Tahoma"/>
              </a:rPr>
              <a:t>of</a:t>
            </a:r>
            <a:r>
              <a:rPr sz="2200" spc="-75" dirty="0">
                <a:cs typeface="Tahoma"/>
              </a:rPr>
              <a:t> </a:t>
            </a:r>
            <a:r>
              <a:rPr sz="2200" spc="165" dirty="0">
                <a:cs typeface="Tahoma"/>
              </a:rPr>
              <a:t>table</a:t>
            </a:r>
            <a:r>
              <a:rPr sz="2200" spc="-90" dirty="0">
                <a:cs typeface="Tahoma"/>
              </a:rPr>
              <a:t> </a:t>
            </a:r>
            <a:r>
              <a:rPr sz="2200" spc="150" dirty="0">
                <a:cs typeface="Tahoma"/>
              </a:rPr>
              <a:t>Department</a:t>
            </a:r>
            <a:r>
              <a:rPr sz="2200" spc="-90" dirty="0">
                <a:cs typeface="Tahoma"/>
              </a:rPr>
              <a:t> </a:t>
            </a:r>
            <a:r>
              <a:rPr sz="2200" spc="125" dirty="0">
                <a:cs typeface="Tahoma"/>
              </a:rPr>
              <a:t>to</a:t>
            </a:r>
            <a:r>
              <a:rPr sz="2200" spc="-85" dirty="0">
                <a:cs typeface="Tahoma"/>
              </a:rPr>
              <a:t> </a:t>
            </a:r>
            <a:r>
              <a:rPr sz="2200" spc="25" dirty="0">
                <a:cs typeface="Tahoma"/>
              </a:rPr>
              <a:t>A,B.</a:t>
            </a:r>
            <a:endParaRPr sz="2200" dirty="0">
              <a:cs typeface="Tahoma"/>
            </a:endParaRPr>
          </a:p>
          <a:p>
            <a:pPr marL="1854200">
              <a:lnSpc>
                <a:spcPts val="2375"/>
              </a:lnSpc>
            </a:pPr>
            <a:r>
              <a:rPr sz="2200" b="1" spc="45" dirty="0">
                <a:cs typeface="Tahoma"/>
              </a:rPr>
              <a:t>ρ</a:t>
            </a:r>
            <a:r>
              <a:rPr sz="2200" b="1" spc="-50" dirty="0">
                <a:cs typeface="Tahoma"/>
              </a:rPr>
              <a:t> </a:t>
            </a:r>
            <a:r>
              <a:rPr sz="2175" b="1" spc="-37" baseline="-24904" dirty="0">
                <a:cs typeface="Tahoma"/>
              </a:rPr>
              <a:t>(A,</a:t>
            </a:r>
            <a:r>
              <a:rPr sz="2175" b="1" spc="-15" baseline="-24904" dirty="0">
                <a:cs typeface="Tahoma"/>
              </a:rPr>
              <a:t> </a:t>
            </a:r>
            <a:r>
              <a:rPr sz="2175" b="1" spc="-195" baseline="-24904" dirty="0">
                <a:cs typeface="Tahoma"/>
              </a:rPr>
              <a:t>B)</a:t>
            </a:r>
            <a:r>
              <a:rPr sz="2175" b="1" spc="-165" baseline="-24904" dirty="0">
                <a:cs typeface="Tahoma"/>
              </a:rPr>
              <a:t> </a:t>
            </a:r>
            <a:r>
              <a:rPr sz="2200" b="1" spc="-80" dirty="0">
                <a:cs typeface="Tahoma"/>
              </a:rPr>
              <a:t>(Department)</a:t>
            </a:r>
            <a:endParaRPr sz="2200" dirty="0">
              <a:cs typeface="Tahoma"/>
            </a:endParaRPr>
          </a:p>
          <a:p>
            <a:pPr marL="25400" marR="126364">
              <a:lnSpc>
                <a:spcPts val="2110"/>
              </a:lnSpc>
              <a:spcBef>
                <a:spcPts val="2100"/>
              </a:spcBef>
              <a:buSzPct val="95454"/>
              <a:buFont typeface="Tahoma"/>
              <a:buChar char="•"/>
              <a:tabLst>
                <a:tab pos="195580" algn="l"/>
              </a:tabLst>
            </a:pPr>
            <a:r>
              <a:rPr sz="2200" b="1" spc="-65" dirty="0">
                <a:cs typeface="Tahoma"/>
              </a:rPr>
              <a:t>Example-3:</a:t>
            </a:r>
            <a:r>
              <a:rPr sz="2200" b="1" spc="5" dirty="0">
                <a:cs typeface="Tahoma"/>
              </a:rPr>
              <a:t> </a:t>
            </a:r>
            <a:r>
              <a:rPr sz="2200" spc="130" dirty="0">
                <a:cs typeface="Tahoma"/>
              </a:rPr>
              <a:t>Query</a:t>
            </a:r>
            <a:r>
              <a:rPr sz="2200" spc="-65" dirty="0">
                <a:cs typeface="Tahoma"/>
              </a:rPr>
              <a:t> </a:t>
            </a:r>
            <a:r>
              <a:rPr sz="2200" spc="125" dirty="0">
                <a:cs typeface="Tahoma"/>
              </a:rPr>
              <a:t>to</a:t>
            </a:r>
            <a:r>
              <a:rPr sz="2200" spc="-80" dirty="0">
                <a:cs typeface="Tahoma"/>
              </a:rPr>
              <a:t> </a:t>
            </a:r>
            <a:r>
              <a:rPr sz="2200" spc="180" dirty="0">
                <a:cs typeface="Tahoma"/>
              </a:rPr>
              <a:t>rename</a:t>
            </a:r>
            <a:r>
              <a:rPr sz="2200" spc="-85" dirty="0">
                <a:cs typeface="Tahoma"/>
              </a:rPr>
              <a:t> </a:t>
            </a:r>
            <a:r>
              <a:rPr sz="2200" spc="130" dirty="0">
                <a:cs typeface="Tahoma"/>
              </a:rPr>
              <a:t>the</a:t>
            </a:r>
            <a:r>
              <a:rPr sz="2200" spc="-75" dirty="0">
                <a:cs typeface="Tahoma"/>
              </a:rPr>
              <a:t> </a:t>
            </a:r>
            <a:r>
              <a:rPr sz="2200" spc="165" dirty="0">
                <a:cs typeface="Tahoma"/>
              </a:rPr>
              <a:t>table</a:t>
            </a:r>
            <a:r>
              <a:rPr sz="2200" spc="-85" dirty="0">
                <a:cs typeface="Tahoma"/>
              </a:rPr>
              <a:t> </a:t>
            </a:r>
            <a:r>
              <a:rPr sz="2200" spc="235" dirty="0">
                <a:cs typeface="Tahoma"/>
              </a:rPr>
              <a:t>name</a:t>
            </a:r>
            <a:r>
              <a:rPr sz="2200" spc="-85" dirty="0">
                <a:cs typeface="Tahoma"/>
              </a:rPr>
              <a:t> </a:t>
            </a:r>
            <a:r>
              <a:rPr sz="2200" spc="95" dirty="0">
                <a:cs typeface="Tahoma"/>
              </a:rPr>
              <a:t>Project</a:t>
            </a:r>
            <a:r>
              <a:rPr sz="2200" spc="-55" dirty="0">
                <a:cs typeface="Tahoma"/>
              </a:rPr>
              <a:t> </a:t>
            </a:r>
            <a:r>
              <a:rPr sz="2200" spc="125" dirty="0">
                <a:cs typeface="Tahoma"/>
              </a:rPr>
              <a:t>to</a:t>
            </a:r>
            <a:r>
              <a:rPr sz="2200" spc="-80" dirty="0">
                <a:cs typeface="Tahoma"/>
              </a:rPr>
              <a:t> </a:t>
            </a:r>
            <a:r>
              <a:rPr sz="2200" spc="65" dirty="0">
                <a:cs typeface="Tahoma"/>
              </a:rPr>
              <a:t>Pro</a:t>
            </a:r>
            <a:r>
              <a:rPr sz="2200" spc="-65" dirty="0">
                <a:cs typeface="Tahoma"/>
              </a:rPr>
              <a:t> </a:t>
            </a:r>
            <a:r>
              <a:rPr sz="2200" spc="245" dirty="0">
                <a:cs typeface="Tahoma"/>
              </a:rPr>
              <a:t>and</a:t>
            </a:r>
            <a:r>
              <a:rPr sz="2200" spc="-75" dirty="0">
                <a:cs typeface="Tahoma"/>
              </a:rPr>
              <a:t> </a:t>
            </a:r>
            <a:r>
              <a:rPr sz="2200" spc="-55" dirty="0">
                <a:cs typeface="Tahoma"/>
              </a:rPr>
              <a:t>its</a:t>
            </a:r>
            <a:r>
              <a:rPr sz="2200" spc="-95" dirty="0">
                <a:cs typeface="Tahoma"/>
              </a:rPr>
              <a:t> </a:t>
            </a:r>
            <a:r>
              <a:rPr sz="2200" spc="70" dirty="0">
                <a:cs typeface="Tahoma"/>
              </a:rPr>
              <a:t>attributes</a:t>
            </a:r>
            <a:r>
              <a:rPr sz="2200" spc="-105" dirty="0">
                <a:cs typeface="Tahoma"/>
              </a:rPr>
              <a:t> </a:t>
            </a:r>
            <a:r>
              <a:rPr sz="2200" spc="125" dirty="0">
                <a:cs typeface="Tahoma"/>
              </a:rPr>
              <a:t>to</a:t>
            </a:r>
            <a:r>
              <a:rPr sz="2200" spc="-75" dirty="0">
                <a:cs typeface="Tahoma"/>
              </a:rPr>
              <a:t> </a:t>
            </a:r>
            <a:r>
              <a:rPr sz="2200" spc="10" dirty="0">
                <a:cs typeface="Tahoma"/>
              </a:rPr>
              <a:t>P,</a:t>
            </a:r>
            <a:r>
              <a:rPr sz="2200" spc="-70" dirty="0">
                <a:cs typeface="Tahoma"/>
              </a:rPr>
              <a:t> </a:t>
            </a:r>
            <a:r>
              <a:rPr sz="2200" spc="140" dirty="0">
                <a:cs typeface="Tahoma"/>
              </a:rPr>
              <a:t>Q, </a:t>
            </a:r>
            <a:r>
              <a:rPr sz="2200" spc="-675" dirty="0">
                <a:cs typeface="Tahoma"/>
              </a:rPr>
              <a:t> </a:t>
            </a:r>
            <a:r>
              <a:rPr sz="2200" spc="-55" dirty="0">
                <a:cs typeface="Tahoma"/>
              </a:rPr>
              <a:t>R.</a:t>
            </a:r>
            <a:endParaRPr sz="2200" dirty="0">
              <a:cs typeface="Tahoma"/>
            </a:endParaRPr>
          </a:p>
          <a:p>
            <a:pPr marL="2768600">
              <a:lnSpc>
                <a:spcPts val="2130"/>
              </a:lnSpc>
            </a:pPr>
            <a:r>
              <a:rPr sz="2200" b="1" spc="45" dirty="0">
                <a:cs typeface="Tahoma"/>
              </a:rPr>
              <a:t>ρ</a:t>
            </a:r>
            <a:r>
              <a:rPr sz="2200" b="1" spc="-40" dirty="0">
                <a:cs typeface="Tahoma"/>
              </a:rPr>
              <a:t> </a:t>
            </a:r>
            <a:r>
              <a:rPr sz="2175" b="1" spc="-142" baseline="-24904" dirty="0">
                <a:cs typeface="Tahoma"/>
              </a:rPr>
              <a:t>Pro(P,</a:t>
            </a:r>
            <a:r>
              <a:rPr sz="2175" b="1" spc="37" baseline="-24904" dirty="0">
                <a:cs typeface="Tahoma"/>
              </a:rPr>
              <a:t> </a:t>
            </a:r>
            <a:r>
              <a:rPr sz="2175" b="1" spc="44" baseline="-24904" dirty="0">
                <a:cs typeface="Tahoma"/>
              </a:rPr>
              <a:t>Q,</a:t>
            </a:r>
            <a:r>
              <a:rPr sz="2175" b="1" spc="-7" baseline="-24904" dirty="0">
                <a:cs typeface="Tahoma"/>
              </a:rPr>
              <a:t> </a:t>
            </a:r>
            <a:r>
              <a:rPr sz="2175" b="1" spc="-232" baseline="-24904" dirty="0">
                <a:cs typeface="Tahoma"/>
              </a:rPr>
              <a:t>R)</a:t>
            </a:r>
            <a:r>
              <a:rPr sz="2175" b="1" spc="-142" baseline="-24904" dirty="0">
                <a:cs typeface="Tahoma"/>
              </a:rPr>
              <a:t> </a:t>
            </a:r>
            <a:r>
              <a:rPr sz="2200" b="1" spc="-105" dirty="0">
                <a:cs typeface="Tahoma"/>
              </a:rPr>
              <a:t>(Project)</a:t>
            </a:r>
            <a:endParaRPr sz="2200" dirty="0">
              <a:cs typeface="Tahoma"/>
            </a:endParaRPr>
          </a:p>
          <a:p>
            <a:pPr marL="194945" indent="-170180">
              <a:lnSpc>
                <a:spcPts val="2375"/>
              </a:lnSpc>
              <a:spcBef>
                <a:spcPts val="1585"/>
              </a:spcBef>
              <a:buSzPct val="95454"/>
              <a:buFont typeface="Tahoma"/>
              <a:buChar char="•"/>
              <a:tabLst>
                <a:tab pos="195580" algn="l"/>
              </a:tabLst>
            </a:pPr>
            <a:r>
              <a:rPr sz="2200" b="1" spc="-65" dirty="0">
                <a:cs typeface="Tahoma"/>
              </a:rPr>
              <a:t>Example-4:</a:t>
            </a:r>
            <a:r>
              <a:rPr sz="2200" b="1" spc="5" dirty="0">
                <a:cs typeface="Tahoma"/>
              </a:rPr>
              <a:t> </a:t>
            </a:r>
            <a:r>
              <a:rPr sz="2200" spc="130" dirty="0">
                <a:cs typeface="Tahoma"/>
              </a:rPr>
              <a:t>Query</a:t>
            </a:r>
            <a:r>
              <a:rPr sz="2200" spc="-60" dirty="0">
                <a:cs typeface="Tahoma"/>
              </a:rPr>
              <a:t> </a:t>
            </a:r>
            <a:r>
              <a:rPr sz="2200" spc="125" dirty="0">
                <a:cs typeface="Tahoma"/>
              </a:rPr>
              <a:t>to</a:t>
            </a:r>
            <a:r>
              <a:rPr sz="2200" spc="-80" dirty="0">
                <a:cs typeface="Tahoma"/>
              </a:rPr>
              <a:t> </a:t>
            </a:r>
            <a:r>
              <a:rPr sz="2200" spc="180" dirty="0">
                <a:cs typeface="Tahoma"/>
              </a:rPr>
              <a:t>rename</a:t>
            </a:r>
            <a:r>
              <a:rPr sz="2200" spc="-85" dirty="0">
                <a:cs typeface="Tahoma"/>
              </a:rPr>
              <a:t> </a:t>
            </a:r>
            <a:r>
              <a:rPr sz="2200" spc="130" dirty="0">
                <a:cs typeface="Tahoma"/>
              </a:rPr>
              <a:t>the</a:t>
            </a:r>
            <a:r>
              <a:rPr sz="2200" spc="-70" dirty="0">
                <a:cs typeface="Tahoma"/>
              </a:rPr>
              <a:t> first</a:t>
            </a:r>
            <a:r>
              <a:rPr sz="2200" spc="-75" dirty="0">
                <a:cs typeface="Tahoma"/>
              </a:rPr>
              <a:t> </a:t>
            </a:r>
            <a:r>
              <a:rPr sz="2200" spc="90" dirty="0">
                <a:cs typeface="Tahoma"/>
              </a:rPr>
              <a:t>attribute</a:t>
            </a:r>
            <a:r>
              <a:rPr sz="2200" spc="-100" dirty="0">
                <a:cs typeface="Tahoma"/>
              </a:rPr>
              <a:t> </a:t>
            </a:r>
            <a:r>
              <a:rPr sz="2200" spc="114" dirty="0">
                <a:cs typeface="Tahoma"/>
              </a:rPr>
              <a:t>of</a:t>
            </a:r>
            <a:r>
              <a:rPr sz="2200" spc="-75" dirty="0">
                <a:cs typeface="Tahoma"/>
              </a:rPr>
              <a:t> </a:t>
            </a:r>
            <a:r>
              <a:rPr sz="2200" spc="130" dirty="0">
                <a:cs typeface="Tahoma"/>
              </a:rPr>
              <a:t>the</a:t>
            </a:r>
            <a:r>
              <a:rPr sz="2200" spc="-70" dirty="0">
                <a:cs typeface="Tahoma"/>
              </a:rPr>
              <a:t> </a:t>
            </a:r>
            <a:r>
              <a:rPr sz="2200" spc="165" dirty="0">
                <a:cs typeface="Tahoma"/>
              </a:rPr>
              <a:t>table</a:t>
            </a:r>
            <a:r>
              <a:rPr sz="2200" spc="-85" dirty="0">
                <a:cs typeface="Tahoma"/>
              </a:rPr>
              <a:t> </a:t>
            </a:r>
            <a:r>
              <a:rPr sz="2200" spc="90" dirty="0">
                <a:cs typeface="Tahoma"/>
              </a:rPr>
              <a:t>Student</a:t>
            </a:r>
            <a:r>
              <a:rPr sz="2200" spc="-55" dirty="0">
                <a:cs typeface="Tahoma"/>
              </a:rPr>
              <a:t> </a:t>
            </a:r>
            <a:r>
              <a:rPr sz="2200" spc="65" dirty="0">
                <a:cs typeface="Tahoma"/>
              </a:rPr>
              <a:t>with</a:t>
            </a:r>
            <a:r>
              <a:rPr sz="2200" spc="-90" dirty="0">
                <a:cs typeface="Tahoma"/>
              </a:rPr>
              <a:t> </a:t>
            </a:r>
            <a:r>
              <a:rPr sz="2200" spc="70" dirty="0">
                <a:cs typeface="Tahoma"/>
              </a:rPr>
              <a:t>attributes</a:t>
            </a:r>
            <a:r>
              <a:rPr sz="2200" spc="-100" dirty="0">
                <a:cs typeface="Tahoma"/>
              </a:rPr>
              <a:t> </a:t>
            </a:r>
            <a:r>
              <a:rPr sz="2200" spc="105" dirty="0">
                <a:cs typeface="Tahoma"/>
              </a:rPr>
              <a:t>A,</a:t>
            </a:r>
            <a:endParaRPr sz="2200" dirty="0">
              <a:cs typeface="Tahoma"/>
            </a:endParaRPr>
          </a:p>
          <a:p>
            <a:pPr marL="25400">
              <a:lnSpc>
                <a:spcPts val="2115"/>
              </a:lnSpc>
            </a:pPr>
            <a:r>
              <a:rPr sz="2200" spc="-50" dirty="0">
                <a:cs typeface="Tahoma"/>
              </a:rPr>
              <a:t>B,</a:t>
            </a:r>
            <a:r>
              <a:rPr sz="2200" spc="-105" dirty="0">
                <a:cs typeface="Tahoma"/>
              </a:rPr>
              <a:t> </a:t>
            </a:r>
            <a:r>
              <a:rPr sz="2200" spc="465" dirty="0">
                <a:cs typeface="Tahoma"/>
              </a:rPr>
              <a:t>C</a:t>
            </a:r>
            <a:r>
              <a:rPr sz="2200" spc="-100" dirty="0">
                <a:cs typeface="Tahoma"/>
              </a:rPr>
              <a:t> </a:t>
            </a:r>
            <a:r>
              <a:rPr sz="2200" spc="130" dirty="0">
                <a:cs typeface="Tahoma"/>
              </a:rPr>
              <a:t>to</a:t>
            </a:r>
            <a:r>
              <a:rPr sz="2200" spc="-100" dirty="0">
                <a:cs typeface="Tahoma"/>
              </a:rPr>
              <a:t> </a:t>
            </a:r>
            <a:r>
              <a:rPr sz="2200" spc="15" dirty="0">
                <a:cs typeface="Tahoma"/>
              </a:rPr>
              <a:t>P.</a:t>
            </a:r>
            <a:endParaRPr sz="2200" dirty="0">
              <a:cs typeface="Tahoma"/>
            </a:endParaRPr>
          </a:p>
          <a:p>
            <a:pPr marL="3683000">
              <a:lnSpc>
                <a:spcPts val="2375"/>
              </a:lnSpc>
            </a:pPr>
            <a:r>
              <a:rPr sz="2200" b="1" spc="45" dirty="0">
                <a:cs typeface="Tahoma"/>
              </a:rPr>
              <a:t>ρ</a:t>
            </a:r>
            <a:r>
              <a:rPr sz="2200" b="1" spc="-30" dirty="0">
                <a:cs typeface="Tahoma"/>
              </a:rPr>
              <a:t> </a:t>
            </a:r>
            <a:r>
              <a:rPr sz="2175" b="1" spc="-150" baseline="-24904" dirty="0">
                <a:cs typeface="Tahoma"/>
              </a:rPr>
              <a:t>(</a:t>
            </a:r>
            <a:r>
              <a:rPr sz="2175" b="1" spc="-225" baseline="-24904" dirty="0">
                <a:cs typeface="Tahoma"/>
              </a:rPr>
              <a:t>P</a:t>
            </a:r>
            <a:r>
              <a:rPr sz="2175" b="1" spc="-67" baseline="-24904" dirty="0">
                <a:cs typeface="Tahoma"/>
              </a:rPr>
              <a:t>,</a:t>
            </a:r>
            <a:r>
              <a:rPr sz="2175" b="1" baseline="-24904" dirty="0">
                <a:cs typeface="Tahoma"/>
              </a:rPr>
              <a:t> </a:t>
            </a:r>
            <a:r>
              <a:rPr sz="2175" b="1" spc="-202" baseline="-24904" dirty="0">
                <a:cs typeface="Tahoma"/>
              </a:rPr>
              <a:t>B</a:t>
            </a:r>
            <a:r>
              <a:rPr sz="2175" b="1" spc="-89" baseline="-24904" dirty="0">
                <a:cs typeface="Tahoma"/>
              </a:rPr>
              <a:t>,</a:t>
            </a:r>
            <a:r>
              <a:rPr sz="2175" b="1" spc="-7" baseline="-24904" dirty="0">
                <a:cs typeface="Tahoma"/>
              </a:rPr>
              <a:t> </a:t>
            </a:r>
            <a:r>
              <a:rPr sz="2175" b="1" spc="52" baseline="-24904" dirty="0">
                <a:cs typeface="Tahoma"/>
              </a:rPr>
              <a:t>C)</a:t>
            </a:r>
            <a:r>
              <a:rPr sz="2175" b="1" spc="270" baseline="-24904" dirty="0">
                <a:cs typeface="Tahoma"/>
              </a:rPr>
              <a:t> </a:t>
            </a:r>
            <a:r>
              <a:rPr sz="2200" b="1" spc="-195" dirty="0">
                <a:cs typeface="Tahoma"/>
              </a:rPr>
              <a:t>(Stu</a:t>
            </a:r>
            <a:r>
              <a:rPr sz="2200" b="1" spc="-75" dirty="0">
                <a:cs typeface="Tahoma"/>
              </a:rPr>
              <a:t>dent)</a:t>
            </a:r>
            <a:endParaRPr sz="2200" dirty="0"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758632" y="128519"/>
            <a:ext cx="8674735" cy="5602605"/>
            <a:chOff x="457200" y="57911"/>
            <a:chExt cx="8674735" cy="56026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57911"/>
              <a:ext cx="8534400" cy="56022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1339" y="3439667"/>
              <a:ext cx="6030468" cy="655320"/>
            </a:xfrm>
            <a:prstGeom prst="rect">
              <a:avLst/>
            </a:prstGeom>
          </p:spPr>
        </p:pic>
      </p:grpSp>
      <p:sp>
        <p:nvSpPr>
          <p:cNvPr id="2" name="object 2"/>
          <p:cNvSpPr txBox="1"/>
          <p:nvPr/>
        </p:nvSpPr>
        <p:spPr>
          <a:xfrm>
            <a:off x="5770429" y="128519"/>
            <a:ext cx="4413420" cy="826508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ct val="90500"/>
              </a:lnSpc>
              <a:spcBef>
                <a:spcPts val="330"/>
              </a:spcBef>
            </a:pPr>
            <a:r>
              <a:rPr sz="2800" spc="-10" dirty="0">
                <a:latin typeface="Calibri"/>
                <a:cs typeface="Calibri"/>
              </a:rPr>
              <a:t>Example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applying multiple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operations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43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RENAME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2289</TotalTime>
  <Words>1669</Words>
  <Application>Microsoft Office PowerPoint</Application>
  <PresentationFormat>Widescreen</PresentationFormat>
  <Paragraphs>219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MS UI Gothic</vt:lpstr>
      <vt:lpstr>Aptos</vt:lpstr>
      <vt:lpstr>Arial</vt:lpstr>
      <vt:lpstr>Arial MT</vt:lpstr>
      <vt:lpstr>Calibri</vt:lpstr>
      <vt:lpstr>Lucida Sans Unicode</vt:lpstr>
      <vt:lpstr>Microsoft Sans Serif</vt:lpstr>
      <vt:lpstr>Tahoma</vt:lpstr>
      <vt:lpstr>Times New Roman</vt:lpstr>
      <vt:lpstr>Retrospect</vt:lpstr>
      <vt:lpstr> Database Systems</vt:lpstr>
      <vt:lpstr>Relational Algebra Overview</vt:lpstr>
      <vt:lpstr>Relational Algebra Overview (continued)</vt:lpstr>
      <vt:lpstr>Relational Algebra</vt:lpstr>
      <vt:lpstr>Relational Algebra Overview</vt:lpstr>
      <vt:lpstr>Database State for COMPANY</vt:lpstr>
      <vt:lpstr>Unary Relational Operations: SELECT</vt:lpstr>
      <vt:lpstr>Unary Relational Operations: SELECT</vt:lpstr>
      <vt:lpstr>Select Operation (Continue)</vt:lpstr>
      <vt:lpstr>Unary Relational Operations: SELECT(cont)</vt:lpstr>
      <vt:lpstr>PowerPoint Presentation</vt:lpstr>
      <vt:lpstr>Unary Relational Operations: PROJECT</vt:lpstr>
      <vt:lpstr>Unary Relational Operations: PROJECT  (cont.)</vt:lpstr>
      <vt:lpstr>Project Operation (Continue)</vt:lpstr>
      <vt:lpstr>Unary Relational Operations: PROJECT  (contd.)</vt:lpstr>
      <vt:lpstr>Examples of applying SELECT and  PROJECT operations</vt:lpstr>
      <vt:lpstr>Relational Algebra  Expressions</vt:lpstr>
      <vt:lpstr>Single expression versus sequence of  relational operations (Example)</vt:lpstr>
      <vt:lpstr>Unary Relational Operations: RENAME</vt:lpstr>
      <vt:lpstr>Unary Relational Operations: RENAME  (continued)</vt:lpstr>
      <vt:lpstr>Unary Relational Operations: RENAME  (continued)</vt:lpstr>
      <vt:lpstr>Rename Operation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46</cp:revision>
  <dcterms:created xsi:type="dcterms:W3CDTF">2024-08-09T06:58:16Z</dcterms:created>
  <dcterms:modified xsi:type="dcterms:W3CDTF">2024-10-21T09:01:49Z</dcterms:modified>
</cp:coreProperties>
</file>