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6.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8" r:id="rId3"/>
    <p:sldId id="260" r:id="rId4"/>
    <p:sldId id="265" r:id="rId5"/>
    <p:sldId id="398" r:id="rId6"/>
    <p:sldId id="399" r:id="rId7"/>
    <p:sldId id="400" r:id="rId8"/>
    <p:sldId id="259" r:id="rId9"/>
    <p:sldId id="266" r:id="rId10"/>
    <p:sldId id="268" r:id="rId11"/>
    <p:sldId id="269" r:id="rId12"/>
    <p:sldId id="270" r:id="rId13"/>
    <p:sldId id="271" r:id="rId14"/>
    <p:sldId id="401" r:id="rId15"/>
    <p:sldId id="402" r:id="rId16"/>
    <p:sldId id="267" r:id="rId17"/>
    <p:sldId id="272" r:id="rId18"/>
    <p:sldId id="273" r:id="rId19"/>
    <p:sldId id="274" r:id="rId20"/>
    <p:sldId id="283" r:id="rId21"/>
    <p:sldId id="275" r:id="rId22"/>
    <p:sldId id="278" r:id="rId23"/>
    <p:sldId id="276" r:id="rId24"/>
    <p:sldId id="287" r:id="rId25"/>
    <p:sldId id="285" r:id="rId26"/>
    <p:sldId id="403" r:id="rId27"/>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C91E6F-B9DD-440D-9732-C61CDFB6C2C8}" v="14" dt="2024-09-24T14:26:51.5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74" autoAdjust="0"/>
    <p:restoredTop sz="96283" autoAdjust="0"/>
  </p:normalViewPr>
  <p:slideViewPr>
    <p:cSldViewPr snapToGrid="0">
      <p:cViewPr varScale="1">
        <p:scale>
          <a:sx n="70" d="100"/>
          <a:sy n="70" d="100"/>
        </p:scale>
        <p:origin x="5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11:57:54.719" v="25" actId="5793"/>
        <pc:sldMkLst>
          <pc:docMk/>
          <pc:sldMk cId="0" sldId="262"/>
        </pc:sldMkLst>
        <pc:spChg chg="mod">
          <ac:chgData name="Ms Alina Arshad" userId="cccdfd85-d35d-4453-9c6f-a463aae40722" providerId="ADAL" clId="{3DC40453-2615-4ACE-A024-C61DE1A47E6A}" dt="2024-09-08T11:57:54.719" v="25" actId="5793"/>
          <ac:spMkLst>
            <pc:docMk/>
            <pc:sldMk cId="0" sldId="262"/>
            <ac:spMk id="3" creationId="{00000000-0000-0000-0000-000000000000}"/>
          </ac:spMkLst>
        </pc:sp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1577505814" sldId="265"/>
        </pc:sldMkLst>
        <pc:spChg chg="mod">
          <ac:chgData name="Ms Alina Arshad" userId="cccdfd85-d35d-4453-9c6f-a463aae40722" providerId="ADAL" clId="{3DC40453-2615-4ACE-A024-C61DE1A47E6A}" dt="2024-09-08T08:41:22.601" v="5" actId="20577"/>
          <ac:spMkLst>
            <pc:docMk/>
            <pc:sldMk cId="1577505814"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1582826008" sldId="266"/>
        </pc:sldMkLst>
        <pc:spChg chg="mod">
          <ac:chgData name="Ms Alina Arshad" userId="cccdfd85-d35d-4453-9c6f-a463aae40722" providerId="ADAL" clId="{3DC40453-2615-4ACE-A024-C61DE1A47E6A}" dt="2024-09-08T08:42:20.927" v="9" actId="403"/>
          <ac:spMkLst>
            <pc:docMk/>
            <pc:sldMk cId="1582826008"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731299161" sldId="267"/>
        </pc:sldMkLst>
        <pc:spChg chg="mod">
          <ac:chgData name="Ms Alina Arshad" userId="cccdfd85-d35d-4453-9c6f-a463aae40722" providerId="ADAL" clId="{3DC40453-2615-4ACE-A024-C61DE1A47E6A}" dt="2024-09-08T08:50:50.297" v="15" actId="1076"/>
          <ac:spMkLst>
            <pc:docMk/>
            <pc:sldMk cId="731299161"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2090315159" sldId="270"/>
        </pc:sldMkLst>
        <pc:picChg chg="mod">
          <ac:chgData name="Ms Alina Arshad" userId="cccdfd85-d35d-4453-9c6f-a463aae40722" providerId="ADAL" clId="{3DC40453-2615-4ACE-A024-C61DE1A47E6A}" dt="2024-09-08T08:52:25.007" v="17" actId="1035"/>
          <ac:picMkLst>
            <pc:docMk/>
            <pc:sldMk cId="2090315159"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2504047100" sldId="272"/>
        </pc:sldMkLst>
        <pc:spChg chg="mod">
          <ac:chgData name="Ms Alina Arshad" userId="cccdfd85-d35d-4453-9c6f-a463aae40722" providerId="ADAL" clId="{3DC40453-2615-4ACE-A024-C61DE1A47E6A}" dt="2024-09-08T08:53:48.350" v="21" actId="113"/>
          <ac:spMkLst>
            <pc:docMk/>
            <pc:sldMk cId="250404710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1497646456" sldId="275"/>
        </pc:sldMkLst>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addSp delSp modSp mod">
        <pc:chgData name="Ms Alina Arshad" userId="cccdfd85-d35d-4453-9c6f-a463aae40722" providerId="ADAL" clId="{5B8A6D22-27A2-4EF9-83C4-9A1491FF93A7}" dt="2024-09-16T08:06:46.187" v="660" actId="22"/>
        <pc:sldMkLst>
          <pc:docMk/>
          <pc:sldMk cId="3322361034" sldId="256"/>
        </pc:sldMkLst>
        <pc:spChg chg="add del mod">
          <ac:chgData name="Ms Alina Arshad" userId="cccdfd85-d35d-4453-9c6f-a463aae40722" providerId="ADAL" clId="{5B8A6D22-27A2-4EF9-83C4-9A1491FF93A7}" dt="2024-09-16T08:06:46.187" v="660" actId="22"/>
          <ac:spMkLst>
            <pc:docMk/>
            <pc:sldMk cId="3322361034" sldId="256"/>
            <ac:spMk id="6" creationId="{72021E80-E761-54BE-AD10-FD26DBA73B2D}"/>
          </ac:spMkLst>
        </pc:spChg>
      </pc:sldChg>
      <pc:sldChg chg="modSp mod">
        <pc:chgData name="Ms Alina Arshad" userId="cccdfd85-d35d-4453-9c6f-a463aae40722" providerId="ADAL" clId="{5B8A6D22-27A2-4EF9-83C4-9A1491FF93A7}" dt="2024-09-13T05:11:00.601" v="148" actId="1076"/>
        <pc:sldMkLst>
          <pc:docMk/>
          <pc:sldMk cId="90329638" sldId="268"/>
        </pc:sldMkLst>
        <pc:spChg chg="mod">
          <ac:chgData name="Ms Alina Arshad" userId="cccdfd85-d35d-4453-9c6f-a463aae40722" providerId="ADAL" clId="{5B8A6D22-27A2-4EF9-83C4-9A1491FF93A7}" dt="2024-09-13T05:11:00.601" v="148" actId="1076"/>
          <ac:spMkLst>
            <pc:docMk/>
            <pc:sldMk cId="90329638"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90329638"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2295129282" sldId="269"/>
        </pc:sldMkLst>
        <pc:spChg chg="mod">
          <ac:chgData name="Ms Alina Arshad" userId="cccdfd85-d35d-4453-9c6f-a463aae40722" providerId="ADAL" clId="{5B8A6D22-27A2-4EF9-83C4-9A1491FF93A7}" dt="2024-09-12T06:49:19.888" v="4" actId="1076"/>
          <ac:spMkLst>
            <pc:docMk/>
            <pc:sldMk cId="2295129282"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2295129282"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2295129282"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2295129282"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2295129282"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2090315159" sldId="270"/>
        </pc:sldMkLst>
        <pc:spChg chg="mod">
          <ac:chgData name="Ms Alina Arshad" userId="cccdfd85-d35d-4453-9c6f-a463aae40722" providerId="ADAL" clId="{5B8A6D22-27A2-4EF9-83C4-9A1491FF93A7}" dt="2024-09-12T06:51:01.318" v="30" actId="113"/>
          <ac:spMkLst>
            <pc:docMk/>
            <pc:sldMk cId="2090315159"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2090315159"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2090315159"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3034138166" sldId="271"/>
        </pc:sldMkLst>
        <pc:spChg chg="mod">
          <ac:chgData name="Ms Alina Arshad" userId="cccdfd85-d35d-4453-9c6f-a463aae40722" providerId="ADAL" clId="{5B8A6D22-27A2-4EF9-83C4-9A1491FF93A7}" dt="2024-09-12T06:51:52.566" v="40" actId="1076"/>
          <ac:spMkLst>
            <pc:docMk/>
            <pc:sldMk cId="3034138166"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3034138166"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3034138166"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2504047100" sldId="272"/>
        </pc:sldMkLst>
        <pc:spChg chg="mod">
          <ac:chgData name="Ms Alina Arshad" userId="cccdfd85-d35d-4453-9c6f-a463aae40722" providerId="ADAL" clId="{5B8A6D22-27A2-4EF9-83C4-9A1491FF93A7}" dt="2024-09-12T06:52:22.609" v="47" actId="207"/>
          <ac:spMkLst>
            <pc:docMk/>
            <pc:sldMk cId="250404710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250404710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250404710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250404710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4283755204" sldId="273"/>
        </pc:sldMkLst>
        <pc:spChg chg="mod">
          <ac:chgData name="Ms Alina Arshad" userId="cccdfd85-d35d-4453-9c6f-a463aae40722" providerId="ADAL" clId="{5B8A6D22-27A2-4EF9-83C4-9A1491FF93A7}" dt="2024-09-12T06:54:22.495" v="54" actId="1076"/>
          <ac:spMkLst>
            <pc:docMk/>
            <pc:sldMk cId="4283755204"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4283755204"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4283755204"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2935103945" sldId="274"/>
        </pc:sldMkLst>
        <pc:spChg chg="mod">
          <ac:chgData name="Ms Alina Arshad" userId="cccdfd85-d35d-4453-9c6f-a463aae40722" providerId="ADAL" clId="{5B8A6D22-27A2-4EF9-83C4-9A1491FF93A7}" dt="2024-09-12T06:55:27.971" v="63" actId="1076"/>
          <ac:spMkLst>
            <pc:docMk/>
            <pc:sldMk cId="2935103945"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2935103945"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2935103945"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1497646456" sldId="275"/>
        </pc:sldMkLst>
        <pc:spChg chg="mod">
          <ac:chgData name="Ms Alina Arshad" userId="cccdfd85-d35d-4453-9c6f-a463aae40722" providerId="ADAL" clId="{5B8A6D22-27A2-4EF9-83C4-9A1491FF93A7}" dt="2024-09-12T06:55:57.639" v="70" actId="1076"/>
          <ac:spMkLst>
            <pc:docMk/>
            <pc:sldMk cId="1497646456"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1497646456"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3993717517" sldId="276"/>
        </pc:sldMkLst>
        <pc:spChg chg="mod">
          <ac:chgData name="Ms Alina Arshad" userId="cccdfd85-d35d-4453-9c6f-a463aae40722" providerId="ADAL" clId="{5B8A6D22-27A2-4EF9-83C4-9A1491FF93A7}" dt="2024-09-12T06:56:16.816" v="74" actId="27636"/>
          <ac:spMkLst>
            <pc:docMk/>
            <pc:sldMk cId="3993717517"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3993717517"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2668593764" sldId="278"/>
        </pc:sldMkLst>
        <pc:spChg chg="mod">
          <ac:chgData name="Ms Alina Arshad" userId="cccdfd85-d35d-4453-9c6f-a463aae40722" providerId="ADAL" clId="{5B8A6D22-27A2-4EF9-83C4-9A1491FF93A7}" dt="2024-09-12T06:58:59.110" v="95" actId="1076"/>
          <ac:spMkLst>
            <pc:docMk/>
            <pc:sldMk cId="2668593764"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2668593764"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2668593764"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2668593764"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2668593764"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3605066316" sldId="281"/>
        </pc:sldMkLst>
        <pc:spChg chg="mod">
          <ac:chgData name="Ms Alina Arshad" userId="cccdfd85-d35d-4453-9c6f-a463aae40722" providerId="ADAL" clId="{5B8A6D22-27A2-4EF9-83C4-9A1491FF93A7}" dt="2024-09-12T07:01:57.063" v="107" actId="1076"/>
          <ac:spMkLst>
            <pc:docMk/>
            <pc:sldMk cId="3605066316"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3605066316"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24697311" sldId="282"/>
        </pc:sldMkLst>
        <pc:spChg chg="mod">
          <ac:chgData name="Ms Alina Arshad" userId="cccdfd85-d35d-4453-9c6f-a463aae40722" providerId="ADAL" clId="{5B8A6D22-27A2-4EF9-83C4-9A1491FF93A7}" dt="2024-09-12T07:02:13.645" v="113" actId="14100"/>
          <ac:spMkLst>
            <pc:docMk/>
            <pc:sldMk cId="24697311"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24697311"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3289392637" sldId="283"/>
        </pc:sldMkLst>
        <pc:spChg chg="mod">
          <ac:chgData name="Ms Alina Arshad" userId="cccdfd85-d35d-4453-9c6f-a463aae40722" providerId="ADAL" clId="{5B8A6D22-27A2-4EF9-83C4-9A1491FF93A7}" dt="2024-09-12T07:02:32.578" v="122" actId="27636"/>
          <ac:spMkLst>
            <pc:docMk/>
            <pc:sldMk cId="3289392637"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3289392637"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800652809" sldId="284"/>
        </pc:sldMkLst>
        <pc:spChg chg="mod">
          <ac:chgData name="Ms Alina Arshad" userId="cccdfd85-d35d-4453-9c6f-a463aae40722" providerId="ADAL" clId="{5B8A6D22-27A2-4EF9-83C4-9A1491FF93A7}" dt="2024-09-12T07:02:45.877" v="129" actId="14100"/>
          <ac:spMkLst>
            <pc:docMk/>
            <pc:sldMk cId="800652809"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800652809"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1402144616" sldId="285"/>
        </pc:sldMkLst>
        <pc:spChg chg="mod">
          <ac:chgData name="Ms Alina Arshad" userId="cccdfd85-d35d-4453-9c6f-a463aae40722" providerId="ADAL" clId="{5B8A6D22-27A2-4EF9-83C4-9A1491FF93A7}" dt="2024-09-12T07:06:10.037" v="136" actId="113"/>
          <ac:spMkLst>
            <pc:docMk/>
            <pc:sldMk cId="1402144616"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1402144616"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3229345964" sldId="287"/>
        </pc:sldMkLst>
        <pc:spChg chg="mod">
          <ac:chgData name="Ms Alina Arshad" userId="cccdfd85-d35d-4453-9c6f-a463aae40722" providerId="ADAL" clId="{5B8A6D22-27A2-4EF9-83C4-9A1491FF93A7}" dt="2024-09-12T07:09:15.575" v="145" actId="1076"/>
          <ac:spMkLst>
            <pc:docMk/>
            <pc:sldMk cId="3229345964"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3229345964"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2002870935" sldId="288"/>
        </pc:sldMkLst>
        <pc:spChg chg="mod">
          <ac:chgData name="Ms Alina Arshad" userId="cccdfd85-d35d-4453-9c6f-a463aae40722" providerId="ADAL" clId="{5B8A6D22-27A2-4EF9-83C4-9A1491FF93A7}" dt="2024-09-13T05:15:04.952" v="208" actId="14100"/>
          <ac:spMkLst>
            <pc:docMk/>
            <pc:sldMk cId="2002870935"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2002870935"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2002870935"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0CB232A2-0B42-4DBF-AC2D-50B32D7285CF}"/>
    <pc:docChg chg="custSel addSld delSld modSld sldOrd">
      <pc:chgData name="Ms Alina Arshad" userId="cccdfd85-d35d-4453-9c6f-a463aae40722" providerId="ADAL" clId="{0CB232A2-0B42-4DBF-AC2D-50B32D7285CF}" dt="2024-09-17T07:38:04.651" v="169" actId="47"/>
      <pc:docMkLst>
        <pc:docMk/>
      </pc:docMkLst>
      <pc:sldChg chg="modSp mod">
        <pc:chgData name="Ms Alina Arshad" userId="cccdfd85-d35d-4453-9c6f-a463aae40722" providerId="ADAL" clId="{0CB232A2-0B42-4DBF-AC2D-50B32D7285CF}" dt="2024-09-15T13:43:36.080" v="115" actId="1076"/>
        <pc:sldMkLst>
          <pc:docMk/>
          <pc:sldMk cId="0" sldId="258"/>
        </pc:sldMkLst>
        <pc:spChg chg="mod">
          <ac:chgData name="Ms Alina Arshad" userId="cccdfd85-d35d-4453-9c6f-a463aae40722" providerId="ADAL" clId="{0CB232A2-0B42-4DBF-AC2D-50B32D7285CF}" dt="2024-09-15T13:42:00.427" v="111" actId="14100"/>
          <ac:spMkLst>
            <pc:docMk/>
            <pc:sldMk cId="0" sldId="258"/>
            <ac:spMk id="106" creationId="{00000000-0000-0000-0000-000000000000}"/>
          </ac:spMkLst>
        </pc:spChg>
        <pc:spChg chg="mod">
          <ac:chgData name="Ms Alina Arshad" userId="cccdfd85-d35d-4453-9c6f-a463aae40722" providerId="ADAL" clId="{0CB232A2-0B42-4DBF-AC2D-50B32D7285CF}" dt="2024-09-15T13:43:36.080" v="115" actId="1076"/>
          <ac:spMkLst>
            <pc:docMk/>
            <pc:sldMk cId="0" sldId="258"/>
            <ac:spMk id="107" creationId="{00000000-0000-0000-0000-000000000000}"/>
          </ac:spMkLst>
        </pc:spChg>
      </pc:sldChg>
      <pc:sldChg chg="modSp mod">
        <pc:chgData name="Ms Alina Arshad" userId="cccdfd85-d35d-4453-9c6f-a463aae40722" providerId="ADAL" clId="{0CB232A2-0B42-4DBF-AC2D-50B32D7285CF}" dt="2024-09-15T13:42:20.799" v="112" actId="207"/>
        <pc:sldMkLst>
          <pc:docMk/>
          <pc:sldMk cId="0" sldId="259"/>
        </pc:sldMkLst>
        <pc:spChg chg="mod">
          <ac:chgData name="Ms Alina Arshad" userId="cccdfd85-d35d-4453-9c6f-a463aae40722" providerId="ADAL" clId="{0CB232A2-0B42-4DBF-AC2D-50B32D7285CF}" dt="2024-09-15T13:42:20.799" v="112" actId="207"/>
          <ac:spMkLst>
            <pc:docMk/>
            <pc:sldMk cId="0" sldId="259"/>
            <ac:spMk id="112" creationId="{00000000-0000-0000-0000-000000000000}"/>
          </ac:spMkLst>
        </pc:spChg>
      </pc:sldChg>
      <pc:sldChg chg="modSp mod">
        <pc:chgData name="Ms Alina Arshad" userId="cccdfd85-d35d-4453-9c6f-a463aae40722" providerId="ADAL" clId="{0CB232A2-0B42-4DBF-AC2D-50B32D7285CF}" dt="2024-09-15T13:40:10.232" v="105" actId="14100"/>
        <pc:sldMkLst>
          <pc:docMk/>
          <pc:sldMk cId="0" sldId="260"/>
        </pc:sldMkLst>
        <pc:picChg chg="mod">
          <ac:chgData name="Ms Alina Arshad" userId="cccdfd85-d35d-4453-9c6f-a463aae40722" providerId="ADAL" clId="{0CB232A2-0B42-4DBF-AC2D-50B32D7285CF}" dt="2024-09-15T13:40:10.232" v="105" actId="14100"/>
          <ac:picMkLst>
            <pc:docMk/>
            <pc:sldMk cId="0" sldId="260"/>
            <ac:picMk id="120" creationId="{00000000-0000-0000-0000-000000000000}"/>
          </ac:picMkLst>
        </pc:picChg>
      </pc:sldChg>
      <pc:sldChg chg="modSp mod">
        <pc:chgData name="Ms Alina Arshad" userId="cccdfd85-d35d-4453-9c6f-a463aae40722" providerId="ADAL" clId="{0CB232A2-0B42-4DBF-AC2D-50B32D7285CF}" dt="2024-09-14T10:46:51.265" v="3" actId="1076"/>
        <pc:sldMkLst>
          <pc:docMk/>
          <pc:sldMk cId="2295129282" sldId="269"/>
        </pc:sldMkLst>
        <pc:spChg chg="mod">
          <ac:chgData name="Ms Alina Arshad" userId="cccdfd85-d35d-4453-9c6f-a463aae40722" providerId="ADAL" clId="{0CB232A2-0B42-4DBF-AC2D-50B32D7285CF}" dt="2024-09-14T10:46:51.265" v="3" actId="1076"/>
          <ac:spMkLst>
            <pc:docMk/>
            <pc:sldMk cId="2295129282"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2295129282"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2090315159" sldId="270"/>
        </pc:sldMkLst>
        <pc:spChg chg="mod">
          <ac:chgData name="Ms Alina Arshad" userId="cccdfd85-d35d-4453-9c6f-a463aae40722" providerId="ADAL" clId="{0CB232A2-0B42-4DBF-AC2D-50B32D7285CF}" dt="2024-09-15T13:45:36.793" v="117" actId="113"/>
          <ac:spMkLst>
            <pc:docMk/>
            <pc:sldMk cId="2090315159"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2090315159"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3034138166" sldId="271"/>
        </pc:sldMkLst>
        <pc:spChg chg="mod">
          <ac:chgData name="Ms Alina Arshad" userId="cccdfd85-d35d-4453-9c6f-a463aae40722" providerId="ADAL" clId="{0CB232A2-0B42-4DBF-AC2D-50B32D7285CF}" dt="2024-09-14T11:11:07.043" v="52" actId="20577"/>
          <ac:spMkLst>
            <pc:docMk/>
            <pc:sldMk cId="3034138166"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3034138166"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del">
        <pc:chgData name="Ms Alina Arshad" userId="cccdfd85-d35d-4453-9c6f-a463aae40722" providerId="ADAL" clId="{0CB232A2-0B42-4DBF-AC2D-50B32D7285CF}" dt="2024-09-17T07:37:56.773" v="139" actId="47"/>
        <pc:sldMkLst>
          <pc:docMk/>
          <pc:sldMk cId="0" sldId="307"/>
        </pc:sldMkLst>
      </pc:sldChg>
      <pc:sldChg chg="del">
        <pc:chgData name="Ms Alina Arshad" userId="cccdfd85-d35d-4453-9c6f-a463aae40722" providerId="ADAL" clId="{0CB232A2-0B42-4DBF-AC2D-50B32D7285CF}" dt="2024-09-17T07:37:58.202" v="140" actId="47"/>
        <pc:sldMkLst>
          <pc:docMk/>
          <pc:sldMk cId="0" sldId="308"/>
        </pc:sldMkLst>
      </pc:sldChg>
      <pc:sldChg chg="del">
        <pc:chgData name="Ms Alina Arshad" userId="cccdfd85-d35d-4453-9c6f-a463aae40722" providerId="ADAL" clId="{0CB232A2-0B42-4DBF-AC2D-50B32D7285CF}" dt="2024-09-17T07:37:59.300" v="141" actId="47"/>
        <pc:sldMkLst>
          <pc:docMk/>
          <pc:sldMk cId="0" sldId="309"/>
        </pc:sldMkLst>
      </pc:sldChg>
      <pc:sldChg chg="del">
        <pc:chgData name="Ms Alina Arshad" userId="cccdfd85-d35d-4453-9c6f-a463aae40722" providerId="ADAL" clId="{0CB232A2-0B42-4DBF-AC2D-50B32D7285CF}" dt="2024-09-17T07:38:00.061" v="142" actId="47"/>
        <pc:sldMkLst>
          <pc:docMk/>
          <pc:sldMk cId="0" sldId="310"/>
        </pc:sldMkLst>
      </pc:sldChg>
      <pc:sldChg chg="del">
        <pc:chgData name="Ms Alina Arshad" userId="cccdfd85-d35d-4453-9c6f-a463aae40722" providerId="ADAL" clId="{0CB232A2-0B42-4DBF-AC2D-50B32D7285CF}" dt="2024-09-17T07:38:00.661" v="143" actId="47"/>
        <pc:sldMkLst>
          <pc:docMk/>
          <pc:sldMk cId="0" sldId="311"/>
        </pc:sldMkLst>
      </pc:sldChg>
      <pc:sldChg chg="del">
        <pc:chgData name="Ms Alina Arshad" userId="cccdfd85-d35d-4453-9c6f-a463aae40722" providerId="ADAL" clId="{0CB232A2-0B42-4DBF-AC2D-50B32D7285CF}" dt="2024-09-17T07:38:01.181" v="144" actId="47"/>
        <pc:sldMkLst>
          <pc:docMk/>
          <pc:sldMk cId="0" sldId="312"/>
        </pc:sldMkLst>
      </pc:sldChg>
      <pc:sldChg chg="del">
        <pc:chgData name="Ms Alina Arshad" userId="cccdfd85-d35d-4453-9c6f-a463aae40722" providerId="ADAL" clId="{0CB232A2-0B42-4DBF-AC2D-50B32D7285CF}" dt="2024-09-17T07:38:01.535" v="145" actId="47"/>
        <pc:sldMkLst>
          <pc:docMk/>
          <pc:sldMk cId="0" sldId="313"/>
        </pc:sldMkLst>
      </pc:sldChg>
      <pc:sldChg chg="del">
        <pc:chgData name="Ms Alina Arshad" userId="cccdfd85-d35d-4453-9c6f-a463aae40722" providerId="ADAL" clId="{0CB232A2-0B42-4DBF-AC2D-50B32D7285CF}" dt="2024-09-17T07:38:01.928" v="146" actId="47"/>
        <pc:sldMkLst>
          <pc:docMk/>
          <pc:sldMk cId="0" sldId="314"/>
        </pc:sldMkLst>
      </pc:sldChg>
      <pc:sldChg chg="del">
        <pc:chgData name="Ms Alina Arshad" userId="cccdfd85-d35d-4453-9c6f-a463aae40722" providerId="ADAL" clId="{0CB232A2-0B42-4DBF-AC2D-50B32D7285CF}" dt="2024-09-17T07:38:02.233" v="147" actId="47"/>
        <pc:sldMkLst>
          <pc:docMk/>
          <pc:sldMk cId="0" sldId="315"/>
        </pc:sldMkLst>
      </pc:sldChg>
      <pc:sldChg chg="del">
        <pc:chgData name="Ms Alina Arshad" userId="cccdfd85-d35d-4453-9c6f-a463aae40722" providerId="ADAL" clId="{0CB232A2-0B42-4DBF-AC2D-50B32D7285CF}" dt="2024-09-17T07:38:02.483" v="148" actId="47"/>
        <pc:sldMkLst>
          <pc:docMk/>
          <pc:sldMk cId="0" sldId="316"/>
        </pc:sldMkLst>
      </pc:sldChg>
      <pc:sldChg chg="del">
        <pc:chgData name="Ms Alina Arshad" userId="cccdfd85-d35d-4453-9c6f-a463aae40722" providerId="ADAL" clId="{0CB232A2-0B42-4DBF-AC2D-50B32D7285CF}" dt="2024-09-17T07:38:02.657" v="149" actId="47"/>
        <pc:sldMkLst>
          <pc:docMk/>
          <pc:sldMk cId="0" sldId="317"/>
        </pc:sldMkLst>
      </pc:sldChg>
      <pc:sldChg chg="del">
        <pc:chgData name="Ms Alina Arshad" userId="cccdfd85-d35d-4453-9c6f-a463aae40722" providerId="ADAL" clId="{0CB232A2-0B42-4DBF-AC2D-50B32D7285CF}" dt="2024-09-17T07:38:03.192" v="150" actId="47"/>
        <pc:sldMkLst>
          <pc:docMk/>
          <pc:sldMk cId="0" sldId="318"/>
        </pc:sldMkLst>
      </pc:sldChg>
      <pc:sldChg chg="del">
        <pc:chgData name="Ms Alina Arshad" userId="cccdfd85-d35d-4453-9c6f-a463aae40722" providerId="ADAL" clId="{0CB232A2-0B42-4DBF-AC2D-50B32D7285CF}" dt="2024-09-17T07:38:03.222" v="151" actId="47"/>
        <pc:sldMkLst>
          <pc:docMk/>
          <pc:sldMk cId="0" sldId="319"/>
        </pc:sldMkLst>
      </pc:sldChg>
      <pc:sldChg chg="del">
        <pc:chgData name="Ms Alina Arshad" userId="cccdfd85-d35d-4453-9c6f-a463aae40722" providerId="ADAL" clId="{0CB232A2-0B42-4DBF-AC2D-50B32D7285CF}" dt="2024-09-17T07:38:03.241" v="152" actId="47"/>
        <pc:sldMkLst>
          <pc:docMk/>
          <pc:sldMk cId="0" sldId="320"/>
        </pc:sldMkLst>
      </pc:sldChg>
      <pc:sldChg chg="del">
        <pc:chgData name="Ms Alina Arshad" userId="cccdfd85-d35d-4453-9c6f-a463aae40722" providerId="ADAL" clId="{0CB232A2-0B42-4DBF-AC2D-50B32D7285CF}" dt="2024-09-17T07:38:03.256" v="153" actId="47"/>
        <pc:sldMkLst>
          <pc:docMk/>
          <pc:sldMk cId="0" sldId="321"/>
        </pc:sldMkLst>
      </pc:sldChg>
      <pc:sldChg chg="del">
        <pc:chgData name="Ms Alina Arshad" userId="cccdfd85-d35d-4453-9c6f-a463aae40722" providerId="ADAL" clId="{0CB232A2-0B42-4DBF-AC2D-50B32D7285CF}" dt="2024-09-17T07:38:03.292" v="154" actId="47"/>
        <pc:sldMkLst>
          <pc:docMk/>
          <pc:sldMk cId="0" sldId="322"/>
        </pc:sldMkLst>
      </pc:sldChg>
      <pc:sldChg chg="del">
        <pc:chgData name="Ms Alina Arshad" userId="cccdfd85-d35d-4453-9c6f-a463aae40722" providerId="ADAL" clId="{0CB232A2-0B42-4DBF-AC2D-50B32D7285CF}" dt="2024-09-17T07:38:03.323" v="155" actId="47"/>
        <pc:sldMkLst>
          <pc:docMk/>
          <pc:sldMk cId="0" sldId="323"/>
        </pc:sldMkLst>
      </pc:sldChg>
      <pc:sldChg chg="del">
        <pc:chgData name="Ms Alina Arshad" userId="cccdfd85-d35d-4453-9c6f-a463aae40722" providerId="ADAL" clId="{0CB232A2-0B42-4DBF-AC2D-50B32D7285CF}" dt="2024-09-17T07:38:03.373" v="156" actId="47"/>
        <pc:sldMkLst>
          <pc:docMk/>
          <pc:sldMk cId="0" sldId="324"/>
        </pc:sldMkLst>
      </pc:sldChg>
      <pc:sldChg chg="del">
        <pc:chgData name="Ms Alina Arshad" userId="cccdfd85-d35d-4453-9c6f-a463aae40722" providerId="ADAL" clId="{0CB232A2-0B42-4DBF-AC2D-50B32D7285CF}" dt="2024-09-17T07:38:03.394" v="157" actId="47"/>
        <pc:sldMkLst>
          <pc:docMk/>
          <pc:sldMk cId="0" sldId="325"/>
        </pc:sldMkLst>
      </pc:sldChg>
      <pc:sldChg chg="del">
        <pc:chgData name="Ms Alina Arshad" userId="cccdfd85-d35d-4453-9c6f-a463aae40722" providerId="ADAL" clId="{0CB232A2-0B42-4DBF-AC2D-50B32D7285CF}" dt="2024-09-17T07:38:03.429" v="158" actId="47"/>
        <pc:sldMkLst>
          <pc:docMk/>
          <pc:sldMk cId="0" sldId="326"/>
        </pc:sldMkLst>
      </pc:sldChg>
      <pc:sldChg chg="del">
        <pc:chgData name="Ms Alina Arshad" userId="cccdfd85-d35d-4453-9c6f-a463aae40722" providerId="ADAL" clId="{0CB232A2-0B42-4DBF-AC2D-50B32D7285CF}" dt="2024-09-17T07:38:03.450" v="159" actId="47"/>
        <pc:sldMkLst>
          <pc:docMk/>
          <pc:sldMk cId="0" sldId="327"/>
        </pc:sldMkLst>
      </pc:sldChg>
      <pc:sldChg chg="del">
        <pc:chgData name="Ms Alina Arshad" userId="cccdfd85-d35d-4453-9c6f-a463aae40722" providerId="ADAL" clId="{0CB232A2-0B42-4DBF-AC2D-50B32D7285CF}" dt="2024-09-17T07:38:03.489" v="160" actId="47"/>
        <pc:sldMkLst>
          <pc:docMk/>
          <pc:sldMk cId="0" sldId="328"/>
        </pc:sldMkLst>
      </pc:sldChg>
      <pc:sldChg chg="del">
        <pc:chgData name="Ms Alina Arshad" userId="cccdfd85-d35d-4453-9c6f-a463aae40722" providerId="ADAL" clId="{0CB232A2-0B42-4DBF-AC2D-50B32D7285CF}" dt="2024-09-17T07:38:03.516" v="161" actId="47"/>
        <pc:sldMkLst>
          <pc:docMk/>
          <pc:sldMk cId="0" sldId="329"/>
        </pc:sldMkLst>
      </pc:sldChg>
      <pc:sldChg chg="del">
        <pc:chgData name="Ms Alina Arshad" userId="cccdfd85-d35d-4453-9c6f-a463aae40722" providerId="ADAL" clId="{0CB232A2-0B42-4DBF-AC2D-50B32D7285CF}" dt="2024-09-17T07:38:03.563" v="162" actId="47"/>
        <pc:sldMkLst>
          <pc:docMk/>
          <pc:sldMk cId="0" sldId="330"/>
        </pc:sldMkLst>
      </pc:sldChg>
      <pc:sldChg chg="del">
        <pc:chgData name="Ms Alina Arshad" userId="cccdfd85-d35d-4453-9c6f-a463aae40722" providerId="ADAL" clId="{0CB232A2-0B42-4DBF-AC2D-50B32D7285CF}" dt="2024-09-17T07:38:03.584" v="163" actId="47"/>
        <pc:sldMkLst>
          <pc:docMk/>
          <pc:sldMk cId="0" sldId="331"/>
        </pc:sldMkLst>
      </pc:sldChg>
      <pc:sldChg chg="del">
        <pc:chgData name="Ms Alina Arshad" userId="cccdfd85-d35d-4453-9c6f-a463aae40722" providerId="ADAL" clId="{0CB232A2-0B42-4DBF-AC2D-50B32D7285CF}" dt="2024-09-17T07:38:03.612" v="164" actId="47"/>
        <pc:sldMkLst>
          <pc:docMk/>
          <pc:sldMk cId="0" sldId="332"/>
        </pc:sldMkLst>
      </pc:sldChg>
      <pc:sldChg chg="del">
        <pc:chgData name="Ms Alina Arshad" userId="cccdfd85-d35d-4453-9c6f-a463aae40722" providerId="ADAL" clId="{0CB232A2-0B42-4DBF-AC2D-50B32D7285CF}" dt="2024-09-17T07:38:03.668" v="165" actId="47"/>
        <pc:sldMkLst>
          <pc:docMk/>
          <pc:sldMk cId="0" sldId="333"/>
        </pc:sldMkLst>
      </pc:sldChg>
      <pc:sldChg chg="del">
        <pc:chgData name="Ms Alina Arshad" userId="cccdfd85-d35d-4453-9c6f-a463aae40722" providerId="ADAL" clId="{0CB232A2-0B42-4DBF-AC2D-50B32D7285CF}" dt="2024-09-17T07:38:03.680" v="166" actId="47"/>
        <pc:sldMkLst>
          <pc:docMk/>
          <pc:sldMk cId="0" sldId="334"/>
        </pc:sldMkLst>
      </pc:sldChg>
      <pc:sldChg chg="del">
        <pc:chgData name="Ms Alina Arshad" userId="cccdfd85-d35d-4453-9c6f-a463aae40722" providerId="ADAL" clId="{0CB232A2-0B42-4DBF-AC2D-50B32D7285CF}" dt="2024-09-17T07:38:04.295" v="167" actId="47"/>
        <pc:sldMkLst>
          <pc:docMk/>
          <pc:sldMk cId="0" sldId="335"/>
        </pc:sldMkLst>
      </pc:sldChg>
      <pc:sldChg chg="del">
        <pc:chgData name="Ms Alina Arshad" userId="cccdfd85-d35d-4453-9c6f-a463aae40722" providerId="ADAL" clId="{0CB232A2-0B42-4DBF-AC2D-50B32D7285CF}" dt="2024-09-17T07:38:04.494" v="168" actId="47"/>
        <pc:sldMkLst>
          <pc:docMk/>
          <pc:sldMk cId="0" sldId="336"/>
        </pc:sldMkLst>
      </pc:sldChg>
      <pc:sldChg chg="del">
        <pc:chgData name="Ms Alina Arshad" userId="cccdfd85-d35d-4453-9c6f-a463aae40722" providerId="ADAL" clId="{0CB232A2-0B42-4DBF-AC2D-50B32D7285CF}" dt="2024-09-17T07:38:04.651" v="169" actId="47"/>
        <pc:sldMkLst>
          <pc:docMk/>
          <pc:sldMk cId="0" sldId="337"/>
        </pc:sldMkLst>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D4C91E6F-B9DD-440D-9732-C61CDFB6C2C8}"/>
    <pc:docChg chg="undo custSel addSld delSld modSld sldOrd">
      <pc:chgData name="Ms Alina Arshad" userId="cccdfd85-d35d-4453-9c6f-a463aae40722" providerId="ADAL" clId="{D4C91E6F-B9DD-440D-9732-C61CDFB6C2C8}" dt="2024-09-28T10:07:48.219" v="634"/>
      <pc:docMkLst>
        <pc:docMk/>
      </pc:docMkLst>
      <pc:sldChg chg="new del">
        <pc:chgData name="Ms Alina Arshad" userId="cccdfd85-d35d-4453-9c6f-a463aae40722" providerId="ADAL" clId="{D4C91E6F-B9DD-440D-9732-C61CDFB6C2C8}" dt="2024-09-22T13:07:42.221" v="218" actId="680"/>
        <pc:sldMkLst>
          <pc:docMk/>
          <pc:sldMk cId="1855390167" sldId="256"/>
        </pc:sldMkLst>
      </pc:sldChg>
      <pc:sldChg chg="modSp add del mod">
        <pc:chgData name="Ms Alina Arshad" userId="cccdfd85-d35d-4453-9c6f-a463aae40722" providerId="ADAL" clId="{D4C91E6F-B9DD-440D-9732-C61CDFB6C2C8}" dt="2024-09-24T14:02:41.881" v="465" actId="1076"/>
        <pc:sldMkLst>
          <pc:docMk/>
          <pc:sldMk cId="3322361034" sldId="256"/>
        </pc:sldMkLst>
        <pc:spChg chg="mod">
          <ac:chgData name="Ms Alina Arshad" userId="cccdfd85-d35d-4453-9c6f-a463aae40722" providerId="ADAL" clId="{D4C91E6F-B9DD-440D-9732-C61CDFB6C2C8}" dt="2024-09-24T14:02:41.881" v="465" actId="1076"/>
          <ac:spMkLst>
            <pc:docMk/>
            <pc:sldMk cId="3322361034" sldId="256"/>
            <ac:spMk id="3" creationId="{44E9F82C-BBA7-3495-1097-BEDB54FFFDF4}"/>
          </ac:spMkLst>
        </pc:spChg>
      </pc:sldChg>
      <pc:sldChg chg="add del">
        <pc:chgData name="Ms Alina Arshad" userId="cccdfd85-d35d-4453-9c6f-a463aae40722" providerId="ADAL" clId="{D4C91E6F-B9DD-440D-9732-C61CDFB6C2C8}" dt="2024-09-22T13:02:23.599" v="131" actId="47"/>
        <pc:sldMkLst>
          <pc:docMk/>
          <pc:sldMk cId="0" sldId="257"/>
        </pc:sldMkLst>
      </pc:sldChg>
      <pc:sldChg chg="modSp add del mod">
        <pc:chgData name="Ms Alina Arshad" userId="cccdfd85-d35d-4453-9c6f-a463aae40722" providerId="ADAL" clId="{D4C91E6F-B9DD-440D-9732-C61CDFB6C2C8}" dt="2024-09-22T13:08:06.675" v="233" actId="47"/>
        <pc:sldMkLst>
          <pc:docMk/>
          <pc:sldMk cId="2343470586" sldId="257"/>
        </pc:sldMkLst>
        <pc:spChg chg="mod">
          <ac:chgData name="Ms Alina Arshad" userId="cccdfd85-d35d-4453-9c6f-a463aae40722" providerId="ADAL" clId="{D4C91E6F-B9DD-440D-9732-C61CDFB6C2C8}" dt="2024-09-22T13:07:58.750" v="224" actId="27636"/>
          <ac:spMkLst>
            <pc:docMk/>
            <pc:sldMk cId="2343470586" sldId="257"/>
            <ac:spMk id="3" creationId="{1A620018-CE39-4020-94EA-A75332477218}"/>
          </ac:spMkLst>
        </pc:spChg>
      </pc:sldChg>
      <pc:sldChg chg="modSp add del mod">
        <pc:chgData name="Ms Alina Arshad" userId="cccdfd85-d35d-4453-9c6f-a463aae40722" providerId="ADAL" clId="{D4C91E6F-B9DD-440D-9732-C61CDFB6C2C8}" dt="2024-09-24T14:08:35.659" v="472" actId="2711"/>
        <pc:sldMkLst>
          <pc:docMk/>
          <pc:sldMk cId="0" sldId="258"/>
        </pc:sldMkLst>
        <pc:spChg chg="mod">
          <ac:chgData name="Ms Alina Arshad" userId="cccdfd85-d35d-4453-9c6f-a463aae40722" providerId="ADAL" clId="{D4C91E6F-B9DD-440D-9732-C61CDFB6C2C8}" dt="2024-09-24T14:02:51.048" v="466" actId="207"/>
          <ac:spMkLst>
            <pc:docMk/>
            <pc:sldMk cId="0" sldId="258"/>
            <ac:spMk id="2" creationId="{00000000-0000-0000-0000-000000000000}"/>
          </ac:spMkLst>
        </pc:spChg>
        <pc:spChg chg="mod">
          <ac:chgData name="Ms Alina Arshad" userId="cccdfd85-d35d-4453-9c6f-a463aae40722" providerId="ADAL" clId="{D4C91E6F-B9DD-440D-9732-C61CDFB6C2C8}" dt="2024-09-24T14:08:35.659" v="472" actId="2711"/>
          <ac:spMkLst>
            <pc:docMk/>
            <pc:sldMk cId="0" sldId="258"/>
            <ac:spMk id="3" creationId="{00000000-0000-0000-0000-000000000000}"/>
          </ac:spMkLst>
        </pc:spChg>
      </pc:sldChg>
      <pc:sldChg chg="modSp add del mod ord modNotesTx">
        <pc:chgData name="Ms Alina Arshad" userId="cccdfd85-d35d-4453-9c6f-a463aae40722" providerId="ADAL" clId="{D4C91E6F-B9DD-440D-9732-C61CDFB6C2C8}" dt="2024-09-24T14:08:19.002" v="470"/>
        <pc:sldMkLst>
          <pc:docMk/>
          <pc:sldMk cId="0" sldId="259"/>
        </pc:sldMkLst>
        <pc:grpChg chg="mod">
          <ac:chgData name="Ms Alina Arshad" userId="cccdfd85-d35d-4453-9c6f-a463aae40722" providerId="ADAL" clId="{D4C91E6F-B9DD-440D-9732-C61CDFB6C2C8}" dt="2024-09-24T14:07:02.131" v="468" actId="1076"/>
          <ac:grpSpMkLst>
            <pc:docMk/>
            <pc:sldMk cId="0" sldId="259"/>
            <ac:grpSpMk id="2" creationId="{00000000-0000-0000-0000-000000000000}"/>
          </ac:grpSpMkLst>
        </pc:grpChg>
        <pc:picChg chg="mod">
          <ac:chgData name="Ms Alina Arshad" userId="cccdfd85-d35d-4453-9c6f-a463aae40722" providerId="ADAL" clId="{D4C91E6F-B9DD-440D-9732-C61CDFB6C2C8}" dt="2024-09-22T13:03:15.346" v="140" actId="2085"/>
          <ac:picMkLst>
            <pc:docMk/>
            <pc:sldMk cId="0" sldId="259"/>
            <ac:picMk id="4" creationId="{00000000-0000-0000-0000-000000000000}"/>
          </ac:picMkLst>
        </pc:picChg>
      </pc:sldChg>
      <pc:sldChg chg="modSp add del mod modNotesTx">
        <pc:chgData name="Ms Alina Arshad" userId="cccdfd85-d35d-4453-9c6f-a463aae40722" providerId="ADAL" clId="{D4C91E6F-B9DD-440D-9732-C61CDFB6C2C8}" dt="2024-09-24T14:09:54.972" v="485" actId="5793"/>
        <pc:sldMkLst>
          <pc:docMk/>
          <pc:sldMk cId="0" sldId="260"/>
        </pc:sldMkLst>
        <pc:spChg chg="mod">
          <ac:chgData name="Ms Alina Arshad" userId="cccdfd85-d35d-4453-9c6f-a463aae40722" providerId="ADAL" clId="{D4C91E6F-B9DD-440D-9732-C61CDFB6C2C8}" dt="2024-09-24T14:08:42.837" v="473" actId="1076"/>
          <ac:spMkLst>
            <pc:docMk/>
            <pc:sldMk cId="0" sldId="260"/>
            <ac:spMk id="2" creationId="{00000000-0000-0000-0000-000000000000}"/>
          </ac:spMkLst>
        </pc:spChg>
        <pc:spChg chg="mod">
          <ac:chgData name="Ms Alina Arshad" userId="cccdfd85-d35d-4453-9c6f-a463aae40722" providerId="ADAL" clId="{D4C91E6F-B9DD-440D-9732-C61CDFB6C2C8}" dt="2024-09-24T14:09:54.972" v="485" actId="5793"/>
          <ac:spMkLst>
            <pc:docMk/>
            <pc:sldMk cId="0" sldId="260"/>
            <ac:spMk id="3" creationId="{00000000-0000-0000-0000-000000000000}"/>
          </ac:spMkLst>
        </pc:spChg>
      </pc:sldChg>
      <pc:sldChg chg="modSp add del mod">
        <pc:chgData name="Ms Alina Arshad" userId="cccdfd85-d35d-4453-9c6f-a463aae40722" providerId="ADAL" clId="{D4C91E6F-B9DD-440D-9732-C61CDFB6C2C8}" dt="2024-09-22T13:07:37.134" v="212" actId="47"/>
        <pc:sldMkLst>
          <pc:docMk/>
          <pc:sldMk cId="0" sldId="261"/>
        </pc:sldMkLst>
        <pc:spChg chg="mod">
          <ac:chgData name="Ms Alina Arshad" userId="cccdfd85-d35d-4453-9c6f-a463aae40722" providerId="ADAL" clId="{D4C91E6F-B9DD-440D-9732-C61CDFB6C2C8}" dt="2024-09-22T13:04:32.763" v="164" actId="1076"/>
          <ac:spMkLst>
            <pc:docMk/>
            <pc:sldMk cId="0" sldId="261"/>
            <ac:spMk id="2" creationId="{00000000-0000-0000-0000-000000000000}"/>
          </ac:spMkLst>
        </pc:spChg>
        <pc:spChg chg="mod">
          <ac:chgData name="Ms Alina Arshad" userId="cccdfd85-d35d-4453-9c6f-a463aae40722" providerId="ADAL" clId="{D4C91E6F-B9DD-440D-9732-C61CDFB6C2C8}" dt="2024-09-22T13:06:27.187" v="166" actId="1076"/>
          <ac:spMkLst>
            <pc:docMk/>
            <pc:sldMk cId="0" sldId="261"/>
            <ac:spMk id="3" creationId="{00000000-0000-0000-0000-000000000000}"/>
          </ac:spMkLst>
        </pc:spChg>
        <pc:grpChg chg="mod">
          <ac:chgData name="Ms Alina Arshad" userId="cccdfd85-d35d-4453-9c6f-a463aae40722" providerId="ADAL" clId="{D4C91E6F-B9DD-440D-9732-C61CDFB6C2C8}" dt="2024-09-22T13:04:36.578" v="165" actId="1076"/>
          <ac:grpSpMkLst>
            <pc:docMk/>
            <pc:sldMk cId="0" sldId="261"/>
            <ac:grpSpMk id="4" creationId="{00000000-0000-0000-0000-000000000000}"/>
          </ac:grpSpMkLst>
        </pc:grpChg>
      </pc:sldChg>
      <pc:sldChg chg="add del">
        <pc:chgData name="Ms Alina Arshad" userId="cccdfd85-d35d-4453-9c6f-a463aae40722" providerId="ADAL" clId="{D4C91E6F-B9DD-440D-9732-C61CDFB6C2C8}" dt="2024-09-22T13:08:06.214" v="232" actId="47"/>
        <pc:sldMkLst>
          <pc:docMk/>
          <pc:sldMk cId="3815384740" sldId="261"/>
        </pc:sldMkLst>
      </pc:sldChg>
      <pc:sldChg chg="add del">
        <pc:chgData name="Ms Alina Arshad" userId="cccdfd85-d35d-4453-9c6f-a463aae40722" providerId="ADAL" clId="{D4C91E6F-B9DD-440D-9732-C61CDFB6C2C8}" dt="2024-09-22T13:07:35.157" v="167" actId="47"/>
        <pc:sldMkLst>
          <pc:docMk/>
          <pc:sldMk cId="0" sldId="262"/>
        </pc:sldMkLst>
      </pc:sldChg>
      <pc:sldChg chg="add del">
        <pc:chgData name="Ms Alina Arshad" userId="cccdfd85-d35d-4453-9c6f-a463aae40722" providerId="ADAL" clId="{D4C91E6F-B9DD-440D-9732-C61CDFB6C2C8}" dt="2024-09-22T13:08:14.053" v="234" actId="47"/>
        <pc:sldMkLst>
          <pc:docMk/>
          <pc:sldMk cId="129713762" sldId="262"/>
        </pc:sldMkLst>
      </pc:sldChg>
      <pc:sldChg chg="add del">
        <pc:chgData name="Ms Alina Arshad" userId="cccdfd85-d35d-4453-9c6f-a463aae40722" providerId="ADAL" clId="{D4C91E6F-B9DD-440D-9732-C61CDFB6C2C8}" dt="2024-09-22T13:07:35.672" v="168" actId="47"/>
        <pc:sldMkLst>
          <pc:docMk/>
          <pc:sldMk cId="0" sldId="263"/>
        </pc:sldMkLst>
      </pc:sldChg>
      <pc:sldChg chg="add del setBg">
        <pc:chgData name="Ms Alina Arshad" userId="cccdfd85-d35d-4453-9c6f-a463aae40722" providerId="ADAL" clId="{D4C91E6F-B9DD-440D-9732-C61CDFB6C2C8}" dt="2024-09-22T13:08:22.006" v="235" actId="47"/>
        <pc:sldMkLst>
          <pc:docMk/>
          <pc:sldMk cId="3764556304" sldId="263"/>
        </pc:sldMkLst>
      </pc:sldChg>
      <pc:sldChg chg="add del">
        <pc:chgData name="Ms Alina Arshad" userId="cccdfd85-d35d-4453-9c6f-a463aae40722" providerId="ADAL" clId="{D4C91E6F-B9DD-440D-9732-C61CDFB6C2C8}" dt="2024-09-22T13:07:35.700" v="169" actId="47"/>
        <pc:sldMkLst>
          <pc:docMk/>
          <pc:sldMk cId="0" sldId="264"/>
        </pc:sldMkLst>
      </pc:sldChg>
      <pc:sldChg chg="add del">
        <pc:chgData name="Ms Alina Arshad" userId="cccdfd85-d35d-4453-9c6f-a463aae40722" providerId="ADAL" clId="{D4C91E6F-B9DD-440D-9732-C61CDFB6C2C8}" dt="2024-09-22T13:08:34.058" v="237" actId="47"/>
        <pc:sldMkLst>
          <pc:docMk/>
          <pc:sldMk cId="1207064355" sldId="264"/>
        </pc:sldMkLst>
      </pc:sldChg>
      <pc:sldChg chg="modSp add del mod">
        <pc:chgData name="Ms Alina Arshad" userId="cccdfd85-d35d-4453-9c6f-a463aae40722" providerId="ADAL" clId="{D4C91E6F-B9DD-440D-9732-C61CDFB6C2C8}" dt="2024-09-24T14:15:41.265" v="555" actId="20577"/>
        <pc:sldMkLst>
          <pc:docMk/>
          <pc:sldMk cId="1577505814" sldId="265"/>
        </pc:sldMkLst>
        <pc:spChg chg="mod">
          <ac:chgData name="Ms Alina Arshad" userId="cccdfd85-d35d-4453-9c6f-a463aae40722" providerId="ADAL" clId="{D4C91E6F-B9DD-440D-9732-C61CDFB6C2C8}" dt="2024-09-24T14:15:41.265" v="555" actId="20577"/>
          <ac:spMkLst>
            <pc:docMk/>
            <pc:sldMk cId="1577505814" sldId="265"/>
            <ac:spMk id="2" creationId="{41435336-0E45-46A6-ADEF-9EF46BC634DD}"/>
          </ac:spMkLst>
        </pc:spChg>
        <pc:spChg chg="mod">
          <ac:chgData name="Ms Alina Arshad" userId="cccdfd85-d35d-4453-9c6f-a463aae40722" providerId="ADAL" clId="{D4C91E6F-B9DD-440D-9732-C61CDFB6C2C8}" dt="2024-09-24T14:13:25.580" v="498" actId="27636"/>
          <ac:spMkLst>
            <pc:docMk/>
            <pc:sldMk cId="1577505814" sldId="265"/>
            <ac:spMk id="3" creationId="{E63F2E24-C7BF-41F5-B648-FAA96C5DE71A}"/>
          </ac:spMkLst>
        </pc:spChg>
        <pc:spChg chg="mod">
          <ac:chgData name="Ms Alina Arshad" userId="cccdfd85-d35d-4453-9c6f-a463aae40722" providerId="ADAL" clId="{D4C91E6F-B9DD-440D-9732-C61CDFB6C2C8}" dt="2024-09-22T13:15:03.116" v="266" actId="1076"/>
          <ac:spMkLst>
            <pc:docMk/>
            <pc:sldMk cId="1577505814" sldId="265"/>
            <ac:spMk id="4" creationId="{00000000-0000-0000-0000-000000000000}"/>
          </ac:spMkLst>
        </pc:spChg>
        <pc:picChg chg="mod">
          <ac:chgData name="Ms Alina Arshad" userId="cccdfd85-d35d-4453-9c6f-a463aae40722" providerId="ADAL" clId="{D4C91E6F-B9DD-440D-9732-C61CDFB6C2C8}" dt="2024-09-24T14:13:22.570" v="496" actId="1076"/>
          <ac:picMkLst>
            <pc:docMk/>
            <pc:sldMk cId="1577505814" sldId="265"/>
            <ac:picMk id="5" creationId="{28B6A947-1E80-48EF-9AA4-2B6CCB11361F}"/>
          </ac:picMkLst>
        </pc:picChg>
      </pc:sldChg>
      <pc:sldChg chg="modSp add del mod">
        <pc:chgData name="Ms Alina Arshad" userId="cccdfd85-d35d-4453-9c6f-a463aae40722" providerId="ADAL" clId="{D4C91E6F-B9DD-440D-9732-C61CDFB6C2C8}" dt="2024-09-24T14:22:40.915" v="574" actId="2711"/>
        <pc:sldMkLst>
          <pc:docMk/>
          <pc:sldMk cId="1582826008" sldId="266"/>
        </pc:sldMkLst>
        <pc:spChg chg="mod">
          <ac:chgData name="Ms Alina Arshad" userId="cccdfd85-d35d-4453-9c6f-a463aae40722" providerId="ADAL" clId="{D4C91E6F-B9DD-440D-9732-C61CDFB6C2C8}" dt="2024-09-22T13:19:27.669" v="311" actId="14100"/>
          <ac:spMkLst>
            <pc:docMk/>
            <pc:sldMk cId="1582826008" sldId="266"/>
            <ac:spMk id="2" creationId="{46EBB6ED-E43E-4705-8E79-74B8B05AAD23}"/>
          </ac:spMkLst>
        </pc:spChg>
        <pc:spChg chg="mod">
          <ac:chgData name="Ms Alina Arshad" userId="cccdfd85-d35d-4453-9c6f-a463aae40722" providerId="ADAL" clId="{D4C91E6F-B9DD-440D-9732-C61CDFB6C2C8}" dt="2024-09-24T14:22:40.915" v="574" actId="2711"/>
          <ac:spMkLst>
            <pc:docMk/>
            <pc:sldMk cId="1582826008" sldId="266"/>
            <ac:spMk id="3" creationId="{4196CBF0-4754-427D-8A38-7DDD2A8EC7AF}"/>
          </ac:spMkLst>
        </pc:spChg>
      </pc:sldChg>
      <pc:sldChg chg="delSp modSp add mod">
        <pc:chgData name="Ms Alina Arshad" userId="cccdfd85-d35d-4453-9c6f-a463aae40722" providerId="ADAL" clId="{D4C91E6F-B9DD-440D-9732-C61CDFB6C2C8}" dt="2024-09-24T14:28:36.616" v="604" actId="12"/>
        <pc:sldMkLst>
          <pc:docMk/>
          <pc:sldMk cId="731299161" sldId="267"/>
        </pc:sldMkLst>
        <pc:spChg chg="mod">
          <ac:chgData name="Ms Alina Arshad" userId="cccdfd85-d35d-4453-9c6f-a463aae40722" providerId="ADAL" clId="{D4C91E6F-B9DD-440D-9732-C61CDFB6C2C8}" dt="2024-09-24T14:27:18.467" v="586" actId="14100"/>
          <ac:spMkLst>
            <pc:docMk/>
            <pc:sldMk cId="731299161" sldId="267"/>
            <ac:spMk id="2" creationId="{9201C7C5-381E-4176-A65A-204F25AA8BDC}"/>
          </ac:spMkLst>
        </pc:spChg>
        <pc:spChg chg="mod">
          <ac:chgData name="Ms Alina Arshad" userId="cccdfd85-d35d-4453-9c6f-a463aae40722" providerId="ADAL" clId="{D4C91E6F-B9DD-440D-9732-C61CDFB6C2C8}" dt="2024-09-24T14:28:36.616" v="604" actId="12"/>
          <ac:spMkLst>
            <pc:docMk/>
            <pc:sldMk cId="731299161" sldId="267"/>
            <ac:spMk id="3" creationId="{FCCFEEAF-64FB-4C56-B9BC-E9CF77168172}"/>
          </ac:spMkLst>
        </pc:spChg>
        <pc:picChg chg="del mod">
          <ac:chgData name="Ms Alina Arshad" userId="cccdfd85-d35d-4453-9c6f-a463aae40722" providerId="ADAL" clId="{D4C91E6F-B9DD-440D-9732-C61CDFB6C2C8}" dt="2024-09-24T13:13:38.296" v="444" actId="478"/>
          <ac:picMkLst>
            <pc:docMk/>
            <pc:sldMk cId="731299161" sldId="267"/>
            <ac:picMk id="5" creationId="{8353E4DA-5B96-4841-87DE-4D047CCEE14B}"/>
          </ac:picMkLst>
        </pc:picChg>
        <pc:picChg chg="del mod">
          <ac:chgData name="Ms Alina Arshad" userId="cccdfd85-d35d-4453-9c6f-a463aae40722" providerId="ADAL" clId="{D4C91E6F-B9DD-440D-9732-C61CDFB6C2C8}" dt="2024-09-24T13:13:39.902" v="445" actId="478"/>
          <ac:picMkLst>
            <pc:docMk/>
            <pc:sldMk cId="731299161" sldId="267"/>
            <ac:picMk id="7" creationId="{8F9DBF2E-B7FC-4CA0-B16C-95411F8BFBDA}"/>
          </ac:picMkLst>
        </pc:picChg>
      </pc:sldChg>
      <pc:sldChg chg="modSp add mod">
        <pc:chgData name="Ms Alina Arshad" userId="cccdfd85-d35d-4453-9c6f-a463aae40722" providerId="ADAL" clId="{D4C91E6F-B9DD-440D-9732-C61CDFB6C2C8}" dt="2024-09-22T13:20:29.385" v="322" actId="207"/>
        <pc:sldMkLst>
          <pc:docMk/>
          <pc:sldMk cId="90329638" sldId="268"/>
        </pc:sldMkLst>
        <pc:spChg chg="mod">
          <ac:chgData name="Ms Alina Arshad" userId="cccdfd85-d35d-4453-9c6f-a463aae40722" providerId="ADAL" clId="{D4C91E6F-B9DD-440D-9732-C61CDFB6C2C8}" dt="2024-09-22T13:20:29.385" v="322" actId="207"/>
          <ac:spMkLst>
            <pc:docMk/>
            <pc:sldMk cId="90329638" sldId="268"/>
            <ac:spMk id="2" creationId="{4EDE3C3C-40B3-4F0A-A7FF-AB655B1FF156}"/>
          </ac:spMkLst>
        </pc:spChg>
        <pc:picChg chg="mod">
          <ac:chgData name="Ms Alina Arshad" userId="cccdfd85-d35d-4453-9c6f-a463aae40722" providerId="ADAL" clId="{D4C91E6F-B9DD-440D-9732-C61CDFB6C2C8}" dt="2024-09-22T13:20:25.320" v="321" actId="1076"/>
          <ac:picMkLst>
            <pc:docMk/>
            <pc:sldMk cId="90329638" sldId="268"/>
            <ac:picMk id="4" creationId="{DB3C41BB-6C26-4A8B-9A8A-A3637402DEC3}"/>
          </ac:picMkLst>
        </pc:picChg>
      </pc:sldChg>
      <pc:sldChg chg="modSp add mod">
        <pc:chgData name="Ms Alina Arshad" userId="cccdfd85-d35d-4453-9c6f-a463aae40722" providerId="ADAL" clId="{D4C91E6F-B9DD-440D-9732-C61CDFB6C2C8}" dt="2024-09-24T14:23:41.638" v="577" actId="12"/>
        <pc:sldMkLst>
          <pc:docMk/>
          <pc:sldMk cId="2295129282" sldId="269"/>
        </pc:sldMkLst>
        <pc:spChg chg="mod">
          <ac:chgData name="Ms Alina Arshad" userId="cccdfd85-d35d-4453-9c6f-a463aae40722" providerId="ADAL" clId="{D4C91E6F-B9DD-440D-9732-C61CDFB6C2C8}" dt="2024-09-22T13:20:33.194" v="323" actId="207"/>
          <ac:spMkLst>
            <pc:docMk/>
            <pc:sldMk cId="2295129282" sldId="269"/>
            <ac:spMk id="2" creationId="{93C8DEF6-C2A6-4FFE-93D4-B72310FBBE69}"/>
          </ac:spMkLst>
        </pc:spChg>
        <pc:spChg chg="mod">
          <ac:chgData name="Ms Alina Arshad" userId="cccdfd85-d35d-4453-9c6f-a463aae40722" providerId="ADAL" clId="{D4C91E6F-B9DD-440D-9732-C61CDFB6C2C8}" dt="2024-09-24T14:23:41.638" v="577" actId="12"/>
          <ac:spMkLst>
            <pc:docMk/>
            <pc:sldMk cId="2295129282" sldId="269"/>
            <ac:spMk id="3" creationId="{66EFAC1E-5121-41BA-9011-3E368A014F17}"/>
          </ac:spMkLst>
        </pc:spChg>
      </pc:sldChg>
      <pc:sldChg chg="add del">
        <pc:chgData name="Ms Alina Arshad" userId="cccdfd85-d35d-4453-9c6f-a463aae40722" providerId="ADAL" clId="{D4C91E6F-B9DD-440D-9732-C61CDFB6C2C8}" dt="2024-09-22T13:07:35.915" v="175" actId="47"/>
        <pc:sldMkLst>
          <pc:docMk/>
          <pc:sldMk cId="2090315159" sldId="270"/>
        </pc:sldMkLst>
        <pc:spChg chg="del mod">
          <ac:chgData name="Ms Alina Arshad" userId="cccdfd85-d35d-4453-9c6f-a463aae40722" providerId="ADAL" clId="{D4C91E6F-B9DD-440D-9732-C61CDFB6C2C8}" dt="2024-09-22T13:21:00.410" v="329" actId="478"/>
          <ac:spMkLst>
            <pc:docMk/>
            <pc:sldMk cId="2090315159" sldId="270"/>
            <ac:spMk id="2" creationId="{0426256D-2615-4908-82AE-C041376F8B14}"/>
          </ac:spMkLst>
        </pc:spChg>
        <pc:picChg chg="mod">
          <ac:chgData name="Ms Alina Arshad" userId="cccdfd85-d35d-4453-9c6f-a463aae40722" providerId="ADAL" clId="{D4C91E6F-B9DD-440D-9732-C61CDFB6C2C8}" dt="2024-09-22T13:21:05.927" v="331" actId="14100"/>
          <ac:picMkLst>
            <pc:docMk/>
            <pc:sldMk cId="2090315159" sldId="270"/>
            <ac:picMk id="5" creationId="{25C3C4F9-7925-4068-AA4C-4E3D602F577F}"/>
          </ac:picMkLst>
        </pc:picChg>
      </pc:sldChg>
      <pc:sldChg chg="modSp add del mod">
        <pc:chgData name="Ms Alina Arshad" userId="cccdfd85-d35d-4453-9c6f-a463aae40722" providerId="ADAL" clId="{D4C91E6F-B9DD-440D-9732-C61CDFB6C2C8}" dt="2024-09-24T14:25:31.812" v="579" actId="2711"/>
        <pc:sldMkLst>
          <pc:docMk/>
          <pc:sldMk cId="3034138166" sldId="271"/>
        </pc:sldMkLst>
        <pc:spChg chg="mod">
          <ac:chgData name="Ms Alina Arshad" userId="cccdfd85-d35d-4453-9c6f-a463aae40722" providerId="ADAL" clId="{D4C91E6F-B9DD-440D-9732-C61CDFB6C2C8}" dt="2024-09-22T13:21:39.851" v="338" actId="207"/>
          <ac:spMkLst>
            <pc:docMk/>
            <pc:sldMk cId="3034138166" sldId="271"/>
            <ac:spMk id="2" creationId="{8C9FE61B-36F7-43C1-B94F-337BAEC25346}"/>
          </ac:spMkLst>
        </pc:spChg>
        <pc:spChg chg="mod">
          <ac:chgData name="Ms Alina Arshad" userId="cccdfd85-d35d-4453-9c6f-a463aae40722" providerId="ADAL" clId="{D4C91E6F-B9DD-440D-9732-C61CDFB6C2C8}" dt="2024-09-24T14:25:31.812" v="579" actId="2711"/>
          <ac:spMkLst>
            <pc:docMk/>
            <pc:sldMk cId="3034138166" sldId="271"/>
            <ac:spMk id="3" creationId="{F4DD344C-E183-4834-ADD9-55E7821B0508}"/>
          </ac:spMkLst>
        </pc:spChg>
      </pc:sldChg>
      <pc:sldChg chg="delSp modSp add del mod">
        <pc:chgData name="Ms Alina Arshad" userId="cccdfd85-d35d-4453-9c6f-a463aae40722" providerId="ADAL" clId="{D4C91E6F-B9DD-440D-9732-C61CDFB6C2C8}" dt="2024-09-24T14:29:17.432" v="606" actId="12"/>
        <pc:sldMkLst>
          <pc:docMk/>
          <pc:sldMk cId="2504047100" sldId="272"/>
        </pc:sldMkLst>
        <pc:spChg chg="mod">
          <ac:chgData name="Ms Alina Arshad" userId="cccdfd85-d35d-4453-9c6f-a463aae40722" providerId="ADAL" clId="{D4C91E6F-B9DD-440D-9732-C61CDFB6C2C8}" dt="2024-09-24T14:29:17.432" v="606" actId="12"/>
          <ac:spMkLst>
            <pc:docMk/>
            <pc:sldMk cId="2504047100" sldId="272"/>
            <ac:spMk id="3" creationId="{63575681-B3F7-4B23-9460-6AB9C10F11E7}"/>
          </ac:spMkLst>
        </pc:spChg>
        <pc:spChg chg="mod">
          <ac:chgData name="Ms Alina Arshad" userId="cccdfd85-d35d-4453-9c6f-a463aae40722" providerId="ADAL" clId="{D4C91E6F-B9DD-440D-9732-C61CDFB6C2C8}" dt="2024-09-22T13:24:55.335" v="356" actId="207"/>
          <ac:spMkLst>
            <pc:docMk/>
            <pc:sldMk cId="2504047100" sldId="272"/>
            <ac:spMk id="6" creationId="{0D48C4BA-D3D1-40FF-B0BF-0C6BBE0932B9}"/>
          </ac:spMkLst>
        </pc:spChg>
        <pc:picChg chg="del mod">
          <ac:chgData name="Ms Alina Arshad" userId="cccdfd85-d35d-4453-9c6f-a463aae40722" providerId="ADAL" clId="{D4C91E6F-B9DD-440D-9732-C61CDFB6C2C8}" dt="2024-09-24T13:13:42.960" v="446" actId="478"/>
          <ac:picMkLst>
            <pc:docMk/>
            <pc:sldMk cId="2504047100" sldId="272"/>
            <ac:picMk id="5" creationId="{875B59C6-BD88-403C-A5A5-3503BF501A70}"/>
          </ac:picMkLst>
        </pc:picChg>
      </pc:sldChg>
      <pc:sldChg chg="delSp modSp add del mod">
        <pc:chgData name="Ms Alina Arshad" userId="cccdfd85-d35d-4453-9c6f-a463aae40722" providerId="ADAL" clId="{D4C91E6F-B9DD-440D-9732-C61CDFB6C2C8}" dt="2024-09-24T14:29:59.541" v="614" actId="27636"/>
        <pc:sldMkLst>
          <pc:docMk/>
          <pc:sldMk cId="4283755204" sldId="273"/>
        </pc:sldMkLst>
        <pc:spChg chg="mod">
          <ac:chgData name="Ms Alina Arshad" userId="cccdfd85-d35d-4453-9c6f-a463aae40722" providerId="ADAL" clId="{D4C91E6F-B9DD-440D-9732-C61CDFB6C2C8}" dt="2024-09-24T14:29:59.541" v="614" actId="27636"/>
          <ac:spMkLst>
            <pc:docMk/>
            <pc:sldMk cId="4283755204" sldId="273"/>
            <ac:spMk id="3" creationId="{480AF8B5-325E-40CD-8205-5DD4CE2045CE}"/>
          </ac:spMkLst>
        </pc:spChg>
        <pc:spChg chg="mod">
          <ac:chgData name="Ms Alina Arshad" userId="cccdfd85-d35d-4453-9c6f-a463aae40722" providerId="ADAL" clId="{D4C91E6F-B9DD-440D-9732-C61CDFB6C2C8}" dt="2024-09-22T13:26:22.252" v="379" actId="1076"/>
          <ac:spMkLst>
            <pc:docMk/>
            <pc:sldMk cId="4283755204" sldId="273"/>
            <ac:spMk id="6" creationId="{4BFD4BED-801D-42A3-8A5B-FF9C1516D72C}"/>
          </ac:spMkLst>
        </pc:spChg>
        <pc:picChg chg="del mod">
          <ac:chgData name="Ms Alina Arshad" userId="cccdfd85-d35d-4453-9c6f-a463aae40722" providerId="ADAL" clId="{D4C91E6F-B9DD-440D-9732-C61CDFB6C2C8}" dt="2024-09-24T13:13:47.171" v="447" actId="478"/>
          <ac:picMkLst>
            <pc:docMk/>
            <pc:sldMk cId="4283755204" sldId="273"/>
            <ac:picMk id="5" creationId="{D8DA8D51-5D53-44D8-AD01-9D3D3C4B8574}"/>
          </ac:picMkLst>
        </pc:picChg>
      </pc:sldChg>
      <pc:sldChg chg="modSp add mod">
        <pc:chgData name="Ms Alina Arshad" userId="cccdfd85-d35d-4453-9c6f-a463aae40722" providerId="ADAL" clId="{D4C91E6F-B9DD-440D-9732-C61CDFB6C2C8}" dt="2024-09-24T14:30:21.534" v="616" actId="12"/>
        <pc:sldMkLst>
          <pc:docMk/>
          <pc:sldMk cId="2935103945" sldId="274"/>
        </pc:sldMkLst>
        <pc:spChg chg="mod">
          <ac:chgData name="Ms Alina Arshad" userId="cccdfd85-d35d-4453-9c6f-a463aae40722" providerId="ADAL" clId="{D4C91E6F-B9DD-440D-9732-C61CDFB6C2C8}" dt="2024-09-22T13:26:29.045" v="380" actId="207"/>
          <ac:spMkLst>
            <pc:docMk/>
            <pc:sldMk cId="2935103945" sldId="274"/>
            <ac:spMk id="2" creationId="{C68223F5-F8BE-48BC-8240-78FBA46AF802}"/>
          </ac:spMkLst>
        </pc:spChg>
        <pc:spChg chg="mod">
          <ac:chgData name="Ms Alina Arshad" userId="cccdfd85-d35d-4453-9c6f-a463aae40722" providerId="ADAL" clId="{D4C91E6F-B9DD-440D-9732-C61CDFB6C2C8}" dt="2024-09-24T14:30:21.534" v="616" actId="12"/>
          <ac:spMkLst>
            <pc:docMk/>
            <pc:sldMk cId="2935103945" sldId="274"/>
            <ac:spMk id="3" creationId="{58F9CE5B-D0D8-4F74-8E4E-CFF85A1C2C17}"/>
          </ac:spMkLst>
        </pc:spChg>
      </pc:sldChg>
      <pc:sldChg chg="delSp modSp add mod">
        <pc:chgData name="Ms Alina Arshad" userId="cccdfd85-d35d-4453-9c6f-a463aae40722" providerId="ADAL" clId="{D4C91E6F-B9DD-440D-9732-C61CDFB6C2C8}" dt="2024-09-24T14:35:42.880" v="618" actId="1076"/>
        <pc:sldMkLst>
          <pc:docMk/>
          <pc:sldMk cId="1497646456" sldId="275"/>
        </pc:sldMkLst>
        <pc:picChg chg="mod">
          <ac:chgData name="Ms Alina Arshad" userId="cccdfd85-d35d-4453-9c6f-a463aae40722" providerId="ADAL" clId="{D4C91E6F-B9DD-440D-9732-C61CDFB6C2C8}" dt="2024-09-24T14:35:42.880" v="618" actId="1076"/>
          <ac:picMkLst>
            <pc:docMk/>
            <pc:sldMk cId="1497646456" sldId="275"/>
            <ac:picMk id="5" creationId="{0DBB2777-7016-4A01-8AF0-F96056B9FC8F}"/>
          </ac:picMkLst>
        </pc:picChg>
        <pc:picChg chg="del mod">
          <ac:chgData name="Ms Alina Arshad" userId="cccdfd85-d35d-4453-9c6f-a463aae40722" providerId="ADAL" clId="{D4C91E6F-B9DD-440D-9732-C61CDFB6C2C8}" dt="2024-09-24T14:35:40.552" v="617" actId="478"/>
          <ac:picMkLst>
            <pc:docMk/>
            <pc:sldMk cId="1497646456" sldId="275"/>
            <ac:picMk id="6" creationId="{FA9585FB-CBE2-4A52-9153-F383B3C1533C}"/>
          </ac:picMkLst>
        </pc:picChg>
      </pc:sldChg>
      <pc:sldChg chg="modSp add mod">
        <pc:chgData name="Ms Alina Arshad" userId="cccdfd85-d35d-4453-9c6f-a463aae40722" providerId="ADAL" clId="{D4C91E6F-B9DD-440D-9732-C61CDFB6C2C8}" dt="2024-09-24T14:42:48.835" v="631" actId="113"/>
        <pc:sldMkLst>
          <pc:docMk/>
          <pc:sldMk cId="3993717517" sldId="276"/>
        </pc:sldMkLst>
        <pc:spChg chg="mod">
          <ac:chgData name="Ms Alina Arshad" userId="cccdfd85-d35d-4453-9c6f-a463aae40722" providerId="ADAL" clId="{D4C91E6F-B9DD-440D-9732-C61CDFB6C2C8}" dt="2024-09-22T13:27:41.415" v="397" actId="207"/>
          <ac:spMkLst>
            <pc:docMk/>
            <pc:sldMk cId="3993717517" sldId="276"/>
            <ac:spMk id="2" creationId="{781791DC-0148-40EC-85C5-4A802374F13F}"/>
          </ac:spMkLst>
        </pc:spChg>
        <pc:spChg chg="mod">
          <ac:chgData name="Ms Alina Arshad" userId="cccdfd85-d35d-4453-9c6f-a463aae40722" providerId="ADAL" clId="{D4C91E6F-B9DD-440D-9732-C61CDFB6C2C8}" dt="2024-09-24T14:42:48.835" v="631" actId="113"/>
          <ac:spMkLst>
            <pc:docMk/>
            <pc:sldMk cId="3993717517" sldId="276"/>
            <ac:spMk id="3" creationId="{31A7AFD5-81DA-4DED-AD8C-F310D4820705}"/>
          </ac:spMkLst>
        </pc:spChg>
      </pc:sldChg>
      <pc:sldChg chg="add del">
        <pc:chgData name="Ms Alina Arshad" userId="cccdfd85-d35d-4453-9c6f-a463aae40722" providerId="ADAL" clId="{D4C91E6F-B9DD-440D-9732-C61CDFB6C2C8}" dt="2024-09-22T13:07:36.120" v="182" actId="47"/>
        <pc:sldMkLst>
          <pc:docMk/>
          <pc:sldMk cId="0" sldId="277"/>
        </pc:sldMkLst>
      </pc:sldChg>
      <pc:sldChg chg="modSp add del mod">
        <pc:chgData name="Ms Alina Arshad" userId="cccdfd85-d35d-4453-9c6f-a463aae40722" providerId="ADAL" clId="{D4C91E6F-B9DD-440D-9732-C61CDFB6C2C8}" dt="2024-09-24T14:36:21.416" v="624" actId="20577"/>
        <pc:sldMkLst>
          <pc:docMk/>
          <pc:sldMk cId="2668593764" sldId="278"/>
        </pc:sldMkLst>
        <pc:spChg chg="mod">
          <ac:chgData name="Ms Alina Arshad" userId="cccdfd85-d35d-4453-9c6f-a463aae40722" providerId="ADAL" clId="{D4C91E6F-B9DD-440D-9732-C61CDFB6C2C8}" dt="2024-09-22T13:27:26.932" v="394" actId="207"/>
          <ac:spMkLst>
            <pc:docMk/>
            <pc:sldMk cId="2668593764" sldId="278"/>
            <ac:spMk id="2" creationId="{E5F7AB3E-208B-4CED-8A8F-7FD72405664D}"/>
          </ac:spMkLst>
        </pc:spChg>
        <pc:spChg chg="mod">
          <ac:chgData name="Ms Alina Arshad" userId="cccdfd85-d35d-4453-9c6f-a463aae40722" providerId="ADAL" clId="{D4C91E6F-B9DD-440D-9732-C61CDFB6C2C8}" dt="2024-09-24T14:36:21.416" v="624" actId="20577"/>
          <ac:spMkLst>
            <pc:docMk/>
            <pc:sldMk cId="2668593764" sldId="278"/>
            <ac:spMk id="3" creationId="{49F9FC7E-9E3B-42F7-B653-B264FCCAE9D8}"/>
          </ac:spMkLst>
        </pc:spChg>
      </pc:sldChg>
      <pc:sldChg chg="del">
        <pc:chgData name="Ms Alina Arshad" userId="cccdfd85-d35d-4453-9c6f-a463aae40722" providerId="ADAL" clId="{D4C91E6F-B9DD-440D-9732-C61CDFB6C2C8}" dt="2024-09-22T13:07:37.093" v="211" actId="47"/>
        <pc:sldMkLst>
          <pc:docMk/>
          <pc:sldMk cId="1325985888" sldId="279"/>
        </pc:sldMkLst>
      </pc:sldChg>
      <pc:sldChg chg="modSp add del mod">
        <pc:chgData name="Ms Alina Arshad" userId="cccdfd85-d35d-4453-9c6f-a463aae40722" providerId="ADAL" clId="{D4C91E6F-B9DD-440D-9732-C61CDFB6C2C8}" dt="2024-09-22T13:29:47.903" v="406" actId="47"/>
        <pc:sldMkLst>
          <pc:docMk/>
          <pc:sldMk cId="3703048629" sldId="279"/>
        </pc:sldMkLst>
        <pc:spChg chg="mod">
          <ac:chgData name="Ms Alina Arshad" userId="cccdfd85-d35d-4453-9c6f-a463aae40722" providerId="ADAL" clId="{D4C91E6F-B9DD-440D-9732-C61CDFB6C2C8}" dt="2024-09-22T13:07:58.843" v="228" actId="27636"/>
          <ac:spMkLst>
            <pc:docMk/>
            <pc:sldMk cId="3703048629" sldId="279"/>
            <ac:spMk id="3" creationId="{14C2275F-EEF7-4B46-8F23-7E6682716D48}"/>
          </ac:spMkLst>
        </pc:spChg>
      </pc:sldChg>
      <pc:sldChg chg="add del">
        <pc:chgData name="Ms Alina Arshad" userId="cccdfd85-d35d-4453-9c6f-a463aae40722" providerId="ADAL" clId="{D4C91E6F-B9DD-440D-9732-C61CDFB6C2C8}" dt="2024-09-22T13:29:48.430" v="407" actId="47"/>
        <pc:sldMkLst>
          <pc:docMk/>
          <pc:sldMk cId="1821615422" sldId="280"/>
        </pc:sldMkLst>
      </pc:sldChg>
      <pc:sldChg chg="add">
        <pc:chgData name="Ms Alina Arshad" userId="cccdfd85-d35d-4453-9c6f-a463aae40722" providerId="ADAL" clId="{D4C91E6F-B9DD-440D-9732-C61CDFB6C2C8}" dt="2024-09-22T13:07:58.693" v="223"/>
        <pc:sldMkLst>
          <pc:docMk/>
          <pc:sldMk cId="3605066316" sldId="281"/>
        </pc:sldMkLst>
      </pc:sldChg>
      <pc:sldChg chg="add del">
        <pc:chgData name="Ms Alina Arshad" userId="cccdfd85-d35d-4453-9c6f-a463aae40722" providerId="ADAL" clId="{D4C91E6F-B9DD-440D-9732-C61CDFB6C2C8}" dt="2024-09-22T13:29:48.519" v="410" actId="47"/>
        <pc:sldMkLst>
          <pc:docMk/>
          <pc:sldMk cId="24697311" sldId="282"/>
        </pc:sldMkLst>
      </pc:sldChg>
      <pc:sldChg chg="add del">
        <pc:chgData name="Ms Alina Arshad" userId="cccdfd85-d35d-4453-9c6f-a463aae40722" providerId="ADAL" clId="{D4C91E6F-B9DD-440D-9732-C61CDFB6C2C8}" dt="2024-09-22T13:07:36.259" v="186" actId="47"/>
        <pc:sldMkLst>
          <pc:docMk/>
          <pc:sldMk cId="3289392637" sldId="283"/>
        </pc:sldMkLst>
        <pc:picChg chg="mod">
          <ac:chgData name="Ms Alina Arshad" userId="cccdfd85-d35d-4453-9c6f-a463aae40722" providerId="ADAL" clId="{D4C91E6F-B9DD-440D-9732-C61CDFB6C2C8}" dt="2024-09-22T13:26:58.544" v="388" actId="14100"/>
          <ac:picMkLst>
            <pc:docMk/>
            <pc:sldMk cId="3289392637" sldId="283"/>
            <ac:picMk id="5" creationId="{E9364447-0905-4016-B0E8-FD9646A14B14}"/>
          </ac:picMkLst>
        </pc:picChg>
      </pc:sldChg>
      <pc:sldChg chg="add del">
        <pc:chgData name="Ms Alina Arshad" userId="cccdfd85-d35d-4453-9c6f-a463aae40722" providerId="ADAL" clId="{D4C91E6F-B9DD-440D-9732-C61CDFB6C2C8}" dt="2024-09-22T13:29:48.684" v="415" actId="47"/>
        <pc:sldMkLst>
          <pc:docMk/>
          <pc:sldMk cId="800652809" sldId="284"/>
        </pc:sldMkLst>
      </pc:sldChg>
      <pc:sldChg chg="addSp delSp modSp add mod ord setBg">
        <pc:chgData name="Ms Alina Arshad" userId="cccdfd85-d35d-4453-9c6f-a463aae40722" providerId="ADAL" clId="{D4C91E6F-B9DD-440D-9732-C61CDFB6C2C8}" dt="2024-09-28T10:07:48.219" v="634"/>
        <pc:sldMkLst>
          <pc:docMk/>
          <pc:sldMk cId="1402144616" sldId="285"/>
        </pc:sldMkLst>
        <pc:spChg chg="mod">
          <ac:chgData name="Ms Alina Arshad" userId="cccdfd85-d35d-4453-9c6f-a463aae40722" providerId="ADAL" clId="{D4C91E6F-B9DD-440D-9732-C61CDFB6C2C8}" dt="2024-09-22T13:16:35.790" v="290" actId="26606"/>
          <ac:spMkLst>
            <pc:docMk/>
            <pc:sldMk cId="1402144616" sldId="285"/>
            <ac:spMk id="2" creationId="{2F6CB8CE-8AA3-4A30-80C4-4E7895E4B350}"/>
          </ac:spMkLst>
        </pc:spChg>
        <pc:spChg chg="add">
          <ac:chgData name="Ms Alina Arshad" userId="cccdfd85-d35d-4453-9c6f-a463aae40722" providerId="ADAL" clId="{D4C91E6F-B9DD-440D-9732-C61CDFB6C2C8}" dt="2024-09-22T13:16:35.790" v="290" actId="26606"/>
          <ac:spMkLst>
            <pc:docMk/>
            <pc:sldMk cId="1402144616" sldId="285"/>
            <ac:spMk id="6"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7" creationId="{39CB82C2-DF65-4EC1-8280-F201D50F570B}"/>
          </ac:spMkLst>
        </pc:spChg>
        <pc:spChg chg="add del">
          <ac:chgData name="Ms Alina Arshad" userId="cccdfd85-d35d-4453-9c6f-a463aae40722" providerId="ADAL" clId="{D4C91E6F-B9DD-440D-9732-C61CDFB6C2C8}" dt="2024-09-22T13:16:32.257" v="289" actId="26606"/>
          <ac:spMkLst>
            <pc:docMk/>
            <pc:sldMk cId="1402144616" sldId="285"/>
            <ac:spMk id="9"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10" creationId="{FA4CD5CB-D209-4D70-8CA4-629731C59219}"/>
          </ac:spMkLst>
        </pc:spChg>
        <pc:spChg chg="add del">
          <ac:chgData name="Ms Alina Arshad" userId="cccdfd85-d35d-4453-9c6f-a463aae40722" providerId="ADAL" clId="{D4C91E6F-B9DD-440D-9732-C61CDFB6C2C8}" dt="2024-09-22T13:16:32.257" v="289" actId="26606"/>
          <ac:spMkLst>
            <pc:docMk/>
            <pc:sldMk cId="1402144616" sldId="285"/>
            <ac:spMk id="11" creationId="{39CB82C2-DF65-4EC1-8280-F201D50F570B}"/>
          </ac:spMkLst>
        </pc:spChg>
        <pc:spChg chg="add">
          <ac:chgData name="Ms Alina Arshad" userId="cccdfd85-d35d-4453-9c6f-a463aae40722" providerId="ADAL" clId="{D4C91E6F-B9DD-440D-9732-C61CDFB6C2C8}" dt="2024-09-22T13:16:35.790" v="290" actId="26606"/>
          <ac:spMkLst>
            <pc:docMk/>
            <pc:sldMk cId="1402144616" sldId="285"/>
            <ac:spMk id="14"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15" creationId="{FA4CD5CB-D209-4D70-8CA4-629731C59219}"/>
          </ac:spMkLst>
        </pc:spChg>
        <pc:spChg chg="add">
          <ac:chgData name="Ms Alina Arshad" userId="cccdfd85-d35d-4453-9c6f-a463aae40722" providerId="ADAL" clId="{D4C91E6F-B9DD-440D-9732-C61CDFB6C2C8}" dt="2024-09-22T13:16:35.790" v="290" actId="26606"/>
          <ac:spMkLst>
            <pc:docMk/>
            <pc:sldMk cId="1402144616" sldId="285"/>
            <ac:spMk id="16" creationId="{593ACC25-C262-417A-8AA9-0641C772BDB6}"/>
          </ac:spMkLst>
        </pc:spChg>
        <pc:spChg chg="add del">
          <ac:chgData name="Ms Alina Arshad" userId="cccdfd85-d35d-4453-9c6f-a463aae40722" providerId="ADAL" clId="{D4C91E6F-B9DD-440D-9732-C61CDFB6C2C8}" dt="2024-09-22T13:16:32.257" v="289" actId="26606"/>
          <ac:spMkLst>
            <pc:docMk/>
            <pc:sldMk cId="1402144616" sldId="285"/>
            <ac:spMk id="19"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21" creationId="{593ACC25-C262-417A-8AA9-0641C772BDB6}"/>
          </ac:spMkLst>
        </pc:spChg>
        <pc:picChg chg="mod">
          <ac:chgData name="Ms Alina Arshad" userId="cccdfd85-d35d-4453-9c6f-a463aae40722" providerId="ADAL" clId="{D4C91E6F-B9DD-440D-9732-C61CDFB6C2C8}" dt="2024-09-24T14:18:57.691" v="572" actId="14100"/>
          <ac:picMkLst>
            <pc:docMk/>
            <pc:sldMk cId="1402144616" sldId="285"/>
            <ac:picMk id="4" creationId="{2D2785FA-9ADF-4C9B-A0F6-034810D10C6E}"/>
          </ac:picMkLst>
        </pc:picChg>
        <pc:cxnChg chg="add">
          <ac:chgData name="Ms Alina Arshad" userId="cccdfd85-d35d-4453-9c6f-a463aae40722" providerId="ADAL" clId="{D4C91E6F-B9DD-440D-9732-C61CDFB6C2C8}" dt="2024-09-22T13:16:35.790" v="290" actId="26606"/>
          <ac:cxnSpMkLst>
            <pc:docMk/>
            <pc:sldMk cId="1402144616" sldId="285"/>
            <ac:cxnSpMk id="8" creationId="{7E1D4427-852B-4B37-8E76-0E9F1810BA2A}"/>
          </ac:cxnSpMkLst>
        </pc:cxnChg>
        <pc:cxnChg chg="add">
          <ac:chgData name="Ms Alina Arshad" userId="cccdfd85-d35d-4453-9c6f-a463aae40722" providerId="ADAL" clId="{D4C91E6F-B9DD-440D-9732-C61CDFB6C2C8}" dt="2024-09-22T13:16:35.790" v="290" actId="26606"/>
          <ac:cxnSpMkLst>
            <pc:docMk/>
            <pc:sldMk cId="1402144616" sldId="285"/>
            <ac:cxnSpMk id="12" creationId="{5C6A2BAE-B461-4B55-8E1F-0722ABDD1393}"/>
          </ac:cxnSpMkLst>
        </pc:cxnChg>
        <pc:cxnChg chg="add del">
          <ac:chgData name="Ms Alina Arshad" userId="cccdfd85-d35d-4453-9c6f-a463aae40722" providerId="ADAL" clId="{D4C91E6F-B9DD-440D-9732-C61CDFB6C2C8}" dt="2024-09-22T13:16:32.257" v="289" actId="26606"/>
          <ac:cxnSpMkLst>
            <pc:docMk/>
            <pc:sldMk cId="1402144616" sldId="285"/>
            <ac:cxnSpMk id="13" creationId="{7E1D4427-852B-4B37-8E76-0E9F1810BA2A}"/>
          </ac:cxnSpMkLst>
        </pc:cxnChg>
        <pc:cxnChg chg="add del">
          <ac:chgData name="Ms Alina Arshad" userId="cccdfd85-d35d-4453-9c6f-a463aae40722" providerId="ADAL" clId="{D4C91E6F-B9DD-440D-9732-C61CDFB6C2C8}" dt="2024-09-22T13:16:32.257" v="289" actId="26606"/>
          <ac:cxnSpMkLst>
            <pc:docMk/>
            <pc:sldMk cId="1402144616" sldId="285"/>
            <ac:cxnSpMk id="17" creationId="{5C6A2BAE-B461-4B55-8E1F-0722ABDD1393}"/>
          </ac:cxnSpMkLst>
        </pc:cxnChg>
      </pc:sldChg>
      <pc:sldChg chg="add del">
        <pc:chgData name="Ms Alina Arshad" userId="cccdfd85-d35d-4453-9c6f-a463aae40722" providerId="ADAL" clId="{D4C91E6F-B9DD-440D-9732-C61CDFB6C2C8}" dt="2024-09-22T13:07:36.353" v="189" actId="47"/>
        <pc:sldMkLst>
          <pc:docMk/>
          <pc:sldMk cId="0" sldId="286"/>
        </pc:sldMkLst>
      </pc:sldChg>
      <pc:sldChg chg="delSp modSp add mod modNotesTx">
        <pc:chgData name="Ms Alina Arshad" userId="cccdfd85-d35d-4453-9c6f-a463aae40722" providerId="ADAL" clId="{D4C91E6F-B9DD-440D-9732-C61CDFB6C2C8}" dt="2024-09-24T14:42:28.213" v="630" actId="20577"/>
        <pc:sldMkLst>
          <pc:docMk/>
          <pc:sldMk cId="3229345964" sldId="287"/>
        </pc:sldMkLst>
        <pc:spChg chg="del">
          <ac:chgData name="Ms Alina Arshad" userId="cccdfd85-d35d-4453-9c6f-a463aae40722" providerId="ADAL" clId="{D4C91E6F-B9DD-440D-9732-C61CDFB6C2C8}" dt="2024-09-22T13:28:32.954" v="400" actId="478"/>
          <ac:spMkLst>
            <pc:docMk/>
            <pc:sldMk cId="3229345964" sldId="287"/>
            <ac:spMk id="2" creationId="{5DA081F5-16CF-4CA2-A173-0E030024A636}"/>
          </ac:spMkLst>
        </pc:spChg>
        <pc:picChg chg="mod">
          <ac:chgData name="Ms Alina Arshad" userId="cccdfd85-d35d-4453-9c6f-a463aae40722" providerId="ADAL" clId="{D4C91E6F-B9DD-440D-9732-C61CDFB6C2C8}" dt="2024-09-22T13:28:42.450" v="404" actId="1076"/>
          <ac:picMkLst>
            <pc:docMk/>
            <pc:sldMk cId="3229345964" sldId="287"/>
            <ac:picMk id="5" creationId="{8EF4BFF1-87E0-4AF5-83CA-F11370D161B8}"/>
          </ac:picMkLst>
        </pc:picChg>
      </pc:sldChg>
      <pc:sldChg chg="add del">
        <pc:chgData name="Ms Alina Arshad" userId="cccdfd85-d35d-4453-9c6f-a463aae40722" providerId="ADAL" clId="{D4C91E6F-B9DD-440D-9732-C61CDFB6C2C8}" dt="2024-09-22T13:29:48.461" v="408" actId="47"/>
        <pc:sldMkLst>
          <pc:docMk/>
          <pc:sldMk cId="2002870935" sldId="288"/>
        </pc:sldMkLst>
      </pc:sldChg>
      <pc:sldChg chg="add del">
        <pc:chgData name="Ms Alina Arshad" userId="cccdfd85-d35d-4453-9c6f-a463aae40722" providerId="ADAL" clId="{D4C91E6F-B9DD-440D-9732-C61CDFB6C2C8}" dt="2024-09-22T13:07:36.456" v="192" actId="47"/>
        <pc:sldMkLst>
          <pc:docMk/>
          <pc:sldMk cId="0" sldId="289"/>
        </pc:sldMkLst>
      </pc:sldChg>
      <pc:sldChg chg="add del">
        <pc:chgData name="Ms Alina Arshad" userId="cccdfd85-d35d-4453-9c6f-a463aae40722" providerId="ADAL" clId="{D4C91E6F-B9DD-440D-9732-C61CDFB6C2C8}" dt="2024-09-22T13:07:36.475" v="193" actId="47"/>
        <pc:sldMkLst>
          <pc:docMk/>
          <pc:sldMk cId="0" sldId="290"/>
        </pc:sldMkLst>
      </pc:sldChg>
      <pc:sldChg chg="add del">
        <pc:chgData name="Ms Alina Arshad" userId="cccdfd85-d35d-4453-9c6f-a463aae40722" providerId="ADAL" clId="{D4C91E6F-B9DD-440D-9732-C61CDFB6C2C8}" dt="2024-09-22T13:07:36.517" v="194" actId="47"/>
        <pc:sldMkLst>
          <pc:docMk/>
          <pc:sldMk cId="0" sldId="291"/>
        </pc:sldMkLst>
      </pc:sldChg>
      <pc:sldChg chg="add del">
        <pc:chgData name="Ms Alina Arshad" userId="cccdfd85-d35d-4453-9c6f-a463aae40722" providerId="ADAL" clId="{D4C91E6F-B9DD-440D-9732-C61CDFB6C2C8}" dt="2024-09-22T13:07:36.562" v="195" actId="47"/>
        <pc:sldMkLst>
          <pc:docMk/>
          <pc:sldMk cId="0" sldId="292"/>
        </pc:sldMkLst>
      </pc:sldChg>
      <pc:sldChg chg="add del">
        <pc:chgData name="Ms Alina Arshad" userId="cccdfd85-d35d-4453-9c6f-a463aae40722" providerId="ADAL" clId="{D4C91E6F-B9DD-440D-9732-C61CDFB6C2C8}" dt="2024-09-22T13:07:36.605" v="196" actId="47"/>
        <pc:sldMkLst>
          <pc:docMk/>
          <pc:sldMk cId="0" sldId="293"/>
        </pc:sldMkLst>
      </pc:sldChg>
      <pc:sldChg chg="add del">
        <pc:chgData name="Ms Alina Arshad" userId="cccdfd85-d35d-4453-9c6f-a463aae40722" providerId="ADAL" clId="{D4C91E6F-B9DD-440D-9732-C61CDFB6C2C8}" dt="2024-09-22T13:07:36.636" v="197" actId="47"/>
        <pc:sldMkLst>
          <pc:docMk/>
          <pc:sldMk cId="0" sldId="294"/>
        </pc:sldMkLst>
      </pc:sldChg>
      <pc:sldChg chg="add del">
        <pc:chgData name="Ms Alina Arshad" userId="cccdfd85-d35d-4453-9c6f-a463aae40722" providerId="ADAL" clId="{D4C91E6F-B9DD-440D-9732-C61CDFB6C2C8}" dt="2024-09-22T13:07:36.651" v="198" actId="47"/>
        <pc:sldMkLst>
          <pc:docMk/>
          <pc:sldMk cId="0" sldId="295"/>
        </pc:sldMkLst>
      </pc:sldChg>
      <pc:sldChg chg="add del">
        <pc:chgData name="Ms Alina Arshad" userId="cccdfd85-d35d-4453-9c6f-a463aae40722" providerId="ADAL" clId="{D4C91E6F-B9DD-440D-9732-C61CDFB6C2C8}" dt="2024-09-22T13:07:36.673" v="199" actId="47"/>
        <pc:sldMkLst>
          <pc:docMk/>
          <pc:sldMk cId="0" sldId="296"/>
        </pc:sldMkLst>
      </pc:sldChg>
      <pc:sldChg chg="add del">
        <pc:chgData name="Ms Alina Arshad" userId="cccdfd85-d35d-4453-9c6f-a463aae40722" providerId="ADAL" clId="{D4C91E6F-B9DD-440D-9732-C61CDFB6C2C8}" dt="2024-09-22T13:07:36.722" v="200" actId="47"/>
        <pc:sldMkLst>
          <pc:docMk/>
          <pc:sldMk cId="0" sldId="297"/>
        </pc:sldMkLst>
      </pc:sldChg>
      <pc:sldChg chg="add del">
        <pc:chgData name="Ms Alina Arshad" userId="cccdfd85-d35d-4453-9c6f-a463aae40722" providerId="ADAL" clId="{D4C91E6F-B9DD-440D-9732-C61CDFB6C2C8}" dt="2024-09-22T13:07:36.760" v="201" actId="47"/>
        <pc:sldMkLst>
          <pc:docMk/>
          <pc:sldMk cId="0" sldId="298"/>
        </pc:sldMkLst>
      </pc:sldChg>
      <pc:sldChg chg="add del">
        <pc:chgData name="Ms Alina Arshad" userId="cccdfd85-d35d-4453-9c6f-a463aae40722" providerId="ADAL" clId="{D4C91E6F-B9DD-440D-9732-C61CDFB6C2C8}" dt="2024-09-22T13:07:36.791" v="202" actId="47"/>
        <pc:sldMkLst>
          <pc:docMk/>
          <pc:sldMk cId="0" sldId="299"/>
        </pc:sldMkLst>
      </pc:sldChg>
      <pc:sldChg chg="add del">
        <pc:chgData name="Ms Alina Arshad" userId="cccdfd85-d35d-4453-9c6f-a463aae40722" providerId="ADAL" clId="{D4C91E6F-B9DD-440D-9732-C61CDFB6C2C8}" dt="2024-09-22T13:07:36.806" v="203" actId="47"/>
        <pc:sldMkLst>
          <pc:docMk/>
          <pc:sldMk cId="0" sldId="300"/>
        </pc:sldMkLst>
      </pc:sldChg>
      <pc:sldChg chg="add del">
        <pc:chgData name="Ms Alina Arshad" userId="cccdfd85-d35d-4453-9c6f-a463aae40722" providerId="ADAL" clId="{D4C91E6F-B9DD-440D-9732-C61CDFB6C2C8}" dt="2024-09-22T13:07:36.854" v="204" actId="47"/>
        <pc:sldMkLst>
          <pc:docMk/>
          <pc:sldMk cId="0" sldId="301"/>
        </pc:sldMkLst>
      </pc:sldChg>
      <pc:sldChg chg="add del">
        <pc:chgData name="Ms Alina Arshad" userId="cccdfd85-d35d-4453-9c6f-a463aae40722" providerId="ADAL" clId="{D4C91E6F-B9DD-440D-9732-C61CDFB6C2C8}" dt="2024-09-22T13:07:36.887" v="205" actId="47"/>
        <pc:sldMkLst>
          <pc:docMk/>
          <pc:sldMk cId="0" sldId="302"/>
        </pc:sldMkLst>
      </pc:sldChg>
      <pc:sldChg chg="add del">
        <pc:chgData name="Ms Alina Arshad" userId="cccdfd85-d35d-4453-9c6f-a463aae40722" providerId="ADAL" clId="{D4C91E6F-B9DD-440D-9732-C61CDFB6C2C8}" dt="2024-09-22T13:07:36.945" v="206" actId="47"/>
        <pc:sldMkLst>
          <pc:docMk/>
          <pc:sldMk cId="0" sldId="303"/>
        </pc:sldMkLst>
      </pc:sldChg>
      <pc:sldChg chg="add del">
        <pc:chgData name="Ms Alina Arshad" userId="cccdfd85-d35d-4453-9c6f-a463aae40722" providerId="ADAL" clId="{D4C91E6F-B9DD-440D-9732-C61CDFB6C2C8}" dt="2024-09-22T13:07:36.961" v="207" actId="47"/>
        <pc:sldMkLst>
          <pc:docMk/>
          <pc:sldMk cId="0" sldId="304"/>
        </pc:sldMkLst>
      </pc:sldChg>
      <pc:sldChg chg="add del">
        <pc:chgData name="Ms Alina Arshad" userId="cccdfd85-d35d-4453-9c6f-a463aae40722" providerId="ADAL" clId="{D4C91E6F-B9DD-440D-9732-C61CDFB6C2C8}" dt="2024-09-22T13:07:36.976" v="208" actId="47"/>
        <pc:sldMkLst>
          <pc:docMk/>
          <pc:sldMk cId="0" sldId="305"/>
        </pc:sldMkLst>
      </pc:sldChg>
      <pc:sldChg chg="add del">
        <pc:chgData name="Ms Alina Arshad" userId="cccdfd85-d35d-4453-9c6f-a463aae40722" providerId="ADAL" clId="{D4C91E6F-B9DD-440D-9732-C61CDFB6C2C8}" dt="2024-09-22T13:07:37.046" v="209" actId="47"/>
        <pc:sldMkLst>
          <pc:docMk/>
          <pc:sldMk cId="0" sldId="306"/>
        </pc:sldMkLst>
      </pc:sldChg>
      <pc:sldChg chg="add del">
        <pc:chgData name="Ms Alina Arshad" userId="cccdfd85-d35d-4453-9c6f-a463aae40722" providerId="ADAL" clId="{D4C91E6F-B9DD-440D-9732-C61CDFB6C2C8}" dt="2024-09-22T13:07:37.078" v="210" actId="47"/>
        <pc:sldMkLst>
          <pc:docMk/>
          <pc:sldMk cId="0" sldId="307"/>
        </pc:sldMkLst>
      </pc:sldChg>
      <pc:sldChg chg="del">
        <pc:chgData name="Ms Alina Arshad" userId="cccdfd85-d35d-4453-9c6f-a463aae40722" providerId="ADAL" clId="{D4C91E6F-B9DD-440D-9732-C61CDFB6C2C8}" dt="2024-09-22T13:00:34.514" v="22" actId="47"/>
        <pc:sldMkLst>
          <pc:docMk/>
          <pc:sldMk cId="3233864465" sldId="338"/>
        </pc:sldMkLst>
      </pc:sldChg>
      <pc:sldChg chg="del">
        <pc:chgData name="Ms Alina Arshad" userId="cccdfd85-d35d-4453-9c6f-a463aae40722" providerId="ADAL" clId="{D4C91E6F-B9DD-440D-9732-C61CDFB6C2C8}" dt="2024-09-22T13:00:34.573" v="24" actId="47"/>
        <pc:sldMkLst>
          <pc:docMk/>
          <pc:sldMk cId="1267034377" sldId="339"/>
        </pc:sldMkLst>
      </pc:sldChg>
      <pc:sldChg chg="del">
        <pc:chgData name="Ms Alina Arshad" userId="cccdfd85-d35d-4453-9c6f-a463aae40722" providerId="ADAL" clId="{D4C91E6F-B9DD-440D-9732-C61CDFB6C2C8}" dt="2024-09-22T13:00:35.285" v="26" actId="47"/>
        <pc:sldMkLst>
          <pc:docMk/>
          <pc:sldMk cId="2400815569" sldId="340"/>
        </pc:sldMkLst>
      </pc:sldChg>
      <pc:sldChg chg="del">
        <pc:chgData name="Ms Alina Arshad" userId="cccdfd85-d35d-4453-9c6f-a463aae40722" providerId="ADAL" clId="{D4C91E6F-B9DD-440D-9732-C61CDFB6C2C8}" dt="2024-09-22T13:00:35.591" v="28" actId="47"/>
        <pc:sldMkLst>
          <pc:docMk/>
          <pc:sldMk cId="1204309406" sldId="341"/>
        </pc:sldMkLst>
      </pc:sldChg>
      <pc:sldChg chg="del">
        <pc:chgData name="Ms Alina Arshad" userId="cccdfd85-d35d-4453-9c6f-a463aae40722" providerId="ADAL" clId="{D4C91E6F-B9DD-440D-9732-C61CDFB6C2C8}" dt="2024-09-22T13:00:34.459" v="20" actId="47"/>
        <pc:sldMkLst>
          <pc:docMk/>
          <pc:sldMk cId="96607437" sldId="342"/>
        </pc:sldMkLst>
      </pc:sldChg>
      <pc:sldChg chg="add del">
        <pc:chgData name="Ms Alina Arshad" userId="cccdfd85-d35d-4453-9c6f-a463aae40722" providerId="ADAL" clId="{D4C91E6F-B9DD-440D-9732-C61CDFB6C2C8}" dt="2024-09-22T13:29:47.505" v="405" actId="47"/>
        <pc:sldMkLst>
          <pc:docMk/>
          <pc:sldMk cId="0" sldId="347"/>
        </pc:sldMkLst>
      </pc:sldChg>
      <pc:sldChg chg="add del">
        <pc:chgData name="Ms Alina Arshad" userId="cccdfd85-d35d-4453-9c6f-a463aae40722" providerId="ADAL" clId="{D4C91E6F-B9DD-440D-9732-C61CDFB6C2C8}" dt="2024-09-22T13:29:48.564" v="411" actId="47"/>
        <pc:sldMkLst>
          <pc:docMk/>
          <pc:sldMk cId="2036508356" sldId="348"/>
        </pc:sldMkLst>
      </pc:sldChg>
      <pc:sldChg chg="add del">
        <pc:chgData name="Ms Alina Arshad" userId="cccdfd85-d35d-4453-9c6f-a463aae40722" providerId="ADAL" clId="{D4C91E6F-B9DD-440D-9732-C61CDFB6C2C8}" dt="2024-09-22T13:29:48.588" v="412" actId="47"/>
        <pc:sldMkLst>
          <pc:docMk/>
          <pc:sldMk cId="132290220" sldId="349"/>
        </pc:sldMkLst>
      </pc:sldChg>
      <pc:sldChg chg="add del">
        <pc:chgData name="Ms Alina Arshad" userId="cccdfd85-d35d-4453-9c6f-a463aae40722" providerId="ADAL" clId="{D4C91E6F-B9DD-440D-9732-C61CDFB6C2C8}" dt="2024-09-22T13:29:48.649" v="414" actId="47"/>
        <pc:sldMkLst>
          <pc:docMk/>
          <pc:sldMk cId="448686030" sldId="350"/>
        </pc:sldMkLst>
      </pc:sldChg>
      <pc:sldChg chg="add del">
        <pc:chgData name="Ms Alina Arshad" userId="cccdfd85-d35d-4453-9c6f-a463aae40722" providerId="ADAL" clId="{D4C91E6F-B9DD-440D-9732-C61CDFB6C2C8}" dt="2024-09-22T13:29:48.625" v="413" actId="47"/>
        <pc:sldMkLst>
          <pc:docMk/>
          <pc:sldMk cId="3109540881" sldId="351"/>
        </pc:sldMkLst>
      </pc:sldChg>
      <pc:sldChg chg="modSp add del mod">
        <pc:chgData name="Ms Alina Arshad" userId="cccdfd85-d35d-4453-9c6f-a463aae40722" providerId="ADAL" clId="{D4C91E6F-B9DD-440D-9732-C61CDFB6C2C8}" dt="2024-09-22T13:29:48.719" v="416" actId="47"/>
        <pc:sldMkLst>
          <pc:docMk/>
          <pc:sldMk cId="0" sldId="352"/>
        </pc:sldMkLst>
        <pc:spChg chg="mod">
          <ac:chgData name="Ms Alina Arshad" userId="cccdfd85-d35d-4453-9c6f-a463aae40722" providerId="ADAL" clId="{D4C91E6F-B9DD-440D-9732-C61CDFB6C2C8}" dt="2024-09-22T13:07:58.869" v="229" actId="27636"/>
          <ac:spMkLst>
            <pc:docMk/>
            <pc:sldMk cId="0" sldId="352"/>
            <ac:spMk id="64516" creationId="{D2D679A3-2E8D-4632-948B-DAF7F009B134}"/>
          </ac:spMkLst>
        </pc:spChg>
      </pc:sldChg>
      <pc:sldChg chg="add del">
        <pc:chgData name="Ms Alina Arshad" userId="cccdfd85-d35d-4453-9c6f-a463aae40722" providerId="ADAL" clId="{D4C91E6F-B9DD-440D-9732-C61CDFB6C2C8}" dt="2024-09-22T13:29:48.811" v="418" actId="47"/>
        <pc:sldMkLst>
          <pc:docMk/>
          <pc:sldMk cId="0" sldId="353"/>
        </pc:sldMkLst>
      </pc:sldChg>
      <pc:sldChg chg="add del">
        <pc:chgData name="Ms Alina Arshad" userId="cccdfd85-d35d-4453-9c6f-a463aae40722" providerId="ADAL" clId="{D4C91E6F-B9DD-440D-9732-C61CDFB6C2C8}" dt="2024-09-22T13:29:48.828" v="419" actId="47"/>
        <pc:sldMkLst>
          <pc:docMk/>
          <pc:sldMk cId="0" sldId="354"/>
        </pc:sldMkLst>
      </pc:sldChg>
      <pc:sldChg chg="add del">
        <pc:chgData name="Ms Alina Arshad" userId="cccdfd85-d35d-4453-9c6f-a463aae40722" providerId="ADAL" clId="{D4C91E6F-B9DD-440D-9732-C61CDFB6C2C8}" dt="2024-09-22T13:29:48.843" v="420" actId="47"/>
        <pc:sldMkLst>
          <pc:docMk/>
          <pc:sldMk cId="0" sldId="355"/>
        </pc:sldMkLst>
      </pc:sldChg>
      <pc:sldChg chg="add del">
        <pc:chgData name="Ms Alina Arshad" userId="cccdfd85-d35d-4453-9c6f-a463aae40722" providerId="ADAL" clId="{D4C91E6F-B9DD-440D-9732-C61CDFB6C2C8}" dt="2024-09-22T13:29:52.400" v="428" actId="47"/>
        <pc:sldMkLst>
          <pc:docMk/>
          <pc:sldMk cId="0" sldId="357"/>
        </pc:sldMkLst>
      </pc:sldChg>
      <pc:sldChg chg="add del">
        <pc:chgData name="Ms Alina Arshad" userId="cccdfd85-d35d-4453-9c6f-a463aae40722" providerId="ADAL" clId="{D4C91E6F-B9DD-440D-9732-C61CDFB6C2C8}" dt="2024-09-22T13:29:50.507" v="424" actId="47"/>
        <pc:sldMkLst>
          <pc:docMk/>
          <pc:sldMk cId="0" sldId="368"/>
        </pc:sldMkLst>
      </pc:sldChg>
      <pc:sldChg chg="modSp add del mod">
        <pc:chgData name="Ms Alina Arshad" userId="cccdfd85-d35d-4453-9c6f-a463aae40722" providerId="ADAL" clId="{D4C91E6F-B9DD-440D-9732-C61CDFB6C2C8}" dt="2024-09-22T13:29:51.017" v="425" actId="47"/>
        <pc:sldMkLst>
          <pc:docMk/>
          <pc:sldMk cId="0" sldId="369"/>
        </pc:sldMkLst>
        <pc:spChg chg="mod">
          <ac:chgData name="Ms Alina Arshad" userId="cccdfd85-d35d-4453-9c6f-a463aae40722" providerId="ADAL" clId="{D4C91E6F-B9DD-440D-9732-C61CDFB6C2C8}" dt="2024-09-22T13:07:58.878" v="231" actId="27636"/>
          <ac:spMkLst>
            <pc:docMk/>
            <pc:sldMk cId="0" sldId="369"/>
            <ac:spMk id="81924" creationId="{68248C69-9332-4A99-BC0A-14F57C4D99DE}"/>
          </ac:spMkLst>
        </pc:spChg>
      </pc:sldChg>
      <pc:sldChg chg="modSp add del mod">
        <pc:chgData name="Ms Alina Arshad" userId="cccdfd85-d35d-4453-9c6f-a463aae40722" providerId="ADAL" clId="{D4C91E6F-B9DD-440D-9732-C61CDFB6C2C8}" dt="2024-09-22T13:29:49.419" v="421" actId="47"/>
        <pc:sldMkLst>
          <pc:docMk/>
          <pc:sldMk cId="0" sldId="370"/>
        </pc:sldMkLst>
        <pc:spChg chg="mod">
          <ac:chgData name="Ms Alina Arshad" userId="cccdfd85-d35d-4453-9c6f-a463aae40722" providerId="ADAL" clId="{D4C91E6F-B9DD-440D-9732-C61CDFB6C2C8}" dt="2024-09-22T13:07:58.875" v="230" actId="27636"/>
          <ac:spMkLst>
            <pc:docMk/>
            <pc:sldMk cId="0" sldId="370"/>
            <ac:spMk id="77828" creationId="{AE58D6A9-2268-4B9B-B644-43B75570DBA9}"/>
          </ac:spMkLst>
        </pc:spChg>
      </pc:sldChg>
      <pc:sldChg chg="add del">
        <pc:chgData name="Ms Alina Arshad" userId="cccdfd85-d35d-4453-9c6f-a463aae40722" providerId="ADAL" clId="{D4C91E6F-B9DD-440D-9732-C61CDFB6C2C8}" dt="2024-09-22T13:29:49.800" v="423" actId="47"/>
        <pc:sldMkLst>
          <pc:docMk/>
          <pc:sldMk cId="0" sldId="371"/>
        </pc:sldMkLst>
      </pc:sldChg>
      <pc:sldChg chg="add del">
        <pc:chgData name="Ms Alina Arshad" userId="cccdfd85-d35d-4453-9c6f-a463aae40722" providerId="ADAL" clId="{D4C91E6F-B9DD-440D-9732-C61CDFB6C2C8}" dt="2024-09-22T13:29:49.629" v="422" actId="47"/>
        <pc:sldMkLst>
          <pc:docMk/>
          <pc:sldMk cId="0" sldId="372"/>
        </pc:sldMkLst>
      </pc:sldChg>
      <pc:sldChg chg="add del">
        <pc:chgData name="Ms Alina Arshad" userId="cccdfd85-d35d-4453-9c6f-a463aae40722" providerId="ADAL" clId="{D4C91E6F-B9DD-440D-9732-C61CDFB6C2C8}" dt="2024-09-22T13:29:51.486" v="426" actId="47"/>
        <pc:sldMkLst>
          <pc:docMk/>
          <pc:sldMk cId="0" sldId="392"/>
        </pc:sldMkLst>
      </pc:sldChg>
      <pc:sldChg chg="add del">
        <pc:chgData name="Ms Alina Arshad" userId="cccdfd85-d35d-4453-9c6f-a463aae40722" providerId="ADAL" clId="{D4C91E6F-B9DD-440D-9732-C61CDFB6C2C8}" dt="2024-09-22T13:29:51.972" v="427" actId="47"/>
        <pc:sldMkLst>
          <pc:docMk/>
          <pc:sldMk cId="0" sldId="396"/>
        </pc:sldMkLst>
      </pc:sldChg>
      <pc:sldChg chg="del">
        <pc:chgData name="Ms Alina Arshad" userId="cccdfd85-d35d-4453-9c6f-a463aae40722" providerId="ADAL" clId="{D4C91E6F-B9DD-440D-9732-C61CDFB6C2C8}" dt="2024-09-22T13:29:48.760" v="417" actId="47"/>
        <pc:sldMkLst>
          <pc:docMk/>
          <pc:sldMk cId="1634129650" sldId="397"/>
        </pc:sldMkLst>
      </pc:sldChg>
      <pc:sldChg chg="addSp delSp modSp add mod">
        <pc:chgData name="Ms Alina Arshad" userId="cccdfd85-d35d-4453-9c6f-a463aae40722" providerId="ADAL" clId="{D4C91E6F-B9DD-440D-9732-C61CDFB6C2C8}" dt="2024-09-24T14:15:56.018" v="560"/>
        <pc:sldMkLst>
          <pc:docMk/>
          <pc:sldMk cId="818196387" sldId="398"/>
        </pc:sldMkLst>
        <pc:spChg chg="del mod">
          <ac:chgData name="Ms Alina Arshad" userId="cccdfd85-d35d-4453-9c6f-a463aae40722" providerId="ADAL" clId="{D4C91E6F-B9DD-440D-9732-C61CDFB6C2C8}" dt="2024-09-24T14:15:51.982" v="558" actId="478"/>
          <ac:spMkLst>
            <pc:docMk/>
            <pc:sldMk cId="818196387" sldId="398"/>
            <ac:spMk id="2" creationId="{41435336-0E45-46A6-ADEF-9EF46BC634DD}"/>
          </ac:spMkLst>
        </pc:spChg>
        <pc:spChg chg="add del mod">
          <ac:chgData name="Ms Alina Arshad" userId="cccdfd85-d35d-4453-9c6f-a463aae40722" providerId="ADAL" clId="{D4C91E6F-B9DD-440D-9732-C61CDFB6C2C8}" dt="2024-09-24T14:15:49.180" v="557" actId="478"/>
          <ac:spMkLst>
            <pc:docMk/>
            <pc:sldMk cId="818196387" sldId="398"/>
            <ac:spMk id="3" creationId="{CC1C9515-A48B-20D6-E4F6-461B08A868F5}"/>
          </ac:spMkLst>
        </pc:spChg>
        <pc:spChg chg="mod">
          <ac:chgData name="Ms Alina Arshad" userId="cccdfd85-d35d-4453-9c6f-a463aae40722" providerId="ADAL" clId="{D4C91E6F-B9DD-440D-9732-C61CDFB6C2C8}" dt="2024-09-24T14:13:42.561" v="502" actId="20577"/>
          <ac:spMkLst>
            <pc:docMk/>
            <pc:sldMk cId="818196387" sldId="398"/>
            <ac:spMk id="4" creationId="{00000000-0000-0000-0000-000000000000}"/>
          </ac:spMkLst>
        </pc:spChg>
        <pc:spChg chg="add del mod">
          <ac:chgData name="Ms Alina Arshad" userId="cccdfd85-d35d-4453-9c6f-a463aae40722" providerId="ADAL" clId="{D4C91E6F-B9DD-440D-9732-C61CDFB6C2C8}" dt="2024-09-24T14:15:55.150" v="559" actId="478"/>
          <ac:spMkLst>
            <pc:docMk/>
            <pc:sldMk cId="818196387" sldId="398"/>
            <ac:spMk id="7" creationId="{792DD084-4C88-7090-792C-A0F81D39ADC4}"/>
          </ac:spMkLst>
        </pc:spChg>
        <pc:spChg chg="add mod">
          <ac:chgData name="Ms Alina Arshad" userId="cccdfd85-d35d-4453-9c6f-a463aae40722" providerId="ADAL" clId="{D4C91E6F-B9DD-440D-9732-C61CDFB6C2C8}" dt="2024-09-24T14:15:56.018" v="560"/>
          <ac:spMkLst>
            <pc:docMk/>
            <pc:sldMk cId="818196387" sldId="398"/>
            <ac:spMk id="8" creationId="{C95CAA38-1F59-6381-13B3-1611D4F68478}"/>
          </ac:spMkLst>
        </pc:spChg>
        <pc:picChg chg="mod">
          <ac:chgData name="Ms Alina Arshad" userId="cccdfd85-d35d-4453-9c6f-a463aae40722" providerId="ADAL" clId="{D4C91E6F-B9DD-440D-9732-C61CDFB6C2C8}" dt="2024-09-22T13:15:42.498" v="276" actId="1076"/>
          <ac:picMkLst>
            <pc:docMk/>
            <pc:sldMk cId="818196387" sldId="398"/>
            <ac:picMk id="6" creationId="{00000000-0000-0000-0000-000000000000}"/>
          </ac:picMkLst>
        </pc:picChg>
      </pc:sldChg>
      <pc:sldChg chg="addSp delSp modSp add mod">
        <pc:chgData name="Ms Alina Arshad" userId="cccdfd85-d35d-4453-9c6f-a463aae40722" providerId="ADAL" clId="{D4C91E6F-B9DD-440D-9732-C61CDFB6C2C8}" dt="2024-09-24T14:16:04.104" v="563"/>
        <pc:sldMkLst>
          <pc:docMk/>
          <pc:sldMk cId="3016557581" sldId="399"/>
        </pc:sldMkLst>
        <pc:spChg chg="del mod">
          <ac:chgData name="Ms Alina Arshad" userId="cccdfd85-d35d-4453-9c6f-a463aae40722" providerId="ADAL" clId="{D4C91E6F-B9DD-440D-9732-C61CDFB6C2C8}" dt="2024-09-24T14:16:01.229" v="561" actId="478"/>
          <ac:spMkLst>
            <pc:docMk/>
            <pc:sldMk cId="3016557581" sldId="399"/>
            <ac:spMk id="2" creationId="{E2B52054-9130-4CB7-BA10-54AC86DB3C4E}"/>
          </ac:spMkLst>
        </pc:spChg>
        <pc:spChg chg="mod">
          <ac:chgData name="Ms Alina Arshad" userId="cccdfd85-d35d-4453-9c6f-a463aae40722" providerId="ADAL" clId="{D4C91E6F-B9DD-440D-9732-C61CDFB6C2C8}" dt="2024-09-24T14:14:16.454" v="505" actId="2711"/>
          <ac:spMkLst>
            <pc:docMk/>
            <pc:sldMk cId="3016557581" sldId="399"/>
            <ac:spMk id="3" creationId="{0EA14083-9FE5-4604-AE9D-7238164721FE}"/>
          </ac:spMkLst>
        </pc:spChg>
        <pc:spChg chg="add del mod">
          <ac:chgData name="Ms Alina Arshad" userId="cccdfd85-d35d-4453-9c6f-a463aae40722" providerId="ADAL" clId="{D4C91E6F-B9DD-440D-9732-C61CDFB6C2C8}" dt="2024-09-24T14:16:03.318" v="562" actId="478"/>
          <ac:spMkLst>
            <pc:docMk/>
            <pc:sldMk cId="3016557581" sldId="399"/>
            <ac:spMk id="5" creationId="{33333F71-E0E4-D2CD-E2D3-55BB27D7CA78}"/>
          </ac:spMkLst>
        </pc:spChg>
        <pc:spChg chg="add mod">
          <ac:chgData name="Ms Alina Arshad" userId="cccdfd85-d35d-4453-9c6f-a463aae40722" providerId="ADAL" clId="{D4C91E6F-B9DD-440D-9732-C61CDFB6C2C8}" dt="2024-09-24T14:16:04.104" v="563"/>
          <ac:spMkLst>
            <pc:docMk/>
            <pc:sldMk cId="3016557581" sldId="399"/>
            <ac:spMk id="6" creationId="{A3215404-E9DC-5634-AFA7-B5F0618CC992}"/>
          </ac:spMkLst>
        </pc:spChg>
      </pc:sldChg>
      <pc:sldChg chg="addSp delSp modSp add mod ord">
        <pc:chgData name="Ms Alina Arshad" userId="cccdfd85-d35d-4453-9c6f-a463aae40722" providerId="ADAL" clId="{D4C91E6F-B9DD-440D-9732-C61CDFB6C2C8}" dt="2024-09-24T14:16:25.074" v="570"/>
        <pc:sldMkLst>
          <pc:docMk/>
          <pc:sldMk cId="778265951" sldId="400"/>
        </pc:sldMkLst>
        <pc:spChg chg="del mod">
          <ac:chgData name="Ms Alina Arshad" userId="cccdfd85-d35d-4453-9c6f-a463aae40722" providerId="ADAL" clId="{D4C91E6F-B9DD-440D-9732-C61CDFB6C2C8}" dt="2024-09-24T14:16:18.877" v="566" actId="478"/>
          <ac:spMkLst>
            <pc:docMk/>
            <pc:sldMk cId="778265951" sldId="400"/>
            <ac:spMk id="2" creationId="{81D18A18-D626-433C-BD10-286086DF62BE}"/>
          </ac:spMkLst>
        </pc:spChg>
        <pc:spChg chg="mod">
          <ac:chgData name="Ms Alina Arshad" userId="cccdfd85-d35d-4453-9c6f-a463aae40722" providerId="ADAL" clId="{D4C91E6F-B9DD-440D-9732-C61CDFB6C2C8}" dt="2024-09-24T14:15:10.690" v="511" actId="12"/>
          <ac:spMkLst>
            <pc:docMk/>
            <pc:sldMk cId="778265951" sldId="400"/>
            <ac:spMk id="3" creationId="{F5F3CEE5-C73D-4116-87E2-1842D15B8EF7}"/>
          </ac:spMkLst>
        </pc:spChg>
        <pc:spChg chg="add del mod">
          <ac:chgData name="Ms Alina Arshad" userId="cccdfd85-d35d-4453-9c6f-a463aae40722" providerId="ADAL" clId="{D4C91E6F-B9DD-440D-9732-C61CDFB6C2C8}" dt="2024-09-24T14:16:14.552" v="565" actId="478"/>
          <ac:spMkLst>
            <pc:docMk/>
            <pc:sldMk cId="778265951" sldId="400"/>
            <ac:spMk id="4" creationId="{FE0E4446-F7C4-3EA9-4AD8-6C861354B69C}"/>
          </ac:spMkLst>
        </pc:spChg>
        <pc:spChg chg="add del mod">
          <ac:chgData name="Ms Alina Arshad" userId="cccdfd85-d35d-4453-9c6f-a463aae40722" providerId="ADAL" clId="{D4C91E6F-B9DD-440D-9732-C61CDFB6C2C8}" dt="2024-09-24T14:16:24.104" v="569" actId="478"/>
          <ac:spMkLst>
            <pc:docMk/>
            <pc:sldMk cId="778265951" sldId="400"/>
            <ac:spMk id="7" creationId="{250D1842-C960-9F5E-386D-3BE22BE148DC}"/>
          </ac:spMkLst>
        </pc:spChg>
        <pc:spChg chg="add mod">
          <ac:chgData name="Ms Alina Arshad" userId="cccdfd85-d35d-4453-9c6f-a463aae40722" providerId="ADAL" clId="{D4C91E6F-B9DD-440D-9732-C61CDFB6C2C8}" dt="2024-09-24T14:16:25.074" v="570"/>
          <ac:spMkLst>
            <pc:docMk/>
            <pc:sldMk cId="778265951" sldId="400"/>
            <ac:spMk id="8" creationId="{64C02240-9E36-BB94-9891-47C4805E47F0}"/>
          </ac:spMkLst>
        </pc:spChg>
        <pc:picChg chg="mod">
          <ac:chgData name="Ms Alina Arshad" userId="cccdfd85-d35d-4453-9c6f-a463aae40722" providerId="ADAL" clId="{D4C91E6F-B9DD-440D-9732-C61CDFB6C2C8}" dt="2024-09-22T13:17:28.856" v="305" actId="1076"/>
          <ac:picMkLst>
            <pc:docMk/>
            <pc:sldMk cId="778265951" sldId="400"/>
            <ac:picMk id="5" creationId="{13889469-74D1-4332-9F10-768E2A51287B}"/>
          </ac:picMkLst>
        </pc:picChg>
      </pc:sldChg>
      <pc:sldChg chg="modSp add mod">
        <pc:chgData name="Ms Alina Arshad" userId="cccdfd85-d35d-4453-9c6f-a463aae40722" providerId="ADAL" clId="{D4C91E6F-B9DD-440D-9732-C61CDFB6C2C8}" dt="2024-09-24T14:26:27.908" v="582" actId="403"/>
        <pc:sldMkLst>
          <pc:docMk/>
          <pc:sldMk cId="978211767" sldId="401"/>
        </pc:sldMkLst>
        <pc:spChg chg="mod">
          <ac:chgData name="Ms Alina Arshad" userId="cccdfd85-d35d-4453-9c6f-a463aae40722" providerId="ADAL" clId="{D4C91E6F-B9DD-440D-9732-C61CDFB6C2C8}" dt="2024-09-24T14:26:22.225" v="580" actId="207"/>
          <ac:spMkLst>
            <pc:docMk/>
            <pc:sldMk cId="978211767" sldId="401"/>
            <ac:spMk id="2" creationId="{144233A4-E56A-464D-B33A-A1504BF17870}"/>
          </ac:spMkLst>
        </pc:spChg>
        <pc:spChg chg="mod">
          <ac:chgData name="Ms Alina Arshad" userId="cccdfd85-d35d-4453-9c6f-a463aae40722" providerId="ADAL" clId="{D4C91E6F-B9DD-440D-9732-C61CDFB6C2C8}" dt="2024-09-24T14:26:27.908" v="582" actId="403"/>
          <ac:spMkLst>
            <pc:docMk/>
            <pc:sldMk cId="978211767" sldId="401"/>
            <ac:spMk id="3" creationId="{E937F355-7669-4EAF-9A89-20F10222BF5D}"/>
          </ac:spMkLst>
        </pc:spChg>
      </pc:sldChg>
      <pc:sldChg chg="modSp add mod">
        <pc:chgData name="Ms Alina Arshad" userId="cccdfd85-d35d-4453-9c6f-a463aae40722" providerId="ADAL" clId="{D4C91E6F-B9DD-440D-9732-C61CDFB6C2C8}" dt="2024-09-24T14:26:56.792" v="585" actId="14100"/>
        <pc:sldMkLst>
          <pc:docMk/>
          <pc:sldMk cId="20141498" sldId="402"/>
        </pc:sldMkLst>
        <pc:spChg chg="mod">
          <ac:chgData name="Ms Alina Arshad" userId="cccdfd85-d35d-4453-9c6f-a463aae40722" providerId="ADAL" clId="{D4C91E6F-B9DD-440D-9732-C61CDFB6C2C8}" dt="2024-09-22T13:22:20.742" v="345" actId="207"/>
          <ac:spMkLst>
            <pc:docMk/>
            <pc:sldMk cId="20141498" sldId="402"/>
            <ac:spMk id="2" creationId="{D639E78D-B438-402C-80B5-31FC5FB10F7F}"/>
          </ac:spMkLst>
        </pc:spChg>
        <pc:spChg chg="mod">
          <ac:chgData name="Ms Alina Arshad" userId="cccdfd85-d35d-4453-9c6f-a463aae40722" providerId="ADAL" clId="{D4C91E6F-B9DD-440D-9732-C61CDFB6C2C8}" dt="2024-09-24T14:26:56.792" v="585" actId="14100"/>
          <ac:spMkLst>
            <pc:docMk/>
            <pc:sldMk cId="20141498" sldId="402"/>
            <ac:spMk id="3" creationId="{2EA2AE38-5155-482E-84CB-CC5042136080}"/>
          </ac:spMkLst>
        </pc:spChg>
      </pc:sldChg>
      <pc:sldChg chg="del">
        <pc:chgData name="Ms Alina Arshad" userId="cccdfd85-d35d-4453-9c6f-a463aae40722" providerId="ADAL" clId="{D4C91E6F-B9DD-440D-9732-C61CDFB6C2C8}" dt="2024-09-28T10:07:41.495" v="632" actId="47"/>
        <pc:sldMkLst>
          <pc:docMk/>
          <pc:sldMk cId="2047768808" sldId="404"/>
        </pc:sldMkLst>
      </pc:sldChg>
    </pc:docChg>
  </pc:docChgLst>
  <pc:docChgLst>
    <pc:chgData name="Ms Alina Arshad" userId="cccdfd85-d35d-4453-9c6f-a463aae40722" providerId="ADAL" clId="{257884F0-2070-407B-AADC-316829D7A4D5}"/>
    <pc:docChg chg="undo custSel addSld delSld modSld sldOrd modNotesMaster">
      <pc:chgData name="Ms Alina Arshad" userId="cccdfd85-d35d-4453-9c6f-a463aae40722" providerId="ADAL" clId="{257884F0-2070-407B-AADC-316829D7A4D5}" dt="2024-09-25T03:48:28.534" v="45" actId="1076"/>
      <pc:docMkLst>
        <pc:docMk/>
      </pc:docMkLst>
      <pc:sldChg chg="modSp mod">
        <pc:chgData name="Ms Alina Arshad" userId="cccdfd85-d35d-4453-9c6f-a463aae40722" providerId="ADAL" clId="{257884F0-2070-407B-AADC-316829D7A4D5}" dt="2024-09-24T06:21:25.708" v="0" actId="1076"/>
        <pc:sldMkLst>
          <pc:docMk/>
          <pc:sldMk cId="0" sldId="259"/>
        </pc:sldMkLst>
        <pc:grpChg chg="mod">
          <ac:chgData name="Ms Alina Arshad" userId="cccdfd85-d35d-4453-9c6f-a463aae40722" providerId="ADAL" clId="{257884F0-2070-407B-AADC-316829D7A4D5}" dt="2024-09-24T06:21:25.708" v="0" actId="1076"/>
          <ac:grpSpMkLst>
            <pc:docMk/>
            <pc:sldMk cId="0" sldId="259"/>
            <ac:grpSpMk id="2" creationId="{00000000-0000-0000-0000-000000000000}"/>
          </ac:grpSpMkLst>
        </pc:grpChg>
      </pc:sldChg>
      <pc:sldChg chg="modSp mod">
        <pc:chgData name="Ms Alina Arshad" userId="cccdfd85-d35d-4453-9c6f-a463aae40722" providerId="ADAL" clId="{257884F0-2070-407B-AADC-316829D7A4D5}" dt="2024-09-24T06:29:42.028" v="2" actId="20577"/>
        <pc:sldMkLst>
          <pc:docMk/>
          <pc:sldMk cId="0" sldId="260"/>
        </pc:sldMkLst>
        <pc:spChg chg="mod">
          <ac:chgData name="Ms Alina Arshad" userId="cccdfd85-d35d-4453-9c6f-a463aae40722" providerId="ADAL" clId="{257884F0-2070-407B-AADC-316829D7A4D5}" dt="2024-09-24T06:29:42.028" v="2" actId="20577"/>
          <ac:spMkLst>
            <pc:docMk/>
            <pc:sldMk cId="0" sldId="260"/>
            <ac:spMk id="3" creationId="{00000000-0000-0000-0000-000000000000}"/>
          </ac:spMkLst>
        </pc:spChg>
      </pc:sldChg>
      <pc:sldChg chg="delSp modSp mod">
        <pc:chgData name="Ms Alina Arshad" userId="cccdfd85-d35d-4453-9c6f-a463aae40722" providerId="ADAL" clId="{257884F0-2070-407B-AADC-316829D7A4D5}" dt="2024-09-24T06:30:53.499" v="8" actId="1076"/>
        <pc:sldMkLst>
          <pc:docMk/>
          <pc:sldMk cId="1577505814" sldId="265"/>
        </pc:sldMkLst>
        <pc:spChg chg="del mod">
          <ac:chgData name="Ms Alina Arshad" userId="cccdfd85-d35d-4453-9c6f-a463aae40722" providerId="ADAL" clId="{257884F0-2070-407B-AADC-316829D7A4D5}" dt="2024-09-24T06:30:50.556" v="7" actId="478"/>
          <ac:spMkLst>
            <pc:docMk/>
            <pc:sldMk cId="1577505814" sldId="265"/>
            <ac:spMk id="4" creationId="{00000000-0000-0000-0000-000000000000}"/>
          </ac:spMkLst>
        </pc:spChg>
        <pc:picChg chg="mod">
          <ac:chgData name="Ms Alina Arshad" userId="cccdfd85-d35d-4453-9c6f-a463aae40722" providerId="ADAL" clId="{257884F0-2070-407B-AADC-316829D7A4D5}" dt="2024-09-24T06:30:53.499" v="8" actId="1076"/>
          <ac:picMkLst>
            <pc:docMk/>
            <pc:sldMk cId="1577505814" sldId="265"/>
            <ac:picMk id="5" creationId="{28B6A947-1E80-48EF-9AA4-2B6CCB11361F}"/>
          </ac:picMkLst>
        </pc:picChg>
      </pc:sldChg>
      <pc:sldChg chg="ord">
        <pc:chgData name="Ms Alina Arshad" userId="cccdfd85-d35d-4453-9c6f-a463aae40722" providerId="ADAL" clId="{257884F0-2070-407B-AADC-316829D7A4D5}" dt="2024-09-25T03:43:21.435" v="29"/>
        <pc:sldMkLst>
          <pc:docMk/>
          <pc:sldMk cId="1402144616" sldId="285"/>
        </pc:sldMkLst>
      </pc:sldChg>
      <pc:sldChg chg="modSp mod">
        <pc:chgData name="Ms Alina Arshad" userId="cccdfd85-d35d-4453-9c6f-a463aae40722" providerId="ADAL" clId="{257884F0-2070-407B-AADC-316829D7A4D5}" dt="2024-09-24T06:30:40.892" v="5" actId="113"/>
        <pc:sldMkLst>
          <pc:docMk/>
          <pc:sldMk cId="818196387" sldId="398"/>
        </pc:sldMkLst>
        <pc:spChg chg="mod">
          <ac:chgData name="Ms Alina Arshad" userId="cccdfd85-d35d-4453-9c6f-a463aae40722" providerId="ADAL" clId="{257884F0-2070-407B-AADC-316829D7A4D5}" dt="2024-09-24T06:30:40.892" v="5" actId="113"/>
          <ac:spMkLst>
            <pc:docMk/>
            <pc:sldMk cId="818196387" sldId="398"/>
            <ac:spMk id="4" creationId="{00000000-0000-0000-0000-000000000000}"/>
          </ac:spMkLst>
        </pc:spChg>
      </pc:sldChg>
      <pc:sldChg chg="modSp new del mod ord">
        <pc:chgData name="Ms Alina Arshad" userId="cccdfd85-d35d-4453-9c6f-a463aae40722" providerId="ADAL" clId="{257884F0-2070-407B-AADC-316829D7A4D5}" dt="2024-09-25T03:43:09.142" v="26" actId="680"/>
        <pc:sldMkLst>
          <pc:docMk/>
          <pc:sldMk cId="866912404" sldId="403"/>
        </pc:sldMkLst>
        <pc:spChg chg="mod">
          <ac:chgData name="Ms Alina Arshad" userId="cccdfd85-d35d-4453-9c6f-a463aae40722" providerId="ADAL" clId="{257884F0-2070-407B-AADC-316829D7A4D5}" dt="2024-09-25T03:43:07.825" v="23"/>
          <ac:spMkLst>
            <pc:docMk/>
            <pc:sldMk cId="866912404" sldId="403"/>
            <ac:spMk id="2" creationId="{FD7683D0-A1DF-D5B5-6E05-E49E30417797}"/>
          </ac:spMkLst>
        </pc:spChg>
        <pc:spChg chg="mod">
          <ac:chgData name="Ms Alina Arshad" userId="cccdfd85-d35d-4453-9c6f-a463aae40722" providerId="ADAL" clId="{257884F0-2070-407B-AADC-316829D7A4D5}" dt="2024-09-25T03:43:08.720" v="25"/>
          <ac:spMkLst>
            <pc:docMk/>
            <pc:sldMk cId="866912404" sldId="403"/>
            <ac:spMk id="3" creationId="{C10FC0B5-1B4F-CC32-3BCF-2CD84F79A5BB}"/>
          </ac:spMkLst>
        </pc:spChg>
      </pc:sldChg>
      <pc:sldChg chg="modSp new mod">
        <pc:chgData name="Ms Alina Arshad" userId="cccdfd85-d35d-4453-9c6f-a463aae40722" providerId="ADAL" clId="{257884F0-2070-407B-AADC-316829D7A4D5}" dt="2024-09-25T03:45:11.608" v="38" actId="207"/>
        <pc:sldMkLst>
          <pc:docMk/>
          <pc:sldMk cId="2183119630" sldId="403"/>
        </pc:sldMkLst>
        <pc:spChg chg="mod">
          <ac:chgData name="Ms Alina Arshad" userId="cccdfd85-d35d-4453-9c6f-a463aae40722" providerId="ADAL" clId="{257884F0-2070-407B-AADC-316829D7A4D5}" dt="2024-09-25T03:44:12.845" v="36" actId="20577"/>
          <ac:spMkLst>
            <pc:docMk/>
            <pc:sldMk cId="2183119630" sldId="403"/>
            <ac:spMk id="2" creationId="{77407999-AEB3-81C4-9054-44B8F0629342}"/>
          </ac:spMkLst>
        </pc:spChg>
        <pc:spChg chg="mod">
          <ac:chgData name="Ms Alina Arshad" userId="cccdfd85-d35d-4453-9c6f-a463aae40722" providerId="ADAL" clId="{257884F0-2070-407B-AADC-316829D7A4D5}" dt="2024-09-25T03:45:11.608" v="38" actId="207"/>
          <ac:spMkLst>
            <pc:docMk/>
            <pc:sldMk cId="2183119630" sldId="403"/>
            <ac:spMk id="3" creationId="{4D7D330E-2B26-9D15-A299-B20C6589F1DF}"/>
          </ac:spMkLst>
        </pc:spChg>
      </pc:sldChg>
      <pc:sldChg chg="addSp modSp new mod">
        <pc:chgData name="Ms Alina Arshad" userId="cccdfd85-d35d-4453-9c6f-a463aae40722" providerId="ADAL" clId="{257884F0-2070-407B-AADC-316829D7A4D5}" dt="2024-09-25T03:48:28.534" v="45" actId="1076"/>
        <pc:sldMkLst>
          <pc:docMk/>
          <pc:sldMk cId="2047768808" sldId="404"/>
        </pc:sldMkLst>
        <pc:picChg chg="add mod">
          <ac:chgData name="Ms Alina Arshad" userId="cccdfd85-d35d-4453-9c6f-a463aae40722" providerId="ADAL" clId="{257884F0-2070-407B-AADC-316829D7A4D5}" dt="2024-09-25T03:48:28.534" v="45" actId="1076"/>
          <ac:picMkLst>
            <pc:docMk/>
            <pc:sldMk cId="2047768808" sldId="404"/>
            <ac:picMk id="3" creationId="{00C91DBE-6CD9-A26E-A265-2E862DCFBC0F}"/>
          </ac:picMkLst>
        </pc:picChg>
      </pc:sldChg>
    </pc:docChg>
  </pc:docChgLst>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addSp delSp mod">
        <pc:chgData name="Ms Alina Arshad" userId="cccdfd85-d35d-4453-9c6f-a463aae40722" providerId="ADAL" clId="{57485560-A1FA-415A-BF02-476F12996002}" dt="2024-09-01T04:11:14.245" v="2" actId="22"/>
        <pc:sldMkLst>
          <pc:docMk/>
          <pc:sldMk cId="0" sldId="259"/>
        </pc:sldMkLst>
        <pc:picChg chg="add del">
          <ac:chgData name="Ms Alina Arshad" userId="cccdfd85-d35d-4453-9c6f-a463aae40722" providerId="ADAL" clId="{57485560-A1FA-415A-BF02-476F12996002}" dt="2024-09-01T04:11:14.245" v="2" actId="22"/>
          <ac:picMkLst>
            <pc:docMk/>
            <pc:sldMk cId="0" sldId="259"/>
            <ac:picMk id="5" creationId="{057F4995-001D-925F-66AC-88924EEB93E7}"/>
          </ac:picMkLst>
        </pc:picChg>
      </pc:sldChg>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18:18.107" v="52" actId="113"/>
        <pc:sldMkLst>
          <pc:docMk/>
          <pc:sldMk cId="0" sldId="261"/>
        </pc:sldMkLst>
        <pc:spChg chg="mod">
          <ac:chgData name="Ms Alina Arshad" userId="cccdfd85-d35d-4453-9c6f-a463aae40722" providerId="ADAL" clId="{57485560-A1FA-415A-BF02-476F12996002}" dt="2024-09-01T04:18:18.107" v="52" actId="113"/>
          <ac:spMkLst>
            <pc:docMk/>
            <pc:sldMk cId="0" sldId="261"/>
            <ac:spMk id="3" creationId="{00000000-0000-0000-0000-000000000000}"/>
          </ac:spMkLst>
        </pc:spChg>
      </pc:sldChg>
      <pc:sldChg chg="modSp mod modNotesTx">
        <pc:chgData name="Ms Alina Arshad" userId="cccdfd85-d35d-4453-9c6f-a463aae40722" providerId="ADAL" clId="{57485560-A1FA-415A-BF02-476F12996002}" dt="2024-09-01T05:00:40.446" v="208" actId="1076"/>
        <pc:sldMkLst>
          <pc:docMk/>
          <pc:sldMk cId="0" sldId="262"/>
        </pc:sldMkLst>
        <pc:spChg chg="mod">
          <ac:chgData name="Ms Alina Arshad" userId="cccdfd85-d35d-4453-9c6f-a463aae40722" providerId="ADAL" clId="{57485560-A1FA-415A-BF02-476F12996002}" dt="2024-09-01T05:00:40.446" v="208" actId="1076"/>
          <ac:spMkLst>
            <pc:docMk/>
            <pc:sldMk cId="0" sldId="262"/>
            <ac:spMk id="2" creationId="{00000000-0000-0000-0000-000000000000}"/>
          </ac:spMkLst>
        </pc:spChg>
        <pc:spChg chg="mod">
          <ac:chgData name="Ms Alina Arshad" userId="cccdfd85-d35d-4453-9c6f-a463aae40722" providerId="ADAL" clId="{57485560-A1FA-415A-BF02-476F12996002}" dt="2024-09-01T05:00:34.321" v="207" actId="14100"/>
          <ac:spMkLst>
            <pc:docMk/>
            <pc:sldMk cId="0" sldId="262"/>
            <ac:spMk id="3" creationId="{00000000-0000-0000-0000-000000000000}"/>
          </ac:spMkLst>
        </pc:spChg>
      </pc:sldChg>
      <pc:sldChg chg="modSp mod">
        <pc:chgData name="Ms Alina Arshad" userId="cccdfd85-d35d-4453-9c6f-a463aae40722" providerId="ADAL" clId="{57485560-A1FA-415A-BF02-476F12996002}" dt="2024-09-01T04:58:20.337" v="187" actId="113"/>
        <pc:sldMkLst>
          <pc:docMk/>
          <pc:sldMk cId="0" sldId="264"/>
        </pc:sldMkLst>
        <pc:spChg chg="mod">
          <ac:chgData name="Ms Alina Arshad" userId="cccdfd85-d35d-4453-9c6f-a463aae40722" providerId="ADAL" clId="{57485560-A1FA-415A-BF02-476F12996002}" dt="2024-09-01T04:58:20.337" v="187" actId="113"/>
          <ac:spMkLst>
            <pc:docMk/>
            <pc:sldMk cId="0" sldId="264"/>
            <ac:spMk id="3" creationId="{00000000-0000-0000-0000-000000000000}"/>
          </ac:spMkLst>
        </pc:spChg>
      </pc:sldChg>
      <pc:sldChg chg="modSp mod">
        <pc:chgData name="Ms Alina Arshad" userId="cccdfd85-d35d-4453-9c6f-a463aae40722" providerId="ADAL" clId="{57485560-A1FA-415A-BF02-476F12996002}" dt="2024-09-01T04:58:29.544" v="188" actId="113"/>
        <pc:sldMkLst>
          <pc:docMk/>
          <pc:sldMk cId="1577505814" sldId="265"/>
        </pc:sldMkLst>
        <pc:spChg chg="mod">
          <ac:chgData name="Ms Alina Arshad" userId="cccdfd85-d35d-4453-9c6f-a463aae40722" providerId="ADAL" clId="{57485560-A1FA-415A-BF02-476F12996002}" dt="2024-09-01T04:58:29.544" v="188" actId="113"/>
          <ac:spMkLst>
            <pc:docMk/>
            <pc:sldMk cId="1577505814"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1582826008" sldId="266"/>
        </pc:sldMkLst>
        <pc:spChg chg="mod">
          <ac:chgData name="Ms Alina Arshad" userId="cccdfd85-d35d-4453-9c6f-a463aae40722" providerId="ADAL" clId="{57485560-A1FA-415A-BF02-476F12996002}" dt="2024-09-01T05:03:09.408" v="210" actId="20577"/>
          <ac:spMkLst>
            <pc:docMk/>
            <pc:sldMk cId="1582826008"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1582826008"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731299161" sldId="267"/>
        </pc:sldMkLst>
        <pc:spChg chg="mod">
          <ac:chgData name="Ms Alina Arshad" userId="cccdfd85-d35d-4453-9c6f-a463aae40722" providerId="ADAL" clId="{57485560-A1FA-415A-BF02-476F12996002}" dt="2024-09-01T05:05:30.761" v="212" actId="20577"/>
          <ac:spMkLst>
            <pc:docMk/>
            <pc:sldMk cId="731299161"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90329638" sldId="268"/>
        </pc:sldMkLst>
        <pc:spChg chg="mod">
          <ac:chgData name="Ms Alina Arshad" userId="cccdfd85-d35d-4453-9c6f-a463aae40722" providerId="ADAL" clId="{57485560-A1FA-415A-BF02-476F12996002}" dt="2024-09-01T05:09:01.570" v="220" actId="255"/>
          <ac:spMkLst>
            <pc:docMk/>
            <pc:sldMk cId="90329638"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2295129282" sldId="269"/>
        </pc:sldMkLst>
        <pc:spChg chg="mod">
          <ac:chgData name="Ms Alina Arshad" userId="cccdfd85-d35d-4453-9c6f-a463aae40722" providerId="ADAL" clId="{57485560-A1FA-415A-BF02-476F12996002}" dt="2024-09-01T05:11:03.383" v="223" actId="20577"/>
          <ac:spMkLst>
            <pc:docMk/>
            <pc:sldMk cId="2295129282"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2090315159" sldId="270"/>
        </pc:sldMkLst>
        <pc:spChg chg="mod">
          <ac:chgData name="Ms Alina Arshad" userId="cccdfd85-d35d-4453-9c6f-a463aae40722" providerId="ADAL" clId="{57485560-A1FA-415A-BF02-476F12996002}" dt="2024-09-01T05:11:09.635" v="224" actId="207"/>
          <ac:spMkLst>
            <pc:docMk/>
            <pc:sldMk cId="2090315159"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2090315159"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3034138166" sldId="271"/>
        </pc:sldMkLst>
        <pc:spChg chg="mod">
          <ac:chgData name="Ms Alina Arshad" userId="cccdfd85-d35d-4453-9c6f-a463aae40722" providerId="ADAL" clId="{57485560-A1FA-415A-BF02-476F12996002}" dt="2024-08-31T05:25:06.082" v="0" actId="207"/>
          <ac:spMkLst>
            <pc:docMk/>
            <pc:sldMk cId="3034138166"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3034138166"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1634129650" sldId="397"/>
        </pc:sldMkLst>
        <pc:spChg chg="add mod">
          <ac:chgData name="Ms Alina Arshad" userId="cccdfd85-d35d-4453-9c6f-a463aae40722" providerId="ADAL" clId="{57485560-A1FA-415A-BF02-476F12996002}" dt="2024-09-01T05:25:12.124" v="266" actId="1076"/>
          <ac:spMkLst>
            <pc:docMk/>
            <pc:sldMk cId="163412965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163412965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163412965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1634129650" sldId="397"/>
            <ac:cxnSpMk id="10" creationId="{8A2E3792-997B-B08B-40C7-96693FDD8B19}"/>
          </ac:cxnSpMkLst>
        </pc:cxnChg>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44:19.755" v="55" actId="12"/>
        <pc:sldMkLst>
          <pc:docMk/>
          <pc:sldMk cId="0" sldId="259"/>
        </pc:sldMkLst>
        <pc:spChg chg="mod">
          <ac:chgData name="Ms Alina Arshad" userId="cccdfd85-d35d-4453-9c6f-a463aae40722" providerId="ADAL" clId="{CC6B5282-6613-48F0-886F-796865211BB0}" dt="2024-09-11T12:43:56.283" v="51" actId="14100"/>
          <ac:spMkLst>
            <pc:docMk/>
            <pc:sldMk cId="0" sldId="259"/>
            <ac:spMk id="112" creationId="{00000000-0000-0000-0000-000000000000}"/>
          </ac:spMkLst>
        </pc:spChg>
        <pc:spChg chg="mod">
          <ac:chgData name="Ms Alina Arshad" userId="cccdfd85-d35d-4453-9c6f-a463aae40722" providerId="ADAL" clId="{CC6B5282-6613-48F0-886F-796865211BB0}" dt="2024-09-11T12:44:19.755" v="55" actId="12"/>
          <ac:spMkLst>
            <pc:docMk/>
            <pc:sldMk cId="0" sldId="259"/>
            <ac:spMk id="113" creationId="{00000000-0000-0000-0000-000000000000}"/>
          </ac:spMkLst>
        </pc:spChg>
      </pc:sldChg>
      <pc:sldChg chg="modSp add del mod">
        <pc:chgData name="Ms Alina Arshad" userId="cccdfd85-d35d-4453-9c6f-a463aae40722" providerId="ADAL" clId="{CC6B5282-6613-48F0-886F-796865211BB0}" dt="2024-09-11T12:44:40.458" v="59" actId="14100"/>
        <pc:sldMkLst>
          <pc:docMk/>
          <pc:sldMk cId="0" sldId="260"/>
        </pc:sldMkLst>
        <pc:spChg chg="mod">
          <ac:chgData name="Ms Alina Arshad" userId="cccdfd85-d35d-4453-9c6f-a463aae40722" providerId="ADAL" clId="{CC6B5282-6613-48F0-886F-796865211BB0}" dt="2024-09-11T12:44:27.952" v="56" actId="207"/>
          <ac:spMkLst>
            <pc:docMk/>
            <pc:sldMk cId="0" sldId="260"/>
            <ac:spMk id="119" creationId="{00000000-0000-0000-0000-000000000000}"/>
          </ac:spMkLst>
        </pc:spChg>
        <pc:spChg chg="mod">
          <ac:chgData name="Ms Alina Arshad" userId="cccdfd85-d35d-4453-9c6f-a463aae40722" providerId="ADAL" clId="{CC6B5282-6613-48F0-886F-796865211BB0}" dt="2024-09-11T12:44:40.458" v="59" actId="14100"/>
          <ac:spMkLst>
            <pc:docMk/>
            <pc:sldMk cId="0" sldId="260"/>
            <ac:spMk id="121" creationId="{00000000-0000-0000-0000-000000000000}"/>
          </ac:spMkLst>
        </pc:spChg>
        <pc:picChg chg="mod">
          <ac:chgData name="Ms Alina Arshad" userId="cccdfd85-d35d-4453-9c6f-a463aae40722" providerId="ADAL" clId="{CC6B5282-6613-48F0-886F-796865211BB0}" dt="2024-09-11T12:44:31.775" v="57" actId="1076"/>
          <ac:picMkLst>
            <pc:docMk/>
            <pc:sldMk cId="0" sldId="260"/>
            <ac:picMk id="120" creationId="{00000000-0000-0000-0000-000000000000}"/>
          </ac:picMkLst>
        </pc:pic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4:48.316" v="89" actId="1076"/>
        <pc:sldMkLst>
          <pc:docMk/>
          <pc:sldMk cId="0" sldId="262"/>
        </pc:sldMkLst>
        <pc:spChg chg="mod">
          <ac:chgData name="Ms Alina Arshad" userId="cccdfd85-d35d-4453-9c6f-a463aae40722" providerId="ADAL" clId="{CC6B5282-6613-48F0-886F-796865211BB0}" dt="2024-09-11T12:52:23.498" v="77" actId="207"/>
          <ac:spMkLst>
            <pc:docMk/>
            <pc:sldMk cId="0" sldId="262"/>
            <ac:spMk id="136" creationId="{00000000-0000-0000-0000-000000000000}"/>
          </ac:spMkLst>
        </pc:spChg>
        <pc:picChg chg="mod">
          <ac:chgData name="Ms Alina Arshad" userId="cccdfd85-d35d-4453-9c6f-a463aae40722" providerId="ADAL" clId="{CC6B5282-6613-48F0-886F-796865211BB0}" dt="2024-09-11T12:52:27.292" v="78" actId="1076"/>
          <ac:picMkLst>
            <pc:docMk/>
            <pc:sldMk cId="0" sldId="262"/>
            <ac:picMk id="137" creationId="{00000000-0000-0000-0000-000000000000}"/>
          </ac:picMkLst>
        </pc:picChg>
        <pc:picChg chg="mod">
          <ac:chgData name="Ms Alina Arshad" userId="cccdfd85-d35d-4453-9c6f-a463aae40722" providerId="ADAL" clId="{CC6B5282-6613-48F0-886F-796865211BB0}" dt="2024-09-11T13:04:48.316" v="89" actId="1076"/>
          <ac:picMkLst>
            <pc:docMk/>
            <pc:sldMk cId="0" sldId="262"/>
            <ac:picMk id="138"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1577505814" sldId="265"/>
        </pc:sldMkLst>
        <pc:spChg chg="mod">
          <ac:chgData name="Ms Alina Arshad" userId="cccdfd85-d35d-4453-9c6f-a463aae40722" providerId="ADAL" clId="{CC6B5282-6613-48F0-886F-796865211BB0}" dt="2024-09-11T13:05:48.001" v="98" actId="14100"/>
          <ac:spMkLst>
            <pc:docMk/>
            <pc:sldMk cId="1577505814"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1577505814"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1582826008" sldId="266"/>
        </pc:sldMkLst>
        <pc:spChg chg="mod">
          <ac:chgData name="Ms Alina Arshad" userId="cccdfd85-d35d-4453-9c6f-a463aae40722" providerId="ADAL" clId="{CC6B5282-6613-48F0-886F-796865211BB0}" dt="2024-09-11T13:06:03.598" v="101" actId="1076"/>
          <ac:spMkLst>
            <pc:docMk/>
            <pc:sldMk cId="1582826008"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1582826008"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1582826008"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731299161" sldId="267"/>
        </pc:sldMkLst>
        <pc:spChg chg="mod">
          <ac:chgData name="Ms Alina Arshad" userId="cccdfd85-d35d-4453-9c6f-a463aae40722" providerId="ADAL" clId="{CC6B5282-6613-48F0-886F-796865211BB0}" dt="2024-09-11T13:06:55.957" v="114" actId="1076"/>
          <ac:spMkLst>
            <pc:docMk/>
            <pc:sldMk cId="731299161"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731299161"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731299161"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90329638" sldId="268"/>
        </pc:sldMkLst>
        <pc:spChg chg="mod">
          <ac:chgData name="Ms Alina Arshad" userId="cccdfd85-d35d-4453-9c6f-a463aae40722" providerId="ADAL" clId="{CC6B5282-6613-48F0-886F-796865211BB0}" dt="2024-09-11T13:07:15.560" v="120" actId="1076"/>
          <ac:spMkLst>
            <pc:docMk/>
            <pc:sldMk cId="90329638"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90329638"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90329638"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2295129282" sldId="269"/>
        </pc:sldMkLst>
      </pc:sldChg>
      <pc:sldChg chg="add del">
        <pc:chgData name="Ms Alina Arshad" userId="cccdfd85-d35d-4453-9c6f-a463aae40722" providerId="ADAL" clId="{CC6B5282-6613-48F0-886F-796865211BB0}" dt="2024-09-11T12:42:03.189" v="17"/>
        <pc:sldMkLst>
          <pc:docMk/>
          <pc:sldMk cId="2090315159" sldId="270"/>
        </pc:sldMkLst>
      </pc:sldChg>
      <pc:sldChg chg="add del">
        <pc:chgData name="Ms Alina Arshad" userId="cccdfd85-d35d-4453-9c6f-a463aae40722" providerId="ADAL" clId="{CC6B5282-6613-48F0-886F-796865211BB0}" dt="2024-09-11T12:42:03.189" v="17"/>
        <pc:sldMkLst>
          <pc:docMk/>
          <pc:sldMk cId="3034138166" sldId="271"/>
        </pc:sldMkLst>
      </pc:sldChg>
      <pc:sldChg chg="add del">
        <pc:chgData name="Ms Alina Arshad" userId="cccdfd85-d35d-4453-9c6f-a463aae40722" providerId="ADAL" clId="{CC6B5282-6613-48F0-886F-796865211BB0}" dt="2024-09-11T12:42:03.189" v="17"/>
        <pc:sldMkLst>
          <pc:docMk/>
          <pc:sldMk cId="2504047100" sldId="272"/>
        </pc:sldMkLst>
      </pc:sldChg>
      <pc:sldChg chg="add del">
        <pc:chgData name="Ms Alina Arshad" userId="cccdfd85-d35d-4453-9c6f-a463aae40722" providerId="ADAL" clId="{CC6B5282-6613-48F0-886F-796865211BB0}" dt="2024-09-11T12:42:03.189" v="17"/>
        <pc:sldMkLst>
          <pc:docMk/>
          <pc:sldMk cId="4283755204" sldId="273"/>
        </pc:sldMkLst>
      </pc:sldChg>
      <pc:sldChg chg="add del">
        <pc:chgData name="Ms Alina Arshad" userId="cccdfd85-d35d-4453-9c6f-a463aae40722" providerId="ADAL" clId="{CC6B5282-6613-48F0-886F-796865211BB0}" dt="2024-09-11T12:42:03.189" v="17"/>
        <pc:sldMkLst>
          <pc:docMk/>
          <pc:sldMk cId="2935103945" sldId="274"/>
        </pc:sldMkLst>
      </pc:sldChg>
      <pc:sldChg chg="modSp add mod">
        <pc:chgData name="Ms Alina Arshad" userId="cccdfd85-d35d-4453-9c6f-a463aae40722" providerId="ADAL" clId="{CC6B5282-6613-48F0-886F-796865211BB0}" dt="2024-09-11T12:42:03.381" v="23" actId="27636"/>
        <pc:sldMkLst>
          <pc:docMk/>
          <pc:sldMk cId="1497646456" sldId="275"/>
        </pc:sldMkLst>
        <pc:spChg chg="mod">
          <ac:chgData name="Ms Alina Arshad" userId="cccdfd85-d35d-4453-9c6f-a463aae40722" providerId="ADAL" clId="{CC6B5282-6613-48F0-886F-796865211BB0}" dt="2024-09-11T12:42:03.381" v="23" actId="27636"/>
          <ac:spMkLst>
            <pc:docMk/>
            <pc:sldMk cId="1497646456"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3993717517"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2668593764" sldId="278"/>
        </pc:sldMkLst>
      </pc:sldChg>
      <pc:sldChg chg="modSp add del mod">
        <pc:chgData name="Ms Alina Arshad" userId="cccdfd85-d35d-4453-9c6f-a463aae40722" providerId="ADAL" clId="{CC6B5282-6613-48F0-886F-796865211BB0}" dt="2024-09-11T12:42:44.828" v="35" actId="47"/>
        <pc:sldMkLst>
          <pc:docMk/>
          <pc:sldMk cId="1821615422" sldId="280"/>
        </pc:sldMkLst>
        <pc:spChg chg="mod">
          <ac:chgData name="Ms Alina Arshad" userId="cccdfd85-d35d-4453-9c6f-a463aae40722" providerId="ADAL" clId="{CC6B5282-6613-48F0-886F-796865211BB0}" dt="2024-09-11T12:42:42.317" v="34" actId="6549"/>
          <ac:spMkLst>
            <pc:docMk/>
            <pc:sldMk cId="1821615422"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3605066316" sldId="281"/>
        </pc:sldMkLst>
      </pc:sldChg>
      <pc:sldChg chg="add">
        <pc:chgData name="Ms Alina Arshad" userId="cccdfd85-d35d-4453-9c6f-a463aae40722" providerId="ADAL" clId="{CC6B5282-6613-48F0-886F-796865211BB0}" dt="2024-09-11T12:42:03.189" v="17"/>
        <pc:sldMkLst>
          <pc:docMk/>
          <pc:sldMk cId="24697311" sldId="282"/>
        </pc:sldMkLst>
      </pc:sldChg>
      <pc:sldChg chg="add">
        <pc:chgData name="Ms Alina Arshad" userId="cccdfd85-d35d-4453-9c6f-a463aae40722" providerId="ADAL" clId="{CC6B5282-6613-48F0-886F-796865211BB0}" dt="2024-09-11T12:42:03.189" v="17"/>
        <pc:sldMkLst>
          <pc:docMk/>
          <pc:sldMk cId="3289392637" sldId="283"/>
        </pc:sldMkLst>
      </pc:sldChg>
      <pc:sldChg chg="add">
        <pc:chgData name="Ms Alina Arshad" userId="cccdfd85-d35d-4453-9c6f-a463aae40722" providerId="ADAL" clId="{CC6B5282-6613-48F0-886F-796865211BB0}" dt="2024-09-11T12:42:03.189" v="17"/>
        <pc:sldMkLst>
          <pc:docMk/>
          <pc:sldMk cId="800652809" sldId="284"/>
        </pc:sldMkLst>
      </pc:sldChg>
      <pc:sldChg chg="add">
        <pc:chgData name="Ms Alina Arshad" userId="cccdfd85-d35d-4453-9c6f-a463aae40722" providerId="ADAL" clId="{CC6B5282-6613-48F0-886F-796865211BB0}" dt="2024-09-11T12:42:03.189" v="17"/>
        <pc:sldMkLst>
          <pc:docMk/>
          <pc:sldMk cId="1402144616"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3229345964" sldId="287"/>
        </pc:sldMkLst>
      </pc:sldChg>
      <pc:sldChg chg="add">
        <pc:chgData name="Ms Alina Arshad" userId="cccdfd85-d35d-4453-9c6f-a463aae40722" providerId="ADAL" clId="{CC6B5282-6613-48F0-886F-796865211BB0}" dt="2024-09-11T12:42:03.189" v="17"/>
        <pc:sldMkLst>
          <pc:docMk/>
          <pc:sldMk cId="2002870935"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1577505814" sldId="265"/>
        </pc:sldMkLst>
        <pc:spChg chg="mod">
          <ac:chgData name="Ms Alina Arshad" userId="cccdfd85-d35d-4453-9c6f-a463aae40722" providerId="ADAL" clId="{506AEF98-43AF-47E5-97BE-CEE6E380F332}" dt="2024-09-06T04:48:27.833" v="203" actId="1076"/>
          <ac:spMkLst>
            <pc:docMk/>
            <pc:sldMk cId="1577505814"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1577505814"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1582826008" sldId="266"/>
        </pc:sldMkLst>
        <pc:spChg chg="mod">
          <ac:chgData name="Ms Alina Arshad" userId="cccdfd85-d35d-4453-9c6f-a463aae40722" providerId="ADAL" clId="{506AEF98-43AF-47E5-97BE-CEE6E380F332}" dt="2024-09-06T04:49:30.963" v="213" actId="113"/>
          <ac:spMkLst>
            <pc:docMk/>
            <pc:sldMk cId="1582826008"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1582826008"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731299161" sldId="267"/>
        </pc:sldMkLst>
        <pc:spChg chg="mod">
          <ac:chgData name="Ms Alina Arshad" userId="cccdfd85-d35d-4453-9c6f-a463aae40722" providerId="ADAL" clId="{506AEF98-43AF-47E5-97BE-CEE6E380F332}" dt="2024-09-06T04:50:58.749" v="233" actId="1076"/>
          <ac:spMkLst>
            <pc:docMk/>
            <pc:sldMk cId="731299161"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731299161"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90329638" sldId="268"/>
        </pc:sldMkLst>
        <pc:spChg chg="mod">
          <ac:chgData name="Ms Alina Arshad" userId="cccdfd85-d35d-4453-9c6f-a463aae40722" providerId="ADAL" clId="{506AEF98-43AF-47E5-97BE-CEE6E380F332}" dt="2024-09-06T04:51:55.847" v="246" actId="1076"/>
          <ac:spMkLst>
            <pc:docMk/>
            <pc:sldMk cId="90329638"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90329638"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2295129282" sldId="269"/>
        </pc:sldMkLst>
        <pc:picChg chg="mod">
          <ac:chgData name="Ms Alina Arshad" userId="cccdfd85-d35d-4453-9c6f-a463aae40722" providerId="ADAL" clId="{506AEF98-43AF-47E5-97BE-CEE6E380F332}" dt="2024-09-06T04:52:10.571" v="252" actId="1076"/>
          <ac:picMkLst>
            <pc:docMk/>
            <pc:sldMk cId="2295129282"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2090315159" sldId="270"/>
        </pc:sldMkLst>
        <pc:picChg chg="mod">
          <ac:chgData name="Ms Alina Arshad" userId="cccdfd85-d35d-4453-9c6f-a463aae40722" providerId="ADAL" clId="{506AEF98-43AF-47E5-97BE-CEE6E380F332}" dt="2024-09-06T04:52:20.805" v="255" actId="1076"/>
          <ac:picMkLst>
            <pc:docMk/>
            <pc:sldMk cId="2090315159"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3034138166" sldId="271"/>
        </pc:sldMkLst>
        <pc:spChg chg="mod">
          <ac:chgData name="Ms Alina Arshad" userId="cccdfd85-d35d-4453-9c6f-a463aae40722" providerId="ADAL" clId="{506AEF98-43AF-47E5-97BE-CEE6E380F332}" dt="2024-09-06T04:52:59.227" v="271" actId="1076"/>
          <ac:spMkLst>
            <pc:docMk/>
            <pc:sldMk cId="3034138166"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3034138166"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2504047100" sldId="272"/>
        </pc:sldMkLst>
        <pc:spChg chg="mod">
          <ac:chgData name="Ms Alina Arshad" userId="cccdfd85-d35d-4453-9c6f-a463aae40722" providerId="ADAL" clId="{506AEF98-43AF-47E5-97BE-CEE6E380F332}" dt="2024-09-06T04:53:12.362" v="275" actId="1076"/>
          <ac:spMkLst>
            <pc:docMk/>
            <pc:sldMk cId="250404710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250404710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4283755204" sldId="273"/>
        </pc:sldMkLst>
        <pc:spChg chg="mod">
          <ac:chgData name="Ms Alina Arshad" userId="cccdfd85-d35d-4453-9c6f-a463aae40722" providerId="ADAL" clId="{506AEF98-43AF-47E5-97BE-CEE6E380F332}" dt="2024-09-06T05:00:41.168" v="286" actId="113"/>
          <ac:spMkLst>
            <pc:docMk/>
            <pc:sldMk cId="4283755204"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4283755204"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2935103945" sldId="274"/>
        </pc:sldMkLst>
        <pc:spChg chg="mod">
          <ac:chgData name="Ms Alina Arshad" userId="cccdfd85-d35d-4453-9c6f-a463aae40722" providerId="ADAL" clId="{506AEF98-43AF-47E5-97BE-CEE6E380F332}" dt="2024-09-06T05:01:05.870" v="295" actId="113"/>
          <ac:spMkLst>
            <pc:docMk/>
            <pc:sldMk cId="2935103945"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2935103945"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1497646456" sldId="275"/>
        </pc:sldMkLst>
        <pc:spChg chg="mod">
          <ac:chgData name="Ms Alina Arshad" userId="cccdfd85-d35d-4453-9c6f-a463aae40722" providerId="ADAL" clId="{506AEF98-43AF-47E5-97BE-CEE6E380F332}" dt="2024-09-06T05:01:55.431" v="309" actId="1076"/>
          <ac:spMkLst>
            <pc:docMk/>
            <pc:sldMk cId="1497646456"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1497646456"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163412965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1577505814" sldId="265"/>
        </pc:sldMkLst>
        <pc:spChg chg="mod">
          <ac:chgData name="Ms Alina Arshad" userId="cccdfd85-d35d-4453-9c6f-a463aae40722" providerId="ADAL" clId="{44991E72-28EC-43D4-9452-2984EF5D346D}" dt="2024-08-29T08:03:46.692" v="333" actId="207"/>
          <ac:spMkLst>
            <pc:docMk/>
            <pc:sldMk cId="1577505814"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1577505814"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1582826008" sldId="266"/>
        </pc:sldMkLst>
        <pc:spChg chg="del">
          <ac:chgData name="Ms Alina Arshad" userId="cccdfd85-d35d-4453-9c6f-a463aae40722" providerId="ADAL" clId="{44991E72-28EC-43D4-9452-2984EF5D346D}" dt="2024-08-29T08:04:22.645" v="339" actId="478"/>
          <ac:spMkLst>
            <pc:docMk/>
            <pc:sldMk cId="1582826008"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1582826008"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1582826008"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1582826008"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1582826008"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1582826008"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1582826008"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1582826008"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1582826008"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1582826008"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1582826008"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731299161" sldId="267"/>
        </pc:sldMkLst>
        <pc:spChg chg="mod">
          <ac:chgData name="Ms Alina Arshad" userId="cccdfd85-d35d-4453-9c6f-a463aae40722" providerId="ADAL" clId="{44991E72-28EC-43D4-9452-2984EF5D346D}" dt="2024-08-29T08:09:51.911" v="415" actId="1076"/>
          <ac:spMkLst>
            <pc:docMk/>
            <pc:sldMk cId="731299161"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731299161"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731299161"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731299161"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90329638" sldId="268"/>
        </pc:sldMkLst>
        <pc:spChg chg="mod">
          <ac:chgData name="Ms Alina Arshad" userId="cccdfd85-d35d-4453-9c6f-a463aae40722" providerId="ADAL" clId="{44991E72-28EC-43D4-9452-2984EF5D346D}" dt="2024-08-29T08:16:47.171" v="469" actId="403"/>
          <ac:spMkLst>
            <pc:docMk/>
            <pc:sldMk cId="90329638"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90329638"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90329638"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2295129282" sldId="269"/>
        </pc:sldMkLst>
        <pc:spChg chg="mod">
          <ac:chgData name="Ms Alina Arshad" userId="cccdfd85-d35d-4453-9c6f-a463aae40722" providerId="ADAL" clId="{44991E72-28EC-43D4-9452-2984EF5D346D}" dt="2024-08-29T08:20:16.085" v="509" actId="113"/>
          <ac:spMkLst>
            <pc:docMk/>
            <pc:sldMk cId="2295129282"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2295129282"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2090315159" sldId="270"/>
        </pc:sldMkLst>
        <pc:spChg chg="mod">
          <ac:chgData name="Ms Alina Arshad" userId="cccdfd85-d35d-4453-9c6f-a463aae40722" providerId="ADAL" clId="{44991E72-28EC-43D4-9452-2984EF5D346D}" dt="2024-08-29T08:21:51.679" v="543" actId="403"/>
          <ac:spMkLst>
            <pc:docMk/>
            <pc:sldMk cId="2090315159"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2090315159"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3034138166" sldId="271"/>
        </pc:sldMkLst>
        <pc:spChg chg="mod">
          <ac:chgData name="Ms Alina Arshad" userId="cccdfd85-d35d-4453-9c6f-a463aae40722" providerId="ADAL" clId="{44991E72-28EC-43D4-9452-2984EF5D346D}" dt="2024-08-29T08:22:11.095" v="548" actId="403"/>
          <ac:spMkLst>
            <pc:docMk/>
            <pc:sldMk cId="3034138166"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3034138166"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2504047100" sldId="272"/>
        </pc:sldMkLst>
        <pc:spChg chg="mod">
          <ac:chgData name="Ms Alina Arshad" userId="cccdfd85-d35d-4453-9c6f-a463aae40722" providerId="ADAL" clId="{44991E72-28EC-43D4-9452-2984EF5D346D}" dt="2024-08-29T08:38:00.463" v="578" actId="1076"/>
          <ac:spMkLst>
            <pc:docMk/>
            <pc:sldMk cId="250404710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250404710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21B90151-A221-46B3-A769-373FDD9A38FB}" type="datetimeFigureOut">
              <a:rPr lang="en-US" smtClean="0"/>
              <a:t>9/28/2024</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Entities and Their Attributes. The basic concept that the ER model represents is an entity, which is a thing or object in the real world with an independent existence. An entity may be an object with a physical existence (for example, a particular person, car, house, or employee) or it may be an object with a conceptual existence (for instance, a company, a job, or a university course). Each entity has attributes—the particular properties that describe it. For example, an EMPLOYEE entity may be described by the employee’s name, age, address, salary, and job. </a:t>
            </a:r>
          </a:p>
          <a:p>
            <a:endParaRPr lang="en-US" dirty="0"/>
          </a:p>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3</a:t>
            </a:fld>
            <a:endParaRPr lang="en-US"/>
          </a:p>
        </p:txBody>
      </p:sp>
    </p:spTree>
    <p:extLst>
      <p:ext uri="{BB962C8B-B14F-4D97-AF65-F5344CB8AC3E}">
        <p14:creationId xmlns:p14="http://schemas.microsoft.com/office/powerpoint/2010/main" val="620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4</a:t>
            </a:fld>
            <a:endParaRPr lang="en-US"/>
          </a:p>
        </p:txBody>
      </p:sp>
    </p:spTree>
    <p:extLst>
      <p:ext uri="{BB962C8B-B14F-4D97-AF65-F5344CB8AC3E}">
        <p14:creationId xmlns:p14="http://schemas.microsoft.com/office/powerpoint/2010/main" val="1058833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5</a:t>
            </a:fld>
            <a:endParaRPr lang="en-US"/>
          </a:p>
        </p:txBody>
      </p:sp>
    </p:spTree>
    <p:extLst>
      <p:ext uri="{BB962C8B-B14F-4D97-AF65-F5344CB8AC3E}">
        <p14:creationId xmlns:p14="http://schemas.microsoft.com/office/powerpoint/2010/main" val="2552624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value of a composite attribute is the concatenation of the values of its component simple attributes. Composite attributes are useful to model situations in which a user sometimes refers to the composite attribute as a unit but at other times refers specifically to its components. If the composite attribute is referenced only as a whole, there is no need to subdivide it into component attributes. For example, if there is no need to refer to the individual components of an address (Zip Code, street, and so on), then the whole address can be designated as a simple attribute.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Single-Valued versus Multivalued Attributes. Most attributes have a single value for a particular entity; such attributes are called single-valued. For example, Age is a single-valued attribute of a person. In some cases an attribute can have a set of values for the same entity—for instance, a Colors attribute for a car, or a </a:t>
            </a:r>
            <a:r>
              <a:rPr lang="en-US" dirty="0" err="1"/>
              <a:t>College_degrees</a:t>
            </a:r>
            <a:r>
              <a:rPr lang="en-US" dirty="0"/>
              <a:t> attribute for a person.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Cars with one color have a single value, whereas two-tone cars have two color values. Similarly, one person may not have any college degrees, another person may have one, and a third person may have two or more degrees; therefore, different people can have different numbers of values for the </a:t>
            </a:r>
            <a:r>
              <a:rPr lang="en-US" dirty="0" err="1"/>
              <a:t>College_degrees</a:t>
            </a:r>
            <a:r>
              <a:rPr lang="en-US" dirty="0"/>
              <a:t> attribute. Such attributes are called multivalued. A multivalued attribute may have lower and upper bounds to constrain the number of values allowed for each individual entity. For example, the Colors attribute of a car may be restricted to have between one and two values, if we assume that a car can have two colors at most.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6</a:t>
            </a:fld>
            <a:endParaRPr lang="en-US"/>
          </a:p>
        </p:txBody>
      </p:sp>
    </p:spTree>
    <p:extLst>
      <p:ext uri="{BB962C8B-B14F-4D97-AF65-F5344CB8AC3E}">
        <p14:creationId xmlns:p14="http://schemas.microsoft.com/office/powerpoint/2010/main" val="2558337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Stored versus Derived Attributes. In some cases, two (or more) attribute values are related—for example, the Age and </a:t>
            </a:r>
            <a:r>
              <a:rPr lang="en-US" dirty="0" err="1"/>
              <a:t>Birth_date</a:t>
            </a:r>
            <a:r>
              <a:rPr lang="en-US" dirty="0"/>
              <a:t> attributes of a person. For a particular person entity, the value of Age can be determined from the current (today’s) date and the value of that person’s </a:t>
            </a:r>
            <a:r>
              <a:rPr lang="en-US" dirty="0" err="1"/>
              <a:t>Birth_date</a:t>
            </a:r>
            <a:r>
              <a:rPr lang="en-US" dirty="0"/>
              <a:t>. The Age attribute is hence called a derived attribute and is said to be derivable from the </a:t>
            </a:r>
            <a:r>
              <a:rPr lang="en-US" dirty="0" err="1"/>
              <a:t>Birth_date</a:t>
            </a:r>
            <a:r>
              <a:rPr lang="en-US" dirty="0"/>
              <a:t> attribute, which is called a stored attribute. Some attribute values can be derived from related entities; for example, an attribute </a:t>
            </a:r>
            <a:r>
              <a:rPr lang="en-US" dirty="0" err="1"/>
              <a:t>Number_of_employees</a:t>
            </a:r>
            <a:r>
              <a:rPr lang="en-US" dirty="0"/>
              <a:t> of a DEPARTMENT entity can be derived by counting the number of employees related to (working for) that department.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Complex Attributes. Notice that, in general, composite and multivalued attributes can be nested arbitrarily. We can represent arbitrary nesting by grouping components of a composite attribute between parentheses ( ) and separating the components with commas, and by displaying multivalued attributes between braces { }. Such attributes are called complex attributes. For example, if a person can have more than one residence and each residence can have a single address and multiple phones, an attribute </a:t>
            </a:r>
            <a:r>
              <a:rPr lang="en-US" dirty="0" err="1"/>
              <a:t>Address_phone</a:t>
            </a:r>
            <a:r>
              <a:rPr lang="en-US" dirty="0"/>
              <a:t> for a person can be specified as shown in Figure 3.5.4 Both Phone and Address are themselves composite attributes.</a:t>
            </a:r>
          </a:p>
          <a:p>
            <a:endParaRPr lang="en-US" dirty="0"/>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7</a:t>
            </a:fld>
            <a:endParaRPr lang="en-US"/>
          </a:p>
        </p:txBody>
      </p:sp>
    </p:spTree>
    <p:extLst>
      <p:ext uri="{BB962C8B-B14F-4D97-AF65-F5344CB8AC3E}">
        <p14:creationId xmlns:p14="http://schemas.microsoft.com/office/powerpoint/2010/main" val="191669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3.1 shows a simplified overview of the database design process. </a:t>
            </a:r>
          </a:p>
          <a:p>
            <a:r>
              <a:rPr lang="en-US" dirty="0"/>
              <a:t>The first step shown is requirements collection and analysis. During this step, the database designers interview prospective database users to understand and document their data requirements. The result of this step is a concisely written set of users’ requirements. These requirements should be specified in as detailed and complete a form as possible. In parallel with specifying the data requirements, it is useful to specify the known functional requirements of the application. These consist of the user defined operations (or transactions) that will be applied to the database, including both retrievals and updates. In software design, it is common to use data flow diagrams, sequence diagrams, scenarios, and other techniques to specify functional requirements. </a:t>
            </a:r>
          </a:p>
          <a:p>
            <a:r>
              <a:rPr lang="en-US" dirty="0"/>
              <a:t>Once the requirements have been collected and analyzed, the next step is to create a conceptual schema for the database, using a high-level conceptual data model. This step is called conceptual design. The conceptual schema is a concise description of the data requirements of the users and includes detailed descriptions of the entity types, relationships, and constraints; these are expressed using the concepts provided by the high-level data model. Because these concepts do not include implementation details, they are usually easier to understand and can be used to communicate with nontechnical users. The high-level conceptual schema can also be used as a reference to ensure that all users’ data requirements are met and that the requirements do not conflict. This approach enables database designers to concentrate on specifying the properties of the data, without being concerned with storage and implementation details, which makes it is easier to create a good conceptual database design. </a:t>
            </a:r>
          </a:p>
          <a:p>
            <a:endParaRPr lang="en-US" dirty="0"/>
          </a:p>
          <a:p>
            <a:r>
              <a:rPr lang="en-US" dirty="0"/>
              <a:t>During or after the conceptual schema design, the basic data model operations can be used to specify the high-level user queries and operations identified during functional analysis. This also serves to confirm that the conceptual schema meets all the identified functional requirements. Modifications to the conceptual schema can be introduced if some functional requirements cannot be specified using the initial schema. </a:t>
            </a:r>
          </a:p>
          <a:p>
            <a:endParaRPr lang="en-US" dirty="0"/>
          </a:p>
          <a:p>
            <a:r>
              <a:rPr lang="en-US" dirty="0"/>
              <a:t>The next step in database design is the actual implementation of the database, using a commercial DBMS. Most current commercial DBMSs use an implementation data model—such as the relational (SQL) model—so the conceptual schema is transformed from the high-level data model into the implementation data model. This step is called logical design or data model mapping; its result is a database schema in the implementation data model of the DBMS. </a:t>
            </a:r>
          </a:p>
          <a:p>
            <a:endParaRPr lang="en-US" dirty="0"/>
          </a:p>
          <a:p>
            <a:r>
              <a:rPr lang="en-US" dirty="0"/>
              <a:t>Data model mapping is often automated or semiautomated within the database design tools. </a:t>
            </a:r>
          </a:p>
          <a:p>
            <a:r>
              <a:rPr lang="en-US" dirty="0"/>
              <a:t>The last step is the physical design phase, during which the internal storage structures, file organizations, indexes, access paths, and physical design parameters for the database files are specified. In parallel with these activities, application programs are designed and implemented as database transactions corresponding to the high-level transaction specifications. </a:t>
            </a:r>
          </a:p>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8</a:t>
            </a:fld>
            <a:endParaRPr lang="en-US"/>
          </a:p>
        </p:txBody>
      </p:sp>
    </p:spTree>
    <p:extLst>
      <p:ext uri="{BB962C8B-B14F-4D97-AF65-F5344CB8AC3E}">
        <p14:creationId xmlns:p14="http://schemas.microsoft.com/office/powerpoint/2010/main" val="2370390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Types, Entity Sets, Keys, and Value Sets </a:t>
            </a:r>
          </a:p>
          <a:p>
            <a:endParaRPr lang="en-US" dirty="0"/>
          </a:p>
          <a:p>
            <a:r>
              <a:rPr lang="en-US" dirty="0"/>
              <a:t>Entity Types and Entity Sets. A database usually contains groups of entities that are similar. For example, a company employing hundreds of employees may want to store similar information concerning each of the employees. These employee entities share the same attributes, but each entity has its own value(s) for each attribute. </a:t>
            </a:r>
          </a:p>
          <a:p>
            <a:endParaRPr lang="en-US" dirty="0"/>
          </a:p>
          <a:p>
            <a:r>
              <a:rPr lang="en-US" dirty="0"/>
              <a:t>An entity type defines a collection (or set) of entities that have the same attributes. Each entity type in the database is described by its name and attributes. Figure 3.6 shows two entity types: EMPLOYEE and COMPANY, and a list of some of the attributes for each. A few individual entities of each type are also illustrated, along with the values of their attributes. </a:t>
            </a:r>
          </a:p>
          <a:p>
            <a:endParaRPr lang="en-US" dirty="0"/>
          </a:p>
          <a:p>
            <a:r>
              <a:rPr lang="en-US" dirty="0"/>
              <a:t>The collection of all entities of a particular entity type in the database at any point in time is called an entity set or entity collection; </a:t>
            </a:r>
          </a:p>
          <a:p>
            <a:r>
              <a:rPr lang="en-US" dirty="0"/>
              <a:t>An entity type describes the schema or intension for a set of entities that share the same structure. The collection of entities of a particular entity type is grouped into an entity set, which is also called the extension of the entity type</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9</a:t>
            </a:fld>
            <a:endParaRPr lang="en-US"/>
          </a:p>
        </p:txBody>
      </p:sp>
    </p:spTree>
    <p:extLst>
      <p:ext uri="{BB962C8B-B14F-4D97-AF65-F5344CB8AC3E}">
        <p14:creationId xmlns:p14="http://schemas.microsoft.com/office/powerpoint/2010/main" val="1863800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Attributes of an Entity Type. An important constraint on the entities of an entity type is the key or uniqueness constraint on attributes. An entity type usually has one or more attributes whose values are distinct for each individual entity in the entity set. Such an attribute is called a key attribute, and its values can be used to identify each entity uniquely. For example, the Name attribute is a key of the COMPANY entity type in Figure 3.6 because no two companies are allowed to have the same name. For the PERSON entity type, a typical key attribute is </a:t>
            </a:r>
            <a:r>
              <a:rPr lang="en-US" dirty="0" err="1"/>
              <a:t>Ssn</a:t>
            </a:r>
            <a:r>
              <a:rPr lang="en-US" dirty="0"/>
              <a:t> (Social Security number). </a:t>
            </a:r>
          </a:p>
          <a:p>
            <a:endParaRPr lang="en-US" dirty="0"/>
          </a:p>
          <a:p>
            <a:r>
              <a:rPr lang="en-US" dirty="0"/>
              <a:t>Sometimes several attributes together form a key, meaning that the combination of the attribute values must be distinct for each entity. If a set of attributes possesses this property, the proper way to represent this in the ER model that we describe here is to define a composite attribute and designate it as a key attribute of the entity type. </a:t>
            </a:r>
          </a:p>
          <a:p>
            <a:endParaRPr lang="en-US" dirty="0"/>
          </a:p>
          <a:p>
            <a:r>
              <a:rPr lang="en-US" dirty="0"/>
              <a:t>Notice that such a composite key must be minimal; that is, all component attributes must be included in the composite attribute to have the uniqueness property. Superfluous attributes must not be included in a key. </a:t>
            </a:r>
          </a:p>
          <a:p>
            <a:endParaRPr lang="en-US" dirty="0"/>
          </a:p>
          <a:p>
            <a:r>
              <a:rPr lang="en-US" dirty="0"/>
              <a:t>In ER diagrammatic notation, each key attribute has its name underlined inside the oval, as illustrated in Figure 3.7(a). Specifying that an attribute is a key of an entity type means that the preceding uniqueness property must hold for every entity set of the entity type. Hence, it is a constraint that prohibits any two entities from having the same value for the key attribute at the same time. </a:t>
            </a:r>
          </a:p>
          <a:p>
            <a:endParaRPr lang="en-US" dirty="0"/>
          </a:p>
          <a:p>
            <a:r>
              <a:rPr lang="en-US" dirty="0"/>
              <a:t>It is not the property of a particular entity set; rather, it is a constraint on any entity set of the entity type at any point in time. This key constraint (and other constraints we discuss later) is derived from the constraints of the </a:t>
            </a:r>
            <a:r>
              <a:rPr lang="en-US" dirty="0" err="1"/>
              <a:t>miniworld</a:t>
            </a:r>
            <a:r>
              <a:rPr lang="en-US" dirty="0"/>
              <a:t> that the database represents. </a:t>
            </a:r>
          </a:p>
          <a:p>
            <a:endParaRPr lang="en-US" dirty="0"/>
          </a:p>
          <a:p>
            <a:r>
              <a:rPr lang="en-US" dirty="0"/>
              <a:t>Some entity types have more than one key attribute. For example, each of the </a:t>
            </a:r>
            <a:r>
              <a:rPr lang="en-US" dirty="0" err="1"/>
              <a:t>Vehicle_id</a:t>
            </a:r>
            <a:r>
              <a:rPr lang="en-US" dirty="0"/>
              <a:t> and Registration attributes of the entity type CAR (Figure 3.7) is a key in its own right. The Registration attribute is an example of a composite key formed from two simple component attributes, State and Number, neither of which is a key on its own. </a:t>
            </a:r>
          </a:p>
          <a:p>
            <a:endParaRPr lang="en-US" dirty="0"/>
          </a:p>
          <a:p>
            <a:r>
              <a:rPr lang="en-US" b="1" dirty="0"/>
              <a:t>An entity type may also have no key, in which case it is called a weak entity type </a:t>
            </a:r>
            <a:r>
              <a:rPr lang="en-US" dirty="0"/>
              <a:t>(see Section 3.5). In our diagrammatic notation, if two attributes are underlined separately, then each is a key on its own. Unlike the relational model (see Section 5.2.2), </a:t>
            </a:r>
            <a:r>
              <a:rPr lang="en-US" b="1" dirty="0"/>
              <a:t>there is no concept of primary key in the ER model that we present here; the primary key will be chosen during mapping to a relational schema (see Chapter 9).</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11</a:t>
            </a:fld>
            <a:endParaRPr lang="en-US"/>
          </a:p>
        </p:txBody>
      </p:sp>
    </p:spTree>
    <p:extLst>
      <p:ext uri="{BB962C8B-B14F-4D97-AF65-F5344CB8AC3E}">
        <p14:creationId xmlns:p14="http://schemas.microsoft.com/office/powerpoint/2010/main" val="2145733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Sets (Domains) of Attributes. Each simple attribute of an entity type is associated with a value set (or domain of values), which specifies the set of values that may be assigned to that attribute for each individual entity. In Figure 3.6, if the range of ages allowed for employees is between 16 and 70, we can specify the value set of the Age attribute of EMPLOYEE to be the set of integer numbers between 16 and 70. </a:t>
            </a:r>
          </a:p>
          <a:p>
            <a:endParaRPr lang="en-US" dirty="0"/>
          </a:p>
          <a:p>
            <a:r>
              <a:rPr lang="en-US" dirty="0"/>
              <a:t>Similarly, we can specify the value set for the Name attribute to be the set of strings of alphabetic characters separated by blank characters, and so on.</a:t>
            </a:r>
          </a:p>
          <a:p>
            <a:r>
              <a:rPr lang="en-US" dirty="0"/>
              <a:t> Value sets are not typically displayed in basic ER diagrams and are similar to the basic data types available in most programming languages, such as integer, string, Boolean, float, enumerated type, subrange, and so on. </a:t>
            </a:r>
          </a:p>
          <a:p>
            <a:r>
              <a:rPr lang="en-US" dirty="0"/>
              <a:t>However, data types of attributes can be specified in UML class diagrams (see Section 3.8) and in other diagrammatic notations used in database design tools. Additional data types to represent common database types, such as date, time, and other concepts, are also employed. </a:t>
            </a:r>
          </a:p>
          <a:p>
            <a:endParaRPr lang="en-US" dirty="0"/>
          </a:p>
          <a:p>
            <a:r>
              <a:rPr lang="en-US" dirty="0"/>
              <a:t>The previous definition covers both single-valued and multivalued attributes, as well as NULLs. A NULL value is represented by the empty set. </a:t>
            </a:r>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13</a:t>
            </a:fld>
            <a:endParaRPr lang="en-US"/>
          </a:p>
        </p:txBody>
      </p:sp>
    </p:spTree>
    <p:extLst>
      <p:ext uri="{BB962C8B-B14F-4D97-AF65-F5344CB8AC3E}">
        <p14:creationId xmlns:p14="http://schemas.microsoft.com/office/powerpoint/2010/main" val="3751172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identify four entity types—</a:t>
            </a:r>
          </a:p>
          <a:p>
            <a:endParaRPr lang="en-US" dirty="0"/>
          </a:p>
          <a:p>
            <a:pPr marL="228600" indent="-228600">
              <a:buAutoNum type="arabicPeriod"/>
            </a:pPr>
            <a:r>
              <a:rPr lang="en-US" dirty="0"/>
              <a:t>An entity type DEPARTMENT with attributes Name, Number, Locations, Manager, and </a:t>
            </a:r>
            <a:r>
              <a:rPr lang="en-US" dirty="0" err="1"/>
              <a:t>Manager_start_date</a:t>
            </a:r>
            <a:r>
              <a:rPr lang="en-US" dirty="0"/>
              <a:t>. Locations is the only multivalued attribute. We can specify that both Name and Number are (separate) key attributes because each was specified to be unique. </a:t>
            </a:r>
          </a:p>
          <a:p>
            <a:pPr marL="228600" indent="-228600">
              <a:buAutoNum type="arabicPeriod"/>
            </a:pPr>
            <a:endParaRPr lang="en-US" dirty="0"/>
          </a:p>
          <a:p>
            <a:pPr marL="228600" indent="-228600">
              <a:buAutoNum type="arabicPeriod"/>
            </a:pPr>
            <a:r>
              <a:rPr lang="en-US" dirty="0"/>
              <a:t>An entity type PROJECT with attributes Name, Number, Location, and </a:t>
            </a:r>
            <a:r>
              <a:rPr lang="en-US" dirty="0" err="1"/>
              <a:t>Controlling_department</a:t>
            </a:r>
            <a:r>
              <a:rPr lang="en-US" dirty="0"/>
              <a:t>. Both Name and Number are (separate) key attributes. </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16</a:t>
            </a:fld>
            <a:endParaRPr lang="en-US"/>
          </a:p>
        </p:txBody>
      </p:sp>
    </p:spTree>
    <p:extLst>
      <p:ext uri="{BB962C8B-B14F-4D97-AF65-F5344CB8AC3E}">
        <p14:creationId xmlns:p14="http://schemas.microsoft.com/office/powerpoint/2010/main" val="1515740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An entity type EMPLOYEE with attributes Name, </a:t>
            </a:r>
            <a:r>
              <a:rPr lang="en-US" dirty="0" err="1"/>
              <a:t>Ssn</a:t>
            </a:r>
            <a:r>
              <a:rPr lang="en-US" dirty="0"/>
              <a:t>, Sex, Address, Salary, </a:t>
            </a:r>
            <a:r>
              <a:rPr lang="en-US" dirty="0" err="1"/>
              <a:t>Birth_date</a:t>
            </a:r>
            <a:r>
              <a:rPr lang="en-US" dirty="0"/>
              <a:t>, Department, and Supervisor. Both Name and Address may be composite attributes; however, this was not specified in the requirements. We must go back to the users to see if any of them will refer to the individual components of Name—</a:t>
            </a:r>
            <a:r>
              <a:rPr lang="en-US" dirty="0" err="1"/>
              <a:t>First_name</a:t>
            </a:r>
            <a:r>
              <a:rPr lang="en-US" dirty="0"/>
              <a:t>, </a:t>
            </a:r>
            <a:r>
              <a:rPr lang="en-US" dirty="0" err="1"/>
              <a:t>Middle_initial</a:t>
            </a:r>
            <a:r>
              <a:rPr lang="en-US" dirty="0"/>
              <a:t>, </a:t>
            </a:r>
            <a:r>
              <a:rPr lang="en-US" dirty="0" err="1"/>
              <a:t>Last_name</a:t>
            </a:r>
            <a:r>
              <a:rPr lang="en-US" dirty="0"/>
              <a:t>—or of Address. In our example, Name is modeled as a composite attribute, whereas Address is not, presumably after consultation with the users. </a:t>
            </a:r>
          </a:p>
          <a:p>
            <a:pPr marL="228600" indent="-228600">
              <a:buAutoNum type="arabicPeriod"/>
            </a:pPr>
            <a:endParaRPr lang="en-US" dirty="0"/>
          </a:p>
          <a:p>
            <a:pPr marL="228600" indent="-228600">
              <a:buAutoNum type="arabicPeriod"/>
            </a:pPr>
            <a:r>
              <a:rPr lang="en-US" dirty="0"/>
              <a:t>An entity type DEPENDENT with attributes Employee, </a:t>
            </a:r>
            <a:r>
              <a:rPr lang="en-US" dirty="0" err="1"/>
              <a:t>Dependent_name</a:t>
            </a:r>
            <a:r>
              <a:rPr lang="en-US" dirty="0"/>
              <a:t>, Sex, </a:t>
            </a:r>
            <a:r>
              <a:rPr lang="en-US" dirty="0" err="1"/>
              <a:t>Birth_date</a:t>
            </a:r>
            <a:r>
              <a:rPr lang="en-US" dirty="0"/>
              <a:t>, and Relationship (to the employee). Another requirement is that an employee can work on several projects, and the database has to store the number of hours per week an employee works on each project. This requirement is listed as part of the third requirement in Section 3.2, and it can be represented by a multivalued composite attribute of EMPLOYEE called </a:t>
            </a:r>
            <a:r>
              <a:rPr lang="en-US" dirty="0" err="1"/>
              <a:t>Works_on</a:t>
            </a:r>
            <a:r>
              <a:rPr lang="en-US" dirty="0"/>
              <a:t> with the simple components (Project, Hours). Alternatively, it can be represented as a multivalued composite attribute of PROJECT called Workers with the simple components (Employee, Hours). We choose the first alternative in Figure 3.8; we shall see in the next section that this will be refined into a many-to-many relationship, once we introduce the concepts of relationships.</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17</a:t>
            </a:fld>
            <a:endParaRPr lang="en-US"/>
          </a:p>
        </p:txBody>
      </p:sp>
    </p:spTree>
    <p:extLst>
      <p:ext uri="{BB962C8B-B14F-4D97-AF65-F5344CB8AC3E}">
        <p14:creationId xmlns:p14="http://schemas.microsoft.com/office/powerpoint/2010/main" val="2349868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requirement is that an employee can work on several projects, and the database has to store the number of hours per week an employee works on each project. This requirement is listed as part of the third requirement in Section 3.2, and it can be represented by a multivalued composite attribute of EMPLOYEE called </a:t>
            </a:r>
            <a:r>
              <a:rPr lang="en-US" dirty="0" err="1"/>
              <a:t>Works_on</a:t>
            </a:r>
            <a:r>
              <a:rPr lang="en-US" dirty="0"/>
              <a:t> with the simple components (Project, Hours). Alternatively, it can be represented as a multivalued composite attribute of PROJECT called Workers with the simple components (Employee, Hours). We choose the first alternative in Figure 3.8; we shall see in the next section that this will be refined into a many-to-many relationship, once we introduce the concepts of relationships.</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18</a:t>
            </a:fld>
            <a:endParaRPr lang="en-US"/>
          </a:p>
        </p:txBody>
      </p:sp>
    </p:spTree>
    <p:extLst>
      <p:ext uri="{BB962C8B-B14F-4D97-AF65-F5344CB8AC3E}">
        <p14:creationId xmlns:p14="http://schemas.microsoft.com/office/powerpoint/2010/main" val="1938977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Figure 3.8 there are several implicit relationships among the various entity types. In fact, whenever an attribute of one entity type refers to another entity type, some relationship exists.</a:t>
            </a:r>
          </a:p>
          <a:p>
            <a:r>
              <a:rPr lang="en-US" dirty="0"/>
              <a:t>For example, the attribute Manager of DEPARTMENT refers to an employee who manages the department; </a:t>
            </a:r>
          </a:p>
          <a:p>
            <a:r>
              <a:rPr lang="en-US" dirty="0"/>
              <a:t>the attribute </a:t>
            </a:r>
            <a:r>
              <a:rPr lang="en-US" dirty="0" err="1"/>
              <a:t>Controlling_department</a:t>
            </a:r>
            <a:r>
              <a:rPr lang="en-US" dirty="0"/>
              <a:t> of PROJECT refers to the department that controls the project; </a:t>
            </a:r>
          </a:p>
          <a:p>
            <a:r>
              <a:rPr lang="en-US" dirty="0"/>
              <a:t>the attribute Supervisor of EMPLOYEE refers to another employee (the one who supervises this employee); </a:t>
            </a:r>
          </a:p>
          <a:p>
            <a:r>
              <a:rPr lang="en-US" dirty="0"/>
              <a:t>the attribute Department of EMPLOYEE refers to the department for which the employee works; and so on. </a:t>
            </a:r>
          </a:p>
          <a:p>
            <a:endParaRPr lang="en-US" dirty="0"/>
          </a:p>
          <a:p>
            <a:r>
              <a:rPr lang="en-US" dirty="0"/>
              <a:t>In the ER model, these references should not be represented as attributes but as relationships. The initial COMPANY database schema from Figure 3.8 will be refined in Section 3.6 to represent relationships explicitly. In the initial design of entity types, relationships are typically captured in the form of attributes. As the design is refined, these attributes get converted into relationships between entity types.</a:t>
            </a:r>
          </a:p>
        </p:txBody>
      </p:sp>
      <p:sp>
        <p:nvSpPr>
          <p:cNvPr id="4" name="Slide Number Placeholder 3"/>
          <p:cNvSpPr>
            <a:spLocks noGrp="1"/>
          </p:cNvSpPr>
          <p:nvPr>
            <p:ph type="sldNum" sz="quarter" idx="5"/>
          </p:nvPr>
        </p:nvSpPr>
        <p:spPr/>
        <p:txBody>
          <a:bodyPr/>
          <a:lstStyle/>
          <a:p>
            <a:fld id="{15E1A809-6CBB-41A0-A45D-E6971A6531CE}" type="slidenum">
              <a:rPr lang="en-US" smtClean="0"/>
              <a:t>19</a:t>
            </a:fld>
            <a:endParaRPr lang="en-US"/>
          </a:p>
        </p:txBody>
      </p:sp>
    </p:spTree>
    <p:extLst>
      <p:ext uri="{BB962C8B-B14F-4D97-AF65-F5344CB8AC3E}">
        <p14:creationId xmlns:p14="http://schemas.microsoft.com/office/powerpoint/2010/main" val="28986749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20</a:t>
            </a:fld>
            <a:endParaRPr lang="en-US"/>
          </a:p>
        </p:txBody>
      </p:sp>
    </p:spTree>
    <p:extLst>
      <p:ext uri="{BB962C8B-B14F-4D97-AF65-F5344CB8AC3E}">
        <p14:creationId xmlns:p14="http://schemas.microsoft.com/office/powerpoint/2010/main" val="4179341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in some cases the same entity type participates more than once in a relationship type in different roles. In such cases the role name becomes essential for distinguishing the meaning of the role that each participating entity plays. Such relationship types are called recursive relationships or self-referencing relationships.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Figure 3.11 shows an example. The SUPERVISION relationship type relates an employee to a supervisor, where both employee and supervisor entities are members of the same EMPLOYEE entity set. Hence, the EMPLOYEE entity type participates twice in SUPERVISION: once in the role of supervisor (or boss), and once in the role of supervisee (or subordinate). Each relationship instance </a:t>
            </a:r>
            <a:r>
              <a:rPr lang="en-US" dirty="0" err="1"/>
              <a:t>ri</a:t>
            </a:r>
            <a:r>
              <a:rPr lang="en-US" dirty="0"/>
              <a:t> in SUPERVISION associates two different employee entities </a:t>
            </a:r>
            <a:r>
              <a:rPr lang="en-US" dirty="0" err="1"/>
              <a:t>ej</a:t>
            </a:r>
            <a:r>
              <a:rPr lang="en-US" dirty="0"/>
              <a:t> and </a:t>
            </a:r>
            <a:r>
              <a:rPr lang="en-US" dirty="0" err="1"/>
              <a:t>ek</a:t>
            </a:r>
            <a:r>
              <a:rPr lang="en-US" dirty="0"/>
              <a:t>, one of which plays the role of supervisor and the other the role of supervisee. In Figure 3.11, the lines marked ‘1’ represent the supervisor role, and those marked ‘2’ represent the supervisee role; hence, e1 supervises e2 and e3, e4 supervises e6 and e7, and e5 supervises e1 and e4. In this example, each relationship instance must be connected with two lines, one marked with ‘1’ (supervisor) and the other with ‘2’ (supervisee).</a:t>
            </a:r>
          </a:p>
          <a:p>
            <a:endParaRPr lang="en-US" dirty="0"/>
          </a:p>
          <a:p>
            <a:pPr eaLnBrk="1" hangingPunct="1"/>
            <a:r>
              <a:rPr lang="en-US" altLang="en-US" sz="2400" dirty="0"/>
              <a:t>A relationship type between the same participating entity type in </a:t>
            </a:r>
            <a:r>
              <a:rPr lang="en-US" altLang="en-US" sz="2400" b="1" dirty="0"/>
              <a:t>distinct roles</a:t>
            </a:r>
          </a:p>
          <a:p>
            <a:pPr eaLnBrk="1" hangingPunct="1"/>
            <a:r>
              <a:rPr lang="en-US" altLang="en-US" sz="2400" dirty="0"/>
              <a:t>Also called a</a:t>
            </a:r>
            <a:r>
              <a:rPr lang="en-US" altLang="en-US" sz="2400" b="1" dirty="0"/>
              <a:t> self-referencing </a:t>
            </a:r>
            <a:r>
              <a:rPr lang="en-US" altLang="en-US" sz="2400" dirty="0"/>
              <a:t>relationship type.</a:t>
            </a:r>
          </a:p>
          <a:p>
            <a:pPr eaLnBrk="1" hangingPunct="1"/>
            <a:r>
              <a:rPr lang="en-US" altLang="en-US" sz="2400" dirty="0"/>
              <a:t>Example: the SUPERVISION relationship</a:t>
            </a:r>
          </a:p>
          <a:p>
            <a:pPr eaLnBrk="1" hangingPunct="1"/>
            <a:r>
              <a:rPr lang="en-US" altLang="en-US" sz="2400" dirty="0"/>
              <a:t>EMPLOYEE participates twice in two distinct roles:</a:t>
            </a:r>
          </a:p>
          <a:p>
            <a:pPr lvl="1" eaLnBrk="1" hangingPunct="1"/>
            <a:r>
              <a:rPr lang="en-US" altLang="en-US" sz="2200" dirty="0"/>
              <a:t>supervisor (or boss) role</a:t>
            </a:r>
          </a:p>
          <a:p>
            <a:pPr lvl="1" eaLnBrk="1" hangingPunct="1"/>
            <a:r>
              <a:rPr lang="en-US" altLang="en-US" sz="2200" dirty="0"/>
              <a:t>supervisee (or subordinate) role</a:t>
            </a:r>
          </a:p>
          <a:p>
            <a:pPr eaLnBrk="1" hangingPunct="1"/>
            <a:r>
              <a:rPr lang="en-US" altLang="en-US" sz="2400" dirty="0"/>
              <a:t>Each relationship instance relates two distinct EMPLOYEE entities:</a:t>
            </a:r>
          </a:p>
          <a:p>
            <a:pPr lvl="1" eaLnBrk="1" hangingPunct="1"/>
            <a:r>
              <a:rPr lang="en-US" altLang="en-US" sz="2200" dirty="0"/>
              <a:t>One employee in </a:t>
            </a:r>
            <a:r>
              <a:rPr lang="en-US" altLang="en-US" sz="2200" i="1" dirty="0"/>
              <a:t>supervisor</a:t>
            </a:r>
            <a:r>
              <a:rPr lang="en-US" altLang="en-US" sz="2200" dirty="0"/>
              <a:t> role</a:t>
            </a:r>
          </a:p>
          <a:p>
            <a:pPr lvl="1" eaLnBrk="1" hangingPunct="1"/>
            <a:r>
              <a:rPr lang="en-US" altLang="en-US" sz="2200" dirty="0"/>
              <a:t>One employee in </a:t>
            </a:r>
            <a:r>
              <a:rPr lang="en-US" altLang="en-US" sz="2200" i="1" dirty="0"/>
              <a:t>supervisee</a:t>
            </a:r>
            <a:r>
              <a:rPr lang="en-US" altLang="en-US" sz="2200" dirty="0"/>
              <a:t> role</a:t>
            </a:r>
          </a:p>
          <a:p>
            <a:endParaRPr lang="en-US" dirty="0"/>
          </a:p>
        </p:txBody>
      </p:sp>
      <p:sp>
        <p:nvSpPr>
          <p:cNvPr id="4" name="Slide Number Placeholder 3"/>
          <p:cNvSpPr>
            <a:spLocks noGrp="1"/>
          </p:cNvSpPr>
          <p:nvPr>
            <p:ph type="sldNum" sz="quarter" idx="5"/>
          </p:nvPr>
        </p:nvSpPr>
        <p:spPr/>
        <p:txBody>
          <a:bodyPr/>
          <a:lstStyle/>
          <a:p>
            <a:fld id="{15E1A809-6CBB-41A0-A45D-E6971A6531CE}" type="slidenum">
              <a:rPr lang="en-US" smtClean="0"/>
              <a:t>23</a:t>
            </a:fld>
            <a:endParaRPr lang="en-US"/>
          </a:p>
        </p:txBody>
      </p:sp>
    </p:spTree>
    <p:extLst>
      <p:ext uri="{BB962C8B-B14F-4D97-AF65-F5344CB8AC3E}">
        <p14:creationId xmlns:p14="http://schemas.microsoft.com/office/powerpoint/2010/main" val="1144198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(supervisor) and the other with ‘2’ (supervisee)</a:t>
            </a:r>
            <a:br>
              <a:rPr lang="en-US" dirty="0"/>
            </a:br>
            <a:r>
              <a:rPr lang="en-US" dirty="0"/>
              <a:t>Employee e1 supervises Employees e2 and e3.Employee e4 supervises Employees e6 and e7.Employee e5 supervises Employees e1 and e4.s</a:t>
            </a:r>
          </a:p>
        </p:txBody>
      </p:sp>
      <p:sp>
        <p:nvSpPr>
          <p:cNvPr id="4" name="Slide Number Placeholder 3"/>
          <p:cNvSpPr>
            <a:spLocks noGrp="1"/>
          </p:cNvSpPr>
          <p:nvPr>
            <p:ph type="sldNum" sz="quarter" idx="5"/>
          </p:nvPr>
        </p:nvSpPr>
        <p:spPr/>
        <p:txBody>
          <a:bodyPr/>
          <a:lstStyle/>
          <a:p>
            <a:fld id="{15E1A809-6CBB-41A0-A45D-E6971A6531CE}" type="slidenum">
              <a:rPr lang="en-US" smtClean="0"/>
              <a:t>24</a:t>
            </a:fld>
            <a:endParaRPr lang="en-US"/>
          </a:p>
        </p:txBody>
      </p:sp>
    </p:spTree>
    <p:extLst>
      <p:ext uri="{BB962C8B-B14F-4D97-AF65-F5344CB8AC3E}">
        <p14:creationId xmlns:p14="http://schemas.microsoft.com/office/powerpoint/2010/main" val="7651284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3.2 displays the COMPANY ER database schema as an ER diagram</a:t>
            </a:r>
          </a:p>
          <a:p>
            <a:r>
              <a:rPr lang="en-US" dirty="0"/>
              <a:t>Regular (strong) entity types such as EMPLOYEE, DEPARTMENT, and PROJECT are shown in rectangular boxes. </a:t>
            </a:r>
          </a:p>
          <a:p>
            <a:r>
              <a:rPr lang="en-US" dirty="0"/>
              <a:t>Relationship types such as WORKS_FOR, MANAGES, CONTROLS, and WORKS_ON are shown in diamond-shaped boxes attached to the participating entity types with straight lines. </a:t>
            </a:r>
          </a:p>
          <a:p>
            <a:r>
              <a:rPr lang="en-US" dirty="0"/>
              <a:t>Attributes are shown in ovals, and each attribute is attached by a straight line to its entity type or relationship type.</a:t>
            </a:r>
          </a:p>
          <a:p>
            <a:r>
              <a:rPr lang="en-US" dirty="0"/>
              <a:t>Component attributes of a composite attribute are attached to the oval representing the composite attribute, as illustrated by the Name attribute of EMPLOYEE. </a:t>
            </a:r>
          </a:p>
          <a:p>
            <a:r>
              <a:rPr lang="en-US" dirty="0"/>
              <a:t>Multivalued attributes are shown in double ovals, as illustrated by the Locations attribute of DEPARTMENT. </a:t>
            </a:r>
          </a:p>
          <a:p>
            <a:r>
              <a:rPr lang="en-US" dirty="0"/>
              <a:t>Key attributes have their names underlined. </a:t>
            </a:r>
          </a:p>
          <a:p>
            <a:r>
              <a:rPr lang="en-US" dirty="0"/>
              <a:t>Derived attributes are shown in dotted ovals, as illustrated by the </a:t>
            </a:r>
            <a:r>
              <a:rPr lang="en-US" dirty="0" err="1"/>
              <a:t>Number_of_employees</a:t>
            </a:r>
            <a:r>
              <a:rPr lang="en-US" dirty="0"/>
              <a:t> attribute of DEPARTMENT. </a:t>
            </a:r>
          </a:p>
          <a:p>
            <a:r>
              <a:rPr lang="en-US" dirty="0"/>
              <a:t>Weak entity types are distinguished by being placed in double rectangles and by having </a:t>
            </a:r>
            <a:r>
              <a:rPr lang="en-US" b="1" dirty="0"/>
              <a:t>their identifying relationship placed in double diamonds</a:t>
            </a:r>
            <a:r>
              <a:rPr lang="en-US" dirty="0"/>
              <a:t>, as illustrated by the DEPENDENT entity type and the DEPENDENTS_OF identifying relationship type. </a:t>
            </a:r>
          </a:p>
          <a:p>
            <a:r>
              <a:rPr lang="en-US" dirty="0"/>
              <a:t>The partial key of the weak entity type is underlined with a dotted line. </a:t>
            </a:r>
          </a:p>
          <a:p>
            <a:r>
              <a:rPr lang="en-US" dirty="0"/>
              <a:t>In Figure 3.2 the cardinality ratio of each binary relationship type is specified by attaching a 1, M, or N on each participating edge. </a:t>
            </a:r>
          </a:p>
          <a:p>
            <a:r>
              <a:rPr lang="en-US" dirty="0"/>
              <a:t>The cardinality ratio of DEPARTMENT:EMPLOYEE in MANAGES is 1:1, whereas </a:t>
            </a:r>
          </a:p>
          <a:p>
            <a:r>
              <a:rPr lang="en-US" dirty="0"/>
              <a:t>it is 1:N for DEPARTMENT: EMPLOYEE in WORKS_FOR, </a:t>
            </a:r>
          </a:p>
          <a:p>
            <a:r>
              <a:rPr lang="en-US" dirty="0"/>
              <a:t>and M:N for WORKS_ON. </a:t>
            </a:r>
          </a:p>
          <a:p>
            <a:endParaRPr lang="en-US" dirty="0"/>
          </a:p>
          <a:p>
            <a:r>
              <a:rPr lang="en-US" dirty="0"/>
              <a:t>The participation constraint is specified by a single line for partial participation and by double lines for total participation (existence dependency). </a:t>
            </a:r>
          </a:p>
          <a:p>
            <a:r>
              <a:rPr lang="en-US" dirty="0"/>
              <a:t>In Figure 3.2 we show the role names for the SUPERVISION relationship type because the same EMPLOYEE entity type plays two distinct roles in that relationship. Notice that the cardinality ratio is 1:N from supervisor to supervisee because each employee in the role of supervisee has at most one direct supervisor, whereas an employee in the role of supervisor can supervise zero or more employees.</a:t>
            </a:r>
          </a:p>
        </p:txBody>
      </p:sp>
      <p:sp>
        <p:nvSpPr>
          <p:cNvPr id="4" name="Slide Number Placeholder 3"/>
          <p:cNvSpPr>
            <a:spLocks noGrp="1"/>
          </p:cNvSpPr>
          <p:nvPr>
            <p:ph type="sldNum" sz="quarter" idx="5"/>
          </p:nvPr>
        </p:nvSpPr>
        <p:spPr/>
        <p:txBody>
          <a:bodyPr/>
          <a:lstStyle/>
          <a:p>
            <a:fld id="{15E1A809-6CBB-41A0-A45D-E6971A6531CE}" type="slidenum">
              <a:rPr lang="en-US" smtClean="0"/>
              <a:t>25</a:t>
            </a:fld>
            <a:endParaRPr lang="en-US"/>
          </a:p>
        </p:txBody>
      </p:sp>
    </p:spTree>
    <p:extLst>
      <p:ext uri="{BB962C8B-B14F-4D97-AF65-F5344CB8AC3E}">
        <p14:creationId xmlns:p14="http://schemas.microsoft.com/office/powerpoint/2010/main" val="2032288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9/28/2024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9/28/2024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9/28/2024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21961" y="3484539"/>
            <a:ext cx="8493967" cy="1922731"/>
          </a:xfrm>
        </p:spPr>
        <p:txBody>
          <a:bodyPr>
            <a:normAutofit fontScale="92500" lnSpcReduction="20000"/>
          </a:bodyPr>
          <a:lstStyle/>
          <a:p>
            <a:pPr algn="ctr"/>
            <a:r>
              <a:rPr lang="en-US" sz="4000" b="1" dirty="0">
                <a:solidFill>
                  <a:schemeClr val="tx1"/>
                </a:solidFill>
                <a:cs typeface="Times New Roman" panose="02020603050405020304" pitchFamily="18" charset="0"/>
              </a:rPr>
              <a:t>Lecture 1-</a:t>
            </a:r>
            <a:r>
              <a:rPr lang="en-US" sz="4000" b="1" dirty="0">
                <a:solidFill>
                  <a:schemeClr val="tx1"/>
                </a:solidFill>
              </a:rPr>
              <a:t>Chapter # 3</a:t>
            </a:r>
          </a:p>
          <a:p>
            <a:pPr algn="ctr"/>
            <a:endParaRPr lang="en-US" sz="4000" b="1" dirty="0">
              <a:solidFill>
                <a:schemeClr val="tx1"/>
              </a:solidFill>
              <a:cs typeface="Times New Roman" panose="02020603050405020304" pitchFamily="18" charset="0"/>
            </a:endParaRPr>
          </a:p>
          <a:p>
            <a:pPr marL="12700" algn="ctr">
              <a:lnSpc>
                <a:spcPts val="2735"/>
              </a:lnSpc>
              <a:spcBef>
                <a:spcPts val="720"/>
              </a:spcBef>
            </a:pPr>
            <a:r>
              <a:rPr lang="en-US" sz="3200" b="1" dirty="0">
                <a:solidFill>
                  <a:schemeClr val="tx1"/>
                </a:solidFill>
                <a:cs typeface="Calibri"/>
              </a:rPr>
              <a:t>Data</a:t>
            </a:r>
            <a:r>
              <a:rPr lang="en-US" sz="3200" b="1" spc="-40" dirty="0">
                <a:solidFill>
                  <a:schemeClr val="tx1"/>
                </a:solidFill>
                <a:cs typeface="Calibri"/>
              </a:rPr>
              <a:t> </a:t>
            </a:r>
            <a:r>
              <a:rPr lang="en-US" sz="3200" b="1" dirty="0">
                <a:solidFill>
                  <a:schemeClr val="tx1"/>
                </a:solidFill>
                <a:cs typeface="Calibri"/>
              </a:rPr>
              <a:t>Modeling</a:t>
            </a:r>
            <a:r>
              <a:rPr lang="en-US" sz="3200" b="1" spc="-55" dirty="0">
                <a:solidFill>
                  <a:schemeClr val="tx1"/>
                </a:solidFill>
                <a:cs typeface="Calibri"/>
              </a:rPr>
              <a:t> </a:t>
            </a:r>
            <a:r>
              <a:rPr lang="en-US" sz="3200" b="1" dirty="0">
                <a:solidFill>
                  <a:schemeClr val="tx1"/>
                </a:solidFill>
                <a:cs typeface="Calibri"/>
              </a:rPr>
              <a:t>Using</a:t>
            </a:r>
            <a:r>
              <a:rPr lang="en-US" sz="3200" b="1" spc="-60" dirty="0">
                <a:solidFill>
                  <a:schemeClr val="tx1"/>
                </a:solidFill>
                <a:cs typeface="Calibri"/>
              </a:rPr>
              <a:t> </a:t>
            </a:r>
            <a:r>
              <a:rPr lang="en-US" sz="3200" b="1" dirty="0">
                <a:solidFill>
                  <a:schemeClr val="tx1"/>
                </a:solidFill>
                <a:cs typeface="Calibri"/>
              </a:rPr>
              <a:t>the</a:t>
            </a:r>
            <a:r>
              <a:rPr lang="en-US" sz="3200" b="1" spc="-40" dirty="0">
                <a:solidFill>
                  <a:schemeClr val="tx1"/>
                </a:solidFill>
                <a:cs typeface="Calibri"/>
              </a:rPr>
              <a:t> </a:t>
            </a:r>
            <a:r>
              <a:rPr lang="en-US" sz="3200" b="1" spc="-25" dirty="0">
                <a:solidFill>
                  <a:schemeClr val="tx1"/>
                </a:solidFill>
                <a:cs typeface="Calibri"/>
              </a:rPr>
              <a:t>Entity-</a:t>
            </a:r>
            <a:r>
              <a:rPr lang="en-US" sz="3200" b="1" dirty="0">
                <a:solidFill>
                  <a:schemeClr val="tx1"/>
                </a:solidFill>
                <a:cs typeface="Calibri"/>
              </a:rPr>
              <a:t>Relationship</a:t>
            </a:r>
            <a:r>
              <a:rPr lang="en-US" sz="3200" b="1" spc="-20" dirty="0">
                <a:solidFill>
                  <a:schemeClr val="tx1"/>
                </a:solidFill>
                <a:cs typeface="Calibri"/>
              </a:rPr>
              <a:t> (ER) </a:t>
            </a:r>
            <a:r>
              <a:rPr lang="en-US" sz="3200" b="1" spc="-10" dirty="0">
                <a:solidFill>
                  <a:schemeClr val="tx1"/>
                </a:solidFill>
                <a:cs typeface="Calibri"/>
              </a:rPr>
              <a:t>Model</a:t>
            </a:r>
            <a:endParaRPr lang="en-US" sz="3200" dirty="0">
              <a:solidFill>
                <a:schemeClr val="tx1"/>
              </a:solidFill>
              <a:cs typeface="Calibri"/>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514258"/>
            <a:ext cx="10058400" cy="1192583"/>
          </a:xfrm>
          <a:prstGeom prst="rect">
            <a:avLst/>
          </a:prstGeom>
        </p:spPr>
        <p:txBody>
          <a:bodyPr vert="horz" wrap="square" lIns="0" tIns="449529" rIns="0" bIns="0" rtlCol="0" anchor="b">
            <a:spAutoFit/>
          </a:bodyPr>
          <a:lstStyle/>
          <a:p>
            <a:pPr marL="19050">
              <a:lnSpc>
                <a:spcPct val="100000"/>
              </a:lnSpc>
              <a:spcBef>
                <a:spcPts val="105"/>
              </a:spcBef>
            </a:pPr>
            <a:r>
              <a:rPr b="1" dirty="0">
                <a:solidFill>
                  <a:schemeClr val="tx1"/>
                </a:solidFill>
              </a:rPr>
              <a:t>Entity–relationship</a:t>
            </a:r>
            <a:r>
              <a:rPr b="1" spc="-145" dirty="0">
                <a:solidFill>
                  <a:schemeClr val="tx1"/>
                </a:solidFill>
              </a:rPr>
              <a:t> </a:t>
            </a:r>
            <a:r>
              <a:rPr b="1" dirty="0">
                <a:solidFill>
                  <a:schemeClr val="tx1"/>
                </a:solidFill>
              </a:rPr>
              <a:t>(ER)</a:t>
            </a:r>
            <a:r>
              <a:rPr b="1" spc="-120" dirty="0">
                <a:solidFill>
                  <a:schemeClr val="tx1"/>
                </a:solidFill>
              </a:rPr>
              <a:t> </a:t>
            </a:r>
            <a:r>
              <a:rPr b="1" spc="-10" dirty="0">
                <a:solidFill>
                  <a:schemeClr val="tx1"/>
                </a:solidFill>
              </a:rPr>
              <a:t>model</a:t>
            </a:r>
          </a:p>
        </p:txBody>
      </p:sp>
      <p:sp>
        <p:nvSpPr>
          <p:cNvPr id="3" name="object 3"/>
          <p:cNvSpPr txBox="1"/>
          <p:nvPr/>
        </p:nvSpPr>
        <p:spPr>
          <a:xfrm>
            <a:off x="1066800" y="1953828"/>
            <a:ext cx="10451910" cy="1056058"/>
          </a:xfrm>
          <a:prstGeom prst="rect">
            <a:avLst/>
          </a:prstGeom>
        </p:spPr>
        <p:txBody>
          <a:bodyPr vert="horz" wrap="square" lIns="0" tIns="98425" rIns="0" bIns="0" rtlCol="0">
            <a:spAutoFit/>
          </a:bodyPr>
          <a:lstStyle/>
          <a:p>
            <a:pPr marL="240029" indent="-227329">
              <a:spcBef>
                <a:spcPts val="775"/>
              </a:spcBef>
              <a:buClr>
                <a:schemeClr val="accent2"/>
              </a:buClr>
              <a:buFont typeface="Arial MT"/>
              <a:buChar char="•"/>
              <a:tabLst>
                <a:tab pos="240029" algn="l"/>
              </a:tabLst>
            </a:pPr>
            <a:r>
              <a:rPr lang="en-US" sz="2800" dirty="0">
                <a:cs typeface="Times New Roman" panose="02020603050405020304" pitchFamily="18" charset="0"/>
              </a:rPr>
              <a:t>Is</a:t>
            </a:r>
            <a:r>
              <a:rPr lang="en-US" sz="2800" spc="-75" dirty="0">
                <a:cs typeface="Times New Roman" panose="02020603050405020304" pitchFamily="18" charset="0"/>
              </a:rPr>
              <a:t> </a:t>
            </a:r>
            <a:r>
              <a:rPr lang="en-US" sz="2800" dirty="0">
                <a:cs typeface="Times New Roman" panose="02020603050405020304" pitchFamily="18" charset="0"/>
              </a:rPr>
              <a:t>a</a:t>
            </a:r>
            <a:r>
              <a:rPr lang="en-US" sz="2800" spc="-65" dirty="0">
                <a:cs typeface="Times New Roman" panose="02020603050405020304" pitchFamily="18" charset="0"/>
              </a:rPr>
              <a:t> </a:t>
            </a:r>
            <a:r>
              <a:rPr lang="en-US" sz="2800" dirty="0">
                <a:cs typeface="Times New Roman" panose="02020603050405020304" pitchFamily="18" charset="0"/>
              </a:rPr>
              <a:t>popular</a:t>
            </a:r>
            <a:r>
              <a:rPr lang="en-US" sz="2800" spc="-50" dirty="0">
                <a:cs typeface="Times New Roman" panose="02020603050405020304" pitchFamily="18" charset="0"/>
              </a:rPr>
              <a:t> </a:t>
            </a:r>
            <a:r>
              <a:rPr lang="en-US" sz="2800" spc="-10" dirty="0">
                <a:cs typeface="Times New Roman" panose="02020603050405020304" pitchFamily="18" charset="0"/>
              </a:rPr>
              <a:t>high-</a:t>
            </a:r>
            <a:r>
              <a:rPr lang="en-US" sz="2800" dirty="0">
                <a:cs typeface="Times New Roman" panose="02020603050405020304" pitchFamily="18" charset="0"/>
              </a:rPr>
              <a:t>level</a:t>
            </a:r>
            <a:r>
              <a:rPr lang="en-US" sz="2800" spc="-55" dirty="0">
                <a:cs typeface="Times New Roman" panose="02020603050405020304" pitchFamily="18" charset="0"/>
              </a:rPr>
              <a:t> </a:t>
            </a:r>
            <a:r>
              <a:rPr lang="en-US" sz="2800" dirty="0">
                <a:cs typeface="Times New Roman" panose="02020603050405020304" pitchFamily="18" charset="0"/>
              </a:rPr>
              <a:t>conceptual</a:t>
            </a:r>
            <a:r>
              <a:rPr lang="en-US" sz="2800" spc="-60" dirty="0">
                <a:cs typeface="Times New Roman" panose="02020603050405020304" pitchFamily="18" charset="0"/>
              </a:rPr>
              <a:t> </a:t>
            </a:r>
            <a:r>
              <a:rPr lang="en-US" sz="2800" dirty="0">
                <a:cs typeface="Times New Roman" panose="02020603050405020304" pitchFamily="18" charset="0"/>
              </a:rPr>
              <a:t>data</a:t>
            </a:r>
            <a:r>
              <a:rPr lang="en-US" sz="2800" spc="-75" dirty="0">
                <a:cs typeface="Times New Roman" panose="02020603050405020304" pitchFamily="18" charset="0"/>
              </a:rPr>
              <a:t> </a:t>
            </a:r>
            <a:r>
              <a:rPr lang="en-US" sz="2800" spc="-10" dirty="0">
                <a:cs typeface="Times New Roman" panose="02020603050405020304" pitchFamily="18" charset="0"/>
              </a:rPr>
              <a:t>model.</a:t>
            </a:r>
            <a:endParaRPr lang="en-US" sz="2800" dirty="0">
              <a:cs typeface="Times New Roman" panose="02020603050405020304" pitchFamily="18" charset="0"/>
            </a:endParaRPr>
          </a:p>
          <a:p>
            <a:pPr marL="240029" marR="198755" indent="-227329">
              <a:lnSpc>
                <a:spcPts val="3020"/>
              </a:lnSpc>
              <a:spcBef>
                <a:spcPts val="1060"/>
              </a:spcBef>
              <a:buClr>
                <a:schemeClr val="accent2"/>
              </a:buClr>
              <a:buFont typeface="Arial MT"/>
              <a:buChar char="•"/>
              <a:tabLst>
                <a:tab pos="241300" algn="l"/>
              </a:tabLst>
            </a:pPr>
            <a:r>
              <a:rPr lang="en-US" sz="2800" dirty="0">
                <a:cs typeface="Times New Roman" panose="02020603050405020304" pitchFamily="18" charset="0"/>
              </a:rPr>
              <a:t>Frequently</a:t>
            </a:r>
            <a:r>
              <a:rPr lang="en-US" sz="2800" spc="-75" dirty="0">
                <a:cs typeface="Times New Roman" panose="02020603050405020304" pitchFamily="18" charset="0"/>
              </a:rPr>
              <a:t> </a:t>
            </a:r>
            <a:r>
              <a:rPr lang="en-US" sz="2800" dirty="0">
                <a:cs typeface="Times New Roman" panose="02020603050405020304" pitchFamily="18" charset="0"/>
              </a:rPr>
              <a:t>used</a:t>
            </a:r>
            <a:r>
              <a:rPr lang="en-US" sz="2800" spc="-80" dirty="0">
                <a:cs typeface="Times New Roman" panose="02020603050405020304" pitchFamily="18" charset="0"/>
              </a:rPr>
              <a:t> </a:t>
            </a:r>
            <a:r>
              <a:rPr lang="en-US" sz="2800" dirty="0">
                <a:cs typeface="Times New Roman" panose="02020603050405020304" pitchFamily="18" charset="0"/>
              </a:rPr>
              <a:t>for</a:t>
            </a:r>
            <a:r>
              <a:rPr lang="en-US" sz="2800" spc="-95" dirty="0">
                <a:cs typeface="Times New Roman" panose="02020603050405020304" pitchFamily="18" charset="0"/>
              </a:rPr>
              <a:t> </a:t>
            </a:r>
            <a:r>
              <a:rPr lang="en-US" sz="2800" dirty="0">
                <a:cs typeface="Times New Roman" panose="02020603050405020304" pitchFamily="18" charset="0"/>
              </a:rPr>
              <a:t>the</a:t>
            </a:r>
            <a:r>
              <a:rPr lang="en-US" sz="2800" spc="-80" dirty="0">
                <a:cs typeface="Times New Roman" panose="02020603050405020304" pitchFamily="18" charset="0"/>
              </a:rPr>
              <a:t> </a:t>
            </a:r>
            <a:r>
              <a:rPr lang="en-US" sz="2800" spc="-10" dirty="0">
                <a:cs typeface="Times New Roman" panose="02020603050405020304" pitchFamily="18" charset="0"/>
              </a:rPr>
              <a:t>conceptual</a:t>
            </a:r>
            <a:r>
              <a:rPr lang="en-US" sz="2800" spc="-75" dirty="0">
                <a:cs typeface="Times New Roman" panose="02020603050405020304" pitchFamily="18" charset="0"/>
              </a:rPr>
              <a:t> </a:t>
            </a:r>
            <a:r>
              <a:rPr lang="en-US" sz="2800" dirty="0">
                <a:cs typeface="Times New Roman" panose="02020603050405020304" pitchFamily="18" charset="0"/>
              </a:rPr>
              <a:t>design</a:t>
            </a:r>
            <a:r>
              <a:rPr lang="en-US" sz="2800" spc="-75" dirty="0">
                <a:cs typeface="Times New Roman" panose="02020603050405020304" pitchFamily="18" charset="0"/>
              </a:rPr>
              <a:t> </a:t>
            </a:r>
            <a:r>
              <a:rPr lang="en-US" sz="2800" spc="-25" dirty="0">
                <a:cs typeface="Times New Roman" panose="02020603050405020304" pitchFamily="18" charset="0"/>
              </a:rPr>
              <a:t>of </a:t>
            </a:r>
            <a:r>
              <a:rPr lang="en-US" sz="2800" dirty="0">
                <a:cs typeface="Times New Roman" panose="02020603050405020304" pitchFamily="18" charset="0"/>
              </a:rPr>
              <a:t>database</a:t>
            </a:r>
            <a:r>
              <a:rPr lang="en-US" sz="2800" spc="-155" dirty="0">
                <a:cs typeface="Times New Roman" panose="02020603050405020304" pitchFamily="18" charset="0"/>
              </a:rPr>
              <a:t> </a:t>
            </a:r>
            <a:r>
              <a:rPr lang="en-US" sz="2800" spc="-10" dirty="0">
                <a:cs typeface="Times New Roman" panose="02020603050405020304" pitchFamily="18" charset="0"/>
              </a:rPr>
              <a:t>applications</a:t>
            </a:r>
            <a:endParaRPr lang="en-US" sz="2800" dirty="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9284" y="571110"/>
            <a:ext cx="6357582" cy="1192583"/>
          </a:xfrm>
          <a:prstGeom prst="rect">
            <a:avLst/>
          </a:prstGeom>
        </p:spPr>
        <p:txBody>
          <a:bodyPr vert="horz" wrap="square" lIns="0" tIns="449529" rIns="0" bIns="0" rtlCol="0" anchor="b">
            <a:spAutoFit/>
          </a:bodyPr>
          <a:lstStyle/>
          <a:p>
            <a:pPr marL="19050">
              <a:lnSpc>
                <a:spcPct val="100000"/>
              </a:lnSpc>
              <a:spcBef>
                <a:spcPts val="105"/>
              </a:spcBef>
            </a:pPr>
            <a:r>
              <a:rPr b="1" dirty="0">
                <a:solidFill>
                  <a:schemeClr val="tx1"/>
                </a:solidFill>
              </a:rPr>
              <a:t>ER</a:t>
            </a:r>
            <a:r>
              <a:rPr b="1" spc="-5" dirty="0">
                <a:solidFill>
                  <a:schemeClr val="tx1"/>
                </a:solidFill>
              </a:rPr>
              <a:t> </a:t>
            </a:r>
            <a:r>
              <a:rPr b="1" spc="-10" dirty="0">
                <a:solidFill>
                  <a:schemeClr val="tx1"/>
                </a:solidFill>
              </a:rPr>
              <a:t>concepts</a:t>
            </a:r>
          </a:p>
        </p:txBody>
      </p:sp>
      <p:sp>
        <p:nvSpPr>
          <p:cNvPr id="3" name="object 3"/>
          <p:cNvSpPr txBox="1"/>
          <p:nvPr/>
        </p:nvSpPr>
        <p:spPr>
          <a:xfrm>
            <a:off x="736980" y="1984259"/>
            <a:ext cx="11163868" cy="3174587"/>
          </a:xfrm>
          <a:prstGeom prst="rect">
            <a:avLst/>
          </a:prstGeom>
        </p:spPr>
        <p:txBody>
          <a:bodyPr vert="horz" wrap="square" lIns="0" tIns="60325" rIns="0" bIns="0" rtlCol="0">
            <a:spAutoFit/>
          </a:bodyPr>
          <a:lstStyle/>
          <a:p>
            <a:pPr marL="469900" marR="1384935" indent="-457200">
              <a:lnSpc>
                <a:spcPts val="3030"/>
              </a:lnSpc>
              <a:spcBef>
                <a:spcPts val="475"/>
              </a:spcBef>
              <a:buClr>
                <a:schemeClr val="accent2"/>
              </a:buClr>
              <a:buFont typeface="Arial" panose="020B0604020202020204" pitchFamily="34" charset="0"/>
              <a:buChar char="•"/>
              <a:tabLst>
                <a:tab pos="241300" algn="l"/>
              </a:tabLst>
            </a:pPr>
            <a:r>
              <a:rPr lang="en-US" sz="2400" dirty="0">
                <a:cs typeface="Times New Roman" panose="02020603050405020304" pitchFamily="18" charset="0"/>
              </a:rPr>
              <a:t>The</a:t>
            </a:r>
            <a:r>
              <a:rPr lang="en-US" sz="2400" spc="-55" dirty="0">
                <a:cs typeface="Times New Roman" panose="02020603050405020304" pitchFamily="18" charset="0"/>
              </a:rPr>
              <a:t> </a:t>
            </a:r>
            <a:r>
              <a:rPr lang="en-US" sz="2400" dirty="0">
                <a:cs typeface="Times New Roman" panose="02020603050405020304" pitchFamily="18" charset="0"/>
              </a:rPr>
              <a:t>ER</a:t>
            </a:r>
            <a:r>
              <a:rPr lang="en-US" sz="2400" spc="-45" dirty="0">
                <a:cs typeface="Times New Roman" panose="02020603050405020304" pitchFamily="18" charset="0"/>
              </a:rPr>
              <a:t> </a:t>
            </a:r>
            <a:r>
              <a:rPr lang="en-US" sz="2400" dirty="0">
                <a:cs typeface="Times New Roman" panose="02020603050405020304" pitchFamily="18" charset="0"/>
              </a:rPr>
              <a:t>model</a:t>
            </a:r>
            <a:r>
              <a:rPr lang="en-US" sz="2400" spc="-50" dirty="0">
                <a:cs typeface="Times New Roman" panose="02020603050405020304" pitchFamily="18" charset="0"/>
              </a:rPr>
              <a:t> </a:t>
            </a:r>
            <a:r>
              <a:rPr lang="en-US" sz="2400" dirty="0">
                <a:cs typeface="Times New Roman" panose="02020603050405020304" pitchFamily="18" charset="0"/>
              </a:rPr>
              <a:t>describes</a:t>
            </a:r>
            <a:r>
              <a:rPr lang="en-US" sz="2400" spc="-25" dirty="0">
                <a:cs typeface="Times New Roman" panose="02020603050405020304" pitchFamily="18" charset="0"/>
              </a:rPr>
              <a:t> </a:t>
            </a:r>
            <a:r>
              <a:rPr lang="en-US" sz="2400" dirty="0">
                <a:cs typeface="Times New Roman" panose="02020603050405020304" pitchFamily="18" charset="0"/>
              </a:rPr>
              <a:t>data</a:t>
            </a:r>
            <a:r>
              <a:rPr lang="en-US" sz="2400" spc="-55" dirty="0">
                <a:cs typeface="Times New Roman" panose="02020603050405020304" pitchFamily="18" charset="0"/>
              </a:rPr>
              <a:t> </a:t>
            </a:r>
            <a:r>
              <a:rPr lang="en-US" sz="2400" dirty="0">
                <a:cs typeface="Times New Roman" panose="02020603050405020304" pitchFamily="18" charset="0"/>
              </a:rPr>
              <a:t>as</a:t>
            </a:r>
            <a:r>
              <a:rPr lang="en-US" sz="2400" spc="-55" dirty="0">
                <a:cs typeface="Times New Roman" panose="02020603050405020304" pitchFamily="18" charset="0"/>
              </a:rPr>
              <a:t> </a:t>
            </a:r>
            <a:r>
              <a:rPr lang="en-US" sz="2400" spc="-10" dirty="0">
                <a:cs typeface="Times New Roman" panose="02020603050405020304" pitchFamily="18" charset="0"/>
              </a:rPr>
              <a:t>entities, relationships,</a:t>
            </a:r>
            <a:r>
              <a:rPr lang="en-US" sz="2400" spc="-40" dirty="0">
                <a:cs typeface="Times New Roman" panose="02020603050405020304" pitchFamily="18" charset="0"/>
              </a:rPr>
              <a:t> </a:t>
            </a:r>
            <a:r>
              <a:rPr lang="en-US" sz="2400" dirty="0">
                <a:cs typeface="Times New Roman" panose="02020603050405020304" pitchFamily="18" charset="0"/>
              </a:rPr>
              <a:t>and</a:t>
            </a:r>
            <a:r>
              <a:rPr lang="en-US" sz="2400" spc="-70" dirty="0">
                <a:cs typeface="Times New Roman" panose="02020603050405020304" pitchFamily="18" charset="0"/>
              </a:rPr>
              <a:t> </a:t>
            </a:r>
            <a:r>
              <a:rPr lang="en-US" sz="2400" spc="-10" dirty="0">
                <a:cs typeface="Times New Roman" panose="02020603050405020304" pitchFamily="18" charset="0"/>
              </a:rPr>
              <a:t>attributes</a:t>
            </a:r>
          </a:p>
          <a:p>
            <a:pPr marL="12700" marR="1384935">
              <a:lnSpc>
                <a:spcPts val="3030"/>
              </a:lnSpc>
              <a:spcBef>
                <a:spcPts val="475"/>
              </a:spcBef>
              <a:buClr>
                <a:schemeClr val="accent2"/>
              </a:buClr>
              <a:tabLst>
                <a:tab pos="241300" algn="l"/>
              </a:tabLst>
            </a:pPr>
            <a:endParaRPr lang="en-US" sz="2400" dirty="0">
              <a:cs typeface="Times New Roman" panose="02020603050405020304" pitchFamily="18" charset="0"/>
            </a:endParaRPr>
          </a:p>
          <a:p>
            <a:pPr marL="469900" indent="-457200">
              <a:spcBef>
                <a:spcPts val="620"/>
              </a:spcBef>
              <a:buClr>
                <a:schemeClr val="accent2"/>
              </a:buClr>
              <a:buFont typeface="Arial" panose="020B0604020202020204" pitchFamily="34" charset="0"/>
              <a:buChar char="•"/>
              <a:tabLst>
                <a:tab pos="240029" algn="l"/>
              </a:tabLst>
            </a:pPr>
            <a:r>
              <a:rPr lang="en-US" sz="2400" b="1" dirty="0">
                <a:cs typeface="Times New Roman" panose="02020603050405020304" pitchFamily="18" charset="0"/>
              </a:rPr>
              <a:t>Entities</a:t>
            </a:r>
            <a:r>
              <a:rPr lang="en-US" sz="2400" b="1" spc="-65" dirty="0">
                <a:cs typeface="Times New Roman" panose="02020603050405020304" pitchFamily="18" charset="0"/>
              </a:rPr>
              <a:t> </a:t>
            </a:r>
            <a:r>
              <a:rPr lang="en-US" sz="2400" b="1" dirty="0">
                <a:cs typeface="Times New Roman" panose="02020603050405020304" pitchFamily="18" charset="0"/>
              </a:rPr>
              <a:t>and</a:t>
            </a:r>
            <a:r>
              <a:rPr lang="en-US" sz="2400" b="1" spc="-60" dirty="0">
                <a:cs typeface="Times New Roman" panose="02020603050405020304" pitchFamily="18" charset="0"/>
              </a:rPr>
              <a:t> </a:t>
            </a:r>
            <a:r>
              <a:rPr lang="en-US" sz="2400" b="1" dirty="0">
                <a:cs typeface="Times New Roman" panose="02020603050405020304" pitchFamily="18" charset="0"/>
              </a:rPr>
              <a:t>Their</a:t>
            </a:r>
            <a:r>
              <a:rPr lang="en-US" sz="2400" b="1" spc="-45" dirty="0">
                <a:cs typeface="Times New Roman" panose="02020603050405020304" pitchFamily="18" charset="0"/>
              </a:rPr>
              <a:t> </a:t>
            </a:r>
            <a:r>
              <a:rPr lang="en-US" sz="2400" b="1" spc="-10" dirty="0">
                <a:cs typeface="Times New Roman" panose="02020603050405020304" pitchFamily="18" charset="0"/>
              </a:rPr>
              <a:t>Attributes:</a:t>
            </a:r>
            <a:endParaRPr lang="en-US" sz="2400" dirty="0">
              <a:cs typeface="Times New Roman" panose="02020603050405020304" pitchFamily="18" charset="0"/>
            </a:endParaRPr>
          </a:p>
          <a:p>
            <a:pPr marL="812801" lvl="1" indent="-342900">
              <a:lnSpc>
                <a:spcPts val="2735"/>
              </a:lnSpc>
              <a:spcBef>
                <a:spcPts val="234"/>
              </a:spcBef>
              <a:buClr>
                <a:schemeClr val="accent2"/>
              </a:buClr>
              <a:buFont typeface="Arial" panose="020B0604020202020204" pitchFamily="34" charset="0"/>
              <a:buChar char="•"/>
              <a:tabLst>
                <a:tab pos="697230" algn="l"/>
              </a:tabLst>
            </a:pPr>
            <a:r>
              <a:rPr lang="en-US" sz="2400" b="1" dirty="0">
                <a:cs typeface="Times New Roman" panose="02020603050405020304" pitchFamily="18" charset="0"/>
              </a:rPr>
              <a:t>Entity:</a:t>
            </a:r>
            <a:r>
              <a:rPr lang="en-US" sz="2400" b="1" spc="-15" dirty="0">
                <a:cs typeface="Times New Roman" panose="02020603050405020304" pitchFamily="18" charset="0"/>
              </a:rPr>
              <a:t> </a:t>
            </a:r>
            <a:r>
              <a:rPr lang="en-US" sz="2400" dirty="0">
                <a:cs typeface="Times New Roman" panose="02020603050405020304" pitchFamily="18" charset="0"/>
              </a:rPr>
              <a:t>which</a:t>
            </a:r>
            <a:r>
              <a:rPr lang="en-US" sz="2400" spc="-45" dirty="0">
                <a:cs typeface="Times New Roman" panose="02020603050405020304" pitchFamily="18" charset="0"/>
              </a:rPr>
              <a:t> </a:t>
            </a:r>
            <a:r>
              <a:rPr lang="en-US" sz="2400" dirty="0">
                <a:cs typeface="Times New Roman" panose="02020603050405020304" pitchFamily="18" charset="0"/>
              </a:rPr>
              <a:t>is</a:t>
            </a:r>
            <a:r>
              <a:rPr lang="en-US" sz="2400" spc="-30" dirty="0">
                <a:cs typeface="Times New Roman" panose="02020603050405020304" pitchFamily="18" charset="0"/>
              </a:rPr>
              <a:t> </a:t>
            </a:r>
            <a:r>
              <a:rPr lang="en-US" sz="2400" dirty="0">
                <a:cs typeface="Times New Roman" panose="02020603050405020304" pitchFamily="18" charset="0"/>
              </a:rPr>
              <a:t>a</a:t>
            </a:r>
            <a:r>
              <a:rPr lang="en-US" sz="2400" spc="-50" dirty="0">
                <a:cs typeface="Times New Roman" panose="02020603050405020304" pitchFamily="18" charset="0"/>
              </a:rPr>
              <a:t> </a:t>
            </a:r>
            <a:r>
              <a:rPr lang="en-US" sz="2400" dirty="0">
                <a:cs typeface="Times New Roman" panose="02020603050405020304" pitchFamily="18" charset="0"/>
              </a:rPr>
              <a:t>thing</a:t>
            </a:r>
            <a:r>
              <a:rPr lang="en-US" sz="2400" spc="-40" dirty="0">
                <a:cs typeface="Times New Roman" panose="02020603050405020304" pitchFamily="18" charset="0"/>
              </a:rPr>
              <a:t> </a:t>
            </a:r>
            <a:r>
              <a:rPr lang="en-US" sz="2400" dirty="0">
                <a:cs typeface="Times New Roman" panose="02020603050405020304" pitchFamily="18" charset="0"/>
              </a:rPr>
              <a:t>or</a:t>
            </a:r>
            <a:r>
              <a:rPr lang="en-US" sz="2400" spc="-40" dirty="0">
                <a:cs typeface="Times New Roman" panose="02020603050405020304" pitchFamily="18" charset="0"/>
              </a:rPr>
              <a:t> </a:t>
            </a:r>
            <a:r>
              <a:rPr lang="en-US" sz="2400" dirty="0">
                <a:cs typeface="Times New Roman" panose="02020603050405020304" pitchFamily="18" charset="0"/>
              </a:rPr>
              <a:t>object</a:t>
            </a:r>
            <a:r>
              <a:rPr lang="en-US" sz="2400" spc="-25" dirty="0">
                <a:cs typeface="Times New Roman" panose="02020603050405020304" pitchFamily="18" charset="0"/>
              </a:rPr>
              <a:t> </a:t>
            </a:r>
            <a:r>
              <a:rPr lang="en-US" sz="2400" dirty="0">
                <a:cs typeface="Times New Roman" panose="02020603050405020304" pitchFamily="18" charset="0"/>
              </a:rPr>
              <a:t>in</a:t>
            </a:r>
            <a:r>
              <a:rPr lang="en-US" sz="2400" spc="-55" dirty="0">
                <a:cs typeface="Times New Roman" panose="02020603050405020304" pitchFamily="18" charset="0"/>
              </a:rPr>
              <a:t> </a:t>
            </a:r>
            <a:r>
              <a:rPr lang="en-US" sz="2400" dirty="0">
                <a:cs typeface="Times New Roman" panose="02020603050405020304" pitchFamily="18" charset="0"/>
              </a:rPr>
              <a:t>the</a:t>
            </a:r>
            <a:r>
              <a:rPr lang="en-US" sz="2400" spc="-25" dirty="0">
                <a:cs typeface="Times New Roman" panose="02020603050405020304" pitchFamily="18" charset="0"/>
              </a:rPr>
              <a:t> </a:t>
            </a:r>
            <a:r>
              <a:rPr lang="en-US" sz="2400" dirty="0">
                <a:cs typeface="Times New Roman" panose="02020603050405020304" pitchFamily="18" charset="0"/>
              </a:rPr>
              <a:t>real</a:t>
            </a:r>
            <a:r>
              <a:rPr lang="en-US" sz="2400" spc="-30" dirty="0">
                <a:cs typeface="Times New Roman" panose="02020603050405020304" pitchFamily="18" charset="0"/>
              </a:rPr>
              <a:t> </a:t>
            </a:r>
            <a:r>
              <a:rPr lang="en-US" sz="2400" dirty="0">
                <a:cs typeface="Times New Roman" panose="02020603050405020304" pitchFamily="18" charset="0"/>
              </a:rPr>
              <a:t>world</a:t>
            </a:r>
            <a:r>
              <a:rPr lang="en-US" sz="2400" spc="-50" dirty="0">
                <a:cs typeface="Times New Roman" panose="02020603050405020304" pitchFamily="18" charset="0"/>
              </a:rPr>
              <a:t> </a:t>
            </a:r>
            <a:r>
              <a:rPr lang="en-US" sz="2400" spc="-20" dirty="0">
                <a:cs typeface="Times New Roman" panose="02020603050405020304" pitchFamily="18" charset="0"/>
              </a:rPr>
              <a:t>with </a:t>
            </a:r>
            <a:r>
              <a:rPr lang="en-US" sz="2400" dirty="0">
                <a:cs typeface="Times New Roman" panose="02020603050405020304" pitchFamily="18" charset="0"/>
              </a:rPr>
              <a:t>an</a:t>
            </a:r>
            <a:r>
              <a:rPr lang="en-US" sz="2400" spc="-45" dirty="0">
                <a:cs typeface="Times New Roman" panose="02020603050405020304" pitchFamily="18" charset="0"/>
              </a:rPr>
              <a:t> </a:t>
            </a:r>
            <a:r>
              <a:rPr lang="en-US" sz="2400" spc="-10" dirty="0">
                <a:cs typeface="Times New Roman" panose="02020603050405020304" pitchFamily="18" charset="0"/>
              </a:rPr>
              <a:t>independent</a:t>
            </a:r>
            <a:r>
              <a:rPr lang="en-US" sz="2400" spc="-30" dirty="0">
                <a:cs typeface="Times New Roman" panose="02020603050405020304" pitchFamily="18" charset="0"/>
              </a:rPr>
              <a:t> </a:t>
            </a:r>
            <a:r>
              <a:rPr lang="en-US" sz="2400" spc="-10" dirty="0">
                <a:cs typeface="Times New Roman" panose="02020603050405020304" pitchFamily="18" charset="0"/>
              </a:rPr>
              <a:t>existence.</a:t>
            </a:r>
            <a:endParaRPr lang="en-US" sz="2400" dirty="0">
              <a:cs typeface="Times New Roman" panose="02020603050405020304" pitchFamily="18" charset="0"/>
            </a:endParaRPr>
          </a:p>
          <a:p>
            <a:pPr marL="812166" marR="726440" lvl="1" indent="-342900">
              <a:lnSpc>
                <a:spcPts val="2590"/>
              </a:lnSpc>
              <a:spcBef>
                <a:spcPts val="540"/>
              </a:spcBef>
              <a:buClr>
                <a:schemeClr val="accent2"/>
              </a:buClr>
              <a:buFont typeface="Arial" panose="020B0604020202020204" pitchFamily="34" charset="0"/>
              <a:buChar char="•"/>
              <a:tabLst>
                <a:tab pos="697865" algn="l"/>
                <a:tab pos="6090285" algn="l"/>
              </a:tabLst>
            </a:pPr>
            <a:r>
              <a:rPr lang="en-US" sz="2400" dirty="0">
                <a:cs typeface="Times New Roman" panose="02020603050405020304" pitchFamily="18" charset="0"/>
              </a:rPr>
              <a:t>Can</a:t>
            </a:r>
            <a:r>
              <a:rPr lang="en-US" sz="2400" spc="-50" dirty="0">
                <a:cs typeface="Times New Roman" panose="02020603050405020304" pitchFamily="18" charset="0"/>
              </a:rPr>
              <a:t> </a:t>
            </a:r>
            <a:r>
              <a:rPr lang="en-US" sz="2400" dirty="0">
                <a:cs typeface="Times New Roman" panose="02020603050405020304" pitchFamily="18" charset="0"/>
              </a:rPr>
              <a:t>be</a:t>
            </a:r>
            <a:r>
              <a:rPr lang="en-US" sz="2400" spc="-30" dirty="0">
                <a:cs typeface="Times New Roman" panose="02020603050405020304" pitchFamily="18" charset="0"/>
              </a:rPr>
              <a:t> </a:t>
            </a:r>
            <a:r>
              <a:rPr lang="en-US" sz="2400" dirty="0">
                <a:cs typeface="Times New Roman" panose="02020603050405020304" pitchFamily="18" charset="0"/>
              </a:rPr>
              <a:t>an</a:t>
            </a:r>
            <a:r>
              <a:rPr lang="en-US" sz="2400" spc="-30" dirty="0">
                <a:cs typeface="Times New Roman" panose="02020603050405020304" pitchFamily="18" charset="0"/>
              </a:rPr>
              <a:t> </a:t>
            </a:r>
            <a:r>
              <a:rPr lang="en-US" sz="2400" dirty="0">
                <a:cs typeface="Times New Roman" panose="02020603050405020304" pitchFamily="18" charset="0"/>
              </a:rPr>
              <a:t>object</a:t>
            </a:r>
            <a:r>
              <a:rPr lang="en-US" sz="2400" spc="-45" dirty="0">
                <a:cs typeface="Times New Roman" panose="02020603050405020304" pitchFamily="18" charset="0"/>
              </a:rPr>
              <a:t> </a:t>
            </a:r>
            <a:r>
              <a:rPr lang="en-US" sz="2400" dirty="0">
                <a:cs typeface="Times New Roman" panose="02020603050405020304" pitchFamily="18" charset="0"/>
              </a:rPr>
              <a:t>with</a:t>
            </a:r>
            <a:r>
              <a:rPr lang="en-US" sz="2400" spc="-50" dirty="0">
                <a:cs typeface="Times New Roman" panose="02020603050405020304" pitchFamily="18" charset="0"/>
              </a:rPr>
              <a:t> </a:t>
            </a:r>
            <a:r>
              <a:rPr lang="en-US" sz="2400" dirty="0">
                <a:cs typeface="Times New Roman" panose="02020603050405020304" pitchFamily="18" charset="0"/>
              </a:rPr>
              <a:t>a</a:t>
            </a:r>
            <a:r>
              <a:rPr lang="en-US" sz="2400" spc="-30" dirty="0">
                <a:cs typeface="Times New Roman" panose="02020603050405020304" pitchFamily="18" charset="0"/>
              </a:rPr>
              <a:t> </a:t>
            </a:r>
            <a:r>
              <a:rPr lang="en-US" sz="2400" spc="-10" dirty="0">
                <a:cs typeface="Times New Roman" panose="02020603050405020304" pitchFamily="18" charset="0"/>
              </a:rPr>
              <a:t>physical</a:t>
            </a:r>
            <a:r>
              <a:rPr lang="en-US" sz="2400" spc="-30" dirty="0">
                <a:cs typeface="Times New Roman" panose="02020603050405020304" pitchFamily="18" charset="0"/>
              </a:rPr>
              <a:t> </a:t>
            </a:r>
            <a:r>
              <a:rPr lang="en-US" sz="2400" spc="-10" dirty="0">
                <a:cs typeface="Times New Roman" panose="02020603050405020304" pitchFamily="18" charset="0"/>
              </a:rPr>
              <a:t>existence: </a:t>
            </a:r>
            <a:r>
              <a:rPr lang="en-US" sz="2400" dirty="0">
                <a:cs typeface="Times New Roman" panose="02020603050405020304" pitchFamily="18" charset="0"/>
              </a:rPr>
              <a:t>i.e.</a:t>
            </a:r>
            <a:r>
              <a:rPr lang="en-US" sz="2400" spc="-40" dirty="0">
                <a:cs typeface="Times New Roman" panose="02020603050405020304" pitchFamily="18" charset="0"/>
              </a:rPr>
              <a:t> </a:t>
            </a:r>
            <a:r>
              <a:rPr lang="en-US" sz="2400" spc="-50" dirty="0">
                <a:cs typeface="Times New Roman" panose="02020603050405020304" pitchFamily="18" charset="0"/>
              </a:rPr>
              <a:t>a </a:t>
            </a:r>
            <a:r>
              <a:rPr lang="en-US" sz="2400" dirty="0">
                <a:cs typeface="Times New Roman" panose="02020603050405020304" pitchFamily="18" charset="0"/>
              </a:rPr>
              <a:t>particular</a:t>
            </a:r>
            <a:r>
              <a:rPr lang="en-US" sz="2400" spc="-70" dirty="0">
                <a:cs typeface="Times New Roman" panose="02020603050405020304" pitchFamily="18" charset="0"/>
              </a:rPr>
              <a:t> </a:t>
            </a:r>
            <a:r>
              <a:rPr lang="en-US" sz="2400" dirty="0">
                <a:cs typeface="Times New Roman" panose="02020603050405020304" pitchFamily="18" charset="0"/>
              </a:rPr>
              <a:t>person,</a:t>
            </a:r>
            <a:r>
              <a:rPr lang="en-US" sz="2400" spc="-45" dirty="0">
                <a:cs typeface="Times New Roman" panose="02020603050405020304" pitchFamily="18" charset="0"/>
              </a:rPr>
              <a:t> car,</a:t>
            </a:r>
            <a:r>
              <a:rPr lang="en-US" sz="2400" spc="-55" dirty="0">
                <a:cs typeface="Times New Roman" panose="02020603050405020304" pitchFamily="18" charset="0"/>
              </a:rPr>
              <a:t> </a:t>
            </a:r>
            <a:r>
              <a:rPr lang="en-US" sz="2400" dirty="0">
                <a:cs typeface="Times New Roman" panose="02020603050405020304" pitchFamily="18" charset="0"/>
              </a:rPr>
              <a:t>house,</a:t>
            </a:r>
            <a:r>
              <a:rPr lang="en-US" sz="2400" spc="-40" dirty="0">
                <a:cs typeface="Times New Roman" panose="02020603050405020304" pitchFamily="18" charset="0"/>
              </a:rPr>
              <a:t> </a:t>
            </a:r>
            <a:r>
              <a:rPr lang="en-US" sz="2400" dirty="0">
                <a:cs typeface="Times New Roman" panose="02020603050405020304" pitchFamily="18" charset="0"/>
              </a:rPr>
              <a:t>or</a:t>
            </a:r>
            <a:r>
              <a:rPr lang="en-US" sz="2400" spc="-65" dirty="0">
                <a:cs typeface="Times New Roman" panose="02020603050405020304" pitchFamily="18" charset="0"/>
              </a:rPr>
              <a:t> </a:t>
            </a:r>
            <a:r>
              <a:rPr lang="en-US" sz="2400" spc="-10" dirty="0">
                <a:cs typeface="Times New Roman" panose="02020603050405020304" pitchFamily="18" charset="0"/>
              </a:rPr>
              <a:t>employee)</a:t>
            </a:r>
            <a:endParaRPr lang="en-US" sz="2400" dirty="0">
              <a:cs typeface="Times New Roman" panose="02020603050405020304" pitchFamily="18" charset="0"/>
            </a:endParaRPr>
          </a:p>
          <a:p>
            <a:pPr marL="812166" marR="342900" lvl="1" indent="-342900">
              <a:lnSpc>
                <a:spcPts val="2590"/>
              </a:lnSpc>
              <a:spcBef>
                <a:spcPts val="515"/>
              </a:spcBef>
              <a:buClr>
                <a:schemeClr val="accent2"/>
              </a:buClr>
              <a:buFont typeface="Arial" panose="020B0604020202020204" pitchFamily="34" charset="0"/>
              <a:buChar char="•"/>
              <a:tabLst>
                <a:tab pos="697865" algn="l"/>
                <a:tab pos="6915784" algn="l"/>
              </a:tabLst>
            </a:pPr>
            <a:r>
              <a:rPr lang="en-US" sz="2400" dirty="0">
                <a:cs typeface="Times New Roman" panose="02020603050405020304" pitchFamily="18" charset="0"/>
              </a:rPr>
              <a:t>Can</a:t>
            </a:r>
            <a:r>
              <a:rPr lang="en-US" sz="2400" spc="-60" dirty="0">
                <a:cs typeface="Times New Roman" panose="02020603050405020304" pitchFamily="18" charset="0"/>
              </a:rPr>
              <a:t> </a:t>
            </a:r>
            <a:r>
              <a:rPr lang="en-US" sz="2400" dirty="0">
                <a:cs typeface="Times New Roman" panose="02020603050405020304" pitchFamily="18" charset="0"/>
              </a:rPr>
              <a:t>be</a:t>
            </a:r>
            <a:r>
              <a:rPr lang="en-US" sz="2400" spc="-40" dirty="0">
                <a:cs typeface="Times New Roman" panose="02020603050405020304" pitchFamily="18" charset="0"/>
              </a:rPr>
              <a:t> </a:t>
            </a:r>
            <a:r>
              <a:rPr lang="en-US" sz="2400" dirty="0">
                <a:cs typeface="Times New Roman" panose="02020603050405020304" pitchFamily="18" charset="0"/>
              </a:rPr>
              <a:t>an</a:t>
            </a:r>
            <a:r>
              <a:rPr lang="en-US" sz="2400" spc="-45" dirty="0">
                <a:cs typeface="Times New Roman" panose="02020603050405020304" pitchFamily="18" charset="0"/>
              </a:rPr>
              <a:t> </a:t>
            </a:r>
            <a:r>
              <a:rPr lang="en-US" sz="2400" dirty="0">
                <a:cs typeface="Times New Roman" panose="02020603050405020304" pitchFamily="18" charset="0"/>
              </a:rPr>
              <a:t>object</a:t>
            </a:r>
            <a:r>
              <a:rPr lang="en-US" sz="2400" spc="-50" dirty="0">
                <a:cs typeface="Times New Roman" panose="02020603050405020304" pitchFamily="18" charset="0"/>
              </a:rPr>
              <a:t> </a:t>
            </a:r>
            <a:r>
              <a:rPr lang="en-US" sz="2400" dirty="0">
                <a:cs typeface="Times New Roman" panose="02020603050405020304" pitchFamily="18" charset="0"/>
              </a:rPr>
              <a:t>with</a:t>
            </a:r>
            <a:r>
              <a:rPr lang="en-US" sz="2400" spc="-60" dirty="0">
                <a:cs typeface="Times New Roman" panose="02020603050405020304" pitchFamily="18" charset="0"/>
              </a:rPr>
              <a:t> </a:t>
            </a:r>
            <a:r>
              <a:rPr lang="en-US" sz="2400" dirty="0">
                <a:cs typeface="Times New Roman" panose="02020603050405020304" pitchFamily="18" charset="0"/>
              </a:rPr>
              <a:t>a</a:t>
            </a:r>
            <a:r>
              <a:rPr lang="en-US" sz="2400" spc="-45" dirty="0">
                <a:cs typeface="Times New Roman" panose="02020603050405020304" pitchFamily="18" charset="0"/>
              </a:rPr>
              <a:t> </a:t>
            </a:r>
            <a:r>
              <a:rPr lang="en-US" sz="2400" dirty="0">
                <a:cs typeface="Times New Roman" panose="02020603050405020304" pitchFamily="18" charset="0"/>
              </a:rPr>
              <a:t>conceptual</a:t>
            </a:r>
            <a:r>
              <a:rPr lang="en-US" sz="2400" spc="-50" dirty="0">
                <a:cs typeface="Times New Roman" panose="02020603050405020304" pitchFamily="18" charset="0"/>
              </a:rPr>
              <a:t> </a:t>
            </a:r>
            <a:r>
              <a:rPr lang="en-US" sz="2400" spc="-10" dirty="0">
                <a:cs typeface="Times New Roman" panose="02020603050405020304" pitchFamily="18" charset="0"/>
              </a:rPr>
              <a:t>existence:</a:t>
            </a:r>
            <a:r>
              <a:rPr lang="en-US" sz="2400" spc="-75" dirty="0">
                <a:cs typeface="Times New Roman" panose="02020603050405020304" pitchFamily="18" charset="0"/>
              </a:rPr>
              <a:t> </a:t>
            </a:r>
            <a:r>
              <a:rPr lang="en-US" sz="2400" spc="-20" dirty="0">
                <a:cs typeface="Times New Roman" panose="02020603050405020304" pitchFamily="18" charset="0"/>
              </a:rPr>
              <a:t>i.e. </a:t>
            </a:r>
            <a:r>
              <a:rPr lang="en-US" sz="2400" spc="-50" dirty="0">
                <a:cs typeface="Times New Roman" panose="02020603050405020304" pitchFamily="18" charset="0"/>
              </a:rPr>
              <a:t>a </a:t>
            </a:r>
            <a:r>
              <a:rPr lang="en-US" sz="2400" spc="-25" dirty="0">
                <a:cs typeface="Times New Roman" panose="02020603050405020304" pitchFamily="18" charset="0"/>
              </a:rPr>
              <a:t>company,</a:t>
            </a:r>
            <a:r>
              <a:rPr lang="en-US" sz="2400" spc="-65" dirty="0">
                <a:cs typeface="Times New Roman" panose="02020603050405020304" pitchFamily="18" charset="0"/>
              </a:rPr>
              <a:t> </a:t>
            </a:r>
            <a:r>
              <a:rPr lang="en-US" sz="2400" dirty="0">
                <a:cs typeface="Times New Roman" panose="02020603050405020304" pitchFamily="18" charset="0"/>
              </a:rPr>
              <a:t>a</a:t>
            </a:r>
            <a:r>
              <a:rPr lang="en-US" sz="2400" spc="-50" dirty="0">
                <a:cs typeface="Times New Roman" panose="02020603050405020304" pitchFamily="18" charset="0"/>
              </a:rPr>
              <a:t> </a:t>
            </a:r>
            <a:r>
              <a:rPr lang="en-US" sz="2400" dirty="0">
                <a:cs typeface="Times New Roman" panose="02020603050405020304" pitchFamily="18" charset="0"/>
              </a:rPr>
              <a:t>job,</a:t>
            </a:r>
            <a:r>
              <a:rPr lang="en-US" sz="2400" spc="-45" dirty="0">
                <a:cs typeface="Times New Roman" panose="02020603050405020304" pitchFamily="18" charset="0"/>
              </a:rPr>
              <a:t> </a:t>
            </a:r>
            <a:r>
              <a:rPr lang="en-US" sz="2400" dirty="0">
                <a:cs typeface="Times New Roman" panose="02020603050405020304" pitchFamily="18" charset="0"/>
              </a:rPr>
              <a:t>or</a:t>
            </a:r>
            <a:r>
              <a:rPr lang="en-US" sz="2400" spc="-50" dirty="0">
                <a:cs typeface="Times New Roman" panose="02020603050405020304" pitchFamily="18" charset="0"/>
              </a:rPr>
              <a:t> </a:t>
            </a:r>
            <a:r>
              <a:rPr lang="en-US" sz="2400" dirty="0">
                <a:cs typeface="Times New Roman" panose="02020603050405020304" pitchFamily="18" charset="0"/>
              </a:rPr>
              <a:t>a</a:t>
            </a:r>
            <a:r>
              <a:rPr lang="en-US" sz="2400" spc="-60" dirty="0">
                <a:cs typeface="Times New Roman" panose="02020603050405020304" pitchFamily="18" charset="0"/>
              </a:rPr>
              <a:t> </a:t>
            </a:r>
            <a:r>
              <a:rPr lang="en-US" sz="2400" dirty="0">
                <a:cs typeface="Times New Roman" panose="02020603050405020304" pitchFamily="18" charset="0"/>
              </a:rPr>
              <a:t>university</a:t>
            </a:r>
            <a:r>
              <a:rPr lang="en-US" sz="2400" spc="-45" dirty="0">
                <a:cs typeface="Times New Roman" panose="02020603050405020304" pitchFamily="18" charset="0"/>
              </a:rPr>
              <a:t> </a:t>
            </a:r>
            <a:r>
              <a:rPr lang="en-US" sz="2400" spc="-10" dirty="0">
                <a:cs typeface="Times New Roman" panose="02020603050405020304" pitchFamily="18" charset="0"/>
              </a:rPr>
              <a:t>course)</a:t>
            </a:r>
            <a:endParaRPr lang="en-US" sz="2400" dirty="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35336-0E45-46A6-ADEF-9EF46BC634DD}"/>
              </a:ext>
            </a:extLst>
          </p:cNvPr>
          <p:cNvSpPr>
            <a:spLocks noGrp="1"/>
          </p:cNvSpPr>
          <p:nvPr>
            <p:ph type="title"/>
          </p:nvPr>
        </p:nvSpPr>
        <p:spPr>
          <a:xfrm>
            <a:off x="1097280" y="895350"/>
            <a:ext cx="10058400" cy="842010"/>
          </a:xfrm>
        </p:spPr>
        <p:txBody>
          <a:bodyPr/>
          <a:lstStyle/>
          <a:p>
            <a:r>
              <a:rPr lang="en-US" b="1" dirty="0">
                <a:solidFill>
                  <a:schemeClr val="tx1"/>
                </a:solidFill>
              </a:rPr>
              <a:t>Attribute Types</a:t>
            </a:r>
          </a:p>
        </p:txBody>
      </p:sp>
      <p:sp>
        <p:nvSpPr>
          <p:cNvPr id="3" name="Content Placeholder 2">
            <a:extLst>
              <a:ext uri="{FF2B5EF4-FFF2-40B4-BE49-F238E27FC236}">
                <a16:creationId xmlns:a16="http://schemas.microsoft.com/office/drawing/2014/main" id="{E63F2E24-C7BF-41F5-B648-FAA96C5DE71A}"/>
              </a:ext>
            </a:extLst>
          </p:cNvPr>
          <p:cNvSpPr>
            <a:spLocks noGrp="1"/>
          </p:cNvSpPr>
          <p:nvPr>
            <p:ph idx="1"/>
          </p:nvPr>
        </p:nvSpPr>
        <p:spPr>
          <a:xfrm>
            <a:off x="918948" y="1917394"/>
            <a:ext cx="6191535" cy="4329748"/>
          </a:xfrm>
        </p:spPr>
        <p:txBody>
          <a:bodyPr>
            <a:normAutofit/>
          </a:bodyPr>
          <a:lstStyle/>
          <a:p>
            <a:pPr>
              <a:buFont typeface="Arial" panose="020B0604020202020204" pitchFamily="34" charset="0"/>
              <a:buChar char="•"/>
            </a:pPr>
            <a:r>
              <a:rPr lang="en-US" sz="2400" b="1" dirty="0">
                <a:solidFill>
                  <a:schemeClr val="tx1"/>
                </a:solidFill>
                <a:cs typeface="Times New Roman" panose="02020603050405020304" pitchFamily="18" charset="0"/>
              </a:rPr>
              <a:t>Attributes: </a:t>
            </a:r>
            <a:r>
              <a:rPr lang="en-US" sz="2400" dirty="0">
                <a:solidFill>
                  <a:schemeClr val="tx1"/>
                </a:solidFill>
                <a:cs typeface="Times New Roman" panose="02020603050405020304" pitchFamily="18" charset="0"/>
              </a:rPr>
              <a:t>Characteristics or Properties of Entity</a:t>
            </a:r>
          </a:p>
          <a:p>
            <a:pPr lvl="1">
              <a:buFont typeface="Arial" panose="020B0604020202020204" pitchFamily="34" charset="0"/>
              <a:buChar char="•"/>
            </a:pPr>
            <a:r>
              <a:rPr lang="en-US" sz="2400" dirty="0">
                <a:solidFill>
                  <a:schemeClr val="tx1"/>
                </a:solidFill>
                <a:cs typeface="Times New Roman" panose="02020603050405020304" pitchFamily="18" charset="0"/>
              </a:rPr>
              <a:t>i.e. Employee’s First name, Last name, address etc.</a:t>
            </a:r>
          </a:p>
          <a:p>
            <a:pPr>
              <a:buFont typeface="Arial" panose="020B0604020202020204" pitchFamily="34" charset="0"/>
              <a:buChar char="•"/>
            </a:pPr>
            <a:r>
              <a:rPr lang="en-US" sz="2400" b="1" dirty="0">
                <a:solidFill>
                  <a:schemeClr val="tx1"/>
                </a:solidFill>
                <a:cs typeface="Times New Roman" panose="02020603050405020304" pitchFamily="18" charset="0"/>
              </a:rPr>
              <a:t>Simple Attributes: </a:t>
            </a:r>
            <a:r>
              <a:rPr lang="en-US" sz="2400" dirty="0">
                <a:solidFill>
                  <a:schemeClr val="tx1"/>
                </a:solidFill>
                <a:cs typeface="Times New Roman" panose="02020603050405020304" pitchFamily="18" charset="0"/>
              </a:rPr>
              <a:t>are atomic </a:t>
            </a:r>
          </a:p>
          <a:p>
            <a:pPr>
              <a:buFont typeface="Arial" panose="020B0604020202020204" pitchFamily="34" charset="0"/>
              <a:buChar char="•"/>
            </a:pPr>
            <a:r>
              <a:rPr lang="en-US" sz="2400" b="1" dirty="0">
                <a:solidFill>
                  <a:schemeClr val="tx1"/>
                </a:solidFill>
                <a:cs typeface="Times New Roman" panose="02020603050405020304" pitchFamily="18" charset="0"/>
              </a:rPr>
              <a:t>Composite attributes: </a:t>
            </a:r>
            <a:r>
              <a:rPr lang="en-US" sz="2400" dirty="0">
                <a:solidFill>
                  <a:schemeClr val="tx1"/>
                </a:solidFill>
                <a:cs typeface="Times New Roman" panose="02020603050405020304" pitchFamily="18" charset="0"/>
              </a:rPr>
              <a:t>divided into smaller subparts</a:t>
            </a:r>
          </a:p>
          <a:p>
            <a:pPr lvl="1">
              <a:buFont typeface="Arial" panose="020B0604020202020204" pitchFamily="34" charset="0"/>
              <a:buChar char="•"/>
            </a:pPr>
            <a:r>
              <a:rPr lang="en-US" sz="2400" dirty="0">
                <a:solidFill>
                  <a:schemeClr val="tx1"/>
                </a:solidFill>
                <a:cs typeface="Times New Roman" panose="02020603050405020304" pitchFamily="18" charset="0"/>
              </a:rPr>
              <a:t>form a hierarchy</a:t>
            </a:r>
          </a:p>
          <a:p>
            <a:pPr lvl="1">
              <a:buFont typeface="Arial" panose="020B0604020202020204" pitchFamily="34" charset="0"/>
              <a:buChar char="•"/>
            </a:pPr>
            <a:r>
              <a:rPr lang="en-US" sz="2400" dirty="0">
                <a:solidFill>
                  <a:schemeClr val="tx1"/>
                </a:solidFill>
                <a:cs typeface="Times New Roman" panose="02020603050405020304" pitchFamily="18" charset="0"/>
              </a:rPr>
              <a:t>i.e. the Address attribute of the EMPLOYEE(</a:t>
            </a:r>
            <a:r>
              <a:rPr lang="en-US" sz="2400" dirty="0" err="1">
                <a:solidFill>
                  <a:schemeClr val="tx1"/>
                </a:solidFill>
                <a:cs typeface="Times New Roman" panose="02020603050405020304" pitchFamily="18" charset="0"/>
              </a:rPr>
              <a:t>Street_address</a:t>
            </a:r>
            <a:r>
              <a:rPr lang="en-US" sz="2400" dirty="0">
                <a:solidFill>
                  <a:schemeClr val="tx1"/>
                </a:solidFill>
                <a:cs typeface="Times New Roman" panose="02020603050405020304" pitchFamily="18" charset="0"/>
              </a:rPr>
              <a:t>, City, State, and Zip)</a:t>
            </a:r>
          </a:p>
          <a:p>
            <a:pPr lvl="1">
              <a:buFont typeface="Arial" panose="020B0604020202020204" pitchFamily="34" charset="0"/>
              <a:buChar char="•"/>
            </a:pPr>
            <a:r>
              <a:rPr lang="en-US" sz="2400" dirty="0">
                <a:solidFill>
                  <a:schemeClr val="tx1"/>
                </a:solidFill>
                <a:cs typeface="Times New Roman" panose="02020603050405020304" pitchFamily="18" charset="0"/>
              </a:rPr>
              <a:t>First name and last name of employee.</a:t>
            </a:r>
          </a:p>
        </p:txBody>
      </p:sp>
      <p:pic>
        <p:nvPicPr>
          <p:cNvPr id="5" name="Picture 4">
            <a:extLst>
              <a:ext uri="{FF2B5EF4-FFF2-40B4-BE49-F238E27FC236}">
                <a16:creationId xmlns:a16="http://schemas.microsoft.com/office/drawing/2014/main" id="{28B6A947-1E80-48EF-9AA4-2B6CCB11361F}"/>
              </a:ext>
            </a:extLst>
          </p:cNvPr>
          <p:cNvPicPr>
            <a:picLocks noChangeAspect="1"/>
          </p:cNvPicPr>
          <p:nvPr/>
        </p:nvPicPr>
        <p:blipFill>
          <a:blip r:embed="rId3"/>
          <a:stretch>
            <a:fillRect/>
          </a:stretch>
        </p:blipFill>
        <p:spPr>
          <a:xfrm>
            <a:off x="7666637" y="1917394"/>
            <a:ext cx="3606414" cy="23178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77505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036320" y="1883391"/>
            <a:ext cx="10119360" cy="2306190"/>
          </a:xfrm>
        </p:spPr>
        <p:txBody>
          <a:bodyPr>
            <a:normAutofit/>
          </a:bodyPr>
          <a:lstStyle/>
          <a:p>
            <a:pPr marL="0" indent="0">
              <a:spcBef>
                <a:spcPts val="0"/>
              </a:spcBef>
              <a:buClrTx/>
              <a:buSzTx/>
              <a:buNone/>
              <a:defRPr/>
            </a:pPr>
            <a:r>
              <a:rPr lang="en-US" b="1" dirty="0">
                <a:solidFill>
                  <a:schemeClr val="tx1"/>
                </a:solidFill>
                <a:cs typeface="Times New Roman" panose="02020603050405020304" pitchFamily="18" charset="0"/>
              </a:rPr>
              <a:t>Composite versus Simple (Atomic) Attributes</a:t>
            </a:r>
            <a:r>
              <a:rPr lang="en-US" dirty="0">
                <a:solidFill>
                  <a:schemeClr val="tx1"/>
                </a:solidFill>
                <a:cs typeface="Times New Roman" panose="02020603050405020304" pitchFamily="18" charset="0"/>
              </a:rPr>
              <a:t>. Composite attributes can be divided into smaller subparts, which represent more basic attributes with independent meanings.</a:t>
            </a:r>
          </a:p>
          <a:p>
            <a:pPr marL="0" indent="0">
              <a:spcBef>
                <a:spcPts val="0"/>
              </a:spcBef>
              <a:buClrTx/>
              <a:buSzTx/>
              <a:buNone/>
              <a:defRPr/>
            </a:pPr>
            <a:endParaRPr lang="en-US" dirty="0">
              <a:solidFill>
                <a:schemeClr val="tx1"/>
              </a:solidFill>
              <a:cs typeface="Times New Roman" panose="02020603050405020304" pitchFamily="18" charset="0"/>
            </a:endParaRPr>
          </a:p>
          <a:p>
            <a:pPr marL="0" indent="0">
              <a:spcBef>
                <a:spcPts val="0"/>
              </a:spcBef>
              <a:buClrTx/>
              <a:buSzTx/>
              <a:buNone/>
              <a:defRPr/>
            </a:pPr>
            <a:r>
              <a:rPr lang="en-US" dirty="0">
                <a:solidFill>
                  <a:schemeClr val="tx1"/>
                </a:solidFill>
                <a:cs typeface="Times New Roman" panose="02020603050405020304" pitchFamily="18" charset="0"/>
              </a:rPr>
              <a:t>For example, the Address attribute of the EMPLOYEE entity shown in Figure 3.3 can be subdivided into </a:t>
            </a:r>
            <a:r>
              <a:rPr lang="en-US" dirty="0" err="1">
                <a:solidFill>
                  <a:schemeClr val="tx1"/>
                </a:solidFill>
                <a:cs typeface="Times New Roman" panose="02020603050405020304" pitchFamily="18" charset="0"/>
              </a:rPr>
              <a:t>Street_address</a:t>
            </a:r>
            <a:r>
              <a:rPr lang="en-US" dirty="0">
                <a:solidFill>
                  <a:schemeClr val="tx1"/>
                </a:solidFill>
                <a:cs typeface="Times New Roman" panose="02020603050405020304" pitchFamily="18" charset="0"/>
              </a:rPr>
              <a:t>, City, State, and Zip, 3 with the values ‘2311 Kirby’, ‘Houston’, ‘Texas’, and ‘77001’. </a:t>
            </a:r>
          </a:p>
        </p:txBody>
      </p:sp>
      <p:pic>
        <p:nvPicPr>
          <p:cNvPr id="6" name="Picture 5"/>
          <p:cNvPicPr>
            <a:picLocks noChangeAspect="1"/>
          </p:cNvPicPr>
          <p:nvPr/>
        </p:nvPicPr>
        <p:blipFill>
          <a:blip r:embed="rId3"/>
          <a:stretch>
            <a:fillRect/>
          </a:stretch>
        </p:blipFill>
        <p:spPr>
          <a:xfrm>
            <a:off x="1316889" y="4189580"/>
            <a:ext cx="9619182" cy="2047875"/>
          </a:xfrm>
          <a:prstGeom prst="rect">
            <a:avLst/>
          </a:prstGeom>
        </p:spPr>
      </p:pic>
      <p:sp>
        <p:nvSpPr>
          <p:cNvPr id="8" name="Title 1">
            <a:extLst>
              <a:ext uri="{FF2B5EF4-FFF2-40B4-BE49-F238E27FC236}">
                <a16:creationId xmlns:a16="http://schemas.microsoft.com/office/drawing/2014/main" id="{C95CAA38-1F59-6381-13B3-1611D4F68478}"/>
              </a:ext>
            </a:extLst>
          </p:cNvPr>
          <p:cNvSpPr>
            <a:spLocks noGrp="1"/>
          </p:cNvSpPr>
          <p:nvPr>
            <p:ph type="title"/>
          </p:nvPr>
        </p:nvSpPr>
        <p:spPr>
          <a:xfrm>
            <a:off x="1097280" y="895350"/>
            <a:ext cx="10058400" cy="842010"/>
          </a:xfrm>
        </p:spPr>
        <p:txBody>
          <a:bodyPr/>
          <a:lstStyle/>
          <a:p>
            <a:r>
              <a:rPr lang="en-US" b="1" dirty="0">
                <a:solidFill>
                  <a:schemeClr val="tx1"/>
                </a:solidFill>
              </a:rPr>
              <a:t>Attribute Types</a:t>
            </a:r>
          </a:p>
        </p:txBody>
      </p:sp>
    </p:spTree>
    <p:extLst>
      <p:ext uri="{BB962C8B-B14F-4D97-AF65-F5344CB8AC3E}">
        <p14:creationId xmlns:p14="http://schemas.microsoft.com/office/powerpoint/2010/main" val="818196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A14083-9FE5-4604-AE9D-7238164721FE}"/>
              </a:ext>
            </a:extLst>
          </p:cNvPr>
          <p:cNvSpPr>
            <a:spLocks noGrp="1"/>
          </p:cNvSpPr>
          <p:nvPr>
            <p:ph idx="1"/>
          </p:nvPr>
        </p:nvSpPr>
        <p:spPr>
          <a:xfrm>
            <a:off x="1036320" y="1937982"/>
            <a:ext cx="10119360" cy="3811661"/>
          </a:xfrm>
        </p:spPr>
        <p:txBody>
          <a:bodyPr>
            <a:normAutofit/>
          </a:bodyPr>
          <a:lstStyle/>
          <a:p>
            <a:pPr>
              <a:buFont typeface="Arial" panose="020B0604020202020204" pitchFamily="34" charset="0"/>
              <a:buChar char="•"/>
            </a:pPr>
            <a:r>
              <a:rPr lang="en-US" sz="2400" b="1" dirty="0">
                <a:solidFill>
                  <a:schemeClr val="tx1"/>
                </a:solidFill>
                <a:cs typeface="Times New Roman" panose="02020603050405020304" pitchFamily="18" charset="0"/>
              </a:rPr>
              <a:t>Single-Valued Attributes: </a:t>
            </a:r>
            <a:r>
              <a:rPr lang="en-US" sz="2400" dirty="0">
                <a:solidFill>
                  <a:schemeClr val="tx1"/>
                </a:solidFill>
                <a:cs typeface="Times New Roman" panose="02020603050405020304" pitchFamily="18" charset="0"/>
              </a:rPr>
              <a:t>have a single value for a particular entity.</a:t>
            </a:r>
          </a:p>
          <a:p>
            <a:pPr lvl="1">
              <a:buFont typeface="Arial" panose="020B0604020202020204" pitchFamily="34" charset="0"/>
              <a:buChar char="•"/>
            </a:pPr>
            <a:r>
              <a:rPr lang="en-US" sz="2000" dirty="0">
                <a:solidFill>
                  <a:schemeClr val="tx1"/>
                </a:solidFill>
                <a:cs typeface="Times New Roman" panose="02020603050405020304" pitchFamily="18" charset="0"/>
              </a:rPr>
              <a:t>i.e. Age is a single-valued attribute of a person.</a:t>
            </a:r>
          </a:p>
          <a:p>
            <a:pPr>
              <a:buFont typeface="Arial" panose="020B0604020202020204" pitchFamily="34" charset="0"/>
              <a:buChar char="•"/>
            </a:pPr>
            <a:r>
              <a:rPr lang="en-US" sz="2400" b="1" dirty="0">
                <a:solidFill>
                  <a:schemeClr val="tx1"/>
                </a:solidFill>
                <a:cs typeface="Times New Roman" panose="02020603050405020304" pitchFamily="18" charset="0"/>
              </a:rPr>
              <a:t>Multivalued Attributes: </a:t>
            </a:r>
            <a:r>
              <a:rPr lang="en-US" sz="2400" dirty="0">
                <a:solidFill>
                  <a:schemeClr val="tx1"/>
                </a:solidFill>
                <a:cs typeface="Times New Roman" panose="02020603050405020304" pitchFamily="18" charset="0"/>
              </a:rPr>
              <a:t>have a set of values for the same entity.</a:t>
            </a:r>
          </a:p>
          <a:p>
            <a:pPr lvl="1">
              <a:buFont typeface="Arial" panose="020B0604020202020204" pitchFamily="34" charset="0"/>
              <a:buChar char="•"/>
            </a:pPr>
            <a:r>
              <a:rPr lang="en-US" sz="2000" dirty="0">
                <a:solidFill>
                  <a:schemeClr val="tx1"/>
                </a:solidFill>
                <a:cs typeface="Times New Roman" panose="02020603050405020304" pitchFamily="18" charset="0"/>
              </a:rPr>
              <a:t>i.e. Car can have more than two colors</a:t>
            </a:r>
          </a:p>
          <a:p>
            <a:pPr lvl="1">
              <a:buFont typeface="Arial" panose="020B0604020202020204" pitchFamily="34" charset="0"/>
              <a:buChar char="•"/>
            </a:pPr>
            <a:r>
              <a:rPr lang="en-US" sz="2000" dirty="0">
                <a:solidFill>
                  <a:schemeClr val="tx1"/>
                </a:solidFill>
                <a:cs typeface="Times New Roman" panose="02020603050405020304" pitchFamily="18" charset="0"/>
              </a:rPr>
              <a:t>i.e. Person can have one or more degrees in college</a:t>
            </a:r>
          </a:p>
          <a:p>
            <a:pPr lvl="1">
              <a:buFont typeface="Arial" panose="020B0604020202020204" pitchFamily="34" charset="0"/>
              <a:buChar char="•"/>
            </a:pPr>
            <a:r>
              <a:rPr lang="en-US" sz="2000" dirty="0">
                <a:solidFill>
                  <a:schemeClr val="tx1"/>
                </a:solidFill>
                <a:cs typeface="Times New Roman" panose="02020603050405020304" pitchFamily="18" charset="0"/>
              </a:rPr>
              <a:t>Have lower and upper bounds to constrain the number of values allowed for each individual entity. i.e. car can have two colors at most.</a:t>
            </a:r>
          </a:p>
        </p:txBody>
      </p:sp>
      <p:sp>
        <p:nvSpPr>
          <p:cNvPr id="6" name="Title 1">
            <a:extLst>
              <a:ext uri="{FF2B5EF4-FFF2-40B4-BE49-F238E27FC236}">
                <a16:creationId xmlns:a16="http://schemas.microsoft.com/office/drawing/2014/main" id="{A3215404-E9DC-5634-AFA7-B5F0618CC992}"/>
              </a:ext>
            </a:extLst>
          </p:cNvPr>
          <p:cNvSpPr>
            <a:spLocks noGrp="1"/>
          </p:cNvSpPr>
          <p:nvPr>
            <p:ph type="title"/>
          </p:nvPr>
        </p:nvSpPr>
        <p:spPr>
          <a:xfrm>
            <a:off x="1097280" y="895350"/>
            <a:ext cx="10058400" cy="842010"/>
          </a:xfrm>
        </p:spPr>
        <p:txBody>
          <a:bodyPr/>
          <a:lstStyle/>
          <a:p>
            <a:r>
              <a:rPr lang="en-US" b="1" dirty="0">
                <a:solidFill>
                  <a:schemeClr val="tx1"/>
                </a:solidFill>
              </a:rPr>
              <a:t>Attribute Types</a:t>
            </a:r>
          </a:p>
        </p:txBody>
      </p:sp>
    </p:spTree>
    <p:extLst>
      <p:ext uri="{BB962C8B-B14F-4D97-AF65-F5344CB8AC3E}">
        <p14:creationId xmlns:p14="http://schemas.microsoft.com/office/powerpoint/2010/main" val="3016557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F3CEE5-C73D-4116-87E2-1842D15B8EF7}"/>
              </a:ext>
            </a:extLst>
          </p:cNvPr>
          <p:cNvSpPr>
            <a:spLocks noGrp="1"/>
          </p:cNvSpPr>
          <p:nvPr>
            <p:ph idx="1"/>
          </p:nvPr>
        </p:nvSpPr>
        <p:spPr>
          <a:xfrm>
            <a:off x="1066800" y="1760561"/>
            <a:ext cx="10192603" cy="3954446"/>
          </a:xfrm>
        </p:spPr>
        <p:txBody>
          <a:bodyPr>
            <a:normAutofit/>
          </a:bodyPr>
          <a:lstStyle/>
          <a:p>
            <a:pPr>
              <a:buFont typeface="Arial" panose="020B0604020202020204" pitchFamily="34" charset="0"/>
              <a:buChar char="•"/>
            </a:pPr>
            <a:r>
              <a:rPr lang="en-US" sz="2400" b="1" dirty="0">
                <a:solidFill>
                  <a:schemeClr val="tx1"/>
                </a:solidFill>
                <a:cs typeface="Times New Roman" panose="02020603050405020304" pitchFamily="18" charset="0"/>
              </a:rPr>
              <a:t>Derived Attributes: </a:t>
            </a:r>
            <a:r>
              <a:rPr lang="en-US" sz="2400" dirty="0">
                <a:solidFill>
                  <a:schemeClr val="tx1"/>
                </a:solidFill>
                <a:cs typeface="Times New Roman" panose="02020603050405020304" pitchFamily="18" charset="0"/>
              </a:rPr>
              <a:t> two (or more) attribute values are related. </a:t>
            </a:r>
          </a:p>
          <a:p>
            <a:pPr lvl="1">
              <a:buFont typeface="Arial" panose="020B0604020202020204" pitchFamily="34" charset="0"/>
              <a:buChar char="•"/>
            </a:pPr>
            <a:r>
              <a:rPr lang="en-US" sz="2000" dirty="0">
                <a:solidFill>
                  <a:schemeClr val="tx1"/>
                </a:solidFill>
                <a:cs typeface="Times New Roman" panose="02020603050405020304" pitchFamily="18" charset="0"/>
              </a:rPr>
              <a:t>i.e. Age can be derived from birthdate</a:t>
            </a:r>
          </a:p>
          <a:p>
            <a:pPr lvl="1">
              <a:buFont typeface="Arial" panose="020B0604020202020204" pitchFamily="34" charset="0"/>
              <a:buChar char="•"/>
            </a:pPr>
            <a:r>
              <a:rPr lang="en-US" sz="2000" dirty="0">
                <a:solidFill>
                  <a:schemeClr val="tx1"/>
                </a:solidFill>
                <a:cs typeface="Times New Roman" panose="02020603050405020304" pitchFamily="18" charset="0"/>
              </a:rPr>
              <a:t>So, age is a derived attribute. </a:t>
            </a:r>
          </a:p>
          <a:p>
            <a:pPr>
              <a:buFont typeface="Arial" panose="020B0604020202020204" pitchFamily="34" charset="0"/>
              <a:buChar char="•"/>
            </a:pPr>
            <a:r>
              <a:rPr lang="en-US" sz="2400" b="1" dirty="0">
                <a:solidFill>
                  <a:schemeClr val="tx1"/>
                </a:solidFill>
                <a:cs typeface="Times New Roman" panose="02020603050405020304" pitchFamily="18" charset="0"/>
              </a:rPr>
              <a:t>Stored Attribute:</a:t>
            </a:r>
            <a:r>
              <a:rPr lang="en-US" sz="2400" dirty="0">
                <a:solidFill>
                  <a:schemeClr val="tx1"/>
                </a:solidFill>
                <a:cs typeface="Times New Roman" panose="02020603050405020304" pitchFamily="18" charset="0"/>
              </a:rPr>
              <a:t> that are already specified but not derived</a:t>
            </a:r>
          </a:p>
          <a:p>
            <a:pPr>
              <a:buFont typeface="Arial" panose="020B0604020202020204" pitchFamily="34" charset="0"/>
              <a:buChar char="•"/>
            </a:pPr>
            <a:r>
              <a:rPr lang="en-US" sz="2400" b="1" dirty="0">
                <a:solidFill>
                  <a:schemeClr val="tx1"/>
                </a:solidFill>
                <a:cs typeface="Times New Roman" panose="02020603050405020304" pitchFamily="18" charset="0"/>
              </a:rPr>
              <a:t>Complex Attributes:</a:t>
            </a:r>
          </a:p>
          <a:p>
            <a:pPr lvl="1">
              <a:buFont typeface="Arial" panose="020B0604020202020204" pitchFamily="34" charset="0"/>
              <a:buChar char="•"/>
            </a:pPr>
            <a:r>
              <a:rPr lang="en-US" sz="2000" dirty="0">
                <a:solidFill>
                  <a:schemeClr val="tx1"/>
                </a:solidFill>
                <a:cs typeface="Times New Roman" panose="02020603050405020304" pitchFamily="18" charset="0"/>
              </a:rPr>
              <a:t>i.e. a person can have more than one residence, and each residence can have a single address and multiple phones</a:t>
            </a:r>
          </a:p>
        </p:txBody>
      </p:sp>
      <p:pic>
        <p:nvPicPr>
          <p:cNvPr id="5" name="Picture 4">
            <a:extLst>
              <a:ext uri="{FF2B5EF4-FFF2-40B4-BE49-F238E27FC236}">
                <a16:creationId xmlns:a16="http://schemas.microsoft.com/office/drawing/2014/main" id="{13889469-74D1-4332-9F10-768E2A51287B}"/>
              </a:ext>
            </a:extLst>
          </p:cNvPr>
          <p:cNvPicPr>
            <a:picLocks noChangeAspect="1"/>
          </p:cNvPicPr>
          <p:nvPr/>
        </p:nvPicPr>
        <p:blipFill>
          <a:blip r:embed="rId3"/>
          <a:stretch>
            <a:fillRect/>
          </a:stretch>
        </p:blipFill>
        <p:spPr>
          <a:xfrm>
            <a:off x="301684" y="4735773"/>
            <a:ext cx="11722834" cy="1221482"/>
          </a:xfrm>
          <a:prstGeom prst="rect">
            <a:avLst/>
          </a:prstGeom>
        </p:spPr>
      </p:pic>
      <p:sp>
        <p:nvSpPr>
          <p:cNvPr id="8" name="Title 1">
            <a:extLst>
              <a:ext uri="{FF2B5EF4-FFF2-40B4-BE49-F238E27FC236}">
                <a16:creationId xmlns:a16="http://schemas.microsoft.com/office/drawing/2014/main" id="{64C02240-9E36-BB94-9891-47C4805E47F0}"/>
              </a:ext>
            </a:extLst>
          </p:cNvPr>
          <p:cNvSpPr>
            <a:spLocks noGrp="1"/>
          </p:cNvSpPr>
          <p:nvPr>
            <p:ph type="title"/>
          </p:nvPr>
        </p:nvSpPr>
        <p:spPr>
          <a:xfrm>
            <a:off x="1097280" y="895350"/>
            <a:ext cx="10058400" cy="842010"/>
          </a:xfrm>
        </p:spPr>
        <p:txBody>
          <a:bodyPr/>
          <a:lstStyle/>
          <a:p>
            <a:r>
              <a:rPr lang="en-US" b="1" dirty="0">
                <a:solidFill>
                  <a:schemeClr val="tx1"/>
                </a:solidFill>
              </a:rPr>
              <a:t>Attribute Types</a:t>
            </a:r>
          </a:p>
        </p:txBody>
      </p:sp>
    </p:spTree>
    <p:extLst>
      <p:ext uri="{BB962C8B-B14F-4D97-AF65-F5344CB8AC3E}">
        <p14:creationId xmlns:p14="http://schemas.microsoft.com/office/powerpoint/2010/main" val="778265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33936" y="206082"/>
            <a:ext cx="5334020" cy="6137181"/>
            <a:chOff x="1589521" y="379453"/>
            <a:chExt cx="5334020" cy="6137181"/>
          </a:xfrm>
        </p:grpSpPr>
        <p:pic>
          <p:nvPicPr>
            <p:cNvPr id="3" name="object 3"/>
            <p:cNvPicPr/>
            <p:nvPr/>
          </p:nvPicPr>
          <p:blipFill>
            <a:blip r:embed="rId3" cstate="print"/>
            <a:stretch>
              <a:fillRect/>
            </a:stretch>
          </p:blipFill>
          <p:spPr>
            <a:xfrm>
              <a:off x="1589521" y="379453"/>
              <a:ext cx="5334020" cy="6137181"/>
            </a:xfrm>
            <a:prstGeom prst="rect">
              <a:avLst/>
            </a:prstGeom>
          </p:spPr>
        </p:pic>
        <p:pic>
          <p:nvPicPr>
            <p:cNvPr id="4" name="object 4"/>
            <p:cNvPicPr/>
            <p:nvPr/>
          </p:nvPicPr>
          <p:blipFill>
            <a:blip r:embed="rId4" cstate="print"/>
            <a:stretch>
              <a:fillRect/>
            </a:stretch>
          </p:blipFill>
          <p:spPr>
            <a:xfrm>
              <a:off x="1644395" y="425195"/>
              <a:ext cx="5173979" cy="5986272"/>
            </a:xfrm>
            <a:prstGeom prst="rect">
              <a:avLst/>
            </a:prstGeom>
            <a:ln>
              <a:noFill/>
            </a:ln>
          </p:spPr>
        </p:pic>
        <p:sp>
          <p:nvSpPr>
            <p:cNvPr id="5" name="object 5"/>
            <p:cNvSpPr/>
            <p:nvPr/>
          </p:nvSpPr>
          <p:spPr>
            <a:xfrm>
              <a:off x="1625345" y="406145"/>
              <a:ext cx="5212080" cy="6024880"/>
            </a:xfrm>
            <a:custGeom>
              <a:avLst/>
              <a:gdLst/>
              <a:ahLst/>
              <a:cxnLst/>
              <a:rect l="l" t="t" r="r" b="b"/>
              <a:pathLst>
                <a:path w="5212080" h="6024880">
                  <a:moveTo>
                    <a:pt x="0" y="6024372"/>
                  </a:moveTo>
                  <a:lnTo>
                    <a:pt x="5212080" y="6024372"/>
                  </a:lnTo>
                  <a:lnTo>
                    <a:pt x="5212080" y="0"/>
                  </a:lnTo>
                  <a:lnTo>
                    <a:pt x="0" y="0"/>
                  </a:lnTo>
                  <a:lnTo>
                    <a:pt x="0" y="6024372"/>
                  </a:lnTo>
                  <a:close/>
                </a:path>
              </a:pathLst>
            </a:custGeom>
            <a:ln w="38100">
              <a:solidFill>
                <a:srgbClr val="000000"/>
              </a:solidFill>
            </a:ln>
          </p:spPr>
          <p:txBody>
            <a:bodyPr wrap="square" lIns="0" tIns="0" rIns="0" bIns="0" rtlCol="0"/>
            <a:lstStyle/>
            <a: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BB6ED-E43E-4705-8E79-74B8B05AAD23}"/>
              </a:ext>
            </a:extLst>
          </p:cNvPr>
          <p:cNvSpPr>
            <a:spLocks noGrp="1"/>
          </p:cNvSpPr>
          <p:nvPr>
            <p:ph type="title"/>
          </p:nvPr>
        </p:nvSpPr>
        <p:spPr>
          <a:xfrm>
            <a:off x="1097280" y="777922"/>
            <a:ext cx="10058400" cy="959438"/>
          </a:xfrm>
        </p:spPr>
        <p:txBody>
          <a:bodyPr/>
          <a:lstStyle/>
          <a:p>
            <a:r>
              <a:rPr lang="en-US" b="1" dirty="0">
                <a:solidFill>
                  <a:schemeClr val="tx1"/>
                </a:solidFill>
              </a:rPr>
              <a:t>ER concepts</a:t>
            </a:r>
          </a:p>
        </p:txBody>
      </p:sp>
      <p:sp>
        <p:nvSpPr>
          <p:cNvPr id="3" name="Content Placeholder 2">
            <a:extLst>
              <a:ext uri="{FF2B5EF4-FFF2-40B4-BE49-F238E27FC236}">
                <a16:creationId xmlns:a16="http://schemas.microsoft.com/office/drawing/2014/main" id="{4196CBF0-4754-427D-8A38-7DDD2A8EC7AF}"/>
              </a:ext>
            </a:extLst>
          </p:cNvPr>
          <p:cNvSpPr>
            <a:spLocks noGrp="1"/>
          </p:cNvSpPr>
          <p:nvPr>
            <p:ph idx="1"/>
          </p:nvPr>
        </p:nvSpPr>
        <p:spPr>
          <a:xfrm>
            <a:off x="1036320" y="1737360"/>
            <a:ext cx="10714402" cy="4595201"/>
          </a:xfrm>
        </p:spPr>
        <p:txBody>
          <a:bodyPr>
            <a:normAutofit/>
          </a:bodyPr>
          <a:lstStyle/>
          <a:p>
            <a:r>
              <a:rPr lang="en-US" sz="2400" b="1" dirty="0">
                <a:solidFill>
                  <a:schemeClr val="tx1"/>
                </a:solidFill>
                <a:cs typeface="Times New Roman" panose="02020603050405020304" pitchFamily="18" charset="0"/>
              </a:rPr>
              <a:t>Entity Types:</a:t>
            </a:r>
            <a:r>
              <a:rPr lang="en-US" sz="2400" dirty="0">
                <a:solidFill>
                  <a:schemeClr val="tx1"/>
                </a:solidFill>
                <a:cs typeface="Times New Roman" panose="02020603050405020304" pitchFamily="18" charset="0"/>
              </a:rPr>
              <a:t> Different Entities</a:t>
            </a:r>
          </a:p>
          <a:p>
            <a:pPr lvl="1">
              <a:buFont typeface="Arial" panose="020B0604020202020204" pitchFamily="34" charset="0"/>
              <a:buChar char="•"/>
            </a:pPr>
            <a:r>
              <a:rPr lang="en-US" sz="2000" dirty="0">
                <a:solidFill>
                  <a:schemeClr val="tx1"/>
                </a:solidFill>
                <a:cs typeface="Times New Roman" panose="02020603050405020304" pitchFamily="18" charset="0"/>
              </a:rPr>
              <a:t>Specifies Schema or intension</a:t>
            </a:r>
          </a:p>
          <a:p>
            <a:pPr lvl="1">
              <a:buFont typeface="Arial" panose="020B0604020202020204" pitchFamily="34" charset="0"/>
              <a:buChar char="•"/>
            </a:pPr>
            <a:r>
              <a:rPr lang="en-US" sz="2000" dirty="0">
                <a:solidFill>
                  <a:schemeClr val="tx1"/>
                </a:solidFill>
                <a:cs typeface="Times New Roman" panose="02020603050405020304" pitchFamily="18" charset="0"/>
              </a:rPr>
              <a:t>i.e. EMPLOYEE and COMPANY</a:t>
            </a:r>
          </a:p>
          <a:p>
            <a:r>
              <a:rPr lang="en-US" sz="2400" b="1" dirty="0">
                <a:solidFill>
                  <a:schemeClr val="tx1"/>
                </a:solidFill>
                <a:cs typeface="Times New Roman" panose="02020603050405020304" pitchFamily="18" charset="0"/>
              </a:rPr>
              <a:t>Entity Set: </a:t>
            </a:r>
            <a:r>
              <a:rPr lang="en-US" sz="2400" dirty="0">
                <a:solidFill>
                  <a:schemeClr val="tx1"/>
                </a:solidFill>
                <a:cs typeface="Times New Roman" panose="02020603050405020304" pitchFamily="18" charset="0"/>
              </a:rPr>
              <a:t> The collection of all entities of a particular entity type in the database at any point in time is called an entity set or entity collection</a:t>
            </a:r>
          </a:p>
          <a:p>
            <a:pPr lvl="1">
              <a:buFont typeface="Arial" panose="020B0604020202020204" pitchFamily="34" charset="0"/>
              <a:buChar char="•"/>
            </a:pPr>
            <a:r>
              <a:rPr lang="en-US" sz="2000" dirty="0">
                <a:solidFill>
                  <a:schemeClr val="tx1"/>
                </a:solidFill>
                <a:cs typeface="Times New Roman" panose="02020603050405020304" pitchFamily="18" charset="0"/>
              </a:rPr>
              <a:t>Specifies Collection of entities: Extension</a:t>
            </a:r>
          </a:p>
          <a:p>
            <a:pPr lvl="1">
              <a:buFont typeface="Arial" panose="020B0604020202020204" pitchFamily="34" charset="0"/>
              <a:buChar char="•"/>
            </a:pPr>
            <a:r>
              <a:rPr lang="en-US" sz="2000" dirty="0">
                <a:solidFill>
                  <a:schemeClr val="tx1"/>
                </a:solidFill>
                <a:cs typeface="Times New Roman" panose="02020603050405020304" pitchFamily="18" charset="0"/>
              </a:rPr>
              <a:t>i.e. a company employing hundreds of employees</a:t>
            </a:r>
          </a:p>
          <a:p>
            <a:pPr lvl="1">
              <a:buFont typeface="Arial" panose="020B0604020202020204" pitchFamily="34" charset="0"/>
              <a:buChar char="•"/>
            </a:pPr>
            <a:r>
              <a:rPr lang="en-US" sz="2000" dirty="0">
                <a:solidFill>
                  <a:schemeClr val="tx1"/>
                </a:solidFill>
                <a:cs typeface="Times New Roman" panose="02020603050405020304" pitchFamily="18" charset="0"/>
              </a:rPr>
              <a:t>These employee entities share the same attributes, but each entity has its own value(s) for each attribute.</a:t>
            </a:r>
          </a:p>
          <a:p>
            <a:pPr marL="457207" lvl="1" indent="0">
              <a:buNone/>
            </a:pPr>
            <a:endParaRPr lang="en-US" sz="2000" b="1" dirty="0">
              <a:solidFill>
                <a:schemeClr val="tx1"/>
              </a:solidFill>
              <a:effectLst>
                <a:outerShdw blurRad="38100" dist="38100" dir="2700000" algn="tl">
                  <a:srgbClr val="000000">
                    <a:alpha val="43137"/>
                  </a:srgbClr>
                </a:outerShdw>
              </a:effectLst>
              <a:cs typeface="Times New Roman" panose="02020603050405020304" pitchFamily="18" charset="0"/>
            </a:endParaRPr>
          </a:p>
          <a:p>
            <a:pPr marL="457207" lvl="1" indent="0">
              <a:buNone/>
            </a:pPr>
            <a:r>
              <a:rPr lang="en-US" sz="2000" b="1" dirty="0">
                <a:solidFill>
                  <a:schemeClr val="tx1"/>
                </a:solidFill>
                <a:effectLst>
                  <a:outerShdw blurRad="38100" dist="38100" dir="2700000" algn="tl">
                    <a:srgbClr val="000000">
                      <a:alpha val="43137"/>
                    </a:srgbClr>
                  </a:outerShdw>
                </a:effectLst>
                <a:cs typeface="Times New Roman" panose="02020603050405020304" pitchFamily="18" charset="0"/>
              </a:rPr>
              <a:t>The tabular representation to represent data, each row in a table is a separate entity while the whole table is an entity set.</a:t>
            </a:r>
          </a:p>
        </p:txBody>
      </p:sp>
    </p:spTree>
    <p:extLst>
      <p:ext uri="{BB962C8B-B14F-4D97-AF65-F5344CB8AC3E}">
        <p14:creationId xmlns:p14="http://schemas.microsoft.com/office/powerpoint/2010/main" val="1582826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3C3C-40B3-4F0A-A7FF-AB655B1FF156}"/>
              </a:ext>
            </a:extLst>
          </p:cNvPr>
          <p:cNvSpPr>
            <a:spLocks noGrp="1"/>
          </p:cNvSpPr>
          <p:nvPr>
            <p:ph type="title"/>
          </p:nvPr>
        </p:nvSpPr>
        <p:spPr/>
        <p:txBody>
          <a:bodyPr/>
          <a:lstStyle/>
          <a:p>
            <a:r>
              <a:rPr lang="en-US" b="1" dirty="0">
                <a:solidFill>
                  <a:schemeClr val="tx1"/>
                </a:solidFill>
              </a:rPr>
              <a:t>ER concepts</a:t>
            </a:r>
          </a:p>
        </p:txBody>
      </p:sp>
      <p:pic>
        <p:nvPicPr>
          <p:cNvPr id="4" name="Content Placeholder 3">
            <a:extLst>
              <a:ext uri="{FF2B5EF4-FFF2-40B4-BE49-F238E27FC236}">
                <a16:creationId xmlns:a16="http://schemas.microsoft.com/office/drawing/2014/main" id="{DB3C41BB-6C26-4A8B-9A8A-A3637402DEC3}"/>
              </a:ext>
            </a:extLst>
          </p:cNvPr>
          <p:cNvPicPr>
            <a:picLocks noGrp="1" noChangeAspect="1"/>
          </p:cNvPicPr>
          <p:nvPr>
            <p:ph idx="1"/>
          </p:nvPr>
        </p:nvPicPr>
        <p:blipFill>
          <a:blip r:embed="rId2"/>
          <a:stretch>
            <a:fillRect/>
          </a:stretch>
        </p:blipFill>
        <p:spPr>
          <a:xfrm>
            <a:off x="2123820" y="1978925"/>
            <a:ext cx="7944359" cy="37835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0329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8DEF6-C2A6-4FFE-93D4-B72310FBBE69}"/>
              </a:ext>
            </a:extLst>
          </p:cNvPr>
          <p:cNvSpPr>
            <a:spLocks noGrp="1"/>
          </p:cNvSpPr>
          <p:nvPr>
            <p:ph type="title"/>
          </p:nvPr>
        </p:nvSpPr>
        <p:spPr/>
        <p:txBody>
          <a:bodyPr/>
          <a:lstStyle/>
          <a:p>
            <a:r>
              <a:rPr lang="en-US" b="1" dirty="0">
                <a:solidFill>
                  <a:schemeClr val="tx1"/>
                </a:solidFill>
              </a:rPr>
              <a:t>ER Concepts</a:t>
            </a:r>
          </a:p>
        </p:txBody>
      </p:sp>
      <p:sp>
        <p:nvSpPr>
          <p:cNvPr id="3" name="Content Placeholder 2">
            <a:extLst>
              <a:ext uri="{FF2B5EF4-FFF2-40B4-BE49-F238E27FC236}">
                <a16:creationId xmlns:a16="http://schemas.microsoft.com/office/drawing/2014/main" id="{66EFAC1E-5121-41BA-9011-3E368A014F17}"/>
              </a:ext>
            </a:extLst>
          </p:cNvPr>
          <p:cNvSpPr>
            <a:spLocks noGrp="1"/>
          </p:cNvSpPr>
          <p:nvPr>
            <p:ph idx="1"/>
          </p:nvPr>
        </p:nvSpPr>
        <p:spPr/>
        <p:txBody>
          <a:bodyPr>
            <a:normAutofit/>
          </a:bodyPr>
          <a:lstStyle/>
          <a:p>
            <a:pPr>
              <a:buFont typeface="Arial" panose="020B0604020202020204" pitchFamily="34" charset="0"/>
              <a:buChar char="•"/>
            </a:pPr>
            <a:r>
              <a:rPr lang="en-US" sz="2400" b="1" dirty="0">
                <a:solidFill>
                  <a:schemeClr val="tx1"/>
                </a:solidFill>
                <a:cs typeface="Times New Roman" panose="02020603050405020304" pitchFamily="18" charset="0"/>
              </a:rPr>
              <a:t>Key Attributes of an Entity Type:</a:t>
            </a:r>
            <a:r>
              <a:rPr lang="en-US" sz="2400" dirty="0">
                <a:solidFill>
                  <a:schemeClr val="tx1"/>
                </a:solidFill>
                <a:cs typeface="Times New Roman" panose="02020603050405020304" pitchFamily="18" charset="0"/>
              </a:rPr>
              <a:t> distinct for each individual entity in the entity set. and its values can be used to identify each entity uniquely</a:t>
            </a:r>
          </a:p>
          <a:p>
            <a:pPr>
              <a:buFont typeface="Arial" panose="020B0604020202020204" pitchFamily="34" charset="0"/>
              <a:buChar char="•"/>
            </a:pPr>
            <a:r>
              <a:rPr lang="en-US" sz="2400" b="1" dirty="0">
                <a:solidFill>
                  <a:schemeClr val="tx1"/>
                </a:solidFill>
                <a:cs typeface="Times New Roman" panose="02020603050405020304" pitchFamily="18" charset="0"/>
              </a:rPr>
              <a:t>For example,</a:t>
            </a:r>
            <a:r>
              <a:rPr lang="en-US" sz="2400" dirty="0">
                <a:solidFill>
                  <a:schemeClr val="tx1"/>
                </a:solidFill>
                <a:cs typeface="Times New Roman" panose="02020603050405020304" pitchFamily="18" charset="0"/>
              </a:rPr>
              <a:t> the Name attribute is a key of the COMPANY entity type because no two companies are allowed to have the same name.</a:t>
            </a:r>
          </a:p>
          <a:p>
            <a:pPr>
              <a:buFont typeface="Arial" panose="020B0604020202020204" pitchFamily="34" charset="0"/>
              <a:buChar char="•"/>
            </a:pPr>
            <a:r>
              <a:rPr lang="en-US" altLang="en-US" sz="2400" dirty="0">
                <a:solidFill>
                  <a:schemeClr val="tx1"/>
                </a:solidFill>
                <a:cs typeface="Times New Roman" panose="02020603050405020304" pitchFamily="18" charset="0"/>
              </a:rPr>
              <a:t>A key attribute may be composite.</a:t>
            </a:r>
          </a:p>
          <a:p>
            <a:pPr lvl="1">
              <a:buFont typeface="Arial" panose="020B0604020202020204" pitchFamily="34" charset="0"/>
              <a:buChar char="•"/>
            </a:pPr>
            <a:r>
              <a:rPr lang="en-US" altLang="en-US" sz="2000" b="1" dirty="0">
                <a:solidFill>
                  <a:schemeClr val="tx1"/>
                </a:solidFill>
                <a:cs typeface="Times New Roman" panose="02020603050405020304" pitchFamily="18" charset="0"/>
              </a:rPr>
              <a:t>i.e.,</a:t>
            </a:r>
            <a:r>
              <a:rPr lang="en-US" altLang="en-US" sz="2000" dirty="0">
                <a:solidFill>
                  <a:schemeClr val="tx1"/>
                </a:solidFill>
                <a:cs typeface="Times New Roman" panose="02020603050405020304" pitchFamily="18" charset="0"/>
              </a:rPr>
              <a:t> Registration is a key of the CAR entity type with components (Number, State).</a:t>
            </a:r>
          </a:p>
          <a:p>
            <a:pPr>
              <a:buFont typeface="Arial" panose="020B0604020202020204" pitchFamily="34" charset="0"/>
              <a:buChar char="•"/>
            </a:pPr>
            <a:r>
              <a:rPr lang="en-US" sz="2400" b="1" dirty="0">
                <a:solidFill>
                  <a:schemeClr val="tx1"/>
                </a:solidFill>
                <a:cs typeface="Times New Roman" panose="02020603050405020304" pitchFamily="18" charset="0"/>
              </a:rPr>
              <a:t>An entity type may also have no key, in which case it is called a weak entity type.</a:t>
            </a:r>
            <a:endParaRPr lang="en-US" sz="24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2295129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5C3C4F9-7925-4068-AA4C-4E3D602F577F}"/>
              </a:ext>
            </a:extLst>
          </p:cNvPr>
          <p:cNvPicPr>
            <a:picLocks noGrp="1" noChangeAspect="1"/>
          </p:cNvPicPr>
          <p:nvPr>
            <p:ph idx="1"/>
          </p:nvPr>
        </p:nvPicPr>
        <p:blipFill>
          <a:blip r:embed="rId2"/>
          <a:stretch>
            <a:fillRect/>
          </a:stretch>
        </p:blipFill>
        <p:spPr>
          <a:xfrm>
            <a:off x="955343" y="0"/>
            <a:ext cx="10276764"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90315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E61B-36F7-43C1-B94F-337BAEC25346}"/>
              </a:ext>
            </a:extLst>
          </p:cNvPr>
          <p:cNvSpPr>
            <a:spLocks noGrp="1"/>
          </p:cNvSpPr>
          <p:nvPr>
            <p:ph type="title"/>
          </p:nvPr>
        </p:nvSpPr>
        <p:spPr/>
        <p:txBody>
          <a:bodyPr/>
          <a:lstStyle/>
          <a:p>
            <a:r>
              <a:rPr lang="en-US" b="1" dirty="0">
                <a:solidFill>
                  <a:schemeClr val="tx1"/>
                </a:solidFill>
              </a:rPr>
              <a:t>ER Concepts</a:t>
            </a:r>
          </a:p>
        </p:txBody>
      </p:sp>
      <p:sp>
        <p:nvSpPr>
          <p:cNvPr id="3" name="Content Placeholder 2">
            <a:extLst>
              <a:ext uri="{FF2B5EF4-FFF2-40B4-BE49-F238E27FC236}">
                <a16:creationId xmlns:a16="http://schemas.microsoft.com/office/drawing/2014/main" id="{F4DD344C-E183-4834-ADD9-55E7821B0508}"/>
              </a:ext>
            </a:extLst>
          </p:cNvPr>
          <p:cNvSpPr>
            <a:spLocks noGrp="1"/>
          </p:cNvSpPr>
          <p:nvPr>
            <p:ph idx="1"/>
          </p:nvPr>
        </p:nvSpPr>
        <p:spPr/>
        <p:txBody>
          <a:bodyPr>
            <a:normAutofit/>
          </a:bodyPr>
          <a:lstStyle/>
          <a:p>
            <a:r>
              <a:rPr lang="en-US" sz="2400" b="1" dirty="0">
                <a:solidFill>
                  <a:schemeClr val="tx1"/>
                </a:solidFill>
                <a:cs typeface="Times New Roman" panose="02020603050405020304" pitchFamily="18" charset="0"/>
              </a:rPr>
              <a:t>Value Sets (Domains) of Attributes:</a:t>
            </a:r>
            <a:endParaRPr lang="en-US" sz="2400" dirty="0">
              <a:solidFill>
                <a:schemeClr val="tx1"/>
              </a:solidFill>
              <a:cs typeface="Times New Roman" panose="02020603050405020304" pitchFamily="18" charset="0"/>
            </a:endParaRPr>
          </a:p>
          <a:p>
            <a:pPr lvl="1">
              <a:buFont typeface="Arial" panose="020B0604020202020204" pitchFamily="34" charset="0"/>
              <a:buChar char="•"/>
            </a:pPr>
            <a:r>
              <a:rPr lang="en-US" sz="2000" dirty="0">
                <a:solidFill>
                  <a:schemeClr val="tx1"/>
                </a:solidFill>
                <a:cs typeface="Times New Roman" panose="02020603050405020304" pitchFamily="18" charset="0"/>
              </a:rPr>
              <a:t>Values (or domain of values) represent the data from the current state</a:t>
            </a:r>
          </a:p>
          <a:p>
            <a:pPr lvl="1">
              <a:buFont typeface="Arial" panose="020B0604020202020204" pitchFamily="34" charset="0"/>
              <a:buChar char="•"/>
            </a:pPr>
            <a:r>
              <a:rPr lang="en-US" sz="2000" dirty="0">
                <a:solidFill>
                  <a:schemeClr val="tx1"/>
                </a:solidFill>
                <a:cs typeface="Times New Roman" panose="02020603050405020304" pitchFamily="18" charset="0"/>
              </a:rPr>
              <a:t>Value sets are not typically displayed in basic ER diagrams</a:t>
            </a:r>
          </a:p>
          <a:p>
            <a:pPr lvl="1">
              <a:buFont typeface="Arial" panose="020B0604020202020204" pitchFamily="34" charset="0"/>
              <a:buChar char="•"/>
            </a:pPr>
            <a:r>
              <a:rPr lang="en-US" sz="2000" dirty="0">
                <a:solidFill>
                  <a:schemeClr val="tx1"/>
                </a:solidFill>
                <a:cs typeface="Times New Roman" panose="02020603050405020304" pitchFamily="18" charset="0"/>
              </a:rPr>
              <a:t>similar to the basic data types available in most programming languages, such as integer, string, Boolean, float, subrange, and so on. </a:t>
            </a:r>
          </a:p>
          <a:p>
            <a:pPr lvl="1">
              <a:buFont typeface="Arial" panose="020B0604020202020204" pitchFamily="34" charset="0"/>
              <a:buChar char="•"/>
            </a:pPr>
            <a:r>
              <a:rPr lang="en-US" sz="2000" dirty="0">
                <a:solidFill>
                  <a:schemeClr val="tx1"/>
                </a:solidFill>
                <a:cs typeface="Times New Roman" panose="02020603050405020304" pitchFamily="18" charset="0"/>
              </a:rPr>
              <a:t>Data types of attributes can be specified in UML class diagrams (see Section 3.8) and in other diagrammatic notations used in database design tools. </a:t>
            </a:r>
          </a:p>
          <a:p>
            <a:pPr lvl="1"/>
            <a:endParaRPr lang="en-US" sz="20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034138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233A4-E56A-464D-B33A-A1504BF17870}"/>
              </a:ext>
            </a:extLst>
          </p:cNvPr>
          <p:cNvSpPr>
            <a:spLocks noGrp="1"/>
          </p:cNvSpPr>
          <p:nvPr>
            <p:ph type="title"/>
          </p:nvPr>
        </p:nvSpPr>
        <p:spPr/>
        <p:txBody>
          <a:bodyPr/>
          <a:lstStyle/>
          <a:p>
            <a:r>
              <a:rPr lang="en-US" b="1" dirty="0">
                <a:solidFill>
                  <a:schemeClr val="tx1"/>
                </a:solidFill>
              </a:rPr>
              <a:t>A Sample Database Application</a:t>
            </a:r>
          </a:p>
        </p:txBody>
      </p:sp>
      <p:sp>
        <p:nvSpPr>
          <p:cNvPr id="3" name="Content Placeholder 2">
            <a:extLst>
              <a:ext uri="{FF2B5EF4-FFF2-40B4-BE49-F238E27FC236}">
                <a16:creationId xmlns:a16="http://schemas.microsoft.com/office/drawing/2014/main" id="{E937F355-7669-4EAF-9A89-20F10222BF5D}"/>
              </a:ext>
            </a:extLst>
          </p:cNvPr>
          <p:cNvSpPr>
            <a:spLocks noGrp="1"/>
          </p:cNvSpPr>
          <p:nvPr>
            <p:ph idx="1"/>
          </p:nvPr>
        </p:nvSpPr>
        <p:spPr>
          <a:xfrm>
            <a:off x="1097280" y="1845734"/>
            <a:ext cx="10058400" cy="2371424"/>
          </a:xfrm>
        </p:spPr>
        <p:txBody>
          <a:bodyPr>
            <a:normAutofit/>
          </a:bodyPr>
          <a:lstStyle/>
          <a:p>
            <a:pPr algn="just"/>
            <a:r>
              <a:rPr lang="en-US" sz="2400" dirty="0">
                <a:solidFill>
                  <a:schemeClr val="tx1"/>
                </a:solidFill>
              </a:rPr>
              <a:t>The COMPANY database keeps track of a company’s employees, departments, and projects. </a:t>
            </a:r>
          </a:p>
          <a:p>
            <a:pPr algn="just"/>
            <a:r>
              <a:rPr lang="en-US" sz="2400" dirty="0">
                <a:solidFill>
                  <a:schemeClr val="tx1"/>
                </a:solidFill>
              </a:rPr>
              <a:t>The company is organized into departments. Each department has a unique name, a unique number, and a particular employee who manages the department. We keep track of the start date when that employee began managing the department. A department may have several locations.</a:t>
            </a:r>
          </a:p>
        </p:txBody>
      </p:sp>
    </p:spTree>
    <p:extLst>
      <p:ext uri="{BB962C8B-B14F-4D97-AF65-F5344CB8AC3E}">
        <p14:creationId xmlns:p14="http://schemas.microsoft.com/office/powerpoint/2010/main" val="97821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9E78D-B438-402C-80B5-31FC5FB10F7F}"/>
              </a:ext>
            </a:extLst>
          </p:cNvPr>
          <p:cNvSpPr>
            <a:spLocks noGrp="1"/>
          </p:cNvSpPr>
          <p:nvPr>
            <p:ph type="title"/>
          </p:nvPr>
        </p:nvSpPr>
        <p:spPr/>
        <p:txBody>
          <a:bodyPr/>
          <a:lstStyle/>
          <a:p>
            <a:r>
              <a:rPr lang="en-US" b="1" dirty="0">
                <a:solidFill>
                  <a:schemeClr val="tx1"/>
                </a:solidFill>
              </a:rPr>
              <a:t>A Sample Database Application</a:t>
            </a:r>
          </a:p>
        </p:txBody>
      </p:sp>
      <p:sp>
        <p:nvSpPr>
          <p:cNvPr id="3" name="Content Placeholder 2">
            <a:extLst>
              <a:ext uri="{FF2B5EF4-FFF2-40B4-BE49-F238E27FC236}">
                <a16:creationId xmlns:a16="http://schemas.microsoft.com/office/drawing/2014/main" id="{2EA2AE38-5155-482E-84CB-CC5042136080}"/>
              </a:ext>
            </a:extLst>
          </p:cNvPr>
          <p:cNvSpPr>
            <a:spLocks noGrp="1"/>
          </p:cNvSpPr>
          <p:nvPr>
            <p:ph idx="1"/>
          </p:nvPr>
        </p:nvSpPr>
        <p:spPr>
          <a:xfrm>
            <a:off x="1097280" y="1845734"/>
            <a:ext cx="10776272" cy="4023360"/>
          </a:xfrm>
        </p:spPr>
        <p:txBody>
          <a:bodyPr>
            <a:noAutofit/>
          </a:bodyPr>
          <a:lstStyle/>
          <a:p>
            <a:pPr algn="just"/>
            <a:r>
              <a:rPr lang="en-US" sz="2400" dirty="0">
                <a:solidFill>
                  <a:schemeClr val="tx1"/>
                </a:solidFill>
                <a:cs typeface="Times New Roman" panose="02020603050405020304" pitchFamily="18" charset="0"/>
              </a:rPr>
              <a:t>A department controls a number of projects, each of which has a unique name, a unique number, and a single location. </a:t>
            </a:r>
          </a:p>
          <a:p>
            <a:pPr algn="just"/>
            <a:r>
              <a:rPr lang="en-US" sz="2400" dirty="0">
                <a:solidFill>
                  <a:schemeClr val="tx1"/>
                </a:solidFill>
                <a:cs typeface="Times New Roman" panose="02020603050405020304" pitchFamily="18" charset="0"/>
              </a:rPr>
              <a:t>The database will store each employee’s name, a unique Social Security number, address, salary, sex (gender), and birth date. </a:t>
            </a:r>
          </a:p>
          <a:p>
            <a:pPr algn="just"/>
            <a:r>
              <a:rPr lang="en-US" sz="2400" dirty="0">
                <a:solidFill>
                  <a:schemeClr val="tx1"/>
                </a:solidFill>
                <a:cs typeface="Times New Roman" panose="02020603050405020304" pitchFamily="18" charset="0"/>
              </a:rPr>
              <a:t>An employee is assigned to one department, but may work on several projects, which are not necessarily controlled by the same department. It is required to keep track of the current number of hours per week that an employee works on each project, as well as the direct supervisor of each employee (who is another employee). </a:t>
            </a:r>
          </a:p>
          <a:p>
            <a:pPr algn="just"/>
            <a:r>
              <a:rPr lang="en-US" sz="2400" dirty="0">
                <a:solidFill>
                  <a:schemeClr val="tx1"/>
                </a:solidFill>
                <a:cs typeface="Times New Roman" panose="02020603050405020304" pitchFamily="18" charset="0"/>
              </a:rPr>
              <a:t>The database will keep track of the dependents of each employee for insurance purposes, including each dependent’s first name, sex, birth date, and relationship to the employee.</a:t>
            </a:r>
          </a:p>
        </p:txBody>
      </p:sp>
    </p:spTree>
    <p:extLst>
      <p:ext uri="{BB962C8B-B14F-4D97-AF65-F5344CB8AC3E}">
        <p14:creationId xmlns:p14="http://schemas.microsoft.com/office/powerpoint/2010/main" val="2014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1C7C5-381E-4176-A65A-204F25AA8BDC}"/>
              </a:ext>
            </a:extLst>
          </p:cNvPr>
          <p:cNvSpPr>
            <a:spLocks noGrp="1"/>
          </p:cNvSpPr>
          <p:nvPr>
            <p:ph type="title"/>
          </p:nvPr>
        </p:nvSpPr>
        <p:spPr>
          <a:xfrm>
            <a:off x="1097280" y="286603"/>
            <a:ext cx="10789920" cy="1450757"/>
          </a:xfrm>
        </p:spPr>
        <p:txBody>
          <a:bodyPr/>
          <a:lstStyle/>
          <a:p>
            <a:r>
              <a:rPr lang="en-US" b="1" dirty="0">
                <a:solidFill>
                  <a:schemeClr val="tx1"/>
                </a:solidFill>
              </a:rPr>
              <a:t>Initial Conceptual Design of the COMPANY Database</a:t>
            </a:r>
          </a:p>
        </p:txBody>
      </p:sp>
      <p:sp>
        <p:nvSpPr>
          <p:cNvPr id="3" name="Content Placeholder 2">
            <a:extLst>
              <a:ext uri="{FF2B5EF4-FFF2-40B4-BE49-F238E27FC236}">
                <a16:creationId xmlns:a16="http://schemas.microsoft.com/office/drawing/2014/main" id="{FCCFEEAF-64FB-4C56-B9BC-E9CF77168172}"/>
              </a:ext>
            </a:extLst>
          </p:cNvPr>
          <p:cNvSpPr>
            <a:spLocks noGrp="1"/>
          </p:cNvSpPr>
          <p:nvPr>
            <p:ph idx="1"/>
          </p:nvPr>
        </p:nvSpPr>
        <p:spPr>
          <a:xfrm>
            <a:off x="1097280" y="1782756"/>
            <a:ext cx="10230362" cy="4195481"/>
          </a:xfrm>
        </p:spPr>
        <p:txBody>
          <a:bodyPr>
            <a:normAutofit/>
          </a:bodyPr>
          <a:lstStyle/>
          <a:p>
            <a:r>
              <a:rPr lang="en-US" sz="2400" b="1" dirty="0">
                <a:solidFill>
                  <a:schemeClr val="tx1"/>
                </a:solidFill>
                <a:cs typeface="Times New Roman" panose="02020603050405020304" pitchFamily="18" charset="0"/>
              </a:rPr>
              <a:t>Four entity types: </a:t>
            </a:r>
          </a:p>
          <a:p>
            <a:pPr marL="514350" indent="-514350">
              <a:buAutoNum type="arabicPeriod"/>
            </a:pPr>
            <a:r>
              <a:rPr lang="en-US" sz="2400" b="1" dirty="0">
                <a:solidFill>
                  <a:schemeClr val="tx1"/>
                </a:solidFill>
                <a:cs typeface="Times New Roman" panose="02020603050405020304" pitchFamily="18" charset="0"/>
              </a:rPr>
              <a:t>Entity type: DEPARTMENT </a:t>
            </a:r>
          </a:p>
          <a:p>
            <a:pPr lvl="2">
              <a:buFont typeface="Arial" panose="020B0604020202020204" pitchFamily="34" charset="0"/>
              <a:buChar char="•"/>
            </a:pPr>
            <a:r>
              <a:rPr lang="en-US" sz="2000" dirty="0">
                <a:solidFill>
                  <a:schemeClr val="tx1"/>
                </a:solidFill>
                <a:cs typeface="Times New Roman" panose="02020603050405020304" pitchFamily="18" charset="0"/>
              </a:rPr>
              <a:t>Attributes: Name, Number, Locations, Manager, and </a:t>
            </a:r>
            <a:r>
              <a:rPr lang="en-US" sz="2000" dirty="0" err="1">
                <a:solidFill>
                  <a:schemeClr val="tx1"/>
                </a:solidFill>
                <a:cs typeface="Times New Roman" panose="02020603050405020304" pitchFamily="18" charset="0"/>
              </a:rPr>
              <a:t>Manager_start_date</a:t>
            </a:r>
            <a:r>
              <a:rPr lang="en-US" sz="2000" dirty="0">
                <a:solidFill>
                  <a:schemeClr val="tx1"/>
                </a:solidFill>
                <a:cs typeface="Times New Roman" panose="02020603050405020304" pitchFamily="18" charset="0"/>
              </a:rPr>
              <a:t>. </a:t>
            </a:r>
          </a:p>
          <a:p>
            <a:pPr lvl="2">
              <a:buFont typeface="Arial" panose="020B0604020202020204" pitchFamily="34" charset="0"/>
              <a:buChar char="•"/>
            </a:pPr>
            <a:r>
              <a:rPr lang="en-US" sz="2000" dirty="0">
                <a:solidFill>
                  <a:schemeClr val="tx1"/>
                </a:solidFill>
                <a:cs typeface="Times New Roman" panose="02020603050405020304" pitchFamily="18" charset="0"/>
              </a:rPr>
              <a:t>Locations is the only multivalued attribute. </a:t>
            </a:r>
          </a:p>
          <a:p>
            <a:pPr lvl="2">
              <a:buFont typeface="Arial" panose="020B0604020202020204" pitchFamily="34" charset="0"/>
              <a:buChar char="•"/>
            </a:pPr>
            <a:r>
              <a:rPr lang="en-US" sz="2000" dirty="0">
                <a:solidFill>
                  <a:schemeClr val="tx1"/>
                </a:solidFill>
                <a:cs typeface="Times New Roman" panose="02020603050405020304" pitchFamily="18" charset="0"/>
              </a:rPr>
              <a:t>key attributes: Name and Number because each was specified to be unique.</a:t>
            </a:r>
          </a:p>
          <a:p>
            <a:pPr marL="457200" indent="-457200">
              <a:buFont typeface="+mj-lt"/>
              <a:buAutoNum type="arabicPeriod"/>
            </a:pPr>
            <a:r>
              <a:rPr lang="en-US" sz="2400" b="1" dirty="0">
                <a:solidFill>
                  <a:schemeClr val="tx1"/>
                </a:solidFill>
                <a:cs typeface="Times New Roman" panose="02020603050405020304" pitchFamily="18" charset="0"/>
              </a:rPr>
              <a:t>Entity type: PROJECT </a:t>
            </a:r>
          </a:p>
          <a:p>
            <a:pPr marL="800100" lvl="1" indent="-342900">
              <a:buFont typeface="Arial" panose="020B0604020202020204" pitchFamily="34" charset="0"/>
              <a:buChar char="•"/>
            </a:pPr>
            <a:r>
              <a:rPr lang="en-US" sz="2000" dirty="0">
                <a:solidFill>
                  <a:schemeClr val="tx1"/>
                </a:solidFill>
                <a:cs typeface="Times New Roman" panose="02020603050405020304" pitchFamily="18" charset="0"/>
              </a:rPr>
              <a:t>Attributes:  Name, Number, Location, and </a:t>
            </a:r>
            <a:r>
              <a:rPr lang="en-US" sz="2000" dirty="0" err="1">
                <a:solidFill>
                  <a:schemeClr val="tx1"/>
                </a:solidFill>
                <a:cs typeface="Times New Roman" panose="02020603050405020304" pitchFamily="18" charset="0"/>
              </a:rPr>
              <a:t>Controlling_department</a:t>
            </a:r>
            <a:r>
              <a:rPr lang="en-US" sz="2000" dirty="0">
                <a:solidFill>
                  <a:schemeClr val="tx1"/>
                </a:solidFill>
                <a:cs typeface="Times New Roman" panose="02020603050405020304" pitchFamily="18" charset="0"/>
              </a:rPr>
              <a:t>. </a:t>
            </a:r>
          </a:p>
          <a:p>
            <a:pPr marL="800100" lvl="1" indent="-342900">
              <a:buFont typeface="Arial" panose="020B0604020202020204" pitchFamily="34" charset="0"/>
              <a:buChar char="•"/>
            </a:pPr>
            <a:r>
              <a:rPr lang="en-US" sz="2000" dirty="0">
                <a:solidFill>
                  <a:schemeClr val="tx1"/>
                </a:solidFill>
                <a:cs typeface="Times New Roman" panose="02020603050405020304" pitchFamily="18" charset="0"/>
              </a:rPr>
              <a:t>Key Attributes: Both Name and Number </a:t>
            </a:r>
          </a:p>
          <a:p>
            <a:pPr marL="800100" lvl="1" indent="-342900">
              <a:buFont typeface="Arial" panose="020B0604020202020204" pitchFamily="34" charset="0"/>
              <a:buChar char="•"/>
            </a:pPr>
            <a:r>
              <a:rPr lang="en-US" sz="2000" dirty="0">
                <a:solidFill>
                  <a:schemeClr val="tx1"/>
                </a:solidFill>
                <a:cs typeface="Times New Roman" panose="02020603050405020304" pitchFamily="18" charset="0"/>
              </a:rPr>
              <a:t>are (separate) key attributes.</a:t>
            </a:r>
          </a:p>
        </p:txBody>
      </p:sp>
    </p:spTree>
    <p:extLst>
      <p:ext uri="{BB962C8B-B14F-4D97-AF65-F5344CB8AC3E}">
        <p14:creationId xmlns:p14="http://schemas.microsoft.com/office/powerpoint/2010/main" val="73129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D48C4BA-D3D1-40FF-B0BF-0C6BBE0932B9}"/>
              </a:ext>
            </a:extLst>
          </p:cNvPr>
          <p:cNvSpPr>
            <a:spLocks noGrp="1"/>
          </p:cNvSpPr>
          <p:nvPr>
            <p:ph type="title"/>
          </p:nvPr>
        </p:nvSpPr>
        <p:spPr/>
        <p:txBody>
          <a:bodyPr/>
          <a:lstStyle/>
          <a:p>
            <a:r>
              <a:rPr lang="en-US" b="1" dirty="0">
                <a:solidFill>
                  <a:schemeClr val="tx1"/>
                </a:solidFill>
              </a:rPr>
              <a:t>Initial Conceptual Design of the COMPANY Database</a:t>
            </a:r>
          </a:p>
        </p:txBody>
      </p:sp>
      <p:sp>
        <p:nvSpPr>
          <p:cNvPr id="3" name="Content Placeholder 2">
            <a:extLst>
              <a:ext uri="{FF2B5EF4-FFF2-40B4-BE49-F238E27FC236}">
                <a16:creationId xmlns:a16="http://schemas.microsoft.com/office/drawing/2014/main" id="{63575681-B3F7-4B23-9460-6AB9C10F11E7}"/>
              </a:ext>
            </a:extLst>
          </p:cNvPr>
          <p:cNvSpPr>
            <a:spLocks noGrp="1"/>
          </p:cNvSpPr>
          <p:nvPr>
            <p:ph idx="1"/>
          </p:nvPr>
        </p:nvSpPr>
        <p:spPr>
          <a:xfrm>
            <a:off x="1097279" y="1950568"/>
            <a:ext cx="10058399" cy="4195481"/>
          </a:xfrm>
        </p:spPr>
        <p:txBody>
          <a:bodyPr>
            <a:normAutofit/>
          </a:bodyPr>
          <a:lstStyle/>
          <a:p>
            <a:r>
              <a:rPr lang="en-US" sz="2400" b="1" dirty="0">
                <a:solidFill>
                  <a:schemeClr val="tx1"/>
                </a:solidFill>
                <a:cs typeface="Times New Roman" panose="02020603050405020304" pitchFamily="18" charset="0"/>
              </a:rPr>
              <a:t>Entity type: EMPLOYEE </a:t>
            </a:r>
          </a:p>
          <a:p>
            <a:pPr lvl="1">
              <a:buFont typeface="Arial" panose="020B0604020202020204" pitchFamily="34" charset="0"/>
              <a:buChar char="•"/>
            </a:pPr>
            <a:r>
              <a:rPr lang="en-US" sz="2000" dirty="0">
                <a:solidFill>
                  <a:schemeClr val="tx1"/>
                </a:solidFill>
                <a:cs typeface="Times New Roman" panose="02020603050405020304" pitchFamily="18" charset="0"/>
              </a:rPr>
              <a:t>Attributes: Name, </a:t>
            </a:r>
            <a:r>
              <a:rPr lang="en-US" sz="2000" dirty="0" err="1">
                <a:solidFill>
                  <a:schemeClr val="tx1"/>
                </a:solidFill>
                <a:cs typeface="Times New Roman" panose="02020603050405020304" pitchFamily="18" charset="0"/>
              </a:rPr>
              <a:t>Ssn</a:t>
            </a:r>
            <a:r>
              <a:rPr lang="en-US" sz="2000" dirty="0">
                <a:solidFill>
                  <a:schemeClr val="tx1"/>
                </a:solidFill>
                <a:cs typeface="Times New Roman" panose="02020603050405020304" pitchFamily="18" charset="0"/>
              </a:rPr>
              <a:t>, Sex, Address, Salary, </a:t>
            </a:r>
            <a:r>
              <a:rPr lang="en-US" sz="2000" dirty="0" err="1">
                <a:solidFill>
                  <a:schemeClr val="tx1"/>
                </a:solidFill>
                <a:cs typeface="Times New Roman" panose="02020603050405020304" pitchFamily="18" charset="0"/>
              </a:rPr>
              <a:t>Birth_date</a:t>
            </a:r>
            <a:r>
              <a:rPr lang="en-US" sz="2000" dirty="0">
                <a:solidFill>
                  <a:schemeClr val="tx1"/>
                </a:solidFill>
                <a:cs typeface="Times New Roman" panose="02020603050405020304" pitchFamily="18" charset="0"/>
              </a:rPr>
              <a:t>, Department, and Supervisor</a:t>
            </a:r>
          </a:p>
          <a:p>
            <a:pPr lvl="1">
              <a:buFont typeface="Arial" panose="020B0604020202020204" pitchFamily="34" charset="0"/>
              <a:buChar char="•"/>
            </a:pPr>
            <a:r>
              <a:rPr lang="en-US" sz="2000" dirty="0">
                <a:solidFill>
                  <a:schemeClr val="tx1"/>
                </a:solidFill>
                <a:cs typeface="Times New Roman" panose="02020603050405020304" pitchFamily="18" charset="0"/>
              </a:rPr>
              <a:t>Composite Attributes: Name and Address may be composite attributes; however, this was not specified in the requirements. </a:t>
            </a:r>
          </a:p>
        </p:txBody>
      </p:sp>
    </p:spTree>
    <p:extLst>
      <p:ext uri="{BB962C8B-B14F-4D97-AF65-F5344CB8AC3E}">
        <p14:creationId xmlns:p14="http://schemas.microsoft.com/office/powerpoint/2010/main" val="2504047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BFD4BED-801D-42A3-8A5B-FF9C1516D72C}"/>
              </a:ext>
            </a:extLst>
          </p:cNvPr>
          <p:cNvSpPr>
            <a:spLocks noGrp="1"/>
          </p:cNvSpPr>
          <p:nvPr>
            <p:ph type="title"/>
          </p:nvPr>
        </p:nvSpPr>
        <p:spPr>
          <a:xfrm>
            <a:off x="275230" y="268654"/>
            <a:ext cx="11641540" cy="1450757"/>
          </a:xfrm>
        </p:spPr>
        <p:txBody>
          <a:bodyPr>
            <a:normAutofit/>
          </a:bodyPr>
          <a:lstStyle/>
          <a:p>
            <a:r>
              <a:rPr lang="en-US" sz="4400" b="1" dirty="0">
                <a:solidFill>
                  <a:schemeClr val="tx1"/>
                </a:solidFill>
              </a:rPr>
              <a:t>Initial Conceptual Design of the COMPANY Database</a:t>
            </a:r>
          </a:p>
        </p:txBody>
      </p:sp>
      <p:sp>
        <p:nvSpPr>
          <p:cNvPr id="3" name="Content Placeholder 2">
            <a:extLst>
              <a:ext uri="{FF2B5EF4-FFF2-40B4-BE49-F238E27FC236}">
                <a16:creationId xmlns:a16="http://schemas.microsoft.com/office/drawing/2014/main" id="{480AF8B5-325E-40CD-8205-5DD4CE2045CE}"/>
              </a:ext>
            </a:extLst>
          </p:cNvPr>
          <p:cNvSpPr>
            <a:spLocks noGrp="1"/>
          </p:cNvSpPr>
          <p:nvPr>
            <p:ph idx="1"/>
          </p:nvPr>
        </p:nvSpPr>
        <p:spPr>
          <a:xfrm>
            <a:off x="1097279" y="1941757"/>
            <a:ext cx="10503317" cy="4195481"/>
          </a:xfrm>
        </p:spPr>
        <p:txBody>
          <a:bodyPr>
            <a:normAutofit lnSpcReduction="10000"/>
          </a:bodyPr>
          <a:lstStyle/>
          <a:p>
            <a:r>
              <a:rPr lang="en-US" sz="2400" b="1" dirty="0">
                <a:solidFill>
                  <a:schemeClr val="tx1"/>
                </a:solidFill>
                <a:cs typeface="Times New Roman" panose="02020603050405020304" pitchFamily="18" charset="0"/>
              </a:rPr>
              <a:t>Entity type: DEPENDENT  </a:t>
            </a:r>
          </a:p>
          <a:p>
            <a:pPr>
              <a:buFont typeface="Arial" panose="020B0604020202020204" pitchFamily="34" charset="0"/>
              <a:buChar char="•"/>
            </a:pPr>
            <a:r>
              <a:rPr lang="en-US" sz="2400" dirty="0">
                <a:solidFill>
                  <a:schemeClr val="tx1"/>
                </a:solidFill>
                <a:cs typeface="Times New Roman" panose="02020603050405020304" pitchFamily="18" charset="0"/>
              </a:rPr>
              <a:t>Attributes: Employee, </a:t>
            </a:r>
            <a:r>
              <a:rPr lang="en-US" sz="2400" dirty="0" err="1">
                <a:solidFill>
                  <a:schemeClr val="tx1"/>
                </a:solidFill>
                <a:cs typeface="Times New Roman" panose="02020603050405020304" pitchFamily="18" charset="0"/>
              </a:rPr>
              <a:t>Dependent_name</a:t>
            </a:r>
            <a:r>
              <a:rPr lang="en-US" sz="2400" dirty="0">
                <a:solidFill>
                  <a:schemeClr val="tx1"/>
                </a:solidFill>
                <a:cs typeface="Times New Roman" panose="02020603050405020304" pitchFamily="18" charset="0"/>
              </a:rPr>
              <a:t>, Sex, </a:t>
            </a:r>
            <a:r>
              <a:rPr lang="en-US" sz="2400" dirty="0" err="1">
                <a:solidFill>
                  <a:schemeClr val="tx1"/>
                </a:solidFill>
                <a:cs typeface="Times New Roman" panose="02020603050405020304" pitchFamily="18" charset="0"/>
              </a:rPr>
              <a:t>Birth_date</a:t>
            </a:r>
            <a:r>
              <a:rPr lang="en-US" sz="2400" dirty="0">
                <a:solidFill>
                  <a:schemeClr val="tx1"/>
                </a:solidFill>
                <a:cs typeface="Times New Roman" panose="02020603050405020304" pitchFamily="18" charset="0"/>
              </a:rPr>
              <a:t>, and Relationship (to the employee).</a:t>
            </a:r>
          </a:p>
          <a:p>
            <a:pPr>
              <a:buFont typeface="Arial" panose="020B0604020202020204" pitchFamily="34" charset="0"/>
              <a:buChar char="•"/>
            </a:pPr>
            <a:r>
              <a:rPr lang="en-US" sz="2400" dirty="0">
                <a:solidFill>
                  <a:schemeClr val="tx1"/>
                </a:solidFill>
                <a:cs typeface="Times New Roman" panose="02020603050405020304" pitchFamily="18" charset="0"/>
              </a:rPr>
              <a:t>Multivalued composite attribute of EMPLOYEE: </a:t>
            </a:r>
            <a:r>
              <a:rPr lang="en-US" sz="2400" dirty="0" err="1">
                <a:solidFill>
                  <a:schemeClr val="tx1"/>
                </a:solidFill>
                <a:cs typeface="Times New Roman" panose="02020603050405020304" pitchFamily="18" charset="0"/>
              </a:rPr>
              <a:t>Works_on</a:t>
            </a:r>
            <a:r>
              <a:rPr lang="en-US" sz="2400" dirty="0">
                <a:solidFill>
                  <a:schemeClr val="tx1"/>
                </a:solidFill>
                <a:cs typeface="Times New Roman" panose="02020603050405020304" pitchFamily="18" charset="0"/>
              </a:rPr>
              <a:t> (Project, Hours) </a:t>
            </a:r>
          </a:p>
          <a:p>
            <a:pPr>
              <a:buFont typeface="Arial" panose="020B0604020202020204" pitchFamily="34" charset="0"/>
              <a:buChar char="•"/>
            </a:pPr>
            <a:endParaRPr lang="en-US" sz="2400" dirty="0">
              <a:solidFill>
                <a:schemeClr val="tx1"/>
              </a:solidFill>
              <a:cs typeface="Times New Roman" panose="02020603050405020304" pitchFamily="18" charset="0"/>
            </a:endParaRPr>
          </a:p>
          <a:p>
            <a:pPr marL="0" indent="0">
              <a:buNone/>
            </a:pPr>
            <a:r>
              <a:rPr lang="en-US" sz="2400" dirty="0">
                <a:solidFill>
                  <a:schemeClr val="tx1"/>
                </a:solidFill>
                <a:cs typeface="Times New Roman" panose="02020603050405020304" pitchFamily="18" charset="0"/>
              </a:rPr>
              <a:t>or alternatively</a:t>
            </a:r>
          </a:p>
          <a:p>
            <a:pPr marL="0" indent="0">
              <a:buNone/>
            </a:pPr>
            <a:endParaRPr lang="en-US" sz="2400" dirty="0">
              <a:solidFill>
                <a:schemeClr val="tx1"/>
              </a:solidFill>
              <a:cs typeface="Times New Roman" panose="02020603050405020304" pitchFamily="18" charset="0"/>
            </a:endParaRPr>
          </a:p>
          <a:p>
            <a:pPr>
              <a:buFont typeface="Arial" panose="020B0604020202020204" pitchFamily="34" charset="0"/>
              <a:buChar char="•"/>
            </a:pPr>
            <a:r>
              <a:rPr lang="en-US" sz="2400" dirty="0">
                <a:solidFill>
                  <a:schemeClr val="tx1"/>
                </a:solidFill>
                <a:cs typeface="Times New Roman" panose="02020603050405020304" pitchFamily="18" charset="0"/>
              </a:rPr>
              <a:t>Multivalued composite attribute of PROJECT: Workers (Employee, Hours).   </a:t>
            </a:r>
          </a:p>
          <a:p>
            <a:pPr>
              <a:buFont typeface="Arial" panose="020B0604020202020204" pitchFamily="34" charset="0"/>
              <a:buChar char="•"/>
            </a:pPr>
            <a:r>
              <a:rPr lang="en-US" sz="2400" dirty="0">
                <a:solidFill>
                  <a:schemeClr val="tx1"/>
                </a:solidFill>
                <a:cs typeface="Times New Roman" panose="02020603050405020304" pitchFamily="18" charset="0"/>
              </a:rPr>
              <a:t>We choose the first alternative in Figure 3.8;</a:t>
            </a:r>
          </a:p>
        </p:txBody>
      </p:sp>
    </p:spTree>
    <p:extLst>
      <p:ext uri="{BB962C8B-B14F-4D97-AF65-F5344CB8AC3E}">
        <p14:creationId xmlns:p14="http://schemas.microsoft.com/office/powerpoint/2010/main" val="4283755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223F5-F8BE-48BC-8240-78FBA46AF802}"/>
              </a:ext>
            </a:extLst>
          </p:cNvPr>
          <p:cNvSpPr>
            <a:spLocks noGrp="1"/>
          </p:cNvSpPr>
          <p:nvPr>
            <p:ph type="title"/>
          </p:nvPr>
        </p:nvSpPr>
        <p:spPr/>
        <p:txBody>
          <a:bodyPr>
            <a:normAutofit/>
          </a:bodyPr>
          <a:lstStyle/>
          <a:p>
            <a:r>
              <a:rPr lang="en-US" b="1" dirty="0">
                <a:solidFill>
                  <a:schemeClr val="tx1"/>
                </a:solidFill>
              </a:rPr>
              <a:t>Relationship Types</a:t>
            </a:r>
          </a:p>
        </p:txBody>
      </p:sp>
      <p:sp>
        <p:nvSpPr>
          <p:cNvPr id="3" name="Content Placeholder 2">
            <a:extLst>
              <a:ext uri="{FF2B5EF4-FFF2-40B4-BE49-F238E27FC236}">
                <a16:creationId xmlns:a16="http://schemas.microsoft.com/office/drawing/2014/main" id="{58F9CE5B-D0D8-4F74-8E4E-CFF85A1C2C17}"/>
              </a:ext>
            </a:extLst>
          </p:cNvPr>
          <p:cNvSpPr>
            <a:spLocks noGrp="1"/>
          </p:cNvSpPr>
          <p:nvPr>
            <p:ph idx="1"/>
          </p:nvPr>
        </p:nvSpPr>
        <p:spPr/>
        <p:txBody>
          <a:bodyPr>
            <a:normAutofit fontScale="92500" lnSpcReduction="20000"/>
          </a:bodyPr>
          <a:lstStyle/>
          <a:p>
            <a:pPr eaLnBrk="1" hangingPunct="1"/>
            <a:r>
              <a:rPr lang="en-US" altLang="en-US" sz="2400" b="1" dirty="0">
                <a:solidFill>
                  <a:schemeClr val="tx1"/>
                </a:solidFill>
                <a:cs typeface="Times New Roman" panose="02020603050405020304" pitchFamily="18" charset="0"/>
              </a:rPr>
              <a:t>Relationship Type:</a:t>
            </a:r>
          </a:p>
          <a:p>
            <a:pPr lvl="1" eaLnBrk="1" hangingPunct="1">
              <a:buFont typeface="Arial" panose="020B0604020202020204" pitchFamily="34" charset="0"/>
              <a:buChar char="•"/>
            </a:pPr>
            <a:r>
              <a:rPr lang="en-US" altLang="en-US" sz="2000" dirty="0">
                <a:solidFill>
                  <a:schemeClr val="tx1"/>
                </a:solidFill>
                <a:cs typeface="Times New Roman" panose="02020603050405020304" pitchFamily="18" charset="0"/>
              </a:rPr>
              <a:t>Is the schema description of a relationship</a:t>
            </a:r>
          </a:p>
          <a:p>
            <a:pPr lvl="1" eaLnBrk="1" hangingPunct="1">
              <a:buFont typeface="Arial" panose="020B0604020202020204" pitchFamily="34" charset="0"/>
              <a:buChar char="•"/>
            </a:pPr>
            <a:r>
              <a:rPr lang="en-US" altLang="en-US" sz="2000" dirty="0">
                <a:solidFill>
                  <a:schemeClr val="tx1"/>
                </a:solidFill>
                <a:cs typeface="Times New Roman" panose="02020603050405020304" pitchFamily="18" charset="0"/>
              </a:rPr>
              <a:t>Identifies the relationship name and the participating entity types</a:t>
            </a:r>
          </a:p>
          <a:p>
            <a:pPr lvl="1" eaLnBrk="1" hangingPunct="1">
              <a:buFont typeface="Arial" panose="020B0604020202020204" pitchFamily="34" charset="0"/>
              <a:buChar char="•"/>
            </a:pPr>
            <a:r>
              <a:rPr lang="en-US" altLang="en-US" sz="2000" dirty="0">
                <a:solidFill>
                  <a:schemeClr val="tx1"/>
                </a:solidFill>
                <a:cs typeface="Times New Roman" panose="02020603050405020304" pitchFamily="18" charset="0"/>
              </a:rPr>
              <a:t>Also identifies certain relationship constraints.</a:t>
            </a:r>
          </a:p>
          <a:p>
            <a:pPr lvl="1">
              <a:buFont typeface="Arial" panose="020B0604020202020204" pitchFamily="34" charset="0"/>
              <a:buChar char="•"/>
            </a:pPr>
            <a:r>
              <a:rPr lang="en-US" sz="2000" dirty="0">
                <a:solidFill>
                  <a:schemeClr val="tx1"/>
                </a:solidFill>
                <a:cs typeface="Times New Roman" panose="02020603050405020304" pitchFamily="18" charset="0"/>
              </a:rPr>
              <a:t>For example, the attribute Manager of DEPARTMENT refers to an employee who manages the department; </a:t>
            </a:r>
          </a:p>
          <a:p>
            <a:pPr lvl="1">
              <a:buFont typeface="Arial" panose="020B0604020202020204" pitchFamily="34" charset="0"/>
              <a:buChar char="•"/>
            </a:pPr>
            <a:r>
              <a:rPr lang="en-US" sz="2000" dirty="0">
                <a:solidFill>
                  <a:schemeClr val="tx1"/>
                </a:solidFill>
                <a:cs typeface="Times New Roman" panose="02020603050405020304" pitchFamily="18" charset="0"/>
              </a:rPr>
              <a:t>the attribute </a:t>
            </a:r>
            <a:r>
              <a:rPr lang="en-US" sz="2000" dirty="0" err="1">
                <a:solidFill>
                  <a:schemeClr val="tx1"/>
                </a:solidFill>
                <a:cs typeface="Times New Roman" panose="02020603050405020304" pitchFamily="18" charset="0"/>
              </a:rPr>
              <a:t>Controlling_department</a:t>
            </a:r>
            <a:r>
              <a:rPr lang="en-US" sz="2000" dirty="0">
                <a:solidFill>
                  <a:schemeClr val="tx1"/>
                </a:solidFill>
                <a:cs typeface="Times New Roman" panose="02020603050405020304" pitchFamily="18" charset="0"/>
              </a:rPr>
              <a:t> of PROJECT refers to the department that controls the project; </a:t>
            </a:r>
          </a:p>
          <a:p>
            <a:pPr lvl="1">
              <a:buFont typeface="Arial" panose="020B0604020202020204" pitchFamily="34" charset="0"/>
              <a:buChar char="•"/>
            </a:pPr>
            <a:r>
              <a:rPr lang="en-US" sz="2000" dirty="0">
                <a:solidFill>
                  <a:schemeClr val="tx1"/>
                </a:solidFill>
                <a:cs typeface="Times New Roman" panose="02020603050405020304" pitchFamily="18" charset="0"/>
              </a:rPr>
              <a:t>the attribute Supervisor of EMPLOYEE refers to another employee (the one who supervises this employee); </a:t>
            </a:r>
          </a:p>
          <a:p>
            <a:pPr lvl="1">
              <a:buFont typeface="Arial" panose="020B0604020202020204" pitchFamily="34" charset="0"/>
              <a:buChar char="•"/>
            </a:pPr>
            <a:r>
              <a:rPr lang="en-US" sz="2000" dirty="0">
                <a:solidFill>
                  <a:schemeClr val="tx1"/>
                </a:solidFill>
                <a:cs typeface="Times New Roman" panose="02020603050405020304" pitchFamily="18" charset="0"/>
              </a:rPr>
              <a:t>the attribute Department of EMPLOYEE refers to the department for which the employee works; and so on. </a:t>
            </a:r>
            <a:endParaRPr lang="en-US" altLang="en-US" sz="2000" dirty="0">
              <a:solidFill>
                <a:schemeClr val="tx1"/>
              </a:solidFill>
              <a:cs typeface="Times New Roman" panose="02020603050405020304" pitchFamily="18" charset="0"/>
            </a:endParaRPr>
          </a:p>
          <a:p>
            <a:pPr eaLnBrk="1" hangingPunct="1"/>
            <a:r>
              <a:rPr lang="en-US" altLang="en-US" sz="2400" b="1" dirty="0">
                <a:solidFill>
                  <a:schemeClr val="tx1"/>
                </a:solidFill>
                <a:cs typeface="Times New Roman" panose="02020603050405020304" pitchFamily="18" charset="0"/>
              </a:rPr>
              <a:t>Relationship Set:</a:t>
            </a:r>
          </a:p>
          <a:p>
            <a:pPr lvl="1" eaLnBrk="1" hangingPunct="1">
              <a:buFont typeface="Arial" panose="020B0604020202020204" pitchFamily="34" charset="0"/>
              <a:buChar char="•"/>
            </a:pPr>
            <a:r>
              <a:rPr lang="en-US" altLang="en-US" sz="2000" dirty="0">
                <a:solidFill>
                  <a:schemeClr val="tx1"/>
                </a:solidFill>
                <a:cs typeface="Times New Roman" panose="02020603050405020304" pitchFamily="18" charset="0"/>
              </a:rPr>
              <a:t>The current set of relationship instances represented in the database</a:t>
            </a:r>
          </a:p>
        </p:txBody>
      </p:sp>
    </p:spTree>
    <p:extLst>
      <p:ext uri="{BB962C8B-B14F-4D97-AF65-F5344CB8AC3E}">
        <p14:creationId xmlns:p14="http://schemas.microsoft.com/office/powerpoint/2010/main" val="2935103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 text&#10;&#10;Description automatically generated">
            <a:extLst>
              <a:ext uri="{FF2B5EF4-FFF2-40B4-BE49-F238E27FC236}">
                <a16:creationId xmlns:a16="http://schemas.microsoft.com/office/drawing/2014/main" id="{E9364447-0905-4016-B0E8-FD9646A14B14}"/>
              </a:ext>
            </a:extLst>
          </p:cNvPr>
          <p:cNvPicPr>
            <a:picLocks noChangeAspect="1"/>
          </p:cNvPicPr>
          <p:nvPr/>
        </p:nvPicPr>
        <p:blipFill>
          <a:blip r:embed="rId3"/>
          <a:stretch>
            <a:fillRect/>
          </a:stretch>
        </p:blipFill>
        <p:spPr>
          <a:xfrm>
            <a:off x="1037230" y="-23530"/>
            <a:ext cx="10358651" cy="68815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89392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0DBB2777-7016-4A01-8AF0-F96056B9FC8F}"/>
              </a:ext>
            </a:extLst>
          </p:cNvPr>
          <p:cNvPicPr>
            <a:picLocks noChangeAspect="1"/>
          </p:cNvPicPr>
          <p:nvPr/>
        </p:nvPicPr>
        <p:blipFill>
          <a:blip r:embed="rId2"/>
          <a:stretch>
            <a:fillRect/>
          </a:stretch>
        </p:blipFill>
        <p:spPr>
          <a:xfrm>
            <a:off x="1684766" y="415467"/>
            <a:ext cx="8822468" cy="53780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97646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7AB3E-208B-4CED-8A8F-7FD72405664D}"/>
              </a:ext>
            </a:extLst>
          </p:cNvPr>
          <p:cNvSpPr>
            <a:spLocks noGrp="1"/>
          </p:cNvSpPr>
          <p:nvPr>
            <p:ph type="title"/>
          </p:nvPr>
        </p:nvSpPr>
        <p:spPr/>
        <p:txBody>
          <a:bodyPr/>
          <a:lstStyle/>
          <a:p>
            <a:r>
              <a:rPr lang="en-US" b="1" dirty="0">
                <a:solidFill>
                  <a:schemeClr val="tx1"/>
                </a:solidFill>
              </a:rPr>
              <a:t>Relationship Types</a:t>
            </a:r>
          </a:p>
        </p:txBody>
      </p:sp>
      <p:sp>
        <p:nvSpPr>
          <p:cNvPr id="3" name="Content Placeholder 2">
            <a:extLst>
              <a:ext uri="{FF2B5EF4-FFF2-40B4-BE49-F238E27FC236}">
                <a16:creationId xmlns:a16="http://schemas.microsoft.com/office/drawing/2014/main" id="{49F9FC7E-9E3B-42F7-B653-B264FCCAE9D8}"/>
              </a:ext>
            </a:extLst>
          </p:cNvPr>
          <p:cNvSpPr>
            <a:spLocks noGrp="1"/>
          </p:cNvSpPr>
          <p:nvPr>
            <p:ph idx="1"/>
          </p:nvPr>
        </p:nvSpPr>
        <p:spPr/>
        <p:txBody>
          <a:bodyPr>
            <a:normAutofit/>
          </a:bodyPr>
          <a:lstStyle/>
          <a:p>
            <a:r>
              <a:rPr lang="en-US" sz="2400" dirty="0">
                <a:solidFill>
                  <a:schemeClr val="tx1"/>
                </a:solidFill>
                <a:cs typeface="Times New Roman" panose="02020603050405020304" pitchFamily="18" charset="0"/>
              </a:rPr>
              <a:t>In ER diagrams, relationship types are displayed as diamond-shaped boxes which are connected by straight lines to the rectangular boxes representing the participating entity types. </a:t>
            </a:r>
          </a:p>
          <a:p>
            <a:r>
              <a:rPr lang="en-US" sz="2400" dirty="0">
                <a:solidFill>
                  <a:schemeClr val="tx1"/>
                </a:solidFill>
                <a:cs typeface="Times New Roman" panose="02020603050405020304" pitchFamily="18" charset="0"/>
              </a:rPr>
              <a:t>The relationship name is displayed in the diamond-shaped box </a:t>
            </a:r>
          </a:p>
        </p:txBody>
      </p:sp>
    </p:spTree>
    <p:extLst>
      <p:ext uri="{BB962C8B-B14F-4D97-AF65-F5344CB8AC3E}">
        <p14:creationId xmlns:p14="http://schemas.microsoft.com/office/powerpoint/2010/main" val="2668593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791DC-0148-40EC-85C5-4A802374F13F}"/>
              </a:ext>
            </a:extLst>
          </p:cNvPr>
          <p:cNvSpPr>
            <a:spLocks noGrp="1"/>
          </p:cNvSpPr>
          <p:nvPr>
            <p:ph type="title"/>
          </p:nvPr>
        </p:nvSpPr>
        <p:spPr/>
        <p:txBody>
          <a:bodyPr/>
          <a:lstStyle/>
          <a:p>
            <a:r>
              <a:rPr lang="en-US" b="1" dirty="0">
                <a:solidFill>
                  <a:schemeClr val="tx1"/>
                </a:solidFill>
              </a:rPr>
              <a:t>Relationship Degree</a:t>
            </a:r>
          </a:p>
        </p:txBody>
      </p:sp>
      <p:sp>
        <p:nvSpPr>
          <p:cNvPr id="3" name="Content Placeholder 2">
            <a:extLst>
              <a:ext uri="{FF2B5EF4-FFF2-40B4-BE49-F238E27FC236}">
                <a16:creationId xmlns:a16="http://schemas.microsoft.com/office/drawing/2014/main" id="{31A7AFD5-81DA-4DED-AD8C-F310D4820705}"/>
              </a:ext>
            </a:extLst>
          </p:cNvPr>
          <p:cNvSpPr>
            <a:spLocks noGrp="1"/>
          </p:cNvSpPr>
          <p:nvPr>
            <p:ph idx="1"/>
          </p:nvPr>
        </p:nvSpPr>
        <p:spPr/>
        <p:txBody>
          <a:bodyPr>
            <a:normAutofit/>
          </a:bodyPr>
          <a:lstStyle/>
          <a:p>
            <a:r>
              <a:rPr lang="en-US" sz="2400" b="1" dirty="0">
                <a:cs typeface="Times New Roman" panose="02020603050405020304" pitchFamily="18" charset="0"/>
              </a:rPr>
              <a:t>Degree of a Relationship Type:</a:t>
            </a:r>
            <a:r>
              <a:rPr lang="en-US" sz="2400" dirty="0">
                <a:cs typeface="Times New Roman" panose="02020603050405020304" pitchFamily="18" charset="0"/>
              </a:rPr>
              <a:t> number of participating entity types.</a:t>
            </a:r>
          </a:p>
          <a:p>
            <a:pPr lvl="1">
              <a:buFont typeface="Arial" panose="020B0604020202020204" pitchFamily="34" charset="0"/>
              <a:buChar char="•"/>
            </a:pPr>
            <a:r>
              <a:rPr lang="en-US" sz="2000" dirty="0">
                <a:cs typeface="Times New Roman" panose="02020603050405020304" pitchFamily="18" charset="0"/>
              </a:rPr>
              <a:t>i.e. WORKS_FOR relationship is of degree two (binary).</a:t>
            </a:r>
          </a:p>
          <a:p>
            <a:pPr lvl="1">
              <a:buFont typeface="Arial" panose="020B0604020202020204" pitchFamily="34" charset="0"/>
              <a:buChar char="•"/>
            </a:pPr>
            <a:r>
              <a:rPr lang="en-US" sz="2000" dirty="0">
                <a:cs typeface="Times New Roman" panose="02020603050405020304" pitchFamily="18" charset="0"/>
              </a:rPr>
              <a:t>Binary degree of relationship is most common.</a:t>
            </a:r>
          </a:p>
          <a:p>
            <a:r>
              <a:rPr lang="en-US" sz="2400" b="1" dirty="0">
                <a:cs typeface="Times New Roman" panose="02020603050405020304" pitchFamily="18" charset="0"/>
              </a:rPr>
              <a:t>Recursive relationships or self-referencing relationships</a:t>
            </a:r>
            <a:r>
              <a:rPr lang="en-US" sz="2400" dirty="0">
                <a:cs typeface="Times New Roman" panose="02020603050405020304" pitchFamily="18" charset="0"/>
              </a:rPr>
              <a:t>: same entity type participates more than once in a relationship type in different roles</a:t>
            </a:r>
          </a:p>
        </p:txBody>
      </p:sp>
    </p:spTree>
    <p:extLst>
      <p:ext uri="{BB962C8B-B14F-4D97-AF65-F5344CB8AC3E}">
        <p14:creationId xmlns:p14="http://schemas.microsoft.com/office/powerpoint/2010/main" val="3993717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text, antenna, vector graphics&#10;&#10;Description automatically generated">
            <a:extLst>
              <a:ext uri="{FF2B5EF4-FFF2-40B4-BE49-F238E27FC236}">
                <a16:creationId xmlns:a16="http://schemas.microsoft.com/office/drawing/2014/main" id="{8EF4BFF1-87E0-4AF5-83CA-F11370D161B8}"/>
              </a:ext>
            </a:extLst>
          </p:cNvPr>
          <p:cNvPicPr>
            <a:picLocks noGrp="1" noChangeAspect="1"/>
          </p:cNvPicPr>
          <p:nvPr>
            <p:ph idx="1"/>
          </p:nvPr>
        </p:nvPicPr>
        <p:blipFill>
          <a:blip r:embed="rId3"/>
          <a:stretch>
            <a:fillRect/>
          </a:stretch>
        </p:blipFill>
        <p:spPr>
          <a:xfrm>
            <a:off x="1392073" y="429413"/>
            <a:ext cx="9649892" cy="57052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29345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 name="Straight Connector 7">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6CB8CE-8AA3-4A30-80C4-4E7895E4B350}"/>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5600" b="1" dirty="0">
                <a:solidFill>
                  <a:schemeClr val="tx1">
                    <a:lumMod val="85000"/>
                    <a:lumOff val="15000"/>
                  </a:schemeClr>
                </a:solidFill>
              </a:rPr>
              <a:t>Summary of Notation for ER Diagrams</a:t>
            </a:r>
          </a:p>
        </p:txBody>
      </p:sp>
      <p:pic>
        <p:nvPicPr>
          <p:cNvPr id="4" name="Picture 4" descr="fig03_14">
            <a:extLst>
              <a:ext uri="{FF2B5EF4-FFF2-40B4-BE49-F238E27FC236}">
                <a16:creationId xmlns:a16="http://schemas.microsoft.com/office/drawing/2014/main" id="{2D2785FA-9ADF-4C9B-A0F6-034810D10C6E}"/>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8922"/>
          <a:stretch/>
        </p:blipFill>
        <p:spPr bwMode="auto">
          <a:xfrm>
            <a:off x="1108822" y="149391"/>
            <a:ext cx="6914301" cy="6216929"/>
          </a:xfrm>
          <a:prstGeom prst="rect">
            <a:avLst/>
          </a:prstGeom>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02144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7999-AEB3-81C4-9054-44B8F0629342}"/>
              </a:ext>
            </a:extLst>
          </p:cNvPr>
          <p:cNvSpPr>
            <a:spLocks noGrp="1"/>
          </p:cNvSpPr>
          <p:nvPr>
            <p:ph type="title"/>
          </p:nvPr>
        </p:nvSpPr>
        <p:spPr/>
        <p:txBody>
          <a:bodyPr/>
          <a:lstStyle/>
          <a:p>
            <a:r>
              <a:rPr lang="en-US" b="1" dirty="0">
                <a:solidFill>
                  <a:schemeClr val="tx1"/>
                </a:solidFill>
              </a:rPr>
              <a:t>Practice Example</a:t>
            </a:r>
          </a:p>
        </p:txBody>
      </p:sp>
      <p:sp>
        <p:nvSpPr>
          <p:cNvPr id="3" name="Content Placeholder 2">
            <a:extLst>
              <a:ext uri="{FF2B5EF4-FFF2-40B4-BE49-F238E27FC236}">
                <a16:creationId xmlns:a16="http://schemas.microsoft.com/office/drawing/2014/main" id="{4D7D330E-2B26-9D15-A299-B20C6589F1DF}"/>
              </a:ext>
            </a:extLst>
          </p:cNvPr>
          <p:cNvSpPr>
            <a:spLocks noGrp="1"/>
          </p:cNvSpPr>
          <p:nvPr>
            <p:ph idx="1"/>
          </p:nvPr>
        </p:nvSpPr>
        <p:spPr/>
        <p:txBody>
          <a:bodyPr/>
          <a:lstStyle/>
          <a:p>
            <a:r>
              <a:rPr lang="en-US" dirty="0">
                <a:solidFill>
                  <a:schemeClr val="tx1"/>
                </a:solidFill>
              </a:rPr>
              <a:t>The University of Toronto has several departments. Each department is managed by a chair, and at least one professor. Professors must be assigned to one, but possibly more departments. At least one professor teaches each course, but a professor may be on sabbatical and not teach any course. Each course may be taught more than once by different professors. We know of the department name, the professor name, the professor employee id, the course names, the course schedule, the term/year that the course is taught, the departments the professor is assigned to, the department that offers the course.</a:t>
            </a:r>
          </a:p>
        </p:txBody>
      </p:sp>
    </p:spTree>
    <p:extLst>
      <p:ext uri="{BB962C8B-B14F-4D97-AF65-F5344CB8AC3E}">
        <p14:creationId xmlns:p14="http://schemas.microsoft.com/office/powerpoint/2010/main" val="218311963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2629</TotalTime>
  <Words>5002</Words>
  <Application>Microsoft Office PowerPoint</Application>
  <PresentationFormat>Widescreen</PresentationFormat>
  <Paragraphs>233</Paragraphs>
  <Slides>26</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Arial MT</vt:lpstr>
      <vt:lpstr>Calibri</vt:lpstr>
      <vt:lpstr>Calibri Light</vt:lpstr>
      <vt:lpstr>Times New Roman</vt:lpstr>
      <vt:lpstr>Retrospect</vt:lpstr>
      <vt:lpstr> Database Systems</vt:lpstr>
      <vt:lpstr>Entity–relationship (ER) model</vt:lpstr>
      <vt:lpstr>ER concepts</vt:lpstr>
      <vt:lpstr>Attribute Types</vt:lpstr>
      <vt:lpstr>Attribute Types</vt:lpstr>
      <vt:lpstr>Attribute Types</vt:lpstr>
      <vt:lpstr>Attribute Types</vt:lpstr>
      <vt:lpstr>PowerPoint Presentation</vt:lpstr>
      <vt:lpstr>ER concepts</vt:lpstr>
      <vt:lpstr>ER concepts</vt:lpstr>
      <vt:lpstr>ER Concepts</vt:lpstr>
      <vt:lpstr>PowerPoint Presentation</vt:lpstr>
      <vt:lpstr>ER Concepts</vt:lpstr>
      <vt:lpstr>A Sample Database Application</vt:lpstr>
      <vt:lpstr>A Sample Database Application</vt:lpstr>
      <vt:lpstr>Initial Conceptual Design of the COMPANY Database</vt:lpstr>
      <vt:lpstr>Initial Conceptual Design of the COMPANY Database</vt:lpstr>
      <vt:lpstr>Initial Conceptual Design of the COMPANY Database</vt:lpstr>
      <vt:lpstr>Relationship Types</vt:lpstr>
      <vt:lpstr>PowerPoint Presentation</vt:lpstr>
      <vt:lpstr>PowerPoint Presentation</vt:lpstr>
      <vt:lpstr>Relationship Types</vt:lpstr>
      <vt:lpstr>Relationship Degree</vt:lpstr>
      <vt:lpstr>PowerPoint Presentation</vt:lpstr>
      <vt:lpstr>Summary of Notation for ER Diagrams</vt:lpstr>
      <vt:lpstr>Practice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46</cp:revision>
  <cp:lastPrinted>2024-09-25T03:43:40Z</cp:lastPrinted>
  <dcterms:created xsi:type="dcterms:W3CDTF">2024-08-09T06:58:16Z</dcterms:created>
  <dcterms:modified xsi:type="dcterms:W3CDTF">2024-09-28T10:07:49Z</dcterms:modified>
</cp:coreProperties>
</file>