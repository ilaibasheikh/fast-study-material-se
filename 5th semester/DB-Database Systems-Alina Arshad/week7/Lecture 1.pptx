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384" r:id="rId3"/>
    <p:sldId id="347" r:id="rId4"/>
    <p:sldId id="279" r:id="rId5"/>
    <p:sldId id="280" r:id="rId6"/>
    <p:sldId id="288" r:id="rId7"/>
    <p:sldId id="281" r:id="rId8"/>
    <p:sldId id="282" r:id="rId9"/>
    <p:sldId id="348" r:id="rId10"/>
    <p:sldId id="349" r:id="rId11"/>
    <p:sldId id="351" r:id="rId12"/>
    <p:sldId id="350" r:id="rId13"/>
    <p:sldId id="284" r:id="rId14"/>
    <p:sldId id="352" r:id="rId15"/>
    <p:sldId id="397" r:id="rId16"/>
    <p:sldId id="353" r:id="rId17"/>
    <p:sldId id="354" r:id="rId18"/>
    <p:sldId id="355" r:id="rId19"/>
    <p:sldId id="372" r:id="rId20"/>
    <p:sldId id="370" r:id="rId21"/>
    <p:sldId id="371" r:id="rId22"/>
    <p:sldId id="368" r:id="rId23"/>
    <p:sldId id="369" r:id="rId24"/>
    <p:sldId id="392" r:id="rId25"/>
    <p:sldId id="396" r:id="rId26"/>
    <p:sldId id="357"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979"/>
    <a:srgbClr val="BF59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DDA1BD-D3CC-45E4-ACF9-6AC323ACE8EB}" v="1" dt="2024-10-01T05:29:43.598"/>
    <p1510:client id="{700AA452-C530-416E-96E5-BDDCF9860929}" v="35" dt="2024-09-30T18:52:44.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74" autoAdjust="0"/>
    <p:restoredTop sz="96283" autoAdjust="0"/>
  </p:normalViewPr>
  <p:slideViewPr>
    <p:cSldViewPr snapToGrid="0">
      <p:cViewPr varScale="1">
        <p:scale>
          <a:sx n="112" d="100"/>
          <a:sy n="112" d="100"/>
        </p:scale>
        <p:origin x="2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700AA452-C530-416E-96E5-BDDCF9860929}"/>
    <pc:docChg chg="custSel addSld delSld modSld sldOrd modMainMaster">
      <pc:chgData name="Ms Alina Arshad" userId="cccdfd85-d35d-4453-9c6f-a463aae40722" providerId="ADAL" clId="{700AA452-C530-416E-96E5-BDDCF9860929}" dt="2024-09-30T18:52:44.057" v="228" actId="1076"/>
      <pc:docMkLst>
        <pc:docMk/>
      </pc:docMkLst>
      <pc:sldChg chg="modSp mod">
        <pc:chgData name="Ms Alina Arshad" userId="cccdfd85-d35d-4453-9c6f-a463aae40722" providerId="ADAL" clId="{700AA452-C530-416E-96E5-BDDCF9860929}" dt="2024-09-30T14:50:50.653" v="158" actId="20577"/>
        <pc:sldMkLst>
          <pc:docMk/>
          <pc:sldMk cId="3322361034" sldId="256"/>
        </pc:sldMkLst>
        <pc:spChg chg="mod">
          <ac:chgData name="Ms Alina Arshad" userId="cccdfd85-d35d-4453-9c6f-a463aae40722" providerId="ADAL" clId="{700AA452-C530-416E-96E5-BDDCF9860929}" dt="2024-09-30T14:50:50.653" v="158" actId="20577"/>
          <ac:spMkLst>
            <pc:docMk/>
            <pc:sldMk cId="3322361034" sldId="256"/>
            <ac:spMk id="3" creationId="{44E9F82C-BBA7-3495-1097-BEDB54FFFDF4}"/>
          </ac:spMkLst>
        </pc:spChg>
      </pc:sldChg>
      <pc:sldChg chg="del">
        <pc:chgData name="Ms Alina Arshad" userId="cccdfd85-d35d-4453-9c6f-a463aae40722" providerId="ADAL" clId="{700AA452-C530-416E-96E5-BDDCF9860929}" dt="2024-09-22T13:30:22.497" v="2" actId="47"/>
        <pc:sldMkLst>
          <pc:docMk/>
          <pc:sldMk cId="0" sldId="258"/>
        </pc:sldMkLst>
      </pc:sldChg>
      <pc:sldChg chg="del">
        <pc:chgData name="Ms Alina Arshad" userId="cccdfd85-d35d-4453-9c6f-a463aae40722" providerId="ADAL" clId="{700AA452-C530-416E-96E5-BDDCF9860929}" dt="2024-09-22T13:30:22.895" v="3" actId="47"/>
        <pc:sldMkLst>
          <pc:docMk/>
          <pc:sldMk cId="0" sldId="259"/>
        </pc:sldMkLst>
      </pc:sldChg>
      <pc:sldChg chg="del">
        <pc:chgData name="Ms Alina Arshad" userId="cccdfd85-d35d-4453-9c6f-a463aae40722" providerId="ADAL" clId="{700AA452-C530-416E-96E5-BDDCF9860929}" dt="2024-09-22T13:30:23.271" v="4" actId="47"/>
        <pc:sldMkLst>
          <pc:docMk/>
          <pc:sldMk cId="0" sldId="260"/>
        </pc:sldMkLst>
      </pc:sldChg>
      <pc:sldChg chg="del">
        <pc:chgData name="Ms Alina Arshad" userId="cccdfd85-d35d-4453-9c6f-a463aae40722" providerId="ADAL" clId="{700AA452-C530-416E-96E5-BDDCF9860929}" dt="2024-09-22T13:30:23.636" v="5" actId="47"/>
        <pc:sldMkLst>
          <pc:docMk/>
          <pc:sldMk cId="1577505814" sldId="265"/>
        </pc:sldMkLst>
      </pc:sldChg>
      <pc:sldChg chg="del">
        <pc:chgData name="Ms Alina Arshad" userId="cccdfd85-d35d-4453-9c6f-a463aae40722" providerId="ADAL" clId="{700AA452-C530-416E-96E5-BDDCF9860929}" dt="2024-09-22T13:30:25.540" v="10" actId="47"/>
        <pc:sldMkLst>
          <pc:docMk/>
          <pc:sldMk cId="1582826008" sldId="266"/>
        </pc:sldMkLst>
      </pc:sldChg>
      <pc:sldChg chg="del">
        <pc:chgData name="Ms Alina Arshad" userId="cccdfd85-d35d-4453-9c6f-a463aae40722" providerId="ADAL" clId="{700AA452-C530-416E-96E5-BDDCF9860929}" dt="2024-09-22T13:30:28.390" v="17" actId="47"/>
        <pc:sldMkLst>
          <pc:docMk/>
          <pc:sldMk cId="731299161" sldId="267"/>
        </pc:sldMkLst>
      </pc:sldChg>
      <pc:sldChg chg="del">
        <pc:chgData name="Ms Alina Arshad" userId="cccdfd85-d35d-4453-9c6f-a463aae40722" providerId="ADAL" clId="{700AA452-C530-416E-96E5-BDDCF9860929}" dt="2024-09-22T13:30:25.951" v="11" actId="47"/>
        <pc:sldMkLst>
          <pc:docMk/>
          <pc:sldMk cId="90329638" sldId="268"/>
        </pc:sldMkLst>
      </pc:sldChg>
      <pc:sldChg chg="del">
        <pc:chgData name="Ms Alina Arshad" userId="cccdfd85-d35d-4453-9c6f-a463aae40722" providerId="ADAL" clId="{700AA452-C530-416E-96E5-BDDCF9860929}" dt="2024-09-22T13:30:26.385" v="12" actId="47"/>
        <pc:sldMkLst>
          <pc:docMk/>
          <pc:sldMk cId="2295129282" sldId="269"/>
        </pc:sldMkLst>
      </pc:sldChg>
      <pc:sldChg chg="del">
        <pc:chgData name="Ms Alina Arshad" userId="cccdfd85-d35d-4453-9c6f-a463aae40722" providerId="ADAL" clId="{700AA452-C530-416E-96E5-BDDCF9860929}" dt="2024-09-22T13:30:26.779" v="13" actId="47"/>
        <pc:sldMkLst>
          <pc:docMk/>
          <pc:sldMk cId="2090315159" sldId="270"/>
        </pc:sldMkLst>
      </pc:sldChg>
      <pc:sldChg chg="del">
        <pc:chgData name="Ms Alina Arshad" userId="cccdfd85-d35d-4453-9c6f-a463aae40722" providerId="ADAL" clId="{700AA452-C530-416E-96E5-BDDCF9860929}" dt="2024-09-22T13:30:27.167" v="14" actId="47"/>
        <pc:sldMkLst>
          <pc:docMk/>
          <pc:sldMk cId="3034138166" sldId="271"/>
        </pc:sldMkLst>
      </pc:sldChg>
      <pc:sldChg chg="del">
        <pc:chgData name="Ms Alina Arshad" userId="cccdfd85-d35d-4453-9c6f-a463aae40722" providerId="ADAL" clId="{700AA452-C530-416E-96E5-BDDCF9860929}" dt="2024-09-22T13:30:28.703" v="18" actId="47"/>
        <pc:sldMkLst>
          <pc:docMk/>
          <pc:sldMk cId="2504047100" sldId="272"/>
        </pc:sldMkLst>
      </pc:sldChg>
      <pc:sldChg chg="del">
        <pc:chgData name="Ms Alina Arshad" userId="cccdfd85-d35d-4453-9c6f-a463aae40722" providerId="ADAL" clId="{700AA452-C530-416E-96E5-BDDCF9860929}" dt="2024-09-22T13:30:29.112" v="19" actId="47"/>
        <pc:sldMkLst>
          <pc:docMk/>
          <pc:sldMk cId="4283755204" sldId="273"/>
        </pc:sldMkLst>
      </pc:sldChg>
      <pc:sldChg chg="del">
        <pc:chgData name="Ms Alina Arshad" userId="cccdfd85-d35d-4453-9c6f-a463aae40722" providerId="ADAL" clId="{700AA452-C530-416E-96E5-BDDCF9860929}" dt="2024-09-22T13:30:30.826" v="20" actId="47"/>
        <pc:sldMkLst>
          <pc:docMk/>
          <pc:sldMk cId="2935103945" sldId="274"/>
        </pc:sldMkLst>
      </pc:sldChg>
      <pc:sldChg chg="del">
        <pc:chgData name="Ms Alina Arshad" userId="cccdfd85-d35d-4453-9c6f-a463aae40722" providerId="ADAL" clId="{700AA452-C530-416E-96E5-BDDCF9860929}" dt="2024-09-22T13:30:32.394" v="22" actId="47"/>
        <pc:sldMkLst>
          <pc:docMk/>
          <pc:sldMk cId="1497646456" sldId="275"/>
        </pc:sldMkLst>
      </pc:sldChg>
      <pc:sldChg chg="del">
        <pc:chgData name="Ms Alina Arshad" userId="cccdfd85-d35d-4453-9c6f-a463aae40722" providerId="ADAL" clId="{700AA452-C530-416E-96E5-BDDCF9860929}" dt="2024-09-22T13:30:34.442" v="24" actId="47"/>
        <pc:sldMkLst>
          <pc:docMk/>
          <pc:sldMk cId="3993717517" sldId="276"/>
        </pc:sldMkLst>
      </pc:sldChg>
      <pc:sldChg chg="del">
        <pc:chgData name="Ms Alina Arshad" userId="cccdfd85-d35d-4453-9c6f-a463aae40722" providerId="ADAL" clId="{700AA452-C530-416E-96E5-BDDCF9860929}" dt="2024-09-22T13:30:33.290" v="23" actId="47"/>
        <pc:sldMkLst>
          <pc:docMk/>
          <pc:sldMk cId="2668593764" sldId="278"/>
        </pc:sldMkLst>
      </pc:sldChg>
      <pc:sldChg chg="modSp mod">
        <pc:chgData name="Ms Alina Arshad" userId="cccdfd85-d35d-4453-9c6f-a463aae40722" providerId="ADAL" clId="{700AA452-C530-416E-96E5-BDDCF9860929}" dt="2024-09-22T13:34:43.002" v="68" actId="12"/>
        <pc:sldMkLst>
          <pc:docMk/>
          <pc:sldMk cId="3703048629" sldId="279"/>
        </pc:sldMkLst>
        <pc:spChg chg="mod">
          <ac:chgData name="Ms Alina Arshad" userId="cccdfd85-d35d-4453-9c6f-a463aae40722" providerId="ADAL" clId="{700AA452-C530-416E-96E5-BDDCF9860929}" dt="2024-09-22T13:33:11.415" v="43" actId="113"/>
          <ac:spMkLst>
            <pc:docMk/>
            <pc:sldMk cId="3703048629" sldId="279"/>
            <ac:spMk id="2" creationId="{C0531C6D-BBF1-4A8F-A69A-DB05C817BC81}"/>
          </ac:spMkLst>
        </pc:spChg>
        <pc:spChg chg="mod">
          <ac:chgData name="Ms Alina Arshad" userId="cccdfd85-d35d-4453-9c6f-a463aae40722" providerId="ADAL" clId="{700AA452-C530-416E-96E5-BDDCF9860929}" dt="2024-09-22T13:34:43.002" v="68" actId="12"/>
          <ac:spMkLst>
            <pc:docMk/>
            <pc:sldMk cId="3703048629" sldId="279"/>
            <ac:spMk id="3" creationId="{14C2275F-EEF7-4B46-8F23-7E6682716D48}"/>
          </ac:spMkLst>
        </pc:spChg>
        <pc:picChg chg="mod">
          <ac:chgData name="Ms Alina Arshad" userId="cccdfd85-d35d-4453-9c6f-a463aae40722" providerId="ADAL" clId="{700AA452-C530-416E-96E5-BDDCF9860929}" dt="2024-09-22T13:33:32.702" v="53" actId="1076"/>
          <ac:picMkLst>
            <pc:docMk/>
            <pc:sldMk cId="3703048629" sldId="279"/>
            <ac:picMk id="5" creationId="{B341A69E-52DE-472E-8D85-410C0A82622D}"/>
          </ac:picMkLst>
        </pc:picChg>
      </pc:sldChg>
      <pc:sldChg chg="delSp modSp mod">
        <pc:chgData name="Ms Alina Arshad" userId="cccdfd85-d35d-4453-9c6f-a463aae40722" providerId="ADAL" clId="{700AA452-C530-416E-96E5-BDDCF9860929}" dt="2024-09-22T13:33:50.104" v="57" actId="1076"/>
        <pc:sldMkLst>
          <pc:docMk/>
          <pc:sldMk cId="1821615422" sldId="280"/>
        </pc:sldMkLst>
        <pc:spChg chg="del">
          <ac:chgData name="Ms Alina Arshad" userId="cccdfd85-d35d-4453-9c6f-a463aae40722" providerId="ADAL" clId="{700AA452-C530-416E-96E5-BDDCF9860929}" dt="2024-09-22T13:33:39.548" v="54" actId="478"/>
          <ac:spMkLst>
            <pc:docMk/>
            <pc:sldMk cId="1821615422" sldId="280"/>
            <ac:spMk id="2" creationId="{3F5B8599-097F-47C6-8975-4A5EB88DFD01}"/>
          </ac:spMkLst>
        </pc:spChg>
        <pc:picChg chg="mod">
          <ac:chgData name="Ms Alina Arshad" userId="cccdfd85-d35d-4453-9c6f-a463aae40722" providerId="ADAL" clId="{700AA452-C530-416E-96E5-BDDCF9860929}" dt="2024-09-22T13:33:50.104" v="57" actId="1076"/>
          <ac:picMkLst>
            <pc:docMk/>
            <pc:sldMk cId="1821615422" sldId="280"/>
            <ac:picMk id="5" creationId="{894791AD-65B4-4FB8-9291-53F6E89BDCE6}"/>
          </ac:picMkLst>
        </pc:picChg>
      </pc:sldChg>
      <pc:sldChg chg="modSp mod">
        <pc:chgData name="Ms Alina Arshad" userId="cccdfd85-d35d-4453-9c6f-a463aae40722" providerId="ADAL" clId="{700AA452-C530-416E-96E5-BDDCF9860929}" dt="2024-09-28T19:12:04.191" v="138" actId="1076"/>
        <pc:sldMkLst>
          <pc:docMk/>
          <pc:sldMk cId="3605066316" sldId="281"/>
        </pc:sldMkLst>
        <pc:spChg chg="mod">
          <ac:chgData name="Ms Alina Arshad" userId="cccdfd85-d35d-4453-9c6f-a463aae40722" providerId="ADAL" clId="{700AA452-C530-416E-96E5-BDDCF9860929}" dt="2024-09-28T19:11:44.367" v="135" actId="27636"/>
          <ac:spMkLst>
            <pc:docMk/>
            <pc:sldMk cId="3605066316" sldId="281"/>
            <ac:spMk id="2" creationId="{B31F7F40-579C-4FE5-8B85-B1955C717D63}"/>
          </ac:spMkLst>
        </pc:spChg>
        <pc:spChg chg="mod">
          <ac:chgData name="Ms Alina Arshad" userId="cccdfd85-d35d-4453-9c6f-a463aae40722" providerId="ADAL" clId="{700AA452-C530-416E-96E5-BDDCF9860929}" dt="2024-09-28T19:11:54.895" v="137" actId="14100"/>
          <ac:spMkLst>
            <pc:docMk/>
            <pc:sldMk cId="3605066316" sldId="281"/>
            <ac:spMk id="3" creationId="{4B76A832-156A-4738-A370-C6C9263DD589}"/>
          </ac:spMkLst>
        </pc:spChg>
        <pc:picChg chg="mod">
          <ac:chgData name="Ms Alina Arshad" userId="cccdfd85-d35d-4453-9c6f-a463aae40722" providerId="ADAL" clId="{700AA452-C530-416E-96E5-BDDCF9860929}" dt="2024-09-28T19:12:04.191" v="138" actId="1076"/>
          <ac:picMkLst>
            <pc:docMk/>
            <pc:sldMk cId="3605066316" sldId="281"/>
            <ac:picMk id="4" creationId="{AF3FF7B2-C599-40C2-A196-FB83C9F0FFF2}"/>
          </ac:picMkLst>
        </pc:picChg>
      </pc:sldChg>
      <pc:sldChg chg="modSp mod">
        <pc:chgData name="Ms Alina Arshad" userId="cccdfd85-d35d-4453-9c6f-a463aae40722" providerId="ADAL" clId="{700AA452-C530-416E-96E5-BDDCF9860929}" dt="2024-09-29T12:58:48.742" v="151" actId="14100"/>
        <pc:sldMkLst>
          <pc:docMk/>
          <pc:sldMk cId="24697311" sldId="282"/>
        </pc:sldMkLst>
        <pc:spChg chg="mod">
          <ac:chgData name="Ms Alina Arshad" userId="cccdfd85-d35d-4453-9c6f-a463aae40722" providerId="ADAL" clId="{700AA452-C530-416E-96E5-BDDCF9860929}" dt="2024-09-28T19:24:32.392" v="147" actId="207"/>
          <ac:spMkLst>
            <pc:docMk/>
            <pc:sldMk cId="24697311" sldId="282"/>
            <ac:spMk id="2" creationId="{C8D57331-0580-411F-A66E-6F735F653098}"/>
          </ac:spMkLst>
        </pc:spChg>
        <pc:spChg chg="mod">
          <ac:chgData name="Ms Alina Arshad" userId="cccdfd85-d35d-4453-9c6f-a463aae40722" providerId="ADAL" clId="{700AA452-C530-416E-96E5-BDDCF9860929}" dt="2024-09-29T12:58:48.742" v="151" actId="14100"/>
          <ac:spMkLst>
            <pc:docMk/>
            <pc:sldMk cId="24697311" sldId="282"/>
            <ac:spMk id="3" creationId="{5D6B3F0C-9FE7-4CF4-8A70-5A9DC5CC300D}"/>
          </ac:spMkLst>
        </pc:spChg>
      </pc:sldChg>
      <pc:sldChg chg="del">
        <pc:chgData name="Ms Alina Arshad" userId="cccdfd85-d35d-4453-9c6f-a463aae40722" providerId="ADAL" clId="{700AA452-C530-416E-96E5-BDDCF9860929}" dt="2024-09-22T13:30:31.378" v="21" actId="47"/>
        <pc:sldMkLst>
          <pc:docMk/>
          <pc:sldMk cId="3289392637" sldId="283"/>
        </pc:sldMkLst>
      </pc:sldChg>
      <pc:sldChg chg="modSp mod">
        <pc:chgData name="Ms Alina Arshad" userId="cccdfd85-d35d-4453-9c6f-a463aae40722" providerId="ADAL" clId="{700AA452-C530-416E-96E5-BDDCF9860929}" dt="2024-09-22T13:41:49.891" v="98" actId="2711"/>
        <pc:sldMkLst>
          <pc:docMk/>
          <pc:sldMk cId="800652809" sldId="284"/>
        </pc:sldMkLst>
        <pc:spChg chg="mod">
          <ac:chgData name="Ms Alina Arshad" userId="cccdfd85-d35d-4453-9c6f-a463aae40722" providerId="ADAL" clId="{700AA452-C530-416E-96E5-BDDCF9860929}" dt="2024-09-22T13:41:49.891" v="98" actId="2711"/>
          <ac:spMkLst>
            <pc:docMk/>
            <pc:sldMk cId="800652809" sldId="284"/>
            <ac:spMk id="3" creationId="{B5595F3F-845B-42B5-B0D6-06074B82D45C}"/>
          </ac:spMkLst>
        </pc:spChg>
      </pc:sldChg>
      <pc:sldChg chg="del">
        <pc:chgData name="Ms Alina Arshad" userId="cccdfd85-d35d-4453-9c6f-a463aae40722" providerId="ADAL" clId="{700AA452-C530-416E-96E5-BDDCF9860929}" dt="2024-09-22T13:30:24.766" v="8" actId="47"/>
        <pc:sldMkLst>
          <pc:docMk/>
          <pc:sldMk cId="1402144616" sldId="285"/>
        </pc:sldMkLst>
      </pc:sldChg>
      <pc:sldChg chg="del">
        <pc:chgData name="Ms Alina Arshad" userId="cccdfd85-d35d-4453-9c6f-a463aae40722" providerId="ADAL" clId="{700AA452-C530-416E-96E5-BDDCF9860929}" dt="2024-09-22T13:30:35.929" v="25" actId="47"/>
        <pc:sldMkLst>
          <pc:docMk/>
          <pc:sldMk cId="3229345964" sldId="287"/>
        </pc:sldMkLst>
      </pc:sldChg>
      <pc:sldChg chg="modSp mod">
        <pc:chgData name="Ms Alina Arshad" userId="cccdfd85-d35d-4453-9c6f-a463aae40722" providerId="ADAL" clId="{700AA452-C530-416E-96E5-BDDCF9860929}" dt="2024-09-22T13:34:26.334" v="67" actId="12"/>
        <pc:sldMkLst>
          <pc:docMk/>
          <pc:sldMk cId="2002870935" sldId="288"/>
        </pc:sldMkLst>
        <pc:spChg chg="mod">
          <ac:chgData name="Ms Alina Arshad" userId="cccdfd85-d35d-4453-9c6f-a463aae40722" providerId="ADAL" clId="{700AA452-C530-416E-96E5-BDDCF9860929}" dt="2024-09-22T13:34:01.272" v="61" actId="1076"/>
          <ac:spMkLst>
            <pc:docMk/>
            <pc:sldMk cId="2002870935" sldId="288"/>
            <ac:spMk id="2" creationId="{3F5B8599-097F-47C6-8975-4A5EB88DFD01}"/>
          </ac:spMkLst>
        </pc:spChg>
        <pc:spChg chg="mod">
          <ac:chgData name="Ms Alina Arshad" userId="cccdfd85-d35d-4453-9c6f-a463aae40722" providerId="ADAL" clId="{700AA452-C530-416E-96E5-BDDCF9860929}" dt="2024-09-22T13:34:26.334" v="67" actId="12"/>
          <ac:spMkLst>
            <pc:docMk/>
            <pc:sldMk cId="2002870935" sldId="288"/>
            <ac:spMk id="4" creationId="{CE607608-9379-4954-A9D2-4545D6BFDFB4}"/>
          </ac:spMkLst>
        </pc:spChg>
      </pc:sldChg>
      <pc:sldChg chg="addSp modSp mod setBg">
        <pc:chgData name="Ms Alina Arshad" userId="cccdfd85-d35d-4453-9c6f-a463aae40722" providerId="ADAL" clId="{700AA452-C530-416E-96E5-BDDCF9860929}" dt="2024-09-22T13:31:19.705" v="41" actId="1076"/>
        <pc:sldMkLst>
          <pc:docMk/>
          <pc:sldMk cId="0" sldId="347"/>
        </pc:sldMkLst>
        <pc:spChg chg="mod">
          <ac:chgData name="Ms Alina Arshad" userId="cccdfd85-d35d-4453-9c6f-a463aae40722" providerId="ADAL" clId="{700AA452-C530-416E-96E5-BDDCF9860929}" dt="2024-09-22T13:30:55.075" v="31" actId="26606"/>
          <ac:spMkLst>
            <pc:docMk/>
            <pc:sldMk cId="0" sldId="347"/>
            <ac:spMk id="54275" creationId="{05811255-AEB9-464F-8A4D-2ACF44038D79}"/>
          </ac:spMkLst>
        </pc:spChg>
        <pc:spChg chg="add">
          <ac:chgData name="Ms Alina Arshad" userId="cccdfd85-d35d-4453-9c6f-a463aae40722" providerId="ADAL" clId="{700AA452-C530-416E-96E5-BDDCF9860929}" dt="2024-09-22T13:30:55.075" v="31" actId="26606"/>
          <ac:spMkLst>
            <pc:docMk/>
            <pc:sldMk cId="0" sldId="347"/>
            <ac:spMk id="54281" creationId="{4E4490D0-3672-446A-AC12-B4830333BDDD}"/>
          </ac:spMkLst>
        </pc:spChg>
        <pc:spChg chg="add">
          <ac:chgData name="Ms Alina Arshad" userId="cccdfd85-d35d-4453-9c6f-a463aae40722" providerId="ADAL" clId="{700AA452-C530-416E-96E5-BDDCF9860929}" dt="2024-09-22T13:30:55.075" v="31" actId="26606"/>
          <ac:spMkLst>
            <pc:docMk/>
            <pc:sldMk cId="0" sldId="347"/>
            <ac:spMk id="54283" creationId="{39CB82C2-DF65-4EC1-8280-F201D50F570B}"/>
          </ac:spMkLst>
        </pc:spChg>
        <pc:spChg chg="add">
          <ac:chgData name="Ms Alina Arshad" userId="cccdfd85-d35d-4453-9c6f-a463aae40722" providerId="ADAL" clId="{700AA452-C530-416E-96E5-BDDCF9860929}" dt="2024-09-22T13:30:55.075" v="31" actId="26606"/>
          <ac:spMkLst>
            <pc:docMk/>
            <pc:sldMk cId="0" sldId="347"/>
            <ac:spMk id="54287" creationId="{FA4CD5CB-D209-4D70-8CA4-629731C59219}"/>
          </ac:spMkLst>
        </pc:spChg>
        <pc:spChg chg="add">
          <ac:chgData name="Ms Alina Arshad" userId="cccdfd85-d35d-4453-9c6f-a463aae40722" providerId="ADAL" clId="{700AA452-C530-416E-96E5-BDDCF9860929}" dt="2024-09-22T13:30:55.075" v="31" actId="26606"/>
          <ac:spMkLst>
            <pc:docMk/>
            <pc:sldMk cId="0" sldId="347"/>
            <ac:spMk id="54291" creationId="{B4C27B90-DF2B-4D00-BA07-18ED774CD2F1}"/>
          </ac:spMkLst>
        </pc:spChg>
        <pc:spChg chg="add">
          <ac:chgData name="Ms Alina Arshad" userId="cccdfd85-d35d-4453-9c6f-a463aae40722" providerId="ADAL" clId="{700AA452-C530-416E-96E5-BDDCF9860929}" dt="2024-09-22T13:30:55.075" v="31" actId="26606"/>
          <ac:spMkLst>
            <pc:docMk/>
            <pc:sldMk cId="0" sldId="347"/>
            <ac:spMk id="54293" creationId="{593ACC25-C262-417A-8AA9-0641C772BDB6}"/>
          </ac:spMkLst>
        </pc:spChg>
        <pc:picChg chg="mod">
          <ac:chgData name="Ms Alina Arshad" userId="cccdfd85-d35d-4453-9c6f-a463aae40722" providerId="ADAL" clId="{700AA452-C530-416E-96E5-BDDCF9860929}" dt="2024-09-22T13:31:19.705" v="41" actId="1076"/>
          <ac:picMkLst>
            <pc:docMk/>
            <pc:sldMk cId="0" sldId="347"/>
            <ac:picMk id="54276" creationId="{2AD11418-104B-4018-8AA4-90D20E00BBB7}"/>
          </ac:picMkLst>
        </pc:picChg>
        <pc:cxnChg chg="add">
          <ac:chgData name="Ms Alina Arshad" userId="cccdfd85-d35d-4453-9c6f-a463aae40722" providerId="ADAL" clId="{700AA452-C530-416E-96E5-BDDCF9860929}" dt="2024-09-22T13:30:55.075" v="31" actId="26606"/>
          <ac:cxnSpMkLst>
            <pc:docMk/>
            <pc:sldMk cId="0" sldId="347"/>
            <ac:cxnSpMk id="54285" creationId="{7E1D4427-852B-4B37-8E76-0E9F1810BA2A}"/>
          </ac:cxnSpMkLst>
        </pc:cxnChg>
        <pc:cxnChg chg="add">
          <ac:chgData name="Ms Alina Arshad" userId="cccdfd85-d35d-4453-9c6f-a463aae40722" providerId="ADAL" clId="{700AA452-C530-416E-96E5-BDDCF9860929}" dt="2024-09-22T13:30:55.075" v="31" actId="26606"/>
          <ac:cxnSpMkLst>
            <pc:docMk/>
            <pc:sldMk cId="0" sldId="347"/>
            <ac:cxnSpMk id="54289" creationId="{5C6A2BAE-B461-4B55-8E1F-0722ABDD1393}"/>
          </ac:cxnSpMkLst>
        </pc:cxnChg>
      </pc:sldChg>
      <pc:sldChg chg="modSp mod">
        <pc:chgData name="Ms Alina Arshad" userId="cccdfd85-d35d-4453-9c6f-a463aae40722" providerId="ADAL" clId="{700AA452-C530-416E-96E5-BDDCF9860929}" dt="2024-09-29T13:05:06.492" v="154" actId="20577"/>
        <pc:sldMkLst>
          <pc:docMk/>
          <pc:sldMk cId="2036508356" sldId="348"/>
        </pc:sldMkLst>
        <pc:spChg chg="mod">
          <ac:chgData name="Ms Alina Arshad" userId="cccdfd85-d35d-4453-9c6f-a463aae40722" providerId="ADAL" clId="{700AA452-C530-416E-96E5-BDDCF9860929}" dt="2024-09-29T13:04:40.062" v="152" actId="207"/>
          <ac:spMkLst>
            <pc:docMk/>
            <pc:sldMk cId="2036508356" sldId="348"/>
            <ac:spMk id="2" creationId="{C0E80CD8-9EA5-4B12-B717-3449A4678F5C}"/>
          </ac:spMkLst>
        </pc:spChg>
        <pc:spChg chg="mod">
          <ac:chgData name="Ms Alina Arshad" userId="cccdfd85-d35d-4453-9c6f-a463aae40722" providerId="ADAL" clId="{700AA452-C530-416E-96E5-BDDCF9860929}" dt="2024-09-29T13:05:06.492" v="154" actId="20577"/>
          <ac:spMkLst>
            <pc:docMk/>
            <pc:sldMk cId="2036508356" sldId="348"/>
            <ac:spMk id="3" creationId="{0D74B3B6-9876-42D3-AE90-C1F71A7BF21E}"/>
          </ac:spMkLst>
        </pc:spChg>
      </pc:sldChg>
      <pc:sldChg chg="modSp mod">
        <pc:chgData name="Ms Alina Arshad" userId="cccdfd85-d35d-4453-9c6f-a463aae40722" providerId="ADAL" clId="{700AA452-C530-416E-96E5-BDDCF9860929}" dt="2024-09-29T13:05:56.360" v="155" actId="255"/>
        <pc:sldMkLst>
          <pc:docMk/>
          <pc:sldMk cId="132290220" sldId="349"/>
        </pc:sldMkLst>
        <pc:spChg chg="mod">
          <ac:chgData name="Ms Alina Arshad" userId="cccdfd85-d35d-4453-9c6f-a463aae40722" providerId="ADAL" clId="{700AA452-C530-416E-96E5-BDDCF9860929}" dt="2024-09-22T13:35:33.981" v="80" actId="207"/>
          <ac:spMkLst>
            <pc:docMk/>
            <pc:sldMk cId="132290220" sldId="349"/>
            <ac:spMk id="2" creationId="{04248D45-4C2A-4CD2-ADA7-8010DE04DD37}"/>
          </ac:spMkLst>
        </pc:spChg>
        <pc:spChg chg="mod">
          <ac:chgData name="Ms Alina Arshad" userId="cccdfd85-d35d-4453-9c6f-a463aae40722" providerId="ADAL" clId="{700AA452-C530-416E-96E5-BDDCF9860929}" dt="2024-09-29T13:05:56.360" v="155" actId="255"/>
          <ac:spMkLst>
            <pc:docMk/>
            <pc:sldMk cId="132290220" sldId="349"/>
            <ac:spMk id="3" creationId="{9A2F1328-E205-4C6F-BD3F-6506878F6705}"/>
          </ac:spMkLst>
        </pc:spChg>
      </pc:sldChg>
      <pc:sldChg chg="modSp mod">
        <pc:chgData name="Ms Alina Arshad" userId="cccdfd85-d35d-4453-9c6f-a463aae40722" providerId="ADAL" clId="{700AA452-C530-416E-96E5-BDDCF9860929}" dt="2024-09-22T13:36:56.677" v="95" actId="12"/>
        <pc:sldMkLst>
          <pc:docMk/>
          <pc:sldMk cId="448686030" sldId="350"/>
        </pc:sldMkLst>
        <pc:spChg chg="mod">
          <ac:chgData name="Ms Alina Arshad" userId="cccdfd85-d35d-4453-9c6f-a463aae40722" providerId="ADAL" clId="{700AA452-C530-416E-96E5-BDDCF9860929}" dt="2024-09-22T13:36:41.029" v="90" actId="207"/>
          <ac:spMkLst>
            <pc:docMk/>
            <pc:sldMk cId="448686030" sldId="350"/>
            <ac:spMk id="2" creationId="{04248D45-4C2A-4CD2-ADA7-8010DE04DD37}"/>
          </ac:spMkLst>
        </pc:spChg>
        <pc:spChg chg="mod">
          <ac:chgData name="Ms Alina Arshad" userId="cccdfd85-d35d-4453-9c6f-a463aae40722" providerId="ADAL" clId="{700AA452-C530-416E-96E5-BDDCF9860929}" dt="2024-09-22T13:36:56.677" v="95" actId="12"/>
          <ac:spMkLst>
            <pc:docMk/>
            <pc:sldMk cId="448686030" sldId="350"/>
            <ac:spMk id="3" creationId="{9A2F1328-E205-4C6F-BD3F-6506878F6705}"/>
          </ac:spMkLst>
        </pc:spChg>
      </pc:sldChg>
      <pc:sldChg chg="modSp mod">
        <pc:chgData name="Ms Alina Arshad" userId="cccdfd85-d35d-4453-9c6f-a463aae40722" providerId="ADAL" clId="{700AA452-C530-416E-96E5-BDDCF9860929}" dt="2024-09-29T13:07:04.867" v="156" actId="1076"/>
        <pc:sldMkLst>
          <pc:docMk/>
          <pc:sldMk cId="3109540881" sldId="351"/>
        </pc:sldMkLst>
        <pc:spChg chg="mod">
          <ac:chgData name="Ms Alina Arshad" userId="cccdfd85-d35d-4453-9c6f-a463aae40722" providerId="ADAL" clId="{700AA452-C530-416E-96E5-BDDCF9860929}" dt="2024-09-22T13:36:24.960" v="87" actId="1076"/>
          <ac:spMkLst>
            <pc:docMk/>
            <pc:sldMk cId="3109540881" sldId="351"/>
            <ac:spMk id="3" creationId="{00000000-0000-0000-0000-000000000000}"/>
          </ac:spMkLst>
        </pc:spChg>
        <pc:spChg chg="mod">
          <ac:chgData name="Ms Alina Arshad" userId="cccdfd85-d35d-4453-9c6f-a463aae40722" providerId="ADAL" clId="{700AA452-C530-416E-96E5-BDDCF9860929}" dt="2024-09-22T13:36:30.456" v="88" actId="1076"/>
          <ac:spMkLst>
            <pc:docMk/>
            <pc:sldMk cId="3109540881" sldId="351"/>
            <ac:spMk id="7" creationId="{00000000-0000-0000-0000-000000000000}"/>
          </ac:spMkLst>
        </pc:spChg>
        <pc:picChg chg="mod">
          <ac:chgData name="Ms Alina Arshad" userId="cccdfd85-d35d-4453-9c6f-a463aae40722" providerId="ADAL" clId="{700AA452-C530-416E-96E5-BDDCF9860929}" dt="2024-09-29T13:07:04.867" v="156" actId="1076"/>
          <ac:picMkLst>
            <pc:docMk/>
            <pc:sldMk cId="3109540881" sldId="351"/>
            <ac:picMk id="4" creationId="{21521628-EC7A-4860-9AD2-ED0E0C440F5B}"/>
          </ac:picMkLst>
        </pc:picChg>
        <pc:cxnChg chg="mod">
          <ac:chgData name="Ms Alina Arshad" userId="cccdfd85-d35d-4453-9c6f-a463aae40722" providerId="ADAL" clId="{700AA452-C530-416E-96E5-BDDCF9860929}" dt="2024-09-22T13:36:32.961" v="89" actId="1076"/>
          <ac:cxnSpMkLst>
            <pc:docMk/>
            <pc:sldMk cId="3109540881" sldId="351"/>
            <ac:cxnSpMk id="6" creationId="{00000000-0000-0000-0000-000000000000}"/>
          </ac:cxnSpMkLst>
        </pc:cxnChg>
      </pc:sldChg>
      <pc:sldChg chg="modSp mod">
        <pc:chgData name="Ms Alina Arshad" userId="cccdfd85-d35d-4453-9c6f-a463aae40722" providerId="ADAL" clId="{700AA452-C530-416E-96E5-BDDCF9860929}" dt="2024-09-30T15:04:42.060" v="159" actId="207"/>
        <pc:sldMkLst>
          <pc:docMk/>
          <pc:sldMk cId="0" sldId="352"/>
        </pc:sldMkLst>
        <pc:spChg chg="mod">
          <ac:chgData name="Ms Alina Arshad" userId="cccdfd85-d35d-4453-9c6f-a463aae40722" providerId="ADAL" clId="{700AA452-C530-416E-96E5-BDDCF9860929}" dt="2024-09-30T15:04:42.060" v="159" actId="207"/>
          <ac:spMkLst>
            <pc:docMk/>
            <pc:sldMk cId="0" sldId="352"/>
            <ac:spMk id="64515" creationId="{2E4645F8-E14A-4CA7-AE6B-F33FAA978EE6}"/>
          </ac:spMkLst>
        </pc:spChg>
        <pc:spChg chg="mod">
          <ac:chgData name="Ms Alina Arshad" userId="cccdfd85-d35d-4453-9c6f-a463aae40722" providerId="ADAL" clId="{700AA452-C530-416E-96E5-BDDCF9860929}" dt="2024-09-22T13:45:31.228" v="110" actId="14100"/>
          <ac:spMkLst>
            <pc:docMk/>
            <pc:sldMk cId="0" sldId="352"/>
            <ac:spMk id="64516" creationId="{D2D679A3-2E8D-4632-948B-DAF7F009B134}"/>
          </ac:spMkLst>
        </pc:spChg>
      </pc:sldChg>
      <pc:sldChg chg="modSp mod">
        <pc:chgData name="Ms Alina Arshad" userId="cccdfd85-d35d-4453-9c6f-a463aae40722" providerId="ADAL" clId="{700AA452-C530-416E-96E5-BDDCF9860929}" dt="2024-09-22T13:46:13.377" v="122" actId="207"/>
        <pc:sldMkLst>
          <pc:docMk/>
          <pc:sldMk cId="0" sldId="353"/>
        </pc:sldMkLst>
        <pc:spChg chg="mod">
          <ac:chgData name="Ms Alina Arshad" userId="cccdfd85-d35d-4453-9c6f-a463aae40722" providerId="ADAL" clId="{700AA452-C530-416E-96E5-BDDCF9860929}" dt="2024-09-22T13:45:57.835" v="118" actId="113"/>
          <ac:spMkLst>
            <pc:docMk/>
            <pc:sldMk cId="0" sldId="353"/>
            <ac:spMk id="66563" creationId="{650DE2D3-D33D-40B5-8D5C-AB29784566B6}"/>
          </ac:spMkLst>
        </pc:spChg>
        <pc:spChg chg="mod">
          <ac:chgData name="Ms Alina Arshad" userId="cccdfd85-d35d-4453-9c6f-a463aae40722" providerId="ADAL" clId="{700AA452-C530-416E-96E5-BDDCF9860929}" dt="2024-09-22T13:46:13.377" v="122" actId="207"/>
          <ac:spMkLst>
            <pc:docMk/>
            <pc:sldMk cId="0" sldId="353"/>
            <ac:spMk id="66565" creationId="{64F0F6F5-8B02-4BA2-8850-441C6DF481F0}"/>
          </ac:spMkLst>
        </pc:spChg>
        <pc:picChg chg="mod">
          <ac:chgData name="Ms Alina Arshad" userId="cccdfd85-d35d-4453-9c6f-a463aae40722" providerId="ADAL" clId="{700AA452-C530-416E-96E5-BDDCF9860929}" dt="2024-09-22T13:45:59.814" v="119" actId="1076"/>
          <ac:picMkLst>
            <pc:docMk/>
            <pc:sldMk cId="0" sldId="353"/>
            <ac:picMk id="66564" creationId="{573920A5-602D-4661-B4F9-9067EB5BEADE}"/>
          </ac:picMkLst>
        </pc:picChg>
      </pc:sldChg>
      <pc:sldChg chg="modSp mod">
        <pc:chgData name="Ms Alina Arshad" userId="cccdfd85-d35d-4453-9c6f-a463aae40722" providerId="ADAL" clId="{700AA452-C530-416E-96E5-BDDCF9860929}" dt="2024-09-30T15:07:21.563" v="164" actId="14100"/>
        <pc:sldMkLst>
          <pc:docMk/>
          <pc:sldMk cId="0" sldId="354"/>
        </pc:sldMkLst>
        <pc:spChg chg="mod">
          <ac:chgData name="Ms Alina Arshad" userId="cccdfd85-d35d-4453-9c6f-a463aae40722" providerId="ADAL" clId="{700AA452-C530-416E-96E5-BDDCF9860929}" dt="2024-09-30T15:07:18.372" v="163" actId="1076"/>
          <ac:spMkLst>
            <pc:docMk/>
            <pc:sldMk cId="0" sldId="354"/>
            <ac:spMk id="68611" creationId="{7219106E-1553-4571-BEA9-6E2CC9576B6D}"/>
          </ac:spMkLst>
        </pc:spChg>
        <pc:picChg chg="mod">
          <ac:chgData name="Ms Alina Arshad" userId="cccdfd85-d35d-4453-9c6f-a463aae40722" providerId="ADAL" clId="{700AA452-C530-416E-96E5-BDDCF9860929}" dt="2024-09-30T15:07:21.563" v="164" actId="14100"/>
          <ac:picMkLst>
            <pc:docMk/>
            <pc:sldMk cId="0" sldId="354"/>
            <ac:picMk id="68612" creationId="{0C875AAC-7673-45CE-B586-BDF42E669911}"/>
          </ac:picMkLst>
        </pc:picChg>
      </pc:sldChg>
      <pc:sldChg chg="modSp mod">
        <pc:chgData name="Ms Alina Arshad" userId="cccdfd85-d35d-4453-9c6f-a463aae40722" providerId="ADAL" clId="{700AA452-C530-416E-96E5-BDDCF9860929}" dt="2024-09-30T15:08:40.788" v="170" actId="1076"/>
        <pc:sldMkLst>
          <pc:docMk/>
          <pc:sldMk cId="0" sldId="355"/>
        </pc:sldMkLst>
        <pc:spChg chg="mod">
          <ac:chgData name="Ms Alina Arshad" userId="cccdfd85-d35d-4453-9c6f-a463aae40722" providerId="ADAL" clId="{700AA452-C530-416E-96E5-BDDCF9860929}" dt="2024-09-30T15:08:03.318" v="165" actId="207"/>
          <ac:spMkLst>
            <pc:docMk/>
            <pc:sldMk cId="0" sldId="355"/>
            <ac:spMk id="75779" creationId="{B61B8769-D463-457A-B042-0D946EB6E901}"/>
          </ac:spMkLst>
        </pc:spChg>
        <pc:spChg chg="mod">
          <ac:chgData name="Ms Alina Arshad" userId="cccdfd85-d35d-4453-9c6f-a463aae40722" providerId="ADAL" clId="{700AA452-C530-416E-96E5-BDDCF9860929}" dt="2024-09-30T15:08:40.788" v="170" actId="1076"/>
          <ac:spMkLst>
            <pc:docMk/>
            <pc:sldMk cId="0" sldId="355"/>
            <ac:spMk id="75780" creationId="{B969BE2E-346A-40F3-BA4C-8A977B24D846}"/>
          </ac:spMkLst>
        </pc:spChg>
      </pc:sldChg>
      <pc:sldChg chg="delSp modSp mod">
        <pc:chgData name="Ms Alina Arshad" userId="cccdfd85-d35d-4453-9c6f-a463aae40722" providerId="ADAL" clId="{700AA452-C530-416E-96E5-BDDCF9860929}" dt="2024-09-30T18:52:44.057" v="228" actId="1076"/>
        <pc:sldMkLst>
          <pc:docMk/>
          <pc:sldMk cId="0" sldId="357"/>
        </pc:sldMkLst>
        <pc:spChg chg="del">
          <ac:chgData name="Ms Alina Arshad" userId="cccdfd85-d35d-4453-9c6f-a463aae40722" providerId="ADAL" clId="{700AA452-C530-416E-96E5-BDDCF9860929}" dt="2024-09-30T18:52:12.279" v="220" actId="478"/>
          <ac:spMkLst>
            <pc:docMk/>
            <pc:sldMk cId="0" sldId="357"/>
            <ac:spMk id="84994" creationId="{FEC753B0-AD36-4203-91A2-CE32D7F4AE44}"/>
          </ac:spMkLst>
        </pc:spChg>
        <pc:spChg chg="mod">
          <ac:chgData name="Ms Alina Arshad" userId="cccdfd85-d35d-4453-9c6f-a463aae40722" providerId="ADAL" clId="{700AA452-C530-416E-96E5-BDDCF9860929}" dt="2024-09-30T18:52:44.057" v="228" actId="1076"/>
          <ac:spMkLst>
            <pc:docMk/>
            <pc:sldMk cId="0" sldId="357"/>
            <ac:spMk id="84995" creationId="{6B637A28-0889-4EC5-BA30-354C9967D0FB}"/>
          </ac:spMkLst>
        </pc:spChg>
        <pc:graphicFrameChg chg="mod modGraphic">
          <ac:chgData name="Ms Alina Arshad" userId="cccdfd85-d35d-4453-9c6f-a463aae40722" providerId="ADAL" clId="{700AA452-C530-416E-96E5-BDDCF9860929}" dt="2024-09-30T18:52:39.248" v="227" actId="1076"/>
          <ac:graphicFrameMkLst>
            <pc:docMk/>
            <pc:sldMk cId="0" sldId="357"/>
            <ac:graphicFrameMk id="884809" creationId="{556EDF7B-4711-416D-A419-F0CB230120BD}"/>
          </ac:graphicFrameMkLst>
        </pc:graphicFrameChg>
      </pc:sldChg>
      <pc:sldChg chg="modSp mod">
        <pc:chgData name="Ms Alina Arshad" userId="cccdfd85-d35d-4453-9c6f-a463aae40722" providerId="ADAL" clId="{700AA452-C530-416E-96E5-BDDCF9860929}" dt="2024-09-30T18:48:23.109" v="199" actId="403"/>
        <pc:sldMkLst>
          <pc:docMk/>
          <pc:sldMk cId="0" sldId="368"/>
        </pc:sldMkLst>
        <pc:spChg chg="mod">
          <ac:chgData name="Ms Alina Arshad" userId="cccdfd85-d35d-4453-9c6f-a463aae40722" providerId="ADAL" clId="{700AA452-C530-416E-96E5-BDDCF9860929}" dt="2024-09-30T18:48:23.109" v="199" actId="403"/>
          <ac:spMkLst>
            <pc:docMk/>
            <pc:sldMk cId="0" sldId="368"/>
            <ac:spMk id="80899" creationId="{8AA31434-6D57-45F6-91CD-6F6FEBE0E785}"/>
          </ac:spMkLst>
        </pc:spChg>
      </pc:sldChg>
      <pc:sldChg chg="modSp mod">
        <pc:chgData name="Ms Alina Arshad" userId="cccdfd85-d35d-4453-9c6f-a463aae40722" providerId="ADAL" clId="{700AA452-C530-416E-96E5-BDDCF9860929}" dt="2024-09-30T18:49:20.358" v="205" actId="207"/>
        <pc:sldMkLst>
          <pc:docMk/>
          <pc:sldMk cId="0" sldId="369"/>
        </pc:sldMkLst>
        <pc:spChg chg="mod">
          <ac:chgData name="Ms Alina Arshad" userId="cccdfd85-d35d-4453-9c6f-a463aae40722" providerId="ADAL" clId="{700AA452-C530-416E-96E5-BDDCF9860929}" dt="2024-09-30T18:49:05.147" v="204" actId="1076"/>
          <ac:spMkLst>
            <pc:docMk/>
            <pc:sldMk cId="0" sldId="369"/>
            <ac:spMk id="81923" creationId="{212404F8-56E8-4683-B334-13C19B18AB45}"/>
          </ac:spMkLst>
        </pc:spChg>
        <pc:spChg chg="mod">
          <ac:chgData name="Ms Alina Arshad" userId="cccdfd85-d35d-4453-9c6f-a463aae40722" providerId="ADAL" clId="{700AA452-C530-416E-96E5-BDDCF9860929}" dt="2024-09-30T18:49:20.358" v="205" actId="207"/>
          <ac:spMkLst>
            <pc:docMk/>
            <pc:sldMk cId="0" sldId="369"/>
            <ac:spMk id="81924" creationId="{68248C69-9332-4A99-BC0A-14F57C4D99DE}"/>
          </ac:spMkLst>
        </pc:spChg>
      </pc:sldChg>
      <pc:sldChg chg="modSp mod">
        <pc:chgData name="Ms Alina Arshad" userId="cccdfd85-d35d-4453-9c6f-a463aae40722" providerId="ADAL" clId="{700AA452-C530-416E-96E5-BDDCF9860929}" dt="2024-09-30T18:45:49.813" v="193" actId="20577"/>
        <pc:sldMkLst>
          <pc:docMk/>
          <pc:sldMk cId="0" sldId="370"/>
        </pc:sldMkLst>
        <pc:spChg chg="mod">
          <ac:chgData name="Ms Alina Arshad" userId="cccdfd85-d35d-4453-9c6f-a463aae40722" providerId="ADAL" clId="{700AA452-C530-416E-96E5-BDDCF9860929}" dt="2024-09-30T15:08:48.912" v="172" actId="207"/>
          <ac:spMkLst>
            <pc:docMk/>
            <pc:sldMk cId="0" sldId="370"/>
            <ac:spMk id="77827" creationId="{67E99228-87F5-434B-834C-05F83602BEA7}"/>
          </ac:spMkLst>
        </pc:spChg>
        <pc:spChg chg="mod">
          <ac:chgData name="Ms Alina Arshad" userId="cccdfd85-d35d-4453-9c6f-a463aae40722" providerId="ADAL" clId="{700AA452-C530-416E-96E5-BDDCF9860929}" dt="2024-09-30T18:45:49.813" v="193" actId="20577"/>
          <ac:spMkLst>
            <pc:docMk/>
            <pc:sldMk cId="0" sldId="370"/>
            <ac:spMk id="77828" creationId="{AE58D6A9-2268-4B9B-B644-43B75570DBA9}"/>
          </ac:spMkLst>
        </pc:spChg>
      </pc:sldChg>
      <pc:sldChg chg="modSp mod">
        <pc:chgData name="Ms Alina Arshad" userId="cccdfd85-d35d-4453-9c6f-a463aae40722" providerId="ADAL" clId="{700AA452-C530-416E-96E5-BDDCF9860929}" dt="2024-09-30T18:46:34.209" v="196" actId="14100"/>
        <pc:sldMkLst>
          <pc:docMk/>
          <pc:sldMk cId="0" sldId="371"/>
        </pc:sldMkLst>
        <pc:spChg chg="mod">
          <ac:chgData name="Ms Alina Arshad" userId="cccdfd85-d35d-4453-9c6f-a463aae40722" providerId="ADAL" clId="{700AA452-C530-416E-96E5-BDDCF9860929}" dt="2024-09-30T18:46:34.209" v="196" actId="14100"/>
          <ac:spMkLst>
            <pc:docMk/>
            <pc:sldMk cId="0" sldId="371"/>
            <ac:spMk id="79875" creationId="{8CF305EB-D670-4393-98CF-42D50C4A807E}"/>
          </ac:spMkLst>
        </pc:spChg>
        <pc:spChg chg="mod">
          <ac:chgData name="Ms Alina Arshad" userId="cccdfd85-d35d-4453-9c6f-a463aae40722" providerId="ADAL" clId="{700AA452-C530-416E-96E5-BDDCF9860929}" dt="2024-09-30T18:46:25.475" v="194" actId="207"/>
          <ac:spMkLst>
            <pc:docMk/>
            <pc:sldMk cId="0" sldId="371"/>
            <ac:spMk id="79876" creationId="{092D5270-798D-445A-9B24-A3520F9BB889}"/>
          </ac:spMkLst>
        </pc:spChg>
      </pc:sldChg>
      <pc:sldChg chg="modSp mod ord">
        <pc:chgData name="Ms Alina Arshad" userId="cccdfd85-d35d-4453-9c6f-a463aae40722" providerId="ADAL" clId="{700AA452-C530-416E-96E5-BDDCF9860929}" dt="2024-09-30T18:39:15.777" v="179" actId="1076"/>
        <pc:sldMkLst>
          <pc:docMk/>
          <pc:sldMk cId="0" sldId="372"/>
        </pc:sldMkLst>
        <pc:spChg chg="mod">
          <ac:chgData name="Ms Alina Arshad" userId="cccdfd85-d35d-4453-9c6f-a463aae40722" providerId="ADAL" clId="{700AA452-C530-416E-96E5-BDDCF9860929}" dt="2024-09-30T18:39:10.504" v="177" actId="1076"/>
          <ac:spMkLst>
            <pc:docMk/>
            <pc:sldMk cId="0" sldId="372"/>
            <ac:spMk id="78851" creationId="{5938DAAF-F418-44DE-B803-5D31322FB670}"/>
          </ac:spMkLst>
        </pc:spChg>
        <pc:picChg chg="mod">
          <ac:chgData name="Ms Alina Arshad" userId="cccdfd85-d35d-4453-9c6f-a463aae40722" providerId="ADAL" clId="{700AA452-C530-416E-96E5-BDDCF9860929}" dt="2024-09-30T18:39:15.777" v="179" actId="1076"/>
          <ac:picMkLst>
            <pc:docMk/>
            <pc:sldMk cId="0" sldId="372"/>
            <ac:picMk id="78852" creationId="{698D94F0-9B82-46C7-B735-4F93695DB9A6}"/>
          </ac:picMkLst>
        </pc:picChg>
      </pc:sldChg>
      <pc:sldChg chg="delSp modSp add mod modTransition">
        <pc:chgData name="Ms Alina Arshad" userId="cccdfd85-d35d-4453-9c6f-a463aae40722" providerId="ADAL" clId="{700AA452-C530-416E-96E5-BDDCF9860929}" dt="2024-09-28T18:48:27.419" v="132" actId="478"/>
        <pc:sldMkLst>
          <pc:docMk/>
          <pc:sldMk cId="0" sldId="384"/>
        </pc:sldMkLst>
        <pc:spChg chg="del">
          <ac:chgData name="Ms Alina Arshad" userId="cccdfd85-d35d-4453-9c6f-a463aae40722" providerId="ADAL" clId="{700AA452-C530-416E-96E5-BDDCF9860929}" dt="2024-09-28T18:48:27.419" v="132" actId="478"/>
          <ac:spMkLst>
            <pc:docMk/>
            <pc:sldMk cId="0" sldId="384"/>
            <ac:spMk id="45058" creationId="{F5A5FDB9-F4E1-AF56-BB8A-D14E39931F53}"/>
          </ac:spMkLst>
        </pc:spChg>
        <pc:spChg chg="mod">
          <ac:chgData name="Ms Alina Arshad" userId="cccdfd85-d35d-4453-9c6f-a463aae40722" providerId="ADAL" clId="{700AA452-C530-416E-96E5-BDDCF9860929}" dt="2024-09-28T18:48:08.791" v="129" actId="207"/>
          <ac:spMkLst>
            <pc:docMk/>
            <pc:sldMk cId="0" sldId="384"/>
            <ac:spMk id="45059" creationId="{84D44900-4D45-4C5B-F55E-8C00BDEFF2B6}"/>
          </ac:spMkLst>
        </pc:spChg>
        <pc:spChg chg="mod">
          <ac:chgData name="Ms Alina Arshad" userId="cccdfd85-d35d-4453-9c6f-a463aae40722" providerId="ADAL" clId="{700AA452-C530-416E-96E5-BDDCF9860929}" dt="2024-09-28T18:48:24.244" v="131" actId="12"/>
          <ac:spMkLst>
            <pc:docMk/>
            <pc:sldMk cId="0" sldId="384"/>
            <ac:spMk id="45060" creationId="{91B64F00-F425-3490-70A7-8C5948A081EA}"/>
          </ac:spMkLst>
        </pc:spChg>
      </pc:sldChg>
      <pc:sldChg chg="modSp mod">
        <pc:chgData name="Ms Alina Arshad" userId="cccdfd85-d35d-4453-9c6f-a463aae40722" providerId="ADAL" clId="{700AA452-C530-416E-96E5-BDDCF9860929}" dt="2024-09-30T18:51:31.050" v="210" actId="403"/>
        <pc:sldMkLst>
          <pc:docMk/>
          <pc:sldMk cId="0" sldId="392"/>
        </pc:sldMkLst>
        <pc:spChg chg="mod">
          <ac:chgData name="Ms Alina Arshad" userId="cccdfd85-d35d-4453-9c6f-a463aae40722" providerId="ADAL" clId="{700AA452-C530-416E-96E5-BDDCF9860929}" dt="2024-09-30T18:51:21.703" v="208" actId="1076"/>
          <ac:spMkLst>
            <pc:docMk/>
            <pc:sldMk cId="0" sldId="392"/>
            <ac:spMk id="82946" creationId="{E151F0DE-2290-4565-B2AF-2946B137DBDA}"/>
          </ac:spMkLst>
        </pc:spChg>
        <pc:spChg chg="mod">
          <ac:chgData name="Ms Alina Arshad" userId="cccdfd85-d35d-4453-9c6f-a463aae40722" providerId="ADAL" clId="{700AA452-C530-416E-96E5-BDDCF9860929}" dt="2024-09-30T18:51:31.050" v="210" actId="403"/>
          <ac:spMkLst>
            <pc:docMk/>
            <pc:sldMk cId="0" sldId="392"/>
            <ac:spMk id="82947" creationId="{718E235B-BEB1-4C55-9204-377314CEE69D}"/>
          </ac:spMkLst>
        </pc:spChg>
      </pc:sldChg>
      <pc:sldChg chg="delSp modSp mod">
        <pc:chgData name="Ms Alina Arshad" userId="cccdfd85-d35d-4453-9c6f-a463aae40722" providerId="ADAL" clId="{700AA452-C530-416E-96E5-BDDCF9860929}" dt="2024-09-30T18:51:58.386" v="217" actId="113"/>
        <pc:sldMkLst>
          <pc:docMk/>
          <pc:sldMk cId="0" sldId="396"/>
        </pc:sldMkLst>
        <pc:spChg chg="mod">
          <ac:chgData name="Ms Alina Arshad" userId="cccdfd85-d35d-4453-9c6f-a463aae40722" providerId="ADAL" clId="{700AA452-C530-416E-96E5-BDDCF9860929}" dt="2024-09-30T18:51:58.386" v="217" actId="113"/>
          <ac:spMkLst>
            <pc:docMk/>
            <pc:sldMk cId="0" sldId="396"/>
            <ac:spMk id="83970" creationId="{0BE439A8-31E1-4FAD-A6BE-A942378CBD17}"/>
          </ac:spMkLst>
        </pc:spChg>
        <pc:picChg chg="del mod">
          <ac:chgData name="Ms Alina Arshad" userId="cccdfd85-d35d-4453-9c6f-a463aae40722" providerId="ADAL" clId="{700AA452-C530-416E-96E5-BDDCF9860929}" dt="2024-09-30T18:51:47.699" v="213" actId="478"/>
          <ac:picMkLst>
            <pc:docMk/>
            <pc:sldMk cId="0" sldId="396"/>
            <ac:picMk id="83974" creationId="{4CDE9EC7-1771-4D94-B064-F61198DC51C7}"/>
          </ac:picMkLst>
        </pc:picChg>
      </pc:sldChg>
      <pc:sldChg chg="delSp modSp mod">
        <pc:chgData name="Ms Alina Arshad" userId="cccdfd85-d35d-4453-9c6f-a463aae40722" providerId="ADAL" clId="{700AA452-C530-416E-96E5-BDDCF9860929}" dt="2024-09-22T13:45:49.091" v="116" actId="478"/>
        <pc:sldMkLst>
          <pc:docMk/>
          <pc:sldMk cId="1634129650" sldId="397"/>
        </pc:sldMkLst>
        <pc:spChg chg="del">
          <ac:chgData name="Ms Alina Arshad" userId="cccdfd85-d35d-4453-9c6f-a463aae40722" providerId="ADAL" clId="{700AA452-C530-416E-96E5-BDDCF9860929}" dt="2024-09-22T13:45:49.091" v="116" actId="478"/>
          <ac:spMkLst>
            <pc:docMk/>
            <pc:sldMk cId="1634129650" sldId="397"/>
            <ac:spMk id="2" creationId="{76698A79-8446-4955-82E7-25E504015F3E}"/>
          </ac:spMkLst>
        </pc:spChg>
        <pc:spChg chg="mod">
          <ac:chgData name="Ms Alina Arshad" userId="cccdfd85-d35d-4453-9c6f-a463aae40722" providerId="ADAL" clId="{700AA452-C530-416E-96E5-BDDCF9860929}" dt="2024-09-22T13:45:45.855" v="115" actId="12"/>
          <ac:spMkLst>
            <pc:docMk/>
            <pc:sldMk cId="1634129650" sldId="397"/>
            <ac:spMk id="3" creationId="{566192B2-7CA6-4494-AAC2-7D51C0489E13}"/>
          </ac:spMkLst>
        </pc:spChg>
      </pc:sldChg>
      <pc:sldChg chg="del">
        <pc:chgData name="Ms Alina Arshad" userId="cccdfd85-d35d-4453-9c6f-a463aae40722" providerId="ADAL" clId="{700AA452-C530-416E-96E5-BDDCF9860929}" dt="2024-09-22T13:30:24.076" v="6" actId="47"/>
        <pc:sldMkLst>
          <pc:docMk/>
          <pc:sldMk cId="818196387" sldId="398"/>
        </pc:sldMkLst>
      </pc:sldChg>
      <pc:sldChg chg="del">
        <pc:chgData name="Ms Alina Arshad" userId="cccdfd85-d35d-4453-9c6f-a463aae40722" providerId="ADAL" clId="{700AA452-C530-416E-96E5-BDDCF9860929}" dt="2024-09-22T13:30:24.415" v="7" actId="47"/>
        <pc:sldMkLst>
          <pc:docMk/>
          <pc:sldMk cId="3016557581" sldId="399"/>
        </pc:sldMkLst>
      </pc:sldChg>
      <pc:sldChg chg="del">
        <pc:chgData name="Ms Alina Arshad" userId="cccdfd85-d35d-4453-9c6f-a463aae40722" providerId="ADAL" clId="{700AA452-C530-416E-96E5-BDDCF9860929}" dt="2024-09-22T13:30:25.184" v="9" actId="47"/>
        <pc:sldMkLst>
          <pc:docMk/>
          <pc:sldMk cId="778265951" sldId="400"/>
        </pc:sldMkLst>
      </pc:sldChg>
      <pc:sldChg chg="del">
        <pc:chgData name="Ms Alina Arshad" userId="cccdfd85-d35d-4453-9c6f-a463aae40722" providerId="ADAL" clId="{700AA452-C530-416E-96E5-BDDCF9860929}" dt="2024-09-22T13:30:27.655" v="15" actId="47"/>
        <pc:sldMkLst>
          <pc:docMk/>
          <pc:sldMk cId="978211767" sldId="401"/>
        </pc:sldMkLst>
      </pc:sldChg>
      <pc:sldChg chg="del">
        <pc:chgData name="Ms Alina Arshad" userId="cccdfd85-d35d-4453-9c6f-a463aae40722" providerId="ADAL" clId="{700AA452-C530-416E-96E5-BDDCF9860929}" dt="2024-09-22T13:30:28.051" v="16" actId="47"/>
        <pc:sldMkLst>
          <pc:docMk/>
          <pc:sldMk cId="20141498" sldId="402"/>
        </pc:sldMkLst>
      </pc:sldChg>
      <pc:sldMasterChg chg="modSldLayout">
        <pc:chgData name="Ms Alina Arshad" userId="cccdfd85-d35d-4453-9c6f-a463aae40722" providerId="ADAL" clId="{700AA452-C530-416E-96E5-BDDCF9860929}" dt="2024-09-22T13:44:14.924" v="99" actId="16037"/>
        <pc:sldMasterMkLst>
          <pc:docMk/>
          <pc:sldMasterMk cId="1090009938" sldId="2147483660"/>
        </pc:sldMasterMkLst>
        <pc:sldLayoutChg chg="modSp">
          <pc:chgData name="Ms Alina Arshad" userId="cccdfd85-d35d-4453-9c6f-a463aae40722" providerId="ADAL" clId="{700AA452-C530-416E-96E5-BDDCF9860929}" dt="2024-09-22T13:44:14.924" v="99" actId="16037"/>
          <pc:sldLayoutMkLst>
            <pc:docMk/>
            <pc:sldMasterMk cId="1090009938" sldId="2147483660"/>
            <pc:sldLayoutMk cId="2573694011" sldId="2147483662"/>
          </pc:sldLayoutMkLst>
          <pc:spChg chg="mod">
            <ac:chgData name="Ms Alina Arshad" userId="cccdfd85-d35d-4453-9c6f-a463aae40722" providerId="ADAL" clId="{700AA452-C530-416E-96E5-BDDCF9860929}" dt="2024-09-22T13:44:14.924" v="99" actId="16037"/>
            <ac:spMkLst>
              <pc:docMk/>
              <pc:sldMasterMk cId="1090009938" sldId="2147483660"/>
              <pc:sldLayoutMk cId="2573694011" sldId="2147483662"/>
              <ac:spMk id="3" creationId="{00000000-0000-0000-0000-000000000000}"/>
            </ac:spMkLst>
          </pc:spChg>
        </pc:sldLayoutChg>
      </pc:sldMasterChg>
    </pc:docChg>
  </pc:docChgLst>
  <pc:docChgLst>
    <pc:chgData name="Ms Alina Arshad" userId="cccdfd85-d35d-4453-9c6f-a463aae40722" providerId="ADAL" clId="{D4C91E6F-B9DD-440D-9732-C61CDFB6C2C8}"/>
    <pc:docChg chg="undo custSel addSld delSld modSld">
      <pc:chgData name="Ms Alina Arshad" userId="cccdfd85-d35d-4453-9c6f-a463aae40722" providerId="ADAL" clId="{D4C91E6F-B9DD-440D-9732-C61CDFB6C2C8}" dt="2024-09-22T13:28:42.450" v="404" actId="1076"/>
      <pc:docMkLst>
        <pc:docMk/>
      </pc:docMkLst>
      <pc:sldChg chg="new del">
        <pc:chgData name="Ms Alina Arshad" userId="cccdfd85-d35d-4453-9c6f-a463aae40722" providerId="ADAL" clId="{D4C91E6F-B9DD-440D-9732-C61CDFB6C2C8}" dt="2024-09-22T13:07:42.221" v="218" actId="680"/>
        <pc:sldMkLst>
          <pc:docMk/>
          <pc:sldMk cId="1855390167" sldId="256"/>
        </pc:sldMkLst>
      </pc:sldChg>
      <pc:sldChg chg="modSp add del mod">
        <pc:chgData name="Ms Alina Arshad" userId="cccdfd85-d35d-4453-9c6f-a463aae40722" providerId="ADAL" clId="{D4C91E6F-B9DD-440D-9732-C61CDFB6C2C8}" dt="2024-09-22T13:07:42.671" v="219" actId="47"/>
        <pc:sldMkLst>
          <pc:docMk/>
          <pc:sldMk cId="3322361034" sldId="256"/>
        </pc:sldMkLst>
        <pc:spChg chg="mod">
          <ac:chgData name="Ms Alina Arshad" userId="cccdfd85-d35d-4453-9c6f-a463aae40722" providerId="ADAL" clId="{D4C91E6F-B9DD-440D-9732-C61CDFB6C2C8}" dt="2024-09-22T13:02:12.272" v="129" actId="122"/>
          <ac:spMkLst>
            <pc:docMk/>
            <pc:sldMk cId="3322361034" sldId="256"/>
            <ac:spMk id="3" creationId="{44E9F82C-BBA7-3495-1097-BEDB54FFFDF4}"/>
          </ac:spMkLst>
        </pc:spChg>
      </pc:sldChg>
      <pc:sldChg chg="add del">
        <pc:chgData name="Ms Alina Arshad" userId="cccdfd85-d35d-4453-9c6f-a463aae40722" providerId="ADAL" clId="{D4C91E6F-B9DD-440D-9732-C61CDFB6C2C8}" dt="2024-09-22T13:02:23.599" v="131" actId="47"/>
        <pc:sldMkLst>
          <pc:docMk/>
          <pc:sldMk cId="0" sldId="257"/>
        </pc:sldMkLst>
      </pc:sldChg>
      <pc:sldChg chg="modSp add del mod">
        <pc:chgData name="Ms Alina Arshad" userId="cccdfd85-d35d-4453-9c6f-a463aae40722" providerId="ADAL" clId="{D4C91E6F-B9DD-440D-9732-C61CDFB6C2C8}" dt="2024-09-22T13:08:06.675" v="233" actId="47"/>
        <pc:sldMkLst>
          <pc:docMk/>
          <pc:sldMk cId="2343470586" sldId="257"/>
        </pc:sldMkLst>
        <pc:spChg chg="mod">
          <ac:chgData name="Ms Alina Arshad" userId="cccdfd85-d35d-4453-9c6f-a463aae40722" providerId="ADAL" clId="{D4C91E6F-B9DD-440D-9732-C61CDFB6C2C8}" dt="2024-09-22T13:07:58.750" v="224" actId="27636"/>
          <ac:spMkLst>
            <pc:docMk/>
            <pc:sldMk cId="2343470586" sldId="257"/>
            <ac:spMk id="3" creationId="{1A620018-CE39-4020-94EA-A75332477218}"/>
          </ac:spMkLst>
        </pc:spChg>
      </pc:sldChg>
      <pc:sldChg chg="modSp add del mod">
        <pc:chgData name="Ms Alina Arshad" userId="cccdfd85-d35d-4453-9c6f-a463aae40722" providerId="ADAL" clId="{D4C91E6F-B9DD-440D-9732-C61CDFB6C2C8}" dt="2024-09-22T13:07:43.147" v="220" actId="47"/>
        <pc:sldMkLst>
          <pc:docMk/>
          <pc:sldMk cId="0" sldId="258"/>
        </pc:sldMkLst>
        <pc:spChg chg="mod">
          <ac:chgData name="Ms Alina Arshad" userId="cccdfd85-d35d-4453-9c6f-a463aae40722" providerId="ADAL" clId="{D4C91E6F-B9DD-440D-9732-C61CDFB6C2C8}" dt="2024-09-22T13:02:43.692" v="134" actId="113"/>
          <ac:spMkLst>
            <pc:docMk/>
            <pc:sldMk cId="0" sldId="258"/>
            <ac:spMk id="2" creationId="{00000000-0000-0000-0000-000000000000}"/>
          </ac:spMkLst>
        </pc:spChg>
        <pc:spChg chg="mod">
          <ac:chgData name="Ms Alina Arshad" userId="cccdfd85-d35d-4453-9c6f-a463aae40722" providerId="ADAL" clId="{D4C91E6F-B9DD-440D-9732-C61CDFB6C2C8}" dt="2024-09-22T13:03:02.394" v="138" actId="2711"/>
          <ac:spMkLst>
            <pc:docMk/>
            <pc:sldMk cId="0" sldId="258"/>
            <ac:spMk id="3" creationId="{00000000-0000-0000-0000-000000000000}"/>
          </ac:spMkLst>
        </pc:spChg>
      </pc:sldChg>
      <pc:sldChg chg="modSp add del mod modNotesTx">
        <pc:chgData name="Ms Alina Arshad" userId="cccdfd85-d35d-4453-9c6f-a463aae40722" providerId="ADAL" clId="{D4C91E6F-B9DD-440D-9732-C61CDFB6C2C8}" dt="2024-09-22T13:08:24.737" v="236"/>
        <pc:sldMkLst>
          <pc:docMk/>
          <pc:sldMk cId="0" sldId="259"/>
        </pc:sldMkLst>
        <pc:grpChg chg="mod">
          <ac:chgData name="Ms Alina Arshad" userId="cccdfd85-d35d-4453-9c6f-a463aae40722" providerId="ADAL" clId="{D4C91E6F-B9DD-440D-9732-C61CDFB6C2C8}" dt="2024-09-22T13:03:09.171" v="139" actId="1076"/>
          <ac:grpSpMkLst>
            <pc:docMk/>
            <pc:sldMk cId="0" sldId="259"/>
            <ac:grpSpMk id="2" creationId="{00000000-0000-0000-0000-000000000000}"/>
          </ac:grpSpMkLst>
        </pc:grpChg>
        <pc:picChg chg="mod">
          <ac:chgData name="Ms Alina Arshad" userId="cccdfd85-d35d-4453-9c6f-a463aae40722" providerId="ADAL" clId="{D4C91E6F-B9DD-440D-9732-C61CDFB6C2C8}" dt="2024-09-22T13:03:15.346" v="140" actId="2085"/>
          <ac:picMkLst>
            <pc:docMk/>
            <pc:sldMk cId="0" sldId="259"/>
            <ac:picMk id="4" creationId="{00000000-0000-0000-0000-000000000000}"/>
          </ac:picMkLst>
        </pc:picChg>
      </pc:sldChg>
      <pc:sldChg chg="modSp add del mod modNotesTx">
        <pc:chgData name="Ms Alina Arshad" userId="cccdfd85-d35d-4453-9c6f-a463aae40722" providerId="ADAL" clId="{D4C91E6F-B9DD-440D-9732-C61CDFB6C2C8}" dt="2024-09-22T13:08:41.224" v="238"/>
        <pc:sldMkLst>
          <pc:docMk/>
          <pc:sldMk cId="0" sldId="260"/>
        </pc:sldMkLst>
        <pc:spChg chg="mod">
          <ac:chgData name="Ms Alina Arshad" userId="cccdfd85-d35d-4453-9c6f-a463aae40722" providerId="ADAL" clId="{D4C91E6F-B9DD-440D-9732-C61CDFB6C2C8}" dt="2024-09-22T13:03:43.152" v="146" actId="207"/>
          <ac:spMkLst>
            <pc:docMk/>
            <pc:sldMk cId="0" sldId="260"/>
            <ac:spMk id="2" creationId="{00000000-0000-0000-0000-000000000000}"/>
          </ac:spMkLst>
        </pc:spChg>
        <pc:spChg chg="mod">
          <ac:chgData name="Ms Alina Arshad" userId="cccdfd85-d35d-4453-9c6f-a463aae40722" providerId="ADAL" clId="{D4C91E6F-B9DD-440D-9732-C61CDFB6C2C8}" dt="2024-09-22T13:04:20.885" v="161" actId="20577"/>
          <ac:spMkLst>
            <pc:docMk/>
            <pc:sldMk cId="0" sldId="260"/>
            <ac:spMk id="3" creationId="{00000000-0000-0000-0000-000000000000}"/>
          </ac:spMkLst>
        </pc:spChg>
      </pc:sldChg>
      <pc:sldChg chg="modSp add del mod">
        <pc:chgData name="Ms Alina Arshad" userId="cccdfd85-d35d-4453-9c6f-a463aae40722" providerId="ADAL" clId="{D4C91E6F-B9DD-440D-9732-C61CDFB6C2C8}" dt="2024-09-22T13:07:37.134" v="212" actId="47"/>
        <pc:sldMkLst>
          <pc:docMk/>
          <pc:sldMk cId="0" sldId="261"/>
        </pc:sldMkLst>
        <pc:spChg chg="mod">
          <ac:chgData name="Ms Alina Arshad" userId="cccdfd85-d35d-4453-9c6f-a463aae40722" providerId="ADAL" clId="{D4C91E6F-B9DD-440D-9732-C61CDFB6C2C8}" dt="2024-09-22T13:04:32.763" v="164" actId="1076"/>
          <ac:spMkLst>
            <pc:docMk/>
            <pc:sldMk cId="0" sldId="261"/>
            <ac:spMk id="2" creationId="{00000000-0000-0000-0000-000000000000}"/>
          </ac:spMkLst>
        </pc:spChg>
        <pc:spChg chg="mod">
          <ac:chgData name="Ms Alina Arshad" userId="cccdfd85-d35d-4453-9c6f-a463aae40722" providerId="ADAL" clId="{D4C91E6F-B9DD-440D-9732-C61CDFB6C2C8}" dt="2024-09-22T13:06:27.187" v="166" actId="1076"/>
          <ac:spMkLst>
            <pc:docMk/>
            <pc:sldMk cId="0" sldId="261"/>
            <ac:spMk id="3" creationId="{00000000-0000-0000-0000-000000000000}"/>
          </ac:spMkLst>
        </pc:spChg>
        <pc:grpChg chg="mod">
          <ac:chgData name="Ms Alina Arshad" userId="cccdfd85-d35d-4453-9c6f-a463aae40722" providerId="ADAL" clId="{D4C91E6F-B9DD-440D-9732-C61CDFB6C2C8}" dt="2024-09-22T13:04:36.578" v="165" actId="1076"/>
          <ac:grpSpMkLst>
            <pc:docMk/>
            <pc:sldMk cId="0" sldId="261"/>
            <ac:grpSpMk id="4" creationId="{00000000-0000-0000-0000-000000000000}"/>
          </ac:grpSpMkLst>
        </pc:grpChg>
      </pc:sldChg>
      <pc:sldChg chg="add del">
        <pc:chgData name="Ms Alina Arshad" userId="cccdfd85-d35d-4453-9c6f-a463aae40722" providerId="ADAL" clId="{D4C91E6F-B9DD-440D-9732-C61CDFB6C2C8}" dt="2024-09-22T13:08:06.214" v="232" actId="47"/>
        <pc:sldMkLst>
          <pc:docMk/>
          <pc:sldMk cId="3815384740" sldId="261"/>
        </pc:sldMkLst>
      </pc:sldChg>
      <pc:sldChg chg="add del">
        <pc:chgData name="Ms Alina Arshad" userId="cccdfd85-d35d-4453-9c6f-a463aae40722" providerId="ADAL" clId="{D4C91E6F-B9DD-440D-9732-C61CDFB6C2C8}" dt="2024-09-22T13:07:35.157" v="167" actId="47"/>
        <pc:sldMkLst>
          <pc:docMk/>
          <pc:sldMk cId="0" sldId="262"/>
        </pc:sldMkLst>
      </pc:sldChg>
      <pc:sldChg chg="add del">
        <pc:chgData name="Ms Alina Arshad" userId="cccdfd85-d35d-4453-9c6f-a463aae40722" providerId="ADAL" clId="{D4C91E6F-B9DD-440D-9732-C61CDFB6C2C8}" dt="2024-09-22T13:08:14.053" v="234" actId="47"/>
        <pc:sldMkLst>
          <pc:docMk/>
          <pc:sldMk cId="129713762" sldId="262"/>
        </pc:sldMkLst>
      </pc:sldChg>
      <pc:sldChg chg="add del">
        <pc:chgData name="Ms Alina Arshad" userId="cccdfd85-d35d-4453-9c6f-a463aae40722" providerId="ADAL" clId="{D4C91E6F-B9DD-440D-9732-C61CDFB6C2C8}" dt="2024-09-22T13:07:35.672" v="168" actId="47"/>
        <pc:sldMkLst>
          <pc:docMk/>
          <pc:sldMk cId="0" sldId="263"/>
        </pc:sldMkLst>
      </pc:sldChg>
      <pc:sldChg chg="add del setBg">
        <pc:chgData name="Ms Alina Arshad" userId="cccdfd85-d35d-4453-9c6f-a463aae40722" providerId="ADAL" clId="{D4C91E6F-B9DD-440D-9732-C61CDFB6C2C8}" dt="2024-09-22T13:08:22.006" v="235" actId="47"/>
        <pc:sldMkLst>
          <pc:docMk/>
          <pc:sldMk cId="3764556304" sldId="263"/>
        </pc:sldMkLst>
      </pc:sldChg>
      <pc:sldChg chg="add del">
        <pc:chgData name="Ms Alina Arshad" userId="cccdfd85-d35d-4453-9c6f-a463aae40722" providerId="ADAL" clId="{D4C91E6F-B9DD-440D-9732-C61CDFB6C2C8}" dt="2024-09-22T13:07:35.700" v="169" actId="47"/>
        <pc:sldMkLst>
          <pc:docMk/>
          <pc:sldMk cId="0" sldId="264"/>
        </pc:sldMkLst>
      </pc:sldChg>
      <pc:sldChg chg="add del">
        <pc:chgData name="Ms Alina Arshad" userId="cccdfd85-d35d-4453-9c6f-a463aae40722" providerId="ADAL" clId="{D4C91E6F-B9DD-440D-9732-C61CDFB6C2C8}" dt="2024-09-22T13:08:34.058" v="237" actId="47"/>
        <pc:sldMkLst>
          <pc:docMk/>
          <pc:sldMk cId="1207064355" sldId="264"/>
        </pc:sldMkLst>
      </pc:sldChg>
      <pc:sldChg chg="add del">
        <pc:chgData name="Ms Alina Arshad" userId="cccdfd85-d35d-4453-9c6f-a463aae40722" providerId="ADAL" clId="{D4C91E6F-B9DD-440D-9732-C61CDFB6C2C8}" dt="2024-09-22T13:07:35.725" v="170" actId="47"/>
        <pc:sldMkLst>
          <pc:docMk/>
          <pc:sldMk cId="1577505814" sldId="265"/>
        </pc:sldMkLst>
        <pc:spChg chg="mod">
          <ac:chgData name="Ms Alina Arshad" userId="cccdfd85-d35d-4453-9c6f-a463aae40722" providerId="ADAL" clId="{D4C91E6F-B9DD-440D-9732-C61CDFB6C2C8}" dt="2024-09-22T13:08:55.410" v="241" actId="14100"/>
          <ac:spMkLst>
            <pc:docMk/>
            <pc:sldMk cId="1577505814" sldId="265"/>
            <ac:spMk id="2" creationId="{41435336-0E45-46A6-ADEF-9EF46BC634DD}"/>
          </ac:spMkLst>
        </pc:spChg>
        <pc:spChg chg="mod">
          <ac:chgData name="Ms Alina Arshad" userId="cccdfd85-d35d-4453-9c6f-a463aae40722" providerId="ADAL" clId="{D4C91E6F-B9DD-440D-9732-C61CDFB6C2C8}" dt="2024-09-22T13:09:39.028" v="256" actId="20577"/>
          <ac:spMkLst>
            <pc:docMk/>
            <pc:sldMk cId="1577505814" sldId="265"/>
            <ac:spMk id="3" creationId="{E63F2E24-C7BF-41F5-B648-FAA96C5DE71A}"/>
          </ac:spMkLst>
        </pc:spChg>
        <pc:spChg chg="mod">
          <ac:chgData name="Ms Alina Arshad" userId="cccdfd85-d35d-4453-9c6f-a463aae40722" providerId="ADAL" clId="{D4C91E6F-B9DD-440D-9732-C61CDFB6C2C8}" dt="2024-09-22T13:15:03.116" v="266" actId="1076"/>
          <ac:spMkLst>
            <pc:docMk/>
            <pc:sldMk cId="1577505814" sldId="265"/>
            <ac:spMk id="4" creationId="{00000000-0000-0000-0000-000000000000}"/>
          </ac:spMkLst>
        </pc:spChg>
        <pc:picChg chg="mod">
          <ac:chgData name="Ms Alina Arshad" userId="cccdfd85-d35d-4453-9c6f-a463aae40722" providerId="ADAL" clId="{D4C91E6F-B9DD-440D-9732-C61CDFB6C2C8}" dt="2024-09-22T13:14:56.785" v="264" actId="1076"/>
          <ac:picMkLst>
            <pc:docMk/>
            <pc:sldMk cId="1577505814" sldId="265"/>
            <ac:picMk id="5" creationId="{28B6A947-1E80-48EF-9AA4-2B6CCB11361F}"/>
          </ac:picMkLst>
        </pc:picChg>
      </pc:sldChg>
      <pc:sldChg chg="add del">
        <pc:chgData name="Ms Alina Arshad" userId="cccdfd85-d35d-4453-9c6f-a463aae40722" providerId="ADAL" clId="{D4C91E6F-B9DD-440D-9732-C61CDFB6C2C8}" dt="2024-09-22T13:07:35.770" v="171" actId="47"/>
        <pc:sldMkLst>
          <pc:docMk/>
          <pc:sldMk cId="1582826008" sldId="266"/>
        </pc:sldMkLst>
        <pc:spChg chg="mod">
          <ac:chgData name="Ms Alina Arshad" userId="cccdfd85-d35d-4453-9c6f-a463aae40722" providerId="ADAL" clId="{D4C91E6F-B9DD-440D-9732-C61CDFB6C2C8}" dt="2024-09-22T13:19:27.669" v="311" actId="14100"/>
          <ac:spMkLst>
            <pc:docMk/>
            <pc:sldMk cId="1582826008" sldId="266"/>
            <ac:spMk id="2" creationId="{46EBB6ED-E43E-4705-8E79-74B8B05AAD23}"/>
          </ac:spMkLst>
        </pc:spChg>
        <pc:spChg chg="mod">
          <ac:chgData name="Ms Alina Arshad" userId="cccdfd85-d35d-4453-9c6f-a463aae40722" providerId="ADAL" clId="{D4C91E6F-B9DD-440D-9732-C61CDFB6C2C8}" dt="2024-09-22T13:20:12.385" v="318" actId="12"/>
          <ac:spMkLst>
            <pc:docMk/>
            <pc:sldMk cId="1582826008" sldId="266"/>
            <ac:spMk id="3" creationId="{4196CBF0-4754-427D-8A38-7DDD2A8EC7AF}"/>
          </ac:spMkLst>
        </pc:spChg>
      </pc:sldChg>
      <pc:sldChg chg="modSp add mod">
        <pc:chgData name="Ms Alina Arshad" userId="cccdfd85-d35d-4453-9c6f-a463aae40722" providerId="ADAL" clId="{D4C91E6F-B9DD-440D-9732-C61CDFB6C2C8}" dt="2024-09-22T13:23:30.753" v="355" actId="1076"/>
        <pc:sldMkLst>
          <pc:docMk/>
          <pc:sldMk cId="731299161" sldId="267"/>
        </pc:sldMkLst>
        <pc:spChg chg="mod">
          <ac:chgData name="Ms Alina Arshad" userId="cccdfd85-d35d-4453-9c6f-a463aae40722" providerId="ADAL" clId="{D4C91E6F-B9DD-440D-9732-C61CDFB6C2C8}" dt="2024-09-22T13:22:57.244" v="346" actId="207"/>
          <ac:spMkLst>
            <pc:docMk/>
            <pc:sldMk cId="731299161" sldId="267"/>
            <ac:spMk id="2" creationId="{9201C7C5-381E-4176-A65A-204F25AA8BDC}"/>
          </ac:spMkLst>
        </pc:spChg>
        <pc:spChg chg="mod">
          <ac:chgData name="Ms Alina Arshad" userId="cccdfd85-d35d-4453-9c6f-a463aae40722" providerId="ADAL" clId="{D4C91E6F-B9DD-440D-9732-C61CDFB6C2C8}" dt="2024-09-22T13:23:15.910" v="351" actId="27636"/>
          <ac:spMkLst>
            <pc:docMk/>
            <pc:sldMk cId="731299161" sldId="267"/>
            <ac:spMk id="3" creationId="{FCCFEEAF-64FB-4C56-B9BC-E9CF77168172}"/>
          </ac:spMkLst>
        </pc:spChg>
        <pc:picChg chg="mod">
          <ac:chgData name="Ms Alina Arshad" userId="cccdfd85-d35d-4453-9c6f-a463aae40722" providerId="ADAL" clId="{D4C91E6F-B9DD-440D-9732-C61CDFB6C2C8}" dt="2024-09-22T13:23:19.471" v="352" actId="1076"/>
          <ac:picMkLst>
            <pc:docMk/>
            <pc:sldMk cId="731299161" sldId="267"/>
            <ac:picMk id="5" creationId="{8353E4DA-5B96-4841-87DE-4D047CCEE14B}"/>
          </ac:picMkLst>
        </pc:picChg>
        <pc:picChg chg="mod">
          <ac:chgData name="Ms Alina Arshad" userId="cccdfd85-d35d-4453-9c6f-a463aae40722" providerId="ADAL" clId="{D4C91E6F-B9DD-440D-9732-C61CDFB6C2C8}" dt="2024-09-22T13:23:30.753" v="355" actId="1076"/>
          <ac:picMkLst>
            <pc:docMk/>
            <pc:sldMk cId="731299161" sldId="267"/>
            <ac:picMk id="7" creationId="{8F9DBF2E-B7FC-4CA0-B16C-95411F8BFBDA}"/>
          </ac:picMkLst>
        </pc:picChg>
      </pc:sldChg>
      <pc:sldChg chg="add del">
        <pc:chgData name="Ms Alina Arshad" userId="cccdfd85-d35d-4453-9c6f-a463aae40722" providerId="ADAL" clId="{D4C91E6F-B9DD-440D-9732-C61CDFB6C2C8}" dt="2024-09-22T13:07:35.851" v="173" actId="47"/>
        <pc:sldMkLst>
          <pc:docMk/>
          <pc:sldMk cId="90329638" sldId="268"/>
        </pc:sldMkLst>
        <pc:spChg chg="mod">
          <ac:chgData name="Ms Alina Arshad" userId="cccdfd85-d35d-4453-9c6f-a463aae40722" providerId="ADAL" clId="{D4C91E6F-B9DD-440D-9732-C61CDFB6C2C8}" dt="2024-09-22T13:20:29.385" v="322" actId="207"/>
          <ac:spMkLst>
            <pc:docMk/>
            <pc:sldMk cId="90329638" sldId="268"/>
            <ac:spMk id="2" creationId="{4EDE3C3C-40B3-4F0A-A7FF-AB655B1FF156}"/>
          </ac:spMkLst>
        </pc:spChg>
        <pc:picChg chg="mod">
          <ac:chgData name="Ms Alina Arshad" userId="cccdfd85-d35d-4453-9c6f-a463aae40722" providerId="ADAL" clId="{D4C91E6F-B9DD-440D-9732-C61CDFB6C2C8}" dt="2024-09-22T13:20:25.320" v="321" actId="1076"/>
          <ac:picMkLst>
            <pc:docMk/>
            <pc:sldMk cId="90329638" sldId="268"/>
            <ac:picMk id="4" creationId="{DB3C41BB-6C26-4A8B-9A8A-A3637402DEC3}"/>
          </ac:picMkLst>
        </pc:picChg>
      </pc:sldChg>
      <pc:sldChg chg="add del">
        <pc:chgData name="Ms Alina Arshad" userId="cccdfd85-d35d-4453-9c6f-a463aae40722" providerId="ADAL" clId="{D4C91E6F-B9DD-440D-9732-C61CDFB6C2C8}" dt="2024-09-22T13:07:35.883" v="174" actId="47"/>
        <pc:sldMkLst>
          <pc:docMk/>
          <pc:sldMk cId="2295129282" sldId="269"/>
        </pc:sldMkLst>
        <pc:spChg chg="mod">
          <ac:chgData name="Ms Alina Arshad" userId="cccdfd85-d35d-4453-9c6f-a463aae40722" providerId="ADAL" clId="{D4C91E6F-B9DD-440D-9732-C61CDFB6C2C8}" dt="2024-09-22T13:20:33.194" v="323" actId="207"/>
          <ac:spMkLst>
            <pc:docMk/>
            <pc:sldMk cId="2295129282" sldId="269"/>
            <ac:spMk id="2" creationId="{93C8DEF6-C2A6-4FFE-93D4-B72310FBBE69}"/>
          </ac:spMkLst>
        </pc:spChg>
        <pc:spChg chg="mod">
          <ac:chgData name="Ms Alina Arshad" userId="cccdfd85-d35d-4453-9c6f-a463aae40722" providerId="ADAL" clId="{D4C91E6F-B9DD-440D-9732-C61CDFB6C2C8}" dt="2024-09-22T13:20:54.354" v="327" actId="12"/>
          <ac:spMkLst>
            <pc:docMk/>
            <pc:sldMk cId="2295129282" sldId="269"/>
            <ac:spMk id="3" creationId="{66EFAC1E-5121-41BA-9011-3E368A014F17}"/>
          </ac:spMkLst>
        </pc:spChg>
      </pc:sldChg>
      <pc:sldChg chg="add del">
        <pc:chgData name="Ms Alina Arshad" userId="cccdfd85-d35d-4453-9c6f-a463aae40722" providerId="ADAL" clId="{D4C91E6F-B9DD-440D-9732-C61CDFB6C2C8}" dt="2024-09-22T13:07:35.915" v="175" actId="47"/>
        <pc:sldMkLst>
          <pc:docMk/>
          <pc:sldMk cId="2090315159" sldId="270"/>
        </pc:sldMkLst>
        <pc:spChg chg="del mod">
          <ac:chgData name="Ms Alina Arshad" userId="cccdfd85-d35d-4453-9c6f-a463aae40722" providerId="ADAL" clId="{D4C91E6F-B9DD-440D-9732-C61CDFB6C2C8}" dt="2024-09-22T13:21:00.410" v="329" actId="478"/>
          <ac:spMkLst>
            <pc:docMk/>
            <pc:sldMk cId="2090315159" sldId="270"/>
            <ac:spMk id="2" creationId="{0426256D-2615-4908-82AE-C041376F8B14}"/>
          </ac:spMkLst>
        </pc:spChg>
        <pc:picChg chg="mod">
          <ac:chgData name="Ms Alina Arshad" userId="cccdfd85-d35d-4453-9c6f-a463aae40722" providerId="ADAL" clId="{D4C91E6F-B9DD-440D-9732-C61CDFB6C2C8}" dt="2024-09-22T13:21:05.927" v="331" actId="14100"/>
          <ac:picMkLst>
            <pc:docMk/>
            <pc:sldMk cId="2090315159" sldId="270"/>
            <ac:picMk id="5" creationId="{25C3C4F9-7925-4068-AA4C-4E3D602F577F}"/>
          </ac:picMkLst>
        </pc:picChg>
      </pc:sldChg>
      <pc:sldChg chg="add del">
        <pc:chgData name="Ms Alina Arshad" userId="cccdfd85-d35d-4453-9c6f-a463aae40722" providerId="ADAL" clId="{D4C91E6F-B9DD-440D-9732-C61CDFB6C2C8}" dt="2024-09-22T13:07:35.946" v="176" actId="47"/>
        <pc:sldMkLst>
          <pc:docMk/>
          <pc:sldMk cId="3034138166" sldId="271"/>
        </pc:sldMkLst>
        <pc:spChg chg="mod">
          <ac:chgData name="Ms Alina Arshad" userId="cccdfd85-d35d-4453-9c6f-a463aae40722" providerId="ADAL" clId="{D4C91E6F-B9DD-440D-9732-C61CDFB6C2C8}" dt="2024-09-22T13:21:39.851" v="338" actId="207"/>
          <ac:spMkLst>
            <pc:docMk/>
            <pc:sldMk cId="3034138166" sldId="271"/>
            <ac:spMk id="2" creationId="{8C9FE61B-36F7-43C1-B94F-337BAEC25346}"/>
          </ac:spMkLst>
        </pc:spChg>
        <pc:spChg chg="mod">
          <ac:chgData name="Ms Alina Arshad" userId="cccdfd85-d35d-4453-9c6f-a463aae40722" providerId="ADAL" clId="{D4C91E6F-B9DD-440D-9732-C61CDFB6C2C8}" dt="2024-09-22T13:21:35.824" v="337" actId="12"/>
          <ac:spMkLst>
            <pc:docMk/>
            <pc:sldMk cId="3034138166" sldId="271"/>
            <ac:spMk id="3" creationId="{F4DD344C-E183-4834-ADD9-55E7821B0508}"/>
          </ac:spMkLst>
        </pc:spChg>
      </pc:sldChg>
      <pc:sldChg chg="add del">
        <pc:chgData name="Ms Alina Arshad" userId="cccdfd85-d35d-4453-9c6f-a463aae40722" providerId="ADAL" clId="{D4C91E6F-B9DD-440D-9732-C61CDFB6C2C8}" dt="2024-09-22T13:07:35.960" v="177" actId="47"/>
        <pc:sldMkLst>
          <pc:docMk/>
          <pc:sldMk cId="2504047100" sldId="272"/>
        </pc:sldMkLst>
        <pc:spChg chg="mod">
          <ac:chgData name="Ms Alina Arshad" userId="cccdfd85-d35d-4453-9c6f-a463aae40722" providerId="ADAL" clId="{D4C91E6F-B9DD-440D-9732-C61CDFB6C2C8}" dt="2024-09-22T13:25:13.354" v="360" actId="403"/>
          <ac:spMkLst>
            <pc:docMk/>
            <pc:sldMk cId="2504047100" sldId="272"/>
            <ac:spMk id="3" creationId="{63575681-B3F7-4B23-9460-6AB9C10F11E7}"/>
          </ac:spMkLst>
        </pc:spChg>
        <pc:spChg chg="mod">
          <ac:chgData name="Ms Alina Arshad" userId="cccdfd85-d35d-4453-9c6f-a463aae40722" providerId="ADAL" clId="{D4C91E6F-B9DD-440D-9732-C61CDFB6C2C8}" dt="2024-09-22T13:24:55.335" v="356" actId="207"/>
          <ac:spMkLst>
            <pc:docMk/>
            <pc:sldMk cId="2504047100" sldId="272"/>
            <ac:spMk id="6" creationId="{0D48C4BA-D3D1-40FF-B0BF-0C6BBE0932B9}"/>
          </ac:spMkLst>
        </pc:spChg>
        <pc:picChg chg="mod">
          <ac:chgData name="Ms Alina Arshad" userId="cccdfd85-d35d-4453-9c6f-a463aae40722" providerId="ADAL" clId="{D4C91E6F-B9DD-440D-9732-C61CDFB6C2C8}" dt="2024-09-22T13:25:26.652" v="363" actId="1076"/>
          <ac:picMkLst>
            <pc:docMk/>
            <pc:sldMk cId="2504047100" sldId="272"/>
            <ac:picMk id="5" creationId="{875B59C6-BD88-403C-A5A5-3503BF501A70}"/>
          </ac:picMkLst>
        </pc:picChg>
      </pc:sldChg>
      <pc:sldChg chg="modSp add mod">
        <pc:chgData name="Ms Alina Arshad" userId="cccdfd85-d35d-4453-9c6f-a463aae40722" providerId="ADAL" clId="{D4C91E6F-B9DD-440D-9732-C61CDFB6C2C8}" dt="2024-09-22T13:26:22.252" v="379" actId="1076"/>
        <pc:sldMkLst>
          <pc:docMk/>
          <pc:sldMk cId="4283755204" sldId="273"/>
        </pc:sldMkLst>
        <pc:spChg chg="mod">
          <ac:chgData name="Ms Alina Arshad" userId="cccdfd85-d35d-4453-9c6f-a463aae40722" providerId="ADAL" clId="{D4C91E6F-B9DD-440D-9732-C61CDFB6C2C8}" dt="2024-09-22T13:25:53.216" v="370" actId="2711"/>
          <ac:spMkLst>
            <pc:docMk/>
            <pc:sldMk cId="4283755204" sldId="273"/>
            <ac:spMk id="3" creationId="{480AF8B5-325E-40CD-8205-5DD4CE2045CE}"/>
          </ac:spMkLst>
        </pc:spChg>
        <pc:spChg chg="mod">
          <ac:chgData name="Ms Alina Arshad" userId="cccdfd85-d35d-4453-9c6f-a463aae40722" providerId="ADAL" clId="{D4C91E6F-B9DD-440D-9732-C61CDFB6C2C8}" dt="2024-09-22T13:26:22.252" v="379" actId="1076"/>
          <ac:spMkLst>
            <pc:docMk/>
            <pc:sldMk cId="4283755204" sldId="273"/>
            <ac:spMk id="6" creationId="{4BFD4BED-801D-42A3-8A5B-FF9C1516D72C}"/>
          </ac:spMkLst>
        </pc:spChg>
        <pc:picChg chg="mod">
          <ac:chgData name="Ms Alina Arshad" userId="cccdfd85-d35d-4453-9c6f-a463aae40722" providerId="ADAL" clId="{D4C91E6F-B9DD-440D-9732-C61CDFB6C2C8}" dt="2024-09-22T13:25:42.787" v="366" actId="1076"/>
          <ac:picMkLst>
            <pc:docMk/>
            <pc:sldMk cId="4283755204" sldId="273"/>
            <ac:picMk id="5" creationId="{D8DA8D51-5D53-44D8-AD01-9D3D3C4B8574}"/>
          </ac:picMkLst>
        </pc:picChg>
      </pc:sldChg>
      <pc:sldChg chg="add del">
        <pc:chgData name="Ms Alina Arshad" userId="cccdfd85-d35d-4453-9c6f-a463aae40722" providerId="ADAL" clId="{D4C91E6F-B9DD-440D-9732-C61CDFB6C2C8}" dt="2024-09-22T13:07:36.042" v="179" actId="47"/>
        <pc:sldMkLst>
          <pc:docMk/>
          <pc:sldMk cId="2935103945" sldId="274"/>
        </pc:sldMkLst>
        <pc:spChg chg="mod">
          <ac:chgData name="Ms Alina Arshad" userId="cccdfd85-d35d-4453-9c6f-a463aae40722" providerId="ADAL" clId="{D4C91E6F-B9DD-440D-9732-C61CDFB6C2C8}" dt="2024-09-22T13:26:29.045" v="380" actId="207"/>
          <ac:spMkLst>
            <pc:docMk/>
            <pc:sldMk cId="2935103945" sldId="274"/>
            <ac:spMk id="2" creationId="{C68223F5-F8BE-48BC-8240-78FBA46AF802}"/>
          </ac:spMkLst>
        </pc:spChg>
        <pc:spChg chg="mod">
          <ac:chgData name="Ms Alina Arshad" userId="cccdfd85-d35d-4453-9c6f-a463aae40722" providerId="ADAL" clId="{D4C91E6F-B9DD-440D-9732-C61CDFB6C2C8}" dt="2024-09-22T13:26:45.100" v="386" actId="20577"/>
          <ac:spMkLst>
            <pc:docMk/>
            <pc:sldMk cId="2935103945" sldId="274"/>
            <ac:spMk id="3" creationId="{58F9CE5B-D0D8-4F74-8E4E-CFF85A1C2C17}"/>
          </ac:spMkLst>
        </pc:spChg>
      </pc:sldChg>
      <pc:sldChg chg="modSp add mod">
        <pc:chgData name="Ms Alina Arshad" userId="cccdfd85-d35d-4453-9c6f-a463aae40722" providerId="ADAL" clId="{D4C91E6F-B9DD-440D-9732-C61CDFB6C2C8}" dt="2024-09-22T13:27:16.223" v="393" actId="1076"/>
        <pc:sldMkLst>
          <pc:docMk/>
          <pc:sldMk cId="1497646456" sldId="275"/>
        </pc:sldMkLst>
        <pc:picChg chg="mod">
          <ac:chgData name="Ms Alina Arshad" userId="cccdfd85-d35d-4453-9c6f-a463aae40722" providerId="ADAL" clId="{D4C91E6F-B9DD-440D-9732-C61CDFB6C2C8}" dt="2024-09-22T13:27:12.158" v="392" actId="1076"/>
          <ac:picMkLst>
            <pc:docMk/>
            <pc:sldMk cId="1497646456" sldId="275"/>
            <ac:picMk id="5" creationId="{0DBB2777-7016-4A01-8AF0-F96056B9FC8F}"/>
          </ac:picMkLst>
        </pc:picChg>
        <pc:picChg chg="mod">
          <ac:chgData name="Ms Alina Arshad" userId="cccdfd85-d35d-4453-9c6f-a463aae40722" providerId="ADAL" clId="{D4C91E6F-B9DD-440D-9732-C61CDFB6C2C8}" dt="2024-09-22T13:27:16.223" v="393" actId="1076"/>
          <ac:picMkLst>
            <pc:docMk/>
            <pc:sldMk cId="1497646456" sldId="275"/>
            <ac:picMk id="6" creationId="{FA9585FB-CBE2-4A52-9153-F383B3C1533C}"/>
          </ac:picMkLst>
        </pc:picChg>
      </pc:sldChg>
      <pc:sldChg chg="add del">
        <pc:chgData name="Ms Alina Arshad" userId="cccdfd85-d35d-4453-9c6f-a463aae40722" providerId="ADAL" clId="{D4C91E6F-B9DD-440D-9732-C61CDFB6C2C8}" dt="2024-09-22T13:07:36.089" v="181" actId="47"/>
        <pc:sldMkLst>
          <pc:docMk/>
          <pc:sldMk cId="3993717517" sldId="276"/>
        </pc:sldMkLst>
        <pc:spChg chg="mod">
          <ac:chgData name="Ms Alina Arshad" userId="cccdfd85-d35d-4453-9c6f-a463aae40722" providerId="ADAL" clId="{D4C91E6F-B9DD-440D-9732-C61CDFB6C2C8}" dt="2024-09-22T13:27:41.415" v="397" actId="207"/>
          <ac:spMkLst>
            <pc:docMk/>
            <pc:sldMk cId="3993717517" sldId="276"/>
            <ac:spMk id="2" creationId="{781791DC-0148-40EC-85C5-4A802374F13F}"/>
          </ac:spMkLst>
        </pc:spChg>
        <pc:spChg chg="mod">
          <ac:chgData name="Ms Alina Arshad" userId="cccdfd85-d35d-4453-9c6f-a463aae40722" providerId="ADAL" clId="{D4C91E6F-B9DD-440D-9732-C61CDFB6C2C8}" dt="2024-09-22T13:27:50.921" v="399" actId="403"/>
          <ac:spMkLst>
            <pc:docMk/>
            <pc:sldMk cId="3993717517" sldId="276"/>
            <ac:spMk id="3" creationId="{31A7AFD5-81DA-4DED-AD8C-F310D4820705}"/>
          </ac:spMkLst>
        </pc:spChg>
      </pc:sldChg>
      <pc:sldChg chg="add del">
        <pc:chgData name="Ms Alina Arshad" userId="cccdfd85-d35d-4453-9c6f-a463aae40722" providerId="ADAL" clId="{D4C91E6F-B9DD-440D-9732-C61CDFB6C2C8}" dt="2024-09-22T13:07:36.120" v="182" actId="47"/>
        <pc:sldMkLst>
          <pc:docMk/>
          <pc:sldMk cId="0" sldId="277"/>
        </pc:sldMkLst>
      </pc:sldChg>
      <pc:sldChg chg="add del">
        <pc:chgData name="Ms Alina Arshad" userId="cccdfd85-d35d-4453-9c6f-a463aae40722" providerId="ADAL" clId="{D4C91E6F-B9DD-440D-9732-C61CDFB6C2C8}" dt="2024-09-22T13:07:36.158" v="183" actId="47"/>
        <pc:sldMkLst>
          <pc:docMk/>
          <pc:sldMk cId="2668593764" sldId="278"/>
        </pc:sldMkLst>
        <pc:spChg chg="mod">
          <ac:chgData name="Ms Alina Arshad" userId="cccdfd85-d35d-4453-9c6f-a463aae40722" providerId="ADAL" clId="{D4C91E6F-B9DD-440D-9732-C61CDFB6C2C8}" dt="2024-09-22T13:27:26.932" v="394" actId="207"/>
          <ac:spMkLst>
            <pc:docMk/>
            <pc:sldMk cId="2668593764" sldId="278"/>
            <ac:spMk id="2" creationId="{E5F7AB3E-208B-4CED-8A8F-7FD72405664D}"/>
          </ac:spMkLst>
        </pc:spChg>
        <pc:spChg chg="mod">
          <ac:chgData name="Ms Alina Arshad" userId="cccdfd85-d35d-4453-9c6f-a463aae40722" providerId="ADAL" clId="{D4C91E6F-B9DD-440D-9732-C61CDFB6C2C8}" dt="2024-09-22T13:27:35.494" v="396" actId="2711"/>
          <ac:spMkLst>
            <pc:docMk/>
            <pc:sldMk cId="2668593764" sldId="278"/>
            <ac:spMk id="3" creationId="{49F9FC7E-9E3B-42F7-B653-B264FCCAE9D8}"/>
          </ac:spMkLst>
        </pc:spChg>
      </pc:sldChg>
      <pc:sldChg chg="del">
        <pc:chgData name="Ms Alina Arshad" userId="cccdfd85-d35d-4453-9c6f-a463aae40722" providerId="ADAL" clId="{D4C91E6F-B9DD-440D-9732-C61CDFB6C2C8}" dt="2024-09-22T13:07:37.093" v="211" actId="47"/>
        <pc:sldMkLst>
          <pc:docMk/>
          <pc:sldMk cId="1325985888" sldId="279"/>
        </pc:sldMkLst>
      </pc:sldChg>
      <pc:sldChg chg="modSp add mod">
        <pc:chgData name="Ms Alina Arshad" userId="cccdfd85-d35d-4453-9c6f-a463aae40722" providerId="ADAL" clId="{D4C91E6F-B9DD-440D-9732-C61CDFB6C2C8}" dt="2024-09-22T13:07:58.843" v="228" actId="27636"/>
        <pc:sldMkLst>
          <pc:docMk/>
          <pc:sldMk cId="3703048629" sldId="279"/>
        </pc:sldMkLst>
        <pc:spChg chg="mod">
          <ac:chgData name="Ms Alina Arshad" userId="cccdfd85-d35d-4453-9c6f-a463aae40722" providerId="ADAL" clId="{D4C91E6F-B9DD-440D-9732-C61CDFB6C2C8}" dt="2024-09-22T13:07:58.843" v="228" actId="27636"/>
          <ac:spMkLst>
            <pc:docMk/>
            <pc:sldMk cId="3703048629" sldId="279"/>
            <ac:spMk id="3" creationId="{14C2275F-EEF7-4B46-8F23-7E6682716D48}"/>
          </ac:spMkLst>
        </pc:spChg>
      </pc:sldChg>
      <pc:sldChg chg="add del">
        <pc:chgData name="Ms Alina Arshad" userId="cccdfd85-d35d-4453-9c6f-a463aae40722" providerId="ADAL" clId="{D4C91E6F-B9DD-440D-9732-C61CDFB6C2C8}" dt="2024-09-22T13:02:21.183" v="130" actId="47"/>
        <pc:sldMkLst>
          <pc:docMk/>
          <pc:sldMk cId="1821615422" sldId="280"/>
        </pc:sldMkLst>
      </pc:sldChg>
      <pc:sldChg chg="add">
        <pc:chgData name="Ms Alina Arshad" userId="cccdfd85-d35d-4453-9c6f-a463aae40722" providerId="ADAL" clId="{D4C91E6F-B9DD-440D-9732-C61CDFB6C2C8}" dt="2024-09-22T13:07:58.693" v="223"/>
        <pc:sldMkLst>
          <pc:docMk/>
          <pc:sldMk cId="3605066316" sldId="281"/>
        </pc:sldMkLst>
      </pc:sldChg>
      <pc:sldChg chg="add del">
        <pc:chgData name="Ms Alina Arshad" userId="cccdfd85-d35d-4453-9c6f-a463aae40722" providerId="ADAL" clId="{D4C91E6F-B9DD-440D-9732-C61CDFB6C2C8}" dt="2024-09-22T13:07:36.223" v="185" actId="47"/>
        <pc:sldMkLst>
          <pc:docMk/>
          <pc:sldMk cId="24697311" sldId="282"/>
        </pc:sldMkLst>
      </pc:sldChg>
      <pc:sldChg chg="modSp add mod">
        <pc:chgData name="Ms Alina Arshad" userId="cccdfd85-d35d-4453-9c6f-a463aae40722" providerId="ADAL" clId="{D4C91E6F-B9DD-440D-9732-C61CDFB6C2C8}" dt="2024-09-22T13:26:58.544" v="388" actId="14100"/>
        <pc:sldMkLst>
          <pc:docMk/>
          <pc:sldMk cId="3289392637" sldId="283"/>
        </pc:sldMkLst>
        <pc:picChg chg="mod">
          <ac:chgData name="Ms Alina Arshad" userId="cccdfd85-d35d-4453-9c6f-a463aae40722" providerId="ADAL" clId="{D4C91E6F-B9DD-440D-9732-C61CDFB6C2C8}" dt="2024-09-22T13:26:58.544" v="388" actId="14100"/>
          <ac:picMkLst>
            <pc:docMk/>
            <pc:sldMk cId="3289392637" sldId="283"/>
            <ac:picMk id="5" creationId="{E9364447-0905-4016-B0E8-FD9646A14B14}"/>
          </ac:picMkLst>
        </pc:picChg>
      </pc:sldChg>
      <pc:sldChg chg="add del">
        <pc:chgData name="Ms Alina Arshad" userId="cccdfd85-d35d-4453-9c6f-a463aae40722" providerId="ADAL" clId="{D4C91E6F-B9DD-440D-9732-C61CDFB6C2C8}" dt="2024-09-22T13:07:36.291" v="187" actId="47"/>
        <pc:sldMkLst>
          <pc:docMk/>
          <pc:sldMk cId="800652809" sldId="284"/>
        </pc:sldMkLst>
      </pc:sldChg>
      <pc:sldChg chg="add del">
        <pc:chgData name="Ms Alina Arshad" userId="cccdfd85-d35d-4453-9c6f-a463aae40722" providerId="ADAL" clId="{D4C91E6F-B9DD-440D-9732-C61CDFB6C2C8}" dt="2024-09-22T13:07:36.322" v="188" actId="47"/>
        <pc:sldMkLst>
          <pc:docMk/>
          <pc:sldMk cId="1402144616" sldId="285"/>
        </pc:sldMkLst>
        <pc:spChg chg="mod">
          <ac:chgData name="Ms Alina Arshad" userId="cccdfd85-d35d-4453-9c6f-a463aae40722" providerId="ADAL" clId="{D4C91E6F-B9DD-440D-9732-C61CDFB6C2C8}" dt="2024-09-22T13:16:35.790" v="290" actId="26606"/>
          <ac:spMkLst>
            <pc:docMk/>
            <pc:sldMk cId="1402144616" sldId="285"/>
            <ac:spMk id="2" creationId="{2F6CB8CE-8AA3-4A30-80C4-4E7895E4B350}"/>
          </ac:spMkLst>
        </pc:spChg>
        <pc:spChg chg="add">
          <ac:chgData name="Ms Alina Arshad" userId="cccdfd85-d35d-4453-9c6f-a463aae40722" providerId="ADAL" clId="{D4C91E6F-B9DD-440D-9732-C61CDFB6C2C8}" dt="2024-09-22T13:16:35.790" v="290" actId="26606"/>
          <ac:spMkLst>
            <pc:docMk/>
            <pc:sldMk cId="1402144616" sldId="285"/>
            <ac:spMk id="6"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7" creationId="{39CB82C2-DF65-4EC1-8280-F201D50F570B}"/>
          </ac:spMkLst>
        </pc:spChg>
        <pc:spChg chg="add del">
          <ac:chgData name="Ms Alina Arshad" userId="cccdfd85-d35d-4453-9c6f-a463aae40722" providerId="ADAL" clId="{D4C91E6F-B9DD-440D-9732-C61CDFB6C2C8}" dt="2024-09-22T13:16:32.257" v="289" actId="26606"/>
          <ac:spMkLst>
            <pc:docMk/>
            <pc:sldMk cId="1402144616" sldId="285"/>
            <ac:spMk id="9"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10" creationId="{FA4CD5CB-D209-4D70-8CA4-629731C59219}"/>
          </ac:spMkLst>
        </pc:spChg>
        <pc:spChg chg="add del">
          <ac:chgData name="Ms Alina Arshad" userId="cccdfd85-d35d-4453-9c6f-a463aae40722" providerId="ADAL" clId="{D4C91E6F-B9DD-440D-9732-C61CDFB6C2C8}" dt="2024-09-22T13:16:32.257" v="289" actId="26606"/>
          <ac:spMkLst>
            <pc:docMk/>
            <pc:sldMk cId="1402144616" sldId="285"/>
            <ac:spMk id="11" creationId="{39CB82C2-DF65-4EC1-8280-F201D50F570B}"/>
          </ac:spMkLst>
        </pc:spChg>
        <pc:spChg chg="add">
          <ac:chgData name="Ms Alina Arshad" userId="cccdfd85-d35d-4453-9c6f-a463aae40722" providerId="ADAL" clId="{D4C91E6F-B9DD-440D-9732-C61CDFB6C2C8}" dt="2024-09-22T13:16:35.790" v="290" actId="26606"/>
          <ac:spMkLst>
            <pc:docMk/>
            <pc:sldMk cId="1402144616" sldId="285"/>
            <ac:spMk id="14"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15" creationId="{FA4CD5CB-D209-4D70-8CA4-629731C59219}"/>
          </ac:spMkLst>
        </pc:spChg>
        <pc:spChg chg="add">
          <ac:chgData name="Ms Alina Arshad" userId="cccdfd85-d35d-4453-9c6f-a463aae40722" providerId="ADAL" clId="{D4C91E6F-B9DD-440D-9732-C61CDFB6C2C8}" dt="2024-09-22T13:16:35.790" v="290" actId="26606"/>
          <ac:spMkLst>
            <pc:docMk/>
            <pc:sldMk cId="1402144616" sldId="285"/>
            <ac:spMk id="16" creationId="{593ACC25-C262-417A-8AA9-0641C772BDB6}"/>
          </ac:spMkLst>
        </pc:spChg>
        <pc:spChg chg="add del">
          <ac:chgData name="Ms Alina Arshad" userId="cccdfd85-d35d-4453-9c6f-a463aae40722" providerId="ADAL" clId="{D4C91E6F-B9DD-440D-9732-C61CDFB6C2C8}" dt="2024-09-22T13:16:32.257" v="289" actId="26606"/>
          <ac:spMkLst>
            <pc:docMk/>
            <pc:sldMk cId="1402144616" sldId="285"/>
            <ac:spMk id="19"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21" creationId="{593ACC25-C262-417A-8AA9-0641C772BDB6}"/>
          </ac:spMkLst>
        </pc:spChg>
        <pc:picChg chg="mod">
          <ac:chgData name="Ms Alina Arshad" userId="cccdfd85-d35d-4453-9c6f-a463aae40722" providerId="ADAL" clId="{D4C91E6F-B9DD-440D-9732-C61CDFB6C2C8}" dt="2024-09-22T13:16:44.250" v="292" actId="1076"/>
          <ac:picMkLst>
            <pc:docMk/>
            <pc:sldMk cId="1402144616" sldId="285"/>
            <ac:picMk id="4" creationId="{2D2785FA-9ADF-4C9B-A0F6-034810D10C6E}"/>
          </ac:picMkLst>
        </pc:picChg>
        <pc:cxnChg chg="add">
          <ac:chgData name="Ms Alina Arshad" userId="cccdfd85-d35d-4453-9c6f-a463aae40722" providerId="ADAL" clId="{D4C91E6F-B9DD-440D-9732-C61CDFB6C2C8}" dt="2024-09-22T13:16:35.790" v="290" actId="26606"/>
          <ac:cxnSpMkLst>
            <pc:docMk/>
            <pc:sldMk cId="1402144616" sldId="285"/>
            <ac:cxnSpMk id="8" creationId="{7E1D4427-852B-4B37-8E76-0E9F1810BA2A}"/>
          </ac:cxnSpMkLst>
        </pc:cxnChg>
        <pc:cxnChg chg="add">
          <ac:chgData name="Ms Alina Arshad" userId="cccdfd85-d35d-4453-9c6f-a463aae40722" providerId="ADAL" clId="{D4C91E6F-B9DD-440D-9732-C61CDFB6C2C8}" dt="2024-09-22T13:16:35.790" v="290" actId="26606"/>
          <ac:cxnSpMkLst>
            <pc:docMk/>
            <pc:sldMk cId="1402144616" sldId="285"/>
            <ac:cxnSpMk id="12" creationId="{5C6A2BAE-B461-4B55-8E1F-0722ABDD1393}"/>
          </ac:cxnSpMkLst>
        </pc:cxnChg>
        <pc:cxnChg chg="add del">
          <ac:chgData name="Ms Alina Arshad" userId="cccdfd85-d35d-4453-9c6f-a463aae40722" providerId="ADAL" clId="{D4C91E6F-B9DD-440D-9732-C61CDFB6C2C8}" dt="2024-09-22T13:16:32.257" v="289" actId="26606"/>
          <ac:cxnSpMkLst>
            <pc:docMk/>
            <pc:sldMk cId="1402144616" sldId="285"/>
            <ac:cxnSpMk id="13" creationId="{7E1D4427-852B-4B37-8E76-0E9F1810BA2A}"/>
          </ac:cxnSpMkLst>
        </pc:cxnChg>
        <pc:cxnChg chg="add del">
          <ac:chgData name="Ms Alina Arshad" userId="cccdfd85-d35d-4453-9c6f-a463aae40722" providerId="ADAL" clId="{D4C91E6F-B9DD-440D-9732-C61CDFB6C2C8}" dt="2024-09-22T13:16:32.257" v="289" actId="26606"/>
          <ac:cxnSpMkLst>
            <pc:docMk/>
            <pc:sldMk cId="1402144616" sldId="285"/>
            <ac:cxnSpMk id="17" creationId="{5C6A2BAE-B461-4B55-8E1F-0722ABDD1393}"/>
          </ac:cxnSpMkLst>
        </pc:cxnChg>
      </pc:sldChg>
      <pc:sldChg chg="add del">
        <pc:chgData name="Ms Alina Arshad" userId="cccdfd85-d35d-4453-9c6f-a463aae40722" providerId="ADAL" clId="{D4C91E6F-B9DD-440D-9732-C61CDFB6C2C8}" dt="2024-09-22T13:07:36.353" v="189" actId="47"/>
        <pc:sldMkLst>
          <pc:docMk/>
          <pc:sldMk cId="0" sldId="286"/>
        </pc:sldMkLst>
      </pc:sldChg>
      <pc:sldChg chg="delSp modSp add mod">
        <pc:chgData name="Ms Alina Arshad" userId="cccdfd85-d35d-4453-9c6f-a463aae40722" providerId="ADAL" clId="{D4C91E6F-B9DD-440D-9732-C61CDFB6C2C8}" dt="2024-09-22T13:28:42.450" v="404" actId="1076"/>
        <pc:sldMkLst>
          <pc:docMk/>
          <pc:sldMk cId="3229345964" sldId="287"/>
        </pc:sldMkLst>
        <pc:spChg chg="del">
          <ac:chgData name="Ms Alina Arshad" userId="cccdfd85-d35d-4453-9c6f-a463aae40722" providerId="ADAL" clId="{D4C91E6F-B9DD-440D-9732-C61CDFB6C2C8}" dt="2024-09-22T13:28:32.954" v="400" actId="478"/>
          <ac:spMkLst>
            <pc:docMk/>
            <pc:sldMk cId="3229345964" sldId="287"/>
            <ac:spMk id="2" creationId="{5DA081F5-16CF-4CA2-A173-0E030024A636}"/>
          </ac:spMkLst>
        </pc:spChg>
        <pc:picChg chg="mod">
          <ac:chgData name="Ms Alina Arshad" userId="cccdfd85-d35d-4453-9c6f-a463aae40722" providerId="ADAL" clId="{D4C91E6F-B9DD-440D-9732-C61CDFB6C2C8}" dt="2024-09-22T13:28:42.450" v="404" actId="1076"/>
          <ac:picMkLst>
            <pc:docMk/>
            <pc:sldMk cId="3229345964" sldId="287"/>
            <ac:picMk id="5" creationId="{8EF4BFF1-87E0-4AF5-83CA-F11370D161B8}"/>
          </ac:picMkLst>
        </pc:picChg>
      </pc:sldChg>
      <pc:sldChg chg="add">
        <pc:chgData name="Ms Alina Arshad" userId="cccdfd85-d35d-4453-9c6f-a463aae40722" providerId="ADAL" clId="{D4C91E6F-B9DD-440D-9732-C61CDFB6C2C8}" dt="2024-09-22T13:07:58.693" v="223"/>
        <pc:sldMkLst>
          <pc:docMk/>
          <pc:sldMk cId="2002870935" sldId="288"/>
        </pc:sldMkLst>
      </pc:sldChg>
      <pc:sldChg chg="add del">
        <pc:chgData name="Ms Alina Arshad" userId="cccdfd85-d35d-4453-9c6f-a463aae40722" providerId="ADAL" clId="{D4C91E6F-B9DD-440D-9732-C61CDFB6C2C8}" dt="2024-09-22T13:07:36.456" v="192" actId="47"/>
        <pc:sldMkLst>
          <pc:docMk/>
          <pc:sldMk cId="0" sldId="289"/>
        </pc:sldMkLst>
      </pc:sldChg>
      <pc:sldChg chg="add del">
        <pc:chgData name="Ms Alina Arshad" userId="cccdfd85-d35d-4453-9c6f-a463aae40722" providerId="ADAL" clId="{D4C91E6F-B9DD-440D-9732-C61CDFB6C2C8}" dt="2024-09-22T13:07:36.475" v="193" actId="47"/>
        <pc:sldMkLst>
          <pc:docMk/>
          <pc:sldMk cId="0" sldId="290"/>
        </pc:sldMkLst>
      </pc:sldChg>
      <pc:sldChg chg="add del">
        <pc:chgData name="Ms Alina Arshad" userId="cccdfd85-d35d-4453-9c6f-a463aae40722" providerId="ADAL" clId="{D4C91E6F-B9DD-440D-9732-C61CDFB6C2C8}" dt="2024-09-22T13:07:36.517" v="194" actId="47"/>
        <pc:sldMkLst>
          <pc:docMk/>
          <pc:sldMk cId="0" sldId="291"/>
        </pc:sldMkLst>
      </pc:sldChg>
      <pc:sldChg chg="add del">
        <pc:chgData name="Ms Alina Arshad" userId="cccdfd85-d35d-4453-9c6f-a463aae40722" providerId="ADAL" clId="{D4C91E6F-B9DD-440D-9732-C61CDFB6C2C8}" dt="2024-09-22T13:07:36.562" v="195" actId="47"/>
        <pc:sldMkLst>
          <pc:docMk/>
          <pc:sldMk cId="0" sldId="292"/>
        </pc:sldMkLst>
      </pc:sldChg>
      <pc:sldChg chg="add del">
        <pc:chgData name="Ms Alina Arshad" userId="cccdfd85-d35d-4453-9c6f-a463aae40722" providerId="ADAL" clId="{D4C91E6F-B9DD-440D-9732-C61CDFB6C2C8}" dt="2024-09-22T13:07:36.605" v="196" actId="47"/>
        <pc:sldMkLst>
          <pc:docMk/>
          <pc:sldMk cId="0" sldId="293"/>
        </pc:sldMkLst>
      </pc:sldChg>
      <pc:sldChg chg="add del">
        <pc:chgData name="Ms Alina Arshad" userId="cccdfd85-d35d-4453-9c6f-a463aae40722" providerId="ADAL" clId="{D4C91E6F-B9DD-440D-9732-C61CDFB6C2C8}" dt="2024-09-22T13:07:36.636" v="197" actId="47"/>
        <pc:sldMkLst>
          <pc:docMk/>
          <pc:sldMk cId="0" sldId="294"/>
        </pc:sldMkLst>
      </pc:sldChg>
      <pc:sldChg chg="add del">
        <pc:chgData name="Ms Alina Arshad" userId="cccdfd85-d35d-4453-9c6f-a463aae40722" providerId="ADAL" clId="{D4C91E6F-B9DD-440D-9732-C61CDFB6C2C8}" dt="2024-09-22T13:07:36.651" v="198" actId="47"/>
        <pc:sldMkLst>
          <pc:docMk/>
          <pc:sldMk cId="0" sldId="295"/>
        </pc:sldMkLst>
      </pc:sldChg>
      <pc:sldChg chg="add del">
        <pc:chgData name="Ms Alina Arshad" userId="cccdfd85-d35d-4453-9c6f-a463aae40722" providerId="ADAL" clId="{D4C91E6F-B9DD-440D-9732-C61CDFB6C2C8}" dt="2024-09-22T13:07:36.673" v="199" actId="47"/>
        <pc:sldMkLst>
          <pc:docMk/>
          <pc:sldMk cId="0" sldId="296"/>
        </pc:sldMkLst>
      </pc:sldChg>
      <pc:sldChg chg="add del">
        <pc:chgData name="Ms Alina Arshad" userId="cccdfd85-d35d-4453-9c6f-a463aae40722" providerId="ADAL" clId="{D4C91E6F-B9DD-440D-9732-C61CDFB6C2C8}" dt="2024-09-22T13:07:36.722" v="200" actId="47"/>
        <pc:sldMkLst>
          <pc:docMk/>
          <pc:sldMk cId="0" sldId="297"/>
        </pc:sldMkLst>
      </pc:sldChg>
      <pc:sldChg chg="add del">
        <pc:chgData name="Ms Alina Arshad" userId="cccdfd85-d35d-4453-9c6f-a463aae40722" providerId="ADAL" clId="{D4C91E6F-B9DD-440D-9732-C61CDFB6C2C8}" dt="2024-09-22T13:07:36.760" v="201" actId="47"/>
        <pc:sldMkLst>
          <pc:docMk/>
          <pc:sldMk cId="0" sldId="298"/>
        </pc:sldMkLst>
      </pc:sldChg>
      <pc:sldChg chg="add del">
        <pc:chgData name="Ms Alina Arshad" userId="cccdfd85-d35d-4453-9c6f-a463aae40722" providerId="ADAL" clId="{D4C91E6F-B9DD-440D-9732-C61CDFB6C2C8}" dt="2024-09-22T13:07:36.791" v="202" actId="47"/>
        <pc:sldMkLst>
          <pc:docMk/>
          <pc:sldMk cId="0" sldId="299"/>
        </pc:sldMkLst>
      </pc:sldChg>
      <pc:sldChg chg="add del">
        <pc:chgData name="Ms Alina Arshad" userId="cccdfd85-d35d-4453-9c6f-a463aae40722" providerId="ADAL" clId="{D4C91E6F-B9DD-440D-9732-C61CDFB6C2C8}" dt="2024-09-22T13:07:36.806" v="203" actId="47"/>
        <pc:sldMkLst>
          <pc:docMk/>
          <pc:sldMk cId="0" sldId="300"/>
        </pc:sldMkLst>
      </pc:sldChg>
      <pc:sldChg chg="add del">
        <pc:chgData name="Ms Alina Arshad" userId="cccdfd85-d35d-4453-9c6f-a463aae40722" providerId="ADAL" clId="{D4C91E6F-B9DD-440D-9732-C61CDFB6C2C8}" dt="2024-09-22T13:07:36.854" v="204" actId="47"/>
        <pc:sldMkLst>
          <pc:docMk/>
          <pc:sldMk cId="0" sldId="301"/>
        </pc:sldMkLst>
      </pc:sldChg>
      <pc:sldChg chg="add del">
        <pc:chgData name="Ms Alina Arshad" userId="cccdfd85-d35d-4453-9c6f-a463aae40722" providerId="ADAL" clId="{D4C91E6F-B9DD-440D-9732-C61CDFB6C2C8}" dt="2024-09-22T13:07:36.887" v="205" actId="47"/>
        <pc:sldMkLst>
          <pc:docMk/>
          <pc:sldMk cId="0" sldId="302"/>
        </pc:sldMkLst>
      </pc:sldChg>
      <pc:sldChg chg="add del">
        <pc:chgData name="Ms Alina Arshad" userId="cccdfd85-d35d-4453-9c6f-a463aae40722" providerId="ADAL" clId="{D4C91E6F-B9DD-440D-9732-C61CDFB6C2C8}" dt="2024-09-22T13:07:36.945" v="206" actId="47"/>
        <pc:sldMkLst>
          <pc:docMk/>
          <pc:sldMk cId="0" sldId="303"/>
        </pc:sldMkLst>
      </pc:sldChg>
      <pc:sldChg chg="add del">
        <pc:chgData name="Ms Alina Arshad" userId="cccdfd85-d35d-4453-9c6f-a463aae40722" providerId="ADAL" clId="{D4C91E6F-B9DD-440D-9732-C61CDFB6C2C8}" dt="2024-09-22T13:07:36.961" v="207" actId="47"/>
        <pc:sldMkLst>
          <pc:docMk/>
          <pc:sldMk cId="0" sldId="304"/>
        </pc:sldMkLst>
      </pc:sldChg>
      <pc:sldChg chg="add del">
        <pc:chgData name="Ms Alina Arshad" userId="cccdfd85-d35d-4453-9c6f-a463aae40722" providerId="ADAL" clId="{D4C91E6F-B9DD-440D-9732-C61CDFB6C2C8}" dt="2024-09-22T13:07:36.976" v="208" actId="47"/>
        <pc:sldMkLst>
          <pc:docMk/>
          <pc:sldMk cId="0" sldId="305"/>
        </pc:sldMkLst>
      </pc:sldChg>
      <pc:sldChg chg="add del">
        <pc:chgData name="Ms Alina Arshad" userId="cccdfd85-d35d-4453-9c6f-a463aae40722" providerId="ADAL" clId="{D4C91E6F-B9DD-440D-9732-C61CDFB6C2C8}" dt="2024-09-22T13:07:37.046" v="209" actId="47"/>
        <pc:sldMkLst>
          <pc:docMk/>
          <pc:sldMk cId="0" sldId="306"/>
        </pc:sldMkLst>
      </pc:sldChg>
      <pc:sldChg chg="add del">
        <pc:chgData name="Ms Alina Arshad" userId="cccdfd85-d35d-4453-9c6f-a463aae40722" providerId="ADAL" clId="{D4C91E6F-B9DD-440D-9732-C61CDFB6C2C8}" dt="2024-09-22T13:07:37.078" v="210" actId="47"/>
        <pc:sldMkLst>
          <pc:docMk/>
          <pc:sldMk cId="0" sldId="307"/>
        </pc:sldMkLst>
      </pc:sldChg>
      <pc:sldChg chg="del">
        <pc:chgData name="Ms Alina Arshad" userId="cccdfd85-d35d-4453-9c6f-a463aae40722" providerId="ADAL" clId="{D4C91E6F-B9DD-440D-9732-C61CDFB6C2C8}" dt="2024-09-22T13:00:34.514" v="22" actId="47"/>
        <pc:sldMkLst>
          <pc:docMk/>
          <pc:sldMk cId="3233864465" sldId="338"/>
        </pc:sldMkLst>
      </pc:sldChg>
      <pc:sldChg chg="del">
        <pc:chgData name="Ms Alina Arshad" userId="cccdfd85-d35d-4453-9c6f-a463aae40722" providerId="ADAL" clId="{D4C91E6F-B9DD-440D-9732-C61CDFB6C2C8}" dt="2024-09-22T13:00:34.573" v="24" actId="47"/>
        <pc:sldMkLst>
          <pc:docMk/>
          <pc:sldMk cId="1267034377" sldId="339"/>
        </pc:sldMkLst>
      </pc:sldChg>
      <pc:sldChg chg="del">
        <pc:chgData name="Ms Alina Arshad" userId="cccdfd85-d35d-4453-9c6f-a463aae40722" providerId="ADAL" clId="{D4C91E6F-B9DD-440D-9732-C61CDFB6C2C8}" dt="2024-09-22T13:00:35.285" v="26" actId="47"/>
        <pc:sldMkLst>
          <pc:docMk/>
          <pc:sldMk cId="2400815569" sldId="340"/>
        </pc:sldMkLst>
      </pc:sldChg>
      <pc:sldChg chg="del">
        <pc:chgData name="Ms Alina Arshad" userId="cccdfd85-d35d-4453-9c6f-a463aae40722" providerId="ADAL" clId="{D4C91E6F-B9DD-440D-9732-C61CDFB6C2C8}" dt="2024-09-22T13:00:35.591" v="28" actId="47"/>
        <pc:sldMkLst>
          <pc:docMk/>
          <pc:sldMk cId="1204309406" sldId="341"/>
        </pc:sldMkLst>
      </pc:sldChg>
      <pc:sldChg chg="del">
        <pc:chgData name="Ms Alina Arshad" userId="cccdfd85-d35d-4453-9c6f-a463aae40722" providerId="ADAL" clId="{D4C91E6F-B9DD-440D-9732-C61CDFB6C2C8}" dt="2024-09-22T13:00:34.459" v="20" actId="47"/>
        <pc:sldMkLst>
          <pc:docMk/>
          <pc:sldMk cId="96607437" sldId="342"/>
        </pc:sldMkLst>
      </pc:sldChg>
      <pc:sldChg chg="add">
        <pc:chgData name="Ms Alina Arshad" userId="cccdfd85-d35d-4453-9c6f-a463aae40722" providerId="ADAL" clId="{D4C91E6F-B9DD-440D-9732-C61CDFB6C2C8}" dt="2024-09-22T13:07:58.693" v="223"/>
        <pc:sldMkLst>
          <pc:docMk/>
          <pc:sldMk cId="0" sldId="347"/>
        </pc:sldMkLst>
      </pc:sldChg>
      <pc:sldChg chg="add">
        <pc:chgData name="Ms Alina Arshad" userId="cccdfd85-d35d-4453-9c6f-a463aae40722" providerId="ADAL" clId="{D4C91E6F-B9DD-440D-9732-C61CDFB6C2C8}" dt="2024-09-22T13:07:58.693" v="223"/>
        <pc:sldMkLst>
          <pc:docMk/>
          <pc:sldMk cId="2036508356" sldId="348"/>
        </pc:sldMkLst>
      </pc:sldChg>
      <pc:sldChg chg="add">
        <pc:chgData name="Ms Alina Arshad" userId="cccdfd85-d35d-4453-9c6f-a463aae40722" providerId="ADAL" clId="{D4C91E6F-B9DD-440D-9732-C61CDFB6C2C8}" dt="2024-09-22T13:07:58.693" v="223"/>
        <pc:sldMkLst>
          <pc:docMk/>
          <pc:sldMk cId="132290220" sldId="349"/>
        </pc:sldMkLst>
      </pc:sldChg>
      <pc:sldChg chg="add">
        <pc:chgData name="Ms Alina Arshad" userId="cccdfd85-d35d-4453-9c6f-a463aae40722" providerId="ADAL" clId="{D4C91E6F-B9DD-440D-9732-C61CDFB6C2C8}" dt="2024-09-22T13:07:58.693" v="223"/>
        <pc:sldMkLst>
          <pc:docMk/>
          <pc:sldMk cId="448686030" sldId="350"/>
        </pc:sldMkLst>
      </pc:sldChg>
      <pc:sldChg chg="add">
        <pc:chgData name="Ms Alina Arshad" userId="cccdfd85-d35d-4453-9c6f-a463aae40722" providerId="ADAL" clId="{D4C91E6F-B9DD-440D-9732-C61CDFB6C2C8}" dt="2024-09-22T13:07:58.693" v="223"/>
        <pc:sldMkLst>
          <pc:docMk/>
          <pc:sldMk cId="3109540881" sldId="351"/>
        </pc:sldMkLst>
      </pc:sldChg>
      <pc:sldChg chg="modSp add mod">
        <pc:chgData name="Ms Alina Arshad" userId="cccdfd85-d35d-4453-9c6f-a463aae40722" providerId="ADAL" clId="{D4C91E6F-B9DD-440D-9732-C61CDFB6C2C8}" dt="2024-09-22T13:07:58.869" v="229" actId="27636"/>
        <pc:sldMkLst>
          <pc:docMk/>
          <pc:sldMk cId="0" sldId="352"/>
        </pc:sldMkLst>
        <pc:spChg chg="mod">
          <ac:chgData name="Ms Alina Arshad" userId="cccdfd85-d35d-4453-9c6f-a463aae40722" providerId="ADAL" clId="{D4C91E6F-B9DD-440D-9732-C61CDFB6C2C8}" dt="2024-09-22T13:07:58.869" v="229" actId="27636"/>
          <ac:spMkLst>
            <pc:docMk/>
            <pc:sldMk cId="0" sldId="352"/>
            <ac:spMk id="64516" creationId="{D2D679A3-2E8D-4632-948B-DAF7F009B134}"/>
          </ac:spMkLst>
        </pc:spChg>
      </pc:sldChg>
      <pc:sldChg chg="add">
        <pc:chgData name="Ms Alina Arshad" userId="cccdfd85-d35d-4453-9c6f-a463aae40722" providerId="ADAL" clId="{D4C91E6F-B9DD-440D-9732-C61CDFB6C2C8}" dt="2024-09-22T13:07:58.693" v="223"/>
        <pc:sldMkLst>
          <pc:docMk/>
          <pc:sldMk cId="0" sldId="353"/>
        </pc:sldMkLst>
      </pc:sldChg>
      <pc:sldChg chg="add">
        <pc:chgData name="Ms Alina Arshad" userId="cccdfd85-d35d-4453-9c6f-a463aae40722" providerId="ADAL" clId="{D4C91E6F-B9DD-440D-9732-C61CDFB6C2C8}" dt="2024-09-22T13:07:58.693" v="223"/>
        <pc:sldMkLst>
          <pc:docMk/>
          <pc:sldMk cId="0" sldId="354"/>
        </pc:sldMkLst>
      </pc:sldChg>
      <pc:sldChg chg="add">
        <pc:chgData name="Ms Alina Arshad" userId="cccdfd85-d35d-4453-9c6f-a463aae40722" providerId="ADAL" clId="{D4C91E6F-B9DD-440D-9732-C61CDFB6C2C8}" dt="2024-09-22T13:07:58.693" v="223"/>
        <pc:sldMkLst>
          <pc:docMk/>
          <pc:sldMk cId="0" sldId="355"/>
        </pc:sldMkLst>
      </pc:sldChg>
      <pc:sldChg chg="add">
        <pc:chgData name="Ms Alina Arshad" userId="cccdfd85-d35d-4453-9c6f-a463aae40722" providerId="ADAL" clId="{D4C91E6F-B9DD-440D-9732-C61CDFB6C2C8}" dt="2024-09-22T13:07:58.693" v="223"/>
        <pc:sldMkLst>
          <pc:docMk/>
          <pc:sldMk cId="0" sldId="357"/>
        </pc:sldMkLst>
      </pc:sldChg>
      <pc:sldChg chg="add">
        <pc:chgData name="Ms Alina Arshad" userId="cccdfd85-d35d-4453-9c6f-a463aae40722" providerId="ADAL" clId="{D4C91E6F-B9DD-440D-9732-C61CDFB6C2C8}" dt="2024-09-22T13:07:58.693" v="223"/>
        <pc:sldMkLst>
          <pc:docMk/>
          <pc:sldMk cId="0" sldId="368"/>
        </pc:sldMkLst>
      </pc:sldChg>
      <pc:sldChg chg="modSp add mod">
        <pc:chgData name="Ms Alina Arshad" userId="cccdfd85-d35d-4453-9c6f-a463aae40722" providerId="ADAL" clId="{D4C91E6F-B9DD-440D-9732-C61CDFB6C2C8}" dt="2024-09-22T13:07:58.878" v="231" actId="27636"/>
        <pc:sldMkLst>
          <pc:docMk/>
          <pc:sldMk cId="0" sldId="369"/>
        </pc:sldMkLst>
        <pc:spChg chg="mod">
          <ac:chgData name="Ms Alina Arshad" userId="cccdfd85-d35d-4453-9c6f-a463aae40722" providerId="ADAL" clId="{D4C91E6F-B9DD-440D-9732-C61CDFB6C2C8}" dt="2024-09-22T13:07:58.878" v="231" actId="27636"/>
          <ac:spMkLst>
            <pc:docMk/>
            <pc:sldMk cId="0" sldId="369"/>
            <ac:spMk id="81924" creationId="{68248C69-9332-4A99-BC0A-14F57C4D99DE}"/>
          </ac:spMkLst>
        </pc:spChg>
      </pc:sldChg>
      <pc:sldChg chg="modSp add mod">
        <pc:chgData name="Ms Alina Arshad" userId="cccdfd85-d35d-4453-9c6f-a463aae40722" providerId="ADAL" clId="{D4C91E6F-B9DD-440D-9732-C61CDFB6C2C8}" dt="2024-09-22T13:07:58.875" v="230" actId="27636"/>
        <pc:sldMkLst>
          <pc:docMk/>
          <pc:sldMk cId="0" sldId="370"/>
        </pc:sldMkLst>
        <pc:spChg chg="mod">
          <ac:chgData name="Ms Alina Arshad" userId="cccdfd85-d35d-4453-9c6f-a463aae40722" providerId="ADAL" clId="{D4C91E6F-B9DD-440D-9732-C61CDFB6C2C8}" dt="2024-09-22T13:07:58.875" v="230" actId="27636"/>
          <ac:spMkLst>
            <pc:docMk/>
            <pc:sldMk cId="0" sldId="370"/>
            <ac:spMk id="77828" creationId="{AE58D6A9-2268-4B9B-B644-43B75570DBA9}"/>
          </ac:spMkLst>
        </pc:spChg>
      </pc:sldChg>
      <pc:sldChg chg="add">
        <pc:chgData name="Ms Alina Arshad" userId="cccdfd85-d35d-4453-9c6f-a463aae40722" providerId="ADAL" clId="{D4C91E6F-B9DD-440D-9732-C61CDFB6C2C8}" dt="2024-09-22T13:07:58.693" v="223"/>
        <pc:sldMkLst>
          <pc:docMk/>
          <pc:sldMk cId="0" sldId="371"/>
        </pc:sldMkLst>
      </pc:sldChg>
      <pc:sldChg chg="add">
        <pc:chgData name="Ms Alina Arshad" userId="cccdfd85-d35d-4453-9c6f-a463aae40722" providerId="ADAL" clId="{D4C91E6F-B9DD-440D-9732-C61CDFB6C2C8}" dt="2024-09-22T13:07:58.693" v="223"/>
        <pc:sldMkLst>
          <pc:docMk/>
          <pc:sldMk cId="0" sldId="372"/>
        </pc:sldMkLst>
      </pc:sldChg>
      <pc:sldChg chg="add">
        <pc:chgData name="Ms Alina Arshad" userId="cccdfd85-d35d-4453-9c6f-a463aae40722" providerId="ADAL" clId="{D4C91E6F-B9DD-440D-9732-C61CDFB6C2C8}" dt="2024-09-22T13:07:58.693" v="223"/>
        <pc:sldMkLst>
          <pc:docMk/>
          <pc:sldMk cId="0" sldId="392"/>
        </pc:sldMkLst>
      </pc:sldChg>
      <pc:sldChg chg="add">
        <pc:chgData name="Ms Alina Arshad" userId="cccdfd85-d35d-4453-9c6f-a463aae40722" providerId="ADAL" clId="{D4C91E6F-B9DD-440D-9732-C61CDFB6C2C8}" dt="2024-09-22T13:07:58.693" v="223"/>
        <pc:sldMkLst>
          <pc:docMk/>
          <pc:sldMk cId="0" sldId="396"/>
        </pc:sldMkLst>
      </pc:sldChg>
      <pc:sldChg chg="add">
        <pc:chgData name="Ms Alina Arshad" userId="cccdfd85-d35d-4453-9c6f-a463aae40722" providerId="ADAL" clId="{D4C91E6F-B9DD-440D-9732-C61CDFB6C2C8}" dt="2024-09-22T13:07:58.693" v="223"/>
        <pc:sldMkLst>
          <pc:docMk/>
          <pc:sldMk cId="1634129650" sldId="397"/>
        </pc:sldMkLst>
      </pc:sldChg>
      <pc:sldChg chg="modSp add mod">
        <pc:chgData name="Ms Alina Arshad" userId="cccdfd85-d35d-4453-9c6f-a463aae40722" providerId="ADAL" clId="{D4C91E6F-B9DD-440D-9732-C61CDFB6C2C8}" dt="2024-09-22T13:15:46.580" v="277" actId="14100"/>
        <pc:sldMkLst>
          <pc:docMk/>
          <pc:sldMk cId="818196387" sldId="398"/>
        </pc:sldMkLst>
        <pc:spChg chg="mod">
          <ac:chgData name="Ms Alina Arshad" userId="cccdfd85-d35d-4453-9c6f-a463aae40722" providerId="ADAL" clId="{D4C91E6F-B9DD-440D-9732-C61CDFB6C2C8}" dt="2024-09-22T13:15:12.286" v="267" actId="207"/>
          <ac:spMkLst>
            <pc:docMk/>
            <pc:sldMk cId="818196387" sldId="398"/>
            <ac:spMk id="2" creationId="{41435336-0E45-46A6-ADEF-9EF46BC634DD}"/>
          </ac:spMkLst>
        </pc:spChg>
        <pc:spChg chg="mod">
          <ac:chgData name="Ms Alina Arshad" userId="cccdfd85-d35d-4453-9c6f-a463aae40722" providerId="ADAL" clId="{D4C91E6F-B9DD-440D-9732-C61CDFB6C2C8}" dt="2024-09-22T13:15:46.580" v="277" actId="14100"/>
          <ac:spMkLst>
            <pc:docMk/>
            <pc:sldMk cId="818196387" sldId="398"/>
            <ac:spMk id="4" creationId="{00000000-0000-0000-0000-000000000000}"/>
          </ac:spMkLst>
        </pc:spChg>
        <pc:picChg chg="mod">
          <ac:chgData name="Ms Alina Arshad" userId="cccdfd85-d35d-4453-9c6f-a463aae40722" providerId="ADAL" clId="{D4C91E6F-B9DD-440D-9732-C61CDFB6C2C8}" dt="2024-09-22T13:15:42.498" v="276" actId="1076"/>
          <ac:picMkLst>
            <pc:docMk/>
            <pc:sldMk cId="818196387" sldId="398"/>
            <ac:picMk id="6" creationId="{00000000-0000-0000-0000-000000000000}"/>
          </ac:picMkLst>
        </pc:picChg>
      </pc:sldChg>
      <pc:sldChg chg="modSp add mod">
        <pc:chgData name="Ms Alina Arshad" userId="cccdfd85-d35d-4453-9c6f-a463aae40722" providerId="ADAL" clId="{D4C91E6F-B9DD-440D-9732-C61CDFB6C2C8}" dt="2024-09-22T13:16:05.241" v="284" actId="403"/>
        <pc:sldMkLst>
          <pc:docMk/>
          <pc:sldMk cId="3016557581" sldId="399"/>
        </pc:sldMkLst>
        <pc:spChg chg="mod">
          <ac:chgData name="Ms Alina Arshad" userId="cccdfd85-d35d-4453-9c6f-a463aae40722" providerId="ADAL" clId="{D4C91E6F-B9DD-440D-9732-C61CDFB6C2C8}" dt="2024-09-22T13:15:51.562" v="278" actId="207"/>
          <ac:spMkLst>
            <pc:docMk/>
            <pc:sldMk cId="3016557581" sldId="399"/>
            <ac:spMk id="2" creationId="{E2B52054-9130-4CB7-BA10-54AC86DB3C4E}"/>
          </ac:spMkLst>
        </pc:spChg>
        <pc:spChg chg="mod">
          <ac:chgData name="Ms Alina Arshad" userId="cccdfd85-d35d-4453-9c6f-a463aae40722" providerId="ADAL" clId="{D4C91E6F-B9DD-440D-9732-C61CDFB6C2C8}" dt="2024-09-22T13:16:05.241" v="284" actId="403"/>
          <ac:spMkLst>
            <pc:docMk/>
            <pc:sldMk cId="3016557581" sldId="399"/>
            <ac:spMk id="3" creationId="{0EA14083-9FE5-4604-AE9D-7238164721FE}"/>
          </ac:spMkLst>
        </pc:spChg>
      </pc:sldChg>
      <pc:sldChg chg="modSp add mod">
        <pc:chgData name="Ms Alina Arshad" userId="cccdfd85-d35d-4453-9c6f-a463aae40722" providerId="ADAL" clId="{D4C91E6F-B9DD-440D-9732-C61CDFB6C2C8}" dt="2024-09-22T13:17:35.564" v="306" actId="33524"/>
        <pc:sldMkLst>
          <pc:docMk/>
          <pc:sldMk cId="778265951" sldId="400"/>
        </pc:sldMkLst>
        <pc:spChg chg="mod">
          <ac:chgData name="Ms Alina Arshad" userId="cccdfd85-d35d-4453-9c6f-a463aae40722" providerId="ADAL" clId="{D4C91E6F-B9DD-440D-9732-C61CDFB6C2C8}" dt="2024-09-22T13:17:02.083" v="296" actId="207"/>
          <ac:spMkLst>
            <pc:docMk/>
            <pc:sldMk cId="778265951" sldId="400"/>
            <ac:spMk id="2" creationId="{81D18A18-D626-433C-BD10-286086DF62BE}"/>
          </ac:spMkLst>
        </pc:spChg>
        <pc:spChg chg="mod">
          <ac:chgData name="Ms Alina Arshad" userId="cccdfd85-d35d-4453-9c6f-a463aae40722" providerId="ADAL" clId="{D4C91E6F-B9DD-440D-9732-C61CDFB6C2C8}" dt="2024-09-22T13:17:35.564" v="306" actId="33524"/>
          <ac:spMkLst>
            <pc:docMk/>
            <pc:sldMk cId="778265951" sldId="400"/>
            <ac:spMk id="3" creationId="{F5F3CEE5-C73D-4116-87E2-1842D15B8EF7}"/>
          </ac:spMkLst>
        </pc:spChg>
        <pc:picChg chg="mod">
          <ac:chgData name="Ms Alina Arshad" userId="cccdfd85-d35d-4453-9c6f-a463aae40722" providerId="ADAL" clId="{D4C91E6F-B9DD-440D-9732-C61CDFB6C2C8}" dt="2024-09-22T13:17:28.856" v="305" actId="1076"/>
          <ac:picMkLst>
            <pc:docMk/>
            <pc:sldMk cId="778265951" sldId="400"/>
            <ac:picMk id="5" creationId="{13889469-74D1-4332-9F10-768E2A51287B}"/>
          </ac:picMkLst>
        </pc:picChg>
      </pc:sldChg>
      <pc:sldChg chg="modSp add mod">
        <pc:chgData name="Ms Alina Arshad" userId="cccdfd85-d35d-4453-9c6f-a463aae40722" providerId="ADAL" clId="{D4C91E6F-B9DD-440D-9732-C61CDFB6C2C8}" dt="2024-09-22T13:21:58.553" v="341" actId="14100"/>
        <pc:sldMkLst>
          <pc:docMk/>
          <pc:sldMk cId="978211767" sldId="401"/>
        </pc:sldMkLst>
        <pc:spChg chg="mod">
          <ac:chgData name="Ms Alina Arshad" userId="cccdfd85-d35d-4453-9c6f-a463aae40722" providerId="ADAL" clId="{D4C91E6F-B9DD-440D-9732-C61CDFB6C2C8}" dt="2024-09-22T13:21:46.534" v="339" actId="207"/>
          <ac:spMkLst>
            <pc:docMk/>
            <pc:sldMk cId="978211767" sldId="401"/>
            <ac:spMk id="2" creationId="{144233A4-E56A-464D-B33A-A1504BF17870}"/>
          </ac:spMkLst>
        </pc:spChg>
        <pc:spChg chg="mod">
          <ac:chgData name="Ms Alina Arshad" userId="cccdfd85-d35d-4453-9c6f-a463aae40722" providerId="ADAL" clId="{D4C91E6F-B9DD-440D-9732-C61CDFB6C2C8}" dt="2024-09-22T13:21:58.553" v="341" actId="14100"/>
          <ac:spMkLst>
            <pc:docMk/>
            <pc:sldMk cId="978211767" sldId="401"/>
            <ac:spMk id="3" creationId="{E937F355-7669-4EAF-9A89-20F10222BF5D}"/>
          </ac:spMkLst>
        </pc:spChg>
      </pc:sldChg>
      <pc:sldChg chg="modSp add mod">
        <pc:chgData name="Ms Alina Arshad" userId="cccdfd85-d35d-4453-9c6f-a463aae40722" providerId="ADAL" clId="{D4C91E6F-B9DD-440D-9732-C61CDFB6C2C8}" dt="2024-09-22T13:22:20.742" v="345" actId="207"/>
        <pc:sldMkLst>
          <pc:docMk/>
          <pc:sldMk cId="20141498" sldId="402"/>
        </pc:sldMkLst>
        <pc:spChg chg="mod">
          <ac:chgData name="Ms Alina Arshad" userId="cccdfd85-d35d-4453-9c6f-a463aae40722" providerId="ADAL" clId="{D4C91E6F-B9DD-440D-9732-C61CDFB6C2C8}" dt="2024-09-22T13:22:20.742" v="345" actId="207"/>
          <ac:spMkLst>
            <pc:docMk/>
            <pc:sldMk cId="20141498" sldId="402"/>
            <ac:spMk id="2" creationId="{D639E78D-B438-402C-80B5-31FC5FB10F7F}"/>
          </ac:spMkLst>
        </pc:spChg>
        <pc:spChg chg="mod">
          <ac:chgData name="Ms Alina Arshad" userId="cccdfd85-d35d-4453-9c6f-a463aae40722" providerId="ADAL" clId="{D4C91E6F-B9DD-440D-9732-C61CDFB6C2C8}" dt="2024-09-22T13:22:16.676" v="344" actId="2711"/>
          <ac:spMkLst>
            <pc:docMk/>
            <pc:sldMk cId="20141498" sldId="402"/>
            <ac:spMk id="3" creationId="{2EA2AE38-5155-482E-84CB-CC5042136080}"/>
          </ac:spMkLst>
        </pc:spChg>
      </pc:sldChg>
    </pc:docChg>
  </pc:docChgLst>
  <pc:docChgLst>
    <pc:chgData name="Ms Alina Arshad" userId="cccdfd85-d35d-4453-9c6f-a463aae40722" providerId="ADAL" clId="{CC6B5282-6613-48F0-886F-796865211BB0}"/>
    <pc:docChg chg="custSel addSld delSld modSld">
      <pc:chgData name="Ms Alina Arshad" userId="cccdfd85-d35d-4453-9c6f-a463aae40722" providerId="ADAL" clId="{CC6B5282-6613-48F0-886F-796865211BB0}" dt="2024-09-11T13:33:58.825" v="122" actId="47"/>
      <pc:docMkLst>
        <pc:docMk/>
      </pc:docMkLst>
      <pc:sldChg chg="modSp mod">
        <pc:chgData name="Ms Alina Arshad" userId="cccdfd85-d35d-4453-9c6f-a463aae40722" providerId="ADAL" clId="{CC6B5282-6613-48F0-886F-796865211BB0}" dt="2024-09-11T12:42:56.927" v="41" actId="207"/>
        <pc:sldMkLst>
          <pc:docMk/>
          <pc:sldMk cId="3322361034" sldId="256"/>
        </pc:sldMkLst>
        <pc:spChg chg="mod">
          <ac:chgData name="Ms Alina Arshad" userId="cccdfd85-d35d-4453-9c6f-a463aae40722" providerId="ADAL" clId="{CC6B5282-6613-48F0-886F-796865211BB0}" dt="2024-09-11T12:42:56.927" v="41" actId="207"/>
          <ac:spMkLst>
            <pc:docMk/>
            <pc:sldMk cId="3322361034" sldId="256"/>
            <ac:spMk id="3" creationId="{44E9F82C-BBA7-3495-1097-BEDB54FFFDF4}"/>
          </ac:spMkLst>
        </pc:spChg>
      </pc:sldChg>
      <pc:sldChg chg="add del">
        <pc:chgData name="Ms Alina Arshad" userId="cccdfd85-d35d-4453-9c6f-a463aae40722" providerId="ADAL" clId="{CC6B5282-6613-48F0-886F-796865211BB0}" dt="2024-09-11T12:43:01.209" v="42" actId="47"/>
        <pc:sldMkLst>
          <pc:docMk/>
          <pc:sldMk cId="0" sldId="257"/>
        </pc:sldMkLst>
      </pc:sldChg>
      <pc:sldChg chg="modSp add del mod">
        <pc:chgData name="Ms Alina Arshad" userId="cccdfd85-d35d-4453-9c6f-a463aae40722" providerId="ADAL" clId="{CC6B5282-6613-48F0-886F-796865211BB0}" dt="2024-09-11T12:43:46.054" v="48" actId="113"/>
        <pc:sldMkLst>
          <pc:docMk/>
          <pc:sldMk cId="0" sldId="258"/>
        </pc:sldMkLst>
        <pc:spChg chg="mod">
          <ac:chgData name="Ms Alina Arshad" userId="cccdfd85-d35d-4453-9c6f-a463aae40722" providerId="ADAL" clId="{CC6B5282-6613-48F0-886F-796865211BB0}" dt="2024-09-11T12:43:28.260" v="44" actId="1076"/>
          <ac:spMkLst>
            <pc:docMk/>
            <pc:sldMk cId="0" sldId="258"/>
            <ac:spMk id="106" creationId="{00000000-0000-0000-0000-000000000000}"/>
          </ac:spMkLst>
        </pc:spChg>
        <pc:spChg chg="mod">
          <ac:chgData name="Ms Alina Arshad" userId="cccdfd85-d35d-4453-9c6f-a463aae40722" providerId="ADAL" clId="{CC6B5282-6613-48F0-886F-796865211BB0}" dt="2024-09-11T12:43:46.054" v="48" actId="113"/>
          <ac:spMkLst>
            <pc:docMk/>
            <pc:sldMk cId="0" sldId="258"/>
            <ac:spMk id="107" creationId="{00000000-0000-0000-0000-000000000000}"/>
          </ac:spMkLst>
        </pc:spChg>
      </pc:sldChg>
      <pc:sldChg chg="modSp add del mod">
        <pc:chgData name="Ms Alina Arshad" userId="cccdfd85-d35d-4453-9c6f-a463aae40722" providerId="ADAL" clId="{CC6B5282-6613-48F0-886F-796865211BB0}" dt="2024-09-11T12:44:19.755" v="55" actId="12"/>
        <pc:sldMkLst>
          <pc:docMk/>
          <pc:sldMk cId="0" sldId="259"/>
        </pc:sldMkLst>
        <pc:spChg chg="mod">
          <ac:chgData name="Ms Alina Arshad" userId="cccdfd85-d35d-4453-9c6f-a463aae40722" providerId="ADAL" clId="{CC6B5282-6613-48F0-886F-796865211BB0}" dt="2024-09-11T12:43:56.283" v="51" actId="14100"/>
          <ac:spMkLst>
            <pc:docMk/>
            <pc:sldMk cId="0" sldId="259"/>
            <ac:spMk id="112" creationId="{00000000-0000-0000-0000-000000000000}"/>
          </ac:spMkLst>
        </pc:spChg>
        <pc:spChg chg="mod">
          <ac:chgData name="Ms Alina Arshad" userId="cccdfd85-d35d-4453-9c6f-a463aae40722" providerId="ADAL" clId="{CC6B5282-6613-48F0-886F-796865211BB0}" dt="2024-09-11T12:44:19.755" v="55" actId="12"/>
          <ac:spMkLst>
            <pc:docMk/>
            <pc:sldMk cId="0" sldId="259"/>
            <ac:spMk id="113" creationId="{00000000-0000-0000-0000-000000000000}"/>
          </ac:spMkLst>
        </pc:spChg>
      </pc:sldChg>
      <pc:sldChg chg="modSp add del mod">
        <pc:chgData name="Ms Alina Arshad" userId="cccdfd85-d35d-4453-9c6f-a463aae40722" providerId="ADAL" clId="{CC6B5282-6613-48F0-886F-796865211BB0}" dt="2024-09-11T12:44:40.458" v="59" actId="14100"/>
        <pc:sldMkLst>
          <pc:docMk/>
          <pc:sldMk cId="0" sldId="260"/>
        </pc:sldMkLst>
        <pc:spChg chg="mod">
          <ac:chgData name="Ms Alina Arshad" userId="cccdfd85-d35d-4453-9c6f-a463aae40722" providerId="ADAL" clId="{CC6B5282-6613-48F0-886F-796865211BB0}" dt="2024-09-11T12:44:27.952" v="56" actId="207"/>
          <ac:spMkLst>
            <pc:docMk/>
            <pc:sldMk cId="0" sldId="260"/>
            <ac:spMk id="119" creationId="{00000000-0000-0000-0000-000000000000}"/>
          </ac:spMkLst>
        </pc:spChg>
        <pc:spChg chg="mod">
          <ac:chgData name="Ms Alina Arshad" userId="cccdfd85-d35d-4453-9c6f-a463aae40722" providerId="ADAL" clId="{CC6B5282-6613-48F0-886F-796865211BB0}" dt="2024-09-11T12:44:40.458" v="59" actId="14100"/>
          <ac:spMkLst>
            <pc:docMk/>
            <pc:sldMk cId="0" sldId="260"/>
            <ac:spMk id="121" creationId="{00000000-0000-0000-0000-000000000000}"/>
          </ac:spMkLst>
        </pc:spChg>
        <pc:picChg chg="mod">
          <ac:chgData name="Ms Alina Arshad" userId="cccdfd85-d35d-4453-9c6f-a463aae40722" providerId="ADAL" clId="{CC6B5282-6613-48F0-886F-796865211BB0}" dt="2024-09-11T12:44:31.775" v="57" actId="1076"/>
          <ac:picMkLst>
            <pc:docMk/>
            <pc:sldMk cId="0" sldId="260"/>
            <ac:picMk id="120" creationId="{00000000-0000-0000-0000-000000000000}"/>
          </ac:picMkLst>
        </pc:picChg>
      </pc:sldChg>
      <pc:sldChg chg="modSp add del mod">
        <pc:chgData name="Ms Alina Arshad" userId="cccdfd85-d35d-4453-9c6f-a463aae40722" providerId="ADAL" clId="{CC6B5282-6613-48F0-886F-796865211BB0}" dt="2024-09-11T12:51:30.146" v="76" actId="1076"/>
        <pc:sldMkLst>
          <pc:docMk/>
          <pc:sldMk cId="0" sldId="261"/>
        </pc:sldMkLst>
        <pc:spChg chg="mod">
          <ac:chgData name="Ms Alina Arshad" userId="cccdfd85-d35d-4453-9c6f-a463aae40722" providerId="ADAL" clId="{CC6B5282-6613-48F0-886F-796865211BB0}" dt="2024-09-11T12:51:16.602" v="71" actId="1076"/>
          <ac:spMkLst>
            <pc:docMk/>
            <pc:sldMk cId="0" sldId="261"/>
            <ac:spMk id="127" creationId="{00000000-0000-0000-0000-000000000000}"/>
          </ac:spMkLst>
        </pc:spChg>
        <pc:spChg chg="mod">
          <ac:chgData name="Ms Alina Arshad" userId="cccdfd85-d35d-4453-9c6f-a463aae40722" providerId="ADAL" clId="{CC6B5282-6613-48F0-886F-796865211BB0}" dt="2024-09-11T12:51:13.184" v="70" actId="1076"/>
          <ac:spMkLst>
            <pc:docMk/>
            <pc:sldMk cId="0" sldId="261"/>
            <ac:spMk id="128" creationId="{00000000-0000-0000-0000-000000000000}"/>
          </ac:spMkLst>
        </pc:spChg>
        <pc:picChg chg="mod">
          <ac:chgData name="Ms Alina Arshad" userId="cccdfd85-d35d-4453-9c6f-a463aae40722" providerId="ADAL" clId="{CC6B5282-6613-48F0-886F-796865211BB0}" dt="2024-09-11T12:51:30.146" v="76" actId="1076"/>
          <ac:picMkLst>
            <pc:docMk/>
            <pc:sldMk cId="0" sldId="261"/>
            <ac:picMk id="129" creationId="{00000000-0000-0000-0000-000000000000}"/>
          </ac:picMkLst>
        </pc:picChg>
        <pc:picChg chg="mod">
          <ac:chgData name="Ms Alina Arshad" userId="cccdfd85-d35d-4453-9c6f-a463aae40722" providerId="ADAL" clId="{CC6B5282-6613-48F0-886F-796865211BB0}" dt="2024-09-11T12:51:25.307" v="74" actId="1076"/>
          <ac:picMkLst>
            <pc:docMk/>
            <pc:sldMk cId="0" sldId="261"/>
            <ac:picMk id="130" creationId="{00000000-0000-0000-0000-000000000000}"/>
          </ac:picMkLst>
        </pc:picChg>
      </pc:sldChg>
      <pc:sldChg chg="modSp add del mod">
        <pc:chgData name="Ms Alina Arshad" userId="cccdfd85-d35d-4453-9c6f-a463aae40722" providerId="ADAL" clId="{CC6B5282-6613-48F0-886F-796865211BB0}" dt="2024-09-11T13:04:48.316" v="89" actId="1076"/>
        <pc:sldMkLst>
          <pc:docMk/>
          <pc:sldMk cId="0" sldId="262"/>
        </pc:sldMkLst>
        <pc:spChg chg="mod">
          <ac:chgData name="Ms Alina Arshad" userId="cccdfd85-d35d-4453-9c6f-a463aae40722" providerId="ADAL" clId="{CC6B5282-6613-48F0-886F-796865211BB0}" dt="2024-09-11T12:52:23.498" v="77" actId="207"/>
          <ac:spMkLst>
            <pc:docMk/>
            <pc:sldMk cId="0" sldId="262"/>
            <ac:spMk id="136" creationId="{00000000-0000-0000-0000-000000000000}"/>
          </ac:spMkLst>
        </pc:spChg>
        <pc:picChg chg="mod">
          <ac:chgData name="Ms Alina Arshad" userId="cccdfd85-d35d-4453-9c6f-a463aae40722" providerId="ADAL" clId="{CC6B5282-6613-48F0-886F-796865211BB0}" dt="2024-09-11T12:52:27.292" v="78" actId="1076"/>
          <ac:picMkLst>
            <pc:docMk/>
            <pc:sldMk cId="0" sldId="262"/>
            <ac:picMk id="137" creationId="{00000000-0000-0000-0000-000000000000}"/>
          </ac:picMkLst>
        </pc:picChg>
        <pc:picChg chg="mod">
          <ac:chgData name="Ms Alina Arshad" userId="cccdfd85-d35d-4453-9c6f-a463aae40722" providerId="ADAL" clId="{CC6B5282-6613-48F0-886F-796865211BB0}" dt="2024-09-11T13:04:48.316" v="89" actId="1076"/>
          <ac:picMkLst>
            <pc:docMk/>
            <pc:sldMk cId="0" sldId="262"/>
            <ac:picMk id="138" creationId="{00000000-0000-0000-0000-000000000000}"/>
          </ac:picMkLst>
        </pc:picChg>
      </pc:sldChg>
      <pc:sldChg chg="modSp add del mod">
        <pc:chgData name="Ms Alina Arshad" userId="cccdfd85-d35d-4453-9c6f-a463aae40722" providerId="ADAL" clId="{CC6B5282-6613-48F0-886F-796865211BB0}" dt="2024-09-11T13:01:30.026" v="88" actId="1036"/>
        <pc:sldMkLst>
          <pc:docMk/>
          <pc:sldMk cId="0" sldId="263"/>
        </pc:sldMkLst>
        <pc:spChg chg="mod">
          <ac:chgData name="Ms Alina Arshad" userId="cccdfd85-d35d-4453-9c6f-a463aae40722" providerId="ADAL" clId="{CC6B5282-6613-48F0-886F-796865211BB0}" dt="2024-09-11T13:01:30.026" v="88" actId="1036"/>
          <ac:spMkLst>
            <pc:docMk/>
            <pc:sldMk cId="0" sldId="263"/>
            <ac:spMk id="144" creationId="{00000000-0000-0000-0000-000000000000}"/>
          </ac:spMkLst>
        </pc:spChg>
        <pc:spChg chg="mod">
          <ac:chgData name="Ms Alina Arshad" userId="cccdfd85-d35d-4453-9c6f-a463aae40722" providerId="ADAL" clId="{CC6B5282-6613-48F0-886F-796865211BB0}" dt="2024-09-11T12:53:36.609" v="85" actId="1076"/>
          <ac:spMkLst>
            <pc:docMk/>
            <pc:sldMk cId="0" sldId="263"/>
            <ac:spMk id="146" creationId="{00000000-0000-0000-0000-000000000000}"/>
          </ac:spMkLst>
        </pc:spChg>
        <pc:picChg chg="mod">
          <ac:chgData name="Ms Alina Arshad" userId="cccdfd85-d35d-4453-9c6f-a463aae40722" providerId="ADAL" clId="{CC6B5282-6613-48F0-886F-796865211BB0}" dt="2024-09-11T12:53:29.518" v="83" actId="1076"/>
          <ac:picMkLst>
            <pc:docMk/>
            <pc:sldMk cId="0" sldId="263"/>
            <ac:picMk id="145" creationId="{00000000-0000-0000-0000-000000000000}"/>
          </ac:picMkLst>
        </pc:picChg>
      </pc:sldChg>
      <pc:sldChg chg="modSp add del mod">
        <pc:chgData name="Ms Alina Arshad" userId="cccdfd85-d35d-4453-9c6f-a463aae40722" providerId="ADAL" clId="{CC6B5282-6613-48F0-886F-796865211BB0}" dt="2024-09-11T13:05:23.098" v="91" actId="1076"/>
        <pc:sldMkLst>
          <pc:docMk/>
          <pc:sldMk cId="0" sldId="264"/>
        </pc:sldMkLst>
        <pc:spChg chg="mod">
          <ac:chgData name="Ms Alina Arshad" userId="cccdfd85-d35d-4453-9c6f-a463aae40722" providerId="ADAL" clId="{CC6B5282-6613-48F0-886F-796865211BB0}" dt="2024-09-11T12:42:03.318" v="21" actId="27636"/>
          <ac:spMkLst>
            <pc:docMk/>
            <pc:sldMk cId="0" sldId="264"/>
            <ac:spMk id="154" creationId="{00000000-0000-0000-0000-000000000000}"/>
          </ac:spMkLst>
        </pc:spChg>
        <pc:picChg chg="mod">
          <ac:chgData name="Ms Alina Arshad" userId="cccdfd85-d35d-4453-9c6f-a463aae40722" providerId="ADAL" clId="{CC6B5282-6613-48F0-886F-796865211BB0}" dt="2024-09-11T13:05:18.520" v="90" actId="1076"/>
          <ac:picMkLst>
            <pc:docMk/>
            <pc:sldMk cId="0" sldId="264"/>
            <ac:picMk id="152" creationId="{00000000-0000-0000-0000-000000000000}"/>
          </ac:picMkLst>
        </pc:picChg>
        <pc:picChg chg="mod">
          <ac:chgData name="Ms Alina Arshad" userId="cccdfd85-d35d-4453-9c6f-a463aae40722" providerId="ADAL" clId="{CC6B5282-6613-48F0-886F-796865211BB0}" dt="2024-09-11T13:05:23.098" v="91" actId="1076"/>
          <ac:picMkLst>
            <pc:docMk/>
            <pc:sldMk cId="0" sldId="264"/>
            <ac:picMk id="153" creationId="{00000000-0000-0000-0000-000000000000}"/>
          </ac:picMkLst>
        </pc:picChg>
      </pc:sldChg>
      <pc:sldChg chg="modSp add del mod">
        <pc:chgData name="Ms Alina Arshad" userId="cccdfd85-d35d-4453-9c6f-a463aae40722" providerId="ADAL" clId="{CC6B5282-6613-48F0-886F-796865211BB0}" dt="2024-09-11T13:33:58.825" v="122" actId="47"/>
        <pc:sldMkLst>
          <pc:docMk/>
          <pc:sldMk cId="1577505814" sldId="265"/>
        </pc:sldMkLst>
        <pc:spChg chg="mod">
          <ac:chgData name="Ms Alina Arshad" userId="cccdfd85-d35d-4453-9c6f-a463aae40722" providerId="ADAL" clId="{CC6B5282-6613-48F0-886F-796865211BB0}" dt="2024-09-11T13:05:48.001" v="98" actId="14100"/>
          <ac:spMkLst>
            <pc:docMk/>
            <pc:sldMk cId="1577505814" sldId="265"/>
            <ac:spMk id="160" creationId="{00000000-0000-0000-0000-000000000000}"/>
          </ac:spMkLst>
        </pc:spChg>
        <pc:picChg chg="mod">
          <ac:chgData name="Ms Alina Arshad" userId="cccdfd85-d35d-4453-9c6f-a463aae40722" providerId="ADAL" clId="{CC6B5282-6613-48F0-886F-796865211BB0}" dt="2024-09-11T13:05:35.798" v="95" actId="1076"/>
          <ac:picMkLst>
            <pc:docMk/>
            <pc:sldMk cId="1577505814" sldId="265"/>
            <ac:picMk id="161" creationId="{00000000-0000-0000-0000-000000000000}"/>
          </ac:picMkLst>
        </pc:picChg>
      </pc:sldChg>
      <pc:sldChg chg="modSp add del mod">
        <pc:chgData name="Ms Alina Arshad" userId="cccdfd85-d35d-4453-9c6f-a463aae40722" providerId="ADAL" clId="{CC6B5282-6613-48F0-886F-796865211BB0}" dt="2024-09-11T13:06:25.138" v="106" actId="1076"/>
        <pc:sldMkLst>
          <pc:docMk/>
          <pc:sldMk cId="1582826008" sldId="266"/>
        </pc:sldMkLst>
        <pc:spChg chg="mod">
          <ac:chgData name="Ms Alina Arshad" userId="cccdfd85-d35d-4453-9c6f-a463aae40722" providerId="ADAL" clId="{CC6B5282-6613-48F0-886F-796865211BB0}" dt="2024-09-11T13:06:03.598" v="101" actId="1076"/>
          <ac:spMkLst>
            <pc:docMk/>
            <pc:sldMk cId="1582826008" sldId="266"/>
            <ac:spMk id="167" creationId="{00000000-0000-0000-0000-000000000000}"/>
          </ac:spMkLst>
        </pc:spChg>
        <pc:spChg chg="mod">
          <ac:chgData name="Ms Alina Arshad" userId="cccdfd85-d35d-4453-9c6f-a463aae40722" providerId="ADAL" clId="{CC6B5282-6613-48F0-886F-796865211BB0}" dt="2024-09-11T13:06:13.318" v="103" actId="403"/>
          <ac:spMkLst>
            <pc:docMk/>
            <pc:sldMk cId="1582826008" sldId="266"/>
            <ac:spMk id="168" creationId="{00000000-0000-0000-0000-000000000000}"/>
          </ac:spMkLst>
        </pc:spChg>
        <pc:picChg chg="mod">
          <ac:chgData name="Ms Alina Arshad" userId="cccdfd85-d35d-4453-9c6f-a463aae40722" providerId="ADAL" clId="{CC6B5282-6613-48F0-886F-796865211BB0}" dt="2024-09-11T13:06:25.138" v="106" actId="1076"/>
          <ac:picMkLst>
            <pc:docMk/>
            <pc:sldMk cId="1582826008" sldId="266"/>
            <ac:picMk id="169" creationId="{00000000-0000-0000-0000-000000000000}"/>
          </ac:picMkLst>
        </pc:picChg>
      </pc:sldChg>
      <pc:sldChg chg="modSp add del mod">
        <pc:chgData name="Ms Alina Arshad" userId="cccdfd85-d35d-4453-9c6f-a463aae40722" providerId="ADAL" clId="{CC6B5282-6613-48F0-886F-796865211BB0}" dt="2024-09-11T13:06:55.957" v="114" actId="1076"/>
        <pc:sldMkLst>
          <pc:docMk/>
          <pc:sldMk cId="731299161" sldId="267"/>
        </pc:sldMkLst>
        <pc:spChg chg="mod">
          <ac:chgData name="Ms Alina Arshad" userId="cccdfd85-d35d-4453-9c6f-a463aae40722" providerId="ADAL" clId="{CC6B5282-6613-48F0-886F-796865211BB0}" dt="2024-09-11T13:06:55.957" v="114" actId="1076"/>
          <ac:spMkLst>
            <pc:docMk/>
            <pc:sldMk cId="731299161" sldId="267"/>
            <ac:spMk id="175" creationId="{00000000-0000-0000-0000-000000000000}"/>
          </ac:spMkLst>
        </pc:spChg>
        <pc:spChg chg="mod">
          <ac:chgData name="Ms Alina Arshad" userId="cccdfd85-d35d-4453-9c6f-a463aae40722" providerId="ADAL" clId="{CC6B5282-6613-48F0-886F-796865211BB0}" dt="2024-09-11T13:06:51.496" v="113" actId="14100"/>
          <ac:spMkLst>
            <pc:docMk/>
            <pc:sldMk cId="731299161" sldId="267"/>
            <ac:spMk id="177" creationId="{00000000-0000-0000-0000-000000000000}"/>
          </ac:spMkLst>
        </pc:spChg>
        <pc:picChg chg="mod">
          <ac:chgData name="Ms Alina Arshad" userId="cccdfd85-d35d-4453-9c6f-a463aae40722" providerId="ADAL" clId="{CC6B5282-6613-48F0-886F-796865211BB0}" dt="2024-09-11T13:06:47.359" v="112" actId="1076"/>
          <ac:picMkLst>
            <pc:docMk/>
            <pc:sldMk cId="731299161" sldId="267"/>
            <ac:picMk id="176" creationId="{00000000-0000-0000-0000-000000000000}"/>
          </ac:picMkLst>
        </pc:picChg>
      </pc:sldChg>
      <pc:sldChg chg="modSp add del mod">
        <pc:chgData name="Ms Alina Arshad" userId="cccdfd85-d35d-4453-9c6f-a463aae40722" providerId="ADAL" clId="{CC6B5282-6613-48F0-886F-796865211BB0}" dt="2024-09-11T13:07:19.043" v="121" actId="1076"/>
        <pc:sldMkLst>
          <pc:docMk/>
          <pc:sldMk cId="90329638" sldId="268"/>
        </pc:sldMkLst>
        <pc:spChg chg="mod">
          <ac:chgData name="Ms Alina Arshad" userId="cccdfd85-d35d-4453-9c6f-a463aae40722" providerId="ADAL" clId="{CC6B5282-6613-48F0-886F-796865211BB0}" dt="2024-09-11T13:07:15.560" v="120" actId="1076"/>
          <ac:spMkLst>
            <pc:docMk/>
            <pc:sldMk cId="90329638" sldId="268"/>
            <ac:spMk id="185" creationId="{00000000-0000-0000-0000-000000000000}"/>
          </ac:spMkLst>
        </pc:spChg>
        <pc:picChg chg="mod">
          <ac:chgData name="Ms Alina Arshad" userId="cccdfd85-d35d-4453-9c6f-a463aae40722" providerId="ADAL" clId="{CC6B5282-6613-48F0-886F-796865211BB0}" dt="2024-09-11T13:07:06.044" v="117" actId="1076"/>
          <ac:picMkLst>
            <pc:docMk/>
            <pc:sldMk cId="90329638" sldId="268"/>
            <ac:picMk id="183" creationId="{00000000-0000-0000-0000-000000000000}"/>
          </ac:picMkLst>
        </pc:picChg>
        <pc:picChg chg="mod">
          <ac:chgData name="Ms Alina Arshad" userId="cccdfd85-d35d-4453-9c6f-a463aae40722" providerId="ADAL" clId="{CC6B5282-6613-48F0-886F-796865211BB0}" dt="2024-09-11T13:07:19.043" v="121" actId="1076"/>
          <ac:picMkLst>
            <pc:docMk/>
            <pc:sldMk cId="90329638" sldId="268"/>
            <ac:picMk id="184" creationId="{00000000-0000-0000-0000-000000000000}"/>
          </ac:picMkLst>
        </pc:picChg>
      </pc:sldChg>
      <pc:sldChg chg="add del">
        <pc:chgData name="Ms Alina Arshad" userId="cccdfd85-d35d-4453-9c6f-a463aae40722" providerId="ADAL" clId="{CC6B5282-6613-48F0-886F-796865211BB0}" dt="2024-09-11T12:42:03.189" v="17"/>
        <pc:sldMkLst>
          <pc:docMk/>
          <pc:sldMk cId="2295129282" sldId="269"/>
        </pc:sldMkLst>
      </pc:sldChg>
      <pc:sldChg chg="add del">
        <pc:chgData name="Ms Alina Arshad" userId="cccdfd85-d35d-4453-9c6f-a463aae40722" providerId="ADAL" clId="{CC6B5282-6613-48F0-886F-796865211BB0}" dt="2024-09-11T12:42:03.189" v="17"/>
        <pc:sldMkLst>
          <pc:docMk/>
          <pc:sldMk cId="2090315159" sldId="270"/>
        </pc:sldMkLst>
      </pc:sldChg>
      <pc:sldChg chg="add del">
        <pc:chgData name="Ms Alina Arshad" userId="cccdfd85-d35d-4453-9c6f-a463aae40722" providerId="ADAL" clId="{CC6B5282-6613-48F0-886F-796865211BB0}" dt="2024-09-11T12:42:03.189" v="17"/>
        <pc:sldMkLst>
          <pc:docMk/>
          <pc:sldMk cId="3034138166" sldId="271"/>
        </pc:sldMkLst>
      </pc:sldChg>
      <pc:sldChg chg="add del">
        <pc:chgData name="Ms Alina Arshad" userId="cccdfd85-d35d-4453-9c6f-a463aae40722" providerId="ADAL" clId="{CC6B5282-6613-48F0-886F-796865211BB0}" dt="2024-09-11T12:42:03.189" v="17"/>
        <pc:sldMkLst>
          <pc:docMk/>
          <pc:sldMk cId="2504047100" sldId="272"/>
        </pc:sldMkLst>
      </pc:sldChg>
      <pc:sldChg chg="add del">
        <pc:chgData name="Ms Alina Arshad" userId="cccdfd85-d35d-4453-9c6f-a463aae40722" providerId="ADAL" clId="{CC6B5282-6613-48F0-886F-796865211BB0}" dt="2024-09-11T12:42:03.189" v="17"/>
        <pc:sldMkLst>
          <pc:docMk/>
          <pc:sldMk cId="4283755204" sldId="273"/>
        </pc:sldMkLst>
      </pc:sldChg>
      <pc:sldChg chg="add del">
        <pc:chgData name="Ms Alina Arshad" userId="cccdfd85-d35d-4453-9c6f-a463aae40722" providerId="ADAL" clId="{CC6B5282-6613-48F0-886F-796865211BB0}" dt="2024-09-11T12:42:03.189" v="17"/>
        <pc:sldMkLst>
          <pc:docMk/>
          <pc:sldMk cId="2935103945" sldId="274"/>
        </pc:sldMkLst>
      </pc:sldChg>
      <pc:sldChg chg="modSp add mod">
        <pc:chgData name="Ms Alina Arshad" userId="cccdfd85-d35d-4453-9c6f-a463aae40722" providerId="ADAL" clId="{CC6B5282-6613-48F0-886F-796865211BB0}" dt="2024-09-11T12:42:03.381" v="23" actId="27636"/>
        <pc:sldMkLst>
          <pc:docMk/>
          <pc:sldMk cId="1497646456" sldId="275"/>
        </pc:sldMkLst>
        <pc:spChg chg="mod">
          <ac:chgData name="Ms Alina Arshad" userId="cccdfd85-d35d-4453-9c6f-a463aae40722" providerId="ADAL" clId="{CC6B5282-6613-48F0-886F-796865211BB0}" dt="2024-09-11T12:42:03.381" v="23" actId="27636"/>
          <ac:spMkLst>
            <pc:docMk/>
            <pc:sldMk cId="1497646456" sldId="275"/>
            <ac:spMk id="240" creationId="{00000000-0000-0000-0000-000000000000}"/>
          </ac:spMkLst>
        </pc:spChg>
      </pc:sldChg>
      <pc:sldChg chg="add">
        <pc:chgData name="Ms Alina Arshad" userId="cccdfd85-d35d-4453-9c6f-a463aae40722" providerId="ADAL" clId="{CC6B5282-6613-48F0-886F-796865211BB0}" dt="2024-09-11T12:42:03.189" v="17"/>
        <pc:sldMkLst>
          <pc:docMk/>
          <pc:sldMk cId="3993717517" sldId="276"/>
        </pc:sldMkLst>
      </pc:sldChg>
      <pc:sldChg chg="add">
        <pc:chgData name="Ms Alina Arshad" userId="cccdfd85-d35d-4453-9c6f-a463aae40722" providerId="ADAL" clId="{CC6B5282-6613-48F0-886F-796865211BB0}" dt="2024-09-11T12:42:03.189" v="17"/>
        <pc:sldMkLst>
          <pc:docMk/>
          <pc:sldMk cId="0" sldId="277"/>
        </pc:sldMkLst>
      </pc:sldChg>
      <pc:sldChg chg="add">
        <pc:chgData name="Ms Alina Arshad" userId="cccdfd85-d35d-4453-9c6f-a463aae40722" providerId="ADAL" clId="{CC6B5282-6613-48F0-886F-796865211BB0}" dt="2024-09-11T12:42:03.189" v="17"/>
        <pc:sldMkLst>
          <pc:docMk/>
          <pc:sldMk cId="2668593764" sldId="278"/>
        </pc:sldMkLst>
      </pc:sldChg>
      <pc:sldChg chg="modSp add del mod">
        <pc:chgData name="Ms Alina Arshad" userId="cccdfd85-d35d-4453-9c6f-a463aae40722" providerId="ADAL" clId="{CC6B5282-6613-48F0-886F-796865211BB0}" dt="2024-09-11T12:42:44.828" v="35" actId="47"/>
        <pc:sldMkLst>
          <pc:docMk/>
          <pc:sldMk cId="1821615422" sldId="280"/>
        </pc:sldMkLst>
        <pc:spChg chg="mod">
          <ac:chgData name="Ms Alina Arshad" userId="cccdfd85-d35d-4453-9c6f-a463aae40722" providerId="ADAL" clId="{CC6B5282-6613-48F0-886F-796865211BB0}" dt="2024-09-11T12:42:42.317" v="34" actId="6549"/>
          <ac:spMkLst>
            <pc:docMk/>
            <pc:sldMk cId="1821615422" sldId="280"/>
            <ac:spMk id="95" creationId="{00000000-0000-0000-0000-000000000000}"/>
          </ac:spMkLst>
        </pc:spChg>
      </pc:sldChg>
      <pc:sldChg chg="add">
        <pc:chgData name="Ms Alina Arshad" userId="cccdfd85-d35d-4453-9c6f-a463aae40722" providerId="ADAL" clId="{CC6B5282-6613-48F0-886F-796865211BB0}" dt="2024-09-11T12:42:03.189" v="17"/>
        <pc:sldMkLst>
          <pc:docMk/>
          <pc:sldMk cId="3605066316" sldId="281"/>
        </pc:sldMkLst>
      </pc:sldChg>
      <pc:sldChg chg="add">
        <pc:chgData name="Ms Alina Arshad" userId="cccdfd85-d35d-4453-9c6f-a463aae40722" providerId="ADAL" clId="{CC6B5282-6613-48F0-886F-796865211BB0}" dt="2024-09-11T12:42:03.189" v="17"/>
        <pc:sldMkLst>
          <pc:docMk/>
          <pc:sldMk cId="24697311" sldId="282"/>
        </pc:sldMkLst>
      </pc:sldChg>
      <pc:sldChg chg="add">
        <pc:chgData name="Ms Alina Arshad" userId="cccdfd85-d35d-4453-9c6f-a463aae40722" providerId="ADAL" clId="{CC6B5282-6613-48F0-886F-796865211BB0}" dt="2024-09-11T12:42:03.189" v="17"/>
        <pc:sldMkLst>
          <pc:docMk/>
          <pc:sldMk cId="3289392637" sldId="283"/>
        </pc:sldMkLst>
      </pc:sldChg>
      <pc:sldChg chg="add">
        <pc:chgData name="Ms Alina Arshad" userId="cccdfd85-d35d-4453-9c6f-a463aae40722" providerId="ADAL" clId="{CC6B5282-6613-48F0-886F-796865211BB0}" dt="2024-09-11T12:42:03.189" v="17"/>
        <pc:sldMkLst>
          <pc:docMk/>
          <pc:sldMk cId="800652809" sldId="284"/>
        </pc:sldMkLst>
      </pc:sldChg>
      <pc:sldChg chg="add">
        <pc:chgData name="Ms Alina Arshad" userId="cccdfd85-d35d-4453-9c6f-a463aae40722" providerId="ADAL" clId="{CC6B5282-6613-48F0-886F-796865211BB0}" dt="2024-09-11T12:42:03.189" v="17"/>
        <pc:sldMkLst>
          <pc:docMk/>
          <pc:sldMk cId="1402144616" sldId="285"/>
        </pc:sldMkLst>
      </pc:sldChg>
      <pc:sldChg chg="add">
        <pc:chgData name="Ms Alina Arshad" userId="cccdfd85-d35d-4453-9c6f-a463aae40722" providerId="ADAL" clId="{CC6B5282-6613-48F0-886F-796865211BB0}" dt="2024-09-11T12:42:03.189" v="17"/>
        <pc:sldMkLst>
          <pc:docMk/>
          <pc:sldMk cId="0" sldId="286"/>
        </pc:sldMkLst>
      </pc:sldChg>
      <pc:sldChg chg="add">
        <pc:chgData name="Ms Alina Arshad" userId="cccdfd85-d35d-4453-9c6f-a463aae40722" providerId="ADAL" clId="{CC6B5282-6613-48F0-886F-796865211BB0}" dt="2024-09-11T12:42:03.189" v="17"/>
        <pc:sldMkLst>
          <pc:docMk/>
          <pc:sldMk cId="3229345964" sldId="287"/>
        </pc:sldMkLst>
      </pc:sldChg>
      <pc:sldChg chg="add">
        <pc:chgData name="Ms Alina Arshad" userId="cccdfd85-d35d-4453-9c6f-a463aae40722" providerId="ADAL" clId="{CC6B5282-6613-48F0-886F-796865211BB0}" dt="2024-09-11T12:42:03.189" v="17"/>
        <pc:sldMkLst>
          <pc:docMk/>
          <pc:sldMk cId="2002870935" sldId="288"/>
        </pc:sldMkLst>
      </pc:sldChg>
      <pc:sldChg chg="modSp add mod">
        <pc:chgData name="Ms Alina Arshad" userId="cccdfd85-d35d-4453-9c6f-a463aae40722" providerId="ADAL" clId="{CC6B5282-6613-48F0-886F-796865211BB0}" dt="2024-09-11T12:42:03.393" v="24" actId="27636"/>
        <pc:sldMkLst>
          <pc:docMk/>
          <pc:sldMk cId="0" sldId="289"/>
        </pc:sldMkLst>
        <pc:spChg chg="mod">
          <ac:chgData name="Ms Alina Arshad" userId="cccdfd85-d35d-4453-9c6f-a463aae40722" providerId="ADAL" clId="{CC6B5282-6613-48F0-886F-796865211BB0}" dt="2024-09-11T12:42:03.393" v="24" actId="27636"/>
          <ac:spMkLst>
            <pc:docMk/>
            <pc:sldMk cId="0" sldId="289"/>
            <ac:spMk id="327" creationId="{00000000-0000-0000-0000-000000000000}"/>
          </ac:spMkLst>
        </pc:spChg>
      </pc:sldChg>
      <pc:sldChg chg="add">
        <pc:chgData name="Ms Alina Arshad" userId="cccdfd85-d35d-4453-9c6f-a463aae40722" providerId="ADAL" clId="{CC6B5282-6613-48F0-886F-796865211BB0}" dt="2024-09-11T12:42:03.189" v="17"/>
        <pc:sldMkLst>
          <pc:docMk/>
          <pc:sldMk cId="0" sldId="290"/>
        </pc:sldMkLst>
      </pc:sldChg>
      <pc:sldChg chg="add">
        <pc:chgData name="Ms Alina Arshad" userId="cccdfd85-d35d-4453-9c6f-a463aae40722" providerId="ADAL" clId="{CC6B5282-6613-48F0-886F-796865211BB0}" dt="2024-09-11T12:42:03.189" v="17"/>
        <pc:sldMkLst>
          <pc:docMk/>
          <pc:sldMk cId="0" sldId="291"/>
        </pc:sldMkLst>
      </pc:sldChg>
      <pc:sldChg chg="add">
        <pc:chgData name="Ms Alina Arshad" userId="cccdfd85-d35d-4453-9c6f-a463aae40722" providerId="ADAL" clId="{CC6B5282-6613-48F0-886F-796865211BB0}" dt="2024-09-11T12:42:03.189" v="17"/>
        <pc:sldMkLst>
          <pc:docMk/>
          <pc:sldMk cId="0" sldId="292"/>
        </pc:sldMkLst>
      </pc:sldChg>
      <pc:sldChg chg="add">
        <pc:chgData name="Ms Alina Arshad" userId="cccdfd85-d35d-4453-9c6f-a463aae40722" providerId="ADAL" clId="{CC6B5282-6613-48F0-886F-796865211BB0}" dt="2024-09-11T12:42:03.189" v="17"/>
        <pc:sldMkLst>
          <pc:docMk/>
          <pc:sldMk cId="0" sldId="293"/>
        </pc:sldMkLst>
      </pc:sldChg>
      <pc:sldChg chg="add">
        <pc:chgData name="Ms Alina Arshad" userId="cccdfd85-d35d-4453-9c6f-a463aae40722" providerId="ADAL" clId="{CC6B5282-6613-48F0-886F-796865211BB0}" dt="2024-09-11T12:42:03.189" v="17"/>
        <pc:sldMkLst>
          <pc:docMk/>
          <pc:sldMk cId="0" sldId="294"/>
        </pc:sldMkLst>
      </pc:sldChg>
      <pc:sldChg chg="add">
        <pc:chgData name="Ms Alina Arshad" userId="cccdfd85-d35d-4453-9c6f-a463aae40722" providerId="ADAL" clId="{CC6B5282-6613-48F0-886F-796865211BB0}" dt="2024-09-11T12:42:03.189" v="17"/>
        <pc:sldMkLst>
          <pc:docMk/>
          <pc:sldMk cId="0" sldId="295"/>
        </pc:sldMkLst>
      </pc:sldChg>
      <pc:sldChg chg="add">
        <pc:chgData name="Ms Alina Arshad" userId="cccdfd85-d35d-4453-9c6f-a463aae40722" providerId="ADAL" clId="{CC6B5282-6613-48F0-886F-796865211BB0}" dt="2024-09-11T12:42:03.189" v="17"/>
        <pc:sldMkLst>
          <pc:docMk/>
          <pc:sldMk cId="0" sldId="296"/>
        </pc:sldMkLst>
      </pc:sldChg>
      <pc:sldChg chg="add">
        <pc:chgData name="Ms Alina Arshad" userId="cccdfd85-d35d-4453-9c6f-a463aae40722" providerId="ADAL" clId="{CC6B5282-6613-48F0-886F-796865211BB0}" dt="2024-09-11T12:42:03.189" v="17"/>
        <pc:sldMkLst>
          <pc:docMk/>
          <pc:sldMk cId="0" sldId="297"/>
        </pc:sldMkLst>
      </pc:sldChg>
      <pc:sldChg chg="add">
        <pc:chgData name="Ms Alina Arshad" userId="cccdfd85-d35d-4453-9c6f-a463aae40722" providerId="ADAL" clId="{CC6B5282-6613-48F0-886F-796865211BB0}" dt="2024-09-11T12:42:03.189" v="17"/>
        <pc:sldMkLst>
          <pc:docMk/>
          <pc:sldMk cId="0" sldId="298"/>
        </pc:sldMkLst>
      </pc:sldChg>
      <pc:sldChg chg="add">
        <pc:chgData name="Ms Alina Arshad" userId="cccdfd85-d35d-4453-9c6f-a463aae40722" providerId="ADAL" clId="{CC6B5282-6613-48F0-886F-796865211BB0}" dt="2024-09-11T12:42:03.189" v="17"/>
        <pc:sldMkLst>
          <pc:docMk/>
          <pc:sldMk cId="0" sldId="299"/>
        </pc:sldMkLst>
      </pc:sldChg>
      <pc:sldChg chg="add">
        <pc:chgData name="Ms Alina Arshad" userId="cccdfd85-d35d-4453-9c6f-a463aae40722" providerId="ADAL" clId="{CC6B5282-6613-48F0-886F-796865211BB0}" dt="2024-09-11T12:42:03.189" v="17"/>
        <pc:sldMkLst>
          <pc:docMk/>
          <pc:sldMk cId="0" sldId="300"/>
        </pc:sldMkLst>
      </pc:sldChg>
      <pc:sldChg chg="add">
        <pc:chgData name="Ms Alina Arshad" userId="cccdfd85-d35d-4453-9c6f-a463aae40722" providerId="ADAL" clId="{CC6B5282-6613-48F0-886F-796865211BB0}" dt="2024-09-11T12:42:03.189" v="17"/>
        <pc:sldMkLst>
          <pc:docMk/>
          <pc:sldMk cId="0" sldId="301"/>
        </pc:sldMkLst>
      </pc:sldChg>
      <pc:sldChg chg="add">
        <pc:chgData name="Ms Alina Arshad" userId="cccdfd85-d35d-4453-9c6f-a463aae40722" providerId="ADAL" clId="{CC6B5282-6613-48F0-886F-796865211BB0}" dt="2024-09-11T12:42:03.189" v="17"/>
        <pc:sldMkLst>
          <pc:docMk/>
          <pc:sldMk cId="0" sldId="302"/>
        </pc:sldMkLst>
      </pc:sldChg>
      <pc:sldChg chg="add">
        <pc:chgData name="Ms Alina Arshad" userId="cccdfd85-d35d-4453-9c6f-a463aae40722" providerId="ADAL" clId="{CC6B5282-6613-48F0-886F-796865211BB0}" dt="2024-09-11T12:42:03.189" v="17"/>
        <pc:sldMkLst>
          <pc:docMk/>
          <pc:sldMk cId="0" sldId="303"/>
        </pc:sldMkLst>
      </pc:sldChg>
      <pc:sldChg chg="add">
        <pc:chgData name="Ms Alina Arshad" userId="cccdfd85-d35d-4453-9c6f-a463aae40722" providerId="ADAL" clId="{CC6B5282-6613-48F0-886F-796865211BB0}" dt="2024-09-11T12:42:03.189" v="17"/>
        <pc:sldMkLst>
          <pc:docMk/>
          <pc:sldMk cId="0" sldId="304"/>
        </pc:sldMkLst>
      </pc:sldChg>
      <pc:sldChg chg="add">
        <pc:chgData name="Ms Alina Arshad" userId="cccdfd85-d35d-4453-9c6f-a463aae40722" providerId="ADAL" clId="{CC6B5282-6613-48F0-886F-796865211BB0}" dt="2024-09-11T12:42:03.189" v="17"/>
        <pc:sldMkLst>
          <pc:docMk/>
          <pc:sldMk cId="0" sldId="305"/>
        </pc:sldMkLst>
      </pc:sldChg>
      <pc:sldChg chg="add">
        <pc:chgData name="Ms Alina Arshad" userId="cccdfd85-d35d-4453-9c6f-a463aae40722" providerId="ADAL" clId="{CC6B5282-6613-48F0-886F-796865211BB0}" dt="2024-09-11T12:42:03.189" v="17"/>
        <pc:sldMkLst>
          <pc:docMk/>
          <pc:sldMk cId="0" sldId="306"/>
        </pc:sldMkLst>
      </pc:sldChg>
      <pc:sldChg chg="add">
        <pc:chgData name="Ms Alina Arshad" userId="cccdfd85-d35d-4453-9c6f-a463aae40722" providerId="ADAL" clId="{CC6B5282-6613-48F0-886F-796865211BB0}" dt="2024-09-11T12:42:03.189" v="17"/>
        <pc:sldMkLst>
          <pc:docMk/>
          <pc:sldMk cId="0" sldId="307"/>
        </pc:sldMkLst>
      </pc:sldChg>
      <pc:sldChg chg="add">
        <pc:chgData name="Ms Alina Arshad" userId="cccdfd85-d35d-4453-9c6f-a463aae40722" providerId="ADAL" clId="{CC6B5282-6613-48F0-886F-796865211BB0}" dt="2024-09-11T12:42:03.189" v="17"/>
        <pc:sldMkLst>
          <pc:docMk/>
          <pc:sldMk cId="0" sldId="308"/>
        </pc:sldMkLst>
      </pc:sldChg>
      <pc:sldChg chg="add">
        <pc:chgData name="Ms Alina Arshad" userId="cccdfd85-d35d-4453-9c6f-a463aae40722" providerId="ADAL" clId="{CC6B5282-6613-48F0-886F-796865211BB0}" dt="2024-09-11T12:42:03.189" v="17"/>
        <pc:sldMkLst>
          <pc:docMk/>
          <pc:sldMk cId="0" sldId="309"/>
        </pc:sldMkLst>
      </pc:sldChg>
      <pc:sldChg chg="add">
        <pc:chgData name="Ms Alina Arshad" userId="cccdfd85-d35d-4453-9c6f-a463aae40722" providerId="ADAL" clId="{CC6B5282-6613-48F0-886F-796865211BB0}" dt="2024-09-11T12:42:03.189" v="17"/>
        <pc:sldMkLst>
          <pc:docMk/>
          <pc:sldMk cId="0" sldId="310"/>
        </pc:sldMkLst>
      </pc:sldChg>
      <pc:sldChg chg="add">
        <pc:chgData name="Ms Alina Arshad" userId="cccdfd85-d35d-4453-9c6f-a463aae40722" providerId="ADAL" clId="{CC6B5282-6613-48F0-886F-796865211BB0}" dt="2024-09-11T12:42:03.189" v="17"/>
        <pc:sldMkLst>
          <pc:docMk/>
          <pc:sldMk cId="0" sldId="311"/>
        </pc:sldMkLst>
      </pc:sldChg>
      <pc:sldChg chg="add">
        <pc:chgData name="Ms Alina Arshad" userId="cccdfd85-d35d-4453-9c6f-a463aae40722" providerId="ADAL" clId="{CC6B5282-6613-48F0-886F-796865211BB0}" dt="2024-09-11T12:42:03.189" v="17"/>
        <pc:sldMkLst>
          <pc:docMk/>
          <pc:sldMk cId="0" sldId="312"/>
        </pc:sldMkLst>
      </pc:sldChg>
      <pc:sldChg chg="add">
        <pc:chgData name="Ms Alina Arshad" userId="cccdfd85-d35d-4453-9c6f-a463aae40722" providerId="ADAL" clId="{CC6B5282-6613-48F0-886F-796865211BB0}" dt="2024-09-11T12:42:03.189" v="17"/>
        <pc:sldMkLst>
          <pc:docMk/>
          <pc:sldMk cId="0" sldId="313"/>
        </pc:sldMkLst>
      </pc:sldChg>
      <pc:sldChg chg="add">
        <pc:chgData name="Ms Alina Arshad" userId="cccdfd85-d35d-4453-9c6f-a463aae40722" providerId="ADAL" clId="{CC6B5282-6613-48F0-886F-796865211BB0}" dt="2024-09-11T12:42:03.189" v="17"/>
        <pc:sldMkLst>
          <pc:docMk/>
          <pc:sldMk cId="0" sldId="314"/>
        </pc:sldMkLst>
      </pc:sldChg>
      <pc:sldChg chg="add">
        <pc:chgData name="Ms Alina Arshad" userId="cccdfd85-d35d-4453-9c6f-a463aae40722" providerId="ADAL" clId="{CC6B5282-6613-48F0-886F-796865211BB0}" dt="2024-09-11T12:42:03.189" v="17"/>
        <pc:sldMkLst>
          <pc:docMk/>
          <pc:sldMk cId="0" sldId="315"/>
        </pc:sldMkLst>
      </pc:sldChg>
      <pc:sldChg chg="add">
        <pc:chgData name="Ms Alina Arshad" userId="cccdfd85-d35d-4453-9c6f-a463aae40722" providerId="ADAL" clId="{CC6B5282-6613-48F0-886F-796865211BB0}" dt="2024-09-11T12:42:03.189" v="17"/>
        <pc:sldMkLst>
          <pc:docMk/>
          <pc:sldMk cId="0" sldId="316"/>
        </pc:sldMkLst>
      </pc:sldChg>
      <pc:sldChg chg="add">
        <pc:chgData name="Ms Alina Arshad" userId="cccdfd85-d35d-4453-9c6f-a463aae40722" providerId="ADAL" clId="{CC6B5282-6613-48F0-886F-796865211BB0}" dt="2024-09-11T12:42:03.189" v="17"/>
        <pc:sldMkLst>
          <pc:docMk/>
          <pc:sldMk cId="0" sldId="317"/>
        </pc:sldMkLst>
      </pc:sldChg>
      <pc:sldChg chg="add">
        <pc:chgData name="Ms Alina Arshad" userId="cccdfd85-d35d-4453-9c6f-a463aae40722" providerId="ADAL" clId="{CC6B5282-6613-48F0-886F-796865211BB0}" dt="2024-09-11T12:42:03.189" v="17"/>
        <pc:sldMkLst>
          <pc:docMk/>
          <pc:sldMk cId="0" sldId="318"/>
        </pc:sldMkLst>
      </pc:sldChg>
      <pc:sldChg chg="add">
        <pc:chgData name="Ms Alina Arshad" userId="cccdfd85-d35d-4453-9c6f-a463aae40722" providerId="ADAL" clId="{CC6B5282-6613-48F0-886F-796865211BB0}" dt="2024-09-11T12:42:03.189" v="17"/>
        <pc:sldMkLst>
          <pc:docMk/>
          <pc:sldMk cId="0" sldId="319"/>
        </pc:sldMkLst>
      </pc:sldChg>
      <pc:sldChg chg="modSp add mod">
        <pc:chgData name="Ms Alina Arshad" userId="cccdfd85-d35d-4453-9c6f-a463aae40722" providerId="ADAL" clId="{CC6B5282-6613-48F0-886F-796865211BB0}" dt="2024-09-11T12:42:03.479" v="25" actId="27636"/>
        <pc:sldMkLst>
          <pc:docMk/>
          <pc:sldMk cId="0" sldId="320"/>
        </pc:sldMkLst>
        <pc:spChg chg="mod">
          <ac:chgData name="Ms Alina Arshad" userId="cccdfd85-d35d-4453-9c6f-a463aae40722" providerId="ADAL" clId="{CC6B5282-6613-48F0-886F-796865211BB0}" dt="2024-09-11T12:42:03.479" v="25" actId="27636"/>
          <ac:spMkLst>
            <pc:docMk/>
            <pc:sldMk cId="0" sldId="320"/>
            <ac:spMk id="549" creationId="{00000000-0000-0000-0000-000000000000}"/>
          </ac:spMkLst>
        </pc:spChg>
      </pc:sldChg>
      <pc:sldChg chg="add">
        <pc:chgData name="Ms Alina Arshad" userId="cccdfd85-d35d-4453-9c6f-a463aae40722" providerId="ADAL" clId="{CC6B5282-6613-48F0-886F-796865211BB0}" dt="2024-09-11T12:42:03.189" v="17"/>
        <pc:sldMkLst>
          <pc:docMk/>
          <pc:sldMk cId="0" sldId="321"/>
        </pc:sldMkLst>
      </pc:sldChg>
      <pc:sldChg chg="add">
        <pc:chgData name="Ms Alina Arshad" userId="cccdfd85-d35d-4453-9c6f-a463aae40722" providerId="ADAL" clId="{CC6B5282-6613-48F0-886F-796865211BB0}" dt="2024-09-11T12:42:03.189" v="17"/>
        <pc:sldMkLst>
          <pc:docMk/>
          <pc:sldMk cId="0" sldId="322"/>
        </pc:sldMkLst>
      </pc:sldChg>
      <pc:sldChg chg="add">
        <pc:chgData name="Ms Alina Arshad" userId="cccdfd85-d35d-4453-9c6f-a463aae40722" providerId="ADAL" clId="{CC6B5282-6613-48F0-886F-796865211BB0}" dt="2024-09-11T12:42:03.189" v="17"/>
        <pc:sldMkLst>
          <pc:docMk/>
          <pc:sldMk cId="0" sldId="323"/>
        </pc:sldMkLst>
      </pc:sldChg>
      <pc:sldChg chg="add">
        <pc:chgData name="Ms Alina Arshad" userId="cccdfd85-d35d-4453-9c6f-a463aae40722" providerId="ADAL" clId="{CC6B5282-6613-48F0-886F-796865211BB0}" dt="2024-09-11T12:42:03.189" v="17"/>
        <pc:sldMkLst>
          <pc:docMk/>
          <pc:sldMk cId="0" sldId="324"/>
        </pc:sldMkLst>
      </pc:sldChg>
      <pc:sldChg chg="add">
        <pc:chgData name="Ms Alina Arshad" userId="cccdfd85-d35d-4453-9c6f-a463aae40722" providerId="ADAL" clId="{CC6B5282-6613-48F0-886F-796865211BB0}" dt="2024-09-11T12:42:03.189" v="17"/>
        <pc:sldMkLst>
          <pc:docMk/>
          <pc:sldMk cId="0" sldId="325"/>
        </pc:sldMkLst>
      </pc:sldChg>
      <pc:sldChg chg="add">
        <pc:chgData name="Ms Alina Arshad" userId="cccdfd85-d35d-4453-9c6f-a463aae40722" providerId="ADAL" clId="{CC6B5282-6613-48F0-886F-796865211BB0}" dt="2024-09-11T12:42:03.189" v="17"/>
        <pc:sldMkLst>
          <pc:docMk/>
          <pc:sldMk cId="0" sldId="326"/>
        </pc:sldMkLst>
      </pc:sldChg>
      <pc:sldChg chg="modSp add mod">
        <pc:chgData name="Ms Alina Arshad" userId="cccdfd85-d35d-4453-9c6f-a463aae40722" providerId="ADAL" clId="{CC6B5282-6613-48F0-886F-796865211BB0}" dt="2024-09-11T12:42:03.520" v="26" actId="27636"/>
        <pc:sldMkLst>
          <pc:docMk/>
          <pc:sldMk cId="0" sldId="327"/>
        </pc:sldMkLst>
        <pc:spChg chg="mod">
          <ac:chgData name="Ms Alina Arshad" userId="cccdfd85-d35d-4453-9c6f-a463aae40722" providerId="ADAL" clId="{CC6B5282-6613-48F0-886F-796865211BB0}" dt="2024-09-11T12:42:03.520" v="26" actId="27636"/>
          <ac:spMkLst>
            <pc:docMk/>
            <pc:sldMk cId="0" sldId="327"/>
            <ac:spMk id="597" creationId="{00000000-0000-0000-0000-000000000000}"/>
          </ac:spMkLst>
        </pc:spChg>
      </pc:sldChg>
      <pc:sldChg chg="add">
        <pc:chgData name="Ms Alina Arshad" userId="cccdfd85-d35d-4453-9c6f-a463aae40722" providerId="ADAL" clId="{CC6B5282-6613-48F0-886F-796865211BB0}" dt="2024-09-11T12:42:03.189" v="17"/>
        <pc:sldMkLst>
          <pc:docMk/>
          <pc:sldMk cId="0" sldId="328"/>
        </pc:sldMkLst>
      </pc:sldChg>
      <pc:sldChg chg="add">
        <pc:chgData name="Ms Alina Arshad" userId="cccdfd85-d35d-4453-9c6f-a463aae40722" providerId="ADAL" clId="{CC6B5282-6613-48F0-886F-796865211BB0}" dt="2024-09-11T12:42:03.189" v="17"/>
        <pc:sldMkLst>
          <pc:docMk/>
          <pc:sldMk cId="0" sldId="329"/>
        </pc:sldMkLst>
      </pc:sldChg>
      <pc:sldChg chg="add">
        <pc:chgData name="Ms Alina Arshad" userId="cccdfd85-d35d-4453-9c6f-a463aae40722" providerId="ADAL" clId="{CC6B5282-6613-48F0-886F-796865211BB0}" dt="2024-09-11T12:42:03.189" v="17"/>
        <pc:sldMkLst>
          <pc:docMk/>
          <pc:sldMk cId="0" sldId="330"/>
        </pc:sldMkLst>
      </pc:sldChg>
      <pc:sldChg chg="add">
        <pc:chgData name="Ms Alina Arshad" userId="cccdfd85-d35d-4453-9c6f-a463aae40722" providerId="ADAL" clId="{CC6B5282-6613-48F0-886F-796865211BB0}" dt="2024-09-11T12:42:03.189" v="17"/>
        <pc:sldMkLst>
          <pc:docMk/>
          <pc:sldMk cId="0" sldId="331"/>
        </pc:sldMkLst>
      </pc:sldChg>
      <pc:sldChg chg="add">
        <pc:chgData name="Ms Alina Arshad" userId="cccdfd85-d35d-4453-9c6f-a463aae40722" providerId="ADAL" clId="{CC6B5282-6613-48F0-886F-796865211BB0}" dt="2024-09-11T12:42:03.189" v="17"/>
        <pc:sldMkLst>
          <pc:docMk/>
          <pc:sldMk cId="0" sldId="332"/>
        </pc:sldMkLst>
      </pc:sldChg>
      <pc:sldChg chg="add">
        <pc:chgData name="Ms Alina Arshad" userId="cccdfd85-d35d-4453-9c6f-a463aae40722" providerId="ADAL" clId="{CC6B5282-6613-48F0-886F-796865211BB0}" dt="2024-09-11T12:42:03.189" v="17"/>
        <pc:sldMkLst>
          <pc:docMk/>
          <pc:sldMk cId="0" sldId="333"/>
        </pc:sldMkLst>
      </pc:sldChg>
      <pc:sldChg chg="add">
        <pc:chgData name="Ms Alina Arshad" userId="cccdfd85-d35d-4453-9c6f-a463aae40722" providerId="ADAL" clId="{CC6B5282-6613-48F0-886F-796865211BB0}" dt="2024-09-11T12:42:03.189" v="17"/>
        <pc:sldMkLst>
          <pc:docMk/>
          <pc:sldMk cId="0" sldId="334"/>
        </pc:sldMkLst>
      </pc:sldChg>
      <pc:sldChg chg="add">
        <pc:chgData name="Ms Alina Arshad" userId="cccdfd85-d35d-4453-9c6f-a463aae40722" providerId="ADAL" clId="{CC6B5282-6613-48F0-886F-796865211BB0}" dt="2024-09-11T12:42:03.189" v="17"/>
        <pc:sldMkLst>
          <pc:docMk/>
          <pc:sldMk cId="0" sldId="335"/>
        </pc:sldMkLst>
      </pc:sldChg>
      <pc:sldChg chg="add">
        <pc:chgData name="Ms Alina Arshad" userId="cccdfd85-d35d-4453-9c6f-a463aae40722" providerId="ADAL" clId="{CC6B5282-6613-48F0-886F-796865211BB0}" dt="2024-09-11T12:42:03.189" v="17"/>
        <pc:sldMkLst>
          <pc:docMk/>
          <pc:sldMk cId="0" sldId="336"/>
        </pc:sldMkLst>
      </pc:sldChg>
      <pc:sldChg chg="add">
        <pc:chgData name="Ms Alina Arshad" userId="cccdfd85-d35d-4453-9c6f-a463aae40722" providerId="ADAL" clId="{CC6B5282-6613-48F0-886F-796865211BB0}" dt="2024-09-11T12:42:03.189" v="17"/>
        <pc:sldMkLst>
          <pc:docMk/>
          <pc:sldMk cId="0" sldId="337"/>
        </pc:sldMkLst>
      </pc:sldChg>
    </pc:docChg>
  </pc:docChgLst>
  <pc:docChgLst>
    <pc:chgData name="Ms Alina Arshad" userId="cccdfd85-d35d-4453-9c6f-a463aae40722" providerId="ADAL" clId="{6EDDA1BD-D3CC-45E4-ACF9-6AC323ACE8EB}"/>
    <pc:docChg chg="modSld">
      <pc:chgData name="Ms Alina Arshad" userId="cccdfd85-d35d-4453-9c6f-a463aae40722" providerId="ADAL" clId="{6EDDA1BD-D3CC-45E4-ACF9-6AC323ACE8EB}" dt="2024-10-01T05:29:43.597" v="2" actId="478"/>
      <pc:docMkLst>
        <pc:docMk/>
      </pc:docMkLst>
      <pc:sldChg chg="modSp mod">
        <pc:chgData name="Ms Alina Arshad" userId="cccdfd85-d35d-4453-9c6f-a463aae40722" providerId="ADAL" clId="{6EDDA1BD-D3CC-45E4-ACF9-6AC323ACE8EB}" dt="2024-10-01T05:14:42.548" v="1" actId="20577"/>
        <pc:sldMkLst>
          <pc:docMk/>
          <pc:sldMk cId="0" sldId="352"/>
        </pc:sldMkLst>
        <pc:spChg chg="mod">
          <ac:chgData name="Ms Alina Arshad" userId="cccdfd85-d35d-4453-9c6f-a463aae40722" providerId="ADAL" clId="{6EDDA1BD-D3CC-45E4-ACF9-6AC323ACE8EB}" dt="2024-10-01T05:14:42.548" v="1" actId="20577"/>
          <ac:spMkLst>
            <pc:docMk/>
            <pc:sldMk cId="0" sldId="352"/>
            <ac:spMk id="64516" creationId="{D2D679A3-2E8D-4632-948B-DAF7F009B134}"/>
          </ac:spMkLst>
        </pc:spChg>
      </pc:sldChg>
      <pc:sldChg chg="delSp">
        <pc:chgData name="Ms Alina Arshad" userId="cccdfd85-d35d-4453-9c6f-a463aae40722" providerId="ADAL" clId="{6EDDA1BD-D3CC-45E4-ACF9-6AC323ACE8EB}" dt="2024-10-01T05:29:43.597" v="2" actId="478"/>
        <pc:sldMkLst>
          <pc:docMk/>
          <pc:sldMk cId="0" sldId="368"/>
        </pc:sldMkLst>
        <pc:spChg chg="del">
          <ac:chgData name="Ms Alina Arshad" userId="cccdfd85-d35d-4453-9c6f-a463aae40722" providerId="ADAL" clId="{6EDDA1BD-D3CC-45E4-ACF9-6AC323ACE8EB}" dt="2024-10-01T05:29:43.597" v="2" actId="478"/>
          <ac:spMkLst>
            <pc:docMk/>
            <pc:sldMk cId="0" sldId="368"/>
            <ac:spMk id="80898" creationId="{52ED864D-0629-4251-9D8E-CE2EF8458A4D}"/>
          </ac:spMkLst>
        </pc:spChg>
      </pc:sldChg>
    </pc:docChg>
  </pc:docChgLst>
  <pc:docChgLst>
    <pc:chgData name="Ms Alina Arshad" userId="cccdfd85-d35d-4453-9c6f-a463aae40722" providerId="ADAL" clId="{506AEF98-43AF-47E5-97BE-CEE6E380F332}"/>
    <pc:docChg chg="custSel addSld delSld modSld">
      <pc:chgData name="Ms Alina Arshad" userId="cccdfd85-d35d-4453-9c6f-a463aae40722" providerId="ADAL" clId="{506AEF98-43AF-47E5-97BE-CEE6E380F332}" dt="2024-09-06T05:02:08.009" v="313" actId="207"/>
      <pc:docMkLst>
        <pc:docMk/>
      </pc:docMkLst>
      <pc:sldChg chg="modSp mod">
        <pc:chgData name="Ms Alina Arshad" userId="cccdfd85-d35d-4453-9c6f-a463aae40722" providerId="ADAL" clId="{506AEF98-43AF-47E5-97BE-CEE6E380F332}" dt="2024-09-05T09:07:33.153" v="31" actId="2711"/>
        <pc:sldMkLst>
          <pc:docMk/>
          <pc:sldMk cId="3322361034" sldId="256"/>
        </pc:sldMkLst>
        <pc:spChg chg="mod">
          <ac:chgData name="Ms Alina Arshad" userId="cccdfd85-d35d-4453-9c6f-a463aae40722" providerId="ADAL" clId="{506AEF98-43AF-47E5-97BE-CEE6E380F332}" dt="2024-09-05T09:07:33.153" v="31" actId="2711"/>
          <ac:spMkLst>
            <pc:docMk/>
            <pc:sldMk cId="3322361034" sldId="256"/>
            <ac:spMk id="3" creationId="{44E9F82C-BBA7-3495-1097-BEDB54FFFDF4}"/>
          </ac:spMkLst>
        </pc:spChg>
      </pc:sldChg>
      <pc:sldChg chg="add del">
        <pc:chgData name="Ms Alina Arshad" userId="cccdfd85-d35d-4453-9c6f-a463aae40722" providerId="ADAL" clId="{506AEF98-43AF-47E5-97BE-CEE6E380F332}" dt="2024-09-05T09:07:40.105" v="32" actId="47"/>
        <pc:sldMkLst>
          <pc:docMk/>
          <pc:sldMk cId="0" sldId="257"/>
        </pc:sldMkLst>
      </pc:sldChg>
      <pc:sldChg chg="modSp add del mod">
        <pc:chgData name="Ms Alina Arshad" userId="cccdfd85-d35d-4453-9c6f-a463aae40722" providerId="ADAL" clId="{506AEF98-43AF-47E5-97BE-CEE6E380F332}" dt="2024-09-05T09:16:16.547" v="48" actId="5793"/>
        <pc:sldMkLst>
          <pc:docMk/>
          <pc:sldMk cId="0" sldId="258"/>
        </pc:sldMkLst>
        <pc:spChg chg="mod">
          <ac:chgData name="Ms Alina Arshad" userId="cccdfd85-d35d-4453-9c6f-a463aae40722" providerId="ADAL" clId="{506AEF98-43AF-47E5-97BE-CEE6E380F332}" dt="2024-09-05T09:07:46.918" v="35" actId="207"/>
          <ac:spMkLst>
            <pc:docMk/>
            <pc:sldMk cId="0" sldId="258"/>
            <ac:spMk id="2" creationId="{00000000-0000-0000-0000-000000000000}"/>
          </ac:spMkLst>
        </pc:spChg>
        <pc:spChg chg="mod">
          <ac:chgData name="Ms Alina Arshad" userId="cccdfd85-d35d-4453-9c6f-a463aae40722" providerId="ADAL" clId="{506AEF98-43AF-47E5-97BE-CEE6E380F332}" dt="2024-09-05T09:16:16.547" v="48" actId="5793"/>
          <ac:spMkLst>
            <pc:docMk/>
            <pc:sldMk cId="0" sldId="258"/>
            <ac:spMk id="3" creationId="{00000000-0000-0000-0000-000000000000}"/>
          </ac:spMkLst>
        </pc:spChg>
      </pc:sldChg>
      <pc:sldChg chg="delSp modSp add del mod">
        <pc:chgData name="Ms Alina Arshad" userId="cccdfd85-d35d-4453-9c6f-a463aae40722" providerId="ADAL" clId="{506AEF98-43AF-47E5-97BE-CEE6E380F332}" dt="2024-09-05T09:25:27.259" v="160" actId="207"/>
        <pc:sldMkLst>
          <pc:docMk/>
          <pc:sldMk cId="0" sldId="259"/>
        </pc:sldMkLst>
        <pc:spChg chg="mod">
          <ac:chgData name="Ms Alina Arshad" userId="cccdfd85-d35d-4453-9c6f-a463aae40722" providerId="ADAL" clId="{506AEF98-43AF-47E5-97BE-CEE6E380F332}" dt="2024-09-05T09:17:01.684" v="52" actId="113"/>
          <ac:spMkLst>
            <pc:docMk/>
            <pc:sldMk cId="0" sldId="259"/>
            <ac:spMk id="2" creationId="{00000000-0000-0000-0000-000000000000}"/>
          </ac:spMkLst>
        </pc:spChg>
        <pc:spChg chg="mod">
          <ac:chgData name="Ms Alina Arshad" userId="cccdfd85-d35d-4453-9c6f-a463aae40722" providerId="ADAL" clId="{506AEF98-43AF-47E5-97BE-CEE6E380F332}" dt="2024-09-05T09:17:19.919" v="57" actId="14100"/>
          <ac:spMkLst>
            <pc:docMk/>
            <pc:sldMk cId="0" sldId="259"/>
            <ac:spMk id="3" creationId="{00000000-0000-0000-0000-000000000000}"/>
          </ac:spMkLst>
        </pc:spChg>
        <pc:graphicFrameChg chg="mod modGraphic">
          <ac:chgData name="Ms Alina Arshad" userId="cccdfd85-d35d-4453-9c6f-a463aae40722" providerId="ADAL" clId="{506AEF98-43AF-47E5-97BE-CEE6E380F332}" dt="2024-09-05T09:25:27.259" v="160" actId="207"/>
          <ac:graphicFrameMkLst>
            <pc:docMk/>
            <pc:sldMk cId="0" sldId="259"/>
            <ac:graphicFrameMk id="5" creationId="{00000000-0000-0000-0000-000000000000}"/>
          </ac:graphicFrameMkLst>
        </pc:graphicFrameChg>
        <pc:picChg chg="del mod">
          <ac:chgData name="Ms Alina Arshad" userId="cccdfd85-d35d-4453-9c6f-a463aae40722" providerId="ADAL" clId="{506AEF98-43AF-47E5-97BE-CEE6E380F332}" dt="2024-09-05T09:17:31.759" v="61" actId="478"/>
          <ac:picMkLst>
            <pc:docMk/>
            <pc:sldMk cId="0" sldId="259"/>
            <ac:picMk id="4" creationId="{00000000-0000-0000-0000-000000000000}"/>
          </ac:picMkLst>
        </pc:picChg>
      </pc:sldChg>
      <pc:sldChg chg="delSp modSp add del mod">
        <pc:chgData name="Ms Alina Arshad" userId="cccdfd85-d35d-4453-9c6f-a463aae40722" providerId="ADAL" clId="{506AEF98-43AF-47E5-97BE-CEE6E380F332}" dt="2024-09-05T09:25:45.452" v="163" actId="207"/>
        <pc:sldMkLst>
          <pc:docMk/>
          <pc:sldMk cId="0" sldId="260"/>
        </pc:sldMkLst>
        <pc:spChg chg="mod">
          <ac:chgData name="Ms Alina Arshad" userId="cccdfd85-d35d-4453-9c6f-a463aae40722" providerId="ADAL" clId="{506AEF98-43AF-47E5-97BE-CEE6E380F332}" dt="2024-09-05T09:20:13.003" v="92" actId="1076"/>
          <ac:spMkLst>
            <pc:docMk/>
            <pc:sldMk cId="0" sldId="260"/>
            <ac:spMk id="2" creationId="{00000000-0000-0000-0000-000000000000}"/>
          </ac:spMkLst>
        </pc:spChg>
        <pc:spChg chg="mod">
          <ac:chgData name="Ms Alina Arshad" userId="cccdfd85-d35d-4453-9c6f-a463aae40722" providerId="ADAL" clId="{506AEF98-43AF-47E5-97BE-CEE6E380F332}" dt="2024-09-05T09:21:43.387" v="119" actId="14100"/>
          <ac:spMkLst>
            <pc:docMk/>
            <pc:sldMk cId="0" sldId="260"/>
            <ac:spMk id="5" creationId="{00000000-0000-0000-0000-000000000000}"/>
          </ac:spMkLst>
        </pc:spChg>
        <pc:spChg chg="mod">
          <ac:chgData name="Ms Alina Arshad" userId="cccdfd85-d35d-4453-9c6f-a463aae40722" providerId="ADAL" clId="{506AEF98-43AF-47E5-97BE-CEE6E380F332}" dt="2024-09-05T09:21:35.811" v="117" actId="14100"/>
          <ac:spMkLst>
            <pc:docMk/>
            <pc:sldMk cId="0" sldId="260"/>
            <ac:spMk id="8" creationId="{00000000-0000-0000-0000-000000000000}"/>
          </ac:spMkLst>
        </pc:spChg>
        <pc:graphicFrameChg chg="mod modGraphic">
          <ac:chgData name="Ms Alina Arshad" userId="cccdfd85-d35d-4453-9c6f-a463aae40722" providerId="ADAL" clId="{506AEF98-43AF-47E5-97BE-CEE6E380F332}" dt="2024-09-05T09:25:38.150" v="161" actId="207"/>
          <ac:graphicFrameMkLst>
            <pc:docMk/>
            <pc:sldMk cId="0" sldId="260"/>
            <ac:graphicFrameMk id="4" creationId="{00000000-0000-0000-0000-000000000000}"/>
          </ac:graphicFrameMkLst>
        </pc:graphicFrameChg>
        <pc:graphicFrameChg chg="mod modGraphic">
          <ac:chgData name="Ms Alina Arshad" userId="cccdfd85-d35d-4453-9c6f-a463aae40722" providerId="ADAL" clId="{506AEF98-43AF-47E5-97BE-CEE6E380F332}" dt="2024-09-05T09:25:45.452" v="163" actId="207"/>
          <ac:graphicFrameMkLst>
            <pc:docMk/>
            <pc:sldMk cId="0" sldId="260"/>
            <ac:graphicFrameMk id="7" creationId="{00000000-0000-0000-0000-000000000000}"/>
          </ac:graphicFrameMkLst>
        </pc:graphicFrameChg>
        <pc:picChg chg="del">
          <ac:chgData name="Ms Alina Arshad" userId="cccdfd85-d35d-4453-9c6f-a463aae40722" providerId="ADAL" clId="{506AEF98-43AF-47E5-97BE-CEE6E380F332}" dt="2024-09-05T09:20:24.155" v="95" actId="478"/>
          <ac:picMkLst>
            <pc:docMk/>
            <pc:sldMk cId="0" sldId="260"/>
            <ac:picMk id="3" creationId="{00000000-0000-0000-0000-000000000000}"/>
          </ac:picMkLst>
        </pc:picChg>
        <pc:picChg chg="del">
          <ac:chgData name="Ms Alina Arshad" userId="cccdfd85-d35d-4453-9c6f-a463aae40722" providerId="ADAL" clId="{506AEF98-43AF-47E5-97BE-CEE6E380F332}" dt="2024-09-05T09:21:48.675" v="121" actId="478"/>
          <ac:picMkLst>
            <pc:docMk/>
            <pc:sldMk cId="0" sldId="260"/>
            <ac:picMk id="6" creationId="{00000000-0000-0000-0000-000000000000}"/>
          </ac:picMkLst>
        </pc:picChg>
      </pc:sldChg>
      <pc:sldChg chg="addSp delSp modSp add del mod">
        <pc:chgData name="Ms Alina Arshad" userId="cccdfd85-d35d-4453-9c6f-a463aae40722" providerId="ADAL" clId="{506AEF98-43AF-47E5-97BE-CEE6E380F332}" dt="2024-09-05T09:25:51.450" v="164" actId="207"/>
        <pc:sldMkLst>
          <pc:docMk/>
          <pc:sldMk cId="0" sldId="261"/>
        </pc:sldMkLst>
        <pc:spChg chg="del">
          <ac:chgData name="Ms Alina Arshad" userId="cccdfd85-d35d-4453-9c6f-a463aae40722" providerId="ADAL" clId="{506AEF98-43AF-47E5-97BE-CEE6E380F332}" dt="2024-09-05T09:24:03.114" v="142" actId="478"/>
          <ac:spMkLst>
            <pc:docMk/>
            <pc:sldMk cId="0" sldId="261"/>
            <ac:spMk id="2" creationId="{00000000-0000-0000-0000-000000000000}"/>
          </ac:spMkLst>
        </pc:spChg>
        <pc:spChg chg="mod">
          <ac:chgData name="Ms Alina Arshad" userId="cccdfd85-d35d-4453-9c6f-a463aae40722" providerId="ADAL" clId="{506AEF98-43AF-47E5-97BE-CEE6E380F332}" dt="2024-09-05T09:24:27.558" v="148" actId="2711"/>
          <ac:spMkLst>
            <pc:docMk/>
            <pc:sldMk cId="0" sldId="261"/>
            <ac:spMk id="3" creationId="{00000000-0000-0000-0000-000000000000}"/>
          </ac:spMkLst>
        </pc:spChg>
        <pc:spChg chg="add del mod">
          <ac:chgData name="Ms Alina Arshad" userId="cccdfd85-d35d-4453-9c6f-a463aae40722" providerId="ADAL" clId="{506AEF98-43AF-47E5-97BE-CEE6E380F332}" dt="2024-09-05T09:24:06.217" v="143" actId="478"/>
          <ac:spMkLst>
            <pc:docMk/>
            <pc:sldMk cId="0" sldId="261"/>
            <ac:spMk id="7" creationId="{9B225BDB-465A-3ADD-4CEC-29C7CC1832AD}"/>
          </ac:spMkLst>
        </pc:spChg>
        <pc:spChg chg="add mod">
          <ac:chgData name="Ms Alina Arshad" userId="cccdfd85-d35d-4453-9c6f-a463aae40722" providerId="ADAL" clId="{506AEF98-43AF-47E5-97BE-CEE6E380F332}" dt="2024-09-05T09:24:07.546" v="144"/>
          <ac:spMkLst>
            <pc:docMk/>
            <pc:sldMk cId="0" sldId="261"/>
            <ac:spMk id="8" creationId="{882DBBE7-BADA-A9F1-3050-34ED00C528A2}"/>
          </ac:spMkLst>
        </pc:spChg>
        <pc:graphicFrameChg chg="mod modGraphic">
          <ac:chgData name="Ms Alina Arshad" userId="cccdfd85-d35d-4453-9c6f-a463aae40722" providerId="ADAL" clId="{506AEF98-43AF-47E5-97BE-CEE6E380F332}" dt="2024-09-05T09:25:51.450" v="164" actId="207"/>
          <ac:graphicFrameMkLst>
            <pc:docMk/>
            <pc:sldMk cId="0" sldId="261"/>
            <ac:graphicFrameMk id="5" creationId="{00000000-0000-0000-0000-000000000000}"/>
          </ac:graphicFrameMkLst>
        </pc:graphicFrameChg>
        <pc:picChg chg="del">
          <ac:chgData name="Ms Alina Arshad" userId="cccdfd85-d35d-4453-9c6f-a463aae40722" providerId="ADAL" clId="{506AEF98-43AF-47E5-97BE-CEE6E380F332}" dt="2024-09-05T09:24:18.348" v="147" actId="478"/>
          <ac:picMkLst>
            <pc:docMk/>
            <pc:sldMk cId="0" sldId="261"/>
            <ac:picMk id="4" creationId="{00000000-0000-0000-0000-000000000000}"/>
          </ac:picMkLst>
        </pc:picChg>
      </pc:sldChg>
      <pc:sldChg chg="modSp add del mod">
        <pc:chgData name="Ms Alina Arshad" userId="cccdfd85-d35d-4453-9c6f-a463aae40722" providerId="ADAL" clId="{506AEF98-43AF-47E5-97BE-CEE6E380F332}" dt="2024-09-05T09:26:42.097" v="174" actId="207"/>
        <pc:sldMkLst>
          <pc:docMk/>
          <pc:sldMk cId="0" sldId="262"/>
        </pc:sldMkLst>
        <pc:spChg chg="mod">
          <ac:chgData name="Ms Alina Arshad" userId="cccdfd85-d35d-4453-9c6f-a463aae40722" providerId="ADAL" clId="{506AEF98-43AF-47E5-97BE-CEE6E380F332}" dt="2024-09-05T09:26:08.874" v="168" actId="1076"/>
          <ac:spMkLst>
            <pc:docMk/>
            <pc:sldMk cId="0" sldId="262"/>
            <ac:spMk id="2" creationId="{00000000-0000-0000-0000-000000000000}"/>
          </ac:spMkLst>
        </pc:spChg>
        <pc:spChg chg="mod">
          <ac:chgData name="Ms Alina Arshad" userId="cccdfd85-d35d-4453-9c6f-a463aae40722" providerId="ADAL" clId="{506AEF98-43AF-47E5-97BE-CEE6E380F332}" dt="2024-09-05T09:26:42.097" v="174" actId="207"/>
          <ac:spMkLst>
            <pc:docMk/>
            <pc:sldMk cId="0" sldId="262"/>
            <ac:spMk id="3" creationId="{00000000-0000-0000-0000-000000000000}"/>
          </ac:spMkLst>
        </pc:spChg>
      </pc:sldChg>
      <pc:sldChg chg="modSp add del mod">
        <pc:chgData name="Ms Alina Arshad" userId="cccdfd85-d35d-4453-9c6f-a463aae40722" providerId="ADAL" clId="{506AEF98-43AF-47E5-97BE-CEE6E380F332}" dt="2024-09-05T09:27:22.823" v="183" actId="207"/>
        <pc:sldMkLst>
          <pc:docMk/>
          <pc:sldMk cId="0" sldId="263"/>
        </pc:sldMkLst>
        <pc:spChg chg="mod">
          <ac:chgData name="Ms Alina Arshad" userId="cccdfd85-d35d-4453-9c6f-a463aae40722" providerId="ADAL" clId="{506AEF98-43AF-47E5-97BE-CEE6E380F332}" dt="2024-09-05T09:26:56.430" v="178" actId="113"/>
          <ac:spMkLst>
            <pc:docMk/>
            <pc:sldMk cId="0" sldId="263"/>
            <ac:spMk id="2" creationId="{00000000-0000-0000-0000-000000000000}"/>
          </ac:spMkLst>
        </pc:spChg>
        <pc:spChg chg="mod">
          <ac:chgData name="Ms Alina Arshad" userId="cccdfd85-d35d-4453-9c6f-a463aae40722" providerId="ADAL" clId="{506AEF98-43AF-47E5-97BE-CEE6E380F332}" dt="2024-09-05T09:27:22.823" v="183" actId="207"/>
          <ac:spMkLst>
            <pc:docMk/>
            <pc:sldMk cId="0" sldId="263"/>
            <ac:spMk id="3" creationId="{00000000-0000-0000-0000-000000000000}"/>
          </ac:spMkLst>
        </pc:spChg>
      </pc:sldChg>
      <pc:sldChg chg="modSp add del mod">
        <pc:chgData name="Ms Alina Arshad" userId="cccdfd85-d35d-4453-9c6f-a463aae40722" providerId="ADAL" clId="{506AEF98-43AF-47E5-97BE-CEE6E380F332}" dt="2024-09-06T04:48:09.575" v="198" actId="404"/>
        <pc:sldMkLst>
          <pc:docMk/>
          <pc:sldMk cId="0" sldId="264"/>
        </pc:sldMkLst>
        <pc:spChg chg="mod">
          <ac:chgData name="Ms Alina Arshad" userId="cccdfd85-d35d-4453-9c6f-a463aae40722" providerId="ADAL" clId="{506AEF98-43AF-47E5-97BE-CEE6E380F332}" dt="2024-09-06T04:44:50.131" v="194" actId="1076"/>
          <ac:spMkLst>
            <pc:docMk/>
            <pc:sldMk cId="0" sldId="264"/>
            <ac:spMk id="2" creationId="{00000000-0000-0000-0000-000000000000}"/>
          </ac:spMkLst>
        </pc:spChg>
        <pc:spChg chg="mod">
          <ac:chgData name="Ms Alina Arshad" userId="cccdfd85-d35d-4453-9c6f-a463aae40722" providerId="ADAL" clId="{506AEF98-43AF-47E5-97BE-CEE6E380F332}" dt="2024-09-06T04:48:09.575" v="198" actId="404"/>
          <ac:spMkLst>
            <pc:docMk/>
            <pc:sldMk cId="0" sldId="264"/>
            <ac:spMk id="3" creationId="{00000000-0000-0000-0000-000000000000}"/>
          </ac:spMkLst>
        </pc:spChg>
      </pc:sldChg>
      <pc:sldChg chg="modSp add del mod">
        <pc:chgData name="Ms Alina Arshad" userId="cccdfd85-d35d-4453-9c6f-a463aae40722" providerId="ADAL" clId="{506AEF98-43AF-47E5-97BE-CEE6E380F332}" dt="2024-09-06T04:49:09.787" v="209" actId="207"/>
        <pc:sldMkLst>
          <pc:docMk/>
          <pc:sldMk cId="1577505814" sldId="265"/>
        </pc:sldMkLst>
        <pc:spChg chg="mod">
          <ac:chgData name="Ms Alina Arshad" userId="cccdfd85-d35d-4453-9c6f-a463aae40722" providerId="ADAL" clId="{506AEF98-43AF-47E5-97BE-CEE6E380F332}" dt="2024-09-06T04:48:27.833" v="203" actId="1076"/>
          <ac:spMkLst>
            <pc:docMk/>
            <pc:sldMk cId="1577505814" sldId="265"/>
            <ac:spMk id="2" creationId="{00000000-0000-0000-0000-000000000000}"/>
          </ac:spMkLst>
        </pc:spChg>
        <pc:spChg chg="mod">
          <ac:chgData name="Ms Alina Arshad" userId="cccdfd85-d35d-4453-9c6f-a463aae40722" providerId="ADAL" clId="{506AEF98-43AF-47E5-97BE-CEE6E380F332}" dt="2024-09-06T04:49:09.787" v="209" actId="207"/>
          <ac:spMkLst>
            <pc:docMk/>
            <pc:sldMk cId="1577505814" sldId="265"/>
            <ac:spMk id="3" creationId="{00000000-0000-0000-0000-000000000000}"/>
          </ac:spMkLst>
        </pc:spChg>
      </pc:sldChg>
      <pc:sldChg chg="modSp add del mod">
        <pc:chgData name="Ms Alina Arshad" userId="cccdfd85-d35d-4453-9c6f-a463aae40722" providerId="ADAL" clId="{506AEF98-43AF-47E5-97BE-CEE6E380F332}" dt="2024-09-06T04:50:19.086" v="224" actId="207"/>
        <pc:sldMkLst>
          <pc:docMk/>
          <pc:sldMk cId="1582826008" sldId="266"/>
        </pc:sldMkLst>
        <pc:spChg chg="mod">
          <ac:chgData name="Ms Alina Arshad" userId="cccdfd85-d35d-4453-9c6f-a463aae40722" providerId="ADAL" clId="{506AEF98-43AF-47E5-97BE-CEE6E380F332}" dt="2024-09-06T04:49:30.963" v="213" actId="113"/>
          <ac:spMkLst>
            <pc:docMk/>
            <pc:sldMk cId="1582826008" sldId="266"/>
            <ac:spMk id="2" creationId="{00000000-0000-0000-0000-000000000000}"/>
          </ac:spMkLst>
        </pc:spChg>
        <pc:spChg chg="mod">
          <ac:chgData name="Ms Alina Arshad" userId="cccdfd85-d35d-4453-9c6f-a463aae40722" providerId="ADAL" clId="{506AEF98-43AF-47E5-97BE-CEE6E380F332}" dt="2024-09-06T04:50:19.086" v="224" actId="207"/>
          <ac:spMkLst>
            <pc:docMk/>
            <pc:sldMk cId="1582826008" sldId="266"/>
            <ac:spMk id="3" creationId="{00000000-0000-0000-0000-000000000000}"/>
          </ac:spMkLst>
        </pc:spChg>
      </pc:sldChg>
      <pc:sldChg chg="modSp add del mod">
        <pc:chgData name="Ms Alina Arshad" userId="cccdfd85-d35d-4453-9c6f-a463aae40722" providerId="ADAL" clId="{506AEF98-43AF-47E5-97BE-CEE6E380F332}" dt="2024-09-06T04:51:24.650" v="238" actId="207"/>
        <pc:sldMkLst>
          <pc:docMk/>
          <pc:sldMk cId="731299161" sldId="267"/>
        </pc:sldMkLst>
        <pc:spChg chg="mod">
          <ac:chgData name="Ms Alina Arshad" userId="cccdfd85-d35d-4453-9c6f-a463aae40722" providerId="ADAL" clId="{506AEF98-43AF-47E5-97BE-CEE6E380F332}" dt="2024-09-06T04:50:58.749" v="233" actId="1076"/>
          <ac:spMkLst>
            <pc:docMk/>
            <pc:sldMk cId="731299161" sldId="267"/>
            <ac:spMk id="2" creationId="{00000000-0000-0000-0000-000000000000}"/>
          </ac:spMkLst>
        </pc:spChg>
        <pc:spChg chg="mod">
          <ac:chgData name="Ms Alina Arshad" userId="cccdfd85-d35d-4453-9c6f-a463aae40722" providerId="ADAL" clId="{506AEF98-43AF-47E5-97BE-CEE6E380F332}" dt="2024-09-06T04:51:24.650" v="238" actId="207"/>
          <ac:spMkLst>
            <pc:docMk/>
            <pc:sldMk cId="731299161" sldId="267"/>
            <ac:spMk id="3" creationId="{00000000-0000-0000-0000-000000000000}"/>
          </ac:spMkLst>
        </pc:spChg>
      </pc:sldChg>
      <pc:sldChg chg="modSp add del mod">
        <pc:chgData name="Ms Alina Arshad" userId="cccdfd85-d35d-4453-9c6f-a463aae40722" providerId="ADAL" clId="{506AEF98-43AF-47E5-97BE-CEE6E380F332}" dt="2024-09-06T04:51:56.787" v="247" actId="1076"/>
        <pc:sldMkLst>
          <pc:docMk/>
          <pc:sldMk cId="90329638" sldId="268"/>
        </pc:sldMkLst>
        <pc:spChg chg="mod">
          <ac:chgData name="Ms Alina Arshad" userId="cccdfd85-d35d-4453-9c6f-a463aae40722" providerId="ADAL" clId="{506AEF98-43AF-47E5-97BE-CEE6E380F332}" dt="2024-09-06T04:51:55.847" v="246" actId="1076"/>
          <ac:spMkLst>
            <pc:docMk/>
            <pc:sldMk cId="90329638" sldId="268"/>
            <ac:spMk id="2" creationId="{00000000-0000-0000-0000-000000000000}"/>
          </ac:spMkLst>
        </pc:spChg>
        <pc:picChg chg="mod">
          <ac:chgData name="Ms Alina Arshad" userId="cccdfd85-d35d-4453-9c6f-a463aae40722" providerId="ADAL" clId="{506AEF98-43AF-47E5-97BE-CEE6E380F332}" dt="2024-09-06T04:51:56.787" v="247" actId="1076"/>
          <ac:picMkLst>
            <pc:docMk/>
            <pc:sldMk cId="90329638" sldId="268"/>
            <ac:picMk id="3" creationId="{00000000-0000-0000-0000-000000000000}"/>
          </ac:picMkLst>
        </pc:picChg>
      </pc:sldChg>
      <pc:sldChg chg="modSp add del mod">
        <pc:chgData name="Ms Alina Arshad" userId="cccdfd85-d35d-4453-9c6f-a463aae40722" providerId="ADAL" clId="{506AEF98-43AF-47E5-97BE-CEE6E380F332}" dt="2024-09-06T04:52:10.571" v="252" actId="1076"/>
        <pc:sldMkLst>
          <pc:docMk/>
          <pc:sldMk cId="2295129282" sldId="269"/>
        </pc:sldMkLst>
        <pc:picChg chg="mod">
          <ac:chgData name="Ms Alina Arshad" userId="cccdfd85-d35d-4453-9c6f-a463aae40722" providerId="ADAL" clId="{506AEF98-43AF-47E5-97BE-CEE6E380F332}" dt="2024-09-06T04:52:10.571" v="252" actId="1076"/>
          <ac:picMkLst>
            <pc:docMk/>
            <pc:sldMk cId="2295129282" sldId="269"/>
            <ac:picMk id="2" creationId="{00000000-0000-0000-0000-000000000000}"/>
          </ac:picMkLst>
        </pc:picChg>
      </pc:sldChg>
      <pc:sldChg chg="modSp add del mod">
        <pc:chgData name="Ms Alina Arshad" userId="cccdfd85-d35d-4453-9c6f-a463aae40722" providerId="ADAL" clId="{506AEF98-43AF-47E5-97BE-CEE6E380F332}" dt="2024-09-06T04:52:20.805" v="255" actId="1076"/>
        <pc:sldMkLst>
          <pc:docMk/>
          <pc:sldMk cId="2090315159" sldId="270"/>
        </pc:sldMkLst>
        <pc:picChg chg="mod">
          <ac:chgData name="Ms Alina Arshad" userId="cccdfd85-d35d-4453-9c6f-a463aae40722" providerId="ADAL" clId="{506AEF98-43AF-47E5-97BE-CEE6E380F332}" dt="2024-09-06T04:52:20.805" v="255" actId="1076"/>
          <ac:picMkLst>
            <pc:docMk/>
            <pc:sldMk cId="2090315159" sldId="270"/>
            <ac:picMk id="2" creationId="{00000000-0000-0000-0000-000000000000}"/>
          </ac:picMkLst>
        </pc:picChg>
      </pc:sldChg>
      <pc:sldChg chg="modSp add del mod">
        <pc:chgData name="Ms Alina Arshad" userId="cccdfd85-d35d-4453-9c6f-a463aae40722" providerId="ADAL" clId="{506AEF98-43AF-47E5-97BE-CEE6E380F332}" dt="2024-09-06T04:52:59.227" v="271" actId="1076"/>
        <pc:sldMkLst>
          <pc:docMk/>
          <pc:sldMk cId="3034138166" sldId="271"/>
        </pc:sldMkLst>
        <pc:spChg chg="mod">
          <ac:chgData name="Ms Alina Arshad" userId="cccdfd85-d35d-4453-9c6f-a463aae40722" providerId="ADAL" clId="{506AEF98-43AF-47E5-97BE-CEE6E380F332}" dt="2024-09-06T04:52:59.227" v="271" actId="1076"/>
          <ac:spMkLst>
            <pc:docMk/>
            <pc:sldMk cId="3034138166" sldId="271"/>
            <ac:spMk id="2" creationId="{00000000-0000-0000-0000-000000000000}"/>
          </ac:spMkLst>
        </pc:spChg>
        <pc:picChg chg="mod">
          <ac:chgData name="Ms Alina Arshad" userId="cccdfd85-d35d-4453-9c6f-a463aae40722" providerId="ADAL" clId="{506AEF98-43AF-47E5-97BE-CEE6E380F332}" dt="2024-09-06T04:52:53.655" v="270" actId="14100"/>
          <ac:picMkLst>
            <pc:docMk/>
            <pc:sldMk cId="3034138166" sldId="271"/>
            <ac:picMk id="3" creationId="{00000000-0000-0000-0000-000000000000}"/>
          </ac:picMkLst>
        </pc:picChg>
      </pc:sldChg>
      <pc:sldChg chg="modSp add del mod">
        <pc:chgData name="Ms Alina Arshad" userId="cccdfd85-d35d-4453-9c6f-a463aae40722" providerId="ADAL" clId="{506AEF98-43AF-47E5-97BE-CEE6E380F332}" dt="2024-09-06T05:00:31.482" v="282" actId="255"/>
        <pc:sldMkLst>
          <pc:docMk/>
          <pc:sldMk cId="2504047100" sldId="272"/>
        </pc:sldMkLst>
        <pc:spChg chg="mod">
          <ac:chgData name="Ms Alina Arshad" userId="cccdfd85-d35d-4453-9c6f-a463aae40722" providerId="ADAL" clId="{506AEF98-43AF-47E5-97BE-CEE6E380F332}" dt="2024-09-06T04:53:12.362" v="275" actId="1076"/>
          <ac:spMkLst>
            <pc:docMk/>
            <pc:sldMk cId="2504047100" sldId="272"/>
            <ac:spMk id="2" creationId="{00000000-0000-0000-0000-000000000000}"/>
          </ac:spMkLst>
        </pc:spChg>
        <pc:spChg chg="mod">
          <ac:chgData name="Ms Alina Arshad" userId="cccdfd85-d35d-4453-9c6f-a463aae40722" providerId="ADAL" clId="{506AEF98-43AF-47E5-97BE-CEE6E380F332}" dt="2024-09-06T05:00:31.482" v="282" actId="255"/>
          <ac:spMkLst>
            <pc:docMk/>
            <pc:sldMk cId="2504047100" sldId="272"/>
            <ac:spMk id="3" creationId="{00000000-0000-0000-0000-000000000000}"/>
          </ac:spMkLst>
        </pc:spChg>
      </pc:sldChg>
      <pc:sldChg chg="modSp add mod">
        <pc:chgData name="Ms Alina Arshad" userId="cccdfd85-d35d-4453-9c6f-a463aae40722" providerId="ADAL" clId="{506AEF98-43AF-47E5-97BE-CEE6E380F332}" dt="2024-09-06T05:01:36.068" v="304" actId="113"/>
        <pc:sldMkLst>
          <pc:docMk/>
          <pc:sldMk cId="4283755204" sldId="273"/>
        </pc:sldMkLst>
        <pc:spChg chg="mod">
          <ac:chgData name="Ms Alina Arshad" userId="cccdfd85-d35d-4453-9c6f-a463aae40722" providerId="ADAL" clId="{506AEF98-43AF-47E5-97BE-CEE6E380F332}" dt="2024-09-06T05:00:41.168" v="286" actId="113"/>
          <ac:spMkLst>
            <pc:docMk/>
            <pc:sldMk cId="4283755204" sldId="273"/>
            <ac:spMk id="2" creationId="{00000000-0000-0000-0000-000000000000}"/>
          </ac:spMkLst>
        </pc:spChg>
        <pc:spChg chg="mod">
          <ac:chgData name="Ms Alina Arshad" userId="cccdfd85-d35d-4453-9c6f-a463aae40722" providerId="ADAL" clId="{506AEF98-43AF-47E5-97BE-CEE6E380F332}" dt="2024-09-06T05:01:36.068" v="304" actId="113"/>
          <ac:spMkLst>
            <pc:docMk/>
            <pc:sldMk cId="4283755204" sldId="273"/>
            <ac:spMk id="3" creationId="{00000000-0000-0000-0000-000000000000}"/>
          </ac:spMkLst>
        </pc:spChg>
      </pc:sldChg>
      <pc:sldChg chg="modSp add mod">
        <pc:chgData name="Ms Alina Arshad" userId="cccdfd85-d35d-4453-9c6f-a463aae40722" providerId="ADAL" clId="{506AEF98-43AF-47E5-97BE-CEE6E380F332}" dt="2024-09-06T05:01:31.214" v="302" actId="113"/>
        <pc:sldMkLst>
          <pc:docMk/>
          <pc:sldMk cId="2935103945" sldId="274"/>
        </pc:sldMkLst>
        <pc:spChg chg="mod">
          <ac:chgData name="Ms Alina Arshad" userId="cccdfd85-d35d-4453-9c6f-a463aae40722" providerId="ADAL" clId="{506AEF98-43AF-47E5-97BE-CEE6E380F332}" dt="2024-09-06T05:01:05.870" v="295" actId="113"/>
          <ac:spMkLst>
            <pc:docMk/>
            <pc:sldMk cId="2935103945" sldId="274"/>
            <ac:spMk id="2" creationId="{00000000-0000-0000-0000-000000000000}"/>
          </ac:spMkLst>
        </pc:spChg>
        <pc:spChg chg="mod">
          <ac:chgData name="Ms Alina Arshad" userId="cccdfd85-d35d-4453-9c6f-a463aae40722" providerId="ADAL" clId="{506AEF98-43AF-47E5-97BE-CEE6E380F332}" dt="2024-09-06T05:01:31.214" v="302" actId="113"/>
          <ac:spMkLst>
            <pc:docMk/>
            <pc:sldMk cId="2935103945" sldId="274"/>
            <ac:spMk id="3" creationId="{00000000-0000-0000-0000-000000000000}"/>
          </ac:spMkLst>
        </pc:spChg>
      </pc:sldChg>
      <pc:sldChg chg="modSp add mod">
        <pc:chgData name="Ms Alina Arshad" userId="cccdfd85-d35d-4453-9c6f-a463aae40722" providerId="ADAL" clId="{506AEF98-43AF-47E5-97BE-CEE6E380F332}" dt="2024-09-06T05:02:08.009" v="313" actId="207"/>
        <pc:sldMkLst>
          <pc:docMk/>
          <pc:sldMk cId="1497646456" sldId="275"/>
        </pc:sldMkLst>
        <pc:spChg chg="mod">
          <ac:chgData name="Ms Alina Arshad" userId="cccdfd85-d35d-4453-9c6f-a463aae40722" providerId="ADAL" clId="{506AEF98-43AF-47E5-97BE-CEE6E380F332}" dt="2024-09-06T05:01:55.431" v="309" actId="1076"/>
          <ac:spMkLst>
            <pc:docMk/>
            <pc:sldMk cId="1497646456" sldId="275"/>
            <ac:spMk id="2" creationId="{00000000-0000-0000-0000-000000000000}"/>
          </ac:spMkLst>
        </pc:spChg>
        <pc:spChg chg="mod">
          <ac:chgData name="Ms Alina Arshad" userId="cccdfd85-d35d-4453-9c6f-a463aae40722" providerId="ADAL" clId="{506AEF98-43AF-47E5-97BE-CEE6E380F332}" dt="2024-09-06T05:02:08.009" v="313" actId="207"/>
          <ac:spMkLst>
            <pc:docMk/>
            <pc:sldMk cId="1497646456" sldId="275"/>
            <ac:spMk id="3" creationId="{00000000-0000-0000-0000-000000000000}"/>
          </ac:spMkLst>
        </pc:spChg>
      </pc:sldChg>
      <pc:sldChg chg="del">
        <pc:chgData name="Ms Alina Arshad" userId="cccdfd85-d35d-4453-9c6f-a463aae40722" providerId="ADAL" clId="{506AEF98-43AF-47E5-97BE-CEE6E380F332}" dt="2024-09-05T09:06:19.247" v="16" actId="47"/>
        <pc:sldMkLst>
          <pc:docMk/>
          <pc:sldMk cId="0" sldId="395"/>
        </pc:sldMkLst>
      </pc:sldChg>
      <pc:sldChg chg="del">
        <pc:chgData name="Ms Alina Arshad" userId="cccdfd85-d35d-4453-9c6f-a463aae40722" providerId="ADAL" clId="{506AEF98-43AF-47E5-97BE-CEE6E380F332}" dt="2024-09-05T09:06:19.481" v="17" actId="47"/>
        <pc:sldMkLst>
          <pc:docMk/>
          <pc:sldMk cId="0" sldId="396"/>
        </pc:sldMkLst>
      </pc:sldChg>
      <pc:sldChg chg="del">
        <pc:chgData name="Ms Alina Arshad" userId="cccdfd85-d35d-4453-9c6f-a463aae40722" providerId="ADAL" clId="{506AEF98-43AF-47E5-97BE-CEE6E380F332}" dt="2024-09-05T09:06:18.950" v="15" actId="47"/>
        <pc:sldMkLst>
          <pc:docMk/>
          <pc:sldMk cId="1634129650" sldId="397"/>
        </pc:sldMkLst>
      </pc:sldChg>
      <pc:sldMasterChg chg="delSldLayout">
        <pc:chgData name="Ms Alina Arshad" userId="cccdfd85-d35d-4453-9c6f-a463aae40722" providerId="ADAL" clId="{506AEF98-43AF-47E5-97BE-CEE6E380F332}" dt="2024-09-05T09:06:16.387" v="7" actId="47"/>
        <pc:sldMasterMkLst>
          <pc:docMk/>
          <pc:sldMasterMk cId="1090009938" sldId="2147483660"/>
        </pc:sldMasterMkLst>
        <pc:sldLayoutChg chg="del">
          <pc:chgData name="Ms Alina Arshad" userId="cccdfd85-d35d-4453-9c6f-a463aae40722" providerId="ADAL" clId="{506AEF98-43AF-47E5-97BE-CEE6E380F332}" dt="2024-09-05T09:06:16.387" v="7" actId="47"/>
          <pc:sldLayoutMkLst>
            <pc:docMk/>
            <pc:sldMasterMk cId="1090009938" sldId="2147483660"/>
            <pc:sldLayoutMk cId="678066955" sldId="2147483672"/>
          </pc:sldLayoutMkLst>
        </pc:sldLayoutChg>
      </pc:sldMasterChg>
    </pc:docChg>
  </pc:docChgLst>
  <pc:docChgLst>
    <pc:chgData name="Ms Alina Arshad" userId="cccdfd85-d35d-4453-9c6f-a463aae40722" providerId="ADAL" clId="{0CB232A2-0B42-4DBF-AC2D-50B32D7285CF}"/>
    <pc:docChg chg="custSel addSld delSld modSld sldOrd">
      <pc:chgData name="Ms Alina Arshad" userId="cccdfd85-d35d-4453-9c6f-a463aae40722" providerId="ADAL" clId="{0CB232A2-0B42-4DBF-AC2D-50B32D7285CF}" dt="2024-09-17T07:38:04.651" v="169" actId="47"/>
      <pc:docMkLst>
        <pc:docMk/>
      </pc:docMkLst>
      <pc:sldChg chg="modSp mod">
        <pc:chgData name="Ms Alina Arshad" userId="cccdfd85-d35d-4453-9c6f-a463aae40722" providerId="ADAL" clId="{0CB232A2-0B42-4DBF-AC2D-50B32D7285CF}" dt="2024-09-15T13:43:36.080" v="115" actId="1076"/>
        <pc:sldMkLst>
          <pc:docMk/>
          <pc:sldMk cId="0" sldId="258"/>
        </pc:sldMkLst>
        <pc:spChg chg="mod">
          <ac:chgData name="Ms Alina Arshad" userId="cccdfd85-d35d-4453-9c6f-a463aae40722" providerId="ADAL" clId="{0CB232A2-0B42-4DBF-AC2D-50B32D7285CF}" dt="2024-09-15T13:42:00.427" v="111" actId="14100"/>
          <ac:spMkLst>
            <pc:docMk/>
            <pc:sldMk cId="0" sldId="258"/>
            <ac:spMk id="106" creationId="{00000000-0000-0000-0000-000000000000}"/>
          </ac:spMkLst>
        </pc:spChg>
        <pc:spChg chg="mod">
          <ac:chgData name="Ms Alina Arshad" userId="cccdfd85-d35d-4453-9c6f-a463aae40722" providerId="ADAL" clId="{0CB232A2-0B42-4DBF-AC2D-50B32D7285CF}" dt="2024-09-15T13:43:36.080" v="115" actId="1076"/>
          <ac:spMkLst>
            <pc:docMk/>
            <pc:sldMk cId="0" sldId="258"/>
            <ac:spMk id="107" creationId="{00000000-0000-0000-0000-000000000000}"/>
          </ac:spMkLst>
        </pc:spChg>
      </pc:sldChg>
      <pc:sldChg chg="modSp mod">
        <pc:chgData name="Ms Alina Arshad" userId="cccdfd85-d35d-4453-9c6f-a463aae40722" providerId="ADAL" clId="{0CB232A2-0B42-4DBF-AC2D-50B32D7285CF}" dt="2024-09-15T13:42:20.799" v="112" actId="207"/>
        <pc:sldMkLst>
          <pc:docMk/>
          <pc:sldMk cId="0" sldId="259"/>
        </pc:sldMkLst>
        <pc:spChg chg="mod">
          <ac:chgData name="Ms Alina Arshad" userId="cccdfd85-d35d-4453-9c6f-a463aae40722" providerId="ADAL" clId="{0CB232A2-0B42-4DBF-AC2D-50B32D7285CF}" dt="2024-09-15T13:42:20.799" v="112" actId="207"/>
          <ac:spMkLst>
            <pc:docMk/>
            <pc:sldMk cId="0" sldId="259"/>
            <ac:spMk id="112" creationId="{00000000-0000-0000-0000-000000000000}"/>
          </ac:spMkLst>
        </pc:spChg>
      </pc:sldChg>
      <pc:sldChg chg="modSp mod">
        <pc:chgData name="Ms Alina Arshad" userId="cccdfd85-d35d-4453-9c6f-a463aae40722" providerId="ADAL" clId="{0CB232A2-0B42-4DBF-AC2D-50B32D7285CF}" dt="2024-09-15T13:40:10.232" v="105" actId="14100"/>
        <pc:sldMkLst>
          <pc:docMk/>
          <pc:sldMk cId="0" sldId="260"/>
        </pc:sldMkLst>
        <pc:picChg chg="mod">
          <ac:chgData name="Ms Alina Arshad" userId="cccdfd85-d35d-4453-9c6f-a463aae40722" providerId="ADAL" clId="{0CB232A2-0B42-4DBF-AC2D-50B32D7285CF}" dt="2024-09-15T13:40:10.232" v="105" actId="14100"/>
          <ac:picMkLst>
            <pc:docMk/>
            <pc:sldMk cId="0" sldId="260"/>
            <ac:picMk id="120" creationId="{00000000-0000-0000-0000-000000000000}"/>
          </ac:picMkLst>
        </pc:picChg>
      </pc:sldChg>
      <pc:sldChg chg="modSp mod">
        <pc:chgData name="Ms Alina Arshad" userId="cccdfd85-d35d-4453-9c6f-a463aae40722" providerId="ADAL" clId="{0CB232A2-0B42-4DBF-AC2D-50B32D7285CF}" dt="2024-09-14T10:46:51.265" v="3" actId="1076"/>
        <pc:sldMkLst>
          <pc:docMk/>
          <pc:sldMk cId="2295129282" sldId="269"/>
        </pc:sldMkLst>
        <pc:spChg chg="mod">
          <ac:chgData name="Ms Alina Arshad" userId="cccdfd85-d35d-4453-9c6f-a463aae40722" providerId="ADAL" clId="{0CB232A2-0B42-4DBF-AC2D-50B32D7285CF}" dt="2024-09-14T10:46:51.265" v="3" actId="1076"/>
          <ac:spMkLst>
            <pc:docMk/>
            <pc:sldMk cId="2295129282" sldId="269"/>
            <ac:spMk id="192" creationId="{00000000-0000-0000-0000-000000000000}"/>
          </ac:spMkLst>
        </pc:spChg>
        <pc:picChg chg="mod">
          <ac:chgData name="Ms Alina Arshad" userId="cccdfd85-d35d-4453-9c6f-a463aae40722" providerId="ADAL" clId="{0CB232A2-0B42-4DBF-AC2D-50B32D7285CF}" dt="2024-09-14T10:45:57.979" v="1" actId="2085"/>
          <ac:picMkLst>
            <pc:docMk/>
            <pc:sldMk cId="2295129282" sldId="269"/>
            <ac:picMk id="193" creationId="{00000000-0000-0000-0000-000000000000}"/>
          </ac:picMkLst>
        </pc:picChg>
      </pc:sldChg>
      <pc:sldChg chg="modSp mod">
        <pc:chgData name="Ms Alina Arshad" userId="cccdfd85-d35d-4453-9c6f-a463aae40722" providerId="ADAL" clId="{0CB232A2-0B42-4DBF-AC2D-50B32D7285CF}" dt="2024-09-15T13:45:36.793" v="117" actId="113"/>
        <pc:sldMkLst>
          <pc:docMk/>
          <pc:sldMk cId="2090315159" sldId="270"/>
        </pc:sldMkLst>
        <pc:spChg chg="mod">
          <ac:chgData name="Ms Alina Arshad" userId="cccdfd85-d35d-4453-9c6f-a463aae40722" providerId="ADAL" clId="{0CB232A2-0B42-4DBF-AC2D-50B32D7285CF}" dt="2024-09-15T13:45:36.793" v="117" actId="113"/>
          <ac:spMkLst>
            <pc:docMk/>
            <pc:sldMk cId="2090315159" sldId="270"/>
            <ac:spMk id="201" creationId="{00000000-0000-0000-0000-000000000000}"/>
          </ac:spMkLst>
        </pc:spChg>
        <pc:spChg chg="mod">
          <ac:chgData name="Ms Alina Arshad" userId="cccdfd85-d35d-4453-9c6f-a463aae40722" providerId="ADAL" clId="{0CB232A2-0B42-4DBF-AC2D-50B32D7285CF}" dt="2024-09-14T10:47:31.591" v="4" actId="207"/>
          <ac:spMkLst>
            <pc:docMk/>
            <pc:sldMk cId="2090315159" sldId="270"/>
            <ac:spMk id="202" creationId="{00000000-0000-0000-0000-000000000000}"/>
          </ac:spMkLst>
        </pc:spChg>
      </pc:sldChg>
      <pc:sldChg chg="modSp mod">
        <pc:chgData name="Ms Alina Arshad" userId="cccdfd85-d35d-4453-9c6f-a463aae40722" providerId="ADAL" clId="{0CB232A2-0B42-4DBF-AC2D-50B32D7285CF}" dt="2024-09-14T11:11:09.943" v="53" actId="1076"/>
        <pc:sldMkLst>
          <pc:docMk/>
          <pc:sldMk cId="3034138166" sldId="271"/>
        </pc:sldMkLst>
        <pc:spChg chg="mod">
          <ac:chgData name="Ms Alina Arshad" userId="cccdfd85-d35d-4453-9c6f-a463aae40722" providerId="ADAL" clId="{0CB232A2-0B42-4DBF-AC2D-50B32D7285CF}" dt="2024-09-14T11:11:07.043" v="52" actId="20577"/>
          <ac:spMkLst>
            <pc:docMk/>
            <pc:sldMk cId="3034138166" sldId="271"/>
            <ac:spMk id="210" creationId="{00000000-0000-0000-0000-000000000000}"/>
          </ac:spMkLst>
        </pc:spChg>
        <pc:picChg chg="mod">
          <ac:chgData name="Ms Alina Arshad" userId="cccdfd85-d35d-4453-9c6f-a463aae40722" providerId="ADAL" clId="{0CB232A2-0B42-4DBF-AC2D-50B32D7285CF}" dt="2024-09-14T11:11:09.943" v="53" actId="1076"/>
          <ac:picMkLst>
            <pc:docMk/>
            <pc:sldMk cId="3034138166" sldId="271"/>
            <ac:picMk id="211" creationId="{00000000-0000-0000-0000-000000000000}"/>
          </ac:picMkLst>
        </pc:picChg>
      </pc:sldChg>
      <pc:sldChg chg="addSp delSp modSp mod">
        <pc:chgData name="Ms Alina Arshad" userId="cccdfd85-d35d-4453-9c6f-a463aae40722" providerId="ADAL" clId="{0CB232A2-0B42-4DBF-AC2D-50B32D7285CF}" dt="2024-09-15T13:53:32.742" v="137" actId="1076"/>
        <pc:sldMkLst>
          <pc:docMk/>
          <pc:sldMk cId="0" sldId="277"/>
        </pc:sldMkLst>
        <pc:spChg chg="add del mod">
          <ac:chgData name="Ms Alina Arshad" userId="cccdfd85-d35d-4453-9c6f-a463aae40722" providerId="ADAL" clId="{0CB232A2-0B42-4DBF-AC2D-50B32D7285CF}" dt="2024-09-15T13:53:25.594" v="135" actId="478"/>
          <ac:spMkLst>
            <pc:docMk/>
            <pc:sldMk cId="0" sldId="277"/>
            <ac:spMk id="3" creationId="{D1390B3A-9202-17C5-8B1D-C85833BAA94C}"/>
          </ac:spMkLst>
        </pc:spChg>
        <pc:spChg chg="mod">
          <ac:chgData name="Ms Alina Arshad" userId="cccdfd85-d35d-4453-9c6f-a463aae40722" providerId="ADAL" clId="{0CB232A2-0B42-4DBF-AC2D-50B32D7285CF}" dt="2024-09-15T13:51:51.007" v="124" actId="1076"/>
          <ac:spMkLst>
            <pc:docMk/>
            <pc:sldMk cId="0" sldId="277"/>
            <ac:spMk id="253" creationId="{00000000-0000-0000-0000-000000000000}"/>
          </ac:spMkLst>
        </pc:spChg>
        <pc:spChg chg="mod">
          <ac:chgData name="Ms Alina Arshad" userId="cccdfd85-d35d-4453-9c6f-a463aae40722" providerId="ADAL" clId="{0CB232A2-0B42-4DBF-AC2D-50B32D7285CF}" dt="2024-09-15T13:53:29.472" v="136" actId="1076"/>
          <ac:spMkLst>
            <pc:docMk/>
            <pc:sldMk cId="0" sldId="277"/>
            <ac:spMk id="255" creationId="{00000000-0000-0000-0000-000000000000}"/>
          </ac:spMkLst>
        </pc:spChg>
        <pc:graphicFrameChg chg="mod">
          <ac:chgData name="Ms Alina Arshad" userId="cccdfd85-d35d-4453-9c6f-a463aae40722" providerId="ADAL" clId="{0CB232A2-0B42-4DBF-AC2D-50B32D7285CF}" dt="2024-09-15T13:53:32.742" v="137" actId="1076"/>
          <ac:graphicFrameMkLst>
            <pc:docMk/>
            <pc:sldMk cId="0" sldId="277"/>
            <ac:graphicFrameMk id="254" creationId="{00000000-0000-0000-0000-000000000000}"/>
          </ac:graphicFrameMkLst>
        </pc:graphicFrameChg>
      </pc:sldChg>
      <pc:sldChg chg="modSp mod">
        <pc:chgData name="Ms Alina Arshad" userId="cccdfd85-d35d-4453-9c6f-a463aae40722" providerId="ADAL" clId="{0CB232A2-0B42-4DBF-AC2D-50B32D7285CF}" dt="2024-09-14T11:53:23.512" v="104" actId="20577"/>
        <pc:sldMkLst>
          <pc:docMk/>
          <pc:sldMk cId="0" sldId="290"/>
        </pc:sldMkLst>
        <pc:spChg chg="mod">
          <ac:chgData name="Ms Alina Arshad" userId="cccdfd85-d35d-4453-9c6f-a463aae40722" providerId="ADAL" clId="{0CB232A2-0B42-4DBF-AC2D-50B32D7285CF}" dt="2024-09-14T11:53:23.512" v="104" actId="20577"/>
          <ac:spMkLst>
            <pc:docMk/>
            <pc:sldMk cId="0" sldId="290"/>
            <ac:spMk id="333" creationId="{00000000-0000-0000-0000-000000000000}"/>
          </ac:spMkLst>
        </pc:spChg>
      </pc:sldChg>
      <pc:sldChg chg="modSp mod">
        <pc:chgData name="Ms Alina Arshad" userId="cccdfd85-d35d-4453-9c6f-a463aae40722" providerId="ADAL" clId="{0CB232A2-0B42-4DBF-AC2D-50B32D7285CF}" dt="2024-09-15T14:10:32.357" v="138" actId="113"/>
        <pc:sldMkLst>
          <pc:docMk/>
          <pc:sldMk cId="0" sldId="302"/>
        </pc:sldMkLst>
        <pc:spChg chg="mod">
          <ac:chgData name="Ms Alina Arshad" userId="cccdfd85-d35d-4453-9c6f-a463aae40722" providerId="ADAL" clId="{0CB232A2-0B42-4DBF-AC2D-50B32D7285CF}" dt="2024-09-15T14:10:32.357" v="138" actId="113"/>
          <ac:spMkLst>
            <pc:docMk/>
            <pc:sldMk cId="0" sldId="302"/>
            <ac:spMk id="409" creationId="{00000000-0000-0000-0000-000000000000}"/>
          </ac:spMkLst>
        </pc:spChg>
      </pc:sldChg>
      <pc:sldChg chg="del">
        <pc:chgData name="Ms Alina Arshad" userId="cccdfd85-d35d-4453-9c6f-a463aae40722" providerId="ADAL" clId="{0CB232A2-0B42-4DBF-AC2D-50B32D7285CF}" dt="2024-09-17T07:37:56.773" v="139" actId="47"/>
        <pc:sldMkLst>
          <pc:docMk/>
          <pc:sldMk cId="0" sldId="307"/>
        </pc:sldMkLst>
      </pc:sldChg>
      <pc:sldChg chg="del">
        <pc:chgData name="Ms Alina Arshad" userId="cccdfd85-d35d-4453-9c6f-a463aae40722" providerId="ADAL" clId="{0CB232A2-0B42-4DBF-AC2D-50B32D7285CF}" dt="2024-09-17T07:37:58.202" v="140" actId="47"/>
        <pc:sldMkLst>
          <pc:docMk/>
          <pc:sldMk cId="0" sldId="308"/>
        </pc:sldMkLst>
      </pc:sldChg>
      <pc:sldChg chg="del">
        <pc:chgData name="Ms Alina Arshad" userId="cccdfd85-d35d-4453-9c6f-a463aae40722" providerId="ADAL" clId="{0CB232A2-0B42-4DBF-AC2D-50B32D7285CF}" dt="2024-09-17T07:37:59.300" v="141" actId="47"/>
        <pc:sldMkLst>
          <pc:docMk/>
          <pc:sldMk cId="0" sldId="309"/>
        </pc:sldMkLst>
      </pc:sldChg>
      <pc:sldChg chg="del">
        <pc:chgData name="Ms Alina Arshad" userId="cccdfd85-d35d-4453-9c6f-a463aae40722" providerId="ADAL" clId="{0CB232A2-0B42-4DBF-AC2D-50B32D7285CF}" dt="2024-09-17T07:38:00.061" v="142" actId="47"/>
        <pc:sldMkLst>
          <pc:docMk/>
          <pc:sldMk cId="0" sldId="310"/>
        </pc:sldMkLst>
      </pc:sldChg>
      <pc:sldChg chg="del">
        <pc:chgData name="Ms Alina Arshad" userId="cccdfd85-d35d-4453-9c6f-a463aae40722" providerId="ADAL" clId="{0CB232A2-0B42-4DBF-AC2D-50B32D7285CF}" dt="2024-09-17T07:38:00.661" v="143" actId="47"/>
        <pc:sldMkLst>
          <pc:docMk/>
          <pc:sldMk cId="0" sldId="311"/>
        </pc:sldMkLst>
      </pc:sldChg>
      <pc:sldChg chg="del">
        <pc:chgData name="Ms Alina Arshad" userId="cccdfd85-d35d-4453-9c6f-a463aae40722" providerId="ADAL" clId="{0CB232A2-0B42-4DBF-AC2D-50B32D7285CF}" dt="2024-09-17T07:38:01.181" v="144" actId="47"/>
        <pc:sldMkLst>
          <pc:docMk/>
          <pc:sldMk cId="0" sldId="312"/>
        </pc:sldMkLst>
      </pc:sldChg>
      <pc:sldChg chg="del">
        <pc:chgData name="Ms Alina Arshad" userId="cccdfd85-d35d-4453-9c6f-a463aae40722" providerId="ADAL" clId="{0CB232A2-0B42-4DBF-AC2D-50B32D7285CF}" dt="2024-09-17T07:38:01.535" v="145" actId="47"/>
        <pc:sldMkLst>
          <pc:docMk/>
          <pc:sldMk cId="0" sldId="313"/>
        </pc:sldMkLst>
      </pc:sldChg>
      <pc:sldChg chg="del">
        <pc:chgData name="Ms Alina Arshad" userId="cccdfd85-d35d-4453-9c6f-a463aae40722" providerId="ADAL" clId="{0CB232A2-0B42-4DBF-AC2D-50B32D7285CF}" dt="2024-09-17T07:38:01.928" v="146" actId="47"/>
        <pc:sldMkLst>
          <pc:docMk/>
          <pc:sldMk cId="0" sldId="314"/>
        </pc:sldMkLst>
      </pc:sldChg>
      <pc:sldChg chg="del">
        <pc:chgData name="Ms Alina Arshad" userId="cccdfd85-d35d-4453-9c6f-a463aae40722" providerId="ADAL" clId="{0CB232A2-0B42-4DBF-AC2D-50B32D7285CF}" dt="2024-09-17T07:38:02.233" v="147" actId="47"/>
        <pc:sldMkLst>
          <pc:docMk/>
          <pc:sldMk cId="0" sldId="315"/>
        </pc:sldMkLst>
      </pc:sldChg>
      <pc:sldChg chg="del">
        <pc:chgData name="Ms Alina Arshad" userId="cccdfd85-d35d-4453-9c6f-a463aae40722" providerId="ADAL" clId="{0CB232A2-0B42-4DBF-AC2D-50B32D7285CF}" dt="2024-09-17T07:38:02.483" v="148" actId="47"/>
        <pc:sldMkLst>
          <pc:docMk/>
          <pc:sldMk cId="0" sldId="316"/>
        </pc:sldMkLst>
      </pc:sldChg>
      <pc:sldChg chg="del">
        <pc:chgData name="Ms Alina Arshad" userId="cccdfd85-d35d-4453-9c6f-a463aae40722" providerId="ADAL" clId="{0CB232A2-0B42-4DBF-AC2D-50B32D7285CF}" dt="2024-09-17T07:38:02.657" v="149" actId="47"/>
        <pc:sldMkLst>
          <pc:docMk/>
          <pc:sldMk cId="0" sldId="317"/>
        </pc:sldMkLst>
      </pc:sldChg>
      <pc:sldChg chg="del">
        <pc:chgData name="Ms Alina Arshad" userId="cccdfd85-d35d-4453-9c6f-a463aae40722" providerId="ADAL" clId="{0CB232A2-0B42-4DBF-AC2D-50B32D7285CF}" dt="2024-09-17T07:38:03.192" v="150" actId="47"/>
        <pc:sldMkLst>
          <pc:docMk/>
          <pc:sldMk cId="0" sldId="318"/>
        </pc:sldMkLst>
      </pc:sldChg>
      <pc:sldChg chg="del">
        <pc:chgData name="Ms Alina Arshad" userId="cccdfd85-d35d-4453-9c6f-a463aae40722" providerId="ADAL" clId="{0CB232A2-0B42-4DBF-AC2D-50B32D7285CF}" dt="2024-09-17T07:38:03.222" v="151" actId="47"/>
        <pc:sldMkLst>
          <pc:docMk/>
          <pc:sldMk cId="0" sldId="319"/>
        </pc:sldMkLst>
      </pc:sldChg>
      <pc:sldChg chg="del">
        <pc:chgData name="Ms Alina Arshad" userId="cccdfd85-d35d-4453-9c6f-a463aae40722" providerId="ADAL" clId="{0CB232A2-0B42-4DBF-AC2D-50B32D7285CF}" dt="2024-09-17T07:38:03.241" v="152" actId="47"/>
        <pc:sldMkLst>
          <pc:docMk/>
          <pc:sldMk cId="0" sldId="320"/>
        </pc:sldMkLst>
      </pc:sldChg>
      <pc:sldChg chg="del">
        <pc:chgData name="Ms Alina Arshad" userId="cccdfd85-d35d-4453-9c6f-a463aae40722" providerId="ADAL" clId="{0CB232A2-0B42-4DBF-AC2D-50B32D7285CF}" dt="2024-09-17T07:38:03.256" v="153" actId="47"/>
        <pc:sldMkLst>
          <pc:docMk/>
          <pc:sldMk cId="0" sldId="321"/>
        </pc:sldMkLst>
      </pc:sldChg>
      <pc:sldChg chg="del">
        <pc:chgData name="Ms Alina Arshad" userId="cccdfd85-d35d-4453-9c6f-a463aae40722" providerId="ADAL" clId="{0CB232A2-0B42-4DBF-AC2D-50B32D7285CF}" dt="2024-09-17T07:38:03.292" v="154" actId="47"/>
        <pc:sldMkLst>
          <pc:docMk/>
          <pc:sldMk cId="0" sldId="322"/>
        </pc:sldMkLst>
      </pc:sldChg>
      <pc:sldChg chg="del">
        <pc:chgData name="Ms Alina Arshad" userId="cccdfd85-d35d-4453-9c6f-a463aae40722" providerId="ADAL" clId="{0CB232A2-0B42-4DBF-AC2D-50B32D7285CF}" dt="2024-09-17T07:38:03.323" v="155" actId="47"/>
        <pc:sldMkLst>
          <pc:docMk/>
          <pc:sldMk cId="0" sldId="323"/>
        </pc:sldMkLst>
      </pc:sldChg>
      <pc:sldChg chg="del">
        <pc:chgData name="Ms Alina Arshad" userId="cccdfd85-d35d-4453-9c6f-a463aae40722" providerId="ADAL" clId="{0CB232A2-0B42-4DBF-AC2D-50B32D7285CF}" dt="2024-09-17T07:38:03.373" v="156" actId="47"/>
        <pc:sldMkLst>
          <pc:docMk/>
          <pc:sldMk cId="0" sldId="324"/>
        </pc:sldMkLst>
      </pc:sldChg>
      <pc:sldChg chg="del">
        <pc:chgData name="Ms Alina Arshad" userId="cccdfd85-d35d-4453-9c6f-a463aae40722" providerId="ADAL" clId="{0CB232A2-0B42-4DBF-AC2D-50B32D7285CF}" dt="2024-09-17T07:38:03.394" v="157" actId="47"/>
        <pc:sldMkLst>
          <pc:docMk/>
          <pc:sldMk cId="0" sldId="325"/>
        </pc:sldMkLst>
      </pc:sldChg>
      <pc:sldChg chg="del">
        <pc:chgData name="Ms Alina Arshad" userId="cccdfd85-d35d-4453-9c6f-a463aae40722" providerId="ADAL" clId="{0CB232A2-0B42-4DBF-AC2D-50B32D7285CF}" dt="2024-09-17T07:38:03.429" v="158" actId="47"/>
        <pc:sldMkLst>
          <pc:docMk/>
          <pc:sldMk cId="0" sldId="326"/>
        </pc:sldMkLst>
      </pc:sldChg>
      <pc:sldChg chg="del">
        <pc:chgData name="Ms Alina Arshad" userId="cccdfd85-d35d-4453-9c6f-a463aae40722" providerId="ADAL" clId="{0CB232A2-0B42-4DBF-AC2D-50B32D7285CF}" dt="2024-09-17T07:38:03.450" v="159" actId="47"/>
        <pc:sldMkLst>
          <pc:docMk/>
          <pc:sldMk cId="0" sldId="327"/>
        </pc:sldMkLst>
      </pc:sldChg>
      <pc:sldChg chg="del">
        <pc:chgData name="Ms Alina Arshad" userId="cccdfd85-d35d-4453-9c6f-a463aae40722" providerId="ADAL" clId="{0CB232A2-0B42-4DBF-AC2D-50B32D7285CF}" dt="2024-09-17T07:38:03.489" v="160" actId="47"/>
        <pc:sldMkLst>
          <pc:docMk/>
          <pc:sldMk cId="0" sldId="328"/>
        </pc:sldMkLst>
      </pc:sldChg>
      <pc:sldChg chg="del">
        <pc:chgData name="Ms Alina Arshad" userId="cccdfd85-d35d-4453-9c6f-a463aae40722" providerId="ADAL" clId="{0CB232A2-0B42-4DBF-AC2D-50B32D7285CF}" dt="2024-09-17T07:38:03.516" v="161" actId="47"/>
        <pc:sldMkLst>
          <pc:docMk/>
          <pc:sldMk cId="0" sldId="329"/>
        </pc:sldMkLst>
      </pc:sldChg>
      <pc:sldChg chg="del">
        <pc:chgData name="Ms Alina Arshad" userId="cccdfd85-d35d-4453-9c6f-a463aae40722" providerId="ADAL" clId="{0CB232A2-0B42-4DBF-AC2D-50B32D7285CF}" dt="2024-09-17T07:38:03.563" v="162" actId="47"/>
        <pc:sldMkLst>
          <pc:docMk/>
          <pc:sldMk cId="0" sldId="330"/>
        </pc:sldMkLst>
      </pc:sldChg>
      <pc:sldChg chg="del">
        <pc:chgData name="Ms Alina Arshad" userId="cccdfd85-d35d-4453-9c6f-a463aae40722" providerId="ADAL" clId="{0CB232A2-0B42-4DBF-AC2D-50B32D7285CF}" dt="2024-09-17T07:38:03.584" v="163" actId="47"/>
        <pc:sldMkLst>
          <pc:docMk/>
          <pc:sldMk cId="0" sldId="331"/>
        </pc:sldMkLst>
      </pc:sldChg>
      <pc:sldChg chg="del">
        <pc:chgData name="Ms Alina Arshad" userId="cccdfd85-d35d-4453-9c6f-a463aae40722" providerId="ADAL" clId="{0CB232A2-0B42-4DBF-AC2D-50B32D7285CF}" dt="2024-09-17T07:38:03.612" v="164" actId="47"/>
        <pc:sldMkLst>
          <pc:docMk/>
          <pc:sldMk cId="0" sldId="332"/>
        </pc:sldMkLst>
      </pc:sldChg>
      <pc:sldChg chg="del">
        <pc:chgData name="Ms Alina Arshad" userId="cccdfd85-d35d-4453-9c6f-a463aae40722" providerId="ADAL" clId="{0CB232A2-0B42-4DBF-AC2D-50B32D7285CF}" dt="2024-09-17T07:38:03.668" v="165" actId="47"/>
        <pc:sldMkLst>
          <pc:docMk/>
          <pc:sldMk cId="0" sldId="333"/>
        </pc:sldMkLst>
      </pc:sldChg>
      <pc:sldChg chg="del">
        <pc:chgData name="Ms Alina Arshad" userId="cccdfd85-d35d-4453-9c6f-a463aae40722" providerId="ADAL" clId="{0CB232A2-0B42-4DBF-AC2D-50B32D7285CF}" dt="2024-09-17T07:38:03.680" v="166" actId="47"/>
        <pc:sldMkLst>
          <pc:docMk/>
          <pc:sldMk cId="0" sldId="334"/>
        </pc:sldMkLst>
      </pc:sldChg>
      <pc:sldChg chg="del">
        <pc:chgData name="Ms Alina Arshad" userId="cccdfd85-d35d-4453-9c6f-a463aae40722" providerId="ADAL" clId="{0CB232A2-0B42-4DBF-AC2D-50B32D7285CF}" dt="2024-09-17T07:38:04.295" v="167" actId="47"/>
        <pc:sldMkLst>
          <pc:docMk/>
          <pc:sldMk cId="0" sldId="335"/>
        </pc:sldMkLst>
      </pc:sldChg>
      <pc:sldChg chg="del">
        <pc:chgData name="Ms Alina Arshad" userId="cccdfd85-d35d-4453-9c6f-a463aae40722" providerId="ADAL" clId="{0CB232A2-0B42-4DBF-AC2D-50B32D7285CF}" dt="2024-09-17T07:38:04.494" v="168" actId="47"/>
        <pc:sldMkLst>
          <pc:docMk/>
          <pc:sldMk cId="0" sldId="336"/>
        </pc:sldMkLst>
      </pc:sldChg>
      <pc:sldChg chg="del">
        <pc:chgData name="Ms Alina Arshad" userId="cccdfd85-d35d-4453-9c6f-a463aae40722" providerId="ADAL" clId="{0CB232A2-0B42-4DBF-AC2D-50B32D7285CF}" dt="2024-09-17T07:38:04.651" v="169" actId="47"/>
        <pc:sldMkLst>
          <pc:docMk/>
          <pc:sldMk cId="0" sldId="337"/>
        </pc:sldMkLst>
      </pc:sldChg>
      <pc:sldChg chg="modSp mod">
        <pc:chgData name="Ms Alina Arshad" userId="cccdfd85-d35d-4453-9c6f-a463aae40722" providerId="ADAL" clId="{0CB232A2-0B42-4DBF-AC2D-50B32D7285CF}" dt="2024-09-14T11:34:36.657" v="79" actId="20577"/>
        <pc:sldMkLst>
          <pc:docMk/>
          <pc:sldMk cId="1204309406" sldId="341"/>
        </pc:sldMkLst>
        <pc:spChg chg="mod">
          <ac:chgData name="Ms Alina Arshad" userId="cccdfd85-d35d-4453-9c6f-a463aae40722" providerId="ADAL" clId="{0CB232A2-0B42-4DBF-AC2D-50B32D7285CF}" dt="2024-09-14T11:34:36.657" v="79" actId="20577"/>
          <ac:spMkLst>
            <pc:docMk/>
            <pc:sldMk cId="1204309406" sldId="341"/>
            <ac:spMk id="3" creationId="{FB09A7D6-CB86-1298-9237-F494689B2453}"/>
          </ac:spMkLst>
        </pc:spChg>
      </pc:sldChg>
      <pc:sldChg chg="addSp modSp new mod ord">
        <pc:chgData name="Ms Alina Arshad" userId="cccdfd85-d35d-4453-9c6f-a463aae40722" providerId="ADAL" clId="{0CB232A2-0B42-4DBF-AC2D-50B32D7285CF}" dt="2024-09-14T11:24:13.633" v="69"/>
        <pc:sldMkLst>
          <pc:docMk/>
          <pc:sldMk cId="96607437" sldId="342"/>
        </pc:sldMkLst>
        <pc:spChg chg="add mod">
          <ac:chgData name="Ms Alina Arshad" userId="cccdfd85-d35d-4453-9c6f-a463aae40722" providerId="ADAL" clId="{0CB232A2-0B42-4DBF-AC2D-50B32D7285CF}" dt="2024-09-14T11:23:57.202" v="62" actId="1076"/>
          <ac:spMkLst>
            <pc:docMk/>
            <pc:sldMk cId="96607437" sldId="342"/>
            <ac:spMk id="3" creationId="{83929A5B-4351-FE6D-372A-06A618BD7968}"/>
          </ac:spMkLst>
        </pc:spChg>
        <pc:spChg chg="add mod">
          <ac:chgData name="Ms Alina Arshad" userId="cccdfd85-d35d-4453-9c6f-a463aae40722" providerId="ADAL" clId="{0CB232A2-0B42-4DBF-AC2D-50B32D7285CF}" dt="2024-09-14T11:24:08.938" v="67" actId="14100"/>
          <ac:spMkLst>
            <pc:docMk/>
            <pc:sldMk cId="96607437" sldId="342"/>
            <ac:spMk id="5" creationId="{2FCB2354-E8E1-7D4F-9119-EADE938CCBEE}"/>
          </ac:spMkLst>
        </pc:spChg>
      </pc:sldChg>
    </pc:docChg>
  </pc:docChgLst>
  <pc:docChgLst>
    <pc:chgData name="Ms Alina Arshad" userId="cccdfd85-d35d-4453-9c6f-a463aae40722" providerId="ADAL" clId="{57485560-A1FA-415A-BF02-476F12996002}"/>
    <pc:docChg chg="undo custSel addSld modSld sldOrd">
      <pc:chgData name="Ms Alina Arshad" userId="cccdfd85-d35d-4453-9c6f-a463aae40722" providerId="ADAL" clId="{57485560-A1FA-415A-BF02-476F12996002}" dt="2024-09-01T05:25:33.551" v="283" actId="20577"/>
      <pc:docMkLst>
        <pc:docMk/>
      </pc:docMkLst>
      <pc:sldChg chg="addSp delSp mod">
        <pc:chgData name="Ms Alina Arshad" userId="cccdfd85-d35d-4453-9c6f-a463aae40722" providerId="ADAL" clId="{57485560-A1FA-415A-BF02-476F12996002}" dt="2024-09-01T04:11:14.245" v="2" actId="22"/>
        <pc:sldMkLst>
          <pc:docMk/>
          <pc:sldMk cId="0" sldId="259"/>
        </pc:sldMkLst>
        <pc:picChg chg="add del">
          <ac:chgData name="Ms Alina Arshad" userId="cccdfd85-d35d-4453-9c6f-a463aae40722" providerId="ADAL" clId="{57485560-A1FA-415A-BF02-476F12996002}" dt="2024-09-01T04:11:14.245" v="2" actId="22"/>
          <ac:picMkLst>
            <pc:docMk/>
            <pc:sldMk cId="0" sldId="259"/>
            <ac:picMk id="5" creationId="{057F4995-001D-925F-66AC-88924EEB93E7}"/>
          </ac:picMkLst>
        </pc:picChg>
      </pc:sldChg>
      <pc:sldChg chg="modSp mod">
        <pc:chgData name="Ms Alina Arshad" userId="cccdfd85-d35d-4453-9c6f-a463aae40722" providerId="ADAL" clId="{57485560-A1FA-415A-BF02-476F12996002}" dt="2024-09-01T04:14:43.156" v="8" actId="1076"/>
        <pc:sldMkLst>
          <pc:docMk/>
          <pc:sldMk cId="0" sldId="260"/>
        </pc:sldMkLst>
        <pc:picChg chg="mod">
          <ac:chgData name="Ms Alina Arshad" userId="cccdfd85-d35d-4453-9c6f-a463aae40722" providerId="ADAL" clId="{57485560-A1FA-415A-BF02-476F12996002}" dt="2024-09-01T04:14:43.156" v="8" actId="1076"/>
          <ac:picMkLst>
            <pc:docMk/>
            <pc:sldMk cId="0" sldId="260"/>
            <ac:picMk id="2" creationId="{00000000-0000-0000-0000-000000000000}"/>
          </ac:picMkLst>
        </pc:picChg>
      </pc:sldChg>
      <pc:sldChg chg="modSp mod">
        <pc:chgData name="Ms Alina Arshad" userId="cccdfd85-d35d-4453-9c6f-a463aae40722" providerId="ADAL" clId="{57485560-A1FA-415A-BF02-476F12996002}" dt="2024-09-01T04:18:18.107" v="52" actId="113"/>
        <pc:sldMkLst>
          <pc:docMk/>
          <pc:sldMk cId="0" sldId="261"/>
        </pc:sldMkLst>
        <pc:spChg chg="mod">
          <ac:chgData name="Ms Alina Arshad" userId="cccdfd85-d35d-4453-9c6f-a463aae40722" providerId="ADAL" clId="{57485560-A1FA-415A-BF02-476F12996002}" dt="2024-09-01T04:18:18.107" v="52" actId="113"/>
          <ac:spMkLst>
            <pc:docMk/>
            <pc:sldMk cId="0" sldId="261"/>
            <ac:spMk id="3" creationId="{00000000-0000-0000-0000-000000000000}"/>
          </ac:spMkLst>
        </pc:spChg>
      </pc:sldChg>
      <pc:sldChg chg="modSp mod modNotesTx">
        <pc:chgData name="Ms Alina Arshad" userId="cccdfd85-d35d-4453-9c6f-a463aae40722" providerId="ADAL" clId="{57485560-A1FA-415A-BF02-476F12996002}" dt="2024-09-01T05:00:40.446" v="208" actId="1076"/>
        <pc:sldMkLst>
          <pc:docMk/>
          <pc:sldMk cId="0" sldId="262"/>
        </pc:sldMkLst>
        <pc:spChg chg="mod">
          <ac:chgData name="Ms Alina Arshad" userId="cccdfd85-d35d-4453-9c6f-a463aae40722" providerId="ADAL" clId="{57485560-A1FA-415A-BF02-476F12996002}" dt="2024-09-01T05:00:40.446" v="208" actId="1076"/>
          <ac:spMkLst>
            <pc:docMk/>
            <pc:sldMk cId="0" sldId="262"/>
            <ac:spMk id="2" creationId="{00000000-0000-0000-0000-000000000000}"/>
          </ac:spMkLst>
        </pc:spChg>
        <pc:spChg chg="mod">
          <ac:chgData name="Ms Alina Arshad" userId="cccdfd85-d35d-4453-9c6f-a463aae40722" providerId="ADAL" clId="{57485560-A1FA-415A-BF02-476F12996002}" dt="2024-09-01T05:00:34.321" v="207" actId="14100"/>
          <ac:spMkLst>
            <pc:docMk/>
            <pc:sldMk cId="0" sldId="262"/>
            <ac:spMk id="3" creationId="{00000000-0000-0000-0000-000000000000}"/>
          </ac:spMkLst>
        </pc:spChg>
      </pc:sldChg>
      <pc:sldChg chg="modSp mod">
        <pc:chgData name="Ms Alina Arshad" userId="cccdfd85-d35d-4453-9c6f-a463aae40722" providerId="ADAL" clId="{57485560-A1FA-415A-BF02-476F12996002}" dt="2024-09-01T04:58:20.337" v="187" actId="113"/>
        <pc:sldMkLst>
          <pc:docMk/>
          <pc:sldMk cId="0" sldId="264"/>
        </pc:sldMkLst>
        <pc:spChg chg="mod">
          <ac:chgData name="Ms Alina Arshad" userId="cccdfd85-d35d-4453-9c6f-a463aae40722" providerId="ADAL" clId="{57485560-A1FA-415A-BF02-476F12996002}" dt="2024-09-01T04:58:20.337" v="187" actId="113"/>
          <ac:spMkLst>
            <pc:docMk/>
            <pc:sldMk cId="0" sldId="264"/>
            <ac:spMk id="3" creationId="{00000000-0000-0000-0000-000000000000}"/>
          </ac:spMkLst>
        </pc:spChg>
      </pc:sldChg>
      <pc:sldChg chg="modSp mod">
        <pc:chgData name="Ms Alina Arshad" userId="cccdfd85-d35d-4453-9c6f-a463aae40722" providerId="ADAL" clId="{57485560-A1FA-415A-BF02-476F12996002}" dt="2024-09-01T04:58:29.544" v="188" actId="113"/>
        <pc:sldMkLst>
          <pc:docMk/>
          <pc:sldMk cId="1577505814" sldId="265"/>
        </pc:sldMkLst>
        <pc:spChg chg="mod">
          <ac:chgData name="Ms Alina Arshad" userId="cccdfd85-d35d-4453-9c6f-a463aae40722" providerId="ADAL" clId="{57485560-A1FA-415A-BF02-476F12996002}" dt="2024-09-01T04:58:29.544" v="188" actId="113"/>
          <ac:spMkLst>
            <pc:docMk/>
            <pc:sldMk cId="1577505814" sldId="265"/>
            <ac:spMk id="3" creationId="{00000000-0000-0000-0000-000000000000}"/>
          </ac:spMkLst>
        </pc:spChg>
      </pc:sldChg>
      <pc:sldChg chg="modSp mod">
        <pc:chgData name="Ms Alina Arshad" userId="cccdfd85-d35d-4453-9c6f-a463aae40722" providerId="ADAL" clId="{57485560-A1FA-415A-BF02-476F12996002}" dt="2024-09-01T05:04:23.703" v="211" actId="20577"/>
        <pc:sldMkLst>
          <pc:docMk/>
          <pc:sldMk cId="1582826008" sldId="266"/>
        </pc:sldMkLst>
        <pc:spChg chg="mod">
          <ac:chgData name="Ms Alina Arshad" userId="cccdfd85-d35d-4453-9c6f-a463aae40722" providerId="ADAL" clId="{57485560-A1FA-415A-BF02-476F12996002}" dt="2024-09-01T05:03:09.408" v="210" actId="20577"/>
          <ac:spMkLst>
            <pc:docMk/>
            <pc:sldMk cId="1582826008" sldId="266"/>
            <ac:spMk id="11" creationId="{00000000-0000-0000-0000-000000000000}"/>
          </ac:spMkLst>
        </pc:spChg>
        <pc:spChg chg="mod">
          <ac:chgData name="Ms Alina Arshad" userId="cccdfd85-d35d-4453-9c6f-a463aae40722" providerId="ADAL" clId="{57485560-A1FA-415A-BF02-476F12996002}" dt="2024-09-01T05:04:23.703" v="211" actId="20577"/>
          <ac:spMkLst>
            <pc:docMk/>
            <pc:sldMk cId="1582826008" sldId="266"/>
            <ac:spMk id="12" creationId="{00000000-0000-0000-0000-000000000000}"/>
          </ac:spMkLst>
        </pc:spChg>
      </pc:sldChg>
      <pc:sldChg chg="modSp mod">
        <pc:chgData name="Ms Alina Arshad" userId="cccdfd85-d35d-4453-9c6f-a463aae40722" providerId="ADAL" clId="{57485560-A1FA-415A-BF02-476F12996002}" dt="2024-09-01T05:05:30.761" v="212" actId="20577"/>
        <pc:sldMkLst>
          <pc:docMk/>
          <pc:sldMk cId="731299161" sldId="267"/>
        </pc:sldMkLst>
        <pc:spChg chg="mod">
          <ac:chgData name="Ms Alina Arshad" userId="cccdfd85-d35d-4453-9c6f-a463aae40722" providerId="ADAL" clId="{57485560-A1FA-415A-BF02-476F12996002}" dt="2024-09-01T05:05:30.761" v="212" actId="20577"/>
          <ac:spMkLst>
            <pc:docMk/>
            <pc:sldMk cId="731299161" sldId="267"/>
            <ac:spMk id="4" creationId="{00000000-0000-0000-0000-000000000000}"/>
          </ac:spMkLst>
        </pc:spChg>
      </pc:sldChg>
      <pc:sldChg chg="modSp mod">
        <pc:chgData name="Ms Alina Arshad" userId="cccdfd85-d35d-4453-9c6f-a463aae40722" providerId="ADAL" clId="{57485560-A1FA-415A-BF02-476F12996002}" dt="2024-09-01T05:09:01.570" v="220" actId="255"/>
        <pc:sldMkLst>
          <pc:docMk/>
          <pc:sldMk cId="90329638" sldId="268"/>
        </pc:sldMkLst>
        <pc:spChg chg="mod">
          <ac:chgData name="Ms Alina Arshad" userId="cccdfd85-d35d-4453-9c6f-a463aae40722" providerId="ADAL" clId="{57485560-A1FA-415A-BF02-476F12996002}" dt="2024-09-01T05:09:01.570" v="220" actId="255"/>
          <ac:spMkLst>
            <pc:docMk/>
            <pc:sldMk cId="90329638" sldId="268"/>
            <ac:spMk id="3" creationId="{00000000-0000-0000-0000-000000000000}"/>
          </ac:spMkLst>
        </pc:spChg>
      </pc:sldChg>
      <pc:sldChg chg="modSp mod">
        <pc:chgData name="Ms Alina Arshad" userId="cccdfd85-d35d-4453-9c6f-a463aae40722" providerId="ADAL" clId="{57485560-A1FA-415A-BF02-476F12996002}" dt="2024-09-01T05:11:03.383" v="223" actId="20577"/>
        <pc:sldMkLst>
          <pc:docMk/>
          <pc:sldMk cId="2295129282" sldId="269"/>
        </pc:sldMkLst>
        <pc:spChg chg="mod">
          <ac:chgData name="Ms Alina Arshad" userId="cccdfd85-d35d-4453-9c6f-a463aae40722" providerId="ADAL" clId="{57485560-A1FA-415A-BF02-476F12996002}" dt="2024-09-01T05:11:03.383" v="223" actId="20577"/>
          <ac:spMkLst>
            <pc:docMk/>
            <pc:sldMk cId="2295129282" sldId="269"/>
            <ac:spMk id="3" creationId="{00000000-0000-0000-0000-000000000000}"/>
          </ac:spMkLst>
        </pc:spChg>
      </pc:sldChg>
      <pc:sldChg chg="modSp mod">
        <pc:chgData name="Ms Alina Arshad" userId="cccdfd85-d35d-4453-9c6f-a463aae40722" providerId="ADAL" clId="{57485560-A1FA-415A-BF02-476F12996002}" dt="2024-09-01T05:11:51.067" v="229" actId="5793"/>
        <pc:sldMkLst>
          <pc:docMk/>
          <pc:sldMk cId="2090315159" sldId="270"/>
        </pc:sldMkLst>
        <pc:spChg chg="mod">
          <ac:chgData name="Ms Alina Arshad" userId="cccdfd85-d35d-4453-9c6f-a463aae40722" providerId="ADAL" clId="{57485560-A1FA-415A-BF02-476F12996002}" dt="2024-09-01T05:11:09.635" v="224" actId="207"/>
          <ac:spMkLst>
            <pc:docMk/>
            <pc:sldMk cId="2090315159" sldId="270"/>
            <ac:spMk id="2" creationId="{00000000-0000-0000-0000-000000000000}"/>
          </ac:spMkLst>
        </pc:spChg>
        <pc:spChg chg="mod">
          <ac:chgData name="Ms Alina Arshad" userId="cccdfd85-d35d-4453-9c6f-a463aae40722" providerId="ADAL" clId="{57485560-A1FA-415A-BF02-476F12996002}" dt="2024-09-01T05:11:51.067" v="229" actId="5793"/>
          <ac:spMkLst>
            <pc:docMk/>
            <pc:sldMk cId="2090315159" sldId="270"/>
            <ac:spMk id="3" creationId="{00000000-0000-0000-0000-000000000000}"/>
          </ac:spMkLst>
        </pc:spChg>
      </pc:sldChg>
      <pc:sldChg chg="modSp mod">
        <pc:chgData name="Ms Alina Arshad" userId="cccdfd85-d35d-4453-9c6f-a463aae40722" providerId="ADAL" clId="{57485560-A1FA-415A-BF02-476F12996002}" dt="2024-09-01T05:21:52.328" v="235" actId="20577"/>
        <pc:sldMkLst>
          <pc:docMk/>
          <pc:sldMk cId="3034138166" sldId="271"/>
        </pc:sldMkLst>
        <pc:spChg chg="mod">
          <ac:chgData name="Ms Alina Arshad" userId="cccdfd85-d35d-4453-9c6f-a463aae40722" providerId="ADAL" clId="{57485560-A1FA-415A-BF02-476F12996002}" dt="2024-08-31T05:25:06.082" v="0" actId="207"/>
          <ac:spMkLst>
            <pc:docMk/>
            <pc:sldMk cId="3034138166" sldId="271"/>
            <ac:spMk id="2" creationId="{00000000-0000-0000-0000-000000000000}"/>
          </ac:spMkLst>
        </pc:spChg>
        <pc:spChg chg="mod">
          <ac:chgData name="Ms Alina Arshad" userId="cccdfd85-d35d-4453-9c6f-a463aae40722" providerId="ADAL" clId="{57485560-A1FA-415A-BF02-476F12996002}" dt="2024-09-01T05:21:52.328" v="235" actId="20577"/>
          <ac:spMkLst>
            <pc:docMk/>
            <pc:sldMk cId="3034138166" sldId="271"/>
            <ac:spMk id="3" creationId="{00000000-0000-0000-0000-000000000000}"/>
          </ac:spMkLst>
        </pc:spChg>
      </pc:sldChg>
      <pc:sldChg chg="add">
        <pc:chgData name="Ms Alina Arshad" userId="cccdfd85-d35d-4453-9c6f-a463aae40722" providerId="ADAL" clId="{57485560-A1FA-415A-BF02-476F12996002}" dt="2024-09-01T05:22:47.975" v="236"/>
        <pc:sldMkLst>
          <pc:docMk/>
          <pc:sldMk cId="0" sldId="395"/>
        </pc:sldMkLst>
      </pc:sldChg>
      <pc:sldChg chg="add">
        <pc:chgData name="Ms Alina Arshad" userId="cccdfd85-d35d-4453-9c6f-a463aae40722" providerId="ADAL" clId="{57485560-A1FA-415A-BF02-476F12996002}" dt="2024-09-01T05:22:47.975" v="236"/>
        <pc:sldMkLst>
          <pc:docMk/>
          <pc:sldMk cId="0" sldId="396"/>
        </pc:sldMkLst>
      </pc:sldChg>
      <pc:sldChg chg="addSp modSp add mod ord">
        <pc:chgData name="Ms Alina Arshad" userId="cccdfd85-d35d-4453-9c6f-a463aae40722" providerId="ADAL" clId="{57485560-A1FA-415A-BF02-476F12996002}" dt="2024-09-01T05:25:33.551" v="283" actId="20577"/>
        <pc:sldMkLst>
          <pc:docMk/>
          <pc:sldMk cId="1634129650" sldId="397"/>
        </pc:sldMkLst>
        <pc:spChg chg="add mod">
          <ac:chgData name="Ms Alina Arshad" userId="cccdfd85-d35d-4453-9c6f-a463aae40722" providerId="ADAL" clId="{57485560-A1FA-415A-BF02-476F12996002}" dt="2024-09-01T05:25:12.124" v="266" actId="1076"/>
          <ac:spMkLst>
            <pc:docMk/>
            <pc:sldMk cId="1634129650" sldId="397"/>
            <ac:spMk id="9" creationId="{9D0D359F-C3E9-3846-8DB7-AD3581B08C6B}"/>
          </ac:spMkLst>
        </pc:spChg>
        <pc:spChg chg="add mod">
          <ac:chgData name="Ms Alina Arshad" userId="cccdfd85-d35d-4453-9c6f-a463aae40722" providerId="ADAL" clId="{57485560-A1FA-415A-BF02-476F12996002}" dt="2024-09-01T05:25:33.551" v="283" actId="20577"/>
          <ac:spMkLst>
            <pc:docMk/>
            <pc:sldMk cId="1634129650" sldId="397"/>
            <ac:spMk id="11" creationId="{39892B7B-C278-B430-2B7F-DE54CB5DF6B8}"/>
          </ac:spMkLst>
        </pc:spChg>
        <pc:cxnChg chg="add mod">
          <ac:chgData name="Ms Alina Arshad" userId="cccdfd85-d35d-4453-9c6f-a463aae40722" providerId="ADAL" clId="{57485560-A1FA-415A-BF02-476F12996002}" dt="2024-09-01T05:25:07.018" v="265" actId="1076"/>
          <ac:cxnSpMkLst>
            <pc:docMk/>
            <pc:sldMk cId="1634129650" sldId="397"/>
            <ac:cxnSpMk id="7" creationId="{84E759F7-FE21-D60C-031A-2B938FAD14BD}"/>
          </ac:cxnSpMkLst>
        </pc:cxnChg>
        <pc:cxnChg chg="add mod">
          <ac:chgData name="Ms Alina Arshad" userId="cccdfd85-d35d-4453-9c6f-a463aae40722" providerId="ADAL" clId="{57485560-A1FA-415A-BF02-476F12996002}" dt="2024-09-01T05:25:18.356" v="268" actId="14100"/>
          <ac:cxnSpMkLst>
            <pc:docMk/>
            <pc:sldMk cId="1634129650" sldId="397"/>
            <ac:cxnSpMk id="10" creationId="{8A2E3792-997B-B08B-40C7-96693FDD8B19}"/>
          </ac:cxnSpMkLst>
        </pc:cxnChg>
      </pc:sldChg>
    </pc:docChg>
  </pc:docChgLst>
  <pc:docChgLst>
    <pc:chgData name="Ms Alina Arshad" userId="cccdfd85-d35d-4453-9c6f-a463aae40722" providerId="ADAL" clId="{3DC40453-2615-4ACE-A024-C61DE1A47E6A}"/>
    <pc:docChg chg="delSld modSld">
      <pc:chgData name="Ms Alina Arshad" userId="cccdfd85-d35d-4453-9c6f-a463aae40722" providerId="ADAL" clId="{3DC40453-2615-4ACE-A024-C61DE1A47E6A}" dt="2024-09-08T12:04:59.350" v="26" actId="2696"/>
      <pc:docMkLst>
        <pc:docMk/>
      </pc:docMkLst>
      <pc:sldChg chg="modSp mod modNotesTx">
        <pc:chgData name="Ms Alina Arshad" userId="cccdfd85-d35d-4453-9c6f-a463aae40722" providerId="ADAL" clId="{3DC40453-2615-4ACE-A024-C61DE1A47E6A}" dt="2024-09-08T11:56:17.075" v="24"/>
        <pc:sldMkLst>
          <pc:docMk/>
          <pc:sldMk cId="0" sldId="259"/>
        </pc:sldMkLst>
        <pc:graphicFrameChg chg="modGraphic">
          <ac:chgData name="Ms Alina Arshad" userId="cccdfd85-d35d-4453-9c6f-a463aae40722" providerId="ADAL" clId="{3DC40453-2615-4ACE-A024-C61DE1A47E6A}" dt="2024-09-08T11:55:17.515" v="23" actId="14734"/>
          <ac:graphicFrameMkLst>
            <pc:docMk/>
            <pc:sldMk cId="0" sldId="259"/>
            <ac:graphicFrameMk id="5" creationId="{00000000-0000-0000-0000-000000000000}"/>
          </ac:graphicFrameMkLst>
        </pc:graphicFrameChg>
      </pc:sldChg>
      <pc:sldChg chg="modSp mod">
        <pc:chgData name="Ms Alina Arshad" userId="cccdfd85-d35d-4453-9c6f-a463aae40722" providerId="ADAL" clId="{3DC40453-2615-4ACE-A024-C61DE1A47E6A}" dt="2024-09-08T11:57:54.719" v="25" actId="5793"/>
        <pc:sldMkLst>
          <pc:docMk/>
          <pc:sldMk cId="0" sldId="262"/>
        </pc:sldMkLst>
        <pc:spChg chg="mod">
          <ac:chgData name="Ms Alina Arshad" userId="cccdfd85-d35d-4453-9c6f-a463aae40722" providerId="ADAL" clId="{3DC40453-2615-4ACE-A024-C61DE1A47E6A}" dt="2024-09-08T11:57:54.719" v="25" actId="5793"/>
          <ac:spMkLst>
            <pc:docMk/>
            <pc:sldMk cId="0" sldId="262"/>
            <ac:spMk id="3" creationId="{00000000-0000-0000-0000-000000000000}"/>
          </ac:spMkLst>
        </pc:spChg>
      </pc:sldChg>
      <pc:sldChg chg="modSp mod">
        <pc:chgData name="Ms Alina Arshad" userId="cccdfd85-d35d-4453-9c6f-a463aae40722" providerId="ADAL" clId="{3DC40453-2615-4ACE-A024-C61DE1A47E6A}" dt="2024-09-08T08:35:03.322" v="1" actId="20577"/>
        <pc:sldMkLst>
          <pc:docMk/>
          <pc:sldMk cId="0" sldId="263"/>
        </pc:sldMkLst>
        <pc:spChg chg="mod">
          <ac:chgData name="Ms Alina Arshad" userId="cccdfd85-d35d-4453-9c6f-a463aae40722" providerId="ADAL" clId="{3DC40453-2615-4ACE-A024-C61DE1A47E6A}" dt="2024-09-08T08:35:03.322" v="1" actId="20577"/>
          <ac:spMkLst>
            <pc:docMk/>
            <pc:sldMk cId="0" sldId="263"/>
            <ac:spMk id="3" creationId="{00000000-0000-0000-0000-000000000000}"/>
          </ac:spMkLst>
        </pc:spChg>
      </pc:sldChg>
      <pc:sldChg chg="modSp mod">
        <pc:chgData name="Ms Alina Arshad" userId="cccdfd85-d35d-4453-9c6f-a463aae40722" providerId="ADAL" clId="{3DC40453-2615-4ACE-A024-C61DE1A47E6A}" dt="2024-09-08T08:36:48.436" v="3" actId="1076"/>
        <pc:sldMkLst>
          <pc:docMk/>
          <pc:sldMk cId="0" sldId="264"/>
        </pc:sldMkLst>
        <pc:spChg chg="mod">
          <ac:chgData name="Ms Alina Arshad" userId="cccdfd85-d35d-4453-9c6f-a463aae40722" providerId="ADAL" clId="{3DC40453-2615-4ACE-A024-C61DE1A47E6A}" dt="2024-09-08T08:36:48.436" v="3" actId="1076"/>
          <ac:spMkLst>
            <pc:docMk/>
            <pc:sldMk cId="0" sldId="264"/>
            <ac:spMk id="2" creationId="{00000000-0000-0000-0000-000000000000}"/>
          </ac:spMkLst>
        </pc:spChg>
      </pc:sldChg>
      <pc:sldChg chg="modSp mod">
        <pc:chgData name="Ms Alina Arshad" userId="cccdfd85-d35d-4453-9c6f-a463aae40722" providerId="ADAL" clId="{3DC40453-2615-4ACE-A024-C61DE1A47E6A}" dt="2024-09-08T08:41:22.601" v="5" actId="20577"/>
        <pc:sldMkLst>
          <pc:docMk/>
          <pc:sldMk cId="1577505814" sldId="265"/>
        </pc:sldMkLst>
        <pc:spChg chg="mod">
          <ac:chgData name="Ms Alina Arshad" userId="cccdfd85-d35d-4453-9c6f-a463aae40722" providerId="ADAL" clId="{3DC40453-2615-4ACE-A024-C61DE1A47E6A}" dt="2024-09-08T08:41:22.601" v="5" actId="20577"/>
          <ac:spMkLst>
            <pc:docMk/>
            <pc:sldMk cId="1577505814" sldId="265"/>
            <ac:spMk id="3" creationId="{00000000-0000-0000-0000-000000000000}"/>
          </ac:spMkLst>
        </pc:spChg>
      </pc:sldChg>
      <pc:sldChg chg="modSp mod">
        <pc:chgData name="Ms Alina Arshad" userId="cccdfd85-d35d-4453-9c6f-a463aae40722" providerId="ADAL" clId="{3DC40453-2615-4ACE-A024-C61DE1A47E6A}" dt="2024-09-08T08:42:20.927" v="9" actId="403"/>
        <pc:sldMkLst>
          <pc:docMk/>
          <pc:sldMk cId="1582826008" sldId="266"/>
        </pc:sldMkLst>
        <pc:spChg chg="mod">
          <ac:chgData name="Ms Alina Arshad" userId="cccdfd85-d35d-4453-9c6f-a463aae40722" providerId="ADAL" clId="{3DC40453-2615-4ACE-A024-C61DE1A47E6A}" dt="2024-09-08T08:42:20.927" v="9" actId="403"/>
          <ac:spMkLst>
            <pc:docMk/>
            <pc:sldMk cId="1582826008" sldId="266"/>
            <ac:spMk id="3" creationId="{00000000-0000-0000-0000-000000000000}"/>
          </ac:spMkLst>
        </pc:spChg>
      </pc:sldChg>
      <pc:sldChg chg="modSp mod">
        <pc:chgData name="Ms Alina Arshad" userId="cccdfd85-d35d-4453-9c6f-a463aae40722" providerId="ADAL" clId="{3DC40453-2615-4ACE-A024-C61DE1A47E6A}" dt="2024-09-08T08:50:50.297" v="15" actId="1076"/>
        <pc:sldMkLst>
          <pc:docMk/>
          <pc:sldMk cId="731299161" sldId="267"/>
        </pc:sldMkLst>
        <pc:spChg chg="mod">
          <ac:chgData name="Ms Alina Arshad" userId="cccdfd85-d35d-4453-9c6f-a463aae40722" providerId="ADAL" clId="{3DC40453-2615-4ACE-A024-C61DE1A47E6A}" dt="2024-09-08T08:50:50.297" v="15" actId="1076"/>
          <ac:spMkLst>
            <pc:docMk/>
            <pc:sldMk cId="731299161" sldId="267"/>
            <ac:spMk id="3" creationId="{00000000-0000-0000-0000-000000000000}"/>
          </ac:spMkLst>
        </pc:spChg>
      </pc:sldChg>
      <pc:sldChg chg="modSp mod">
        <pc:chgData name="Ms Alina Arshad" userId="cccdfd85-d35d-4453-9c6f-a463aae40722" providerId="ADAL" clId="{3DC40453-2615-4ACE-A024-C61DE1A47E6A}" dt="2024-09-08T08:52:25.007" v="17" actId="1035"/>
        <pc:sldMkLst>
          <pc:docMk/>
          <pc:sldMk cId="2090315159" sldId="270"/>
        </pc:sldMkLst>
        <pc:picChg chg="mod">
          <ac:chgData name="Ms Alina Arshad" userId="cccdfd85-d35d-4453-9c6f-a463aae40722" providerId="ADAL" clId="{3DC40453-2615-4ACE-A024-C61DE1A47E6A}" dt="2024-09-08T08:52:25.007" v="17" actId="1035"/>
          <ac:picMkLst>
            <pc:docMk/>
            <pc:sldMk cId="2090315159" sldId="270"/>
            <ac:picMk id="2" creationId="{00000000-0000-0000-0000-000000000000}"/>
          </ac:picMkLst>
        </pc:picChg>
      </pc:sldChg>
      <pc:sldChg chg="modSp mod">
        <pc:chgData name="Ms Alina Arshad" userId="cccdfd85-d35d-4453-9c6f-a463aae40722" providerId="ADAL" clId="{3DC40453-2615-4ACE-A024-C61DE1A47E6A}" dt="2024-09-08T08:53:48.350" v="21" actId="113"/>
        <pc:sldMkLst>
          <pc:docMk/>
          <pc:sldMk cId="2504047100" sldId="272"/>
        </pc:sldMkLst>
        <pc:spChg chg="mod">
          <ac:chgData name="Ms Alina Arshad" userId="cccdfd85-d35d-4453-9c6f-a463aae40722" providerId="ADAL" clId="{3DC40453-2615-4ACE-A024-C61DE1A47E6A}" dt="2024-09-08T08:53:48.350" v="21" actId="113"/>
          <ac:spMkLst>
            <pc:docMk/>
            <pc:sldMk cId="2504047100" sldId="272"/>
            <ac:spMk id="3" creationId="{00000000-0000-0000-0000-000000000000}"/>
          </ac:spMkLst>
        </pc:spChg>
      </pc:sldChg>
      <pc:sldChg chg="del">
        <pc:chgData name="Ms Alina Arshad" userId="cccdfd85-d35d-4453-9c6f-a463aae40722" providerId="ADAL" clId="{3DC40453-2615-4ACE-A024-C61DE1A47E6A}" dt="2024-09-08T12:04:59.350" v="26" actId="2696"/>
        <pc:sldMkLst>
          <pc:docMk/>
          <pc:sldMk cId="1497646456" sldId="275"/>
        </pc:sldMkLst>
      </pc:sldChg>
    </pc:docChg>
  </pc:docChgLst>
  <pc:docChgLst>
    <pc:chgData name="Ms Alina Arshad" userId="cccdfd85-d35d-4453-9c6f-a463aae40722" providerId="ADAL" clId="{44991E72-28EC-43D4-9452-2984EF5D346D}"/>
    <pc:docChg chg="undo custSel addSld delSld modSld">
      <pc:chgData name="Ms Alina Arshad" userId="cccdfd85-d35d-4453-9c6f-a463aae40722" providerId="ADAL" clId="{44991E72-28EC-43D4-9452-2984EF5D346D}" dt="2024-09-03T04:23:54.014" v="592" actId="404"/>
      <pc:docMkLst>
        <pc:docMk/>
      </pc:docMkLst>
      <pc:sldChg chg="addSp delSp modSp mod">
        <pc:chgData name="Ms Alina Arshad" userId="cccdfd85-d35d-4453-9c6f-a463aae40722" providerId="ADAL" clId="{44991E72-28EC-43D4-9452-2984EF5D346D}" dt="2024-08-29T08:38:26.035" v="584" actId="27636"/>
        <pc:sldMkLst>
          <pc:docMk/>
          <pc:sldMk cId="3322361034" sldId="256"/>
        </pc:sldMkLst>
        <pc:spChg chg="mod">
          <ac:chgData name="Ms Alina Arshad" userId="cccdfd85-d35d-4453-9c6f-a463aae40722" providerId="ADAL" clId="{44991E72-28EC-43D4-9452-2984EF5D346D}" dt="2024-08-29T08:38:26.035" v="584" actId="27636"/>
          <ac:spMkLst>
            <pc:docMk/>
            <pc:sldMk cId="3322361034" sldId="256"/>
            <ac:spMk id="3" creationId="{44E9F82C-BBA7-3495-1097-BEDB54FFFDF4}"/>
          </ac:spMkLst>
        </pc:spChg>
        <pc:spChg chg="add del mod">
          <ac:chgData name="Ms Alina Arshad" userId="cccdfd85-d35d-4453-9c6f-a463aae40722" providerId="ADAL" clId="{44991E72-28EC-43D4-9452-2984EF5D346D}" dt="2024-08-29T06:58:40.247" v="81" actId="478"/>
          <ac:spMkLst>
            <pc:docMk/>
            <pc:sldMk cId="3322361034" sldId="256"/>
            <ac:spMk id="6" creationId="{DA71808B-1605-2E5A-9020-A111E2109C1E}"/>
          </ac:spMkLst>
        </pc:spChg>
      </pc:sldChg>
      <pc:sldChg chg="modSp add mod">
        <pc:chgData name="Ms Alina Arshad" userId="cccdfd85-d35d-4453-9c6f-a463aae40722" providerId="ADAL" clId="{44991E72-28EC-43D4-9452-2984EF5D346D}" dt="2024-08-29T07:36:47.319" v="127" actId="403"/>
        <pc:sldMkLst>
          <pc:docMk/>
          <pc:sldMk cId="0" sldId="258"/>
        </pc:sldMkLst>
        <pc:spChg chg="mod">
          <ac:chgData name="Ms Alina Arshad" userId="cccdfd85-d35d-4453-9c6f-a463aae40722" providerId="ADAL" clId="{44991E72-28EC-43D4-9452-2984EF5D346D}" dt="2024-08-29T07:36:47.319" v="127" actId="403"/>
          <ac:spMkLst>
            <pc:docMk/>
            <pc:sldMk cId="0" sldId="258"/>
            <ac:spMk id="3" creationId="{00000000-0000-0000-0000-000000000000}"/>
          </ac:spMkLst>
        </pc:spChg>
        <pc:graphicFrameChg chg="modGraphic">
          <ac:chgData name="Ms Alina Arshad" userId="cccdfd85-d35d-4453-9c6f-a463aae40722" providerId="ADAL" clId="{44991E72-28EC-43D4-9452-2984EF5D346D}" dt="2024-08-29T07:35:42.142" v="124" actId="207"/>
          <ac:graphicFrameMkLst>
            <pc:docMk/>
            <pc:sldMk cId="0" sldId="258"/>
            <ac:graphicFrameMk id="2" creationId="{00000000-0000-0000-0000-000000000000}"/>
          </ac:graphicFrameMkLst>
        </pc:graphicFrameChg>
      </pc:sldChg>
      <pc:sldChg chg="modSp add mod">
        <pc:chgData name="Ms Alina Arshad" userId="cccdfd85-d35d-4453-9c6f-a463aae40722" providerId="ADAL" clId="{44991E72-28EC-43D4-9452-2984EF5D346D}" dt="2024-08-29T07:40:55.749" v="147" actId="403"/>
        <pc:sldMkLst>
          <pc:docMk/>
          <pc:sldMk cId="0" sldId="259"/>
        </pc:sldMkLst>
        <pc:spChg chg="mod">
          <ac:chgData name="Ms Alina Arshad" userId="cccdfd85-d35d-4453-9c6f-a463aae40722" providerId="ADAL" clId="{44991E72-28EC-43D4-9452-2984EF5D346D}" dt="2024-08-29T07:37:18.868" v="132" actId="207"/>
          <ac:spMkLst>
            <pc:docMk/>
            <pc:sldMk cId="0" sldId="259"/>
            <ac:spMk id="2" creationId="{00000000-0000-0000-0000-000000000000}"/>
          </ac:spMkLst>
        </pc:spChg>
        <pc:spChg chg="mod">
          <ac:chgData name="Ms Alina Arshad" userId="cccdfd85-d35d-4453-9c6f-a463aae40722" providerId="ADAL" clId="{44991E72-28EC-43D4-9452-2984EF5D346D}" dt="2024-08-29T07:40:55.749" v="147" actId="403"/>
          <ac:spMkLst>
            <pc:docMk/>
            <pc:sldMk cId="0" sldId="259"/>
            <ac:spMk id="3" creationId="{00000000-0000-0000-0000-000000000000}"/>
          </ac:spMkLst>
        </pc:spChg>
      </pc:sldChg>
      <pc:sldChg chg="modSp add mod">
        <pc:chgData name="Ms Alina Arshad" userId="cccdfd85-d35d-4453-9c6f-a463aae40722" providerId="ADAL" clId="{44991E72-28EC-43D4-9452-2984EF5D346D}" dt="2024-08-29T07:42:14.196" v="154" actId="1076"/>
        <pc:sldMkLst>
          <pc:docMk/>
          <pc:sldMk cId="0" sldId="260"/>
        </pc:sldMkLst>
        <pc:picChg chg="mod">
          <ac:chgData name="Ms Alina Arshad" userId="cccdfd85-d35d-4453-9c6f-a463aae40722" providerId="ADAL" clId="{44991E72-28EC-43D4-9452-2984EF5D346D}" dt="2024-08-29T07:42:14.196" v="154" actId="1076"/>
          <ac:picMkLst>
            <pc:docMk/>
            <pc:sldMk cId="0" sldId="260"/>
            <ac:picMk id="2" creationId="{00000000-0000-0000-0000-000000000000}"/>
          </ac:picMkLst>
        </pc:picChg>
      </pc:sldChg>
      <pc:sldChg chg="modSp add mod">
        <pc:chgData name="Ms Alina Arshad" userId="cccdfd85-d35d-4453-9c6f-a463aae40722" providerId="ADAL" clId="{44991E72-28EC-43D4-9452-2984EF5D346D}" dt="2024-08-29T08:00:14.745" v="276" actId="404"/>
        <pc:sldMkLst>
          <pc:docMk/>
          <pc:sldMk cId="0" sldId="261"/>
        </pc:sldMkLst>
        <pc:spChg chg="mod">
          <ac:chgData name="Ms Alina Arshad" userId="cccdfd85-d35d-4453-9c6f-a463aae40722" providerId="ADAL" clId="{44991E72-28EC-43D4-9452-2984EF5D346D}" dt="2024-08-29T07:47:22.283" v="189" actId="403"/>
          <ac:spMkLst>
            <pc:docMk/>
            <pc:sldMk cId="0" sldId="261"/>
            <ac:spMk id="2" creationId="{00000000-0000-0000-0000-000000000000}"/>
          </ac:spMkLst>
        </pc:spChg>
        <pc:spChg chg="mod">
          <ac:chgData name="Ms Alina Arshad" userId="cccdfd85-d35d-4453-9c6f-a463aae40722" providerId="ADAL" clId="{44991E72-28EC-43D4-9452-2984EF5D346D}" dt="2024-08-29T08:00:14.745" v="276" actId="404"/>
          <ac:spMkLst>
            <pc:docMk/>
            <pc:sldMk cId="0" sldId="261"/>
            <ac:spMk id="3" creationId="{00000000-0000-0000-0000-000000000000}"/>
          </ac:spMkLst>
        </pc:spChg>
      </pc:sldChg>
      <pc:sldChg chg="modSp add mod">
        <pc:chgData name="Ms Alina Arshad" userId="cccdfd85-d35d-4453-9c6f-a463aae40722" providerId="ADAL" clId="{44991E72-28EC-43D4-9452-2984EF5D346D}" dt="2024-08-29T08:00:48.725" v="286" actId="1076"/>
        <pc:sldMkLst>
          <pc:docMk/>
          <pc:sldMk cId="0" sldId="262"/>
        </pc:sldMkLst>
        <pc:spChg chg="mod">
          <ac:chgData name="Ms Alina Arshad" userId="cccdfd85-d35d-4453-9c6f-a463aae40722" providerId="ADAL" clId="{44991E72-28EC-43D4-9452-2984EF5D346D}" dt="2024-08-29T08:00:32.710" v="281" actId="1076"/>
          <ac:spMkLst>
            <pc:docMk/>
            <pc:sldMk cId="0" sldId="262"/>
            <ac:spMk id="2" creationId="{00000000-0000-0000-0000-000000000000}"/>
          </ac:spMkLst>
        </pc:spChg>
        <pc:spChg chg="mod">
          <ac:chgData name="Ms Alina Arshad" userId="cccdfd85-d35d-4453-9c6f-a463aae40722" providerId="ADAL" clId="{44991E72-28EC-43D4-9452-2984EF5D346D}" dt="2024-08-29T08:00:48.725" v="286" actId="1076"/>
          <ac:spMkLst>
            <pc:docMk/>
            <pc:sldMk cId="0" sldId="262"/>
            <ac:spMk id="3" creationId="{00000000-0000-0000-0000-000000000000}"/>
          </ac:spMkLst>
        </pc:spChg>
      </pc:sldChg>
      <pc:sldChg chg="modSp add mod">
        <pc:chgData name="Ms Alina Arshad" userId="cccdfd85-d35d-4453-9c6f-a463aae40722" providerId="ADAL" clId="{44991E72-28EC-43D4-9452-2984EF5D346D}" dt="2024-08-29T08:07:44.108" v="385" actId="207"/>
        <pc:sldMkLst>
          <pc:docMk/>
          <pc:sldMk cId="0" sldId="263"/>
        </pc:sldMkLst>
        <pc:spChg chg="mod">
          <ac:chgData name="Ms Alina Arshad" userId="cccdfd85-d35d-4453-9c6f-a463aae40722" providerId="ADAL" clId="{44991E72-28EC-43D4-9452-2984EF5D346D}" dt="2024-08-29T08:01:34.730" v="295" actId="113"/>
          <ac:spMkLst>
            <pc:docMk/>
            <pc:sldMk cId="0" sldId="263"/>
            <ac:spMk id="2" creationId="{00000000-0000-0000-0000-000000000000}"/>
          </ac:spMkLst>
        </pc:spChg>
        <pc:spChg chg="mod">
          <ac:chgData name="Ms Alina Arshad" userId="cccdfd85-d35d-4453-9c6f-a463aae40722" providerId="ADAL" clId="{44991E72-28EC-43D4-9452-2984EF5D346D}" dt="2024-08-29T08:07:44.108" v="385" actId="207"/>
          <ac:spMkLst>
            <pc:docMk/>
            <pc:sldMk cId="0" sldId="263"/>
            <ac:spMk id="4" creationId="{00000000-0000-0000-0000-000000000000}"/>
          </ac:spMkLst>
        </pc:spChg>
        <pc:picChg chg="mod">
          <ac:chgData name="Ms Alina Arshad" userId="cccdfd85-d35d-4453-9c6f-a463aae40722" providerId="ADAL" clId="{44991E72-28EC-43D4-9452-2984EF5D346D}" dt="2024-08-29T08:07:38.875" v="384" actId="1076"/>
          <ac:picMkLst>
            <pc:docMk/>
            <pc:sldMk cId="0" sldId="263"/>
            <ac:picMk id="3" creationId="{00000000-0000-0000-0000-000000000000}"/>
          </ac:picMkLst>
        </pc:picChg>
      </pc:sldChg>
      <pc:sldChg chg="addSp delSp modSp add mod">
        <pc:chgData name="Ms Alina Arshad" userId="cccdfd85-d35d-4453-9c6f-a463aae40722" providerId="ADAL" clId="{44991E72-28EC-43D4-9452-2984EF5D346D}" dt="2024-09-03T04:23:54.014" v="592" actId="404"/>
        <pc:sldMkLst>
          <pc:docMk/>
          <pc:sldMk cId="0" sldId="264"/>
        </pc:sldMkLst>
        <pc:spChg chg="mod">
          <ac:chgData name="Ms Alina Arshad" userId="cccdfd85-d35d-4453-9c6f-a463aae40722" providerId="ADAL" clId="{44991E72-28EC-43D4-9452-2984EF5D346D}" dt="2024-08-29T08:01:51.913" v="299" actId="403"/>
          <ac:spMkLst>
            <pc:docMk/>
            <pc:sldMk cId="0" sldId="264"/>
            <ac:spMk id="2" creationId="{00000000-0000-0000-0000-000000000000}"/>
          </ac:spMkLst>
        </pc:spChg>
        <pc:spChg chg="add del mod">
          <ac:chgData name="Ms Alina Arshad" userId="cccdfd85-d35d-4453-9c6f-a463aae40722" providerId="ADAL" clId="{44991E72-28EC-43D4-9452-2984EF5D346D}" dt="2024-09-03T04:23:15.630" v="585" actId="14100"/>
          <ac:spMkLst>
            <pc:docMk/>
            <pc:sldMk cId="0" sldId="264"/>
            <ac:spMk id="3" creationId="{00000000-0000-0000-0000-000000000000}"/>
          </ac:spMkLst>
        </pc:spChg>
        <pc:spChg chg="add mod">
          <ac:chgData name="Ms Alina Arshad" userId="cccdfd85-d35d-4453-9c6f-a463aae40722" providerId="ADAL" clId="{44991E72-28EC-43D4-9452-2984EF5D346D}" dt="2024-09-03T04:23:54.014" v="592" actId="404"/>
          <ac:spMkLst>
            <pc:docMk/>
            <pc:sldMk cId="0" sldId="264"/>
            <ac:spMk id="5" creationId="{F49829E9-2E92-A5C9-F182-CCE08B8090CD}"/>
          </ac:spMkLst>
        </pc:spChg>
      </pc:sldChg>
      <pc:sldChg chg="modSp add mod">
        <pc:chgData name="Ms Alina Arshad" userId="cccdfd85-d35d-4453-9c6f-a463aae40722" providerId="ADAL" clId="{44991E72-28EC-43D4-9452-2984EF5D346D}" dt="2024-08-29T08:04:14.004" v="338" actId="1076"/>
        <pc:sldMkLst>
          <pc:docMk/>
          <pc:sldMk cId="1577505814" sldId="265"/>
        </pc:sldMkLst>
        <pc:spChg chg="mod">
          <ac:chgData name="Ms Alina Arshad" userId="cccdfd85-d35d-4453-9c6f-a463aae40722" providerId="ADAL" clId="{44991E72-28EC-43D4-9452-2984EF5D346D}" dt="2024-08-29T08:03:46.692" v="333" actId="207"/>
          <ac:spMkLst>
            <pc:docMk/>
            <pc:sldMk cId="1577505814" sldId="265"/>
            <ac:spMk id="2" creationId="{00000000-0000-0000-0000-000000000000}"/>
          </ac:spMkLst>
        </pc:spChg>
        <pc:spChg chg="mod">
          <ac:chgData name="Ms Alina Arshad" userId="cccdfd85-d35d-4453-9c6f-a463aae40722" providerId="ADAL" clId="{44991E72-28EC-43D4-9452-2984EF5D346D}" dt="2024-08-29T08:04:14.004" v="338" actId="1076"/>
          <ac:spMkLst>
            <pc:docMk/>
            <pc:sldMk cId="1577505814" sldId="265"/>
            <ac:spMk id="3" creationId="{00000000-0000-0000-0000-000000000000}"/>
          </ac:spMkLst>
        </pc:spChg>
      </pc:sldChg>
      <pc:sldChg chg="delSp modSp add mod">
        <pc:chgData name="Ms Alina Arshad" userId="cccdfd85-d35d-4453-9c6f-a463aae40722" providerId="ADAL" clId="{44991E72-28EC-43D4-9452-2984EF5D346D}" dt="2024-08-29T08:09:29.823" v="407" actId="1076"/>
        <pc:sldMkLst>
          <pc:docMk/>
          <pc:sldMk cId="1582826008" sldId="266"/>
        </pc:sldMkLst>
        <pc:spChg chg="del">
          <ac:chgData name="Ms Alina Arshad" userId="cccdfd85-d35d-4453-9c6f-a463aae40722" providerId="ADAL" clId="{44991E72-28EC-43D4-9452-2984EF5D346D}" dt="2024-08-29T08:04:22.645" v="339" actId="478"/>
          <ac:spMkLst>
            <pc:docMk/>
            <pc:sldMk cId="1582826008" sldId="266"/>
            <ac:spMk id="2" creationId="{00000000-0000-0000-0000-000000000000}"/>
          </ac:spMkLst>
        </pc:spChg>
        <pc:spChg chg="mod">
          <ac:chgData name="Ms Alina Arshad" userId="cccdfd85-d35d-4453-9c6f-a463aae40722" providerId="ADAL" clId="{44991E72-28EC-43D4-9452-2984EF5D346D}" dt="2024-08-29T08:04:57.742" v="355" actId="14100"/>
          <ac:spMkLst>
            <pc:docMk/>
            <pc:sldMk cId="1582826008" sldId="266"/>
            <ac:spMk id="10" creationId="{00000000-0000-0000-0000-000000000000}"/>
          </ac:spMkLst>
        </pc:spChg>
        <pc:spChg chg="mod">
          <ac:chgData name="Ms Alina Arshad" userId="cccdfd85-d35d-4453-9c6f-a463aae40722" providerId="ADAL" clId="{44991E72-28EC-43D4-9452-2984EF5D346D}" dt="2024-08-29T08:08:49.436" v="389" actId="255"/>
          <ac:spMkLst>
            <pc:docMk/>
            <pc:sldMk cId="1582826008" sldId="266"/>
            <ac:spMk id="11" creationId="{00000000-0000-0000-0000-000000000000}"/>
          </ac:spMkLst>
        </pc:spChg>
        <pc:spChg chg="mod">
          <ac:chgData name="Ms Alina Arshad" userId="cccdfd85-d35d-4453-9c6f-a463aae40722" providerId="ADAL" clId="{44991E72-28EC-43D4-9452-2984EF5D346D}" dt="2024-08-29T08:09:05.110" v="399" actId="1076"/>
          <ac:spMkLst>
            <pc:docMk/>
            <pc:sldMk cId="1582826008" sldId="266"/>
            <ac:spMk id="12" creationId="{00000000-0000-0000-0000-000000000000}"/>
          </ac:spMkLst>
        </pc:spChg>
        <pc:grpChg chg="del">
          <ac:chgData name="Ms Alina Arshad" userId="cccdfd85-d35d-4453-9c6f-a463aae40722" providerId="ADAL" clId="{44991E72-28EC-43D4-9452-2984EF5D346D}" dt="2024-08-29T08:04:26.410" v="342" actId="478"/>
          <ac:grpSpMkLst>
            <pc:docMk/>
            <pc:sldMk cId="1582826008" sldId="266"/>
            <ac:grpSpMk id="7" creationId="{00000000-0000-0000-0000-000000000000}"/>
          </ac:grpSpMkLst>
        </pc:grpChg>
        <pc:picChg chg="del">
          <ac:chgData name="Ms Alina Arshad" userId="cccdfd85-d35d-4453-9c6f-a463aae40722" providerId="ADAL" clId="{44991E72-28EC-43D4-9452-2984EF5D346D}" dt="2024-08-29T08:04:28.128" v="344" actId="478"/>
          <ac:picMkLst>
            <pc:docMk/>
            <pc:sldMk cId="1582826008" sldId="266"/>
            <ac:picMk id="3" creationId="{00000000-0000-0000-0000-000000000000}"/>
          </ac:picMkLst>
        </pc:picChg>
        <pc:picChg chg="del">
          <ac:chgData name="Ms Alina Arshad" userId="cccdfd85-d35d-4453-9c6f-a463aae40722" providerId="ADAL" clId="{44991E72-28EC-43D4-9452-2984EF5D346D}" dt="2024-08-29T08:04:25.816" v="341" actId="478"/>
          <ac:picMkLst>
            <pc:docMk/>
            <pc:sldMk cId="1582826008" sldId="266"/>
            <ac:picMk id="4" creationId="{00000000-0000-0000-0000-000000000000}"/>
          </ac:picMkLst>
        </pc:picChg>
        <pc:picChg chg="del">
          <ac:chgData name="Ms Alina Arshad" userId="cccdfd85-d35d-4453-9c6f-a463aae40722" providerId="ADAL" clId="{44991E72-28EC-43D4-9452-2984EF5D346D}" dt="2024-08-29T08:04:27.456" v="343" actId="478"/>
          <ac:picMkLst>
            <pc:docMk/>
            <pc:sldMk cId="1582826008" sldId="266"/>
            <ac:picMk id="5" creationId="{00000000-0000-0000-0000-000000000000}"/>
          </ac:picMkLst>
        </pc:picChg>
        <pc:picChg chg="del">
          <ac:chgData name="Ms Alina Arshad" userId="cccdfd85-d35d-4453-9c6f-a463aae40722" providerId="ADAL" clId="{44991E72-28EC-43D4-9452-2984EF5D346D}" dt="2024-08-29T08:04:24.113" v="340" actId="478"/>
          <ac:picMkLst>
            <pc:docMk/>
            <pc:sldMk cId="1582826008" sldId="266"/>
            <ac:picMk id="6" creationId="{00000000-0000-0000-0000-000000000000}"/>
          </ac:picMkLst>
        </pc:picChg>
        <pc:picChg chg="mod">
          <ac:chgData name="Ms Alina Arshad" userId="cccdfd85-d35d-4453-9c6f-a463aae40722" providerId="ADAL" clId="{44991E72-28EC-43D4-9452-2984EF5D346D}" dt="2024-08-29T08:09:13.515" v="402" actId="1076"/>
          <ac:picMkLst>
            <pc:docMk/>
            <pc:sldMk cId="1582826008" sldId="266"/>
            <ac:picMk id="13" creationId="{00000000-0000-0000-0000-000000000000}"/>
          </ac:picMkLst>
        </pc:picChg>
        <pc:picChg chg="mod modCrop">
          <ac:chgData name="Ms Alina Arshad" userId="cccdfd85-d35d-4453-9c6f-a463aae40722" providerId="ADAL" clId="{44991E72-28EC-43D4-9452-2984EF5D346D}" dt="2024-08-29T08:09:29.823" v="407" actId="1076"/>
          <ac:picMkLst>
            <pc:docMk/>
            <pc:sldMk cId="1582826008" sldId="266"/>
            <ac:picMk id="14" creationId="{00000000-0000-0000-0000-000000000000}"/>
          </ac:picMkLst>
        </pc:picChg>
      </pc:sldChg>
      <pc:sldChg chg="modSp add mod">
        <pc:chgData name="Ms Alina Arshad" userId="cccdfd85-d35d-4453-9c6f-a463aae40722" providerId="ADAL" clId="{44991E72-28EC-43D4-9452-2984EF5D346D}" dt="2024-08-29T08:13:35.878" v="445" actId="20577"/>
        <pc:sldMkLst>
          <pc:docMk/>
          <pc:sldMk cId="731299161" sldId="267"/>
        </pc:sldMkLst>
        <pc:spChg chg="mod">
          <ac:chgData name="Ms Alina Arshad" userId="cccdfd85-d35d-4453-9c6f-a463aae40722" providerId="ADAL" clId="{44991E72-28EC-43D4-9452-2984EF5D346D}" dt="2024-08-29T08:09:51.911" v="415" actId="1076"/>
          <ac:spMkLst>
            <pc:docMk/>
            <pc:sldMk cId="731299161" sldId="267"/>
            <ac:spMk id="2" creationId="{00000000-0000-0000-0000-000000000000}"/>
          </ac:spMkLst>
        </pc:spChg>
        <pc:spChg chg="mod">
          <ac:chgData name="Ms Alina Arshad" userId="cccdfd85-d35d-4453-9c6f-a463aae40722" providerId="ADAL" clId="{44991E72-28EC-43D4-9452-2984EF5D346D}" dt="2024-08-29T08:13:35.878" v="445" actId="20577"/>
          <ac:spMkLst>
            <pc:docMk/>
            <pc:sldMk cId="731299161" sldId="267"/>
            <ac:spMk id="3" creationId="{00000000-0000-0000-0000-000000000000}"/>
          </ac:spMkLst>
        </pc:spChg>
        <pc:spChg chg="mod">
          <ac:chgData name="Ms Alina Arshad" userId="cccdfd85-d35d-4453-9c6f-a463aae40722" providerId="ADAL" clId="{44991E72-28EC-43D4-9452-2984EF5D346D}" dt="2024-08-29T08:12:56.468" v="443" actId="12"/>
          <ac:spMkLst>
            <pc:docMk/>
            <pc:sldMk cId="731299161" sldId="267"/>
            <ac:spMk id="4" creationId="{00000000-0000-0000-0000-000000000000}"/>
          </ac:spMkLst>
        </pc:spChg>
        <pc:picChg chg="mod">
          <ac:chgData name="Ms Alina Arshad" userId="cccdfd85-d35d-4453-9c6f-a463aae40722" providerId="ADAL" clId="{44991E72-28EC-43D4-9452-2984EF5D346D}" dt="2024-08-29T08:10:27.839" v="428" actId="14100"/>
          <ac:picMkLst>
            <pc:docMk/>
            <pc:sldMk cId="731299161" sldId="267"/>
            <ac:picMk id="5" creationId="{00000000-0000-0000-0000-000000000000}"/>
          </ac:picMkLst>
        </pc:picChg>
      </pc:sldChg>
      <pc:sldChg chg="modSp add mod">
        <pc:chgData name="Ms Alina Arshad" userId="cccdfd85-d35d-4453-9c6f-a463aae40722" providerId="ADAL" clId="{44991E72-28EC-43D4-9452-2984EF5D346D}" dt="2024-08-29T08:17:58.105" v="481" actId="1076"/>
        <pc:sldMkLst>
          <pc:docMk/>
          <pc:sldMk cId="90329638" sldId="268"/>
        </pc:sldMkLst>
        <pc:spChg chg="mod">
          <ac:chgData name="Ms Alina Arshad" userId="cccdfd85-d35d-4453-9c6f-a463aae40722" providerId="ADAL" clId="{44991E72-28EC-43D4-9452-2984EF5D346D}" dt="2024-08-29T08:16:47.171" v="469" actId="403"/>
          <ac:spMkLst>
            <pc:docMk/>
            <pc:sldMk cId="90329638" sldId="268"/>
            <ac:spMk id="2" creationId="{00000000-0000-0000-0000-000000000000}"/>
          </ac:spMkLst>
        </pc:spChg>
        <pc:spChg chg="mod">
          <ac:chgData name="Ms Alina Arshad" userId="cccdfd85-d35d-4453-9c6f-a463aae40722" providerId="ADAL" clId="{44991E72-28EC-43D4-9452-2984EF5D346D}" dt="2024-08-29T08:17:49.888" v="478" actId="1076"/>
          <ac:spMkLst>
            <pc:docMk/>
            <pc:sldMk cId="90329638" sldId="268"/>
            <ac:spMk id="3" creationId="{00000000-0000-0000-0000-000000000000}"/>
          </ac:spMkLst>
        </pc:spChg>
        <pc:picChg chg="mod">
          <ac:chgData name="Ms Alina Arshad" userId="cccdfd85-d35d-4453-9c6f-a463aae40722" providerId="ADAL" clId="{44991E72-28EC-43D4-9452-2984EF5D346D}" dt="2024-08-29T08:17:58.105" v="481" actId="1076"/>
          <ac:picMkLst>
            <pc:docMk/>
            <pc:sldMk cId="90329638" sldId="268"/>
            <ac:picMk id="4" creationId="{00000000-0000-0000-0000-000000000000}"/>
          </ac:picMkLst>
        </pc:picChg>
      </pc:sldChg>
      <pc:sldChg chg="modSp add mod">
        <pc:chgData name="Ms Alina Arshad" userId="cccdfd85-d35d-4453-9c6f-a463aae40722" providerId="ADAL" clId="{44991E72-28EC-43D4-9452-2984EF5D346D}" dt="2024-08-29T08:20:16.085" v="509" actId="113"/>
        <pc:sldMkLst>
          <pc:docMk/>
          <pc:sldMk cId="2295129282" sldId="269"/>
        </pc:sldMkLst>
        <pc:spChg chg="mod">
          <ac:chgData name="Ms Alina Arshad" userId="cccdfd85-d35d-4453-9c6f-a463aae40722" providerId="ADAL" clId="{44991E72-28EC-43D4-9452-2984EF5D346D}" dt="2024-08-29T08:20:16.085" v="509" actId="113"/>
          <ac:spMkLst>
            <pc:docMk/>
            <pc:sldMk cId="2295129282" sldId="269"/>
            <ac:spMk id="2" creationId="{00000000-0000-0000-0000-000000000000}"/>
          </ac:spMkLst>
        </pc:spChg>
        <pc:spChg chg="mod">
          <ac:chgData name="Ms Alina Arshad" userId="cccdfd85-d35d-4453-9c6f-a463aae40722" providerId="ADAL" clId="{44991E72-28EC-43D4-9452-2984EF5D346D}" dt="2024-08-29T08:20:05.729" v="505" actId="113"/>
          <ac:spMkLst>
            <pc:docMk/>
            <pc:sldMk cId="2295129282" sldId="269"/>
            <ac:spMk id="3" creationId="{00000000-0000-0000-0000-000000000000}"/>
          </ac:spMkLst>
        </pc:spChg>
      </pc:sldChg>
      <pc:sldChg chg="modSp add mod">
        <pc:chgData name="Ms Alina Arshad" userId="cccdfd85-d35d-4453-9c6f-a463aae40722" providerId="ADAL" clId="{44991E72-28EC-43D4-9452-2984EF5D346D}" dt="2024-08-29T08:21:54.031" v="544" actId="1076"/>
        <pc:sldMkLst>
          <pc:docMk/>
          <pc:sldMk cId="2090315159" sldId="270"/>
        </pc:sldMkLst>
        <pc:spChg chg="mod">
          <ac:chgData name="Ms Alina Arshad" userId="cccdfd85-d35d-4453-9c6f-a463aae40722" providerId="ADAL" clId="{44991E72-28EC-43D4-9452-2984EF5D346D}" dt="2024-08-29T08:21:51.679" v="543" actId="403"/>
          <ac:spMkLst>
            <pc:docMk/>
            <pc:sldMk cId="2090315159" sldId="270"/>
            <ac:spMk id="2" creationId="{00000000-0000-0000-0000-000000000000}"/>
          </ac:spMkLst>
        </pc:spChg>
        <pc:spChg chg="mod">
          <ac:chgData name="Ms Alina Arshad" userId="cccdfd85-d35d-4453-9c6f-a463aae40722" providerId="ADAL" clId="{44991E72-28EC-43D4-9452-2984EF5D346D}" dt="2024-08-29T08:21:54.031" v="544" actId="1076"/>
          <ac:spMkLst>
            <pc:docMk/>
            <pc:sldMk cId="2090315159" sldId="270"/>
            <ac:spMk id="3" creationId="{00000000-0000-0000-0000-000000000000}"/>
          </ac:spMkLst>
        </pc:spChg>
      </pc:sldChg>
      <pc:sldChg chg="modSp add mod">
        <pc:chgData name="Ms Alina Arshad" userId="cccdfd85-d35d-4453-9c6f-a463aae40722" providerId="ADAL" clId="{44991E72-28EC-43D4-9452-2984EF5D346D}" dt="2024-08-29T08:23:44.454" v="571" actId="1076"/>
        <pc:sldMkLst>
          <pc:docMk/>
          <pc:sldMk cId="3034138166" sldId="271"/>
        </pc:sldMkLst>
        <pc:spChg chg="mod">
          <ac:chgData name="Ms Alina Arshad" userId="cccdfd85-d35d-4453-9c6f-a463aae40722" providerId="ADAL" clId="{44991E72-28EC-43D4-9452-2984EF5D346D}" dt="2024-08-29T08:22:11.095" v="548" actId="403"/>
          <ac:spMkLst>
            <pc:docMk/>
            <pc:sldMk cId="3034138166" sldId="271"/>
            <ac:spMk id="2" creationId="{00000000-0000-0000-0000-000000000000}"/>
          </ac:spMkLst>
        </pc:spChg>
        <pc:spChg chg="mod">
          <ac:chgData name="Ms Alina Arshad" userId="cccdfd85-d35d-4453-9c6f-a463aae40722" providerId="ADAL" clId="{44991E72-28EC-43D4-9452-2984EF5D346D}" dt="2024-08-29T08:23:44.454" v="571" actId="1076"/>
          <ac:spMkLst>
            <pc:docMk/>
            <pc:sldMk cId="3034138166" sldId="271"/>
            <ac:spMk id="3" creationId="{00000000-0000-0000-0000-000000000000}"/>
          </ac:spMkLst>
        </pc:spChg>
      </pc:sldChg>
      <pc:sldChg chg="modSp add mod">
        <pc:chgData name="Ms Alina Arshad" userId="cccdfd85-d35d-4453-9c6f-a463aae40722" providerId="ADAL" clId="{44991E72-28EC-43D4-9452-2984EF5D346D}" dt="2024-08-29T08:38:06.899" v="582" actId="1076"/>
        <pc:sldMkLst>
          <pc:docMk/>
          <pc:sldMk cId="2504047100" sldId="272"/>
        </pc:sldMkLst>
        <pc:spChg chg="mod">
          <ac:chgData name="Ms Alina Arshad" userId="cccdfd85-d35d-4453-9c6f-a463aae40722" providerId="ADAL" clId="{44991E72-28EC-43D4-9452-2984EF5D346D}" dt="2024-08-29T08:38:00.463" v="578" actId="1076"/>
          <ac:spMkLst>
            <pc:docMk/>
            <pc:sldMk cId="2504047100" sldId="272"/>
            <ac:spMk id="2" creationId="{00000000-0000-0000-0000-000000000000}"/>
          </ac:spMkLst>
        </pc:spChg>
        <pc:picChg chg="mod">
          <ac:chgData name="Ms Alina Arshad" userId="cccdfd85-d35d-4453-9c6f-a463aae40722" providerId="ADAL" clId="{44991E72-28EC-43D4-9452-2984EF5D346D}" dt="2024-08-29T08:38:06.899" v="582" actId="1076"/>
          <ac:picMkLst>
            <pc:docMk/>
            <pc:sldMk cId="2504047100" sldId="272"/>
            <ac:picMk id="3" creationId="{00000000-0000-0000-0000-000000000000}"/>
          </ac:picMkLst>
        </pc:picChg>
      </pc:sldChg>
      <pc:sldChg chg="del">
        <pc:chgData name="Ms Alina Arshad" userId="cccdfd85-d35d-4453-9c6f-a463aae40722" providerId="ADAL" clId="{44991E72-28EC-43D4-9452-2984EF5D346D}" dt="2024-08-29T07:33:57.889" v="92" actId="47"/>
        <pc:sldMkLst>
          <pc:docMk/>
          <pc:sldMk cId="2226389095" sldId="301"/>
        </pc:sldMkLst>
      </pc:sldChg>
      <pc:sldChg chg="del">
        <pc:chgData name="Ms Alina Arshad" userId="cccdfd85-d35d-4453-9c6f-a463aae40722" providerId="ADAL" clId="{44991E72-28EC-43D4-9452-2984EF5D346D}" dt="2024-08-29T07:33:58.045" v="93" actId="47"/>
        <pc:sldMkLst>
          <pc:docMk/>
          <pc:sldMk cId="1203345699" sldId="302"/>
        </pc:sldMkLst>
      </pc:sldChg>
      <pc:sldChg chg="del">
        <pc:chgData name="Ms Alina Arshad" userId="cccdfd85-d35d-4453-9c6f-a463aae40722" providerId="ADAL" clId="{44991E72-28EC-43D4-9452-2984EF5D346D}" dt="2024-08-29T07:34:01.341" v="99" actId="47"/>
        <pc:sldMkLst>
          <pc:docMk/>
          <pc:sldMk cId="1723003181" sldId="308"/>
        </pc:sldMkLst>
      </pc:sldChg>
      <pc:sldChg chg="del">
        <pc:chgData name="Ms Alina Arshad" userId="cccdfd85-d35d-4453-9c6f-a463aae40722" providerId="ADAL" clId="{44991E72-28EC-43D4-9452-2984EF5D346D}" dt="2024-08-29T07:34:02.716" v="101" actId="47"/>
        <pc:sldMkLst>
          <pc:docMk/>
          <pc:sldMk cId="126494912" sldId="310"/>
        </pc:sldMkLst>
      </pc:sldChg>
      <pc:sldChg chg="del">
        <pc:chgData name="Ms Alina Arshad" userId="cccdfd85-d35d-4453-9c6f-a463aae40722" providerId="ADAL" clId="{44991E72-28EC-43D4-9452-2984EF5D346D}" dt="2024-08-29T07:34:02.013" v="100" actId="47"/>
        <pc:sldMkLst>
          <pc:docMk/>
          <pc:sldMk cId="0" sldId="324"/>
        </pc:sldMkLst>
      </pc:sldChg>
      <pc:sldChg chg="del">
        <pc:chgData name="Ms Alina Arshad" userId="cccdfd85-d35d-4453-9c6f-a463aae40722" providerId="ADAL" clId="{44991E72-28EC-43D4-9452-2984EF5D346D}" dt="2024-08-29T07:33:57.561" v="90" actId="47"/>
        <pc:sldMkLst>
          <pc:docMk/>
          <pc:sldMk cId="0" sldId="325"/>
        </pc:sldMkLst>
      </pc:sldChg>
      <pc:sldChg chg="del">
        <pc:chgData name="Ms Alina Arshad" userId="cccdfd85-d35d-4453-9c6f-a463aae40722" providerId="ADAL" clId="{44991E72-28EC-43D4-9452-2984EF5D346D}" dt="2024-08-29T07:33:59.764" v="97" actId="47"/>
        <pc:sldMkLst>
          <pc:docMk/>
          <pc:sldMk cId="0" sldId="332"/>
        </pc:sldMkLst>
      </pc:sldChg>
      <pc:sldChg chg="del">
        <pc:chgData name="Ms Alina Arshad" userId="cccdfd85-d35d-4453-9c6f-a463aae40722" providerId="ADAL" clId="{44991E72-28EC-43D4-9452-2984EF5D346D}" dt="2024-08-29T07:34:03.434" v="102" actId="47"/>
        <pc:sldMkLst>
          <pc:docMk/>
          <pc:sldMk cId="0" sldId="334"/>
        </pc:sldMkLst>
      </pc:sldChg>
      <pc:sldChg chg="del">
        <pc:chgData name="Ms Alina Arshad" userId="cccdfd85-d35d-4453-9c6f-a463aae40722" providerId="ADAL" clId="{44991E72-28EC-43D4-9452-2984EF5D346D}" dt="2024-08-29T07:34:04.278" v="103" actId="47"/>
        <pc:sldMkLst>
          <pc:docMk/>
          <pc:sldMk cId="0" sldId="335"/>
        </pc:sldMkLst>
      </pc:sldChg>
      <pc:sldChg chg="del">
        <pc:chgData name="Ms Alina Arshad" userId="cccdfd85-d35d-4453-9c6f-a463aae40722" providerId="ADAL" clId="{44991E72-28EC-43D4-9452-2984EF5D346D}" dt="2024-08-29T07:34:05.012" v="104" actId="47"/>
        <pc:sldMkLst>
          <pc:docMk/>
          <pc:sldMk cId="0" sldId="336"/>
        </pc:sldMkLst>
      </pc:sldChg>
      <pc:sldChg chg="del">
        <pc:chgData name="Ms Alina Arshad" userId="cccdfd85-d35d-4453-9c6f-a463aae40722" providerId="ADAL" clId="{44991E72-28EC-43D4-9452-2984EF5D346D}" dt="2024-08-29T07:34:05.606" v="105" actId="47"/>
        <pc:sldMkLst>
          <pc:docMk/>
          <pc:sldMk cId="0" sldId="337"/>
        </pc:sldMkLst>
      </pc:sldChg>
      <pc:sldChg chg="del">
        <pc:chgData name="Ms Alina Arshad" userId="cccdfd85-d35d-4453-9c6f-a463aae40722" providerId="ADAL" clId="{44991E72-28EC-43D4-9452-2984EF5D346D}" dt="2024-08-29T07:33:58.951" v="96" actId="47"/>
        <pc:sldMkLst>
          <pc:docMk/>
          <pc:sldMk cId="0" sldId="361"/>
        </pc:sldMkLst>
      </pc:sldChg>
      <pc:sldChg chg="del">
        <pc:chgData name="Ms Alina Arshad" userId="cccdfd85-d35d-4453-9c6f-a463aae40722" providerId="ADAL" clId="{44991E72-28EC-43D4-9452-2984EF5D346D}" dt="2024-08-29T07:33:57.780" v="91" actId="47"/>
        <pc:sldMkLst>
          <pc:docMk/>
          <pc:sldMk cId="0" sldId="368"/>
        </pc:sldMkLst>
      </pc:sldChg>
      <pc:sldChg chg="del">
        <pc:chgData name="Ms Alina Arshad" userId="cccdfd85-d35d-4453-9c6f-a463aae40722" providerId="ADAL" clId="{44991E72-28EC-43D4-9452-2984EF5D346D}" dt="2024-08-29T07:33:58.186" v="94" actId="47"/>
        <pc:sldMkLst>
          <pc:docMk/>
          <pc:sldMk cId="2092443423" sldId="380"/>
        </pc:sldMkLst>
      </pc:sldChg>
      <pc:sldChg chg="del">
        <pc:chgData name="Ms Alina Arshad" userId="cccdfd85-d35d-4453-9c6f-a463aae40722" providerId="ADAL" clId="{44991E72-28EC-43D4-9452-2984EF5D346D}" dt="2024-08-29T07:33:58.358" v="95" actId="47"/>
        <pc:sldMkLst>
          <pc:docMk/>
          <pc:sldMk cId="80739059" sldId="381"/>
        </pc:sldMkLst>
      </pc:sldChg>
      <pc:sldChg chg="del">
        <pc:chgData name="Ms Alina Arshad" userId="cccdfd85-d35d-4453-9c6f-a463aae40722" providerId="ADAL" clId="{44991E72-28EC-43D4-9452-2984EF5D346D}" dt="2024-08-29T07:34:00.295" v="98" actId="47"/>
        <pc:sldMkLst>
          <pc:docMk/>
          <pc:sldMk cId="858854176" sldId="382"/>
        </pc:sldMkLst>
      </pc:sldChg>
    </pc:docChg>
  </pc:docChgLst>
  <pc:docChgLst>
    <pc:chgData name="Ms Alina Arshad" userId="cccdfd85-d35d-4453-9c6f-a463aae40722" providerId="ADAL" clId="{9C125398-0035-40D4-80A2-48A755B7795E}"/>
    <pc:docChg chg="addSld modSld">
      <pc:chgData name="Ms Alina Arshad" userId="cccdfd85-d35d-4453-9c6f-a463aae40722" providerId="ADAL" clId="{9C125398-0035-40D4-80A2-48A755B7795E}" dt="2024-08-25T16:00:43.580" v="6" actId="1076"/>
      <pc:docMkLst>
        <pc:docMk/>
      </pc:docMkLst>
      <pc:sldChg chg="modSp add mod">
        <pc:chgData name="Ms Alina Arshad" userId="cccdfd85-d35d-4453-9c6f-a463aae40722" providerId="ADAL" clId="{9C125398-0035-40D4-80A2-48A755B7795E}" dt="2024-08-25T16:00:43.580" v="6" actId="1076"/>
        <pc:sldMkLst>
          <pc:docMk/>
          <pc:sldMk cId="0" sldId="324"/>
        </pc:sldMkLst>
        <pc:spChg chg="mod">
          <ac:chgData name="Ms Alina Arshad" userId="cccdfd85-d35d-4453-9c6f-a463aae40722" providerId="ADAL" clId="{9C125398-0035-40D4-80A2-48A755B7795E}" dt="2024-08-25T16:00:43.580" v="6" actId="1076"/>
          <ac:spMkLst>
            <pc:docMk/>
            <pc:sldMk cId="0" sldId="324"/>
            <ac:spMk id="29699" creationId="{BC7ACC91-16AA-5D67-B935-92EE00D4568C}"/>
          </ac:spMkLst>
        </pc:spChg>
      </pc:sldChg>
    </pc:docChg>
  </pc:docChgLst>
  <pc:docChgLst>
    <pc:chgData name="Ms Alina Arshad" userId="cccdfd85-d35d-4453-9c6f-a463aae40722" providerId="ADAL" clId="{5B8A6D22-27A2-4EF9-83C4-9A1491FF93A7}"/>
    <pc:docChg chg="undo custSel addSld delSld modSld">
      <pc:chgData name="Ms Alina Arshad" userId="cccdfd85-d35d-4453-9c6f-a463aae40722" providerId="ADAL" clId="{5B8A6D22-27A2-4EF9-83C4-9A1491FF93A7}" dt="2024-09-16T08:06:46.187" v="660" actId="22"/>
      <pc:docMkLst>
        <pc:docMk/>
      </pc:docMkLst>
      <pc:sldChg chg="addSp delSp modSp mod">
        <pc:chgData name="Ms Alina Arshad" userId="cccdfd85-d35d-4453-9c6f-a463aae40722" providerId="ADAL" clId="{5B8A6D22-27A2-4EF9-83C4-9A1491FF93A7}" dt="2024-09-16T08:06:46.187" v="660" actId="22"/>
        <pc:sldMkLst>
          <pc:docMk/>
          <pc:sldMk cId="3322361034" sldId="256"/>
        </pc:sldMkLst>
        <pc:spChg chg="add del mod">
          <ac:chgData name="Ms Alina Arshad" userId="cccdfd85-d35d-4453-9c6f-a463aae40722" providerId="ADAL" clId="{5B8A6D22-27A2-4EF9-83C4-9A1491FF93A7}" dt="2024-09-16T08:06:46.187" v="660" actId="22"/>
          <ac:spMkLst>
            <pc:docMk/>
            <pc:sldMk cId="3322361034" sldId="256"/>
            <ac:spMk id="6" creationId="{72021E80-E761-54BE-AD10-FD26DBA73B2D}"/>
          </ac:spMkLst>
        </pc:spChg>
      </pc:sldChg>
      <pc:sldChg chg="modSp mod">
        <pc:chgData name="Ms Alina Arshad" userId="cccdfd85-d35d-4453-9c6f-a463aae40722" providerId="ADAL" clId="{5B8A6D22-27A2-4EF9-83C4-9A1491FF93A7}" dt="2024-09-13T05:11:00.601" v="148" actId="1076"/>
        <pc:sldMkLst>
          <pc:docMk/>
          <pc:sldMk cId="90329638" sldId="268"/>
        </pc:sldMkLst>
        <pc:spChg chg="mod">
          <ac:chgData name="Ms Alina Arshad" userId="cccdfd85-d35d-4453-9c6f-a463aae40722" providerId="ADAL" clId="{5B8A6D22-27A2-4EF9-83C4-9A1491FF93A7}" dt="2024-09-13T05:11:00.601" v="148" actId="1076"/>
          <ac:spMkLst>
            <pc:docMk/>
            <pc:sldMk cId="90329638" sldId="268"/>
            <ac:spMk id="185" creationId="{00000000-0000-0000-0000-000000000000}"/>
          </ac:spMkLst>
        </pc:spChg>
        <pc:picChg chg="mod">
          <ac:chgData name="Ms Alina Arshad" userId="cccdfd85-d35d-4453-9c6f-a463aae40722" providerId="ADAL" clId="{5B8A6D22-27A2-4EF9-83C4-9A1491FF93A7}" dt="2024-09-13T05:10:58.274" v="147" actId="1076"/>
          <ac:picMkLst>
            <pc:docMk/>
            <pc:sldMk cId="90329638" sldId="268"/>
            <ac:picMk id="183" creationId="{00000000-0000-0000-0000-000000000000}"/>
          </ac:picMkLst>
        </pc:picChg>
      </pc:sldChg>
      <pc:sldChg chg="modSp mod">
        <pc:chgData name="Ms Alina Arshad" userId="cccdfd85-d35d-4453-9c6f-a463aae40722" providerId="ADAL" clId="{5B8A6D22-27A2-4EF9-83C4-9A1491FF93A7}" dt="2024-09-12T06:50:35.182" v="24" actId="1076"/>
        <pc:sldMkLst>
          <pc:docMk/>
          <pc:sldMk cId="2295129282" sldId="269"/>
        </pc:sldMkLst>
        <pc:spChg chg="mod">
          <ac:chgData name="Ms Alina Arshad" userId="cccdfd85-d35d-4453-9c6f-a463aae40722" providerId="ADAL" clId="{5B8A6D22-27A2-4EF9-83C4-9A1491FF93A7}" dt="2024-09-12T06:49:19.888" v="4" actId="1076"/>
          <ac:spMkLst>
            <pc:docMk/>
            <pc:sldMk cId="2295129282" sldId="269"/>
            <ac:spMk id="191" creationId="{00000000-0000-0000-0000-000000000000}"/>
          </ac:spMkLst>
        </pc:spChg>
        <pc:spChg chg="mod">
          <ac:chgData name="Ms Alina Arshad" userId="cccdfd85-d35d-4453-9c6f-a463aae40722" providerId="ADAL" clId="{5B8A6D22-27A2-4EF9-83C4-9A1491FF93A7}" dt="2024-09-12T06:50:23.120" v="20" actId="403"/>
          <ac:spMkLst>
            <pc:docMk/>
            <pc:sldMk cId="2295129282" sldId="269"/>
            <ac:spMk id="192" creationId="{00000000-0000-0000-0000-000000000000}"/>
          </ac:spMkLst>
        </pc:spChg>
        <pc:spChg chg="mod">
          <ac:chgData name="Ms Alina Arshad" userId="cccdfd85-d35d-4453-9c6f-a463aae40722" providerId="ADAL" clId="{5B8A6D22-27A2-4EF9-83C4-9A1491FF93A7}" dt="2024-09-12T06:50:35.182" v="24" actId="1076"/>
          <ac:spMkLst>
            <pc:docMk/>
            <pc:sldMk cId="2295129282" sldId="269"/>
            <ac:spMk id="194" creationId="{00000000-0000-0000-0000-000000000000}"/>
          </ac:spMkLst>
        </pc:spChg>
        <pc:spChg chg="mod">
          <ac:chgData name="Ms Alina Arshad" userId="cccdfd85-d35d-4453-9c6f-a463aae40722" providerId="ADAL" clId="{5B8A6D22-27A2-4EF9-83C4-9A1491FF93A7}" dt="2024-09-12T06:50:29.260" v="22" actId="1076"/>
          <ac:spMkLst>
            <pc:docMk/>
            <pc:sldMk cId="2295129282" sldId="269"/>
            <ac:spMk id="195" creationId="{00000000-0000-0000-0000-000000000000}"/>
          </ac:spMkLst>
        </pc:spChg>
        <pc:picChg chg="mod">
          <ac:chgData name="Ms Alina Arshad" userId="cccdfd85-d35d-4453-9c6f-a463aae40722" providerId="ADAL" clId="{5B8A6D22-27A2-4EF9-83C4-9A1491FF93A7}" dt="2024-09-12T06:49:25.084" v="7" actId="1076"/>
          <ac:picMkLst>
            <pc:docMk/>
            <pc:sldMk cId="2295129282" sldId="269"/>
            <ac:picMk id="193" creationId="{00000000-0000-0000-0000-000000000000}"/>
          </ac:picMkLst>
        </pc:picChg>
      </pc:sldChg>
      <pc:sldChg chg="modSp mod">
        <pc:chgData name="Ms Alina Arshad" userId="cccdfd85-d35d-4453-9c6f-a463aae40722" providerId="ADAL" clId="{5B8A6D22-27A2-4EF9-83C4-9A1491FF93A7}" dt="2024-09-12T06:51:44.971" v="36" actId="1076"/>
        <pc:sldMkLst>
          <pc:docMk/>
          <pc:sldMk cId="2090315159" sldId="270"/>
        </pc:sldMkLst>
        <pc:spChg chg="mod">
          <ac:chgData name="Ms Alina Arshad" userId="cccdfd85-d35d-4453-9c6f-a463aae40722" providerId="ADAL" clId="{5B8A6D22-27A2-4EF9-83C4-9A1491FF93A7}" dt="2024-09-12T06:51:01.318" v="30" actId="113"/>
          <ac:spMkLst>
            <pc:docMk/>
            <pc:sldMk cId="2090315159" sldId="270"/>
            <ac:spMk id="201" creationId="{00000000-0000-0000-0000-000000000000}"/>
          </ac:spMkLst>
        </pc:spChg>
        <pc:spChg chg="mod">
          <ac:chgData name="Ms Alina Arshad" userId="cccdfd85-d35d-4453-9c6f-a463aae40722" providerId="ADAL" clId="{5B8A6D22-27A2-4EF9-83C4-9A1491FF93A7}" dt="2024-09-12T06:51:04.077" v="31" actId="207"/>
          <ac:spMkLst>
            <pc:docMk/>
            <pc:sldMk cId="2090315159" sldId="270"/>
            <ac:spMk id="202" creationId="{00000000-0000-0000-0000-000000000000}"/>
          </ac:spMkLst>
        </pc:spChg>
        <pc:spChg chg="mod">
          <ac:chgData name="Ms Alina Arshad" userId="cccdfd85-d35d-4453-9c6f-a463aae40722" providerId="ADAL" clId="{5B8A6D22-27A2-4EF9-83C4-9A1491FF93A7}" dt="2024-09-12T06:51:44.971" v="36" actId="1076"/>
          <ac:spMkLst>
            <pc:docMk/>
            <pc:sldMk cId="2090315159" sldId="270"/>
            <ac:spMk id="203" creationId="{00000000-0000-0000-0000-000000000000}"/>
          </ac:spMkLst>
        </pc:spChg>
      </pc:sldChg>
      <pc:sldChg chg="modSp mod">
        <pc:chgData name="Ms Alina Arshad" userId="cccdfd85-d35d-4453-9c6f-a463aae40722" providerId="ADAL" clId="{5B8A6D22-27A2-4EF9-83C4-9A1491FF93A7}" dt="2024-09-12T06:52:07.621" v="43" actId="1076"/>
        <pc:sldMkLst>
          <pc:docMk/>
          <pc:sldMk cId="3034138166" sldId="271"/>
        </pc:sldMkLst>
        <pc:spChg chg="mod">
          <ac:chgData name="Ms Alina Arshad" userId="cccdfd85-d35d-4453-9c6f-a463aae40722" providerId="ADAL" clId="{5B8A6D22-27A2-4EF9-83C4-9A1491FF93A7}" dt="2024-09-12T06:51:52.566" v="40" actId="1076"/>
          <ac:spMkLst>
            <pc:docMk/>
            <pc:sldMk cId="3034138166" sldId="271"/>
            <ac:spMk id="209" creationId="{00000000-0000-0000-0000-000000000000}"/>
          </ac:spMkLst>
        </pc:spChg>
        <pc:spChg chg="mod">
          <ac:chgData name="Ms Alina Arshad" userId="cccdfd85-d35d-4453-9c6f-a463aae40722" providerId="ADAL" clId="{5B8A6D22-27A2-4EF9-83C4-9A1491FF93A7}" dt="2024-09-12T06:52:03.347" v="42" actId="207"/>
          <ac:spMkLst>
            <pc:docMk/>
            <pc:sldMk cId="3034138166" sldId="271"/>
            <ac:spMk id="210" creationId="{00000000-0000-0000-0000-000000000000}"/>
          </ac:spMkLst>
        </pc:spChg>
        <pc:picChg chg="mod">
          <ac:chgData name="Ms Alina Arshad" userId="cccdfd85-d35d-4453-9c6f-a463aae40722" providerId="ADAL" clId="{5B8A6D22-27A2-4EF9-83C4-9A1491FF93A7}" dt="2024-09-12T06:52:07.621" v="43" actId="1076"/>
          <ac:picMkLst>
            <pc:docMk/>
            <pc:sldMk cId="3034138166" sldId="271"/>
            <ac:picMk id="211" creationId="{00000000-0000-0000-0000-000000000000}"/>
          </ac:picMkLst>
        </pc:picChg>
      </pc:sldChg>
      <pc:sldChg chg="modSp mod">
        <pc:chgData name="Ms Alina Arshad" userId="cccdfd85-d35d-4453-9c6f-a463aae40722" providerId="ADAL" clId="{5B8A6D22-27A2-4EF9-83C4-9A1491FF93A7}" dt="2024-09-12T06:52:35.218" v="50" actId="1076"/>
        <pc:sldMkLst>
          <pc:docMk/>
          <pc:sldMk cId="2504047100" sldId="272"/>
        </pc:sldMkLst>
        <pc:spChg chg="mod">
          <ac:chgData name="Ms Alina Arshad" userId="cccdfd85-d35d-4453-9c6f-a463aae40722" providerId="ADAL" clId="{5B8A6D22-27A2-4EF9-83C4-9A1491FF93A7}" dt="2024-09-12T06:52:22.609" v="47" actId="207"/>
          <ac:spMkLst>
            <pc:docMk/>
            <pc:sldMk cId="2504047100" sldId="272"/>
            <ac:spMk id="216" creationId="{00000000-0000-0000-0000-000000000000}"/>
          </ac:spMkLst>
        </pc:spChg>
        <pc:spChg chg="mod">
          <ac:chgData name="Ms Alina Arshad" userId="cccdfd85-d35d-4453-9c6f-a463aae40722" providerId="ADAL" clId="{5B8A6D22-27A2-4EF9-83C4-9A1491FF93A7}" dt="2024-09-12T06:52:30.200" v="49" actId="207"/>
          <ac:spMkLst>
            <pc:docMk/>
            <pc:sldMk cId="2504047100" sldId="272"/>
            <ac:spMk id="217" creationId="{00000000-0000-0000-0000-000000000000}"/>
          </ac:spMkLst>
        </pc:spChg>
        <pc:picChg chg="mod">
          <ac:chgData name="Ms Alina Arshad" userId="cccdfd85-d35d-4453-9c6f-a463aae40722" providerId="ADAL" clId="{5B8A6D22-27A2-4EF9-83C4-9A1491FF93A7}" dt="2024-09-12T06:52:26.794" v="48" actId="1076"/>
          <ac:picMkLst>
            <pc:docMk/>
            <pc:sldMk cId="2504047100" sldId="272"/>
            <ac:picMk id="218" creationId="{00000000-0000-0000-0000-000000000000}"/>
          </ac:picMkLst>
        </pc:picChg>
        <pc:picChg chg="mod">
          <ac:chgData name="Ms Alina Arshad" userId="cccdfd85-d35d-4453-9c6f-a463aae40722" providerId="ADAL" clId="{5B8A6D22-27A2-4EF9-83C4-9A1491FF93A7}" dt="2024-09-12T06:52:35.218" v="50" actId="1076"/>
          <ac:picMkLst>
            <pc:docMk/>
            <pc:sldMk cId="2504047100" sldId="272"/>
            <ac:picMk id="219" creationId="{00000000-0000-0000-0000-000000000000}"/>
          </ac:picMkLst>
        </pc:picChg>
      </pc:sldChg>
      <pc:sldChg chg="modSp mod">
        <pc:chgData name="Ms Alina Arshad" userId="cccdfd85-d35d-4453-9c6f-a463aae40722" providerId="ADAL" clId="{5B8A6D22-27A2-4EF9-83C4-9A1491FF93A7}" dt="2024-09-13T05:11:12.755" v="149" actId="1076"/>
        <pc:sldMkLst>
          <pc:docMk/>
          <pc:sldMk cId="4283755204" sldId="273"/>
        </pc:sldMkLst>
        <pc:spChg chg="mod">
          <ac:chgData name="Ms Alina Arshad" userId="cccdfd85-d35d-4453-9c6f-a463aae40722" providerId="ADAL" clId="{5B8A6D22-27A2-4EF9-83C4-9A1491FF93A7}" dt="2024-09-12T06:54:22.495" v="54" actId="1076"/>
          <ac:spMkLst>
            <pc:docMk/>
            <pc:sldMk cId="4283755204" sldId="273"/>
            <ac:spMk id="225" creationId="{00000000-0000-0000-0000-000000000000}"/>
          </ac:spMkLst>
        </pc:spChg>
        <pc:picChg chg="mod">
          <ac:chgData name="Ms Alina Arshad" userId="cccdfd85-d35d-4453-9c6f-a463aae40722" providerId="ADAL" clId="{5B8A6D22-27A2-4EF9-83C4-9A1491FF93A7}" dt="2024-09-13T05:11:12.755" v="149" actId="1076"/>
          <ac:picMkLst>
            <pc:docMk/>
            <pc:sldMk cId="4283755204" sldId="273"/>
            <ac:picMk id="226" creationId="{00000000-0000-0000-0000-000000000000}"/>
          </ac:picMkLst>
        </pc:picChg>
        <pc:picChg chg="mod">
          <ac:chgData name="Ms Alina Arshad" userId="cccdfd85-d35d-4453-9c6f-a463aae40722" providerId="ADAL" clId="{5B8A6D22-27A2-4EF9-83C4-9A1491FF93A7}" dt="2024-09-12T06:55:15.540" v="59" actId="1076"/>
          <ac:picMkLst>
            <pc:docMk/>
            <pc:sldMk cId="4283755204" sldId="273"/>
            <ac:picMk id="227" creationId="{00000000-0000-0000-0000-000000000000}"/>
          </ac:picMkLst>
        </pc:picChg>
      </pc:sldChg>
      <pc:sldChg chg="modSp mod">
        <pc:chgData name="Ms Alina Arshad" userId="cccdfd85-d35d-4453-9c6f-a463aae40722" providerId="ADAL" clId="{5B8A6D22-27A2-4EF9-83C4-9A1491FF93A7}" dt="2024-09-13T05:11:20.577" v="150" actId="1076"/>
        <pc:sldMkLst>
          <pc:docMk/>
          <pc:sldMk cId="2935103945" sldId="274"/>
        </pc:sldMkLst>
        <pc:spChg chg="mod">
          <ac:chgData name="Ms Alina Arshad" userId="cccdfd85-d35d-4453-9c6f-a463aae40722" providerId="ADAL" clId="{5B8A6D22-27A2-4EF9-83C4-9A1491FF93A7}" dt="2024-09-12T06:55:27.971" v="63" actId="1076"/>
          <ac:spMkLst>
            <pc:docMk/>
            <pc:sldMk cId="2935103945" sldId="274"/>
            <ac:spMk id="232" creationId="{00000000-0000-0000-0000-000000000000}"/>
          </ac:spMkLst>
        </pc:spChg>
        <pc:spChg chg="mod">
          <ac:chgData name="Ms Alina Arshad" userId="cccdfd85-d35d-4453-9c6f-a463aae40722" providerId="ADAL" clId="{5B8A6D22-27A2-4EF9-83C4-9A1491FF93A7}" dt="2024-09-12T06:55:38.863" v="64" actId="207"/>
          <ac:spMkLst>
            <pc:docMk/>
            <pc:sldMk cId="2935103945" sldId="274"/>
            <ac:spMk id="233" creationId="{00000000-0000-0000-0000-000000000000}"/>
          </ac:spMkLst>
        </pc:spChg>
        <pc:picChg chg="mod">
          <ac:chgData name="Ms Alina Arshad" userId="cccdfd85-d35d-4453-9c6f-a463aae40722" providerId="ADAL" clId="{5B8A6D22-27A2-4EF9-83C4-9A1491FF93A7}" dt="2024-09-13T05:11:20.577" v="150" actId="1076"/>
          <ac:picMkLst>
            <pc:docMk/>
            <pc:sldMk cId="2935103945" sldId="274"/>
            <ac:picMk id="234" creationId="{00000000-0000-0000-0000-000000000000}"/>
          </ac:picMkLst>
        </pc:picChg>
      </pc:sldChg>
      <pc:sldChg chg="modSp mod">
        <pc:chgData name="Ms Alina Arshad" userId="cccdfd85-d35d-4453-9c6f-a463aae40722" providerId="ADAL" clId="{5B8A6D22-27A2-4EF9-83C4-9A1491FF93A7}" dt="2024-09-12T06:55:59.781" v="71" actId="207"/>
        <pc:sldMkLst>
          <pc:docMk/>
          <pc:sldMk cId="1497646456" sldId="275"/>
        </pc:sldMkLst>
        <pc:spChg chg="mod">
          <ac:chgData name="Ms Alina Arshad" userId="cccdfd85-d35d-4453-9c6f-a463aae40722" providerId="ADAL" clId="{5B8A6D22-27A2-4EF9-83C4-9A1491FF93A7}" dt="2024-09-12T06:55:57.639" v="70" actId="1076"/>
          <ac:spMkLst>
            <pc:docMk/>
            <pc:sldMk cId="1497646456" sldId="275"/>
            <ac:spMk id="239" creationId="{00000000-0000-0000-0000-000000000000}"/>
          </ac:spMkLst>
        </pc:spChg>
        <pc:spChg chg="mod">
          <ac:chgData name="Ms Alina Arshad" userId="cccdfd85-d35d-4453-9c6f-a463aae40722" providerId="ADAL" clId="{5B8A6D22-27A2-4EF9-83C4-9A1491FF93A7}" dt="2024-09-12T06:55:59.781" v="71" actId="207"/>
          <ac:spMkLst>
            <pc:docMk/>
            <pc:sldMk cId="1497646456" sldId="275"/>
            <ac:spMk id="240" creationId="{00000000-0000-0000-0000-000000000000}"/>
          </ac:spMkLst>
        </pc:spChg>
      </pc:sldChg>
      <pc:sldChg chg="modSp mod">
        <pc:chgData name="Ms Alina Arshad" userId="cccdfd85-d35d-4453-9c6f-a463aae40722" providerId="ADAL" clId="{5B8A6D22-27A2-4EF9-83C4-9A1491FF93A7}" dt="2024-09-13T05:11:35.304" v="153" actId="113"/>
        <pc:sldMkLst>
          <pc:docMk/>
          <pc:sldMk cId="3993717517" sldId="276"/>
        </pc:sldMkLst>
        <pc:spChg chg="mod">
          <ac:chgData name="Ms Alina Arshad" userId="cccdfd85-d35d-4453-9c6f-a463aae40722" providerId="ADAL" clId="{5B8A6D22-27A2-4EF9-83C4-9A1491FF93A7}" dt="2024-09-12T06:56:16.816" v="74" actId="27636"/>
          <ac:spMkLst>
            <pc:docMk/>
            <pc:sldMk cId="3993717517" sldId="276"/>
            <ac:spMk id="246" creationId="{00000000-0000-0000-0000-000000000000}"/>
          </ac:spMkLst>
        </pc:spChg>
        <pc:spChg chg="mod">
          <ac:chgData name="Ms Alina Arshad" userId="cccdfd85-d35d-4453-9c6f-a463aae40722" providerId="ADAL" clId="{5B8A6D22-27A2-4EF9-83C4-9A1491FF93A7}" dt="2024-09-13T05:11:35.304" v="153" actId="113"/>
          <ac:spMkLst>
            <pc:docMk/>
            <pc:sldMk cId="3993717517" sldId="276"/>
            <ac:spMk id="247" creationId="{00000000-0000-0000-0000-000000000000}"/>
          </ac:spMkLst>
        </pc:spChg>
      </pc:sldChg>
      <pc:sldChg chg="modSp mod">
        <pc:chgData name="Ms Alina Arshad" userId="cccdfd85-d35d-4453-9c6f-a463aae40722" providerId="ADAL" clId="{5B8A6D22-27A2-4EF9-83C4-9A1491FF93A7}" dt="2024-09-16T03:47:58.286" v="651" actId="20577"/>
        <pc:sldMkLst>
          <pc:docMk/>
          <pc:sldMk cId="0" sldId="277"/>
        </pc:sldMkLst>
        <pc:spChg chg="mod">
          <ac:chgData name="Ms Alina Arshad" userId="cccdfd85-d35d-4453-9c6f-a463aae40722" providerId="ADAL" clId="{5B8A6D22-27A2-4EF9-83C4-9A1491FF93A7}" dt="2024-09-12T06:57:57.575" v="84" actId="1076"/>
          <ac:spMkLst>
            <pc:docMk/>
            <pc:sldMk cId="0" sldId="277"/>
            <ac:spMk id="253" creationId="{00000000-0000-0000-0000-000000000000}"/>
          </ac:spMkLst>
        </pc:spChg>
        <pc:spChg chg="mod">
          <ac:chgData name="Ms Alina Arshad" userId="cccdfd85-d35d-4453-9c6f-a463aae40722" providerId="ADAL" clId="{5B8A6D22-27A2-4EF9-83C4-9A1491FF93A7}" dt="2024-09-12T06:57:53.172" v="83" actId="1076"/>
          <ac:spMkLst>
            <pc:docMk/>
            <pc:sldMk cId="0" sldId="277"/>
            <ac:spMk id="255" creationId="{00000000-0000-0000-0000-000000000000}"/>
          </ac:spMkLst>
        </pc:spChg>
        <pc:graphicFrameChg chg="mod modGraphic">
          <ac:chgData name="Ms Alina Arshad" userId="cccdfd85-d35d-4453-9c6f-a463aae40722" providerId="ADAL" clId="{5B8A6D22-27A2-4EF9-83C4-9A1491FF93A7}" dt="2024-09-16T03:47:58.286" v="651" actId="20577"/>
          <ac:graphicFrameMkLst>
            <pc:docMk/>
            <pc:sldMk cId="0" sldId="277"/>
            <ac:graphicFrameMk id="254" creationId="{00000000-0000-0000-0000-000000000000}"/>
          </ac:graphicFrameMkLst>
        </pc:graphicFrameChg>
      </pc:sldChg>
      <pc:sldChg chg="modSp mod">
        <pc:chgData name="Ms Alina Arshad" userId="cccdfd85-d35d-4453-9c6f-a463aae40722" providerId="ADAL" clId="{5B8A6D22-27A2-4EF9-83C4-9A1491FF93A7}" dt="2024-09-12T07:01:38.473" v="100" actId="1076"/>
        <pc:sldMkLst>
          <pc:docMk/>
          <pc:sldMk cId="2668593764" sldId="278"/>
        </pc:sldMkLst>
        <pc:spChg chg="mod">
          <ac:chgData name="Ms Alina Arshad" userId="cccdfd85-d35d-4453-9c6f-a463aae40722" providerId="ADAL" clId="{5B8A6D22-27A2-4EF9-83C4-9A1491FF93A7}" dt="2024-09-12T06:58:59.110" v="95" actId="1076"/>
          <ac:spMkLst>
            <pc:docMk/>
            <pc:sldMk cId="2668593764" sldId="278"/>
            <ac:spMk id="261" creationId="{00000000-0000-0000-0000-000000000000}"/>
          </ac:spMkLst>
        </pc:spChg>
        <pc:spChg chg="mod">
          <ac:chgData name="Ms Alina Arshad" userId="cccdfd85-d35d-4453-9c6f-a463aae40722" providerId="ADAL" clId="{5B8A6D22-27A2-4EF9-83C4-9A1491FF93A7}" dt="2024-09-12T06:58:57.039" v="94" actId="1076"/>
          <ac:spMkLst>
            <pc:docMk/>
            <pc:sldMk cId="2668593764" sldId="278"/>
            <ac:spMk id="262" creationId="{00000000-0000-0000-0000-000000000000}"/>
          </ac:spMkLst>
        </pc:spChg>
        <pc:spChg chg="mod">
          <ac:chgData name="Ms Alina Arshad" userId="cccdfd85-d35d-4453-9c6f-a463aae40722" providerId="ADAL" clId="{5B8A6D22-27A2-4EF9-83C4-9A1491FF93A7}" dt="2024-09-12T06:59:18.334" v="98" actId="1076"/>
          <ac:spMkLst>
            <pc:docMk/>
            <pc:sldMk cId="2668593764" sldId="278"/>
            <ac:spMk id="263" creationId="{00000000-0000-0000-0000-000000000000}"/>
          </ac:spMkLst>
        </pc:spChg>
        <pc:graphicFrameChg chg="mod">
          <ac:chgData name="Ms Alina Arshad" userId="cccdfd85-d35d-4453-9c6f-a463aae40722" providerId="ADAL" clId="{5B8A6D22-27A2-4EF9-83C4-9A1491FF93A7}" dt="2024-09-12T06:59:08.736" v="96" actId="1076"/>
          <ac:graphicFrameMkLst>
            <pc:docMk/>
            <pc:sldMk cId="2668593764" sldId="278"/>
            <ac:graphicFrameMk id="264" creationId="{00000000-0000-0000-0000-000000000000}"/>
          </ac:graphicFrameMkLst>
        </pc:graphicFrameChg>
        <pc:graphicFrameChg chg="mod">
          <ac:chgData name="Ms Alina Arshad" userId="cccdfd85-d35d-4453-9c6f-a463aae40722" providerId="ADAL" clId="{5B8A6D22-27A2-4EF9-83C4-9A1491FF93A7}" dt="2024-09-12T07:01:38.473" v="100" actId="1076"/>
          <ac:graphicFrameMkLst>
            <pc:docMk/>
            <pc:sldMk cId="2668593764" sldId="278"/>
            <ac:graphicFrameMk id="265" creationId="{00000000-0000-0000-0000-000000000000}"/>
          </ac:graphicFrameMkLst>
        </pc:graphicFrameChg>
      </pc:sldChg>
      <pc:sldChg chg="modSp mod">
        <pc:chgData name="Ms Alina Arshad" userId="cccdfd85-d35d-4453-9c6f-a463aae40722" providerId="ADAL" clId="{5B8A6D22-27A2-4EF9-83C4-9A1491FF93A7}" dt="2024-09-12T07:01:59.359" v="108" actId="1076"/>
        <pc:sldMkLst>
          <pc:docMk/>
          <pc:sldMk cId="3605066316" sldId="281"/>
        </pc:sldMkLst>
        <pc:spChg chg="mod">
          <ac:chgData name="Ms Alina Arshad" userId="cccdfd85-d35d-4453-9c6f-a463aae40722" providerId="ADAL" clId="{5B8A6D22-27A2-4EF9-83C4-9A1491FF93A7}" dt="2024-09-12T07:01:57.063" v="107" actId="1076"/>
          <ac:spMkLst>
            <pc:docMk/>
            <pc:sldMk cId="3605066316" sldId="281"/>
            <ac:spMk id="271" creationId="{00000000-0000-0000-0000-000000000000}"/>
          </ac:spMkLst>
        </pc:spChg>
        <pc:picChg chg="mod">
          <ac:chgData name="Ms Alina Arshad" userId="cccdfd85-d35d-4453-9c6f-a463aae40722" providerId="ADAL" clId="{5B8A6D22-27A2-4EF9-83C4-9A1491FF93A7}" dt="2024-09-12T07:01:59.359" v="108" actId="1076"/>
          <ac:picMkLst>
            <pc:docMk/>
            <pc:sldMk cId="3605066316" sldId="281"/>
            <ac:picMk id="272" creationId="{00000000-0000-0000-0000-000000000000}"/>
          </ac:picMkLst>
        </pc:picChg>
      </pc:sldChg>
      <pc:sldChg chg="modSp mod">
        <pc:chgData name="Ms Alina Arshad" userId="cccdfd85-d35d-4453-9c6f-a463aae40722" providerId="ADAL" clId="{5B8A6D22-27A2-4EF9-83C4-9A1491FF93A7}" dt="2024-09-12T07:02:13.645" v="113" actId="14100"/>
        <pc:sldMkLst>
          <pc:docMk/>
          <pc:sldMk cId="24697311" sldId="282"/>
        </pc:sldMkLst>
        <pc:spChg chg="mod">
          <ac:chgData name="Ms Alina Arshad" userId="cccdfd85-d35d-4453-9c6f-a463aae40722" providerId="ADAL" clId="{5B8A6D22-27A2-4EF9-83C4-9A1491FF93A7}" dt="2024-09-12T07:02:13.645" v="113" actId="14100"/>
          <ac:spMkLst>
            <pc:docMk/>
            <pc:sldMk cId="24697311" sldId="282"/>
            <ac:spMk id="278" creationId="{00000000-0000-0000-0000-000000000000}"/>
          </ac:spMkLst>
        </pc:spChg>
        <pc:picChg chg="mod">
          <ac:chgData name="Ms Alina Arshad" userId="cccdfd85-d35d-4453-9c6f-a463aae40722" providerId="ADAL" clId="{5B8A6D22-27A2-4EF9-83C4-9A1491FF93A7}" dt="2024-09-12T07:02:09.818" v="112" actId="1076"/>
          <ac:picMkLst>
            <pc:docMk/>
            <pc:sldMk cId="24697311" sldId="282"/>
            <ac:picMk id="279" creationId="{00000000-0000-0000-0000-000000000000}"/>
          </ac:picMkLst>
        </pc:picChg>
      </pc:sldChg>
      <pc:sldChg chg="modSp mod">
        <pc:chgData name="Ms Alina Arshad" userId="cccdfd85-d35d-4453-9c6f-a463aae40722" providerId="ADAL" clId="{5B8A6D22-27A2-4EF9-83C4-9A1491FF93A7}" dt="2024-09-12T07:02:32.578" v="122" actId="27636"/>
        <pc:sldMkLst>
          <pc:docMk/>
          <pc:sldMk cId="3289392637" sldId="283"/>
        </pc:sldMkLst>
        <pc:spChg chg="mod">
          <ac:chgData name="Ms Alina Arshad" userId="cccdfd85-d35d-4453-9c6f-a463aae40722" providerId="ADAL" clId="{5B8A6D22-27A2-4EF9-83C4-9A1491FF93A7}" dt="2024-09-12T07:02:32.578" v="122" actId="27636"/>
          <ac:spMkLst>
            <pc:docMk/>
            <pc:sldMk cId="3289392637" sldId="283"/>
            <ac:spMk id="285" creationId="{00000000-0000-0000-0000-000000000000}"/>
          </ac:spMkLst>
        </pc:spChg>
        <pc:picChg chg="mod">
          <ac:chgData name="Ms Alina Arshad" userId="cccdfd85-d35d-4453-9c6f-a463aae40722" providerId="ADAL" clId="{5B8A6D22-27A2-4EF9-83C4-9A1491FF93A7}" dt="2024-09-12T07:02:28.146" v="120" actId="1076"/>
          <ac:picMkLst>
            <pc:docMk/>
            <pc:sldMk cId="3289392637" sldId="283"/>
            <ac:picMk id="286" creationId="{00000000-0000-0000-0000-000000000000}"/>
          </ac:picMkLst>
        </pc:picChg>
      </pc:sldChg>
      <pc:sldChg chg="modSp mod modShow">
        <pc:chgData name="Ms Alina Arshad" userId="cccdfd85-d35d-4453-9c6f-a463aae40722" providerId="ADAL" clId="{5B8A6D22-27A2-4EF9-83C4-9A1491FF93A7}" dt="2024-09-13T05:13:51.900" v="187" actId="729"/>
        <pc:sldMkLst>
          <pc:docMk/>
          <pc:sldMk cId="800652809" sldId="284"/>
        </pc:sldMkLst>
        <pc:spChg chg="mod">
          <ac:chgData name="Ms Alina Arshad" userId="cccdfd85-d35d-4453-9c6f-a463aae40722" providerId="ADAL" clId="{5B8A6D22-27A2-4EF9-83C4-9A1491FF93A7}" dt="2024-09-12T07:02:45.877" v="129" actId="14100"/>
          <ac:spMkLst>
            <pc:docMk/>
            <pc:sldMk cId="800652809" sldId="284"/>
            <ac:spMk id="292" creationId="{00000000-0000-0000-0000-000000000000}"/>
          </ac:spMkLst>
        </pc:spChg>
        <pc:picChg chg="mod">
          <ac:chgData name="Ms Alina Arshad" userId="cccdfd85-d35d-4453-9c6f-a463aae40722" providerId="ADAL" clId="{5B8A6D22-27A2-4EF9-83C4-9A1491FF93A7}" dt="2024-09-12T07:02:36.504" v="123" actId="1076"/>
          <ac:picMkLst>
            <pc:docMk/>
            <pc:sldMk cId="800652809" sldId="284"/>
            <ac:picMk id="293" creationId="{00000000-0000-0000-0000-000000000000}"/>
          </ac:picMkLst>
        </pc:picChg>
      </pc:sldChg>
      <pc:sldChg chg="modSp del mod modShow">
        <pc:chgData name="Ms Alina Arshad" userId="cccdfd85-d35d-4453-9c6f-a463aae40722" providerId="ADAL" clId="{5B8A6D22-27A2-4EF9-83C4-9A1491FF93A7}" dt="2024-09-13T05:14:16.175" v="189" actId="47"/>
        <pc:sldMkLst>
          <pc:docMk/>
          <pc:sldMk cId="1402144616" sldId="285"/>
        </pc:sldMkLst>
        <pc:spChg chg="mod">
          <ac:chgData name="Ms Alina Arshad" userId="cccdfd85-d35d-4453-9c6f-a463aae40722" providerId="ADAL" clId="{5B8A6D22-27A2-4EF9-83C4-9A1491FF93A7}" dt="2024-09-12T07:06:10.037" v="136" actId="113"/>
          <ac:spMkLst>
            <pc:docMk/>
            <pc:sldMk cId="1402144616" sldId="285"/>
            <ac:spMk id="298" creationId="{00000000-0000-0000-0000-000000000000}"/>
          </ac:spMkLst>
        </pc:spChg>
        <pc:spChg chg="mod">
          <ac:chgData name="Ms Alina Arshad" userId="cccdfd85-d35d-4453-9c6f-a463aae40722" providerId="ADAL" clId="{5B8A6D22-27A2-4EF9-83C4-9A1491FF93A7}" dt="2024-09-12T07:02:58.581" v="134" actId="14100"/>
          <ac:spMkLst>
            <pc:docMk/>
            <pc:sldMk cId="1402144616" sldId="285"/>
            <ac:spMk id="299" creationId="{00000000-0000-0000-0000-000000000000}"/>
          </ac:spMkLst>
        </pc:spChg>
      </pc:sldChg>
      <pc:sldChg chg="modSp mod">
        <pc:chgData name="Ms Alina Arshad" userId="cccdfd85-d35d-4453-9c6f-a463aae40722" providerId="ADAL" clId="{5B8A6D22-27A2-4EF9-83C4-9A1491FF93A7}" dt="2024-09-13T05:14:33.451" v="203" actId="404"/>
        <pc:sldMkLst>
          <pc:docMk/>
          <pc:sldMk cId="0" sldId="286"/>
        </pc:sldMkLst>
        <pc:spChg chg="mod">
          <ac:chgData name="Ms Alina Arshad" userId="cccdfd85-d35d-4453-9c6f-a463aae40722" providerId="ADAL" clId="{5B8A6D22-27A2-4EF9-83C4-9A1491FF93A7}" dt="2024-09-13T05:14:33.451" v="203" actId="404"/>
          <ac:spMkLst>
            <pc:docMk/>
            <pc:sldMk cId="0" sldId="286"/>
            <ac:spMk id="304" creationId="{00000000-0000-0000-0000-000000000000}"/>
          </ac:spMkLst>
        </pc:spChg>
        <pc:spChg chg="mod">
          <ac:chgData name="Ms Alina Arshad" userId="cccdfd85-d35d-4453-9c6f-a463aae40722" providerId="ADAL" clId="{5B8A6D22-27A2-4EF9-83C4-9A1491FF93A7}" dt="2024-09-12T07:09:06.008" v="141" actId="14100"/>
          <ac:spMkLst>
            <pc:docMk/>
            <pc:sldMk cId="0" sldId="286"/>
            <ac:spMk id="305" creationId="{00000000-0000-0000-0000-000000000000}"/>
          </ac:spMkLst>
        </pc:spChg>
      </pc:sldChg>
      <pc:sldChg chg="modSp mod">
        <pc:chgData name="Ms Alina Arshad" userId="cccdfd85-d35d-4453-9c6f-a463aae40722" providerId="ADAL" clId="{5B8A6D22-27A2-4EF9-83C4-9A1491FF93A7}" dt="2024-09-12T07:09:18.339" v="146" actId="207"/>
        <pc:sldMkLst>
          <pc:docMk/>
          <pc:sldMk cId="3229345964" sldId="287"/>
        </pc:sldMkLst>
        <pc:spChg chg="mod">
          <ac:chgData name="Ms Alina Arshad" userId="cccdfd85-d35d-4453-9c6f-a463aae40722" providerId="ADAL" clId="{5B8A6D22-27A2-4EF9-83C4-9A1491FF93A7}" dt="2024-09-12T07:09:15.575" v="145" actId="1076"/>
          <ac:spMkLst>
            <pc:docMk/>
            <pc:sldMk cId="3229345964" sldId="287"/>
            <ac:spMk id="311" creationId="{00000000-0000-0000-0000-000000000000}"/>
          </ac:spMkLst>
        </pc:spChg>
        <pc:spChg chg="mod">
          <ac:chgData name="Ms Alina Arshad" userId="cccdfd85-d35d-4453-9c6f-a463aae40722" providerId="ADAL" clId="{5B8A6D22-27A2-4EF9-83C4-9A1491FF93A7}" dt="2024-09-12T07:09:18.339" v="146" actId="207"/>
          <ac:spMkLst>
            <pc:docMk/>
            <pc:sldMk cId="3229345964" sldId="287"/>
            <ac:spMk id="312" creationId="{00000000-0000-0000-0000-000000000000}"/>
          </ac:spMkLst>
        </pc:spChg>
      </pc:sldChg>
      <pc:sldChg chg="modSp mod modShow">
        <pc:chgData name="Ms Alina Arshad" userId="cccdfd85-d35d-4453-9c6f-a463aae40722" providerId="ADAL" clId="{5B8A6D22-27A2-4EF9-83C4-9A1491FF93A7}" dt="2024-09-13T05:15:12.439" v="210" actId="1076"/>
        <pc:sldMkLst>
          <pc:docMk/>
          <pc:sldMk cId="2002870935" sldId="288"/>
        </pc:sldMkLst>
        <pc:spChg chg="mod">
          <ac:chgData name="Ms Alina Arshad" userId="cccdfd85-d35d-4453-9c6f-a463aae40722" providerId="ADAL" clId="{5B8A6D22-27A2-4EF9-83C4-9A1491FF93A7}" dt="2024-09-13T05:15:04.952" v="208" actId="14100"/>
          <ac:spMkLst>
            <pc:docMk/>
            <pc:sldMk cId="2002870935" sldId="288"/>
            <ac:spMk id="317" creationId="{00000000-0000-0000-0000-000000000000}"/>
          </ac:spMkLst>
        </pc:spChg>
        <pc:picChg chg="mod">
          <ac:chgData name="Ms Alina Arshad" userId="cccdfd85-d35d-4453-9c6f-a463aae40722" providerId="ADAL" clId="{5B8A6D22-27A2-4EF9-83C4-9A1491FF93A7}" dt="2024-09-13T05:15:07.951" v="209" actId="1076"/>
          <ac:picMkLst>
            <pc:docMk/>
            <pc:sldMk cId="2002870935" sldId="288"/>
            <ac:picMk id="320" creationId="{00000000-0000-0000-0000-000000000000}"/>
          </ac:picMkLst>
        </pc:picChg>
        <pc:picChg chg="mod">
          <ac:chgData name="Ms Alina Arshad" userId="cccdfd85-d35d-4453-9c6f-a463aae40722" providerId="ADAL" clId="{5B8A6D22-27A2-4EF9-83C4-9A1491FF93A7}" dt="2024-09-13T05:15:12.439" v="210" actId="1076"/>
          <ac:picMkLst>
            <pc:docMk/>
            <pc:sldMk cId="2002870935" sldId="288"/>
            <ac:picMk id="321" creationId="{00000000-0000-0000-0000-000000000000}"/>
          </ac:picMkLst>
        </pc:picChg>
      </pc:sldChg>
      <pc:sldChg chg="modSp mod">
        <pc:chgData name="Ms Alina Arshad" userId="cccdfd85-d35d-4453-9c6f-a463aae40722" providerId="ADAL" clId="{5B8A6D22-27A2-4EF9-83C4-9A1491FF93A7}" dt="2024-09-13T05:15:39.437" v="223" actId="207"/>
        <pc:sldMkLst>
          <pc:docMk/>
          <pc:sldMk cId="0" sldId="289"/>
        </pc:sldMkLst>
        <pc:spChg chg="mod">
          <ac:chgData name="Ms Alina Arshad" userId="cccdfd85-d35d-4453-9c6f-a463aae40722" providerId="ADAL" clId="{5B8A6D22-27A2-4EF9-83C4-9A1491FF93A7}" dt="2024-09-13T05:15:28.059" v="218" actId="27636"/>
          <ac:spMkLst>
            <pc:docMk/>
            <pc:sldMk cId="0" sldId="289"/>
            <ac:spMk id="326" creationId="{00000000-0000-0000-0000-000000000000}"/>
          </ac:spMkLst>
        </pc:spChg>
        <pc:spChg chg="mod">
          <ac:chgData name="Ms Alina Arshad" userId="cccdfd85-d35d-4453-9c6f-a463aae40722" providerId="ADAL" clId="{5B8A6D22-27A2-4EF9-83C4-9A1491FF93A7}" dt="2024-09-13T05:15:39.437" v="223" actId="207"/>
          <ac:spMkLst>
            <pc:docMk/>
            <pc:sldMk cId="0" sldId="289"/>
            <ac:spMk id="327" creationId="{00000000-0000-0000-0000-000000000000}"/>
          </ac:spMkLst>
        </pc:spChg>
      </pc:sldChg>
      <pc:sldChg chg="modSp mod">
        <pc:chgData name="Ms Alina Arshad" userId="cccdfd85-d35d-4453-9c6f-a463aae40722" providerId="ADAL" clId="{5B8A6D22-27A2-4EF9-83C4-9A1491FF93A7}" dt="2024-09-13T05:16:09.657" v="229" actId="2711"/>
        <pc:sldMkLst>
          <pc:docMk/>
          <pc:sldMk cId="0" sldId="290"/>
        </pc:sldMkLst>
        <pc:spChg chg="mod">
          <ac:chgData name="Ms Alina Arshad" userId="cccdfd85-d35d-4453-9c6f-a463aae40722" providerId="ADAL" clId="{5B8A6D22-27A2-4EF9-83C4-9A1491FF93A7}" dt="2024-09-13T05:16:09.657" v="229" actId="2711"/>
          <ac:spMkLst>
            <pc:docMk/>
            <pc:sldMk cId="0" sldId="290"/>
            <ac:spMk id="333" creationId="{00000000-0000-0000-0000-000000000000}"/>
          </ac:spMkLst>
        </pc:spChg>
        <pc:picChg chg="mod">
          <ac:chgData name="Ms Alina Arshad" userId="cccdfd85-d35d-4453-9c6f-a463aae40722" providerId="ADAL" clId="{5B8A6D22-27A2-4EF9-83C4-9A1491FF93A7}" dt="2024-09-13T05:15:48.330" v="225" actId="14100"/>
          <ac:picMkLst>
            <pc:docMk/>
            <pc:sldMk cId="0" sldId="290"/>
            <ac:picMk id="332" creationId="{00000000-0000-0000-0000-000000000000}"/>
          </ac:picMkLst>
        </pc:picChg>
      </pc:sldChg>
      <pc:sldChg chg="modSp mod">
        <pc:chgData name="Ms Alina Arshad" userId="cccdfd85-d35d-4453-9c6f-a463aae40722" providerId="ADAL" clId="{5B8A6D22-27A2-4EF9-83C4-9A1491FF93A7}" dt="2024-09-13T05:16:46.897" v="250" actId="1076"/>
        <pc:sldMkLst>
          <pc:docMk/>
          <pc:sldMk cId="0" sldId="291"/>
        </pc:sldMkLst>
        <pc:spChg chg="mod">
          <ac:chgData name="Ms Alina Arshad" userId="cccdfd85-d35d-4453-9c6f-a463aae40722" providerId="ADAL" clId="{5B8A6D22-27A2-4EF9-83C4-9A1491FF93A7}" dt="2024-09-13T05:16:41.828" v="247" actId="27636"/>
          <ac:spMkLst>
            <pc:docMk/>
            <pc:sldMk cId="0" sldId="291"/>
            <ac:spMk id="338" creationId="{00000000-0000-0000-0000-000000000000}"/>
          </ac:spMkLst>
        </pc:spChg>
        <pc:picChg chg="mod">
          <ac:chgData name="Ms Alina Arshad" userId="cccdfd85-d35d-4453-9c6f-a463aae40722" providerId="ADAL" clId="{5B8A6D22-27A2-4EF9-83C4-9A1491FF93A7}" dt="2024-09-13T05:16:46.897" v="250" actId="1076"/>
          <ac:picMkLst>
            <pc:docMk/>
            <pc:sldMk cId="0" sldId="291"/>
            <ac:picMk id="339" creationId="{00000000-0000-0000-0000-000000000000}"/>
          </ac:picMkLst>
        </pc:picChg>
      </pc:sldChg>
      <pc:sldChg chg="modSp mod">
        <pc:chgData name="Ms Alina Arshad" userId="cccdfd85-d35d-4453-9c6f-a463aae40722" providerId="ADAL" clId="{5B8A6D22-27A2-4EF9-83C4-9A1491FF93A7}" dt="2024-09-13T05:17:13.587" v="259" actId="2711"/>
        <pc:sldMkLst>
          <pc:docMk/>
          <pc:sldMk cId="0" sldId="292"/>
        </pc:sldMkLst>
        <pc:spChg chg="mod">
          <ac:chgData name="Ms Alina Arshad" userId="cccdfd85-d35d-4453-9c6f-a463aae40722" providerId="ADAL" clId="{5B8A6D22-27A2-4EF9-83C4-9A1491FF93A7}" dt="2024-09-13T05:16:56.754" v="253" actId="14100"/>
          <ac:spMkLst>
            <pc:docMk/>
            <pc:sldMk cId="0" sldId="292"/>
            <ac:spMk id="344" creationId="{00000000-0000-0000-0000-000000000000}"/>
          </ac:spMkLst>
        </pc:spChg>
        <pc:spChg chg="mod">
          <ac:chgData name="Ms Alina Arshad" userId="cccdfd85-d35d-4453-9c6f-a463aae40722" providerId="ADAL" clId="{5B8A6D22-27A2-4EF9-83C4-9A1491FF93A7}" dt="2024-09-13T05:17:13.587" v="259" actId="2711"/>
          <ac:spMkLst>
            <pc:docMk/>
            <pc:sldMk cId="0" sldId="292"/>
            <ac:spMk id="345" creationId="{00000000-0000-0000-0000-000000000000}"/>
          </ac:spMkLst>
        </pc:spChg>
      </pc:sldChg>
      <pc:sldChg chg="modSp mod">
        <pc:chgData name="Ms Alina Arshad" userId="cccdfd85-d35d-4453-9c6f-a463aae40722" providerId="ADAL" clId="{5B8A6D22-27A2-4EF9-83C4-9A1491FF93A7}" dt="2024-09-13T05:17:54.481" v="276" actId="1076"/>
        <pc:sldMkLst>
          <pc:docMk/>
          <pc:sldMk cId="0" sldId="293"/>
        </pc:sldMkLst>
        <pc:spChg chg="mod">
          <ac:chgData name="Ms Alina Arshad" userId="cccdfd85-d35d-4453-9c6f-a463aae40722" providerId="ADAL" clId="{5B8A6D22-27A2-4EF9-83C4-9A1491FF93A7}" dt="2024-09-13T05:17:54.481" v="276" actId="1076"/>
          <ac:spMkLst>
            <pc:docMk/>
            <pc:sldMk cId="0" sldId="293"/>
            <ac:spMk id="350" creationId="{00000000-0000-0000-0000-000000000000}"/>
          </ac:spMkLst>
        </pc:spChg>
        <pc:picChg chg="mod">
          <ac:chgData name="Ms Alina Arshad" userId="cccdfd85-d35d-4453-9c6f-a463aae40722" providerId="ADAL" clId="{5B8A6D22-27A2-4EF9-83C4-9A1491FF93A7}" dt="2024-09-13T05:17:40.969" v="270" actId="1076"/>
          <ac:picMkLst>
            <pc:docMk/>
            <pc:sldMk cId="0" sldId="293"/>
            <ac:picMk id="351" creationId="{00000000-0000-0000-0000-000000000000}"/>
          </ac:picMkLst>
        </pc:picChg>
      </pc:sldChg>
      <pc:sldChg chg="modSp mod">
        <pc:chgData name="Ms Alina Arshad" userId="cccdfd85-d35d-4453-9c6f-a463aae40722" providerId="ADAL" clId="{5B8A6D22-27A2-4EF9-83C4-9A1491FF93A7}" dt="2024-09-13T05:18:16.246" v="287" actId="20577"/>
        <pc:sldMkLst>
          <pc:docMk/>
          <pc:sldMk cId="0" sldId="294"/>
        </pc:sldMkLst>
        <pc:spChg chg="mod">
          <ac:chgData name="Ms Alina Arshad" userId="cccdfd85-d35d-4453-9c6f-a463aae40722" providerId="ADAL" clId="{5B8A6D22-27A2-4EF9-83C4-9A1491FF93A7}" dt="2024-09-13T05:18:16.246" v="287" actId="20577"/>
          <ac:spMkLst>
            <pc:docMk/>
            <pc:sldMk cId="0" sldId="294"/>
            <ac:spMk id="356" creationId="{00000000-0000-0000-0000-000000000000}"/>
          </ac:spMkLst>
        </pc:spChg>
        <pc:picChg chg="mod">
          <ac:chgData name="Ms Alina Arshad" userId="cccdfd85-d35d-4453-9c6f-a463aae40722" providerId="ADAL" clId="{5B8A6D22-27A2-4EF9-83C4-9A1491FF93A7}" dt="2024-09-13T05:18:03.026" v="279" actId="1076"/>
          <ac:picMkLst>
            <pc:docMk/>
            <pc:sldMk cId="0" sldId="294"/>
            <ac:picMk id="357" creationId="{00000000-0000-0000-0000-000000000000}"/>
          </ac:picMkLst>
        </pc:picChg>
      </pc:sldChg>
      <pc:sldChg chg="delSp modSp mod">
        <pc:chgData name="Ms Alina Arshad" userId="cccdfd85-d35d-4453-9c6f-a463aae40722" providerId="ADAL" clId="{5B8A6D22-27A2-4EF9-83C4-9A1491FF93A7}" dt="2024-09-13T05:18:42.445" v="299" actId="1076"/>
        <pc:sldMkLst>
          <pc:docMk/>
          <pc:sldMk cId="0" sldId="295"/>
        </pc:sldMkLst>
        <pc:spChg chg="del">
          <ac:chgData name="Ms Alina Arshad" userId="cccdfd85-d35d-4453-9c6f-a463aae40722" providerId="ADAL" clId="{5B8A6D22-27A2-4EF9-83C4-9A1491FF93A7}" dt="2024-09-13T05:18:23.414" v="288" actId="478"/>
          <ac:spMkLst>
            <pc:docMk/>
            <pc:sldMk cId="0" sldId="295"/>
            <ac:spMk id="362" creationId="{00000000-0000-0000-0000-000000000000}"/>
          </ac:spMkLst>
        </pc:spChg>
        <pc:spChg chg="mod">
          <ac:chgData name="Ms Alina Arshad" userId="cccdfd85-d35d-4453-9c6f-a463aae40722" providerId="ADAL" clId="{5B8A6D22-27A2-4EF9-83C4-9A1491FF93A7}" dt="2024-09-13T05:18:42.445" v="299" actId="1076"/>
          <ac:spMkLst>
            <pc:docMk/>
            <pc:sldMk cId="0" sldId="295"/>
            <ac:spMk id="363" creationId="{00000000-0000-0000-0000-000000000000}"/>
          </ac:spMkLst>
        </pc:spChg>
      </pc:sldChg>
      <pc:sldChg chg="modSp mod">
        <pc:chgData name="Ms Alina Arshad" userId="cccdfd85-d35d-4453-9c6f-a463aae40722" providerId="ADAL" clId="{5B8A6D22-27A2-4EF9-83C4-9A1491FF93A7}" dt="2024-09-13T05:18:53.107" v="303" actId="207"/>
        <pc:sldMkLst>
          <pc:docMk/>
          <pc:sldMk cId="0" sldId="296"/>
        </pc:sldMkLst>
        <pc:spChg chg="mod">
          <ac:chgData name="Ms Alina Arshad" userId="cccdfd85-d35d-4453-9c6f-a463aae40722" providerId="ADAL" clId="{5B8A6D22-27A2-4EF9-83C4-9A1491FF93A7}" dt="2024-09-13T05:18:50.848" v="302" actId="113"/>
          <ac:spMkLst>
            <pc:docMk/>
            <pc:sldMk cId="0" sldId="296"/>
            <ac:spMk id="368" creationId="{00000000-0000-0000-0000-000000000000}"/>
          </ac:spMkLst>
        </pc:spChg>
        <pc:spChg chg="mod">
          <ac:chgData name="Ms Alina Arshad" userId="cccdfd85-d35d-4453-9c6f-a463aae40722" providerId="ADAL" clId="{5B8A6D22-27A2-4EF9-83C4-9A1491FF93A7}" dt="2024-09-13T05:18:53.107" v="303" actId="207"/>
          <ac:spMkLst>
            <pc:docMk/>
            <pc:sldMk cId="0" sldId="296"/>
            <ac:spMk id="369" creationId="{00000000-0000-0000-0000-000000000000}"/>
          </ac:spMkLst>
        </pc:spChg>
      </pc:sldChg>
      <pc:sldChg chg="modSp mod">
        <pc:chgData name="Ms Alina Arshad" userId="cccdfd85-d35d-4453-9c6f-a463aae40722" providerId="ADAL" clId="{5B8A6D22-27A2-4EF9-83C4-9A1491FF93A7}" dt="2024-09-13T05:19:03.816" v="308" actId="207"/>
        <pc:sldMkLst>
          <pc:docMk/>
          <pc:sldMk cId="0" sldId="297"/>
        </pc:sldMkLst>
        <pc:spChg chg="mod">
          <ac:chgData name="Ms Alina Arshad" userId="cccdfd85-d35d-4453-9c6f-a463aae40722" providerId="ADAL" clId="{5B8A6D22-27A2-4EF9-83C4-9A1491FF93A7}" dt="2024-09-13T05:19:00.926" v="307" actId="27636"/>
          <ac:spMkLst>
            <pc:docMk/>
            <pc:sldMk cId="0" sldId="297"/>
            <ac:spMk id="374" creationId="{00000000-0000-0000-0000-000000000000}"/>
          </ac:spMkLst>
        </pc:spChg>
        <pc:spChg chg="mod">
          <ac:chgData name="Ms Alina Arshad" userId="cccdfd85-d35d-4453-9c6f-a463aae40722" providerId="ADAL" clId="{5B8A6D22-27A2-4EF9-83C4-9A1491FF93A7}" dt="2024-09-13T05:19:03.816" v="308" actId="207"/>
          <ac:spMkLst>
            <pc:docMk/>
            <pc:sldMk cId="0" sldId="297"/>
            <ac:spMk id="375" creationId="{00000000-0000-0000-0000-000000000000}"/>
          </ac:spMkLst>
        </pc:spChg>
      </pc:sldChg>
      <pc:sldChg chg="modSp mod">
        <pc:chgData name="Ms Alina Arshad" userId="cccdfd85-d35d-4453-9c6f-a463aae40722" providerId="ADAL" clId="{5B8A6D22-27A2-4EF9-83C4-9A1491FF93A7}" dt="2024-09-13T05:21:57.672" v="332" actId="403"/>
        <pc:sldMkLst>
          <pc:docMk/>
          <pc:sldMk cId="0" sldId="298"/>
        </pc:sldMkLst>
        <pc:spChg chg="mod">
          <ac:chgData name="Ms Alina Arshad" userId="cccdfd85-d35d-4453-9c6f-a463aae40722" providerId="ADAL" clId="{5B8A6D22-27A2-4EF9-83C4-9A1491FF93A7}" dt="2024-09-13T05:21:57.672" v="332" actId="403"/>
          <ac:spMkLst>
            <pc:docMk/>
            <pc:sldMk cId="0" sldId="298"/>
            <ac:spMk id="381" creationId="{00000000-0000-0000-0000-000000000000}"/>
          </ac:spMkLst>
        </pc:spChg>
        <pc:picChg chg="mod">
          <ac:chgData name="Ms Alina Arshad" userId="cccdfd85-d35d-4453-9c6f-a463aae40722" providerId="ADAL" clId="{5B8A6D22-27A2-4EF9-83C4-9A1491FF93A7}" dt="2024-09-13T05:20:54.546" v="311" actId="1076"/>
          <ac:picMkLst>
            <pc:docMk/>
            <pc:sldMk cId="0" sldId="298"/>
            <ac:picMk id="382" creationId="{00000000-0000-0000-0000-000000000000}"/>
          </ac:picMkLst>
        </pc:picChg>
      </pc:sldChg>
      <pc:sldChg chg="modSp mod">
        <pc:chgData name="Ms Alina Arshad" userId="cccdfd85-d35d-4453-9c6f-a463aae40722" providerId="ADAL" clId="{5B8A6D22-27A2-4EF9-83C4-9A1491FF93A7}" dt="2024-09-13T05:22:21.505" v="342" actId="1076"/>
        <pc:sldMkLst>
          <pc:docMk/>
          <pc:sldMk cId="0" sldId="299"/>
        </pc:sldMkLst>
        <pc:spChg chg="mod">
          <ac:chgData name="Ms Alina Arshad" userId="cccdfd85-d35d-4453-9c6f-a463aae40722" providerId="ADAL" clId="{5B8A6D22-27A2-4EF9-83C4-9A1491FF93A7}" dt="2024-09-13T05:22:21.505" v="342" actId="1076"/>
          <ac:spMkLst>
            <pc:docMk/>
            <pc:sldMk cId="0" sldId="299"/>
            <ac:spMk id="387" creationId="{00000000-0000-0000-0000-000000000000}"/>
          </ac:spMkLst>
        </pc:spChg>
        <pc:picChg chg="mod">
          <ac:chgData name="Ms Alina Arshad" userId="cccdfd85-d35d-4453-9c6f-a463aae40722" providerId="ADAL" clId="{5B8A6D22-27A2-4EF9-83C4-9A1491FF93A7}" dt="2024-09-13T05:22:18.844" v="341" actId="1076"/>
          <ac:picMkLst>
            <pc:docMk/>
            <pc:sldMk cId="0" sldId="299"/>
            <ac:picMk id="388" creationId="{00000000-0000-0000-0000-000000000000}"/>
          </ac:picMkLst>
        </pc:picChg>
      </pc:sldChg>
      <pc:sldChg chg="modSp mod">
        <pc:chgData name="Ms Alina Arshad" userId="cccdfd85-d35d-4453-9c6f-a463aae40722" providerId="ADAL" clId="{5B8A6D22-27A2-4EF9-83C4-9A1491FF93A7}" dt="2024-09-13T05:22:54.631" v="358" actId="27636"/>
        <pc:sldMkLst>
          <pc:docMk/>
          <pc:sldMk cId="0" sldId="300"/>
        </pc:sldMkLst>
        <pc:spChg chg="mod">
          <ac:chgData name="Ms Alina Arshad" userId="cccdfd85-d35d-4453-9c6f-a463aae40722" providerId="ADAL" clId="{5B8A6D22-27A2-4EF9-83C4-9A1491FF93A7}" dt="2024-09-13T05:22:54.631" v="358" actId="27636"/>
          <ac:spMkLst>
            <pc:docMk/>
            <pc:sldMk cId="0" sldId="300"/>
            <ac:spMk id="394" creationId="{00000000-0000-0000-0000-000000000000}"/>
          </ac:spMkLst>
        </pc:spChg>
        <pc:picChg chg="mod">
          <ac:chgData name="Ms Alina Arshad" userId="cccdfd85-d35d-4453-9c6f-a463aae40722" providerId="ADAL" clId="{5B8A6D22-27A2-4EF9-83C4-9A1491FF93A7}" dt="2024-09-13T05:22:29.858" v="345" actId="1076"/>
          <ac:picMkLst>
            <pc:docMk/>
            <pc:sldMk cId="0" sldId="300"/>
            <ac:picMk id="395" creationId="{00000000-0000-0000-0000-000000000000}"/>
          </ac:picMkLst>
        </pc:picChg>
      </pc:sldChg>
      <pc:sldChg chg="modSp mod">
        <pc:chgData name="Ms Alina Arshad" userId="cccdfd85-d35d-4453-9c6f-a463aae40722" providerId="ADAL" clId="{5B8A6D22-27A2-4EF9-83C4-9A1491FF93A7}" dt="2024-09-13T05:23:03.847" v="361" actId="14100"/>
        <pc:sldMkLst>
          <pc:docMk/>
          <pc:sldMk cId="0" sldId="301"/>
        </pc:sldMkLst>
        <pc:spChg chg="mod">
          <ac:chgData name="Ms Alina Arshad" userId="cccdfd85-d35d-4453-9c6f-a463aae40722" providerId="ADAL" clId="{5B8A6D22-27A2-4EF9-83C4-9A1491FF93A7}" dt="2024-09-13T05:23:03.847" v="361" actId="14100"/>
          <ac:spMkLst>
            <pc:docMk/>
            <pc:sldMk cId="0" sldId="301"/>
            <ac:spMk id="401" creationId="{00000000-0000-0000-0000-000000000000}"/>
          </ac:spMkLst>
        </pc:spChg>
      </pc:sldChg>
      <pc:sldChg chg="modSp mod">
        <pc:chgData name="Ms Alina Arshad" userId="cccdfd85-d35d-4453-9c6f-a463aae40722" providerId="ADAL" clId="{5B8A6D22-27A2-4EF9-83C4-9A1491FF93A7}" dt="2024-09-13T05:23:17.341" v="364" actId="207"/>
        <pc:sldMkLst>
          <pc:docMk/>
          <pc:sldMk cId="0" sldId="302"/>
        </pc:sldMkLst>
        <pc:spChg chg="mod">
          <ac:chgData name="Ms Alina Arshad" userId="cccdfd85-d35d-4453-9c6f-a463aae40722" providerId="ADAL" clId="{5B8A6D22-27A2-4EF9-83C4-9A1491FF93A7}" dt="2024-09-13T05:23:13.439" v="363" actId="27636"/>
          <ac:spMkLst>
            <pc:docMk/>
            <pc:sldMk cId="0" sldId="302"/>
            <ac:spMk id="408" creationId="{00000000-0000-0000-0000-000000000000}"/>
          </ac:spMkLst>
        </pc:spChg>
        <pc:spChg chg="mod">
          <ac:chgData name="Ms Alina Arshad" userId="cccdfd85-d35d-4453-9c6f-a463aae40722" providerId="ADAL" clId="{5B8A6D22-27A2-4EF9-83C4-9A1491FF93A7}" dt="2024-09-13T05:23:17.341" v="364" actId="207"/>
          <ac:spMkLst>
            <pc:docMk/>
            <pc:sldMk cId="0" sldId="302"/>
            <ac:spMk id="409" creationId="{00000000-0000-0000-0000-000000000000}"/>
          </ac:spMkLst>
        </pc:spChg>
      </pc:sldChg>
      <pc:sldChg chg="modSp mod">
        <pc:chgData name="Ms Alina Arshad" userId="cccdfd85-d35d-4453-9c6f-a463aae40722" providerId="ADAL" clId="{5B8A6D22-27A2-4EF9-83C4-9A1491FF93A7}" dt="2024-09-13T05:23:42.147" v="370" actId="14100"/>
        <pc:sldMkLst>
          <pc:docMk/>
          <pc:sldMk cId="0" sldId="303"/>
        </pc:sldMkLst>
        <pc:spChg chg="mod">
          <ac:chgData name="Ms Alina Arshad" userId="cccdfd85-d35d-4453-9c6f-a463aae40722" providerId="ADAL" clId="{5B8A6D22-27A2-4EF9-83C4-9A1491FF93A7}" dt="2024-09-13T05:23:42.147" v="370" actId="14100"/>
          <ac:spMkLst>
            <pc:docMk/>
            <pc:sldMk cId="0" sldId="303"/>
            <ac:spMk id="415" creationId="{00000000-0000-0000-0000-000000000000}"/>
          </ac:spMkLst>
        </pc:spChg>
        <pc:picChg chg="mod">
          <ac:chgData name="Ms Alina Arshad" userId="cccdfd85-d35d-4453-9c6f-a463aae40722" providerId="ADAL" clId="{5B8A6D22-27A2-4EF9-83C4-9A1491FF93A7}" dt="2024-09-13T05:23:34.127" v="369" actId="14100"/>
          <ac:picMkLst>
            <pc:docMk/>
            <pc:sldMk cId="0" sldId="303"/>
            <ac:picMk id="416" creationId="{00000000-0000-0000-0000-000000000000}"/>
          </ac:picMkLst>
        </pc:picChg>
      </pc:sldChg>
      <pc:sldChg chg="modSp mod">
        <pc:chgData name="Ms Alina Arshad" userId="cccdfd85-d35d-4453-9c6f-a463aae40722" providerId="ADAL" clId="{5B8A6D22-27A2-4EF9-83C4-9A1491FF93A7}" dt="2024-09-13T05:24:05.710" v="378" actId="1076"/>
        <pc:sldMkLst>
          <pc:docMk/>
          <pc:sldMk cId="0" sldId="304"/>
        </pc:sldMkLst>
        <pc:spChg chg="mod">
          <ac:chgData name="Ms Alina Arshad" userId="cccdfd85-d35d-4453-9c6f-a463aae40722" providerId="ADAL" clId="{5B8A6D22-27A2-4EF9-83C4-9A1491FF93A7}" dt="2024-09-13T05:24:02.244" v="377" actId="113"/>
          <ac:spMkLst>
            <pc:docMk/>
            <pc:sldMk cId="0" sldId="304"/>
            <ac:spMk id="422" creationId="{00000000-0000-0000-0000-000000000000}"/>
          </ac:spMkLst>
        </pc:spChg>
        <pc:picChg chg="mod">
          <ac:chgData name="Ms Alina Arshad" userId="cccdfd85-d35d-4453-9c6f-a463aae40722" providerId="ADAL" clId="{5B8A6D22-27A2-4EF9-83C4-9A1491FF93A7}" dt="2024-09-13T05:24:05.710" v="378" actId="1076"/>
          <ac:picMkLst>
            <pc:docMk/>
            <pc:sldMk cId="0" sldId="304"/>
            <ac:picMk id="423" creationId="{00000000-0000-0000-0000-000000000000}"/>
          </ac:picMkLst>
        </pc:picChg>
      </pc:sldChg>
      <pc:sldChg chg="modSp mod">
        <pc:chgData name="Ms Alina Arshad" userId="cccdfd85-d35d-4453-9c6f-a463aae40722" providerId="ADAL" clId="{5B8A6D22-27A2-4EF9-83C4-9A1491FF93A7}" dt="2024-09-13T05:24:24.465" v="385" actId="207"/>
        <pc:sldMkLst>
          <pc:docMk/>
          <pc:sldMk cId="0" sldId="305"/>
        </pc:sldMkLst>
        <pc:spChg chg="mod">
          <ac:chgData name="Ms Alina Arshad" userId="cccdfd85-d35d-4453-9c6f-a463aae40722" providerId="ADAL" clId="{5B8A6D22-27A2-4EF9-83C4-9A1491FF93A7}" dt="2024-09-13T05:24:15.183" v="382" actId="27636"/>
          <ac:spMkLst>
            <pc:docMk/>
            <pc:sldMk cId="0" sldId="305"/>
            <ac:spMk id="430" creationId="{00000000-0000-0000-0000-000000000000}"/>
          </ac:spMkLst>
        </pc:spChg>
        <pc:spChg chg="mod">
          <ac:chgData name="Ms Alina Arshad" userId="cccdfd85-d35d-4453-9c6f-a463aae40722" providerId="ADAL" clId="{5B8A6D22-27A2-4EF9-83C4-9A1491FF93A7}" dt="2024-09-13T05:24:24.465" v="385" actId="207"/>
          <ac:spMkLst>
            <pc:docMk/>
            <pc:sldMk cId="0" sldId="305"/>
            <ac:spMk id="431" creationId="{00000000-0000-0000-0000-000000000000}"/>
          </ac:spMkLst>
        </pc:spChg>
      </pc:sldChg>
      <pc:sldChg chg="modSp mod">
        <pc:chgData name="Ms Alina Arshad" userId="cccdfd85-d35d-4453-9c6f-a463aae40722" providerId="ADAL" clId="{5B8A6D22-27A2-4EF9-83C4-9A1491FF93A7}" dt="2024-09-13T05:26:26.766" v="399" actId="207"/>
        <pc:sldMkLst>
          <pc:docMk/>
          <pc:sldMk cId="0" sldId="306"/>
        </pc:sldMkLst>
        <pc:spChg chg="mod">
          <ac:chgData name="Ms Alina Arshad" userId="cccdfd85-d35d-4453-9c6f-a463aae40722" providerId="ADAL" clId="{5B8A6D22-27A2-4EF9-83C4-9A1491FF93A7}" dt="2024-09-13T05:26:12.122" v="395" actId="1076"/>
          <ac:spMkLst>
            <pc:docMk/>
            <pc:sldMk cId="0" sldId="306"/>
            <ac:spMk id="437" creationId="{00000000-0000-0000-0000-000000000000}"/>
          </ac:spMkLst>
        </pc:spChg>
        <pc:spChg chg="mod">
          <ac:chgData name="Ms Alina Arshad" userId="cccdfd85-d35d-4453-9c6f-a463aae40722" providerId="ADAL" clId="{5B8A6D22-27A2-4EF9-83C4-9A1491FF93A7}" dt="2024-09-13T05:26:26.766" v="399" actId="207"/>
          <ac:spMkLst>
            <pc:docMk/>
            <pc:sldMk cId="0" sldId="306"/>
            <ac:spMk id="440" creationId="{00000000-0000-0000-0000-000000000000}"/>
          </ac:spMkLst>
        </pc:spChg>
        <pc:picChg chg="mod">
          <ac:chgData name="Ms Alina Arshad" userId="cccdfd85-d35d-4453-9c6f-a463aae40722" providerId="ADAL" clId="{5B8A6D22-27A2-4EF9-83C4-9A1491FF93A7}" dt="2024-09-13T05:26:13.794" v="396" actId="1076"/>
          <ac:picMkLst>
            <pc:docMk/>
            <pc:sldMk cId="0" sldId="306"/>
            <ac:picMk id="438" creationId="{00000000-0000-0000-0000-000000000000}"/>
          </ac:picMkLst>
        </pc:picChg>
        <pc:picChg chg="mod">
          <ac:chgData name="Ms Alina Arshad" userId="cccdfd85-d35d-4453-9c6f-a463aae40722" providerId="ADAL" clId="{5B8A6D22-27A2-4EF9-83C4-9A1491FF93A7}" dt="2024-09-13T05:26:16.730" v="397" actId="1076"/>
          <ac:picMkLst>
            <pc:docMk/>
            <pc:sldMk cId="0" sldId="306"/>
            <ac:picMk id="439" creationId="{00000000-0000-0000-0000-000000000000}"/>
          </ac:picMkLst>
        </pc:picChg>
      </pc:sldChg>
      <pc:sldChg chg="modSp mod">
        <pc:chgData name="Ms Alina Arshad" userId="cccdfd85-d35d-4453-9c6f-a463aae40722" providerId="ADAL" clId="{5B8A6D22-27A2-4EF9-83C4-9A1491FF93A7}" dt="2024-09-13T05:26:48.837" v="404" actId="113"/>
        <pc:sldMkLst>
          <pc:docMk/>
          <pc:sldMk cId="0" sldId="307"/>
        </pc:sldMkLst>
        <pc:spChg chg="mod">
          <ac:chgData name="Ms Alina Arshad" userId="cccdfd85-d35d-4453-9c6f-a463aae40722" providerId="ADAL" clId="{5B8A6D22-27A2-4EF9-83C4-9A1491FF93A7}" dt="2024-09-13T05:26:40.090" v="402" actId="14100"/>
          <ac:spMkLst>
            <pc:docMk/>
            <pc:sldMk cId="0" sldId="307"/>
            <ac:spMk id="446" creationId="{00000000-0000-0000-0000-000000000000}"/>
          </ac:spMkLst>
        </pc:spChg>
        <pc:spChg chg="mod">
          <ac:chgData name="Ms Alina Arshad" userId="cccdfd85-d35d-4453-9c6f-a463aae40722" providerId="ADAL" clId="{5B8A6D22-27A2-4EF9-83C4-9A1491FF93A7}" dt="2024-09-13T05:26:48.837" v="404" actId="113"/>
          <ac:spMkLst>
            <pc:docMk/>
            <pc:sldMk cId="0" sldId="307"/>
            <ac:spMk id="447" creationId="{00000000-0000-0000-0000-000000000000}"/>
          </ac:spMkLst>
        </pc:spChg>
      </pc:sldChg>
      <pc:sldChg chg="modSp mod">
        <pc:chgData name="Ms Alina Arshad" userId="cccdfd85-d35d-4453-9c6f-a463aae40722" providerId="ADAL" clId="{5B8A6D22-27A2-4EF9-83C4-9A1491FF93A7}" dt="2024-09-13T05:27:33.515" v="420" actId="1076"/>
        <pc:sldMkLst>
          <pc:docMk/>
          <pc:sldMk cId="0" sldId="308"/>
        </pc:sldMkLst>
        <pc:spChg chg="mod">
          <ac:chgData name="Ms Alina Arshad" userId="cccdfd85-d35d-4453-9c6f-a463aae40722" providerId="ADAL" clId="{5B8A6D22-27A2-4EF9-83C4-9A1491FF93A7}" dt="2024-09-13T05:26:59.642" v="408" actId="14100"/>
          <ac:spMkLst>
            <pc:docMk/>
            <pc:sldMk cId="0" sldId="308"/>
            <ac:spMk id="453" creationId="{00000000-0000-0000-0000-000000000000}"/>
          </ac:spMkLst>
        </pc:spChg>
        <pc:spChg chg="mod">
          <ac:chgData name="Ms Alina Arshad" userId="cccdfd85-d35d-4453-9c6f-a463aae40722" providerId="ADAL" clId="{5B8A6D22-27A2-4EF9-83C4-9A1491FF93A7}" dt="2024-09-13T05:27:33.515" v="420" actId="1076"/>
          <ac:spMkLst>
            <pc:docMk/>
            <pc:sldMk cId="0" sldId="308"/>
            <ac:spMk id="455" creationId="{00000000-0000-0000-0000-000000000000}"/>
          </ac:spMkLst>
        </pc:spChg>
        <pc:picChg chg="mod">
          <ac:chgData name="Ms Alina Arshad" userId="cccdfd85-d35d-4453-9c6f-a463aae40722" providerId="ADAL" clId="{5B8A6D22-27A2-4EF9-83C4-9A1491FF93A7}" dt="2024-09-13T05:27:05.875" v="411" actId="1076"/>
          <ac:picMkLst>
            <pc:docMk/>
            <pc:sldMk cId="0" sldId="308"/>
            <ac:picMk id="454" creationId="{00000000-0000-0000-0000-000000000000}"/>
          </ac:picMkLst>
        </pc:picChg>
        <pc:picChg chg="mod">
          <ac:chgData name="Ms Alina Arshad" userId="cccdfd85-d35d-4453-9c6f-a463aae40722" providerId="ADAL" clId="{5B8A6D22-27A2-4EF9-83C4-9A1491FF93A7}" dt="2024-09-13T05:27:30.375" v="419" actId="1076"/>
          <ac:picMkLst>
            <pc:docMk/>
            <pc:sldMk cId="0" sldId="308"/>
            <ac:picMk id="456" creationId="{00000000-0000-0000-0000-000000000000}"/>
          </ac:picMkLst>
        </pc:picChg>
      </pc:sldChg>
      <pc:sldChg chg="modSp mod">
        <pc:chgData name="Ms Alina Arshad" userId="cccdfd85-d35d-4453-9c6f-a463aae40722" providerId="ADAL" clId="{5B8A6D22-27A2-4EF9-83C4-9A1491FF93A7}" dt="2024-09-13T05:28:04.912" v="434" actId="1076"/>
        <pc:sldMkLst>
          <pc:docMk/>
          <pc:sldMk cId="0" sldId="309"/>
        </pc:sldMkLst>
        <pc:spChg chg="mod">
          <ac:chgData name="Ms Alina Arshad" userId="cccdfd85-d35d-4453-9c6f-a463aae40722" providerId="ADAL" clId="{5B8A6D22-27A2-4EF9-83C4-9A1491FF93A7}" dt="2024-09-13T05:27:48.996" v="426" actId="1076"/>
          <ac:spMkLst>
            <pc:docMk/>
            <pc:sldMk cId="0" sldId="309"/>
            <ac:spMk id="462" creationId="{00000000-0000-0000-0000-000000000000}"/>
          </ac:spMkLst>
        </pc:spChg>
        <pc:spChg chg="mod">
          <ac:chgData name="Ms Alina Arshad" userId="cccdfd85-d35d-4453-9c6f-a463aae40722" providerId="ADAL" clId="{5B8A6D22-27A2-4EF9-83C4-9A1491FF93A7}" dt="2024-09-13T05:28:04.912" v="434" actId="1076"/>
          <ac:spMkLst>
            <pc:docMk/>
            <pc:sldMk cId="0" sldId="309"/>
            <ac:spMk id="465" creationId="{00000000-0000-0000-0000-000000000000}"/>
          </ac:spMkLst>
        </pc:spChg>
        <pc:picChg chg="mod">
          <ac:chgData name="Ms Alina Arshad" userId="cccdfd85-d35d-4453-9c6f-a463aae40722" providerId="ADAL" clId="{5B8A6D22-27A2-4EF9-83C4-9A1491FF93A7}" dt="2024-09-13T05:27:53.686" v="429" actId="1076"/>
          <ac:picMkLst>
            <pc:docMk/>
            <pc:sldMk cId="0" sldId="309"/>
            <ac:picMk id="463" creationId="{00000000-0000-0000-0000-000000000000}"/>
          </ac:picMkLst>
        </pc:picChg>
        <pc:picChg chg="mod">
          <ac:chgData name="Ms Alina Arshad" userId="cccdfd85-d35d-4453-9c6f-a463aae40722" providerId="ADAL" clId="{5B8A6D22-27A2-4EF9-83C4-9A1491FF93A7}" dt="2024-09-13T05:27:45.262" v="424" actId="1076"/>
          <ac:picMkLst>
            <pc:docMk/>
            <pc:sldMk cId="0" sldId="309"/>
            <ac:picMk id="464" creationId="{00000000-0000-0000-0000-000000000000}"/>
          </ac:picMkLst>
        </pc:picChg>
      </pc:sldChg>
      <pc:sldChg chg="modSp mod">
        <pc:chgData name="Ms Alina Arshad" userId="cccdfd85-d35d-4453-9c6f-a463aae40722" providerId="ADAL" clId="{5B8A6D22-27A2-4EF9-83C4-9A1491FF93A7}" dt="2024-09-13T05:28:19.789" v="438" actId="207"/>
        <pc:sldMkLst>
          <pc:docMk/>
          <pc:sldMk cId="0" sldId="310"/>
        </pc:sldMkLst>
        <pc:spChg chg="mod">
          <ac:chgData name="Ms Alina Arshad" userId="cccdfd85-d35d-4453-9c6f-a463aae40722" providerId="ADAL" clId="{5B8A6D22-27A2-4EF9-83C4-9A1491FF93A7}" dt="2024-09-13T05:28:16.258" v="437" actId="14100"/>
          <ac:spMkLst>
            <pc:docMk/>
            <pc:sldMk cId="0" sldId="310"/>
            <ac:spMk id="470" creationId="{00000000-0000-0000-0000-000000000000}"/>
          </ac:spMkLst>
        </pc:spChg>
        <pc:spChg chg="mod">
          <ac:chgData name="Ms Alina Arshad" userId="cccdfd85-d35d-4453-9c6f-a463aae40722" providerId="ADAL" clId="{5B8A6D22-27A2-4EF9-83C4-9A1491FF93A7}" dt="2024-09-13T05:28:19.789" v="438" actId="207"/>
          <ac:spMkLst>
            <pc:docMk/>
            <pc:sldMk cId="0" sldId="310"/>
            <ac:spMk id="471" creationId="{00000000-0000-0000-0000-000000000000}"/>
          </ac:spMkLst>
        </pc:spChg>
      </pc:sldChg>
      <pc:sldChg chg="modSp mod">
        <pc:chgData name="Ms Alina Arshad" userId="cccdfd85-d35d-4453-9c6f-a463aae40722" providerId="ADAL" clId="{5B8A6D22-27A2-4EF9-83C4-9A1491FF93A7}" dt="2024-09-13T05:28:49.849" v="450" actId="1076"/>
        <pc:sldMkLst>
          <pc:docMk/>
          <pc:sldMk cId="0" sldId="311"/>
        </pc:sldMkLst>
        <pc:spChg chg="mod">
          <ac:chgData name="Ms Alina Arshad" userId="cccdfd85-d35d-4453-9c6f-a463aae40722" providerId="ADAL" clId="{5B8A6D22-27A2-4EF9-83C4-9A1491FF93A7}" dt="2024-09-13T05:28:33.913" v="445" actId="1076"/>
          <ac:spMkLst>
            <pc:docMk/>
            <pc:sldMk cId="0" sldId="311"/>
            <ac:spMk id="477" creationId="{00000000-0000-0000-0000-000000000000}"/>
          </ac:spMkLst>
        </pc:spChg>
        <pc:spChg chg="mod">
          <ac:chgData name="Ms Alina Arshad" userId="cccdfd85-d35d-4453-9c6f-a463aae40722" providerId="ADAL" clId="{5B8A6D22-27A2-4EF9-83C4-9A1491FF93A7}" dt="2024-09-13T05:28:49.849" v="450" actId="1076"/>
          <ac:spMkLst>
            <pc:docMk/>
            <pc:sldMk cId="0" sldId="311"/>
            <ac:spMk id="479" creationId="{00000000-0000-0000-0000-000000000000}"/>
          </ac:spMkLst>
        </pc:spChg>
        <pc:picChg chg="mod">
          <ac:chgData name="Ms Alina Arshad" userId="cccdfd85-d35d-4453-9c6f-a463aae40722" providerId="ADAL" clId="{5B8A6D22-27A2-4EF9-83C4-9A1491FF93A7}" dt="2024-09-13T05:28:36.417" v="446" actId="1076"/>
          <ac:picMkLst>
            <pc:docMk/>
            <pc:sldMk cId="0" sldId="311"/>
            <ac:picMk id="478" creationId="{00000000-0000-0000-0000-000000000000}"/>
          </ac:picMkLst>
        </pc:picChg>
      </pc:sldChg>
      <pc:sldChg chg="modSp mod">
        <pc:chgData name="Ms Alina Arshad" userId="cccdfd85-d35d-4453-9c6f-a463aae40722" providerId="ADAL" clId="{5B8A6D22-27A2-4EF9-83C4-9A1491FF93A7}" dt="2024-09-13T05:35:27.078" v="463" actId="1076"/>
        <pc:sldMkLst>
          <pc:docMk/>
          <pc:sldMk cId="0" sldId="312"/>
        </pc:sldMkLst>
        <pc:spChg chg="mod">
          <ac:chgData name="Ms Alina Arshad" userId="cccdfd85-d35d-4453-9c6f-a463aae40722" providerId="ADAL" clId="{5B8A6D22-27A2-4EF9-83C4-9A1491FF93A7}" dt="2024-09-13T05:35:11.835" v="455" actId="1076"/>
          <ac:spMkLst>
            <pc:docMk/>
            <pc:sldMk cId="0" sldId="312"/>
            <ac:spMk id="485" creationId="{00000000-0000-0000-0000-000000000000}"/>
          </ac:spMkLst>
        </pc:spChg>
        <pc:spChg chg="mod">
          <ac:chgData name="Ms Alina Arshad" userId="cccdfd85-d35d-4453-9c6f-a463aae40722" providerId="ADAL" clId="{5B8A6D22-27A2-4EF9-83C4-9A1491FF93A7}" dt="2024-09-13T05:35:25.126" v="461" actId="1076"/>
          <ac:spMkLst>
            <pc:docMk/>
            <pc:sldMk cId="0" sldId="312"/>
            <ac:spMk id="488" creationId="{00000000-0000-0000-0000-000000000000}"/>
          </ac:spMkLst>
        </pc:spChg>
        <pc:picChg chg="mod">
          <ac:chgData name="Ms Alina Arshad" userId="cccdfd85-d35d-4453-9c6f-a463aae40722" providerId="ADAL" clId="{5B8A6D22-27A2-4EF9-83C4-9A1491FF93A7}" dt="2024-09-13T05:35:27.078" v="463" actId="1076"/>
          <ac:picMkLst>
            <pc:docMk/>
            <pc:sldMk cId="0" sldId="312"/>
            <ac:picMk id="486" creationId="{00000000-0000-0000-0000-000000000000}"/>
          </ac:picMkLst>
        </pc:picChg>
      </pc:sldChg>
      <pc:sldChg chg="modSp mod modShow">
        <pc:chgData name="Ms Alina Arshad" userId="cccdfd85-d35d-4453-9c6f-a463aae40722" providerId="ADAL" clId="{5B8A6D22-27A2-4EF9-83C4-9A1491FF93A7}" dt="2024-09-13T05:35:54.938" v="473" actId="729"/>
        <pc:sldMkLst>
          <pc:docMk/>
          <pc:sldMk cId="0" sldId="313"/>
        </pc:sldMkLst>
        <pc:spChg chg="mod">
          <ac:chgData name="Ms Alina Arshad" userId="cccdfd85-d35d-4453-9c6f-a463aae40722" providerId="ADAL" clId="{5B8A6D22-27A2-4EF9-83C4-9A1491FF93A7}" dt="2024-09-13T05:35:36.295" v="467" actId="1076"/>
          <ac:spMkLst>
            <pc:docMk/>
            <pc:sldMk cId="0" sldId="313"/>
            <ac:spMk id="494" creationId="{00000000-0000-0000-0000-000000000000}"/>
          </ac:spMkLst>
        </pc:spChg>
        <pc:spChg chg="mod">
          <ac:chgData name="Ms Alina Arshad" userId="cccdfd85-d35d-4453-9c6f-a463aae40722" providerId="ADAL" clId="{5B8A6D22-27A2-4EF9-83C4-9A1491FF93A7}" dt="2024-09-13T05:35:48.088" v="472" actId="207"/>
          <ac:spMkLst>
            <pc:docMk/>
            <pc:sldMk cId="0" sldId="313"/>
            <ac:spMk id="495" creationId="{00000000-0000-0000-0000-000000000000}"/>
          </ac:spMkLst>
        </pc:spChg>
      </pc:sldChg>
      <pc:sldChg chg="modSp mod modShow">
        <pc:chgData name="Ms Alina Arshad" userId="cccdfd85-d35d-4453-9c6f-a463aae40722" providerId="ADAL" clId="{5B8A6D22-27A2-4EF9-83C4-9A1491FF93A7}" dt="2024-09-13T05:38:01.383" v="486" actId="404"/>
        <pc:sldMkLst>
          <pc:docMk/>
          <pc:sldMk cId="0" sldId="314"/>
        </pc:sldMkLst>
        <pc:spChg chg="mod">
          <ac:chgData name="Ms Alina Arshad" userId="cccdfd85-d35d-4453-9c6f-a463aae40722" providerId="ADAL" clId="{5B8A6D22-27A2-4EF9-83C4-9A1491FF93A7}" dt="2024-09-13T05:37:57.275" v="485" actId="1076"/>
          <ac:spMkLst>
            <pc:docMk/>
            <pc:sldMk cId="0" sldId="314"/>
            <ac:spMk id="501" creationId="{00000000-0000-0000-0000-000000000000}"/>
          </ac:spMkLst>
        </pc:spChg>
        <pc:spChg chg="mod">
          <ac:chgData name="Ms Alina Arshad" userId="cccdfd85-d35d-4453-9c6f-a463aae40722" providerId="ADAL" clId="{5B8A6D22-27A2-4EF9-83C4-9A1491FF93A7}" dt="2024-09-13T05:38:01.383" v="486" actId="404"/>
          <ac:spMkLst>
            <pc:docMk/>
            <pc:sldMk cId="0" sldId="314"/>
            <ac:spMk id="504" creationId="{00000000-0000-0000-0000-000000000000}"/>
          </ac:spMkLst>
        </pc:spChg>
        <pc:spChg chg="mod">
          <ac:chgData name="Ms Alina Arshad" userId="cccdfd85-d35d-4453-9c6f-a463aae40722" providerId="ADAL" clId="{5B8A6D22-27A2-4EF9-83C4-9A1491FF93A7}" dt="2024-09-13T05:37:38.579" v="481" actId="1076"/>
          <ac:spMkLst>
            <pc:docMk/>
            <pc:sldMk cId="0" sldId="314"/>
            <ac:spMk id="505" creationId="{00000000-0000-0000-0000-000000000000}"/>
          </ac:spMkLst>
        </pc:spChg>
        <pc:picChg chg="mod">
          <ac:chgData name="Ms Alina Arshad" userId="cccdfd85-d35d-4453-9c6f-a463aae40722" providerId="ADAL" clId="{5B8A6D22-27A2-4EF9-83C4-9A1491FF93A7}" dt="2024-09-13T05:36:08.662" v="476" actId="1076"/>
          <ac:picMkLst>
            <pc:docMk/>
            <pc:sldMk cId="0" sldId="314"/>
            <ac:picMk id="503" creationId="{00000000-0000-0000-0000-000000000000}"/>
          </ac:picMkLst>
        </pc:picChg>
      </pc:sldChg>
      <pc:sldChg chg="modSp mod">
        <pc:chgData name="Ms Alina Arshad" userId="cccdfd85-d35d-4453-9c6f-a463aae40722" providerId="ADAL" clId="{5B8A6D22-27A2-4EF9-83C4-9A1491FF93A7}" dt="2024-09-13T05:38:14.801" v="492" actId="207"/>
        <pc:sldMkLst>
          <pc:docMk/>
          <pc:sldMk cId="0" sldId="315"/>
        </pc:sldMkLst>
        <pc:spChg chg="mod">
          <ac:chgData name="Ms Alina Arshad" userId="cccdfd85-d35d-4453-9c6f-a463aae40722" providerId="ADAL" clId="{5B8A6D22-27A2-4EF9-83C4-9A1491FF93A7}" dt="2024-09-13T05:38:11.662" v="489" actId="14100"/>
          <ac:spMkLst>
            <pc:docMk/>
            <pc:sldMk cId="0" sldId="315"/>
            <ac:spMk id="511" creationId="{00000000-0000-0000-0000-000000000000}"/>
          </ac:spMkLst>
        </pc:spChg>
        <pc:spChg chg="mod">
          <ac:chgData name="Ms Alina Arshad" userId="cccdfd85-d35d-4453-9c6f-a463aae40722" providerId="ADAL" clId="{5B8A6D22-27A2-4EF9-83C4-9A1491FF93A7}" dt="2024-09-13T05:38:14.801" v="492" actId="207"/>
          <ac:spMkLst>
            <pc:docMk/>
            <pc:sldMk cId="0" sldId="315"/>
            <ac:spMk id="512" creationId="{00000000-0000-0000-0000-000000000000}"/>
          </ac:spMkLst>
        </pc:spChg>
      </pc:sldChg>
      <pc:sldChg chg="modSp mod">
        <pc:chgData name="Ms Alina Arshad" userId="cccdfd85-d35d-4453-9c6f-a463aae40722" providerId="ADAL" clId="{5B8A6D22-27A2-4EF9-83C4-9A1491FF93A7}" dt="2024-09-13T05:38:26.127" v="495" actId="207"/>
        <pc:sldMkLst>
          <pc:docMk/>
          <pc:sldMk cId="0" sldId="316"/>
        </pc:sldMkLst>
        <pc:spChg chg="mod">
          <ac:chgData name="Ms Alina Arshad" userId="cccdfd85-d35d-4453-9c6f-a463aae40722" providerId="ADAL" clId="{5B8A6D22-27A2-4EF9-83C4-9A1491FF93A7}" dt="2024-09-13T05:38:23.783" v="494" actId="1076"/>
          <ac:spMkLst>
            <pc:docMk/>
            <pc:sldMk cId="0" sldId="316"/>
            <ac:spMk id="518" creationId="{00000000-0000-0000-0000-000000000000}"/>
          </ac:spMkLst>
        </pc:spChg>
        <pc:spChg chg="mod">
          <ac:chgData name="Ms Alina Arshad" userId="cccdfd85-d35d-4453-9c6f-a463aae40722" providerId="ADAL" clId="{5B8A6D22-27A2-4EF9-83C4-9A1491FF93A7}" dt="2024-09-13T05:38:26.127" v="495" actId="207"/>
          <ac:spMkLst>
            <pc:docMk/>
            <pc:sldMk cId="0" sldId="316"/>
            <ac:spMk id="519" creationId="{00000000-0000-0000-0000-000000000000}"/>
          </ac:spMkLst>
        </pc:spChg>
      </pc:sldChg>
      <pc:sldChg chg="modSp mod">
        <pc:chgData name="Ms Alina Arshad" userId="cccdfd85-d35d-4453-9c6f-a463aae40722" providerId="ADAL" clId="{5B8A6D22-27A2-4EF9-83C4-9A1491FF93A7}" dt="2024-09-13T05:38:44.712" v="503" actId="1076"/>
        <pc:sldMkLst>
          <pc:docMk/>
          <pc:sldMk cId="0" sldId="317"/>
        </pc:sldMkLst>
        <pc:spChg chg="mod">
          <ac:chgData name="Ms Alina Arshad" userId="cccdfd85-d35d-4453-9c6f-a463aae40722" providerId="ADAL" clId="{5B8A6D22-27A2-4EF9-83C4-9A1491FF93A7}" dt="2024-09-13T05:38:34.026" v="497" actId="14100"/>
          <ac:spMkLst>
            <pc:docMk/>
            <pc:sldMk cId="0" sldId="317"/>
            <ac:spMk id="525" creationId="{00000000-0000-0000-0000-000000000000}"/>
          </ac:spMkLst>
        </pc:spChg>
        <pc:spChg chg="mod">
          <ac:chgData name="Ms Alina Arshad" userId="cccdfd85-d35d-4453-9c6f-a463aae40722" providerId="ADAL" clId="{5B8A6D22-27A2-4EF9-83C4-9A1491FF93A7}" dt="2024-09-13T05:38:39.716" v="500" actId="1076"/>
          <ac:spMkLst>
            <pc:docMk/>
            <pc:sldMk cId="0" sldId="317"/>
            <ac:spMk id="527" creationId="{00000000-0000-0000-0000-000000000000}"/>
          </ac:spMkLst>
        </pc:spChg>
        <pc:picChg chg="mod">
          <ac:chgData name="Ms Alina Arshad" userId="cccdfd85-d35d-4453-9c6f-a463aae40722" providerId="ADAL" clId="{5B8A6D22-27A2-4EF9-83C4-9A1491FF93A7}" dt="2024-09-13T05:38:44.712" v="503" actId="1076"/>
          <ac:picMkLst>
            <pc:docMk/>
            <pc:sldMk cId="0" sldId="317"/>
            <ac:picMk id="526" creationId="{00000000-0000-0000-0000-000000000000}"/>
          </ac:picMkLst>
        </pc:picChg>
      </pc:sldChg>
      <pc:sldChg chg="modSp mod">
        <pc:chgData name="Ms Alina Arshad" userId="cccdfd85-d35d-4453-9c6f-a463aae40722" providerId="ADAL" clId="{5B8A6D22-27A2-4EF9-83C4-9A1491FF93A7}" dt="2024-09-13T05:38:56.740" v="507" actId="207"/>
        <pc:sldMkLst>
          <pc:docMk/>
          <pc:sldMk cId="0" sldId="318"/>
        </pc:sldMkLst>
        <pc:spChg chg="mod">
          <ac:chgData name="Ms Alina Arshad" userId="cccdfd85-d35d-4453-9c6f-a463aae40722" providerId="ADAL" clId="{5B8A6D22-27A2-4EF9-83C4-9A1491FF93A7}" dt="2024-09-13T05:38:54.256" v="506" actId="14100"/>
          <ac:spMkLst>
            <pc:docMk/>
            <pc:sldMk cId="0" sldId="318"/>
            <ac:spMk id="533" creationId="{00000000-0000-0000-0000-000000000000}"/>
          </ac:spMkLst>
        </pc:spChg>
        <pc:spChg chg="mod">
          <ac:chgData name="Ms Alina Arshad" userId="cccdfd85-d35d-4453-9c6f-a463aae40722" providerId="ADAL" clId="{5B8A6D22-27A2-4EF9-83C4-9A1491FF93A7}" dt="2024-09-13T05:38:56.740" v="507" actId="207"/>
          <ac:spMkLst>
            <pc:docMk/>
            <pc:sldMk cId="0" sldId="318"/>
            <ac:spMk id="534" creationId="{00000000-0000-0000-0000-000000000000}"/>
          </ac:spMkLst>
        </pc:spChg>
      </pc:sldChg>
      <pc:sldChg chg="modSp mod">
        <pc:chgData name="Ms Alina Arshad" userId="cccdfd85-d35d-4453-9c6f-a463aae40722" providerId="ADAL" clId="{5B8A6D22-27A2-4EF9-83C4-9A1491FF93A7}" dt="2024-09-13T05:39:36.508" v="519" actId="207"/>
        <pc:sldMkLst>
          <pc:docMk/>
          <pc:sldMk cId="0" sldId="319"/>
        </pc:sldMkLst>
        <pc:spChg chg="mod">
          <ac:chgData name="Ms Alina Arshad" userId="cccdfd85-d35d-4453-9c6f-a463aae40722" providerId="ADAL" clId="{5B8A6D22-27A2-4EF9-83C4-9A1491FF93A7}" dt="2024-09-13T05:39:08.797" v="511" actId="1076"/>
          <ac:spMkLst>
            <pc:docMk/>
            <pc:sldMk cId="0" sldId="319"/>
            <ac:spMk id="540" creationId="{00000000-0000-0000-0000-000000000000}"/>
          </ac:spMkLst>
        </pc:spChg>
        <pc:spChg chg="mod">
          <ac:chgData name="Ms Alina Arshad" userId="cccdfd85-d35d-4453-9c6f-a463aae40722" providerId="ADAL" clId="{5B8A6D22-27A2-4EF9-83C4-9A1491FF93A7}" dt="2024-09-13T05:39:36.508" v="519" actId="207"/>
          <ac:spMkLst>
            <pc:docMk/>
            <pc:sldMk cId="0" sldId="319"/>
            <ac:spMk id="541" creationId="{00000000-0000-0000-0000-000000000000}"/>
          </ac:spMkLst>
        </pc:spChg>
      </pc:sldChg>
      <pc:sldChg chg="modSp mod">
        <pc:chgData name="Ms Alina Arshad" userId="cccdfd85-d35d-4453-9c6f-a463aae40722" providerId="ADAL" clId="{5B8A6D22-27A2-4EF9-83C4-9A1491FF93A7}" dt="2024-09-13T05:39:43.101" v="521" actId="207"/>
        <pc:sldMkLst>
          <pc:docMk/>
          <pc:sldMk cId="0" sldId="320"/>
        </pc:sldMkLst>
        <pc:spChg chg="mod">
          <ac:chgData name="Ms Alina Arshad" userId="cccdfd85-d35d-4453-9c6f-a463aae40722" providerId="ADAL" clId="{5B8A6D22-27A2-4EF9-83C4-9A1491FF93A7}" dt="2024-09-13T05:39:40.086" v="520" actId="207"/>
          <ac:spMkLst>
            <pc:docMk/>
            <pc:sldMk cId="0" sldId="320"/>
            <ac:spMk id="549" creationId="{00000000-0000-0000-0000-000000000000}"/>
          </ac:spMkLst>
        </pc:spChg>
        <pc:spChg chg="mod">
          <ac:chgData name="Ms Alina Arshad" userId="cccdfd85-d35d-4453-9c6f-a463aae40722" providerId="ADAL" clId="{5B8A6D22-27A2-4EF9-83C4-9A1491FF93A7}" dt="2024-09-13T05:39:43.101" v="521" actId="207"/>
          <ac:spMkLst>
            <pc:docMk/>
            <pc:sldMk cId="0" sldId="320"/>
            <ac:spMk id="550" creationId="{00000000-0000-0000-0000-000000000000}"/>
          </ac:spMkLst>
        </pc:spChg>
      </pc:sldChg>
      <pc:sldChg chg="modSp mod">
        <pc:chgData name="Ms Alina Arshad" userId="cccdfd85-d35d-4453-9c6f-a463aae40722" providerId="ADAL" clId="{5B8A6D22-27A2-4EF9-83C4-9A1491FF93A7}" dt="2024-09-13T05:40:03.137" v="526" actId="207"/>
        <pc:sldMkLst>
          <pc:docMk/>
          <pc:sldMk cId="0" sldId="321"/>
        </pc:sldMkLst>
        <pc:spChg chg="mod">
          <ac:chgData name="Ms Alina Arshad" userId="cccdfd85-d35d-4453-9c6f-a463aae40722" providerId="ADAL" clId="{5B8A6D22-27A2-4EF9-83C4-9A1491FF93A7}" dt="2024-09-13T05:39:51.130" v="523" actId="14100"/>
          <ac:spMkLst>
            <pc:docMk/>
            <pc:sldMk cId="0" sldId="321"/>
            <ac:spMk id="555" creationId="{00000000-0000-0000-0000-000000000000}"/>
          </ac:spMkLst>
        </pc:spChg>
        <pc:spChg chg="mod">
          <ac:chgData name="Ms Alina Arshad" userId="cccdfd85-d35d-4453-9c6f-a463aae40722" providerId="ADAL" clId="{5B8A6D22-27A2-4EF9-83C4-9A1491FF93A7}" dt="2024-09-13T05:39:58.675" v="525" actId="2711"/>
          <ac:spMkLst>
            <pc:docMk/>
            <pc:sldMk cId="0" sldId="321"/>
            <ac:spMk id="556" creationId="{00000000-0000-0000-0000-000000000000}"/>
          </ac:spMkLst>
        </pc:spChg>
        <pc:spChg chg="mod">
          <ac:chgData name="Ms Alina Arshad" userId="cccdfd85-d35d-4453-9c6f-a463aae40722" providerId="ADAL" clId="{5B8A6D22-27A2-4EF9-83C4-9A1491FF93A7}" dt="2024-09-13T05:40:03.137" v="526" actId="207"/>
          <ac:spMkLst>
            <pc:docMk/>
            <pc:sldMk cId="0" sldId="321"/>
            <ac:spMk id="557" creationId="{00000000-0000-0000-0000-000000000000}"/>
          </ac:spMkLst>
        </pc:spChg>
      </pc:sldChg>
      <pc:sldChg chg="modSp mod">
        <pc:chgData name="Ms Alina Arshad" userId="cccdfd85-d35d-4453-9c6f-a463aae40722" providerId="ADAL" clId="{5B8A6D22-27A2-4EF9-83C4-9A1491FF93A7}" dt="2024-09-13T05:40:17.744" v="534" actId="20577"/>
        <pc:sldMkLst>
          <pc:docMk/>
          <pc:sldMk cId="0" sldId="322"/>
        </pc:sldMkLst>
        <pc:spChg chg="mod">
          <ac:chgData name="Ms Alina Arshad" userId="cccdfd85-d35d-4453-9c6f-a463aae40722" providerId="ADAL" clId="{5B8A6D22-27A2-4EF9-83C4-9A1491FF93A7}" dt="2024-09-13T05:40:10.948" v="529" actId="27636"/>
          <ac:spMkLst>
            <pc:docMk/>
            <pc:sldMk cId="0" sldId="322"/>
            <ac:spMk id="563" creationId="{00000000-0000-0000-0000-000000000000}"/>
          </ac:spMkLst>
        </pc:spChg>
        <pc:spChg chg="mod">
          <ac:chgData name="Ms Alina Arshad" userId="cccdfd85-d35d-4453-9c6f-a463aae40722" providerId="ADAL" clId="{5B8A6D22-27A2-4EF9-83C4-9A1491FF93A7}" dt="2024-09-13T05:40:17.744" v="534" actId="20577"/>
          <ac:spMkLst>
            <pc:docMk/>
            <pc:sldMk cId="0" sldId="322"/>
            <ac:spMk id="564" creationId="{00000000-0000-0000-0000-000000000000}"/>
          </ac:spMkLst>
        </pc:spChg>
      </pc:sldChg>
      <pc:sldChg chg="modSp mod">
        <pc:chgData name="Ms Alina Arshad" userId="cccdfd85-d35d-4453-9c6f-a463aae40722" providerId="ADAL" clId="{5B8A6D22-27A2-4EF9-83C4-9A1491FF93A7}" dt="2024-09-13T05:41:09.017" v="547" actId="14100"/>
        <pc:sldMkLst>
          <pc:docMk/>
          <pc:sldMk cId="0" sldId="323"/>
        </pc:sldMkLst>
        <pc:spChg chg="mod">
          <ac:chgData name="Ms Alina Arshad" userId="cccdfd85-d35d-4453-9c6f-a463aae40722" providerId="ADAL" clId="{5B8A6D22-27A2-4EF9-83C4-9A1491FF93A7}" dt="2024-09-13T05:40:50.376" v="538" actId="207"/>
          <ac:spMkLst>
            <pc:docMk/>
            <pc:sldMk cId="0" sldId="323"/>
            <ac:spMk id="569" creationId="{00000000-0000-0000-0000-000000000000}"/>
          </ac:spMkLst>
        </pc:spChg>
        <pc:spChg chg="mod">
          <ac:chgData name="Ms Alina Arshad" userId="cccdfd85-d35d-4453-9c6f-a463aae40722" providerId="ADAL" clId="{5B8A6D22-27A2-4EF9-83C4-9A1491FF93A7}" dt="2024-09-13T05:41:09.017" v="547" actId="14100"/>
          <ac:spMkLst>
            <pc:docMk/>
            <pc:sldMk cId="0" sldId="323"/>
            <ac:spMk id="570" creationId="{00000000-0000-0000-0000-000000000000}"/>
          </ac:spMkLst>
        </pc:spChg>
      </pc:sldChg>
      <pc:sldChg chg="modSp mod">
        <pc:chgData name="Ms Alina Arshad" userId="cccdfd85-d35d-4453-9c6f-a463aae40722" providerId="ADAL" clId="{5B8A6D22-27A2-4EF9-83C4-9A1491FF93A7}" dt="2024-09-13T05:41:47.797" v="554" actId="207"/>
        <pc:sldMkLst>
          <pc:docMk/>
          <pc:sldMk cId="0" sldId="324"/>
        </pc:sldMkLst>
        <pc:spChg chg="mod">
          <ac:chgData name="Ms Alina Arshad" userId="cccdfd85-d35d-4453-9c6f-a463aae40722" providerId="ADAL" clId="{5B8A6D22-27A2-4EF9-83C4-9A1491FF93A7}" dt="2024-09-13T05:41:29.887" v="551" actId="207"/>
          <ac:spMkLst>
            <pc:docMk/>
            <pc:sldMk cId="0" sldId="324"/>
            <ac:spMk id="576" creationId="{00000000-0000-0000-0000-000000000000}"/>
          </ac:spMkLst>
        </pc:spChg>
        <pc:spChg chg="mod">
          <ac:chgData name="Ms Alina Arshad" userId="cccdfd85-d35d-4453-9c6f-a463aae40722" providerId="ADAL" clId="{5B8A6D22-27A2-4EF9-83C4-9A1491FF93A7}" dt="2024-09-13T05:41:47.797" v="554" actId="207"/>
          <ac:spMkLst>
            <pc:docMk/>
            <pc:sldMk cId="0" sldId="324"/>
            <ac:spMk id="577" creationId="{00000000-0000-0000-0000-000000000000}"/>
          </ac:spMkLst>
        </pc:spChg>
      </pc:sldChg>
      <pc:sldChg chg="modSp mod">
        <pc:chgData name="Ms Alina Arshad" userId="cccdfd85-d35d-4453-9c6f-a463aae40722" providerId="ADAL" clId="{5B8A6D22-27A2-4EF9-83C4-9A1491FF93A7}" dt="2024-09-13T05:42:40.229" v="567" actId="207"/>
        <pc:sldMkLst>
          <pc:docMk/>
          <pc:sldMk cId="0" sldId="325"/>
        </pc:sldMkLst>
        <pc:spChg chg="mod">
          <ac:chgData name="Ms Alina Arshad" userId="cccdfd85-d35d-4453-9c6f-a463aae40722" providerId="ADAL" clId="{5B8A6D22-27A2-4EF9-83C4-9A1491FF93A7}" dt="2024-09-13T05:42:36.755" v="566" actId="1076"/>
          <ac:spMkLst>
            <pc:docMk/>
            <pc:sldMk cId="0" sldId="325"/>
            <ac:spMk id="583" creationId="{00000000-0000-0000-0000-000000000000}"/>
          </ac:spMkLst>
        </pc:spChg>
        <pc:spChg chg="mod">
          <ac:chgData name="Ms Alina Arshad" userId="cccdfd85-d35d-4453-9c6f-a463aae40722" providerId="ADAL" clId="{5B8A6D22-27A2-4EF9-83C4-9A1491FF93A7}" dt="2024-09-13T05:42:40.229" v="567" actId="207"/>
          <ac:spMkLst>
            <pc:docMk/>
            <pc:sldMk cId="0" sldId="325"/>
            <ac:spMk id="584" creationId="{00000000-0000-0000-0000-000000000000}"/>
          </ac:spMkLst>
        </pc:spChg>
      </pc:sldChg>
      <pc:sldChg chg="modSp mod">
        <pc:chgData name="Ms Alina Arshad" userId="cccdfd85-d35d-4453-9c6f-a463aae40722" providerId="ADAL" clId="{5B8A6D22-27A2-4EF9-83C4-9A1491FF93A7}" dt="2024-09-13T06:34:13.537" v="571" actId="207"/>
        <pc:sldMkLst>
          <pc:docMk/>
          <pc:sldMk cId="0" sldId="326"/>
        </pc:sldMkLst>
        <pc:spChg chg="mod">
          <ac:chgData name="Ms Alina Arshad" userId="cccdfd85-d35d-4453-9c6f-a463aae40722" providerId="ADAL" clId="{5B8A6D22-27A2-4EF9-83C4-9A1491FF93A7}" dt="2024-09-13T06:34:10.053" v="570" actId="1076"/>
          <ac:spMkLst>
            <pc:docMk/>
            <pc:sldMk cId="0" sldId="326"/>
            <ac:spMk id="589" creationId="{00000000-0000-0000-0000-000000000000}"/>
          </ac:spMkLst>
        </pc:spChg>
        <pc:spChg chg="mod">
          <ac:chgData name="Ms Alina Arshad" userId="cccdfd85-d35d-4453-9c6f-a463aae40722" providerId="ADAL" clId="{5B8A6D22-27A2-4EF9-83C4-9A1491FF93A7}" dt="2024-09-13T06:34:13.537" v="571" actId="207"/>
          <ac:spMkLst>
            <pc:docMk/>
            <pc:sldMk cId="0" sldId="326"/>
            <ac:spMk id="590" creationId="{00000000-0000-0000-0000-000000000000}"/>
          </ac:spMkLst>
        </pc:spChg>
      </pc:sldChg>
      <pc:sldChg chg="modSp mod">
        <pc:chgData name="Ms Alina Arshad" userId="cccdfd85-d35d-4453-9c6f-a463aae40722" providerId="ADAL" clId="{5B8A6D22-27A2-4EF9-83C4-9A1491FF93A7}" dt="2024-09-13T06:35:12.054" v="588" actId="14100"/>
        <pc:sldMkLst>
          <pc:docMk/>
          <pc:sldMk cId="0" sldId="327"/>
        </pc:sldMkLst>
        <pc:spChg chg="mod">
          <ac:chgData name="Ms Alina Arshad" userId="cccdfd85-d35d-4453-9c6f-a463aae40722" providerId="ADAL" clId="{5B8A6D22-27A2-4EF9-83C4-9A1491FF93A7}" dt="2024-09-13T06:34:22.582" v="573" actId="14100"/>
          <ac:spMkLst>
            <pc:docMk/>
            <pc:sldMk cId="0" sldId="327"/>
            <ac:spMk id="595" creationId="{00000000-0000-0000-0000-000000000000}"/>
          </ac:spMkLst>
        </pc:spChg>
        <pc:spChg chg="mod">
          <ac:chgData name="Ms Alina Arshad" userId="cccdfd85-d35d-4453-9c6f-a463aae40722" providerId="ADAL" clId="{5B8A6D22-27A2-4EF9-83C4-9A1491FF93A7}" dt="2024-09-13T06:34:34.922" v="577" actId="207"/>
          <ac:spMkLst>
            <pc:docMk/>
            <pc:sldMk cId="0" sldId="327"/>
            <ac:spMk id="596" creationId="{00000000-0000-0000-0000-000000000000}"/>
          </ac:spMkLst>
        </pc:spChg>
        <pc:spChg chg="mod">
          <ac:chgData name="Ms Alina Arshad" userId="cccdfd85-d35d-4453-9c6f-a463aae40722" providerId="ADAL" clId="{5B8A6D22-27A2-4EF9-83C4-9A1491FF93A7}" dt="2024-09-13T06:35:12.054" v="588" actId="14100"/>
          <ac:spMkLst>
            <pc:docMk/>
            <pc:sldMk cId="0" sldId="327"/>
            <ac:spMk id="597" creationId="{00000000-0000-0000-0000-000000000000}"/>
          </ac:spMkLst>
        </pc:spChg>
      </pc:sldChg>
      <pc:sldChg chg="modSp mod">
        <pc:chgData name="Ms Alina Arshad" userId="cccdfd85-d35d-4453-9c6f-a463aae40722" providerId="ADAL" clId="{5B8A6D22-27A2-4EF9-83C4-9A1491FF93A7}" dt="2024-09-13T06:36:37.576" v="592" actId="207"/>
        <pc:sldMkLst>
          <pc:docMk/>
          <pc:sldMk cId="0" sldId="328"/>
        </pc:sldMkLst>
        <pc:spChg chg="mod">
          <ac:chgData name="Ms Alina Arshad" userId="cccdfd85-d35d-4453-9c6f-a463aae40722" providerId="ADAL" clId="{5B8A6D22-27A2-4EF9-83C4-9A1491FF93A7}" dt="2024-09-13T06:36:23.412" v="591" actId="14100"/>
          <ac:spMkLst>
            <pc:docMk/>
            <pc:sldMk cId="0" sldId="328"/>
            <ac:spMk id="602" creationId="{00000000-0000-0000-0000-000000000000}"/>
          </ac:spMkLst>
        </pc:spChg>
        <pc:spChg chg="mod">
          <ac:chgData name="Ms Alina Arshad" userId="cccdfd85-d35d-4453-9c6f-a463aae40722" providerId="ADAL" clId="{5B8A6D22-27A2-4EF9-83C4-9A1491FF93A7}" dt="2024-09-13T06:36:37.576" v="592" actId="207"/>
          <ac:spMkLst>
            <pc:docMk/>
            <pc:sldMk cId="0" sldId="328"/>
            <ac:spMk id="603" creationId="{00000000-0000-0000-0000-000000000000}"/>
          </ac:spMkLst>
        </pc:spChg>
      </pc:sldChg>
      <pc:sldChg chg="modSp mod">
        <pc:chgData name="Ms Alina Arshad" userId="cccdfd85-d35d-4453-9c6f-a463aae40722" providerId="ADAL" clId="{5B8A6D22-27A2-4EF9-83C4-9A1491FF93A7}" dt="2024-09-13T06:37:46.588" v="597" actId="207"/>
        <pc:sldMkLst>
          <pc:docMk/>
          <pc:sldMk cId="0" sldId="329"/>
        </pc:sldMkLst>
        <pc:spChg chg="mod">
          <ac:chgData name="Ms Alina Arshad" userId="cccdfd85-d35d-4453-9c6f-a463aae40722" providerId="ADAL" clId="{5B8A6D22-27A2-4EF9-83C4-9A1491FF93A7}" dt="2024-09-13T06:37:42.885" v="596" actId="207"/>
          <ac:spMkLst>
            <pc:docMk/>
            <pc:sldMk cId="0" sldId="329"/>
            <ac:spMk id="608" creationId="{00000000-0000-0000-0000-000000000000}"/>
          </ac:spMkLst>
        </pc:spChg>
        <pc:spChg chg="mod">
          <ac:chgData name="Ms Alina Arshad" userId="cccdfd85-d35d-4453-9c6f-a463aae40722" providerId="ADAL" clId="{5B8A6D22-27A2-4EF9-83C4-9A1491FF93A7}" dt="2024-09-13T06:37:46.588" v="597" actId="207"/>
          <ac:spMkLst>
            <pc:docMk/>
            <pc:sldMk cId="0" sldId="329"/>
            <ac:spMk id="609" creationId="{00000000-0000-0000-0000-000000000000}"/>
          </ac:spMkLst>
        </pc:spChg>
      </pc:sldChg>
      <pc:sldChg chg="modSp mod">
        <pc:chgData name="Ms Alina Arshad" userId="cccdfd85-d35d-4453-9c6f-a463aae40722" providerId="ADAL" clId="{5B8A6D22-27A2-4EF9-83C4-9A1491FF93A7}" dt="2024-09-13T06:37:59.873" v="604" actId="1076"/>
        <pc:sldMkLst>
          <pc:docMk/>
          <pc:sldMk cId="0" sldId="330"/>
        </pc:sldMkLst>
        <pc:spChg chg="mod">
          <ac:chgData name="Ms Alina Arshad" userId="cccdfd85-d35d-4453-9c6f-a463aae40722" providerId="ADAL" clId="{5B8A6D22-27A2-4EF9-83C4-9A1491FF93A7}" dt="2024-09-13T06:37:52.843" v="600" actId="14100"/>
          <ac:spMkLst>
            <pc:docMk/>
            <pc:sldMk cId="0" sldId="330"/>
            <ac:spMk id="615" creationId="{00000000-0000-0000-0000-000000000000}"/>
          </ac:spMkLst>
        </pc:spChg>
        <pc:spChg chg="mod">
          <ac:chgData name="Ms Alina Arshad" userId="cccdfd85-d35d-4453-9c6f-a463aae40722" providerId="ADAL" clId="{5B8A6D22-27A2-4EF9-83C4-9A1491FF93A7}" dt="2024-09-13T06:37:55.702" v="601" actId="1076"/>
          <ac:spMkLst>
            <pc:docMk/>
            <pc:sldMk cId="0" sldId="330"/>
            <ac:spMk id="617" creationId="{00000000-0000-0000-0000-000000000000}"/>
          </ac:spMkLst>
        </pc:spChg>
        <pc:picChg chg="mod">
          <ac:chgData name="Ms Alina Arshad" userId="cccdfd85-d35d-4453-9c6f-a463aae40722" providerId="ADAL" clId="{5B8A6D22-27A2-4EF9-83C4-9A1491FF93A7}" dt="2024-09-13T06:37:59.873" v="604" actId="1076"/>
          <ac:picMkLst>
            <pc:docMk/>
            <pc:sldMk cId="0" sldId="330"/>
            <ac:picMk id="616" creationId="{00000000-0000-0000-0000-000000000000}"/>
          </ac:picMkLst>
        </pc:picChg>
      </pc:sldChg>
      <pc:sldChg chg="modSp mod">
        <pc:chgData name="Ms Alina Arshad" userId="cccdfd85-d35d-4453-9c6f-a463aae40722" providerId="ADAL" clId="{5B8A6D22-27A2-4EF9-83C4-9A1491FF93A7}" dt="2024-09-13T06:38:15.645" v="608" actId="207"/>
        <pc:sldMkLst>
          <pc:docMk/>
          <pc:sldMk cId="0" sldId="331"/>
        </pc:sldMkLst>
        <pc:spChg chg="mod">
          <ac:chgData name="Ms Alina Arshad" userId="cccdfd85-d35d-4453-9c6f-a463aae40722" providerId="ADAL" clId="{5B8A6D22-27A2-4EF9-83C4-9A1491FF93A7}" dt="2024-09-13T06:38:12.901" v="607" actId="14100"/>
          <ac:spMkLst>
            <pc:docMk/>
            <pc:sldMk cId="0" sldId="331"/>
            <ac:spMk id="623" creationId="{00000000-0000-0000-0000-000000000000}"/>
          </ac:spMkLst>
        </pc:spChg>
        <pc:spChg chg="mod">
          <ac:chgData name="Ms Alina Arshad" userId="cccdfd85-d35d-4453-9c6f-a463aae40722" providerId="ADAL" clId="{5B8A6D22-27A2-4EF9-83C4-9A1491FF93A7}" dt="2024-09-13T06:38:15.645" v="608" actId="207"/>
          <ac:spMkLst>
            <pc:docMk/>
            <pc:sldMk cId="0" sldId="331"/>
            <ac:spMk id="624" creationId="{00000000-0000-0000-0000-000000000000}"/>
          </ac:spMkLst>
        </pc:spChg>
      </pc:sldChg>
      <pc:sldChg chg="modSp mod">
        <pc:chgData name="Ms Alina Arshad" userId="cccdfd85-d35d-4453-9c6f-a463aae40722" providerId="ADAL" clId="{5B8A6D22-27A2-4EF9-83C4-9A1491FF93A7}" dt="2024-09-13T06:38:36.075" v="612" actId="207"/>
        <pc:sldMkLst>
          <pc:docMk/>
          <pc:sldMk cId="0" sldId="332"/>
        </pc:sldMkLst>
        <pc:spChg chg="mod">
          <ac:chgData name="Ms Alina Arshad" userId="cccdfd85-d35d-4453-9c6f-a463aae40722" providerId="ADAL" clId="{5B8A6D22-27A2-4EF9-83C4-9A1491FF93A7}" dt="2024-09-13T06:38:33.560" v="611" actId="14100"/>
          <ac:spMkLst>
            <pc:docMk/>
            <pc:sldMk cId="0" sldId="332"/>
            <ac:spMk id="629" creationId="{00000000-0000-0000-0000-000000000000}"/>
          </ac:spMkLst>
        </pc:spChg>
        <pc:spChg chg="mod">
          <ac:chgData name="Ms Alina Arshad" userId="cccdfd85-d35d-4453-9c6f-a463aae40722" providerId="ADAL" clId="{5B8A6D22-27A2-4EF9-83C4-9A1491FF93A7}" dt="2024-09-13T06:38:36.075" v="612" actId="207"/>
          <ac:spMkLst>
            <pc:docMk/>
            <pc:sldMk cId="0" sldId="332"/>
            <ac:spMk id="630" creationId="{00000000-0000-0000-0000-000000000000}"/>
          </ac:spMkLst>
        </pc:spChg>
      </pc:sldChg>
      <pc:sldChg chg="modSp mod">
        <pc:chgData name="Ms Alina Arshad" userId="cccdfd85-d35d-4453-9c6f-a463aae40722" providerId="ADAL" clId="{5B8A6D22-27A2-4EF9-83C4-9A1491FF93A7}" dt="2024-09-13T06:38:49.541" v="616" actId="207"/>
        <pc:sldMkLst>
          <pc:docMk/>
          <pc:sldMk cId="0" sldId="333"/>
        </pc:sldMkLst>
        <pc:spChg chg="mod">
          <ac:chgData name="Ms Alina Arshad" userId="cccdfd85-d35d-4453-9c6f-a463aae40722" providerId="ADAL" clId="{5B8A6D22-27A2-4EF9-83C4-9A1491FF93A7}" dt="2024-09-13T06:38:46.697" v="615" actId="14100"/>
          <ac:spMkLst>
            <pc:docMk/>
            <pc:sldMk cId="0" sldId="333"/>
            <ac:spMk id="636" creationId="{00000000-0000-0000-0000-000000000000}"/>
          </ac:spMkLst>
        </pc:spChg>
        <pc:spChg chg="mod">
          <ac:chgData name="Ms Alina Arshad" userId="cccdfd85-d35d-4453-9c6f-a463aae40722" providerId="ADAL" clId="{5B8A6D22-27A2-4EF9-83C4-9A1491FF93A7}" dt="2024-09-13T06:38:49.541" v="616" actId="207"/>
          <ac:spMkLst>
            <pc:docMk/>
            <pc:sldMk cId="0" sldId="333"/>
            <ac:spMk id="637" creationId="{00000000-0000-0000-0000-000000000000}"/>
          </ac:spMkLst>
        </pc:spChg>
      </pc:sldChg>
      <pc:sldChg chg="modSp mod">
        <pc:chgData name="Ms Alina Arshad" userId="cccdfd85-d35d-4453-9c6f-a463aae40722" providerId="ADAL" clId="{5B8A6D22-27A2-4EF9-83C4-9A1491FF93A7}" dt="2024-09-13T06:39:02.917" v="621" actId="207"/>
        <pc:sldMkLst>
          <pc:docMk/>
          <pc:sldMk cId="0" sldId="334"/>
        </pc:sldMkLst>
        <pc:spChg chg="mod">
          <ac:chgData name="Ms Alina Arshad" userId="cccdfd85-d35d-4453-9c6f-a463aae40722" providerId="ADAL" clId="{5B8A6D22-27A2-4EF9-83C4-9A1491FF93A7}" dt="2024-09-13T06:38:58.679" v="619" actId="113"/>
          <ac:spMkLst>
            <pc:docMk/>
            <pc:sldMk cId="0" sldId="334"/>
            <ac:spMk id="642" creationId="{00000000-0000-0000-0000-000000000000}"/>
          </ac:spMkLst>
        </pc:spChg>
        <pc:spChg chg="mod">
          <ac:chgData name="Ms Alina Arshad" userId="cccdfd85-d35d-4453-9c6f-a463aae40722" providerId="ADAL" clId="{5B8A6D22-27A2-4EF9-83C4-9A1491FF93A7}" dt="2024-09-13T06:39:02.917" v="621" actId="207"/>
          <ac:spMkLst>
            <pc:docMk/>
            <pc:sldMk cId="0" sldId="334"/>
            <ac:spMk id="643" creationId="{00000000-0000-0000-0000-000000000000}"/>
          </ac:spMkLst>
        </pc:spChg>
      </pc:sldChg>
      <pc:sldChg chg="modSp mod">
        <pc:chgData name="Ms Alina Arshad" userId="cccdfd85-d35d-4453-9c6f-a463aae40722" providerId="ADAL" clId="{5B8A6D22-27A2-4EF9-83C4-9A1491FF93A7}" dt="2024-09-13T06:39:13.056" v="625" actId="207"/>
        <pc:sldMkLst>
          <pc:docMk/>
          <pc:sldMk cId="0" sldId="335"/>
        </pc:sldMkLst>
        <pc:spChg chg="mod">
          <ac:chgData name="Ms Alina Arshad" userId="cccdfd85-d35d-4453-9c6f-a463aae40722" providerId="ADAL" clId="{5B8A6D22-27A2-4EF9-83C4-9A1491FF93A7}" dt="2024-09-13T06:39:10.822" v="624" actId="14100"/>
          <ac:spMkLst>
            <pc:docMk/>
            <pc:sldMk cId="0" sldId="335"/>
            <ac:spMk id="649" creationId="{00000000-0000-0000-0000-000000000000}"/>
          </ac:spMkLst>
        </pc:spChg>
        <pc:spChg chg="mod">
          <ac:chgData name="Ms Alina Arshad" userId="cccdfd85-d35d-4453-9c6f-a463aae40722" providerId="ADAL" clId="{5B8A6D22-27A2-4EF9-83C4-9A1491FF93A7}" dt="2024-09-13T06:39:13.056" v="625" actId="207"/>
          <ac:spMkLst>
            <pc:docMk/>
            <pc:sldMk cId="0" sldId="335"/>
            <ac:spMk id="650" creationId="{00000000-0000-0000-0000-000000000000}"/>
          </ac:spMkLst>
        </pc:spChg>
      </pc:sldChg>
      <pc:sldChg chg="modSp mod">
        <pc:chgData name="Ms Alina Arshad" userId="cccdfd85-d35d-4453-9c6f-a463aae40722" providerId="ADAL" clId="{5B8A6D22-27A2-4EF9-83C4-9A1491FF93A7}" dt="2024-09-13T06:39:33.838" v="634" actId="1076"/>
        <pc:sldMkLst>
          <pc:docMk/>
          <pc:sldMk cId="0" sldId="336"/>
        </pc:sldMkLst>
        <pc:spChg chg="mod">
          <ac:chgData name="Ms Alina Arshad" userId="cccdfd85-d35d-4453-9c6f-a463aae40722" providerId="ADAL" clId="{5B8A6D22-27A2-4EF9-83C4-9A1491FF93A7}" dt="2024-09-13T06:39:33.838" v="634" actId="1076"/>
          <ac:spMkLst>
            <pc:docMk/>
            <pc:sldMk cId="0" sldId="336"/>
            <ac:spMk id="656" creationId="{00000000-0000-0000-0000-000000000000}"/>
          </ac:spMkLst>
        </pc:spChg>
        <pc:spChg chg="mod">
          <ac:chgData name="Ms Alina Arshad" userId="cccdfd85-d35d-4453-9c6f-a463aae40722" providerId="ADAL" clId="{5B8A6D22-27A2-4EF9-83C4-9A1491FF93A7}" dt="2024-09-13T06:39:29.042" v="633" actId="20577"/>
          <ac:spMkLst>
            <pc:docMk/>
            <pc:sldMk cId="0" sldId="336"/>
            <ac:spMk id="657" creationId="{00000000-0000-0000-0000-000000000000}"/>
          </ac:spMkLst>
        </pc:spChg>
      </pc:sldChg>
      <pc:sldChg chg="modSp mod">
        <pc:chgData name="Ms Alina Arshad" userId="cccdfd85-d35d-4453-9c6f-a463aae40722" providerId="ADAL" clId="{5B8A6D22-27A2-4EF9-83C4-9A1491FF93A7}" dt="2024-09-13T06:39:44.101" v="636" actId="207"/>
        <pc:sldMkLst>
          <pc:docMk/>
          <pc:sldMk cId="0" sldId="337"/>
        </pc:sldMkLst>
        <pc:spChg chg="mod">
          <ac:chgData name="Ms Alina Arshad" userId="cccdfd85-d35d-4453-9c6f-a463aae40722" providerId="ADAL" clId="{5B8A6D22-27A2-4EF9-83C4-9A1491FF93A7}" dt="2024-09-13T06:39:38.759" v="635" actId="1076"/>
          <ac:spMkLst>
            <pc:docMk/>
            <pc:sldMk cId="0" sldId="337"/>
            <ac:spMk id="663" creationId="{00000000-0000-0000-0000-000000000000}"/>
          </ac:spMkLst>
        </pc:spChg>
        <pc:spChg chg="mod">
          <ac:chgData name="Ms Alina Arshad" userId="cccdfd85-d35d-4453-9c6f-a463aae40722" providerId="ADAL" clId="{5B8A6D22-27A2-4EF9-83C4-9A1491FF93A7}" dt="2024-09-13T06:39:44.101" v="636" actId="207"/>
          <ac:spMkLst>
            <pc:docMk/>
            <pc:sldMk cId="0" sldId="337"/>
            <ac:spMk id="664" creationId="{00000000-0000-0000-0000-000000000000}"/>
          </ac:spMkLst>
        </pc:spChg>
      </pc:sldChg>
      <pc:sldChg chg="addSp modSp new mod">
        <pc:chgData name="Ms Alina Arshad" userId="cccdfd85-d35d-4453-9c6f-a463aae40722" providerId="ADAL" clId="{5B8A6D22-27A2-4EF9-83C4-9A1491FF93A7}" dt="2024-09-13T05:12:24.005" v="161" actId="1076"/>
        <pc:sldMkLst>
          <pc:docMk/>
          <pc:sldMk cId="3233864465" sldId="338"/>
        </pc:sldMkLst>
        <pc:spChg chg="add mod">
          <ac:chgData name="Ms Alina Arshad" userId="cccdfd85-d35d-4453-9c6f-a463aae40722" providerId="ADAL" clId="{5B8A6D22-27A2-4EF9-83C4-9A1491FF93A7}" dt="2024-09-13T05:12:24.005" v="161" actId="1076"/>
          <ac:spMkLst>
            <pc:docMk/>
            <pc:sldMk cId="3233864465" sldId="338"/>
            <ac:spMk id="3" creationId="{38CBFF88-BEC8-EC9F-E1A7-7E913B0EFCDD}"/>
          </ac:spMkLst>
        </pc:spChg>
      </pc:sldChg>
      <pc:sldChg chg="addSp modSp new mod">
        <pc:chgData name="Ms Alina Arshad" userId="cccdfd85-d35d-4453-9c6f-a463aae40722" providerId="ADAL" clId="{5B8A6D22-27A2-4EF9-83C4-9A1491FF93A7}" dt="2024-09-13T05:12:54.408" v="167" actId="1076"/>
        <pc:sldMkLst>
          <pc:docMk/>
          <pc:sldMk cId="1267034377" sldId="339"/>
        </pc:sldMkLst>
        <pc:spChg chg="add mod">
          <ac:chgData name="Ms Alina Arshad" userId="cccdfd85-d35d-4453-9c6f-a463aae40722" providerId="ADAL" clId="{5B8A6D22-27A2-4EF9-83C4-9A1491FF93A7}" dt="2024-09-13T05:12:54.408" v="167" actId="1076"/>
          <ac:spMkLst>
            <pc:docMk/>
            <pc:sldMk cId="1267034377" sldId="339"/>
            <ac:spMk id="3" creationId="{41D1BF0D-AD70-8833-5D6D-38565AB0485C}"/>
          </ac:spMkLst>
        </pc:spChg>
      </pc:sldChg>
      <pc:sldChg chg="addSp modSp new mod">
        <pc:chgData name="Ms Alina Arshad" userId="cccdfd85-d35d-4453-9c6f-a463aae40722" providerId="ADAL" clId="{5B8A6D22-27A2-4EF9-83C4-9A1491FF93A7}" dt="2024-09-13T05:13:11.117" v="176" actId="113"/>
        <pc:sldMkLst>
          <pc:docMk/>
          <pc:sldMk cId="2400815569" sldId="340"/>
        </pc:sldMkLst>
        <pc:spChg chg="add mod">
          <ac:chgData name="Ms Alina Arshad" userId="cccdfd85-d35d-4453-9c6f-a463aae40722" providerId="ADAL" clId="{5B8A6D22-27A2-4EF9-83C4-9A1491FF93A7}" dt="2024-09-13T05:13:11.117" v="176" actId="113"/>
          <ac:spMkLst>
            <pc:docMk/>
            <pc:sldMk cId="2400815569" sldId="340"/>
            <ac:spMk id="3" creationId="{69C02606-FCDF-8546-6C76-44B4F3EA776C}"/>
          </ac:spMkLst>
        </pc:spChg>
      </pc:sldChg>
      <pc:sldChg chg="addSp modSp new mod">
        <pc:chgData name="Ms Alina Arshad" userId="cccdfd85-d35d-4453-9c6f-a463aae40722" providerId="ADAL" clId="{5B8A6D22-27A2-4EF9-83C4-9A1491FF93A7}" dt="2024-09-13T05:13:43.875" v="186" actId="1076"/>
        <pc:sldMkLst>
          <pc:docMk/>
          <pc:sldMk cId="1204309406" sldId="341"/>
        </pc:sldMkLst>
        <pc:spChg chg="add mod">
          <ac:chgData name="Ms Alina Arshad" userId="cccdfd85-d35d-4453-9c6f-a463aae40722" providerId="ADAL" clId="{5B8A6D22-27A2-4EF9-83C4-9A1491FF93A7}" dt="2024-09-13T05:13:43.875" v="186" actId="1076"/>
          <ac:spMkLst>
            <pc:docMk/>
            <pc:sldMk cId="1204309406" sldId="341"/>
            <ac:spMk id="3" creationId="{FB09A7D6-CB86-1298-9237-F494689B2453}"/>
          </ac:spMkLst>
        </pc:spChg>
      </pc:sldChg>
      <pc:sldChg chg="new del">
        <pc:chgData name="Ms Alina Arshad" userId="cccdfd85-d35d-4453-9c6f-a463aae40722" providerId="ADAL" clId="{5B8A6D22-27A2-4EF9-83C4-9A1491FF93A7}" dt="2024-09-13T05:13:25.901" v="179" actId="47"/>
        <pc:sldMkLst>
          <pc:docMk/>
          <pc:sldMk cId="3585676104" sldId="341"/>
        </pc:sldMkLst>
      </pc:sldChg>
      <pc:sldChg chg="new del">
        <pc:chgData name="Ms Alina Arshad" userId="cccdfd85-d35d-4453-9c6f-a463aae40722" providerId="ADAL" clId="{5B8A6D22-27A2-4EF9-83C4-9A1491FF93A7}" dt="2024-09-13T05:13:26.151" v="180" actId="47"/>
        <pc:sldMkLst>
          <pc:docMk/>
          <pc:sldMk cId="3903136030" sldId="3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10/1/2024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DA74E6E2-85BD-47CE-97B8-B1CEFF7D23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3CA3133-ED15-4D1C-B1A4-FD68EEAA3983}" type="slidenum">
              <a:rPr lang="en-CA" altLang="en-US" sz="1200">
                <a:latin typeface="Tahoma" panose="020B0604030504040204" pitchFamily="34" charset="0"/>
              </a:rPr>
              <a:pPr/>
              <a:t>3</a:t>
            </a:fld>
            <a:endParaRPr lang="en-CA" altLang="en-US" sz="1200">
              <a:latin typeface="Tahoma" panose="020B0604030504040204" pitchFamily="34" charset="0"/>
            </a:endParaRPr>
          </a:p>
        </p:txBody>
      </p:sp>
      <p:sp>
        <p:nvSpPr>
          <p:cNvPr id="55299" name="Rectangle 2">
            <a:extLst>
              <a:ext uri="{FF2B5EF4-FFF2-40B4-BE49-F238E27FC236}">
                <a16:creationId xmlns:a16="http://schemas.microsoft.com/office/drawing/2014/main" id="{86F83534-BF98-4FFA-9257-0F997291CD84}"/>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FF3C78D7-7543-41C7-8550-1D4816569A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WORKS_FOR is called total participation, meaning that every entity in the total set of employee entities must be related to a department entity via WORKS_FOR. Total participation is also called existence dependency. </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In Figure 3.12 we do not expect every employee to manage a department, so the participation of EMPLOYEE in the MANAGES relationship type is partial, meaning that some or part of the set of employee entities are related to some department entity via MANAGES, but not necessarily all. We will refer to the cardinality ratio and participation constraints, taken together, as the structural constraints of a relationship type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Constraints on Binary Relationship Types Relationship types usually have certain constraints that limit the possible combinations of entities that may participate in the corresponding relationship set. These constraints are determined from the </a:t>
            </a:r>
            <a:r>
              <a:rPr lang="en-US" dirty="0" err="1"/>
              <a:t>miniworld</a:t>
            </a:r>
            <a:r>
              <a:rPr lang="en-US" dirty="0"/>
              <a:t> situation that the relationships represent. For example, in Figure 3.9, if the company has a rule that each employee must work for exactly one department, then we would like to describe this constraint in the schema. We can distinguish two main types of binary relationship constraints: cardinality ratio and participation.</a:t>
            </a:r>
          </a:p>
          <a:p>
            <a:endParaRPr lang="en-US" dirty="0"/>
          </a:p>
          <a:p>
            <a:r>
              <a:rPr lang="en-US" dirty="0"/>
              <a:t>Cardinality Ratios for Binary Relationships. </a:t>
            </a:r>
          </a:p>
          <a:p>
            <a:endParaRPr lang="en-US" dirty="0"/>
          </a:p>
          <a:p>
            <a:r>
              <a:rPr lang="en-US" dirty="0"/>
              <a:t>The cardinality ratio for a binary relationship specifies the maximum number of relationship instances that an entity can participate in. </a:t>
            </a:r>
          </a:p>
          <a:p>
            <a:r>
              <a:rPr lang="en-US" dirty="0"/>
              <a:t>For example, in the WORKS_FOR binary relationship type, DEPARTMENT:EMPLOYEE is of cardinality ratio 1:N, meaning that each department can be related to (that is, employs) any number of employees (N),9 but an employee can be related to (work for) at most one department (1). This means that for this particular relationship type WORKS_FOR, a particular department entity can be related to any number of employees (N indicates there is no maximum number). On the other hand, an employee can be related to a maximum of one department. The possible cardinality ratios for binary relationship types are 1:1, 1:N, N:1, and M:N. An example of a 1:1 binary relationship is MANAGES (Figure 3.12), which relates a department entity to the employee who manages that department. This represents the </a:t>
            </a:r>
            <a:r>
              <a:rPr lang="en-US" dirty="0" err="1"/>
              <a:t>miniworld</a:t>
            </a:r>
            <a:r>
              <a:rPr lang="en-US" dirty="0"/>
              <a:t> constraints that—at any point in time—an employee can manage at most one department and a department can have at most one manager. The relationship type WORKS_ON (Figure 3.13) is of cardinality ratio M:N, because the </a:t>
            </a:r>
            <a:r>
              <a:rPr lang="en-US" dirty="0" err="1"/>
              <a:t>miniworld</a:t>
            </a:r>
            <a:r>
              <a:rPr lang="en-US" dirty="0"/>
              <a:t> rule is that an employee can work on several projects and a project can have several employees. Cardinality ratios for binary relationships are represented on ER diagrams by displaying 1, M, and N on the diamonds as shown in Figure 3.2. Notice that in this notation, we can either specify no maximum (N) or a maximum of one (1) on participation. An alternative notation (see Section 3.7.4) allows the designer to specify a specific maximum number on participation, such as 4 or 5</a:t>
            </a:r>
          </a:p>
        </p:txBody>
      </p:sp>
      <p:sp>
        <p:nvSpPr>
          <p:cNvPr id="4" name="Slide Number Placeholder 3"/>
          <p:cNvSpPr>
            <a:spLocks noGrp="1"/>
          </p:cNvSpPr>
          <p:nvPr>
            <p:ph type="sldNum" sz="quarter" idx="5"/>
          </p:nvPr>
        </p:nvSpPr>
        <p:spPr/>
        <p:txBody>
          <a:bodyPr/>
          <a:lstStyle/>
          <a:p>
            <a:fld id="{15E1A809-6CBB-41A0-A45D-E6971A6531CE}" type="slidenum">
              <a:rPr lang="en-US" smtClean="0"/>
              <a:t>4</a:t>
            </a:fld>
            <a:endParaRPr lang="en-US"/>
          </a:p>
        </p:txBody>
      </p:sp>
    </p:spTree>
    <p:extLst>
      <p:ext uri="{BB962C8B-B14F-4D97-AF65-F5344CB8AC3E}">
        <p14:creationId xmlns:p14="http://schemas.microsoft.com/office/powerpoint/2010/main" val="408882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5</a:t>
            </a:fld>
            <a:endParaRPr lang="en-US"/>
          </a:p>
        </p:txBody>
      </p:sp>
    </p:spTree>
    <p:extLst>
      <p:ext uri="{BB962C8B-B14F-4D97-AF65-F5344CB8AC3E}">
        <p14:creationId xmlns:p14="http://schemas.microsoft.com/office/powerpoint/2010/main" val="4207480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Participation Constraints and Existence Dependencies. </a:t>
            </a:r>
          </a:p>
          <a:p>
            <a:endParaRPr lang="en-US" dirty="0"/>
          </a:p>
          <a:p>
            <a:r>
              <a:rPr lang="en-US" dirty="0"/>
              <a:t>The participation constraint specifies whether the existence of an entity depends on its being related to another entity via the relationship type. This constraint specifies the minimum number of relationship instances that each entity can participate in and is sometimes called the minimum cardinality constraint. </a:t>
            </a:r>
          </a:p>
          <a:p>
            <a:endParaRPr lang="en-US" dirty="0"/>
          </a:p>
          <a:p>
            <a:r>
              <a:rPr lang="en-US" dirty="0"/>
              <a:t>There are two types of participation constraints—total and partial—that we illustrate by example. </a:t>
            </a:r>
          </a:p>
          <a:p>
            <a:endParaRPr lang="en-US" dirty="0"/>
          </a:p>
          <a:p>
            <a:r>
              <a:rPr lang="en-US" dirty="0"/>
              <a:t>If a company policy states that every employee must work for a department, then an employee entity can exist only if it participates in at least one WORKS_FOR relationship instance (Figure 3.9). Thus, the participation of EMPLOYEE in </a:t>
            </a:r>
            <a:r>
              <a:rPr lang="en-US" b="1" dirty="0"/>
              <a:t>WORKS_FOR is called total participation, meaning that every entity in the total set of employee entities must be related to a department entity via WORKS_FOR. Total participation is also called existence dependency. </a:t>
            </a:r>
          </a:p>
          <a:p>
            <a:endParaRPr lang="en-US" b="1" dirty="0"/>
          </a:p>
          <a:p>
            <a:r>
              <a:rPr lang="en-US" dirty="0"/>
              <a:t>In Figure 3.12 we do not expect every employee to manage a department, so the participation of EMPLOYEE in the MANAGES relationship type is partial, meaning that some or part of the set of employee entities are related to some department entity via MANAGES, but not necessarily all. We will refer to the cardinality ratio and participation constraints, taken together, as the structural constraints of a relationship type. </a:t>
            </a:r>
          </a:p>
          <a:p>
            <a:endParaRPr lang="en-US" dirty="0"/>
          </a:p>
          <a:p>
            <a:r>
              <a:rPr lang="en-US" dirty="0"/>
              <a:t>In ER diagrams, total participation (or existence dependency) is displayed as a double line connecting the participating entity type to the relationship, whereas partial participation is represented by a single line (see Figure 3.2). Notice that in this notation, we can either specify no minimum (partial participation) or a minimum of one (total participation). An alternative notation (see Section 3.7.4) allows the designer to specify a specific minimum number on participation in the relationship, such as 4 or 5. </a:t>
            </a:r>
          </a:p>
        </p:txBody>
      </p:sp>
      <p:sp>
        <p:nvSpPr>
          <p:cNvPr id="4" name="Slide Number Placeholder 3"/>
          <p:cNvSpPr>
            <a:spLocks noGrp="1"/>
          </p:cNvSpPr>
          <p:nvPr>
            <p:ph type="sldNum" sz="quarter" idx="5"/>
          </p:nvPr>
        </p:nvSpPr>
        <p:spPr/>
        <p:txBody>
          <a:bodyPr/>
          <a:lstStyle/>
          <a:p>
            <a:fld id="{15E1A809-6CBB-41A0-A45D-E6971A6531CE}" type="slidenum">
              <a:rPr lang="en-US" smtClean="0"/>
              <a:t>6</a:t>
            </a:fld>
            <a:endParaRPr lang="en-US"/>
          </a:p>
        </p:txBody>
      </p:sp>
    </p:spTree>
    <p:extLst>
      <p:ext uri="{BB962C8B-B14F-4D97-AF65-F5344CB8AC3E}">
        <p14:creationId xmlns:p14="http://schemas.microsoft.com/office/powerpoint/2010/main" val="3384707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Attributes of Relationship Types </a:t>
            </a:r>
          </a:p>
          <a:p>
            <a:endParaRPr lang="en-US" dirty="0"/>
          </a:p>
          <a:p>
            <a:r>
              <a:rPr lang="en-US" dirty="0"/>
              <a:t>Relationship types can also have attributes, similar to those of entity types. For example, to record the number of hours per week that a particular employee works on a particular project, we can include an attribute Hours for the WORKS_ON relationship type in Figure 3.13. Another example is to include the date on which a manager started managing a department via an attribute </a:t>
            </a:r>
            <a:r>
              <a:rPr lang="en-US" dirty="0" err="1"/>
              <a:t>Start_date</a:t>
            </a:r>
            <a:r>
              <a:rPr lang="en-US" dirty="0"/>
              <a:t> for the MANAGES relationship type in Figure 3.12. </a:t>
            </a:r>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7</a:t>
            </a:fld>
            <a:endParaRPr lang="en-US"/>
          </a:p>
        </p:txBody>
      </p:sp>
    </p:spTree>
    <p:extLst>
      <p:ext uri="{BB962C8B-B14F-4D97-AF65-F5344CB8AC3E}">
        <p14:creationId xmlns:p14="http://schemas.microsoft.com/office/powerpoint/2010/main" val="4186357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Notice that attributes of 1:1 or 1:N relationship types can be migrated to one of the participating entity types. </a:t>
            </a:r>
          </a:p>
          <a:p>
            <a:r>
              <a:rPr lang="en-US" dirty="0"/>
              <a:t>For example, the </a:t>
            </a:r>
            <a:r>
              <a:rPr lang="en-US" dirty="0" err="1"/>
              <a:t>Start_date</a:t>
            </a:r>
            <a:r>
              <a:rPr lang="en-US" dirty="0"/>
              <a:t> attribute for the MANAGES relationship can be an attribute of either EMPLOYEE (manager) or DEPARTMENT, although conceptually it belongs to MANAGES. This is because MANAGES is a 1:1 relationship, so every department or employee entity participates in at most one relationship instance. </a:t>
            </a:r>
          </a:p>
          <a:p>
            <a:r>
              <a:rPr lang="en-US" dirty="0"/>
              <a:t>Hence, the value of the </a:t>
            </a:r>
            <a:r>
              <a:rPr lang="en-US" dirty="0" err="1"/>
              <a:t>Start_date</a:t>
            </a:r>
            <a:r>
              <a:rPr lang="en-US" dirty="0"/>
              <a:t> attribute can be determined separately, either by the participating department entity or by the participating employee (manager) entity. </a:t>
            </a:r>
          </a:p>
          <a:p>
            <a:endParaRPr lang="en-US" dirty="0"/>
          </a:p>
          <a:p>
            <a:r>
              <a:rPr lang="en-US" dirty="0"/>
              <a:t>For a 1:N relationship type, a relationship attribute can be migrated only to the </a:t>
            </a:r>
            <a:r>
              <a:rPr lang="en-US" b="1" dirty="0"/>
              <a:t>entity type on the N-side of the relationship</a:t>
            </a:r>
            <a:r>
              <a:rPr lang="en-US" dirty="0"/>
              <a:t>. </a:t>
            </a:r>
          </a:p>
          <a:p>
            <a:endParaRPr lang="en-US" dirty="0"/>
          </a:p>
          <a:p>
            <a:r>
              <a:rPr lang="en-US" dirty="0"/>
              <a:t>For example, in Figure 3.9, if the WORKS_FOR relationship also has an attribute </a:t>
            </a:r>
            <a:r>
              <a:rPr lang="en-US" dirty="0" err="1"/>
              <a:t>Start_date</a:t>
            </a:r>
            <a:r>
              <a:rPr lang="en-US" dirty="0"/>
              <a:t> that indicates when an employee started working for a department, this attribute can be included as an attribute of EMPLOYEE. This is because each employee works for at most one department, and hence participates in at most one relationship instance in WORKS_FOR, but a department can have many employees, each with a different start date. In both 1:1 and 1:N relationship types, the decision where to place a relationship attribute—as a relationship type attribute or as an attribute of a participating entity type—is determined subjectively by the schema designer.</a:t>
            </a:r>
          </a:p>
          <a:p>
            <a:endParaRPr lang="en-US" dirty="0"/>
          </a:p>
          <a:p>
            <a:r>
              <a:rPr lang="en-US" dirty="0"/>
              <a:t>For M:N (many-to-many) relationship types, some attributes may be determined by the combination of participating entities in a relationship instance, not by any single entity. Such attributes must be specified as relationship attributes. An example is the Hours attribute of the M:N relationship WORKS_ON (Figure 3.13); the number of hours per week an employee currently works on a project is determined by an employee-project combination and not separately by either entity.</a:t>
            </a:r>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8</a:t>
            </a:fld>
            <a:endParaRPr lang="en-US"/>
          </a:p>
        </p:txBody>
      </p:sp>
    </p:spTree>
    <p:extLst>
      <p:ext uri="{BB962C8B-B14F-4D97-AF65-F5344CB8AC3E}">
        <p14:creationId xmlns:p14="http://schemas.microsoft.com/office/powerpoint/2010/main" val="2530794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9</a:t>
            </a:fld>
            <a:endParaRPr lang="en-US"/>
          </a:p>
        </p:txBody>
      </p:sp>
    </p:spTree>
    <p:extLst>
      <p:ext uri="{BB962C8B-B14F-4D97-AF65-F5344CB8AC3E}">
        <p14:creationId xmlns:p14="http://schemas.microsoft.com/office/powerpoint/2010/main" val="458661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Weak Entity Types Entity types that do not have key attributes of their own are called weak entity types.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contrast, regular entity types that do have a key attribute—which include all the examples discussed so far—are called strong entity types.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Entities belonging to a weak entity type are identified by being related to specific entities from another entity type in combination with one of their attribute values. We call this other entity type the identifying or owner entity type,  and we call the relationship type that relates a weak entity type to its owner the identifying relationship of the weak entity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weak entity type always has a total participation constraint (existence dependency) with respect to its identifying relationship because a weak entity cannot be identified without an owner entity.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not every existence dependency results in a weak entity type. For example, a DRIVER_LICENSE entity cannot exist unless it is related to a PERSON entity, even though it has its own key (</a:t>
            </a:r>
            <a:r>
              <a:rPr lang="en-US" dirty="0" err="1"/>
              <a:t>License_number</a:t>
            </a:r>
            <a:r>
              <a:rPr lang="en-US" dirty="0"/>
              <a:t>) and hence is not a weak entity.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Consider the entity type DEPENDENT, related to EMPLOYEE, which is used to keep track of the dependents of each employee via a 1:N relationship (Figure 3.2). In our example, the attributes of DEPENDENT are Name (the first name of the dependent), </a:t>
            </a:r>
            <a:r>
              <a:rPr lang="en-US" dirty="0" err="1"/>
              <a:t>Birth_date</a:t>
            </a:r>
            <a:r>
              <a:rPr lang="en-US" dirty="0"/>
              <a:t>, Sex, and Relationship (to the employee). Two dependents of two distinct employees may, by chance, have the same values for Name, </a:t>
            </a:r>
            <a:r>
              <a:rPr lang="en-US" dirty="0" err="1"/>
              <a:t>Birth_date</a:t>
            </a:r>
            <a:r>
              <a:rPr lang="en-US" dirty="0"/>
              <a:t>, Sex, and Relationship, but they are still distinct entities. They are identified as distinct entities only after determining the particular employee entity to which each dependent is related.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employee entity is said to own the dependent entities that are related to it. A weak entity type normally has a partial key, which is the attribute that can uniquely identify weak entities that are related to the same owner entity.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our example, if we assume that no two dependents of the same employee ever have the same first name, the attribute Name of DEPENDENT is the partial key.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 the worst case, a composite attribute of all the weak entity’s attributes will be the partial key.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ER diagrams, both a weak entity type and its identifying relationship are distinguished by surrounding their boxes and diamonds with double lines (see Figure 3.2).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 partial key attribute is underlined with a dashed or dotted line.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Weak entity types can sometimes be represented as complex (composite, multivalued) attributes. In the preceding example, we could specify a multivalued attribute Dependents for EMPLOYEE, which is a multivalued composite attribute with the component attributes Name, </a:t>
            </a:r>
            <a:r>
              <a:rPr lang="en-US" dirty="0" err="1"/>
              <a:t>Birth_date</a:t>
            </a:r>
            <a:r>
              <a:rPr lang="en-US" dirty="0"/>
              <a:t>, Sex, and Relationship.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choice of which representation to use is made by the database designer. One criterion that may be used is to choose the weak entity type representation if the weak entity type participates independently in relationship types other than its identifying relationship type.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 general, any number of levels of weak entity types can be defined; an owner entity type may itself be a weak entity type.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 addition, a weak entity type may have more than one identifying entity type and an identifying relationship type of degree higher than two, as we illustrate in Section 3.9.</a:t>
            </a:r>
          </a:p>
          <a:p>
            <a:endParaRPr lang="en-US" dirty="0"/>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10</a:t>
            </a:fld>
            <a:endParaRPr lang="en-US"/>
          </a:p>
        </p:txBody>
      </p:sp>
    </p:spTree>
    <p:extLst>
      <p:ext uri="{BB962C8B-B14F-4D97-AF65-F5344CB8AC3E}">
        <p14:creationId xmlns:p14="http://schemas.microsoft.com/office/powerpoint/2010/main" val="2546597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not every existence dependency results in a weak entity type. For example, a DRIVER_LICENSE entity cannot exist unless it is related to a PERSON entity, even though it has its own key (</a:t>
            </a:r>
            <a:r>
              <a:rPr lang="en-US" dirty="0" err="1"/>
              <a:t>License_number</a:t>
            </a:r>
            <a:r>
              <a:rPr lang="en-US" dirty="0"/>
              <a:t>) and hence is not a weak entity.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Consider the entity type DEPENDENT, related to EMPLOYEE, which is used to keep track of the dependents of each employee via a 1:N relationship (Figure 3.2). In our example, the attributes of DEPENDENT are Name (the first name of the dependent), </a:t>
            </a:r>
            <a:r>
              <a:rPr lang="en-US" dirty="0" err="1"/>
              <a:t>Birth_date</a:t>
            </a:r>
            <a:r>
              <a:rPr lang="en-US" dirty="0"/>
              <a:t>, Sex, and Relationship (to the employee). Two dependents of two distinct employees may, by chance, have the same values for Name, </a:t>
            </a:r>
            <a:r>
              <a:rPr lang="en-US" dirty="0" err="1"/>
              <a:t>Birth_date</a:t>
            </a:r>
            <a:r>
              <a:rPr lang="en-US" dirty="0"/>
              <a:t>, Sex, and Relationship, but they are still distinct entities. They are identified as distinct entities only after determining the particular employee entity to which each dependent is related.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employee entity is said to own the dependent entities that are related to it. A weak entity type normally has a partial key, which is the attribute that can uniquely identify weak entities that are related to the same owner entity.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our example, if we assume that no two dependents of the same employee ever have the same first name, the attribute Name of DEPENDENT is the partial key.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worst case, a composite attribute of all the weak entity’s attributes will be the partial key.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ER diagrams, both a weak entity type and its identifying relationship are distinguished by surrounding their boxes and diamonds with double lines (see Figure 3.2).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 partial key attribute is underlined with a dashed or dotted line.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Weak entity types can sometimes be represented as complex (composite, multivalued) attributes. In the preceding example, we could specify a multivalued attribute Dependents for EMPLOYEE, which is a multivalued composite attribute with the component attributes Name, </a:t>
            </a:r>
            <a:r>
              <a:rPr lang="en-US" dirty="0" err="1"/>
              <a:t>Birth_date</a:t>
            </a:r>
            <a:r>
              <a:rPr lang="en-US" dirty="0"/>
              <a:t>, Sex, and Relationship.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choice of which representation to use is made by the database designer. One criterion that may be used is to choose the weak entity type representation if the weak entity type participates independently in relationship types other than its identifying relationship type.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 general, any number of levels of weak entity types can be defined; an owner entity type may itself be a weak entity type.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 addition, a weak entity type may have more than one identifying entity type and an identifying relationship type of degree higher than two, as we illustrate in Section 3.9.</a:t>
            </a:r>
          </a:p>
          <a:p>
            <a:endParaRPr lang="en-US" dirty="0"/>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12</a:t>
            </a:fld>
            <a:endParaRPr lang="en-US"/>
          </a:p>
        </p:txBody>
      </p:sp>
    </p:spTree>
    <p:extLst>
      <p:ext uri="{BB962C8B-B14F-4D97-AF65-F5344CB8AC3E}">
        <p14:creationId xmlns:p14="http://schemas.microsoft.com/office/powerpoint/2010/main" val="1664263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Refining the ER Design for the COMPANY Database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can now refine the database design in Figure 3.8 by changing the attributes that represent relationships into relationship types.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cardinality ratio and participation constraint of each relationship type are determined from the requirements.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some cardinality ratio or dependency cannot be determined from the requirements, the users must be questioned further to determine these structural constraints.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MANAGES, which is a 1:1(one-to-one) relationship type between EMPLOYEE and DEPARTMENT. EMPLOYEE participation is partial. DEPARTMENT participation is not clear from the requirements. We question the users, who say that a department must have a manager at all times, which implies total participation.13 The attribute </a:t>
            </a:r>
            <a:r>
              <a:rPr lang="en-US" dirty="0" err="1"/>
              <a:t>Start_date</a:t>
            </a:r>
            <a:r>
              <a:rPr lang="en-US" dirty="0"/>
              <a:t> is assigned to this relationship type.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WORKS_FOR, a 1:N (one-to-many) relationship type between DEPARTMENT and EMPLOYEE. </a:t>
            </a:r>
            <a:r>
              <a:rPr lang="en-US" b="1" dirty="0"/>
              <a:t>Both participations are total.</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CONTROLS, a 1:N relationship type between DEPARTMENT and PROJECT. The participation of PROJECT is total, whereas that of DEPARTMENT is determined to be partial, after consultation with the users indicates that some departments may control no projects.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SUPERVISION, a 1:N relationship type between EMPLOYEE (in the supervisor role) and EMPLOYEE (in the supervisee role). Both participations are determined to be partial, after the </a:t>
            </a:r>
            <a:r>
              <a:rPr lang="en-US" b="1" dirty="0"/>
              <a:t>users indicate that not every employee is a supervisor and not every employee has a supervisor.</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WORKS_ON, determined to be an M:N (many-to-many) relationship type with attribute Hours, after the users indicate that a project can have several employees working on it.</a:t>
            </a:r>
            <a:r>
              <a:rPr lang="en-US" b="1" dirty="0"/>
              <a:t> Both participations are determined to be total.</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DEPENDENTS_OF, a 1:N relationship type between EMPLOYEE and DEPENDENT, which is also the identifying relationship for the weak entity type DEPENDENT.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participation of EMPLOYEE is partial, whereas that of DEPENDENT is total. After specifying the previous six relationship types, we remove from the entity types in Figure 3.8 all attributes that have been refined into relationships. These include Manager and </a:t>
            </a:r>
            <a:r>
              <a:rPr lang="en-US" dirty="0" err="1"/>
              <a:t>Manager_start_date</a:t>
            </a:r>
            <a:r>
              <a:rPr lang="en-US" dirty="0"/>
              <a:t> from DEPARTMENT; </a:t>
            </a:r>
            <a:r>
              <a:rPr lang="en-US" dirty="0" err="1"/>
              <a:t>Controlling_department</a:t>
            </a:r>
            <a:r>
              <a:rPr lang="en-US" dirty="0"/>
              <a:t> from PROJECT; Department, Supervisor, and </a:t>
            </a:r>
            <a:r>
              <a:rPr lang="en-US" dirty="0" err="1"/>
              <a:t>Works_on</a:t>
            </a:r>
            <a:r>
              <a:rPr lang="en-US" dirty="0"/>
              <a:t> from EMPLOYEE; and Employee from DEPENDENT. It is important to have the least possible redundancy when we design the conceptual schema of a database. If some redundancy is desired at the storage level or at the user view level, it can be introduced later, as discussed in Section 1.6.1. </a:t>
            </a:r>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13</a:t>
            </a:fld>
            <a:endParaRPr lang="en-US"/>
          </a:p>
        </p:txBody>
      </p:sp>
    </p:spTree>
    <p:extLst>
      <p:ext uri="{BB962C8B-B14F-4D97-AF65-F5344CB8AC3E}">
        <p14:creationId xmlns:p14="http://schemas.microsoft.com/office/powerpoint/2010/main" val="2355841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61786A6-5F7C-4F73-972E-2760CA036C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D16FF9B-A2CC-4E45-BD38-3A85D59082EC}" type="slidenum">
              <a:rPr lang="en-CA" altLang="en-US" sz="1200">
                <a:latin typeface="Tahoma" panose="020B0604030504040204" pitchFamily="34" charset="0"/>
              </a:rPr>
              <a:pPr/>
              <a:t>14</a:t>
            </a:fld>
            <a:endParaRPr lang="en-CA" altLang="en-US" sz="1200">
              <a:latin typeface="Tahoma" panose="020B0604030504040204" pitchFamily="34" charset="0"/>
            </a:endParaRPr>
          </a:p>
        </p:txBody>
      </p:sp>
      <p:sp>
        <p:nvSpPr>
          <p:cNvPr id="65539" name="Rectangle 2">
            <a:extLst>
              <a:ext uri="{FF2B5EF4-FFF2-40B4-BE49-F238E27FC236}">
                <a16:creationId xmlns:a16="http://schemas.microsoft.com/office/drawing/2014/main" id="{55987A14-E6ED-4826-9CC0-EDFD8CC5550B}"/>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64D00787-DEFE-4BBE-A3DE-D6938619D6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769C7BE4-ADFC-4516-8EBD-E393512F70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177695A-9350-4403-BA54-07A196911C79}" type="slidenum">
              <a:rPr lang="en-CA" altLang="en-US" sz="1200">
                <a:latin typeface="Tahoma" panose="020B0604030504040204" pitchFamily="34" charset="0"/>
              </a:rPr>
              <a:pPr/>
              <a:t>16</a:t>
            </a:fld>
            <a:endParaRPr lang="en-CA" altLang="en-US" sz="1200">
              <a:latin typeface="Tahoma" panose="020B0604030504040204" pitchFamily="34" charset="0"/>
            </a:endParaRPr>
          </a:p>
        </p:txBody>
      </p:sp>
      <p:sp>
        <p:nvSpPr>
          <p:cNvPr id="67587" name="Rectangle 2">
            <a:extLst>
              <a:ext uri="{FF2B5EF4-FFF2-40B4-BE49-F238E27FC236}">
                <a16:creationId xmlns:a16="http://schemas.microsoft.com/office/drawing/2014/main" id="{0E4433A0-7DD3-477F-9E57-3663FC514D04}"/>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E88DCD12-A0E5-4A0F-B22D-FDCF87200B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D35BF824-AE70-4BD6-9076-A7766452E3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446DEB4-231D-438D-A236-A144C25ACE84}" type="slidenum">
              <a:rPr lang="en-CA" altLang="en-US" sz="1200">
                <a:latin typeface="Tahoma" panose="020B0604030504040204" pitchFamily="34" charset="0"/>
              </a:rPr>
              <a:pPr/>
              <a:t>17</a:t>
            </a:fld>
            <a:endParaRPr lang="en-CA" altLang="en-US" sz="1200">
              <a:latin typeface="Tahoma" panose="020B0604030504040204" pitchFamily="34" charset="0"/>
            </a:endParaRPr>
          </a:p>
        </p:txBody>
      </p:sp>
      <p:sp>
        <p:nvSpPr>
          <p:cNvPr id="69635" name="Rectangle 2">
            <a:extLst>
              <a:ext uri="{FF2B5EF4-FFF2-40B4-BE49-F238E27FC236}">
                <a16:creationId xmlns:a16="http://schemas.microsoft.com/office/drawing/2014/main" id="{C5448A58-4F18-4884-A7A8-335F5CB424E3}"/>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36257533-CB35-42BF-BBD0-46186CE689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A8A0479D-FC9C-4E32-8E70-44F74848B0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B9F73C3-2212-43B8-85ED-548440CE4489}" type="slidenum">
              <a:rPr lang="en-CA" altLang="en-US" sz="1200">
                <a:latin typeface="Tahoma" panose="020B0604030504040204" pitchFamily="34" charset="0"/>
              </a:rPr>
              <a:pPr/>
              <a:t>18</a:t>
            </a:fld>
            <a:endParaRPr lang="en-CA" altLang="en-US" sz="1200">
              <a:latin typeface="Tahoma" panose="020B0604030504040204" pitchFamily="34" charset="0"/>
            </a:endParaRPr>
          </a:p>
        </p:txBody>
      </p:sp>
      <p:sp>
        <p:nvSpPr>
          <p:cNvPr id="76803" name="Rectangle 2">
            <a:extLst>
              <a:ext uri="{FF2B5EF4-FFF2-40B4-BE49-F238E27FC236}">
                <a16:creationId xmlns:a16="http://schemas.microsoft.com/office/drawing/2014/main" id="{14BC3F53-BEA5-4F6E-9482-8673176F5D0B}"/>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FA6F8748-787D-46B8-92E6-177637B1C5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808E515D-96CF-4D47-959B-AB214FCD56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09A3F16-3918-40DC-AAA3-9EAEDA696D2B}" type="slidenum">
              <a:rPr lang="en-CA" altLang="en-US" sz="1200">
                <a:latin typeface="Tahoma" panose="020B0604030504040204" pitchFamily="34" charset="0"/>
              </a:rPr>
              <a:pPr/>
              <a:t>26</a:t>
            </a:fld>
            <a:endParaRPr lang="en-CA" altLang="en-US" sz="1200">
              <a:latin typeface="Tahoma" panose="020B0604030504040204" pitchFamily="34" charset="0"/>
            </a:endParaRPr>
          </a:p>
        </p:txBody>
      </p:sp>
      <p:sp>
        <p:nvSpPr>
          <p:cNvPr id="86019" name="Rectangle 1026">
            <a:extLst>
              <a:ext uri="{FF2B5EF4-FFF2-40B4-BE49-F238E27FC236}">
                <a16:creationId xmlns:a16="http://schemas.microsoft.com/office/drawing/2014/main" id="{500A0874-EA0B-4295-80D0-3A0B64BAECAF}"/>
              </a:ext>
            </a:extLst>
          </p:cNvPr>
          <p:cNvSpPr>
            <a:spLocks noGrp="1" noRot="1" noChangeAspect="1" noChangeArrowheads="1" noTextEdit="1"/>
          </p:cNvSpPr>
          <p:nvPr>
            <p:ph type="sldImg"/>
          </p:nvPr>
        </p:nvSpPr>
        <p:spPr>
          <a:ln/>
        </p:spPr>
      </p:sp>
      <p:sp>
        <p:nvSpPr>
          <p:cNvPr id="86020" name="Rectangle 1027">
            <a:extLst>
              <a:ext uri="{FF2B5EF4-FFF2-40B4-BE49-F238E27FC236}">
                <a16:creationId xmlns:a16="http://schemas.microsoft.com/office/drawing/2014/main" id="{9D87843D-E9AE-4B8E-BBC3-62B78BACBB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69B51B5-5729-4227-8149-0FFB0D6660E2}"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10/1/2024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10/1/2024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10/1/2024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10/1/2024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10/1/2024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2136709" y="3675889"/>
            <a:ext cx="8493967" cy="1922731"/>
          </a:xfrm>
        </p:spPr>
        <p:txBody>
          <a:bodyPr>
            <a:normAutofit/>
          </a:bodyPr>
          <a:lstStyle/>
          <a:p>
            <a:pPr algn="ctr"/>
            <a:r>
              <a:rPr lang="en-US" sz="4400" b="1" dirty="0">
                <a:solidFill>
                  <a:schemeClr val="tx1"/>
                </a:solidFill>
                <a:cs typeface="Times New Roman" panose="02020603050405020304" pitchFamily="18" charset="0"/>
              </a:rPr>
              <a:t>Lecture 1-</a:t>
            </a:r>
            <a:r>
              <a:rPr lang="en-US" sz="4400" b="1" dirty="0">
                <a:solidFill>
                  <a:schemeClr val="tx1"/>
                </a:solidFill>
              </a:rPr>
              <a:t>Chapter # 3</a:t>
            </a:r>
            <a:endParaRPr lang="en-US" sz="4400" b="1" dirty="0">
              <a:solidFill>
                <a:schemeClr val="tx1"/>
              </a:solidFill>
              <a:cs typeface="Times New Roman" panose="02020603050405020304" pitchFamily="18" charset="0"/>
            </a:endParaRPr>
          </a:p>
          <a:p>
            <a:pPr marL="12700" algn="ctr">
              <a:lnSpc>
                <a:spcPts val="2735"/>
              </a:lnSpc>
              <a:spcBef>
                <a:spcPts val="720"/>
              </a:spcBef>
            </a:pPr>
            <a:r>
              <a:rPr lang="en-US" sz="3600" b="1" dirty="0">
                <a:solidFill>
                  <a:schemeClr val="tx1"/>
                </a:solidFill>
                <a:cs typeface="Calibri"/>
              </a:rPr>
              <a:t>Data</a:t>
            </a:r>
            <a:r>
              <a:rPr lang="en-US" sz="3600" b="1" spc="-40" dirty="0">
                <a:solidFill>
                  <a:schemeClr val="tx1"/>
                </a:solidFill>
                <a:cs typeface="Calibri"/>
              </a:rPr>
              <a:t> </a:t>
            </a:r>
            <a:r>
              <a:rPr lang="en-US" sz="3600" b="1" dirty="0">
                <a:solidFill>
                  <a:schemeClr val="tx1"/>
                </a:solidFill>
                <a:cs typeface="Calibri"/>
              </a:rPr>
              <a:t>Modeling</a:t>
            </a:r>
            <a:r>
              <a:rPr lang="en-US" sz="3600" b="1" spc="-55" dirty="0">
                <a:solidFill>
                  <a:schemeClr val="tx1"/>
                </a:solidFill>
                <a:cs typeface="Calibri"/>
              </a:rPr>
              <a:t> </a:t>
            </a:r>
            <a:r>
              <a:rPr lang="en-US" sz="3600" b="1" dirty="0">
                <a:solidFill>
                  <a:schemeClr val="tx1"/>
                </a:solidFill>
                <a:cs typeface="Calibri"/>
              </a:rPr>
              <a:t>Using</a:t>
            </a:r>
            <a:r>
              <a:rPr lang="en-US" sz="3600" b="1" spc="-60" dirty="0">
                <a:solidFill>
                  <a:schemeClr val="tx1"/>
                </a:solidFill>
                <a:cs typeface="Calibri"/>
              </a:rPr>
              <a:t> </a:t>
            </a:r>
            <a:r>
              <a:rPr lang="en-US" sz="3600" b="1" dirty="0">
                <a:solidFill>
                  <a:schemeClr val="tx1"/>
                </a:solidFill>
                <a:cs typeface="Calibri"/>
              </a:rPr>
              <a:t>the</a:t>
            </a:r>
            <a:r>
              <a:rPr lang="en-US" sz="3600" b="1" spc="-40" dirty="0">
                <a:solidFill>
                  <a:schemeClr val="tx1"/>
                </a:solidFill>
                <a:cs typeface="Calibri"/>
              </a:rPr>
              <a:t> </a:t>
            </a:r>
            <a:r>
              <a:rPr lang="en-US" sz="3600" b="1" spc="-25" dirty="0">
                <a:solidFill>
                  <a:schemeClr val="tx1"/>
                </a:solidFill>
                <a:cs typeface="Calibri"/>
              </a:rPr>
              <a:t>Entity-</a:t>
            </a:r>
            <a:r>
              <a:rPr lang="en-US" sz="3600" b="1" dirty="0">
                <a:solidFill>
                  <a:schemeClr val="tx1"/>
                </a:solidFill>
                <a:cs typeface="Calibri"/>
              </a:rPr>
              <a:t>Relationship</a:t>
            </a:r>
            <a:r>
              <a:rPr lang="en-US" sz="3600" b="1" spc="-20" dirty="0">
                <a:solidFill>
                  <a:schemeClr val="tx1"/>
                </a:solidFill>
                <a:cs typeface="Calibri"/>
              </a:rPr>
              <a:t> (ER) </a:t>
            </a:r>
            <a:r>
              <a:rPr lang="en-US" sz="3600" b="1" spc="-10" dirty="0">
                <a:solidFill>
                  <a:schemeClr val="tx1"/>
                </a:solidFill>
                <a:cs typeface="Calibri"/>
              </a:rPr>
              <a:t>Model</a:t>
            </a:r>
            <a:endParaRPr lang="en-US" sz="3600" dirty="0">
              <a:solidFill>
                <a:schemeClr val="tx1"/>
              </a:solidFill>
              <a:cs typeface="Calibri"/>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050">
            <a:extLst>
              <a:ext uri="{FF2B5EF4-FFF2-40B4-BE49-F238E27FC236}">
                <a16:creationId xmlns:a16="http://schemas.microsoft.com/office/drawing/2014/main" id="{84D44900-4D45-4C5B-F55E-8C00BDEFF2B6}"/>
              </a:ext>
            </a:extLst>
          </p:cNvPr>
          <p:cNvSpPr>
            <a:spLocks noGrp="1" noChangeArrowheads="1"/>
          </p:cNvSpPr>
          <p:nvPr>
            <p:ph type="title"/>
          </p:nvPr>
        </p:nvSpPr>
        <p:spPr/>
        <p:txBody>
          <a:bodyPr>
            <a:normAutofit/>
          </a:bodyPr>
          <a:lstStyle/>
          <a:p>
            <a:pPr eaLnBrk="1" hangingPunct="1"/>
            <a:r>
              <a:rPr lang="en-US" altLang="en-US" sz="3600" dirty="0">
                <a:solidFill>
                  <a:schemeClr val="tx1"/>
                </a:solidFill>
              </a:rPr>
              <a:t>Refining the COMPANY database schema by introducing relationships</a:t>
            </a:r>
          </a:p>
        </p:txBody>
      </p:sp>
      <p:sp>
        <p:nvSpPr>
          <p:cNvPr id="45060" name="Rectangle 2051">
            <a:extLst>
              <a:ext uri="{FF2B5EF4-FFF2-40B4-BE49-F238E27FC236}">
                <a16:creationId xmlns:a16="http://schemas.microsoft.com/office/drawing/2014/main" id="{91B64F00-F425-3490-70A7-8C5948A081EA}"/>
              </a:ext>
            </a:extLst>
          </p:cNvPr>
          <p:cNvSpPr>
            <a:spLocks noGrp="1" noChangeArrowheads="1"/>
          </p:cNvSpPr>
          <p:nvPr>
            <p:ph type="body" idx="1"/>
          </p:nvPr>
        </p:nvSpPr>
        <p:spPr/>
        <p:txBody>
          <a:bodyPr/>
          <a:lstStyle/>
          <a:p>
            <a:pPr eaLnBrk="1" hangingPunct="1"/>
            <a:r>
              <a:rPr lang="en-US" altLang="en-US" sz="2400" dirty="0">
                <a:solidFill>
                  <a:schemeClr val="tx1"/>
                </a:solidFill>
              </a:rPr>
              <a:t>By examining the requirements, six relationship types are identified</a:t>
            </a:r>
          </a:p>
          <a:p>
            <a:pPr eaLnBrk="1" hangingPunct="1"/>
            <a:r>
              <a:rPr lang="en-US" altLang="en-US" sz="2400" dirty="0">
                <a:solidFill>
                  <a:schemeClr val="tx1"/>
                </a:solidFill>
              </a:rPr>
              <a:t>All are </a:t>
            </a:r>
            <a:r>
              <a:rPr lang="en-US" altLang="en-US" sz="2400" i="1" dirty="0">
                <a:solidFill>
                  <a:schemeClr val="tx1"/>
                </a:solidFill>
              </a:rPr>
              <a:t>binary</a:t>
            </a:r>
            <a:r>
              <a:rPr lang="en-US" altLang="en-US" sz="2400" dirty="0">
                <a:solidFill>
                  <a:schemeClr val="tx1"/>
                </a:solidFill>
              </a:rPr>
              <a:t> relationships( degree 2)</a:t>
            </a:r>
          </a:p>
          <a:p>
            <a:pPr eaLnBrk="1" hangingPunct="1"/>
            <a:r>
              <a:rPr lang="en-US" altLang="en-US" sz="2400" dirty="0">
                <a:solidFill>
                  <a:schemeClr val="tx1"/>
                </a:solidFill>
              </a:rPr>
              <a:t>Listed below with their participating entity types:</a:t>
            </a:r>
          </a:p>
          <a:p>
            <a:pPr lvl="1" eaLnBrk="1" hangingPunct="1">
              <a:buFont typeface="Arial" panose="020B0604020202020204" pitchFamily="34" charset="0"/>
              <a:buChar char="•"/>
            </a:pPr>
            <a:r>
              <a:rPr lang="en-US" altLang="en-US" sz="2200" dirty="0">
                <a:solidFill>
                  <a:schemeClr val="tx1"/>
                </a:solidFill>
              </a:rPr>
              <a:t>WORKS_FOR (between EMPLOYEE, DEPARTMENT)</a:t>
            </a:r>
          </a:p>
          <a:p>
            <a:pPr lvl="1" eaLnBrk="1" hangingPunct="1">
              <a:buFont typeface="Arial" panose="020B0604020202020204" pitchFamily="34" charset="0"/>
              <a:buChar char="•"/>
            </a:pPr>
            <a:r>
              <a:rPr lang="en-US" altLang="en-US" sz="2200" dirty="0">
                <a:solidFill>
                  <a:schemeClr val="tx1"/>
                </a:solidFill>
              </a:rPr>
              <a:t>MANAGES (also between EMPLOYEE, DEPARTMENT)</a:t>
            </a:r>
          </a:p>
          <a:p>
            <a:pPr lvl="1" eaLnBrk="1" hangingPunct="1">
              <a:buFont typeface="Arial" panose="020B0604020202020204" pitchFamily="34" charset="0"/>
              <a:buChar char="•"/>
            </a:pPr>
            <a:r>
              <a:rPr lang="en-US" altLang="en-US" sz="2200" dirty="0">
                <a:solidFill>
                  <a:schemeClr val="tx1"/>
                </a:solidFill>
              </a:rPr>
              <a:t>CONTROLS (between DEPARTMENT, PROJECT)</a:t>
            </a:r>
          </a:p>
          <a:p>
            <a:pPr lvl="1" eaLnBrk="1" hangingPunct="1">
              <a:buFont typeface="Arial" panose="020B0604020202020204" pitchFamily="34" charset="0"/>
              <a:buChar char="•"/>
            </a:pPr>
            <a:r>
              <a:rPr lang="en-US" altLang="en-US" sz="2200" dirty="0">
                <a:solidFill>
                  <a:schemeClr val="tx1"/>
                </a:solidFill>
              </a:rPr>
              <a:t>WORKS_ON (between EMPLOYEE, PROJECT)</a:t>
            </a:r>
          </a:p>
          <a:p>
            <a:pPr lvl="1" eaLnBrk="1" hangingPunct="1">
              <a:buFont typeface="Arial" panose="020B0604020202020204" pitchFamily="34" charset="0"/>
              <a:buChar char="•"/>
            </a:pPr>
            <a:r>
              <a:rPr lang="en-US" altLang="en-US" sz="2200" dirty="0">
                <a:solidFill>
                  <a:schemeClr val="tx1"/>
                </a:solidFill>
              </a:rPr>
              <a:t>SUPERVISION (between EMPLOYEE (as subordinate), EMPLOYEE (as supervisor))</a:t>
            </a:r>
          </a:p>
          <a:p>
            <a:pPr lvl="1" eaLnBrk="1" hangingPunct="1">
              <a:buFont typeface="Arial" panose="020B0604020202020204" pitchFamily="34" charset="0"/>
              <a:buChar char="•"/>
            </a:pPr>
            <a:r>
              <a:rPr lang="en-US" altLang="en-US" sz="2200" dirty="0">
                <a:solidFill>
                  <a:schemeClr val="tx1"/>
                </a:solidFill>
              </a:rPr>
              <a:t>DEPENDENTS_OF (between EMPLOYEE, DEPENDENT)</a:t>
            </a:r>
          </a:p>
          <a:p>
            <a:pPr lvl="1" eaLnBrk="1" hangingPunct="1"/>
            <a:endParaRPr lang="en-US" altLang="en-US" sz="22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81" name="Rectangle 54280">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4283" name="Rectangle 5428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54285" name="Straight Connector 54284">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54287" name="Rectangle 54286">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75" name="Rectangle 2">
            <a:extLst>
              <a:ext uri="{FF2B5EF4-FFF2-40B4-BE49-F238E27FC236}">
                <a16:creationId xmlns:a16="http://schemas.microsoft.com/office/drawing/2014/main" id="{05811255-AEB9-464F-8A4D-2ACF44038D79}"/>
              </a:ext>
            </a:extLst>
          </p:cNvPr>
          <p:cNvSpPr>
            <a:spLocks noGrp="1" noChangeArrowheads="1"/>
          </p:cNvSpPr>
          <p:nvPr>
            <p:ph type="title"/>
          </p:nvPr>
        </p:nvSpPr>
        <p:spPr>
          <a:xfrm>
            <a:off x="8141110" y="639097"/>
            <a:ext cx="3401961" cy="3686015"/>
          </a:xfrm>
        </p:spPr>
        <p:txBody>
          <a:bodyPr vert="horz" lIns="91440" tIns="45720" rIns="91440" bIns="45720" rtlCol="0" anchor="b">
            <a:normAutofit/>
          </a:bodyPr>
          <a:lstStyle/>
          <a:p>
            <a:r>
              <a:rPr lang="en-US" altLang="en-US" sz="3600" b="1" dirty="0">
                <a:solidFill>
                  <a:schemeClr val="tx1">
                    <a:lumMod val="85000"/>
                    <a:lumOff val="15000"/>
                  </a:schemeClr>
                </a:solidFill>
              </a:rPr>
              <a:t>Recursive Relationship Type is: SUPERVISION</a:t>
            </a:r>
            <a:br>
              <a:rPr lang="en-US" altLang="en-US" sz="3600" b="1" dirty="0">
                <a:solidFill>
                  <a:schemeClr val="tx1">
                    <a:lumMod val="85000"/>
                    <a:lumOff val="15000"/>
                  </a:schemeClr>
                </a:solidFill>
              </a:rPr>
            </a:br>
            <a:r>
              <a:rPr lang="en-US" altLang="en-US" sz="3600" b="1" dirty="0">
                <a:solidFill>
                  <a:schemeClr val="tx1">
                    <a:lumMod val="85000"/>
                    <a:lumOff val="15000"/>
                  </a:schemeClr>
                </a:solidFill>
              </a:rPr>
              <a:t>(participation role names are shown)</a:t>
            </a:r>
          </a:p>
        </p:txBody>
      </p:sp>
      <p:cxnSp>
        <p:nvCxnSpPr>
          <p:cNvPr id="54289" name="Straight Connector 54288">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54291" name="Rectangle 54290">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4293" name="Rectangle 54292">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4276" name="Picture 4" descr="fig03_02">
            <a:extLst>
              <a:ext uri="{FF2B5EF4-FFF2-40B4-BE49-F238E27FC236}">
                <a16:creationId xmlns:a16="http://schemas.microsoft.com/office/drawing/2014/main" id="{2AD11418-104B-4018-8AA4-90D20E00BBB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7302" y="198445"/>
            <a:ext cx="6738917" cy="6503055"/>
          </a:xfrm>
          <a:prstGeom prst="rect">
            <a:avLst/>
          </a:prstGeom>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31C6D-BBF1-4A8F-A69A-DB05C817BC81}"/>
              </a:ext>
            </a:extLst>
          </p:cNvPr>
          <p:cNvSpPr>
            <a:spLocks noGrp="1"/>
          </p:cNvSpPr>
          <p:nvPr>
            <p:ph type="title"/>
          </p:nvPr>
        </p:nvSpPr>
        <p:spPr/>
        <p:txBody>
          <a:bodyPr/>
          <a:lstStyle/>
          <a:p>
            <a:r>
              <a:rPr lang="en-US" b="1" dirty="0">
                <a:solidFill>
                  <a:schemeClr val="tx1"/>
                </a:solidFill>
              </a:rPr>
              <a:t>Constraints on Binary Relationship Types</a:t>
            </a:r>
          </a:p>
        </p:txBody>
      </p:sp>
      <p:sp>
        <p:nvSpPr>
          <p:cNvPr id="3" name="Content Placeholder 2">
            <a:extLst>
              <a:ext uri="{FF2B5EF4-FFF2-40B4-BE49-F238E27FC236}">
                <a16:creationId xmlns:a16="http://schemas.microsoft.com/office/drawing/2014/main" id="{14C2275F-EEF7-4B46-8F23-7E6682716D48}"/>
              </a:ext>
            </a:extLst>
          </p:cNvPr>
          <p:cNvSpPr>
            <a:spLocks noGrp="1"/>
          </p:cNvSpPr>
          <p:nvPr>
            <p:ph idx="1"/>
          </p:nvPr>
        </p:nvSpPr>
        <p:spPr/>
        <p:txBody>
          <a:bodyPr>
            <a:normAutofit/>
          </a:bodyPr>
          <a:lstStyle/>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Constraint:</a:t>
            </a:r>
            <a:r>
              <a:rPr lang="en-US" sz="2400" dirty="0">
                <a:solidFill>
                  <a:schemeClr val="tx1"/>
                </a:solidFill>
                <a:latin typeface="Times New Roman" panose="02020603050405020304" pitchFamily="18" charset="0"/>
                <a:cs typeface="Times New Roman" panose="02020603050405020304" pitchFamily="18" charset="0"/>
              </a:rPr>
              <a:t> each employee must work for exactly one department.</a:t>
            </a:r>
          </a:p>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Cardinality Ratios for Binary Relationships.</a:t>
            </a:r>
          </a:p>
          <a:p>
            <a:pPr lvl="1">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Maximum number of relationship instances that an entity can participate in.</a:t>
            </a:r>
          </a:p>
          <a:p>
            <a:pPr lvl="1" eaLnBrk="1" hangingPunct="1">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Cardinality Ratio (specifies </a:t>
            </a:r>
            <a:r>
              <a:rPr lang="en-US" altLang="en-US" sz="2400" i="1" dirty="0">
                <a:solidFill>
                  <a:schemeClr val="tx1"/>
                </a:solidFill>
                <a:latin typeface="Times New Roman" panose="02020603050405020304" pitchFamily="18" charset="0"/>
                <a:cs typeface="Times New Roman" panose="02020603050405020304" pitchFamily="18" charset="0"/>
              </a:rPr>
              <a:t>maximum</a:t>
            </a:r>
            <a:r>
              <a:rPr lang="en-US" altLang="en-US" sz="2400" dirty="0">
                <a:solidFill>
                  <a:schemeClr val="tx1"/>
                </a:solidFill>
                <a:latin typeface="Times New Roman" panose="02020603050405020304" pitchFamily="18" charset="0"/>
                <a:cs typeface="Times New Roman" panose="02020603050405020304" pitchFamily="18" charset="0"/>
              </a:rPr>
              <a:t> participation) </a:t>
            </a:r>
          </a:p>
          <a:p>
            <a:pPr lvl="2" eaLnBrk="1" hangingPunct="1">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One-to-one (1:1)</a:t>
            </a:r>
          </a:p>
          <a:p>
            <a:pPr lvl="2" eaLnBrk="1" hangingPunct="1">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One-to-many (1:N) or </a:t>
            </a:r>
          </a:p>
          <a:p>
            <a:pPr lvl="2" eaLnBrk="1" hangingPunct="1">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Many-to-one (N:1)</a:t>
            </a:r>
          </a:p>
          <a:p>
            <a:pPr lvl="2" eaLnBrk="1" hangingPunct="1">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Many-to-many (M:N)</a:t>
            </a:r>
          </a:p>
        </p:txBody>
      </p:sp>
      <p:pic>
        <p:nvPicPr>
          <p:cNvPr id="5" name="Picture 4" descr="Description automatically generated">
            <a:extLst>
              <a:ext uri="{FF2B5EF4-FFF2-40B4-BE49-F238E27FC236}">
                <a16:creationId xmlns:a16="http://schemas.microsoft.com/office/drawing/2014/main" id="{B341A69E-52DE-472E-8D85-410C0A82622D}"/>
              </a:ext>
            </a:extLst>
          </p:cNvPr>
          <p:cNvPicPr>
            <a:picLocks noChangeAspect="1"/>
          </p:cNvPicPr>
          <p:nvPr/>
        </p:nvPicPr>
        <p:blipFill rotWithShape="1">
          <a:blip r:embed="rId3"/>
          <a:srcRect l="31088" t="3807" r="6970"/>
          <a:stretch/>
        </p:blipFill>
        <p:spPr>
          <a:xfrm>
            <a:off x="7855203" y="3549441"/>
            <a:ext cx="3887629" cy="31423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0304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a:extLst>
              <a:ext uri="{FF2B5EF4-FFF2-40B4-BE49-F238E27FC236}">
                <a16:creationId xmlns:a16="http://schemas.microsoft.com/office/drawing/2014/main" id="{894791AD-65B4-4FB8-9291-53F6E89BDCE6}"/>
              </a:ext>
            </a:extLst>
          </p:cNvPr>
          <p:cNvPicPr>
            <a:picLocks noGrp="1" noChangeAspect="1"/>
          </p:cNvPicPr>
          <p:nvPr>
            <p:ph idx="1"/>
          </p:nvPr>
        </p:nvPicPr>
        <p:blipFill>
          <a:blip r:embed="rId3"/>
          <a:stretch>
            <a:fillRect/>
          </a:stretch>
        </p:blipFill>
        <p:spPr>
          <a:xfrm>
            <a:off x="1999549" y="518615"/>
            <a:ext cx="8411266" cy="54158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21615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B8599-097F-47C6-8975-4A5EB88DFD01}"/>
              </a:ext>
            </a:extLst>
          </p:cNvPr>
          <p:cNvSpPr>
            <a:spLocks noGrp="1"/>
          </p:cNvSpPr>
          <p:nvPr>
            <p:ph type="title"/>
          </p:nvPr>
        </p:nvSpPr>
        <p:spPr>
          <a:xfrm>
            <a:off x="968991" y="425422"/>
            <a:ext cx="10809027" cy="1400530"/>
          </a:xfrm>
        </p:spPr>
        <p:txBody>
          <a:bodyPr/>
          <a:lstStyle/>
          <a:p>
            <a:r>
              <a:rPr lang="en-US" b="1" dirty="0">
                <a:solidFill>
                  <a:schemeClr val="tx1"/>
                </a:solidFill>
              </a:rPr>
              <a:t>Participation Constraints and Existence Dependencies</a:t>
            </a:r>
          </a:p>
        </p:txBody>
      </p:sp>
      <p:sp>
        <p:nvSpPr>
          <p:cNvPr id="4" name="Content Placeholder 3">
            <a:extLst>
              <a:ext uri="{FF2B5EF4-FFF2-40B4-BE49-F238E27FC236}">
                <a16:creationId xmlns:a16="http://schemas.microsoft.com/office/drawing/2014/main" id="{CE607608-9379-4954-A9D2-4545D6BFDFB4}"/>
              </a:ext>
            </a:extLst>
          </p:cNvPr>
          <p:cNvSpPr>
            <a:spLocks noGrp="1"/>
          </p:cNvSpPr>
          <p:nvPr>
            <p:ph idx="1"/>
          </p:nvPr>
        </p:nvSpPr>
        <p:spPr>
          <a:xfrm>
            <a:off x="968991" y="1971987"/>
            <a:ext cx="10304060" cy="4195481"/>
          </a:xfrm>
        </p:spPr>
        <p:txBody>
          <a:bodyPr>
            <a:normAutofit/>
          </a:bodyPr>
          <a:lstStyle/>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Participation constraint: </a:t>
            </a:r>
            <a:r>
              <a:rPr lang="en-US" sz="2400" dirty="0">
                <a:solidFill>
                  <a:schemeClr val="tx1"/>
                </a:solidFill>
                <a:latin typeface="Times New Roman" panose="02020603050405020304" pitchFamily="18" charset="0"/>
                <a:cs typeface="Times New Roman" panose="02020603050405020304" pitchFamily="18" charset="0"/>
              </a:rPr>
              <a:t>specifies whether the existence of an entity depends on its being related to another entity via the relationship type.</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There are two types of participation constraints</a:t>
            </a:r>
          </a:p>
          <a:p>
            <a:pPr lvl="1">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Total Participation/ Existence: Employee must work for department otherwise the employee entity does not exist.  </a:t>
            </a:r>
          </a:p>
          <a:p>
            <a:pPr lvl="1">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Partial Participation: department must have a single manager to manage the department. Manager instances comes from the employee instance set.  </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Structural Constraints: cardinality ratio and participation constraints.</a:t>
            </a:r>
          </a:p>
        </p:txBody>
      </p:sp>
    </p:spTree>
    <p:extLst>
      <p:ext uri="{BB962C8B-B14F-4D97-AF65-F5344CB8AC3E}">
        <p14:creationId xmlns:p14="http://schemas.microsoft.com/office/powerpoint/2010/main" val="2002870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7F40-579C-4FE5-8B85-B1955C717D63}"/>
              </a:ext>
            </a:extLst>
          </p:cNvPr>
          <p:cNvSpPr>
            <a:spLocks noGrp="1"/>
          </p:cNvSpPr>
          <p:nvPr>
            <p:ph type="title"/>
          </p:nvPr>
        </p:nvSpPr>
        <p:spPr>
          <a:xfrm>
            <a:off x="1097280" y="286603"/>
            <a:ext cx="4307233" cy="1450757"/>
          </a:xfrm>
        </p:spPr>
        <p:txBody>
          <a:bodyPr>
            <a:normAutofit fontScale="90000"/>
          </a:bodyPr>
          <a:lstStyle/>
          <a:p>
            <a:r>
              <a:rPr lang="en-US" dirty="0"/>
              <a:t>Attributes of Relationship Types </a:t>
            </a:r>
          </a:p>
        </p:txBody>
      </p:sp>
      <p:sp>
        <p:nvSpPr>
          <p:cNvPr id="3" name="Content Placeholder 2">
            <a:extLst>
              <a:ext uri="{FF2B5EF4-FFF2-40B4-BE49-F238E27FC236}">
                <a16:creationId xmlns:a16="http://schemas.microsoft.com/office/drawing/2014/main" id="{4B76A832-156A-4738-A370-C6C9263DD589}"/>
              </a:ext>
            </a:extLst>
          </p:cNvPr>
          <p:cNvSpPr>
            <a:spLocks noGrp="1"/>
          </p:cNvSpPr>
          <p:nvPr>
            <p:ph idx="1"/>
          </p:nvPr>
        </p:nvSpPr>
        <p:spPr>
          <a:xfrm>
            <a:off x="1097279" y="1825625"/>
            <a:ext cx="4198051" cy="4351338"/>
          </a:xfrm>
        </p:spPr>
        <p:txBody>
          <a:bodyPr/>
          <a:lstStyle/>
          <a:p>
            <a:r>
              <a:rPr lang="en-US" dirty="0"/>
              <a:t>Relationship types can also have attributes.</a:t>
            </a:r>
          </a:p>
        </p:txBody>
      </p:sp>
      <p:pic>
        <p:nvPicPr>
          <p:cNvPr id="4" name="Picture 4" descr="fig03_02">
            <a:extLst>
              <a:ext uri="{FF2B5EF4-FFF2-40B4-BE49-F238E27FC236}">
                <a16:creationId xmlns:a16="http://schemas.microsoft.com/office/drawing/2014/main" id="{AF3FF7B2-C599-40C2-A196-FB83C9F0F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3905" y="491319"/>
            <a:ext cx="5791200" cy="55832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066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7331-0580-411F-A66E-6F735F653098}"/>
              </a:ext>
            </a:extLst>
          </p:cNvPr>
          <p:cNvSpPr>
            <a:spLocks noGrp="1"/>
          </p:cNvSpPr>
          <p:nvPr>
            <p:ph type="title"/>
          </p:nvPr>
        </p:nvSpPr>
        <p:spPr>
          <a:xfrm>
            <a:off x="1097280" y="709684"/>
            <a:ext cx="10058400" cy="1027676"/>
          </a:xfrm>
        </p:spPr>
        <p:txBody>
          <a:bodyPr>
            <a:normAutofit/>
          </a:bodyPr>
          <a:lstStyle/>
          <a:p>
            <a:r>
              <a:rPr lang="en-US" b="1" dirty="0">
                <a:solidFill>
                  <a:schemeClr val="tx1"/>
                </a:solidFill>
              </a:rPr>
              <a:t>Attributes of Relationship Types </a:t>
            </a:r>
          </a:p>
        </p:txBody>
      </p:sp>
      <p:sp>
        <p:nvSpPr>
          <p:cNvPr id="3" name="Content Placeholder 2">
            <a:extLst>
              <a:ext uri="{FF2B5EF4-FFF2-40B4-BE49-F238E27FC236}">
                <a16:creationId xmlns:a16="http://schemas.microsoft.com/office/drawing/2014/main" id="{5D6B3F0C-9FE7-4CF4-8A70-5A9DC5CC300D}"/>
              </a:ext>
            </a:extLst>
          </p:cNvPr>
          <p:cNvSpPr>
            <a:spLocks noGrp="1"/>
          </p:cNvSpPr>
          <p:nvPr>
            <p:ph idx="1"/>
          </p:nvPr>
        </p:nvSpPr>
        <p:spPr>
          <a:xfrm>
            <a:off x="1097280" y="1856096"/>
            <a:ext cx="10058400" cy="4012998"/>
          </a:xfrm>
        </p:spPr>
        <p:txBody>
          <a:bodyPr>
            <a:normAutofit/>
          </a:bodyPr>
          <a:lstStyle/>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Attributes of 1:1 or 1:N </a:t>
            </a:r>
            <a:r>
              <a:rPr lang="en-US" sz="2400" dirty="0">
                <a:solidFill>
                  <a:schemeClr val="tx1"/>
                </a:solidFill>
                <a:latin typeface="Times New Roman" panose="02020603050405020304" pitchFamily="18" charset="0"/>
                <a:cs typeface="Times New Roman" panose="02020603050405020304" pitchFamily="18" charset="0"/>
              </a:rPr>
              <a:t>relationship types can be migrated to one of the participating entity types.</a:t>
            </a:r>
          </a:p>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For a 1:N relationship type, </a:t>
            </a:r>
            <a:r>
              <a:rPr lang="en-US" sz="2400" dirty="0">
                <a:solidFill>
                  <a:schemeClr val="tx1"/>
                </a:solidFill>
                <a:latin typeface="Times New Roman" panose="02020603050405020304" pitchFamily="18" charset="0"/>
                <a:cs typeface="Times New Roman" panose="02020603050405020304" pitchFamily="18" charset="0"/>
              </a:rPr>
              <a:t>a relationship attribute can be migrated only to the entity type on the N-side of the relationship.</a:t>
            </a:r>
          </a:p>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For M:N (many-to-many) </a:t>
            </a:r>
            <a:r>
              <a:rPr lang="en-US" sz="2400" dirty="0">
                <a:solidFill>
                  <a:schemeClr val="tx1"/>
                </a:solidFill>
                <a:latin typeface="Times New Roman" panose="02020603050405020304" pitchFamily="18" charset="0"/>
                <a:cs typeface="Times New Roman" panose="02020603050405020304" pitchFamily="18" charset="0"/>
              </a:rPr>
              <a:t>relationship types, </a:t>
            </a:r>
          </a:p>
          <a:p>
            <a:pPr lvl="1">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attributes may be determined by the combination of participating entities, not by any single entity. </a:t>
            </a:r>
          </a:p>
          <a:p>
            <a:pPr lvl="1">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Such attributes must be specified as relationship attributes. An example is the Hours attribute of the M:N relationship WORKS_ON.</a:t>
            </a:r>
          </a:p>
        </p:txBody>
      </p:sp>
    </p:spTree>
    <p:extLst>
      <p:ext uri="{BB962C8B-B14F-4D97-AF65-F5344CB8AC3E}">
        <p14:creationId xmlns:p14="http://schemas.microsoft.com/office/powerpoint/2010/main" val="24697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80CD8-9EA5-4B12-B717-3449A4678F5C}"/>
              </a:ext>
            </a:extLst>
          </p:cNvPr>
          <p:cNvSpPr>
            <a:spLocks noGrp="1"/>
          </p:cNvSpPr>
          <p:nvPr>
            <p:ph type="title"/>
          </p:nvPr>
        </p:nvSpPr>
        <p:spPr/>
        <p:txBody>
          <a:bodyPr>
            <a:normAutofit/>
          </a:bodyPr>
          <a:lstStyle/>
          <a:p>
            <a:r>
              <a:rPr lang="en-US" b="1" dirty="0">
                <a:solidFill>
                  <a:schemeClr val="tx1"/>
                </a:solidFill>
              </a:rPr>
              <a:t>Attributes of Relationship Types </a:t>
            </a:r>
          </a:p>
        </p:txBody>
      </p:sp>
      <p:sp>
        <p:nvSpPr>
          <p:cNvPr id="3" name="Content Placeholder 2">
            <a:extLst>
              <a:ext uri="{FF2B5EF4-FFF2-40B4-BE49-F238E27FC236}">
                <a16:creationId xmlns:a16="http://schemas.microsoft.com/office/drawing/2014/main" id="{0D74B3B6-9876-42D3-AE90-C1F71A7BF21E}"/>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The number of hours per week an employee currently works on a project is determined by an employee-project combination and not separately by either entity.</a:t>
            </a:r>
          </a:p>
        </p:txBody>
      </p:sp>
    </p:spTree>
    <p:extLst>
      <p:ext uri="{BB962C8B-B14F-4D97-AF65-F5344CB8AC3E}">
        <p14:creationId xmlns:p14="http://schemas.microsoft.com/office/powerpoint/2010/main" val="2036508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48D45-4C2A-4CD2-ADA7-8010DE04DD37}"/>
              </a:ext>
            </a:extLst>
          </p:cNvPr>
          <p:cNvSpPr>
            <a:spLocks noGrp="1"/>
          </p:cNvSpPr>
          <p:nvPr>
            <p:ph type="title"/>
          </p:nvPr>
        </p:nvSpPr>
        <p:spPr/>
        <p:txBody>
          <a:bodyPr/>
          <a:lstStyle/>
          <a:p>
            <a:r>
              <a:rPr lang="en-US" b="1" dirty="0">
                <a:solidFill>
                  <a:schemeClr val="tx1"/>
                </a:solidFill>
              </a:rPr>
              <a:t>Weak Entity Types </a:t>
            </a:r>
          </a:p>
        </p:txBody>
      </p:sp>
      <p:sp>
        <p:nvSpPr>
          <p:cNvPr id="3" name="Content Placeholder 2">
            <a:extLst>
              <a:ext uri="{FF2B5EF4-FFF2-40B4-BE49-F238E27FC236}">
                <a16:creationId xmlns:a16="http://schemas.microsoft.com/office/drawing/2014/main" id="{9A2F1328-E205-4C6F-BD3F-6506878F6705}"/>
              </a:ext>
            </a:extLst>
          </p:cNvPr>
          <p:cNvSpPr>
            <a:spLocks noGrp="1"/>
          </p:cNvSpPr>
          <p:nvPr>
            <p:ph idx="1"/>
          </p:nvPr>
        </p:nvSpPr>
        <p:spPr/>
        <p:txBody>
          <a:bodyPr>
            <a:normAutofit/>
          </a:bodyPr>
          <a:lstStyle/>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Weak entity types:</a:t>
            </a:r>
            <a:r>
              <a:rPr lang="en-US" sz="2400" dirty="0">
                <a:solidFill>
                  <a:schemeClr val="tx1"/>
                </a:solidFill>
                <a:latin typeface="Times New Roman" panose="02020603050405020304" pitchFamily="18" charset="0"/>
                <a:cs typeface="Times New Roman" panose="02020603050405020304" pitchFamily="18" charset="0"/>
              </a:rPr>
              <a:t> Entity types that do not have key attributes of their own </a:t>
            </a:r>
            <a:r>
              <a:rPr lang="en-US" altLang="en-US" sz="2400" dirty="0">
                <a:solidFill>
                  <a:schemeClr val="tx1"/>
                </a:solidFill>
                <a:latin typeface="Times New Roman" panose="02020603050405020304" pitchFamily="18" charset="0"/>
                <a:cs typeface="Times New Roman" panose="02020603050405020304" pitchFamily="18" charset="0"/>
              </a:rPr>
              <a:t>and their identification is dependent on another entity type.</a:t>
            </a:r>
            <a:r>
              <a:rPr lang="en-US" sz="2400" dirty="0">
                <a:solidFill>
                  <a:schemeClr val="tx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Strong entity types:</a:t>
            </a:r>
            <a:r>
              <a:rPr lang="en-US" sz="2400" dirty="0">
                <a:solidFill>
                  <a:schemeClr val="tx1"/>
                </a:solidFill>
                <a:latin typeface="Times New Roman" panose="02020603050405020304" pitchFamily="18" charset="0"/>
                <a:cs typeface="Times New Roman" panose="02020603050405020304" pitchFamily="18" charset="0"/>
              </a:rPr>
              <a:t> that do have a key attribute.</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Always has a total participation constraint (existence dependency) with respect to its identifying relationship: </a:t>
            </a:r>
          </a:p>
          <a:p>
            <a:pPr lvl="1">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A weak entity cannot be identified without an owner entity. </a:t>
            </a:r>
          </a:p>
          <a:p>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90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fig03_02">
            <a:extLst>
              <a:ext uri="{FF2B5EF4-FFF2-40B4-BE49-F238E27FC236}">
                <a16:creationId xmlns:a16="http://schemas.microsoft.com/office/drawing/2014/main" id="{21521628-EC7A-4860-9AD2-ED0E0C440F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97039" y="0"/>
            <a:ext cx="8397922"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 name="Rectangle 2"/>
          <p:cNvSpPr/>
          <p:nvPr/>
        </p:nvSpPr>
        <p:spPr>
          <a:xfrm>
            <a:off x="4986702" y="5158945"/>
            <a:ext cx="1843327" cy="5066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6830029" y="5412258"/>
            <a:ext cx="57775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p:cNvSpPr txBox="1"/>
          <p:nvPr/>
        </p:nvSpPr>
        <p:spPr>
          <a:xfrm>
            <a:off x="7381346" y="5227592"/>
            <a:ext cx="1471911" cy="369332"/>
          </a:xfrm>
          <a:prstGeom prst="rect">
            <a:avLst/>
          </a:prstGeom>
          <a:noFill/>
          <a:ln w="38100">
            <a:solidFill>
              <a:schemeClr val="bg2">
                <a:lumMod val="10000"/>
              </a:schemeClr>
            </a:solidFill>
          </a:ln>
        </p:spPr>
        <p:txBody>
          <a:bodyPr wrap="square" rtlCol="0">
            <a:spAutoFit/>
          </a:bodyPr>
          <a:lstStyle/>
          <a:p>
            <a:r>
              <a:rPr lang="en-US" dirty="0"/>
              <a:t>Weak Entity</a:t>
            </a:r>
          </a:p>
        </p:txBody>
      </p:sp>
    </p:spTree>
    <p:extLst>
      <p:ext uri="{BB962C8B-B14F-4D97-AF65-F5344CB8AC3E}">
        <p14:creationId xmlns:p14="http://schemas.microsoft.com/office/powerpoint/2010/main" val="3109540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48D45-4C2A-4CD2-ADA7-8010DE04DD37}"/>
              </a:ext>
            </a:extLst>
          </p:cNvPr>
          <p:cNvSpPr>
            <a:spLocks noGrp="1"/>
          </p:cNvSpPr>
          <p:nvPr>
            <p:ph type="title"/>
          </p:nvPr>
        </p:nvSpPr>
        <p:spPr/>
        <p:txBody>
          <a:bodyPr/>
          <a:lstStyle/>
          <a:p>
            <a:r>
              <a:rPr lang="en-US" b="1" dirty="0">
                <a:solidFill>
                  <a:schemeClr val="tx1"/>
                </a:solidFill>
              </a:rPr>
              <a:t>Weak Entity Types </a:t>
            </a:r>
          </a:p>
        </p:txBody>
      </p:sp>
      <p:sp>
        <p:nvSpPr>
          <p:cNvPr id="3" name="Content Placeholder 2">
            <a:extLst>
              <a:ext uri="{FF2B5EF4-FFF2-40B4-BE49-F238E27FC236}">
                <a16:creationId xmlns:a16="http://schemas.microsoft.com/office/drawing/2014/main" id="{9A2F1328-E205-4C6F-BD3F-6506878F6705}"/>
              </a:ext>
            </a:extLst>
          </p:cNvPr>
          <p:cNvSpPr>
            <a:spLocks noGrp="1"/>
          </p:cNvSpPr>
          <p:nvPr>
            <p:ph idx="1"/>
          </p:nvPr>
        </p:nvSpPr>
        <p:spPr/>
        <p:txBody>
          <a:bodyPr>
            <a:normAutofit/>
          </a:bodyPr>
          <a:lstStyle/>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 weak entity type normally has a partial key, which is the attribute that can uniquely identify weak entities. i.e., Name, Birthdate etc.</a:t>
            </a:r>
          </a:p>
          <a:p>
            <a:pPr eaLnBrk="1" hangingPunct="1">
              <a:lnSpc>
                <a:spcPct val="90000"/>
              </a:lnSpc>
              <a:buFont typeface="Arial" panose="020B0604020202020204" pitchFamily="34" charset="0"/>
              <a:buChar char="•"/>
            </a:pPr>
            <a:r>
              <a:rPr lang="en-US" altLang="en-US" b="1" dirty="0">
                <a:solidFill>
                  <a:schemeClr val="tx1"/>
                </a:solidFill>
                <a:latin typeface="Times New Roman" panose="02020603050405020304" pitchFamily="18" charset="0"/>
                <a:cs typeface="Times New Roman" panose="02020603050405020304" pitchFamily="18" charset="0"/>
              </a:rPr>
              <a:t>Example: </a:t>
            </a:r>
          </a:p>
          <a:p>
            <a:pPr lvl="1" eaLnBrk="1" hangingPunct="1">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A DEPENDENT entity is identified by the dependent’s first name, </a:t>
            </a:r>
            <a:r>
              <a:rPr lang="en-US" altLang="en-US" sz="2000" i="1" dirty="0">
                <a:solidFill>
                  <a:schemeClr val="tx1"/>
                </a:solidFill>
                <a:latin typeface="Times New Roman" panose="02020603050405020304" pitchFamily="18" charset="0"/>
                <a:cs typeface="Times New Roman" panose="02020603050405020304" pitchFamily="18" charset="0"/>
              </a:rPr>
              <a:t>and</a:t>
            </a:r>
            <a:r>
              <a:rPr lang="en-US" altLang="en-US" sz="2000" dirty="0">
                <a:solidFill>
                  <a:schemeClr val="tx1"/>
                </a:solidFill>
                <a:latin typeface="Times New Roman" panose="02020603050405020304" pitchFamily="18" charset="0"/>
                <a:cs typeface="Times New Roman" panose="02020603050405020304" pitchFamily="18" charset="0"/>
              </a:rPr>
              <a:t> the specific EMPLOYEE with whom the dependent is related</a:t>
            </a:r>
          </a:p>
          <a:p>
            <a:pPr lvl="1" eaLnBrk="1" hangingPunct="1">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Name of DEPENDENT is the </a:t>
            </a:r>
            <a:r>
              <a:rPr lang="en-US" altLang="en-US" sz="2000" i="1" dirty="0">
                <a:solidFill>
                  <a:schemeClr val="tx1"/>
                </a:solidFill>
                <a:latin typeface="Times New Roman" panose="02020603050405020304" pitchFamily="18" charset="0"/>
                <a:cs typeface="Times New Roman" panose="02020603050405020304" pitchFamily="18" charset="0"/>
              </a:rPr>
              <a:t>partial key</a:t>
            </a:r>
          </a:p>
          <a:p>
            <a:pPr lvl="1" eaLnBrk="1" hangingPunct="1">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DEPENDENT is a </a:t>
            </a:r>
            <a:r>
              <a:rPr lang="en-US" altLang="en-US" sz="2000" i="1" dirty="0">
                <a:solidFill>
                  <a:schemeClr val="tx1"/>
                </a:solidFill>
                <a:latin typeface="Times New Roman" panose="02020603050405020304" pitchFamily="18" charset="0"/>
                <a:cs typeface="Times New Roman" panose="02020603050405020304" pitchFamily="18" charset="0"/>
              </a:rPr>
              <a:t>weak entity type</a:t>
            </a:r>
          </a:p>
          <a:p>
            <a:pPr lvl="1" eaLnBrk="1" hangingPunct="1">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EMPLOYEE is its identifying entity type via the identifying relationship type DEPENDENT_OF</a:t>
            </a:r>
          </a:p>
        </p:txBody>
      </p:sp>
    </p:spTree>
    <p:extLst>
      <p:ext uri="{BB962C8B-B14F-4D97-AF65-F5344CB8AC3E}">
        <p14:creationId xmlns:p14="http://schemas.microsoft.com/office/powerpoint/2010/main" val="448686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3B51F-F52B-45A6-AFA7-9FCCD26C254C}"/>
              </a:ext>
            </a:extLst>
          </p:cNvPr>
          <p:cNvSpPr>
            <a:spLocks noGrp="1"/>
          </p:cNvSpPr>
          <p:nvPr>
            <p:ph type="title"/>
          </p:nvPr>
        </p:nvSpPr>
        <p:spPr/>
        <p:txBody>
          <a:bodyPr/>
          <a:lstStyle/>
          <a:p>
            <a:r>
              <a:rPr lang="en-US" b="1" dirty="0"/>
              <a:t>Refining the ER Design for the COMPANY Database </a:t>
            </a:r>
          </a:p>
        </p:txBody>
      </p:sp>
      <p:sp>
        <p:nvSpPr>
          <p:cNvPr id="3" name="Content Placeholder 2">
            <a:extLst>
              <a:ext uri="{FF2B5EF4-FFF2-40B4-BE49-F238E27FC236}">
                <a16:creationId xmlns:a16="http://schemas.microsoft.com/office/drawing/2014/main" id="{B5595F3F-845B-42B5-B0D6-06074B82D45C}"/>
              </a:ext>
            </a:extLst>
          </p:cNvPr>
          <p:cNvSpPr>
            <a:spLocks noGrp="1"/>
          </p:cNvSpPr>
          <p:nvPr>
            <p:ph idx="1"/>
          </p:nvPr>
        </p:nvSpPr>
        <p:spPr/>
        <p:txBody>
          <a:bodyPr>
            <a:normAutofit/>
          </a:bodyPr>
          <a:lstStyle/>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WORKS_FOR</a:t>
            </a:r>
            <a:r>
              <a:rPr lang="en-US" dirty="0">
                <a:solidFill>
                  <a:schemeClr val="tx1"/>
                </a:solidFill>
                <a:latin typeface="Times New Roman" panose="02020603050405020304" pitchFamily="18" charset="0"/>
                <a:cs typeface="Times New Roman" panose="02020603050405020304" pitchFamily="18" charset="0"/>
              </a:rPr>
              <a:t>, a 1:N (one-to-many) relationship type between DEPARTMENT and EMPLOYEE.</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CONTROLS,</a:t>
            </a:r>
            <a:r>
              <a:rPr lang="en-US" dirty="0">
                <a:solidFill>
                  <a:schemeClr val="tx1"/>
                </a:solidFill>
                <a:latin typeface="Times New Roman" panose="02020603050405020304" pitchFamily="18" charset="0"/>
                <a:cs typeface="Times New Roman" panose="02020603050405020304" pitchFamily="18" charset="0"/>
              </a:rPr>
              <a:t> a 1:N relationship type between DEPARTMENT and PROJECT.</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SUPERVISION</a:t>
            </a:r>
            <a:r>
              <a:rPr lang="en-US" dirty="0">
                <a:solidFill>
                  <a:schemeClr val="tx1"/>
                </a:solidFill>
                <a:latin typeface="Times New Roman" panose="02020603050405020304" pitchFamily="18" charset="0"/>
                <a:cs typeface="Times New Roman" panose="02020603050405020304" pitchFamily="18" charset="0"/>
              </a:rPr>
              <a:t>, a 1:N relationship type between EMPLOYEE (in the supervisor role) and EMPLOYEE (in the supervisee role)</a:t>
            </a:r>
            <a:endParaRPr lang="en-US" b="1"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WORKS_ON,</a:t>
            </a:r>
            <a:r>
              <a:rPr lang="en-US" dirty="0">
                <a:solidFill>
                  <a:schemeClr val="tx1"/>
                </a:solidFill>
                <a:latin typeface="Times New Roman" panose="02020603050405020304" pitchFamily="18" charset="0"/>
                <a:cs typeface="Times New Roman" panose="02020603050405020304" pitchFamily="18" charset="0"/>
              </a:rPr>
              <a:t> determined to be an M:N (many-to-many) relationship type with attribute Hours.</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DEPENDENTS_OF,</a:t>
            </a:r>
            <a:r>
              <a:rPr lang="en-US" dirty="0">
                <a:solidFill>
                  <a:schemeClr val="tx1"/>
                </a:solidFill>
                <a:latin typeface="Times New Roman" panose="02020603050405020304" pitchFamily="18" charset="0"/>
                <a:cs typeface="Times New Roman" panose="02020603050405020304" pitchFamily="18" charset="0"/>
              </a:rPr>
              <a:t> a 1:N relationship type between EMPLOYEE and DEPENDENT</a:t>
            </a:r>
          </a:p>
        </p:txBody>
      </p:sp>
    </p:spTree>
    <p:extLst>
      <p:ext uri="{BB962C8B-B14F-4D97-AF65-F5344CB8AC3E}">
        <p14:creationId xmlns:p14="http://schemas.microsoft.com/office/powerpoint/2010/main" val="800652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4">
            <a:extLst>
              <a:ext uri="{FF2B5EF4-FFF2-40B4-BE49-F238E27FC236}">
                <a16:creationId xmlns:a16="http://schemas.microsoft.com/office/drawing/2014/main" id="{2E4645F8-E14A-4CA7-AE6B-F33FAA978EE6}"/>
              </a:ext>
            </a:extLst>
          </p:cNvPr>
          <p:cNvSpPr>
            <a:spLocks noGrp="1" noChangeArrowheads="1"/>
          </p:cNvSpPr>
          <p:nvPr>
            <p:ph type="title"/>
          </p:nvPr>
        </p:nvSpPr>
        <p:spPr>
          <a:xfrm>
            <a:off x="900752" y="358777"/>
            <a:ext cx="11109278" cy="1325563"/>
          </a:xfrm>
        </p:spPr>
        <p:txBody>
          <a:bodyPr>
            <a:normAutofit fontScale="90000"/>
          </a:bodyPr>
          <a:lstStyle/>
          <a:p>
            <a:pPr eaLnBrk="1" hangingPunct="1"/>
            <a:r>
              <a:rPr lang="en-US" altLang="en-US" b="1" dirty="0">
                <a:solidFill>
                  <a:schemeClr val="tx1"/>
                </a:solidFill>
              </a:rPr>
              <a:t>Alternative (min, max) notation for relationship structural constraints:</a:t>
            </a:r>
          </a:p>
        </p:txBody>
      </p:sp>
      <p:sp>
        <p:nvSpPr>
          <p:cNvPr id="64516" name="Rectangle 5">
            <a:extLst>
              <a:ext uri="{FF2B5EF4-FFF2-40B4-BE49-F238E27FC236}">
                <a16:creationId xmlns:a16="http://schemas.microsoft.com/office/drawing/2014/main" id="{D2D679A3-2E8D-4632-948B-DAF7F009B134}"/>
              </a:ext>
            </a:extLst>
          </p:cNvPr>
          <p:cNvSpPr>
            <a:spLocks noGrp="1" noChangeArrowheads="1"/>
          </p:cNvSpPr>
          <p:nvPr>
            <p:ph idx="1"/>
          </p:nvPr>
        </p:nvSpPr>
        <p:spPr>
          <a:xfrm>
            <a:off x="900752" y="1792005"/>
            <a:ext cx="11109278" cy="4805361"/>
          </a:xfrm>
        </p:spPr>
        <p:txBody>
          <a:bodyPr>
            <a:normAutofit/>
          </a:bodyPr>
          <a:lstStyle/>
          <a:p>
            <a:pPr eaLnBrk="1" hangingPunct="1">
              <a:lnSpc>
                <a:spcPct val="80000"/>
              </a:lnSpc>
              <a:buFont typeface="Arial" panose="020B0604020202020204" pitchFamily="34" charset="0"/>
              <a:buChar char="•"/>
            </a:pPr>
            <a:r>
              <a:rPr lang="en-US" altLang="en-US" dirty="0">
                <a:solidFill>
                  <a:schemeClr val="tx1"/>
                </a:solidFill>
              </a:rPr>
              <a:t>Specified on each participation of an entity type E in a relationship type R</a:t>
            </a:r>
          </a:p>
          <a:p>
            <a:pPr eaLnBrk="1" hangingPunct="1">
              <a:lnSpc>
                <a:spcPct val="80000"/>
              </a:lnSpc>
              <a:buFont typeface="Arial" panose="020B0604020202020204" pitchFamily="34" charset="0"/>
              <a:buChar char="•"/>
            </a:pPr>
            <a:r>
              <a:rPr lang="en-US" altLang="en-US" dirty="0">
                <a:solidFill>
                  <a:schemeClr val="tx1"/>
                </a:solidFill>
              </a:rPr>
              <a:t>Specifies that each entity e in E participates in at least </a:t>
            </a:r>
            <a:r>
              <a:rPr lang="en-US" altLang="en-US" i="1" dirty="0">
                <a:solidFill>
                  <a:schemeClr val="tx1"/>
                </a:solidFill>
              </a:rPr>
              <a:t>min</a:t>
            </a:r>
            <a:r>
              <a:rPr lang="en-US" altLang="en-US" dirty="0">
                <a:solidFill>
                  <a:schemeClr val="tx1"/>
                </a:solidFill>
              </a:rPr>
              <a:t> and at most </a:t>
            </a:r>
            <a:r>
              <a:rPr lang="en-US" altLang="en-US" i="1" dirty="0">
                <a:solidFill>
                  <a:schemeClr val="tx1"/>
                </a:solidFill>
              </a:rPr>
              <a:t>max</a:t>
            </a:r>
            <a:r>
              <a:rPr lang="en-US" altLang="en-US" dirty="0">
                <a:solidFill>
                  <a:schemeClr val="tx1"/>
                </a:solidFill>
              </a:rPr>
              <a:t> relationship instances in R</a:t>
            </a:r>
          </a:p>
          <a:p>
            <a:pPr eaLnBrk="1" hangingPunct="1">
              <a:lnSpc>
                <a:spcPct val="80000"/>
              </a:lnSpc>
              <a:buFont typeface="Arial" panose="020B0604020202020204" pitchFamily="34" charset="0"/>
              <a:buChar char="•"/>
            </a:pPr>
            <a:r>
              <a:rPr lang="en-US" altLang="en-US" dirty="0">
                <a:solidFill>
                  <a:schemeClr val="tx1"/>
                </a:solidFill>
              </a:rPr>
              <a:t>Default(no constraint): min</a:t>
            </a:r>
            <a:r>
              <a:rPr lang="en-US" altLang="en-US" dirty="0">
                <a:solidFill>
                  <a:schemeClr val="tx1"/>
                </a:solidFill>
                <a:sym typeface="Symbol" panose="05050102010706020507" pitchFamily="18" charset="2"/>
              </a:rPr>
              <a:t>=0, max=n (signifying no limit)</a:t>
            </a:r>
          </a:p>
          <a:p>
            <a:pPr eaLnBrk="1" hangingPunct="1">
              <a:lnSpc>
                <a:spcPct val="80000"/>
              </a:lnSpc>
              <a:buFont typeface="Arial" panose="020B0604020202020204" pitchFamily="34" charset="0"/>
              <a:buChar char="•"/>
            </a:pPr>
            <a:r>
              <a:rPr lang="en-US" altLang="en-US" dirty="0">
                <a:solidFill>
                  <a:schemeClr val="tx1"/>
                </a:solidFill>
                <a:sym typeface="Symbol" panose="05050102010706020507" pitchFamily="18" charset="2"/>
              </a:rPr>
              <a:t>Must have </a:t>
            </a:r>
            <a:r>
              <a:rPr lang="en-US" altLang="en-US" dirty="0" err="1">
                <a:solidFill>
                  <a:schemeClr val="tx1"/>
                </a:solidFill>
                <a:sym typeface="Symbol" panose="05050102010706020507" pitchFamily="18" charset="2"/>
              </a:rPr>
              <a:t>minmax</a:t>
            </a:r>
            <a:r>
              <a:rPr lang="en-US" altLang="en-US" dirty="0">
                <a:solidFill>
                  <a:schemeClr val="tx1"/>
                </a:solidFill>
                <a:sym typeface="Symbol" panose="05050102010706020507" pitchFamily="18" charset="2"/>
              </a:rPr>
              <a:t>, min0, max 1</a:t>
            </a:r>
          </a:p>
          <a:p>
            <a:pPr eaLnBrk="1" hangingPunct="1">
              <a:lnSpc>
                <a:spcPct val="80000"/>
              </a:lnSpc>
              <a:buFont typeface="Arial" panose="020B0604020202020204" pitchFamily="34" charset="0"/>
              <a:buChar char="•"/>
            </a:pPr>
            <a:r>
              <a:rPr lang="en-US" altLang="en-US" dirty="0">
                <a:solidFill>
                  <a:schemeClr val="tx1"/>
                </a:solidFill>
                <a:sym typeface="Symbol" panose="05050102010706020507" pitchFamily="18" charset="2"/>
              </a:rPr>
              <a:t>Derived from the knowledge of mini-world constraints</a:t>
            </a:r>
          </a:p>
          <a:p>
            <a:pPr eaLnBrk="1" hangingPunct="1">
              <a:lnSpc>
                <a:spcPct val="80000"/>
              </a:lnSpc>
              <a:buFont typeface="Arial" panose="020B0604020202020204" pitchFamily="34" charset="0"/>
              <a:buChar char="•"/>
            </a:pPr>
            <a:r>
              <a:rPr lang="en-US" altLang="en-US" dirty="0">
                <a:solidFill>
                  <a:schemeClr val="tx1"/>
                </a:solidFill>
                <a:sym typeface="Symbol" panose="05050102010706020507" pitchFamily="18" charset="2"/>
              </a:rPr>
              <a:t>Examples:</a:t>
            </a:r>
          </a:p>
          <a:p>
            <a:pPr lvl="1" eaLnBrk="1" hangingPunct="1">
              <a:lnSpc>
                <a:spcPct val="80000"/>
              </a:lnSpc>
              <a:buFont typeface="Arial" panose="020B0604020202020204" pitchFamily="34" charset="0"/>
              <a:buChar char="•"/>
            </a:pPr>
            <a:r>
              <a:rPr lang="en-US" altLang="en-US" sz="2000" dirty="0">
                <a:solidFill>
                  <a:schemeClr val="tx1"/>
                </a:solidFill>
                <a:sym typeface="Symbol" panose="05050102010706020507" pitchFamily="18" charset="2"/>
              </a:rPr>
              <a:t>A department has exactly one manager and an employee can manage at most one department.</a:t>
            </a:r>
          </a:p>
          <a:p>
            <a:pPr lvl="2" eaLnBrk="1" hangingPunct="1">
              <a:lnSpc>
                <a:spcPct val="80000"/>
              </a:lnSpc>
              <a:buFont typeface="Arial" panose="020B0604020202020204" pitchFamily="34" charset="0"/>
              <a:buChar char="•"/>
            </a:pPr>
            <a:r>
              <a:rPr lang="en-US" altLang="en-US" sz="1800" dirty="0">
                <a:solidFill>
                  <a:schemeClr val="tx1"/>
                </a:solidFill>
                <a:sym typeface="Symbol" panose="05050102010706020507" pitchFamily="18" charset="2"/>
              </a:rPr>
              <a:t>Specify (0,1) for participation of EMPLOYEE in MANAGES</a:t>
            </a:r>
          </a:p>
          <a:p>
            <a:pPr lvl="2" eaLnBrk="1" hangingPunct="1">
              <a:lnSpc>
                <a:spcPct val="80000"/>
              </a:lnSpc>
              <a:buFont typeface="Arial" panose="020B0604020202020204" pitchFamily="34" charset="0"/>
              <a:buChar char="•"/>
            </a:pPr>
            <a:r>
              <a:rPr lang="en-US" altLang="en-US" sz="1800" dirty="0">
                <a:solidFill>
                  <a:schemeClr val="tx1"/>
                </a:solidFill>
                <a:sym typeface="Symbol" panose="05050102010706020507" pitchFamily="18" charset="2"/>
              </a:rPr>
              <a:t>Specify (1,1) for participation of DEPARTMENT in MANAGES</a:t>
            </a:r>
          </a:p>
          <a:p>
            <a:pPr lvl="1" eaLnBrk="1" hangingPunct="1">
              <a:lnSpc>
                <a:spcPct val="80000"/>
              </a:lnSpc>
              <a:buFont typeface="Arial" panose="020B0604020202020204" pitchFamily="34" charset="0"/>
              <a:buChar char="•"/>
            </a:pPr>
            <a:r>
              <a:rPr lang="en-US" altLang="en-US" sz="2000" dirty="0">
                <a:solidFill>
                  <a:schemeClr val="tx1"/>
                </a:solidFill>
                <a:sym typeface="Symbol" panose="05050102010706020507" pitchFamily="18" charset="2"/>
              </a:rPr>
              <a:t>An employee can work for exactly one department but a department can have any number of employees.</a:t>
            </a:r>
          </a:p>
          <a:p>
            <a:pPr lvl="2" eaLnBrk="1" hangingPunct="1">
              <a:lnSpc>
                <a:spcPct val="80000"/>
              </a:lnSpc>
              <a:buFont typeface="Arial" panose="020B0604020202020204" pitchFamily="34" charset="0"/>
              <a:buChar char="•"/>
            </a:pPr>
            <a:r>
              <a:rPr lang="en-US" altLang="en-US" sz="1800" dirty="0">
                <a:solidFill>
                  <a:schemeClr val="tx1"/>
                </a:solidFill>
                <a:sym typeface="Symbol" panose="05050102010706020507" pitchFamily="18" charset="2"/>
              </a:rPr>
              <a:t>Specify (1,1) for participation of EMPLOYEE in WORKS_FOR</a:t>
            </a:r>
          </a:p>
          <a:p>
            <a:pPr lvl="2" eaLnBrk="1" hangingPunct="1">
              <a:lnSpc>
                <a:spcPct val="80000"/>
              </a:lnSpc>
              <a:buFont typeface="Arial" panose="020B0604020202020204" pitchFamily="34" charset="0"/>
              <a:buChar char="•"/>
            </a:pPr>
            <a:r>
              <a:rPr lang="en-US" altLang="en-US" sz="1800" dirty="0">
                <a:solidFill>
                  <a:schemeClr val="tx1"/>
                </a:solidFill>
                <a:sym typeface="Symbol" panose="05050102010706020507" pitchFamily="18" charset="2"/>
              </a:rPr>
              <a:t>Specify (1,n) for participation of DEPARTMENT in WORKS_FOR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192B2-7CA6-4494-AAC2-7D51C0489E13}"/>
              </a:ext>
            </a:extLst>
          </p:cNvPr>
          <p:cNvSpPr>
            <a:spLocks noGrp="1"/>
          </p:cNvSpPr>
          <p:nvPr>
            <p:ph idx="1"/>
          </p:nvPr>
        </p:nvSpPr>
        <p:spPr/>
        <p:txBody>
          <a:bodyPr>
            <a:normAutofit/>
          </a:bodyPr>
          <a:lstStyle/>
          <a:p>
            <a:pPr>
              <a:buFont typeface="Arial" panose="020B0604020202020204" pitchFamily="34" charset="0"/>
              <a:buChar char="•"/>
            </a:pPr>
            <a:r>
              <a:rPr lang="en-US" sz="2400" dirty="0">
                <a:solidFill>
                  <a:schemeClr val="tx1"/>
                </a:solidFill>
              </a:rPr>
              <a:t>The numbers mean that for each entity e in E, e must participate in at least min and at most max relationship instances in R at any point in time.</a:t>
            </a:r>
          </a:p>
          <a:p>
            <a:pPr>
              <a:buFont typeface="Arial" panose="020B0604020202020204" pitchFamily="34" charset="0"/>
              <a:buChar char="•"/>
            </a:pPr>
            <a:r>
              <a:rPr lang="en-US" sz="2400" dirty="0">
                <a:solidFill>
                  <a:schemeClr val="tx1"/>
                </a:solidFill>
              </a:rPr>
              <a:t>In this method, min = 0 implies partial participation, whereas min &gt; 0 implies total participation.</a:t>
            </a:r>
          </a:p>
        </p:txBody>
      </p:sp>
    </p:spTree>
    <p:extLst>
      <p:ext uri="{BB962C8B-B14F-4D97-AF65-F5344CB8AC3E}">
        <p14:creationId xmlns:p14="http://schemas.microsoft.com/office/powerpoint/2010/main" val="1634129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4">
            <a:extLst>
              <a:ext uri="{FF2B5EF4-FFF2-40B4-BE49-F238E27FC236}">
                <a16:creationId xmlns:a16="http://schemas.microsoft.com/office/drawing/2014/main" id="{650DE2D3-D33D-40B5-8D5C-AB29784566B6}"/>
              </a:ext>
            </a:extLst>
          </p:cNvPr>
          <p:cNvSpPr>
            <a:spLocks noGrp="1" noChangeArrowheads="1"/>
          </p:cNvSpPr>
          <p:nvPr>
            <p:ph type="title"/>
          </p:nvPr>
        </p:nvSpPr>
        <p:spPr>
          <a:noFill/>
        </p:spPr>
        <p:txBody>
          <a:bodyPr/>
          <a:lstStyle/>
          <a:p>
            <a:pPr eaLnBrk="1" hangingPunct="1"/>
            <a:r>
              <a:rPr lang="en-US" altLang="en-US" b="1" dirty="0">
                <a:solidFill>
                  <a:schemeClr val="tx1"/>
                </a:solidFill>
              </a:rPr>
              <a:t>The (</a:t>
            </a:r>
            <a:r>
              <a:rPr lang="en-US" altLang="en-US" b="1" dirty="0" err="1">
                <a:solidFill>
                  <a:schemeClr val="tx1"/>
                </a:solidFill>
              </a:rPr>
              <a:t>min,max</a:t>
            </a:r>
            <a:r>
              <a:rPr lang="en-US" altLang="en-US" b="1" dirty="0">
                <a:solidFill>
                  <a:schemeClr val="tx1"/>
                </a:solidFill>
              </a:rPr>
              <a:t>) notation for relationship constraints</a:t>
            </a:r>
          </a:p>
        </p:txBody>
      </p:sp>
      <p:pic>
        <p:nvPicPr>
          <p:cNvPr id="66564" name="Picture 27" descr="Slide3-40">
            <a:extLst>
              <a:ext uri="{FF2B5EF4-FFF2-40B4-BE49-F238E27FC236}">
                <a16:creationId xmlns:a16="http://schemas.microsoft.com/office/drawing/2014/main" id="{573920A5-602D-4661-B4F9-9067EB5BE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0906" y="2139474"/>
            <a:ext cx="7773987" cy="28686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66565" name="Text Box 28" descr="Pink tissue paper">
            <a:extLst>
              <a:ext uri="{FF2B5EF4-FFF2-40B4-BE49-F238E27FC236}">
                <a16:creationId xmlns:a16="http://schemas.microsoft.com/office/drawing/2014/main" id="{64F0F6F5-8B02-4BA2-8850-441C6DF481F0}"/>
              </a:ext>
            </a:extLst>
          </p:cNvPr>
          <p:cNvSpPr txBox="1">
            <a:spLocks noChangeArrowheads="1"/>
          </p:cNvSpPr>
          <p:nvPr/>
        </p:nvSpPr>
        <p:spPr bwMode="auto">
          <a:xfrm>
            <a:off x="2819400" y="5410201"/>
            <a:ext cx="6477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50000"/>
              </a:spcBef>
              <a:buClrTx/>
              <a:buSzTx/>
              <a:buFontTx/>
              <a:buNone/>
            </a:pPr>
            <a:r>
              <a:rPr lang="en-US" altLang="en-US" sz="2400" dirty="0">
                <a:solidFill>
                  <a:schemeClr val="tx1"/>
                </a:solidFill>
                <a:latin typeface="+mn-lt"/>
                <a:cs typeface="Arial" panose="020B0604020202020204" pitchFamily="34" charset="0"/>
              </a:rPr>
              <a:t>Read the </a:t>
            </a:r>
            <a:r>
              <a:rPr lang="en-US" altLang="en-US" sz="2400" dirty="0" err="1">
                <a:solidFill>
                  <a:schemeClr val="tx1"/>
                </a:solidFill>
                <a:latin typeface="+mn-lt"/>
                <a:cs typeface="Arial" panose="020B0604020202020204" pitchFamily="34" charset="0"/>
              </a:rPr>
              <a:t>min,max</a:t>
            </a:r>
            <a:r>
              <a:rPr lang="en-US" altLang="en-US" sz="2400" dirty="0">
                <a:solidFill>
                  <a:schemeClr val="tx1"/>
                </a:solidFill>
                <a:latin typeface="+mn-lt"/>
                <a:cs typeface="Arial" panose="020B0604020202020204" pitchFamily="34" charset="0"/>
              </a:rPr>
              <a:t> numbers next to the entity type and looking </a:t>
            </a:r>
            <a:r>
              <a:rPr lang="en-US" altLang="en-US" sz="2400" b="1" dirty="0">
                <a:solidFill>
                  <a:schemeClr val="tx1"/>
                </a:solidFill>
                <a:latin typeface="+mn-lt"/>
                <a:cs typeface="Arial" panose="020B0604020202020204" pitchFamily="34" charset="0"/>
              </a:rPr>
              <a:t>away from </a:t>
            </a:r>
            <a:r>
              <a:rPr lang="en-US" altLang="en-US" sz="2400" dirty="0">
                <a:solidFill>
                  <a:schemeClr val="tx1"/>
                </a:solidFill>
                <a:latin typeface="+mn-lt"/>
                <a:cs typeface="Arial" panose="020B0604020202020204" pitchFamily="34" charset="0"/>
              </a:rPr>
              <a:t>the entity type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a:extLst>
              <a:ext uri="{FF2B5EF4-FFF2-40B4-BE49-F238E27FC236}">
                <a16:creationId xmlns:a16="http://schemas.microsoft.com/office/drawing/2014/main" id="{7219106E-1553-4571-BEA9-6E2CC9576B6D}"/>
              </a:ext>
            </a:extLst>
          </p:cNvPr>
          <p:cNvSpPr>
            <a:spLocks noGrp="1" noChangeArrowheads="1"/>
          </p:cNvSpPr>
          <p:nvPr>
            <p:ph type="title"/>
          </p:nvPr>
        </p:nvSpPr>
        <p:spPr>
          <a:xfrm>
            <a:off x="250953" y="2079523"/>
            <a:ext cx="3155694" cy="1991826"/>
          </a:xfrm>
          <a:noFill/>
        </p:spPr>
        <p:txBody>
          <a:bodyPr>
            <a:normAutofit/>
          </a:bodyPr>
          <a:lstStyle/>
          <a:p>
            <a:pPr eaLnBrk="1" hangingPunct="1"/>
            <a:r>
              <a:rPr lang="en-US" altLang="en-US" sz="3200" dirty="0">
                <a:solidFill>
                  <a:schemeClr val="tx1"/>
                </a:solidFill>
              </a:rPr>
              <a:t>COMPANY ER Schema Diagram using (min, max) notation</a:t>
            </a:r>
          </a:p>
        </p:txBody>
      </p:sp>
      <p:pic>
        <p:nvPicPr>
          <p:cNvPr id="68612" name="Picture 4" descr="fig03_15">
            <a:extLst>
              <a:ext uri="{FF2B5EF4-FFF2-40B4-BE49-F238E27FC236}">
                <a16:creationId xmlns:a16="http://schemas.microsoft.com/office/drawing/2014/main" id="{0C875AAC-7673-45CE-B586-BDF42E6699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96838"/>
            <a:ext cx="7465142" cy="6705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4">
            <a:extLst>
              <a:ext uri="{FF2B5EF4-FFF2-40B4-BE49-F238E27FC236}">
                <a16:creationId xmlns:a16="http://schemas.microsoft.com/office/drawing/2014/main" id="{B61B8769-D463-457A-B042-0D946EB6E901}"/>
              </a:ext>
            </a:extLst>
          </p:cNvPr>
          <p:cNvSpPr>
            <a:spLocks noGrp="1" noChangeArrowheads="1"/>
          </p:cNvSpPr>
          <p:nvPr>
            <p:ph type="title"/>
          </p:nvPr>
        </p:nvSpPr>
        <p:spPr/>
        <p:txBody>
          <a:bodyPr/>
          <a:lstStyle/>
          <a:p>
            <a:pPr eaLnBrk="1" hangingPunct="1"/>
            <a:r>
              <a:rPr lang="en-US" altLang="en-US" b="1" dirty="0">
                <a:solidFill>
                  <a:schemeClr val="tx1"/>
                </a:solidFill>
              </a:rPr>
              <a:t>Relationships of Higher Degree</a:t>
            </a:r>
          </a:p>
        </p:txBody>
      </p:sp>
      <p:sp>
        <p:nvSpPr>
          <p:cNvPr id="75780" name="Rectangle 5">
            <a:extLst>
              <a:ext uri="{FF2B5EF4-FFF2-40B4-BE49-F238E27FC236}">
                <a16:creationId xmlns:a16="http://schemas.microsoft.com/office/drawing/2014/main" id="{B969BE2E-346A-40F3-BA4C-8A977B24D846}"/>
              </a:ext>
            </a:extLst>
          </p:cNvPr>
          <p:cNvSpPr>
            <a:spLocks noGrp="1" noChangeArrowheads="1"/>
          </p:cNvSpPr>
          <p:nvPr>
            <p:ph idx="1"/>
          </p:nvPr>
        </p:nvSpPr>
        <p:spPr>
          <a:xfrm>
            <a:off x="1097280" y="1919476"/>
            <a:ext cx="10388764" cy="4023360"/>
          </a:xfrm>
        </p:spPr>
        <p:txBody>
          <a:bodyPr>
            <a:normAutofit/>
          </a:bodyPr>
          <a:lstStyle/>
          <a:p>
            <a:pPr eaLnBrk="1" hangingPunct="1">
              <a:buFont typeface="Arial" panose="020B0604020202020204" pitchFamily="34" charset="0"/>
              <a:buChar char="•"/>
            </a:pPr>
            <a:r>
              <a:rPr lang="en-US" altLang="en-US" sz="2400" dirty="0">
                <a:solidFill>
                  <a:schemeClr val="tx1"/>
                </a:solidFill>
              </a:rPr>
              <a:t>Relationship types of degree 2 are called binary</a:t>
            </a:r>
          </a:p>
          <a:p>
            <a:pPr eaLnBrk="1" hangingPunct="1">
              <a:buFont typeface="Arial" panose="020B0604020202020204" pitchFamily="34" charset="0"/>
              <a:buChar char="•"/>
            </a:pPr>
            <a:r>
              <a:rPr lang="en-US" altLang="en-US" sz="2400" dirty="0">
                <a:solidFill>
                  <a:schemeClr val="tx1"/>
                </a:solidFill>
              </a:rPr>
              <a:t>Relationship types of degree 3 are called ternary and of degree n are called n-</a:t>
            </a:r>
            <a:r>
              <a:rPr lang="en-US" altLang="en-US" sz="2400" dirty="0" err="1">
                <a:solidFill>
                  <a:schemeClr val="tx1"/>
                </a:solidFill>
              </a:rPr>
              <a:t>ary</a:t>
            </a:r>
            <a:endParaRPr lang="en-US" altLang="en-US" sz="2400" dirty="0">
              <a:solidFill>
                <a:schemeClr val="tx1"/>
              </a:solidFill>
            </a:endParaRPr>
          </a:p>
          <a:p>
            <a:pPr eaLnBrk="1" hangingPunct="1">
              <a:buFont typeface="Arial" panose="020B0604020202020204" pitchFamily="34" charset="0"/>
              <a:buChar char="•"/>
            </a:pPr>
            <a:r>
              <a:rPr lang="en-US" altLang="en-US" sz="2400" dirty="0">
                <a:solidFill>
                  <a:schemeClr val="tx1"/>
                </a:solidFill>
              </a:rPr>
              <a:t>In general, an n-</a:t>
            </a:r>
            <a:r>
              <a:rPr lang="en-US" altLang="en-US" sz="2400" dirty="0" err="1">
                <a:solidFill>
                  <a:schemeClr val="tx1"/>
                </a:solidFill>
              </a:rPr>
              <a:t>ary</a:t>
            </a:r>
            <a:r>
              <a:rPr lang="en-US" altLang="en-US" sz="2400" dirty="0">
                <a:solidFill>
                  <a:schemeClr val="tx1"/>
                </a:solidFill>
              </a:rPr>
              <a:t> relationship is not equivalent to n binary relationships</a:t>
            </a:r>
          </a:p>
          <a:p>
            <a:pPr eaLnBrk="1" hangingPunct="1">
              <a:buFont typeface="Arial" panose="020B0604020202020204" pitchFamily="34" charset="0"/>
              <a:buChar char="•"/>
            </a:pPr>
            <a:r>
              <a:rPr lang="en-US" altLang="en-US" sz="2400" dirty="0">
                <a:solidFill>
                  <a:schemeClr val="tx1"/>
                </a:solidFill>
              </a:rPr>
              <a:t>Constraints are harder to specify for higher-degree relationships (n &gt; 2) than for binary relationships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1026">
            <a:extLst>
              <a:ext uri="{FF2B5EF4-FFF2-40B4-BE49-F238E27FC236}">
                <a16:creationId xmlns:a16="http://schemas.microsoft.com/office/drawing/2014/main" id="{5938DAAF-F418-44DE-B803-5D31322FB670}"/>
              </a:ext>
            </a:extLst>
          </p:cNvPr>
          <p:cNvSpPr>
            <a:spLocks noGrp="1" noChangeArrowheads="1"/>
          </p:cNvSpPr>
          <p:nvPr>
            <p:ph type="title"/>
          </p:nvPr>
        </p:nvSpPr>
        <p:spPr>
          <a:xfrm>
            <a:off x="358877" y="1877961"/>
            <a:ext cx="2286000" cy="2363788"/>
          </a:xfrm>
        </p:spPr>
        <p:txBody>
          <a:bodyPr/>
          <a:lstStyle/>
          <a:p>
            <a:pPr eaLnBrk="1" hangingPunct="1"/>
            <a:r>
              <a:rPr lang="en-US" altLang="en-US" sz="2800" b="1" dirty="0">
                <a:solidFill>
                  <a:schemeClr val="tx1"/>
                </a:solidFill>
              </a:rPr>
              <a:t>Example of a ternary relationship</a:t>
            </a:r>
          </a:p>
        </p:txBody>
      </p:sp>
      <p:pic>
        <p:nvPicPr>
          <p:cNvPr id="78852" name="Picture 1029" descr="fig03_17">
            <a:extLst>
              <a:ext uri="{FF2B5EF4-FFF2-40B4-BE49-F238E27FC236}">
                <a16:creationId xmlns:a16="http://schemas.microsoft.com/office/drawing/2014/main" id="{698D94F0-9B82-46C7-B735-4F93695DB9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5209" y="34131"/>
            <a:ext cx="6501581" cy="67897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a:extLst>
              <a:ext uri="{FF2B5EF4-FFF2-40B4-BE49-F238E27FC236}">
                <a16:creationId xmlns:a16="http://schemas.microsoft.com/office/drawing/2014/main" id="{67E99228-87F5-434B-834C-05F83602BEA7}"/>
              </a:ext>
            </a:extLst>
          </p:cNvPr>
          <p:cNvSpPr>
            <a:spLocks noGrp="1" noChangeArrowheads="1"/>
          </p:cNvSpPr>
          <p:nvPr>
            <p:ph type="title"/>
          </p:nvPr>
        </p:nvSpPr>
        <p:spPr/>
        <p:txBody>
          <a:bodyPr/>
          <a:lstStyle/>
          <a:p>
            <a:pPr eaLnBrk="1" hangingPunct="1"/>
            <a:r>
              <a:rPr lang="en-US" altLang="en-US" sz="3200" b="1" dirty="0">
                <a:solidFill>
                  <a:schemeClr val="tx1"/>
                </a:solidFill>
              </a:rPr>
              <a:t>Discussion of n-</a:t>
            </a:r>
            <a:r>
              <a:rPr lang="en-US" altLang="en-US" sz="3200" b="1" dirty="0" err="1">
                <a:solidFill>
                  <a:schemeClr val="tx1"/>
                </a:solidFill>
              </a:rPr>
              <a:t>ary</a:t>
            </a:r>
            <a:r>
              <a:rPr lang="en-US" altLang="en-US" sz="3200" b="1" dirty="0">
                <a:solidFill>
                  <a:schemeClr val="tx1"/>
                </a:solidFill>
              </a:rPr>
              <a:t> relationships (n &gt; 2)</a:t>
            </a:r>
          </a:p>
        </p:txBody>
      </p:sp>
      <p:sp>
        <p:nvSpPr>
          <p:cNvPr id="77828" name="Rectangle 3">
            <a:extLst>
              <a:ext uri="{FF2B5EF4-FFF2-40B4-BE49-F238E27FC236}">
                <a16:creationId xmlns:a16="http://schemas.microsoft.com/office/drawing/2014/main" id="{AE58D6A9-2268-4B9B-B644-43B75570DBA9}"/>
              </a:ext>
            </a:extLst>
          </p:cNvPr>
          <p:cNvSpPr>
            <a:spLocks noGrp="1" noChangeArrowheads="1"/>
          </p:cNvSpPr>
          <p:nvPr>
            <p:ph idx="1"/>
          </p:nvPr>
        </p:nvSpPr>
        <p:spPr>
          <a:xfrm>
            <a:off x="1097280" y="1919476"/>
            <a:ext cx="10058400" cy="4023360"/>
          </a:xfrm>
        </p:spPr>
        <p:txBody>
          <a:bodyPr>
            <a:normAutofit/>
          </a:bodyPr>
          <a:lstStyle/>
          <a:p>
            <a:pPr eaLnBrk="1" hangingPunct="1"/>
            <a:r>
              <a:rPr lang="en-US" altLang="en-US" sz="2400" dirty="0">
                <a:solidFill>
                  <a:schemeClr val="tx1"/>
                </a:solidFill>
              </a:rPr>
              <a:t>In general, 3 binary relationships can represent different information than a single ternary relationship (see Figure 3.17a and b)</a:t>
            </a:r>
          </a:p>
          <a:p>
            <a:pPr eaLnBrk="1" hangingPunct="1"/>
            <a:r>
              <a:rPr lang="en-US" altLang="en-US" sz="2400" dirty="0">
                <a:solidFill>
                  <a:schemeClr val="tx1"/>
                </a:solidFill>
              </a:rPr>
              <a:t>If needed, the binary and n-</a:t>
            </a:r>
            <a:r>
              <a:rPr lang="en-US" altLang="en-US" sz="2400" dirty="0" err="1">
                <a:solidFill>
                  <a:schemeClr val="tx1"/>
                </a:solidFill>
              </a:rPr>
              <a:t>ary</a:t>
            </a:r>
            <a:r>
              <a:rPr lang="en-US" altLang="en-US" sz="2400" dirty="0">
                <a:solidFill>
                  <a:schemeClr val="tx1"/>
                </a:solidFill>
              </a:rPr>
              <a:t> relationships can all be included in the schema design (see Figure 3.17a and b, where all relationships convey different meanings)</a:t>
            </a:r>
          </a:p>
          <a:p>
            <a:pPr eaLnBrk="1" hangingPunct="1"/>
            <a:r>
              <a:rPr lang="en-US" altLang="en-US" sz="2400" dirty="0">
                <a:solidFill>
                  <a:schemeClr val="tx1"/>
                </a:solidFill>
              </a:rPr>
              <a:t>In some cases, a ternary relationship can be represented as a weak entity if the data model allows a weak entity type to have multiple identifying relationships (and hence multiple owner entity types) (see Figure 3.17c)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1026">
            <a:extLst>
              <a:ext uri="{FF2B5EF4-FFF2-40B4-BE49-F238E27FC236}">
                <a16:creationId xmlns:a16="http://schemas.microsoft.com/office/drawing/2014/main" id="{8CF305EB-D670-4393-98CF-42D50C4A807E}"/>
              </a:ext>
            </a:extLst>
          </p:cNvPr>
          <p:cNvSpPr>
            <a:spLocks noGrp="1" noChangeArrowheads="1"/>
          </p:cNvSpPr>
          <p:nvPr>
            <p:ph type="title"/>
          </p:nvPr>
        </p:nvSpPr>
        <p:spPr>
          <a:xfrm>
            <a:off x="1097280" y="737419"/>
            <a:ext cx="10058400" cy="999941"/>
          </a:xfrm>
        </p:spPr>
        <p:txBody>
          <a:bodyPr/>
          <a:lstStyle/>
          <a:p>
            <a:pPr eaLnBrk="1" hangingPunct="1"/>
            <a:r>
              <a:rPr lang="en-US" altLang="en-US" sz="3200" b="1" dirty="0">
                <a:solidFill>
                  <a:schemeClr val="tx1"/>
                </a:solidFill>
              </a:rPr>
              <a:t>Discussion of n-</a:t>
            </a:r>
            <a:r>
              <a:rPr lang="en-US" altLang="en-US" sz="3200" b="1" dirty="0" err="1">
                <a:solidFill>
                  <a:schemeClr val="tx1"/>
                </a:solidFill>
              </a:rPr>
              <a:t>ary</a:t>
            </a:r>
            <a:r>
              <a:rPr lang="en-US" altLang="en-US" sz="3200" b="1" dirty="0">
                <a:solidFill>
                  <a:schemeClr val="tx1"/>
                </a:solidFill>
              </a:rPr>
              <a:t> relationships (n &gt; 2)</a:t>
            </a:r>
          </a:p>
        </p:txBody>
      </p:sp>
      <p:sp>
        <p:nvSpPr>
          <p:cNvPr id="79876" name="Rectangle 1027">
            <a:extLst>
              <a:ext uri="{FF2B5EF4-FFF2-40B4-BE49-F238E27FC236}">
                <a16:creationId xmlns:a16="http://schemas.microsoft.com/office/drawing/2014/main" id="{092D5270-798D-445A-9B24-A3520F9BB889}"/>
              </a:ext>
            </a:extLst>
          </p:cNvPr>
          <p:cNvSpPr>
            <a:spLocks noGrp="1" noChangeArrowheads="1"/>
          </p:cNvSpPr>
          <p:nvPr>
            <p:ph idx="1"/>
          </p:nvPr>
        </p:nvSpPr>
        <p:spPr/>
        <p:txBody>
          <a:bodyPr/>
          <a:lstStyle/>
          <a:p>
            <a:pPr eaLnBrk="1" hangingPunct="1"/>
            <a:r>
              <a:rPr lang="en-US" altLang="en-US" dirty="0">
                <a:solidFill>
                  <a:schemeClr val="tx1"/>
                </a:solidFill>
              </a:rPr>
              <a:t>If a particular binary relationship can be derived from a higher-degree relationship at all times, then it is redundant</a:t>
            </a:r>
          </a:p>
          <a:p>
            <a:pPr eaLnBrk="1" hangingPunct="1"/>
            <a:r>
              <a:rPr lang="en-US" altLang="en-US" dirty="0">
                <a:solidFill>
                  <a:schemeClr val="tx1"/>
                </a:solidFill>
              </a:rPr>
              <a:t>For example, the TAUGHT_DURING binary relationship in Figure 3.18 (see next slide) can be derived from the ternary relationship OFFERS (based on the meaning of the relationships)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1026">
            <a:extLst>
              <a:ext uri="{FF2B5EF4-FFF2-40B4-BE49-F238E27FC236}">
                <a16:creationId xmlns:a16="http://schemas.microsoft.com/office/drawing/2014/main" id="{8AA31434-6D57-45F6-91CD-6F6FEBE0E785}"/>
              </a:ext>
            </a:extLst>
          </p:cNvPr>
          <p:cNvSpPr>
            <a:spLocks noGrp="1" noChangeArrowheads="1"/>
          </p:cNvSpPr>
          <p:nvPr>
            <p:ph type="title"/>
          </p:nvPr>
        </p:nvSpPr>
        <p:spPr/>
        <p:txBody>
          <a:bodyPr>
            <a:normAutofit/>
          </a:bodyPr>
          <a:lstStyle/>
          <a:p>
            <a:pPr eaLnBrk="1" hangingPunct="1"/>
            <a:r>
              <a:rPr lang="en-US" altLang="en-US" sz="4000" b="1" dirty="0">
                <a:solidFill>
                  <a:schemeClr val="tx1"/>
                </a:solidFill>
              </a:rPr>
              <a:t>Another example of a ternary relationship</a:t>
            </a:r>
          </a:p>
        </p:txBody>
      </p:sp>
      <p:pic>
        <p:nvPicPr>
          <p:cNvPr id="80900" name="Picture 1029" descr="fig03_18">
            <a:extLst>
              <a:ext uri="{FF2B5EF4-FFF2-40B4-BE49-F238E27FC236}">
                <a16:creationId xmlns:a16="http://schemas.microsoft.com/office/drawing/2014/main" id="{9457FDAB-A280-4456-9704-1204102F52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914" y="1905000"/>
            <a:ext cx="7989887" cy="3733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1026">
            <a:extLst>
              <a:ext uri="{FF2B5EF4-FFF2-40B4-BE49-F238E27FC236}">
                <a16:creationId xmlns:a16="http://schemas.microsoft.com/office/drawing/2014/main" id="{212404F8-56E8-4683-B334-13C19B18AB45}"/>
              </a:ext>
            </a:extLst>
          </p:cNvPr>
          <p:cNvSpPr>
            <a:spLocks noGrp="1" noChangeArrowheads="1"/>
          </p:cNvSpPr>
          <p:nvPr>
            <p:ph type="title"/>
          </p:nvPr>
        </p:nvSpPr>
        <p:spPr>
          <a:xfrm>
            <a:off x="579120" y="263527"/>
            <a:ext cx="11094720" cy="1450757"/>
          </a:xfrm>
        </p:spPr>
        <p:txBody>
          <a:bodyPr>
            <a:normAutofit/>
          </a:bodyPr>
          <a:lstStyle/>
          <a:p>
            <a:pPr eaLnBrk="1" hangingPunct="1"/>
            <a:r>
              <a:rPr lang="en-US" altLang="en-US" sz="4000" b="1" dirty="0">
                <a:solidFill>
                  <a:schemeClr val="tx1"/>
                </a:solidFill>
              </a:rPr>
              <a:t>Displaying constraints on higher-degree relationships</a:t>
            </a:r>
          </a:p>
        </p:txBody>
      </p:sp>
      <p:sp>
        <p:nvSpPr>
          <p:cNvPr id="81924" name="Rectangle 1027">
            <a:extLst>
              <a:ext uri="{FF2B5EF4-FFF2-40B4-BE49-F238E27FC236}">
                <a16:creationId xmlns:a16="http://schemas.microsoft.com/office/drawing/2014/main" id="{68248C69-9332-4A99-BC0A-14F57C4D99DE}"/>
              </a:ext>
            </a:extLst>
          </p:cNvPr>
          <p:cNvSpPr>
            <a:spLocks noGrp="1" noChangeArrowheads="1"/>
          </p:cNvSpPr>
          <p:nvPr>
            <p:ph idx="1"/>
          </p:nvPr>
        </p:nvSpPr>
        <p:spPr/>
        <p:txBody>
          <a:bodyPr>
            <a:normAutofit/>
          </a:bodyPr>
          <a:lstStyle/>
          <a:p>
            <a:pPr eaLnBrk="1" hangingPunct="1"/>
            <a:r>
              <a:rPr lang="en-US" altLang="en-US" sz="2400" dirty="0">
                <a:solidFill>
                  <a:schemeClr val="tx1"/>
                </a:solidFill>
              </a:rPr>
              <a:t>The (min, max) constraints can be displayed on the edges – however, they do not fully describe the constraints</a:t>
            </a:r>
          </a:p>
          <a:p>
            <a:pPr eaLnBrk="1" hangingPunct="1"/>
            <a:r>
              <a:rPr lang="en-US" altLang="en-US" sz="2400" dirty="0">
                <a:solidFill>
                  <a:schemeClr val="tx1"/>
                </a:solidFill>
              </a:rPr>
              <a:t>Displaying a 1, M, or N indicates additional constraints</a:t>
            </a:r>
          </a:p>
          <a:p>
            <a:pPr lvl="1" eaLnBrk="1" hangingPunct="1"/>
            <a:r>
              <a:rPr lang="en-US" altLang="en-US" sz="2200" dirty="0">
                <a:solidFill>
                  <a:schemeClr val="tx1"/>
                </a:solidFill>
              </a:rPr>
              <a:t>An M or N indicates no constraint</a:t>
            </a:r>
          </a:p>
          <a:p>
            <a:pPr lvl="1" eaLnBrk="1" hangingPunct="1"/>
            <a:r>
              <a:rPr lang="en-US" altLang="en-US" sz="2200" dirty="0">
                <a:solidFill>
                  <a:schemeClr val="tx1"/>
                </a:solidFill>
              </a:rPr>
              <a:t>A 1 indicates that an entity can participate in at most one relationship instance </a:t>
            </a:r>
            <a:r>
              <a:rPr lang="en-US" altLang="en-US" sz="2200" i="1" dirty="0">
                <a:solidFill>
                  <a:schemeClr val="tx1"/>
                </a:solidFill>
              </a:rPr>
              <a:t>that has a particular combination of the other participating entities</a:t>
            </a:r>
          </a:p>
          <a:p>
            <a:pPr eaLnBrk="1" hangingPunct="1"/>
            <a:r>
              <a:rPr lang="en-US" altLang="en-US" sz="2400" dirty="0">
                <a:solidFill>
                  <a:schemeClr val="tx1"/>
                </a:solidFill>
              </a:rPr>
              <a:t>In general, both (min, max) and 1, M, or N are needed to describe fully the constraints</a:t>
            </a:r>
          </a:p>
          <a:p>
            <a:pPr eaLnBrk="1" hangingPunct="1"/>
            <a:r>
              <a:rPr lang="en-US" altLang="en-US" sz="2400" dirty="0">
                <a:solidFill>
                  <a:schemeClr val="tx1"/>
                </a:solidFill>
              </a:rPr>
              <a:t>Overall, the constraint specification is difficult and possibly ambiguous when we consider relationships of a degree higher than two.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E151F0DE-2290-4565-B2AF-2946B137DBDA}"/>
              </a:ext>
            </a:extLst>
          </p:cNvPr>
          <p:cNvSpPr>
            <a:spLocks noGrp="1" noChangeArrowheads="1"/>
          </p:cNvSpPr>
          <p:nvPr>
            <p:ph type="title"/>
          </p:nvPr>
        </p:nvSpPr>
        <p:spPr>
          <a:xfrm>
            <a:off x="672526" y="263527"/>
            <a:ext cx="10907907" cy="1450757"/>
          </a:xfrm>
        </p:spPr>
        <p:txBody>
          <a:bodyPr/>
          <a:lstStyle/>
          <a:p>
            <a:r>
              <a:rPr lang="en-US" altLang="en-US" b="1" dirty="0">
                <a:solidFill>
                  <a:schemeClr val="tx1"/>
                </a:solidFill>
              </a:rPr>
              <a:t>Another Example: A UNIVERSITY Database</a:t>
            </a:r>
          </a:p>
        </p:txBody>
      </p:sp>
      <p:sp>
        <p:nvSpPr>
          <p:cNvPr id="82947" name="Content Placeholder 2">
            <a:extLst>
              <a:ext uri="{FF2B5EF4-FFF2-40B4-BE49-F238E27FC236}">
                <a16:creationId xmlns:a16="http://schemas.microsoft.com/office/drawing/2014/main" id="{718E235B-BEB1-4C55-9204-377314CEE69D}"/>
              </a:ext>
            </a:extLst>
          </p:cNvPr>
          <p:cNvSpPr>
            <a:spLocks noGrp="1" noChangeArrowheads="1"/>
          </p:cNvSpPr>
          <p:nvPr>
            <p:ph idx="1"/>
          </p:nvPr>
        </p:nvSpPr>
        <p:spPr/>
        <p:txBody>
          <a:bodyPr>
            <a:normAutofit/>
          </a:bodyPr>
          <a:lstStyle/>
          <a:p>
            <a:r>
              <a:rPr lang="en-US" altLang="en-US" sz="2400" dirty="0">
                <a:solidFill>
                  <a:schemeClr val="tx1"/>
                </a:solidFill>
              </a:rPr>
              <a:t>To keep track of the enrollments in classes and student grades, another database is to be designed.</a:t>
            </a:r>
          </a:p>
          <a:p>
            <a:r>
              <a:rPr lang="en-US" altLang="en-US" sz="2400" dirty="0">
                <a:solidFill>
                  <a:schemeClr val="tx1"/>
                </a:solidFill>
              </a:rPr>
              <a:t>It keeps track of the COLLEGEs, DEPARTMENTs within each college, the COURSEs offered by departments, and SECTIONs of courses, INSTRUCTORs who teach the sections etc.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0BE439A8-31E1-4FAD-A6BE-A942378CBD17}"/>
              </a:ext>
            </a:extLst>
          </p:cNvPr>
          <p:cNvSpPr>
            <a:spLocks noGrp="1" noChangeArrowheads="1"/>
          </p:cNvSpPr>
          <p:nvPr>
            <p:ph type="title"/>
          </p:nvPr>
        </p:nvSpPr>
        <p:spPr>
          <a:xfrm>
            <a:off x="941389" y="3429000"/>
            <a:ext cx="2438400" cy="1738311"/>
          </a:xfrm>
        </p:spPr>
        <p:txBody>
          <a:bodyPr>
            <a:normAutofit fontScale="90000"/>
          </a:bodyPr>
          <a:lstStyle/>
          <a:p>
            <a:pPr eaLnBrk="1" hangingPunct="1"/>
            <a:r>
              <a:rPr lang="en-US" altLang="en-US" sz="3200" b="1" dirty="0">
                <a:solidFill>
                  <a:schemeClr val="tx1"/>
                </a:solidFill>
                <a:latin typeface="Calibri Light" panose="020F0302020204030204" pitchFamily="34" charset="0"/>
              </a:rPr>
              <a:t>UNIVERSITY database conceptual schema</a:t>
            </a:r>
          </a:p>
        </p:txBody>
      </p:sp>
      <p:sp>
        <p:nvSpPr>
          <p:cNvPr id="83972" name="Footer Placeholder 1">
            <a:extLst>
              <a:ext uri="{FF2B5EF4-FFF2-40B4-BE49-F238E27FC236}">
                <a16:creationId xmlns:a16="http://schemas.microsoft.com/office/drawing/2014/main" id="{3B15F9B6-E086-4CB4-B64C-669F144B0185}"/>
              </a:ext>
            </a:extLst>
          </p:cNvPr>
          <p:cNvSpPr>
            <a:spLocks noGrp="1"/>
          </p:cNvSpPr>
          <p:nvPr>
            <p:ph type="ftr" sz="quarter" idx="11"/>
          </p:nvPr>
        </p:nvSpPr>
        <p:spPr bwMode="auto">
          <a:xfrm>
            <a:off x="4552950" y="6356351"/>
            <a:ext cx="30861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900">
                <a:solidFill>
                  <a:srgbClr val="898989"/>
                </a:solidFill>
              </a:rPr>
              <a:t>©2016 Ramez Elmasri and Shamkant B. Navathe</a:t>
            </a:r>
          </a:p>
        </p:txBody>
      </p:sp>
      <p:sp>
        <p:nvSpPr>
          <p:cNvPr id="83971" name="Slide Number Placeholder 3">
            <a:extLst>
              <a:ext uri="{FF2B5EF4-FFF2-40B4-BE49-F238E27FC236}">
                <a16:creationId xmlns:a16="http://schemas.microsoft.com/office/drawing/2014/main" id="{A661B46B-6397-4723-B2FB-925DD52F5823}"/>
              </a:ext>
            </a:extLst>
          </p:cNvPr>
          <p:cNvSpPr>
            <a:spLocks noGrp="1" noChangeArrowheads="1"/>
          </p:cNvSpPr>
          <p:nvPr>
            <p:ph type="sldNum" sz="quarter" idx="12"/>
          </p:nvPr>
        </p:nvSpPr>
        <p:spPr>
          <a:xfrm>
            <a:off x="7981950" y="6356351"/>
            <a:ext cx="20574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3- </a:t>
            </a:r>
            <a:fld id="{3D7E35DD-9012-4C89-AAF9-D602E2D0AB1E}" type="slidenum">
              <a:rPr lang="en-US" altLang="en-US" sz="1400">
                <a:solidFill>
                  <a:srgbClr val="990033"/>
                </a:solidFill>
              </a:rPr>
              <a:pPr>
                <a:spcBef>
                  <a:spcPct val="0"/>
                </a:spcBef>
                <a:buClrTx/>
                <a:buSzTx/>
                <a:buFontTx/>
                <a:buNone/>
              </a:pPr>
              <a:t>25</a:t>
            </a:fld>
            <a:endParaRPr lang="en-CA" altLang="en-US" sz="1400">
              <a:solidFill>
                <a:srgbClr val="990033"/>
              </a:solidFill>
            </a:endParaRPr>
          </a:p>
        </p:txBody>
      </p:sp>
      <p:pic>
        <p:nvPicPr>
          <p:cNvPr id="83973" name="Picture 3">
            <a:extLst>
              <a:ext uri="{FF2B5EF4-FFF2-40B4-BE49-F238E27FC236}">
                <a16:creationId xmlns:a16="http://schemas.microsoft.com/office/drawing/2014/main" id="{D44BF464-E56F-4E2E-854C-46DFEA1FBC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60589" y="1690689"/>
            <a:ext cx="7888287" cy="437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Picture 6">
            <a:extLst>
              <a:ext uri="{FF2B5EF4-FFF2-40B4-BE49-F238E27FC236}">
                <a16:creationId xmlns:a16="http://schemas.microsoft.com/office/drawing/2014/main" id="{75FED064-F914-4C25-B69B-50DE2D0FF7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57588" y="80963"/>
            <a:ext cx="6881812" cy="6762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Text Box 2">
            <a:extLst>
              <a:ext uri="{FF2B5EF4-FFF2-40B4-BE49-F238E27FC236}">
                <a16:creationId xmlns:a16="http://schemas.microsoft.com/office/drawing/2014/main" id="{6B637A28-0889-4EC5-BA30-354C9967D0FB}"/>
              </a:ext>
            </a:extLst>
          </p:cNvPr>
          <p:cNvSpPr txBox="1">
            <a:spLocks noChangeArrowheads="1"/>
          </p:cNvSpPr>
          <p:nvPr/>
        </p:nvSpPr>
        <p:spPr bwMode="auto">
          <a:xfrm>
            <a:off x="1031615" y="114399"/>
            <a:ext cx="1012876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r>
              <a:rPr lang="en-US" altLang="en-US" sz="3200" b="1" dirty="0">
                <a:solidFill>
                  <a:schemeClr val="tx1"/>
                </a:solidFill>
              </a:rPr>
              <a:t>Some of the Automated Database Design Tools </a:t>
            </a:r>
            <a:r>
              <a:rPr lang="en-US" altLang="en-US" sz="2000" b="1" dirty="0">
                <a:solidFill>
                  <a:schemeClr val="tx1"/>
                </a:solidFill>
              </a:rPr>
              <a:t>(Note: Not all may be on the market now)</a:t>
            </a:r>
          </a:p>
        </p:txBody>
      </p:sp>
      <p:graphicFrame>
        <p:nvGraphicFramePr>
          <p:cNvPr id="884809" name="Group 73">
            <a:extLst>
              <a:ext uri="{FF2B5EF4-FFF2-40B4-BE49-F238E27FC236}">
                <a16:creationId xmlns:a16="http://schemas.microsoft.com/office/drawing/2014/main" id="{556EDF7B-4711-416D-A419-F0CB230120BD}"/>
              </a:ext>
            </a:extLst>
          </p:cNvPr>
          <p:cNvGraphicFramePr>
            <a:graphicFrameLocks noGrp="1"/>
          </p:cNvGraphicFramePr>
          <p:nvPr>
            <p:extLst>
              <p:ext uri="{D42A27DB-BD31-4B8C-83A1-F6EECF244321}">
                <p14:modId xmlns:p14="http://schemas.microsoft.com/office/powerpoint/2010/main" val="4011727566"/>
              </p:ext>
            </p:extLst>
          </p:nvPr>
        </p:nvGraphicFramePr>
        <p:xfrm>
          <a:off x="1110659" y="1047136"/>
          <a:ext cx="9970680" cy="5177755"/>
        </p:xfrm>
        <a:graphic>
          <a:graphicData uri="http://schemas.openxmlformats.org/drawingml/2006/table">
            <a:tbl>
              <a:tblPr/>
              <a:tblGrid>
                <a:gridCol w="1664216">
                  <a:extLst>
                    <a:ext uri="{9D8B030D-6E8A-4147-A177-3AD203B41FA5}">
                      <a16:colId xmlns:a16="http://schemas.microsoft.com/office/drawing/2014/main" val="20000"/>
                    </a:ext>
                  </a:extLst>
                </a:gridCol>
                <a:gridCol w="3122003">
                  <a:extLst>
                    <a:ext uri="{9D8B030D-6E8A-4147-A177-3AD203B41FA5}">
                      <a16:colId xmlns:a16="http://schemas.microsoft.com/office/drawing/2014/main" val="20001"/>
                    </a:ext>
                  </a:extLst>
                </a:gridCol>
                <a:gridCol w="5184461">
                  <a:extLst>
                    <a:ext uri="{9D8B030D-6E8A-4147-A177-3AD203B41FA5}">
                      <a16:colId xmlns:a16="http://schemas.microsoft.com/office/drawing/2014/main" val="20002"/>
                    </a:ext>
                  </a:extLst>
                </a:gridCol>
              </a:tblGrid>
              <a:tr h="346098">
                <a:tc>
                  <a:txBody>
                    <a:body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dirty="0">
                          <a:ln>
                            <a:noFill/>
                          </a:ln>
                          <a:solidFill>
                            <a:schemeClr val="tx2"/>
                          </a:solidFill>
                          <a:effectLst/>
                          <a:latin typeface="Arial Narrow" pitchFamily="34" charset="0"/>
                        </a:rPr>
                        <a:t>COMPANY</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TOOL</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FUNCTIONALITY</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078">
                <a:tc rowSpan="2">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Embarcadero Technologies</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ER Studio</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Database Modeling in ER and IDEF1X</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1126">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DB Artisan</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Database administration, space and security management</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6098">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Oracle</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Developer 2000/Designer 2000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Database modeling, application development</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7825">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Popkin Software</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System Architect 2001</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dirty="0">
                          <a:ln>
                            <a:noFill/>
                          </a:ln>
                          <a:solidFill>
                            <a:schemeClr val="tx2"/>
                          </a:solidFill>
                          <a:effectLst/>
                          <a:latin typeface="Arial Narrow" pitchFamily="34" charset="0"/>
                        </a:rPr>
                        <a:t>Data modeling, object modeling, process modeling, structured analysis/design</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49552">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Platinum (Computer Associates) </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Enterprise Modeling Suite: Erwin, BPWin, Paradigm Plus</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dirty="0">
                          <a:ln>
                            <a:noFill/>
                          </a:ln>
                          <a:solidFill>
                            <a:schemeClr val="tx2"/>
                          </a:solidFill>
                          <a:effectLst/>
                          <a:latin typeface="Arial Narrow" pitchFamily="34" charset="0"/>
                        </a:rPr>
                        <a:t>Data, process, and business component modeling</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1126">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Persistence Inc.</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Pwertier</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Mapping from O-O to relational model</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7458">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Rational (IBM)</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Rational Rose</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dirty="0">
                          <a:ln>
                            <a:noFill/>
                          </a:ln>
                          <a:solidFill>
                            <a:schemeClr val="tx2"/>
                          </a:solidFill>
                          <a:effectLst/>
                          <a:latin typeface="Arial Narrow" pitchFamily="34" charset="0"/>
                        </a:rPr>
                        <a:t>UML Modeling &amp; application generation in C++/JAVA</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5838">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Resolution Ltd.</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Xcase</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Conceptual modeling up to code maintenance</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6098">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Sybase</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Enterprise Application Suite</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 modeling, business logic modeling</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7458">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Visio</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Visio Enterprise</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dirty="0">
                          <a:ln>
                            <a:noFill/>
                          </a:ln>
                          <a:solidFill>
                            <a:schemeClr val="tx2"/>
                          </a:solidFill>
                          <a:effectLst/>
                          <a:latin typeface="Arial Narrow" pitchFamily="34" charset="0"/>
                        </a:rPr>
                        <a:t>Data modeling, design/reengineering Visual Basic/C++</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1732</TotalTime>
  <Words>4336</Words>
  <Application>Microsoft Office PowerPoint</Application>
  <PresentationFormat>Widescreen</PresentationFormat>
  <Paragraphs>252</Paragraphs>
  <Slides>26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Aptos</vt:lpstr>
      <vt:lpstr>Arial</vt:lpstr>
      <vt:lpstr>Arial Narrow</vt:lpstr>
      <vt:lpstr>Calibri</vt:lpstr>
      <vt:lpstr>Calibri Light</vt:lpstr>
      <vt:lpstr>Symbol</vt:lpstr>
      <vt:lpstr>Tahoma</vt:lpstr>
      <vt:lpstr>Times New Roman</vt:lpstr>
      <vt:lpstr>Wingdings</vt:lpstr>
      <vt:lpstr>Retrospect</vt:lpstr>
      <vt:lpstr> Database Systems</vt:lpstr>
      <vt:lpstr>Refining the COMPANY database schema by introducing relationships</vt:lpstr>
      <vt:lpstr>Recursive Relationship Type is: SUPERVISION (participation role names are shown)</vt:lpstr>
      <vt:lpstr>Constraints on Binary Relationship Types</vt:lpstr>
      <vt:lpstr>PowerPoint Presentation</vt:lpstr>
      <vt:lpstr>Participation Constraints and Existence Dependencies</vt:lpstr>
      <vt:lpstr>Attributes of Relationship Types </vt:lpstr>
      <vt:lpstr>Attributes of Relationship Types </vt:lpstr>
      <vt:lpstr>Attributes of Relationship Types </vt:lpstr>
      <vt:lpstr>Weak Entity Types </vt:lpstr>
      <vt:lpstr>PowerPoint Presentation</vt:lpstr>
      <vt:lpstr>Weak Entity Types </vt:lpstr>
      <vt:lpstr>Refining the ER Design for the COMPANY Database </vt:lpstr>
      <vt:lpstr>Alternative (min, max) notation for relationship structural constraints:</vt:lpstr>
      <vt:lpstr>PowerPoint Presentation</vt:lpstr>
      <vt:lpstr>The (min,max) notation for relationship constraints</vt:lpstr>
      <vt:lpstr>COMPANY ER Schema Diagram using (min, max) notation</vt:lpstr>
      <vt:lpstr>Relationships of Higher Degree</vt:lpstr>
      <vt:lpstr>Example of a ternary relationship</vt:lpstr>
      <vt:lpstr>Discussion of n-ary relationships (n &gt; 2)</vt:lpstr>
      <vt:lpstr>Discussion of n-ary relationships (n &gt; 2)</vt:lpstr>
      <vt:lpstr>Another example of a ternary relationship</vt:lpstr>
      <vt:lpstr>Displaying constraints on higher-degree relationships</vt:lpstr>
      <vt:lpstr>Another Example: A UNIVERSITY Database</vt:lpstr>
      <vt:lpstr>UNIVERSITY database conceptual schema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46</cp:revision>
  <dcterms:created xsi:type="dcterms:W3CDTF">2024-08-09T06:58:16Z</dcterms:created>
  <dcterms:modified xsi:type="dcterms:W3CDTF">2024-10-01T05:29:54Z</dcterms:modified>
</cp:coreProperties>
</file>