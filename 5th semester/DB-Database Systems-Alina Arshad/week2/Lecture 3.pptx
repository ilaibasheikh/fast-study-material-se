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 r:id="rId2"/>
    <p:sldId id="278" r:id="rId3"/>
    <p:sldId id="293" r:id="rId4"/>
    <p:sldId id="280" r:id="rId5"/>
    <p:sldId id="281" r:id="rId6"/>
    <p:sldId id="282" r:id="rId7"/>
    <p:sldId id="283" r:id="rId8"/>
    <p:sldId id="284" r:id="rId9"/>
    <p:sldId id="384" r:id="rId10"/>
    <p:sldId id="285" r:id="rId11"/>
    <p:sldId id="385" r:id="rId12"/>
    <p:sldId id="386" r:id="rId13"/>
    <p:sldId id="286" r:id="rId14"/>
    <p:sldId id="287" r:id="rId15"/>
    <p:sldId id="383" r:id="rId16"/>
    <p:sldId id="279"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3EE3B8-698D-4805-B937-C915DCC3A7B4}" v="5" dt="2024-08-26T14:52:54.3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74" autoAdjust="0"/>
    <p:restoredTop sz="93103" autoAdjust="0"/>
  </p:normalViewPr>
  <p:slideViewPr>
    <p:cSldViewPr snapToGrid="0">
      <p:cViewPr varScale="1">
        <p:scale>
          <a:sx n="70" d="100"/>
          <a:sy n="70" d="100"/>
        </p:scale>
        <p:origin x="53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B83EE3B8-698D-4805-B937-C915DCC3A7B4}"/>
    <pc:docChg chg="undo custSel addSld delSld modSld">
      <pc:chgData name="Ms Alina Arshad" userId="cccdfd85-d35d-4453-9c6f-a463aae40722" providerId="ADAL" clId="{B83EE3B8-698D-4805-B937-C915DCC3A7B4}" dt="2024-08-31T12:20:54.837" v="222"/>
      <pc:docMkLst>
        <pc:docMk/>
      </pc:docMkLst>
      <pc:sldChg chg="modSp mod">
        <pc:chgData name="Ms Alina Arshad" userId="cccdfd85-d35d-4453-9c6f-a463aae40722" providerId="ADAL" clId="{B83EE3B8-698D-4805-B937-C915DCC3A7B4}" dt="2024-08-31T12:20:54.837" v="222"/>
        <pc:sldMkLst>
          <pc:docMk/>
          <pc:sldMk cId="3322361034" sldId="256"/>
        </pc:sldMkLst>
        <pc:spChg chg="mod">
          <ac:chgData name="Ms Alina Arshad" userId="cccdfd85-d35d-4453-9c6f-a463aae40722" providerId="ADAL" clId="{B83EE3B8-698D-4805-B937-C915DCC3A7B4}" dt="2024-08-31T12:20:54.837" v="222"/>
          <ac:spMkLst>
            <pc:docMk/>
            <pc:sldMk cId="3322361034" sldId="256"/>
            <ac:spMk id="3" creationId="{44E9F82C-BBA7-3495-1097-BEDB54FFFDF4}"/>
          </ac:spMkLst>
        </pc:spChg>
      </pc:sldChg>
      <pc:sldChg chg="modSp mod">
        <pc:chgData name="Ms Alina Arshad" userId="cccdfd85-d35d-4453-9c6f-a463aae40722" providerId="ADAL" clId="{B83EE3B8-698D-4805-B937-C915DCC3A7B4}" dt="2024-08-27T14:58:19.757" v="160" actId="1036"/>
        <pc:sldMkLst>
          <pc:docMk/>
          <pc:sldMk cId="690379836" sldId="278"/>
        </pc:sldMkLst>
        <pc:spChg chg="mod">
          <ac:chgData name="Ms Alina Arshad" userId="cccdfd85-d35d-4453-9c6f-a463aae40722" providerId="ADAL" clId="{B83EE3B8-698D-4805-B937-C915DCC3A7B4}" dt="2024-08-26T14:31:51.413" v="2" actId="207"/>
          <ac:spMkLst>
            <pc:docMk/>
            <pc:sldMk cId="690379836" sldId="278"/>
            <ac:spMk id="2" creationId="{00000000-0000-0000-0000-000000000000}"/>
          </ac:spMkLst>
        </pc:spChg>
        <pc:spChg chg="mod">
          <ac:chgData name="Ms Alina Arshad" userId="cccdfd85-d35d-4453-9c6f-a463aae40722" providerId="ADAL" clId="{B83EE3B8-698D-4805-B937-C915DCC3A7B4}" dt="2024-08-27T14:58:19.757" v="160" actId="1036"/>
          <ac:spMkLst>
            <pc:docMk/>
            <pc:sldMk cId="690379836" sldId="278"/>
            <ac:spMk id="3" creationId="{00000000-0000-0000-0000-000000000000}"/>
          </ac:spMkLst>
        </pc:spChg>
      </pc:sldChg>
      <pc:sldChg chg="modSp mod">
        <pc:chgData name="Ms Alina Arshad" userId="cccdfd85-d35d-4453-9c6f-a463aae40722" providerId="ADAL" clId="{B83EE3B8-698D-4805-B937-C915DCC3A7B4}" dt="2024-08-26T14:32:49.003" v="13" actId="1076"/>
        <pc:sldMkLst>
          <pc:docMk/>
          <pc:sldMk cId="1359494105" sldId="280"/>
        </pc:sldMkLst>
        <pc:spChg chg="mod">
          <ac:chgData name="Ms Alina Arshad" userId="cccdfd85-d35d-4453-9c6f-a463aae40722" providerId="ADAL" clId="{B83EE3B8-698D-4805-B937-C915DCC3A7B4}" dt="2024-08-26T14:32:49.003" v="13" actId="1076"/>
          <ac:spMkLst>
            <pc:docMk/>
            <pc:sldMk cId="1359494105" sldId="280"/>
            <ac:spMk id="2" creationId="{00000000-0000-0000-0000-000000000000}"/>
          </ac:spMkLst>
        </pc:spChg>
        <pc:spChg chg="mod">
          <ac:chgData name="Ms Alina Arshad" userId="cccdfd85-d35d-4453-9c6f-a463aae40722" providerId="ADAL" clId="{B83EE3B8-698D-4805-B937-C915DCC3A7B4}" dt="2024-08-26T14:32:24.843" v="7" actId="207"/>
          <ac:spMkLst>
            <pc:docMk/>
            <pc:sldMk cId="1359494105" sldId="280"/>
            <ac:spMk id="3" creationId="{00000000-0000-0000-0000-000000000000}"/>
          </ac:spMkLst>
        </pc:spChg>
      </pc:sldChg>
      <pc:sldChg chg="modSp mod">
        <pc:chgData name="Ms Alina Arshad" userId="cccdfd85-d35d-4453-9c6f-a463aae40722" providerId="ADAL" clId="{B83EE3B8-698D-4805-B937-C915DCC3A7B4}" dt="2024-08-26T14:33:20.054" v="22" actId="255"/>
        <pc:sldMkLst>
          <pc:docMk/>
          <pc:sldMk cId="1986393990" sldId="281"/>
        </pc:sldMkLst>
        <pc:spChg chg="mod">
          <ac:chgData name="Ms Alina Arshad" userId="cccdfd85-d35d-4453-9c6f-a463aae40722" providerId="ADAL" clId="{B83EE3B8-698D-4805-B937-C915DCC3A7B4}" dt="2024-08-26T14:33:02.676" v="17" actId="207"/>
          <ac:spMkLst>
            <pc:docMk/>
            <pc:sldMk cId="1986393990" sldId="281"/>
            <ac:spMk id="2" creationId="{00000000-0000-0000-0000-000000000000}"/>
          </ac:spMkLst>
        </pc:spChg>
        <pc:spChg chg="mod">
          <ac:chgData name="Ms Alina Arshad" userId="cccdfd85-d35d-4453-9c6f-a463aae40722" providerId="ADAL" clId="{B83EE3B8-698D-4805-B937-C915DCC3A7B4}" dt="2024-08-26T14:33:20.054" v="22" actId="255"/>
          <ac:spMkLst>
            <pc:docMk/>
            <pc:sldMk cId="1986393990" sldId="281"/>
            <ac:spMk id="3" creationId="{00000000-0000-0000-0000-000000000000}"/>
          </ac:spMkLst>
        </pc:spChg>
      </pc:sldChg>
      <pc:sldChg chg="modSp mod">
        <pc:chgData name="Ms Alina Arshad" userId="cccdfd85-d35d-4453-9c6f-a463aae40722" providerId="ADAL" clId="{B83EE3B8-698D-4805-B937-C915DCC3A7B4}" dt="2024-08-26T14:33:45.149" v="28" actId="20577"/>
        <pc:sldMkLst>
          <pc:docMk/>
          <pc:sldMk cId="62257074" sldId="282"/>
        </pc:sldMkLst>
        <pc:spChg chg="mod">
          <ac:chgData name="Ms Alina Arshad" userId="cccdfd85-d35d-4453-9c6f-a463aae40722" providerId="ADAL" clId="{B83EE3B8-698D-4805-B937-C915DCC3A7B4}" dt="2024-08-26T14:33:33.853" v="25" actId="207"/>
          <ac:spMkLst>
            <pc:docMk/>
            <pc:sldMk cId="62257074" sldId="282"/>
            <ac:spMk id="2" creationId="{00000000-0000-0000-0000-000000000000}"/>
          </ac:spMkLst>
        </pc:spChg>
        <pc:spChg chg="mod">
          <ac:chgData name="Ms Alina Arshad" userId="cccdfd85-d35d-4453-9c6f-a463aae40722" providerId="ADAL" clId="{B83EE3B8-698D-4805-B937-C915DCC3A7B4}" dt="2024-08-26T14:33:45.149" v="28" actId="20577"/>
          <ac:spMkLst>
            <pc:docMk/>
            <pc:sldMk cId="62257074" sldId="282"/>
            <ac:spMk id="3" creationId="{00000000-0000-0000-0000-000000000000}"/>
          </ac:spMkLst>
        </pc:spChg>
      </pc:sldChg>
      <pc:sldChg chg="modSp mod">
        <pc:chgData name="Ms Alina Arshad" userId="cccdfd85-d35d-4453-9c6f-a463aae40722" providerId="ADAL" clId="{B83EE3B8-698D-4805-B937-C915DCC3A7B4}" dt="2024-08-31T12:14:51.823" v="221" actId="20577"/>
        <pc:sldMkLst>
          <pc:docMk/>
          <pc:sldMk cId="1448268549" sldId="283"/>
        </pc:sldMkLst>
        <pc:spChg chg="mod">
          <ac:chgData name="Ms Alina Arshad" userId="cccdfd85-d35d-4453-9c6f-a463aae40722" providerId="ADAL" clId="{B83EE3B8-698D-4805-B937-C915DCC3A7B4}" dt="2024-08-26T14:34:42.388" v="33" actId="207"/>
          <ac:spMkLst>
            <pc:docMk/>
            <pc:sldMk cId="1448268549" sldId="283"/>
            <ac:spMk id="2" creationId="{00000000-0000-0000-0000-000000000000}"/>
          </ac:spMkLst>
        </pc:spChg>
        <pc:spChg chg="mod">
          <ac:chgData name="Ms Alina Arshad" userId="cccdfd85-d35d-4453-9c6f-a463aae40722" providerId="ADAL" clId="{B83EE3B8-698D-4805-B937-C915DCC3A7B4}" dt="2024-08-31T12:14:51.823" v="221" actId="20577"/>
          <ac:spMkLst>
            <pc:docMk/>
            <pc:sldMk cId="1448268549" sldId="283"/>
            <ac:spMk id="3" creationId="{00000000-0000-0000-0000-000000000000}"/>
          </ac:spMkLst>
        </pc:spChg>
      </pc:sldChg>
      <pc:sldChg chg="modSp mod">
        <pc:chgData name="Ms Alina Arshad" userId="cccdfd85-d35d-4453-9c6f-a463aae40722" providerId="ADAL" clId="{B83EE3B8-698D-4805-B937-C915DCC3A7B4}" dt="2024-08-26T14:35:01.191" v="37" actId="14100"/>
        <pc:sldMkLst>
          <pc:docMk/>
          <pc:sldMk cId="1013870418" sldId="284"/>
        </pc:sldMkLst>
        <pc:spChg chg="mod">
          <ac:chgData name="Ms Alina Arshad" userId="cccdfd85-d35d-4453-9c6f-a463aae40722" providerId="ADAL" clId="{B83EE3B8-698D-4805-B937-C915DCC3A7B4}" dt="2024-08-26T14:35:01.191" v="37" actId="14100"/>
          <ac:spMkLst>
            <pc:docMk/>
            <pc:sldMk cId="1013870418" sldId="284"/>
            <ac:spMk id="2" creationId="{00000000-0000-0000-0000-000000000000}"/>
          </ac:spMkLst>
        </pc:spChg>
        <pc:spChg chg="mod">
          <ac:chgData name="Ms Alina Arshad" userId="cccdfd85-d35d-4453-9c6f-a463aae40722" providerId="ADAL" clId="{B83EE3B8-698D-4805-B937-C915DCC3A7B4}" dt="2024-08-26T14:34:55.651" v="35" actId="255"/>
          <ac:spMkLst>
            <pc:docMk/>
            <pc:sldMk cId="1013870418" sldId="284"/>
            <ac:spMk id="3" creationId="{00000000-0000-0000-0000-000000000000}"/>
          </ac:spMkLst>
        </pc:spChg>
      </pc:sldChg>
      <pc:sldChg chg="modSp mod">
        <pc:chgData name="Ms Alina Arshad" userId="cccdfd85-d35d-4453-9c6f-a463aae40722" providerId="ADAL" clId="{B83EE3B8-698D-4805-B937-C915DCC3A7B4}" dt="2024-08-27T15:12:47.410" v="220" actId="207"/>
        <pc:sldMkLst>
          <pc:docMk/>
          <pc:sldMk cId="1933644143" sldId="285"/>
        </pc:sldMkLst>
        <pc:spChg chg="mod">
          <ac:chgData name="Ms Alina Arshad" userId="cccdfd85-d35d-4453-9c6f-a463aae40722" providerId="ADAL" clId="{B83EE3B8-698D-4805-B937-C915DCC3A7B4}" dt="2024-08-26T14:47:29.082" v="58" actId="14100"/>
          <ac:spMkLst>
            <pc:docMk/>
            <pc:sldMk cId="1933644143" sldId="285"/>
            <ac:spMk id="2" creationId="{00000000-0000-0000-0000-000000000000}"/>
          </ac:spMkLst>
        </pc:spChg>
        <pc:spChg chg="mod">
          <ac:chgData name="Ms Alina Arshad" userId="cccdfd85-d35d-4453-9c6f-a463aae40722" providerId="ADAL" clId="{B83EE3B8-698D-4805-B937-C915DCC3A7B4}" dt="2024-08-27T15:12:47.410" v="220" actId="207"/>
          <ac:spMkLst>
            <pc:docMk/>
            <pc:sldMk cId="1933644143" sldId="285"/>
            <ac:spMk id="3" creationId="{00000000-0000-0000-0000-000000000000}"/>
          </ac:spMkLst>
        </pc:spChg>
      </pc:sldChg>
      <pc:sldChg chg="modSp mod">
        <pc:chgData name="Ms Alina Arshad" userId="cccdfd85-d35d-4453-9c6f-a463aae40722" providerId="ADAL" clId="{B83EE3B8-698D-4805-B937-C915DCC3A7B4}" dt="2024-08-26T14:54:12.864" v="135" actId="1076"/>
        <pc:sldMkLst>
          <pc:docMk/>
          <pc:sldMk cId="3042126378" sldId="286"/>
        </pc:sldMkLst>
        <pc:spChg chg="mod">
          <ac:chgData name="Ms Alina Arshad" userId="cccdfd85-d35d-4453-9c6f-a463aae40722" providerId="ADAL" clId="{B83EE3B8-698D-4805-B937-C915DCC3A7B4}" dt="2024-08-26T14:53:28.150" v="123" actId="14100"/>
          <ac:spMkLst>
            <pc:docMk/>
            <pc:sldMk cId="3042126378" sldId="286"/>
            <ac:spMk id="2" creationId="{00000000-0000-0000-0000-000000000000}"/>
          </ac:spMkLst>
        </pc:spChg>
        <pc:spChg chg="mod">
          <ac:chgData name="Ms Alina Arshad" userId="cccdfd85-d35d-4453-9c6f-a463aae40722" providerId="ADAL" clId="{B83EE3B8-698D-4805-B937-C915DCC3A7B4}" dt="2024-08-26T14:54:09.444" v="134" actId="1076"/>
          <ac:spMkLst>
            <pc:docMk/>
            <pc:sldMk cId="3042126378" sldId="286"/>
            <ac:spMk id="3" creationId="{00000000-0000-0000-0000-000000000000}"/>
          </ac:spMkLst>
        </pc:spChg>
        <pc:picChg chg="mod">
          <ac:chgData name="Ms Alina Arshad" userId="cccdfd85-d35d-4453-9c6f-a463aae40722" providerId="ADAL" clId="{B83EE3B8-698D-4805-B937-C915DCC3A7B4}" dt="2024-08-26T14:54:12.864" v="135" actId="1076"/>
          <ac:picMkLst>
            <pc:docMk/>
            <pc:sldMk cId="3042126378" sldId="286"/>
            <ac:picMk id="4" creationId="{00000000-0000-0000-0000-000000000000}"/>
          </ac:picMkLst>
        </pc:picChg>
      </pc:sldChg>
      <pc:sldChg chg="modSp mod">
        <pc:chgData name="Ms Alina Arshad" userId="cccdfd85-d35d-4453-9c6f-a463aae40722" providerId="ADAL" clId="{B83EE3B8-698D-4805-B937-C915DCC3A7B4}" dt="2024-08-26T14:54:57.484" v="147" actId="14100"/>
        <pc:sldMkLst>
          <pc:docMk/>
          <pc:sldMk cId="907460114" sldId="287"/>
        </pc:sldMkLst>
        <pc:spChg chg="mod">
          <ac:chgData name="Ms Alina Arshad" userId="cccdfd85-d35d-4453-9c6f-a463aae40722" providerId="ADAL" clId="{B83EE3B8-698D-4805-B937-C915DCC3A7B4}" dt="2024-08-26T14:54:18.848" v="136" actId="207"/>
          <ac:spMkLst>
            <pc:docMk/>
            <pc:sldMk cId="907460114" sldId="287"/>
            <ac:spMk id="2" creationId="{00000000-0000-0000-0000-000000000000}"/>
          </ac:spMkLst>
        </pc:spChg>
        <pc:spChg chg="mod">
          <ac:chgData name="Ms Alina Arshad" userId="cccdfd85-d35d-4453-9c6f-a463aae40722" providerId="ADAL" clId="{B83EE3B8-698D-4805-B937-C915DCC3A7B4}" dt="2024-08-26T14:54:52.504" v="145" actId="14100"/>
          <ac:spMkLst>
            <pc:docMk/>
            <pc:sldMk cId="907460114" sldId="287"/>
            <ac:spMk id="3" creationId="{00000000-0000-0000-0000-000000000000}"/>
          </ac:spMkLst>
        </pc:spChg>
        <pc:picChg chg="mod">
          <ac:chgData name="Ms Alina Arshad" userId="cccdfd85-d35d-4453-9c6f-a463aae40722" providerId="ADAL" clId="{B83EE3B8-698D-4805-B937-C915DCC3A7B4}" dt="2024-08-26T14:54:57.484" v="147" actId="14100"/>
          <ac:picMkLst>
            <pc:docMk/>
            <pc:sldMk cId="907460114" sldId="287"/>
            <ac:picMk id="4" creationId="{00000000-0000-0000-0000-000000000000}"/>
          </ac:picMkLst>
        </pc:picChg>
      </pc:sldChg>
      <pc:sldChg chg="modSp mod">
        <pc:chgData name="Ms Alina Arshad" userId="cccdfd85-d35d-4453-9c6f-a463aae40722" providerId="ADAL" clId="{B83EE3B8-698D-4805-B937-C915DCC3A7B4}" dt="2024-08-27T14:58:30.434" v="162" actId="207"/>
        <pc:sldMkLst>
          <pc:docMk/>
          <pc:sldMk cId="1846796533" sldId="293"/>
        </pc:sldMkLst>
        <pc:spChg chg="mod">
          <ac:chgData name="Ms Alina Arshad" userId="cccdfd85-d35d-4453-9c6f-a463aae40722" providerId="ADAL" clId="{B83EE3B8-698D-4805-B937-C915DCC3A7B4}" dt="2024-08-27T14:58:25.784" v="161" actId="207"/>
          <ac:spMkLst>
            <pc:docMk/>
            <pc:sldMk cId="1846796533" sldId="293"/>
            <ac:spMk id="2" creationId="{00000000-0000-0000-0000-000000000000}"/>
          </ac:spMkLst>
        </pc:spChg>
        <pc:spChg chg="mod">
          <ac:chgData name="Ms Alina Arshad" userId="cccdfd85-d35d-4453-9c6f-a463aae40722" providerId="ADAL" clId="{B83EE3B8-698D-4805-B937-C915DCC3A7B4}" dt="2024-08-27T14:58:30.434" v="162" actId="207"/>
          <ac:spMkLst>
            <pc:docMk/>
            <pc:sldMk cId="1846796533" sldId="293"/>
            <ac:spMk id="3" creationId="{00000000-0000-0000-0000-000000000000}"/>
          </ac:spMkLst>
        </pc:spChg>
      </pc:sldChg>
      <pc:sldChg chg="addSp delSp modSp del mod">
        <pc:chgData name="Ms Alina Arshad" userId="cccdfd85-d35d-4453-9c6f-a463aae40722" providerId="ADAL" clId="{B83EE3B8-698D-4805-B937-C915DCC3A7B4}" dt="2024-08-26T14:47:15.799" v="53" actId="47"/>
        <pc:sldMkLst>
          <pc:docMk/>
          <pc:sldMk cId="3235250699" sldId="294"/>
        </pc:sldMkLst>
        <pc:spChg chg="del">
          <ac:chgData name="Ms Alina Arshad" userId="cccdfd85-d35d-4453-9c6f-a463aae40722" providerId="ADAL" clId="{B83EE3B8-698D-4805-B937-C915DCC3A7B4}" dt="2024-08-26T14:46:20.140" v="39" actId="21"/>
          <ac:spMkLst>
            <pc:docMk/>
            <pc:sldMk cId="3235250699" sldId="294"/>
            <ac:spMk id="2" creationId="{00000000-0000-0000-0000-000000000000}"/>
          </ac:spMkLst>
        </pc:spChg>
        <pc:spChg chg="add mod">
          <ac:chgData name="Ms Alina Arshad" userId="cccdfd85-d35d-4453-9c6f-a463aae40722" providerId="ADAL" clId="{B83EE3B8-698D-4805-B937-C915DCC3A7B4}" dt="2024-08-26T14:46:20.140" v="39" actId="21"/>
          <ac:spMkLst>
            <pc:docMk/>
            <pc:sldMk cId="3235250699" sldId="294"/>
            <ac:spMk id="5" creationId="{B30B151D-0391-3325-AC8A-9621D5B63F54}"/>
          </ac:spMkLst>
        </pc:spChg>
        <pc:spChg chg="add mod">
          <ac:chgData name="Ms Alina Arshad" userId="cccdfd85-d35d-4453-9c6f-a463aae40722" providerId="ADAL" clId="{B83EE3B8-698D-4805-B937-C915DCC3A7B4}" dt="2024-08-26T14:46:20.140" v="39" actId="21"/>
          <ac:spMkLst>
            <pc:docMk/>
            <pc:sldMk cId="3235250699" sldId="294"/>
            <ac:spMk id="7" creationId="{88EBD0D1-7E5D-CC56-E303-9A114B78734C}"/>
          </ac:spMkLst>
        </pc:spChg>
        <pc:picChg chg="del">
          <ac:chgData name="Ms Alina Arshad" userId="cccdfd85-d35d-4453-9c6f-a463aae40722" providerId="ADAL" clId="{B83EE3B8-698D-4805-B937-C915DCC3A7B4}" dt="2024-08-26T14:46:20.140" v="39" actId="21"/>
          <ac:picMkLst>
            <pc:docMk/>
            <pc:sldMk cId="3235250699" sldId="294"/>
            <ac:picMk id="4" creationId="{00000000-0000-0000-0000-000000000000}"/>
          </ac:picMkLst>
        </pc:picChg>
      </pc:sldChg>
      <pc:sldChg chg="addSp delSp modSp del mod">
        <pc:chgData name="Ms Alina Arshad" userId="cccdfd85-d35d-4453-9c6f-a463aae40722" providerId="ADAL" clId="{B83EE3B8-698D-4805-B937-C915DCC3A7B4}" dt="2024-08-26T14:53:08.129" v="121" actId="47"/>
        <pc:sldMkLst>
          <pc:docMk/>
          <pc:sldMk cId="3384167368" sldId="295"/>
        </pc:sldMkLst>
        <pc:spChg chg="del mod">
          <ac:chgData name="Ms Alina Arshad" userId="cccdfd85-d35d-4453-9c6f-a463aae40722" providerId="ADAL" clId="{B83EE3B8-698D-4805-B937-C915DCC3A7B4}" dt="2024-08-26T14:52:52.044" v="117" actId="21"/>
          <ac:spMkLst>
            <pc:docMk/>
            <pc:sldMk cId="3384167368" sldId="295"/>
            <ac:spMk id="2" creationId="{00000000-0000-0000-0000-000000000000}"/>
          </ac:spMkLst>
        </pc:spChg>
        <pc:spChg chg="del mod">
          <ac:chgData name="Ms Alina Arshad" userId="cccdfd85-d35d-4453-9c6f-a463aae40722" providerId="ADAL" clId="{B83EE3B8-698D-4805-B937-C915DCC3A7B4}" dt="2024-08-26T14:52:52.044" v="117" actId="21"/>
          <ac:spMkLst>
            <pc:docMk/>
            <pc:sldMk cId="3384167368" sldId="295"/>
            <ac:spMk id="3" creationId="{00000000-0000-0000-0000-000000000000}"/>
          </ac:spMkLst>
        </pc:spChg>
        <pc:spChg chg="del mod">
          <ac:chgData name="Ms Alina Arshad" userId="cccdfd85-d35d-4453-9c6f-a463aae40722" providerId="ADAL" clId="{B83EE3B8-698D-4805-B937-C915DCC3A7B4}" dt="2024-08-26T14:52:52.044" v="117" actId="21"/>
          <ac:spMkLst>
            <pc:docMk/>
            <pc:sldMk cId="3384167368" sldId="295"/>
            <ac:spMk id="6" creationId="{00000000-0000-0000-0000-000000000000}"/>
          </ac:spMkLst>
        </pc:spChg>
        <pc:spChg chg="del">
          <ac:chgData name="Ms Alina Arshad" userId="cccdfd85-d35d-4453-9c6f-a463aae40722" providerId="ADAL" clId="{B83EE3B8-698D-4805-B937-C915DCC3A7B4}" dt="2024-08-26T14:52:52.044" v="117" actId="21"/>
          <ac:spMkLst>
            <pc:docMk/>
            <pc:sldMk cId="3384167368" sldId="295"/>
            <ac:spMk id="9" creationId="{00000000-0000-0000-0000-000000000000}"/>
          </ac:spMkLst>
        </pc:spChg>
        <pc:spChg chg="add mod">
          <ac:chgData name="Ms Alina Arshad" userId="cccdfd85-d35d-4453-9c6f-a463aae40722" providerId="ADAL" clId="{B83EE3B8-698D-4805-B937-C915DCC3A7B4}" dt="2024-08-26T14:52:52.044" v="117" actId="21"/>
          <ac:spMkLst>
            <pc:docMk/>
            <pc:sldMk cId="3384167368" sldId="295"/>
            <ac:spMk id="10" creationId="{86E41ED1-09C8-683E-193D-C63CD75A87B7}"/>
          </ac:spMkLst>
        </pc:spChg>
        <pc:graphicFrameChg chg="del">
          <ac:chgData name="Ms Alina Arshad" userId="cccdfd85-d35d-4453-9c6f-a463aae40722" providerId="ADAL" clId="{B83EE3B8-698D-4805-B937-C915DCC3A7B4}" dt="2024-08-26T14:52:52.044" v="117" actId="21"/>
          <ac:graphicFrameMkLst>
            <pc:docMk/>
            <pc:sldMk cId="3384167368" sldId="295"/>
            <ac:graphicFrameMk id="8" creationId="{00000000-0000-0000-0000-000000000000}"/>
          </ac:graphicFrameMkLst>
        </pc:graphicFrameChg>
        <pc:picChg chg="del mod">
          <ac:chgData name="Ms Alina Arshad" userId="cccdfd85-d35d-4453-9c6f-a463aae40722" providerId="ADAL" clId="{B83EE3B8-698D-4805-B937-C915DCC3A7B4}" dt="2024-08-26T14:52:52.044" v="117" actId="21"/>
          <ac:picMkLst>
            <pc:docMk/>
            <pc:sldMk cId="3384167368" sldId="295"/>
            <ac:picMk id="4" creationId="{00000000-0000-0000-0000-000000000000}"/>
          </ac:picMkLst>
        </pc:picChg>
        <pc:picChg chg="del mod">
          <ac:chgData name="Ms Alina Arshad" userId="cccdfd85-d35d-4453-9c6f-a463aae40722" providerId="ADAL" clId="{B83EE3B8-698D-4805-B937-C915DCC3A7B4}" dt="2024-08-26T14:52:52.044" v="117" actId="21"/>
          <ac:picMkLst>
            <pc:docMk/>
            <pc:sldMk cId="3384167368" sldId="295"/>
            <ac:picMk id="5" creationId="{00000000-0000-0000-0000-000000000000}"/>
          </ac:picMkLst>
        </pc:picChg>
      </pc:sldChg>
      <pc:sldChg chg="modSp mod">
        <pc:chgData name="Ms Alina Arshad" userId="cccdfd85-d35d-4453-9c6f-a463aae40722" providerId="ADAL" clId="{B83EE3B8-698D-4805-B937-C915DCC3A7B4}" dt="2024-08-26T14:55:33.514" v="158" actId="14100"/>
        <pc:sldMkLst>
          <pc:docMk/>
          <pc:sldMk cId="1999997857" sldId="383"/>
        </pc:sldMkLst>
        <pc:spChg chg="mod">
          <ac:chgData name="Ms Alina Arshad" userId="cccdfd85-d35d-4453-9c6f-a463aae40722" providerId="ADAL" clId="{B83EE3B8-698D-4805-B937-C915DCC3A7B4}" dt="2024-08-26T14:55:17.678" v="152" actId="14100"/>
          <ac:spMkLst>
            <pc:docMk/>
            <pc:sldMk cId="1999997857" sldId="383"/>
            <ac:spMk id="2" creationId="{00000000-0000-0000-0000-000000000000}"/>
          </ac:spMkLst>
        </pc:spChg>
        <pc:spChg chg="mod">
          <ac:chgData name="Ms Alina Arshad" userId="cccdfd85-d35d-4453-9c6f-a463aae40722" providerId="ADAL" clId="{B83EE3B8-698D-4805-B937-C915DCC3A7B4}" dt="2024-08-26T14:55:33.514" v="158" actId="14100"/>
          <ac:spMkLst>
            <pc:docMk/>
            <pc:sldMk cId="1999997857" sldId="383"/>
            <ac:spMk id="3" creationId="{00000000-0000-0000-0000-000000000000}"/>
          </ac:spMkLst>
        </pc:spChg>
      </pc:sldChg>
      <pc:sldChg chg="addSp modSp new mod">
        <pc:chgData name="Ms Alina Arshad" userId="cccdfd85-d35d-4453-9c6f-a463aae40722" providerId="ADAL" clId="{B83EE3B8-698D-4805-B937-C915DCC3A7B4}" dt="2024-08-26T14:47:08.815" v="52" actId="1076"/>
        <pc:sldMkLst>
          <pc:docMk/>
          <pc:sldMk cId="2945287982" sldId="384"/>
        </pc:sldMkLst>
        <pc:spChg chg="add mod">
          <ac:chgData name="Ms Alina Arshad" userId="cccdfd85-d35d-4453-9c6f-a463aae40722" providerId="ADAL" clId="{B83EE3B8-698D-4805-B937-C915DCC3A7B4}" dt="2024-08-26T14:47:08.815" v="52" actId="1076"/>
          <ac:spMkLst>
            <pc:docMk/>
            <pc:sldMk cId="2945287982" sldId="384"/>
            <ac:spMk id="2" creationId="{00000000-0000-0000-0000-000000000000}"/>
          </ac:spMkLst>
        </pc:spChg>
        <pc:picChg chg="add mod">
          <ac:chgData name="Ms Alina Arshad" userId="cccdfd85-d35d-4453-9c6f-a463aae40722" providerId="ADAL" clId="{B83EE3B8-698D-4805-B937-C915DCC3A7B4}" dt="2024-08-26T14:47:02.693" v="51" actId="14100"/>
          <ac:picMkLst>
            <pc:docMk/>
            <pc:sldMk cId="2945287982" sldId="384"/>
            <ac:picMk id="4" creationId="{00000000-0000-0000-0000-000000000000}"/>
          </ac:picMkLst>
        </pc:picChg>
      </pc:sldChg>
      <pc:sldChg chg="addSp delSp modSp new mod">
        <pc:chgData name="Ms Alina Arshad" userId="cccdfd85-d35d-4453-9c6f-a463aae40722" providerId="ADAL" clId="{B83EE3B8-698D-4805-B937-C915DCC3A7B4}" dt="2024-08-26T14:50:22.522" v="93"/>
        <pc:sldMkLst>
          <pc:docMk/>
          <pc:sldMk cId="482241889" sldId="385"/>
        </pc:sldMkLst>
        <pc:spChg chg="del">
          <ac:chgData name="Ms Alina Arshad" userId="cccdfd85-d35d-4453-9c6f-a463aae40722" providerId="ADAL" clId="{B83EE3B8-698D-4805-B937-C915DCC3A7B4}" dt="2024-08-26T14:50:21.676" v="92" actId="478"/>
          <ac:spMkLst>
            <pc:docMk/>
            <pc:sldMk cId="482241889" sldId="385"/>
            <ac:spMk id="2" creationId="{4C28F0B9-E92C-556C-EA72-776D21158F53}"/>
          </ac:spMkLst>
        </pc:spChg>
        <pc:spChg chg="mod">
          <ac:chgData name="Ms Alina Arshad" userId="cccdfd85-d35d-4453-9c6f-a463aae40722" providerId="ADAL" clId="{B83EE3B8-698D-4805-B937-C915DCC3A7B4}" dt="2024-08-26T14:50:13.862" v="91" actId="255"/>
          <ac:spMkLst>
            <pc:docMk/>
            <pc:sldMk cId="482241889" sldId="385"/>
            <ac:spMk id="3" creationId="{F5A11132-7A56-7F5C-C246-E4C611D24FFF}"/>
          </ac:spMkLst>
        </pc:spChg>
        <pc:spChg chg="add mod">
          <ac:chgData name="Ms Alina Arshad" userId="cccdfd85-d35d-4453-9c6f-a463aae40722" providerId="ADAL" clId="{B83EE3B8-698D-4805-B937-C915DCC3A7B4}" dt="2024-08-26T14:50:22.522" v="93"/>
          <ac:spMkLst>
            <pc:docMk/>
            <pc:sldMk cId="482241889" sldId="385"/>
            <ac:spMk id="4" creationId="{C6BED586-487C-483B-73C1-7C7F0AE31E22}"/>
          </ac:spMkLst>
        </pc:spChg>
      </pc:sldChg>
      <pc:sldChg chg="addSp delSp modSp new del mod">
        <pc:chgData name="Ms Alina Arshad" userId="cccdfd85-d35d-4453-9c6f-a463aae40722" providerId="ADAL" clId="{B83EE3B8-698D-4805-B937-C915DCC3A7B4}" dt="2024-08-26T14:49:47.068" v="84" actId="680"/>
        <pc:sldMkLst>
          <pc:docMk/>
          <pc:sldMk cId="4084249170" sldId="385"/>
        </pc:sldMkLst>
        <pc:spChg chg="add del">
          <ac:chgData name="Ms Alina Arshad" userId="cccdfd85-d35d-4453-9c6f-a463aae40722" providerId="ADAL" clId="{B83EE3B8-698D-4805-B937-C915DCC3A7B4}" dt="2024-08-26T14:49:45.778" v="82" actId="478"/>
          <ac:spMkLst>
            <pc:docMk/>
            <pc:sldMk cId="4084249170" sldId="385"/>
            <ac:spMk id="2" creationId="{CD9C9365-510D-7AC1-296A-54DACA68D972}"/>
          </ac:spMkLst>
        </pc:spChg>
        <pc:spChg chg="mod">
          <ac:chgData name="Ms Alina Arshad" userId="cccdfd85-d35d-4453-9c6f-a463aae40722" providerId="ADAL" clId="{B83EE3B8-698D-4805-B937-C915DCC3A7B4}" dt="2024-08-26T14:49:46.391" v="83"/>
          <ac:spMkLst>
            <pc:docMk/>
            <pc:sldMk cId="4084249170" sldId="385"/>
            <ac:spMk id="3" creationId="{ED6A6792-70AD-E479-5F5F-AC5E23C72B36}"/>
          </ac:spMkLst>
        </pc:spChg>
        <pc:spChg chg="add mod">
          <ac:chgData name="Ms Alina Arshad" userId="cccdfd85-d35d-4453-9c6f-a463aae40722" providerId="ADAL" clId="{B83EE3B8-698D-4805-B937-C915DCC3A7B4}" dt="2024-08-26T14:48:28.694" v="69"/>
          <ac:spMkLst>
            <pc:docMk/>
            <pc:sldMk cId="4084249170" sldId="385"/>
            <ac:spMk id="4" creationId="{F6330A65-8496-A26E-A977-DF071225970E}"/>
          </ac:spMkLst>
        </pc:spChg>
      </pc:sldChg>
      <pc:sldChg chg="addSp modSp new mod">
        <pc:chgData name="Ms Alina Arshad" userId="cccdfd85-d35d-4453-9c6f-a463aae40722" providerId="ADAL" clId="{B83EE3B8-698D-4805-B937-C915DCC3A7B4}" dt="2024-08-26T14:53:05.358" v="120" actId="1076"/>
        <pc:sldMkLst>
          <pc:docMk/>
          <pc:sldMk cId="1301245489" sldId="386"/>
        </pc:sldMkLst>
        <pc:spChg chg="add mod">
          <ac:chgData name="Ms Alina Arshad" userId="cccdfd85-d35d-4453-9c6f-a463aae40722" providerId="ADAL" clId="{B83EE3B8-698D-4805-B937-C915DCC3A7B4}" dt="2024-08-26T14:52:54.312" v="118"/>
          <ac:spMkLst>
            <pc:docMk/>
            <pc:sldMk cId="1301245489" sldId="386"/>
            <ac:spMk id="2" creationId="{00000000-0000-0000-0000-000000000000}"/>
          </ac:spMkLst>
        </pc:spChg>
        <pc:spChg chg="add mod">
          <ac:chgData name="Ms Alina Arshad" userId="cccdfd85-d35d-4453-9c6f-a463aae40722" providerId="ADAL" clId="{B83EE3B8-698D-4805-B937-C915DCC3A7B4}" dt="2024-08-26T14:52:54.312" v="118"/>
          <ac:spMkLst>
            <pc:docMk/>
            <pc:sldMk cId="1301245489" sldId="386"/>
            <ac:spMk id="3" creationId="{00000000-0000-0000-0000-000000000000}"/>
          </ac:spMkLst>
        </pc:spChg>
        <pc:spChg chg="add mod">
          <ac:chgData name="Ms Alina Arshad" userId="cccdfd85-d35d-4453-9c6f-a463aae40722" providerId="ADAL" clId="{B83EE3B8-698D-4805-B937-C915DCC3A7B4}" dt="2024-08-26T14:52:54.312" v="118"/>
          <ac:spMkLst>
            <pc:docMk/>
            <pc:sldMk cId="1301245489" sldId="386"/>
            <ac:spMk id="6" creationId="{00000000-0000-0000-0000-000000000000}"/>
          </ac:spMkLst>
        </pc:spChg>
        <pc:spChg chg="add mod">
          <ac:chgData name="Ms Alina Arshad" userId="cccdfd85-d35d-4453-9c6f-a463aae40722" providerId="ADAL" clId="{B83EE3B8-698D-4805-B937-C915DCC3A7B4}" dt="2024-08-26T14:53:05.358" v="120" actId="1076"/>
          <ac:spMkLst>
            <pc:docMk/>
            <pc:sldMk cId="1301245489" sldId="386"/>
            <ac:spMk id="9" creationId="{00000000-0000-0000-0000-000000000000}"/>
          </ac:spMkLst>
        </pc:spChg>
        <pc:graphicFrameChg chg="add mod">
          <ac:chgData name="Ms Alina Arshad" userId="cccdfd85-d35d-4453-9c6f-a463aae40722" providerId="ADAL" clId="{B83EE3B8-698D-4805-B937-C915DCC3A7B4}" dt="2024-08-26T14:53:01.774" v="119" actId="1076"/>
          <ac:graphicFrameMkLst>
            <pc:docMk/>
            <pc:sldMk cId="1301245489" sldId="386"/>
            <ac:graphicFrameMk id="8" creationId="{00000000-0000-0000-0000-000000000000}"/>
          </ac:graphicFrameMkLst>
        </pc:graphicFrameChg>
        <pc:picChg chg="add mod">
          <ac:chgData name="Ms Alina Arshad" userId="cccdfd85-d35d-4453-9c6f-a463aae40722" providerId="ADAL" clId="{B83EE3B8-698D-4805-B937-C915DCC3A7B4}" dt="2024-08-26T14:52:54.312" v="118"/>
          <ac:picMkLst>
            <pc:docMk/>
            <pc:sldMk cId="1301245489" sldId="386"/>
            <ac:picMk id="4" creationId="{00000000-0000-0000-0000-000000000000}"/>
          </ac:picMkLst>
        </pc:picChg>
        <pc:picChg chg="add mod">
          <ac:chgData name="Ms Alina Arshad" userId="cccdfd85-d35d-4453-9c6f-a463aae40722" providerId="ADAL" clId="{B83EE3B8-698D-4805-B937-C915DCC3A7B4}" dt="2024-08-26T14:52:54.312" v="118"/>
          <ac:picMkLst>
            <pc:docMk/>
            <pc:sldMk cId="1301245489" sldId="386"/>
            <ac:picMk id="5"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8/31/2024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System Utilities </a:t>
            </a:r>
          </a:p>
          <a:p>
            <a:r>
              <a:rPr lang="en-US" dirty="0"/>
              <a:t>database utilities that help the DBA manage the database system. </a:t>
            </a:r>
          </a:p>
          <a:p>
            <a:endParaRPr lang="en-US" dirty="0"/>
          </a:p>
          <a:p>
            <a:r>
              <a:rPr lang="en-US" dirty="0"/>
              <a:t>Common utilities have the following types of functions: </a:t>
            </a:r>
          </a:p>
          <a:p>
            <a:r>
              <a:rPr lang="en-US" dirty="0"/>
              <a:t>■ Loading. A loading utility is used to load existing data files—such as text files or sequential files—into the database. Usually, the current (source) format of the data file and the desired (target) database file structure are specified to the utility, which then automatically reformats the data and stores it in the database. With the proliferation of DBMSs, transferring data from one DBMS to another is becoming common in many organizations. Some vendors offer conversion tools that generate the appropriate loading programs, given the existing source and target database storage descriptions (internal schemas). </a:t>
            </a:r>
          </a:p>
          <a:p>
            <a:endParaRPr lang="en-US" dirty="0"/>
          </a:p>
          <a:p>
            <a:r>
              <a:rPr lang="en-US" dirty="0"/>
              <a:t>■ Backup. A backup utility creates a backup copy of the database, usually by dumping the entire database onto tape or other mass storage medium. The backup copy can be used to restore the database in case of catastrophic disk failure. Incremental backups are also often used, where only changes since the previous backup are recorded. Incremental backup is more complex, but saves storage space. </a:t>
            </a:r>
          </a:p>
          <a:p>
            <a:endParaRPr lang="en-US" dirty="0"/>
          </a:p>
          <a:p>
            <a:r>
              <a:rPr lang="en-US" dirty="0"/>
              <a:t>■ Database storage reorganization. This utility can be used to reorganize a set of database files into different file organizations and create new access paths to improve performance.</a:t>
            </a:r>
          </a:p>
          <a:p>
            <a:endParaRPr lang="en-US" dirty="0"/>
          </a:p>
          <a:p>
            <a:r>
              <a:rPr lang="en-US" dirty="0"/>
              <a:t>■ Performance monitoring. Such a utility monitors database usage and provides statistics to the DBA. The DBA uses the statistics in making decisions such as whether or not to reorganize files or whether to add or drop indexes to improve performance. </a:t>
            </a:r>
          </a:p>
          <a:p>
            <a:endParaRPr lang="en-US" dirty="0"/>
          </a:p>
          <a:p>
            <a:r>
              <a:rPr lang="en-US" dirty="0"/>
              <a:t>Other utilities may be available for sorting files, handling data compression, monitoring access by users, interfacing with the network, and performing other functions.</a:t>
            </a:r>
          </a:p>
        </p:txBody>
      </p:sp>
      <p:sp>
        <p:nvSpPr>
          <p:cNvPr id="4" name="Slide Number Placeholder 3"/>
          <p:cNvSpPr>
            <a:spLocks noGrp="1"/>
          </p:cNvSpPr>
          <p:nvPr>
            <p:ph type="sldNum" sz="quarter" idx="10"/>
          </p:nvPr>
        </p:nvSpPr>
        <p:spPr/>
        <p:txBody>
          <a:bodyPr/>
          <a:lstStyle/>
          <a:p>
            <a:fld id="{DD68FAB8-D027-483B-9A12-654DDCA05DE7}" type="slidenum">
              <a:rPr lang="en-US" smtClean="0"/>
              <a:t>2</a:t>
            </a:fld>
            <a:endParaRPr lang="en-US"/>
          </a:p>
        </p:txBody>
      </p:sp>
    </p:spTree>
    <p:extLst>
      <p:ext uri="{BB962C8B-B14F-4D97-AF65-F5344CB8AC3E}">
        <p14:creationId xmlns:p14="http://schemas.microsoft.com/office/powerpoint/2010/main" val="10868997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Centralized: data is stored at a single computer site; can support multiple users.</a:t>
            </a:r>
          </a:p>
          <a:p>
            <a:r>
              <a:rPr lang="en-US" dirty="0"/>
              <a:t>Distributed DBMS (DDBMS): have the actual database and DBMS software distributed over many sites connected by a computer network.</a:t>
            </a:r>
          </a:p>
          <a:p>
            <a:r>
              <a:rPr lang="en-US" sz="1200" b="0" i="0" u="none" strike="noStrike" kern="1200" baseline="0" dirty="0">
                <a:solidFill>
                  <a:schemeClr val="tx1"/>
                </a:solidFill>
                <a:latin typeface="+mn-lt"/>
                <a:ea typeface="+mn-ea"/>
                <a:cs typeface="+mn-cs"/>
              </a:rPr>
              <a:t>Big data systems are often massively distributed, with hundreds of sites. The data is often replicated on multiple sites so that failure of a site will not make some data unavailable.</a:t>
            </a:r>
            <a:endParaRPr lang="en-US" dirty="0"/>
          </a:p>
        </p:txBody>
      </p:sp>
      <p:sp>
        <p:nvSpPr>
          <p:cNvPr id="4" name="Slide Number Placeholder 3"/>
          <p:cNvSpPr>
            <a:spLocks noGrp="1"/>
          </p:cNvSpPr>
          <p:nvPr>
            <p:ph type="sldNum" sz="quarter" idx="10"/>
          </p:nvPr>
        </p:nvSpPr>
        <p:spPr/>
        <p:txBody>
          <a:bodyPr/>
          <a:lstStyle/>
          <a:p>
            <a:fld id="{DD68FAB8-D027-483B-9A12-654DDCA05DE7}" type="slidenum">
              <a:rPr lang="en-US" smtClean="0"/>
              <a:t>5</a:t>
            </a:fld>
            <a:endParaRPr lang="en-US"/>
          </a:p>
        </p:txBody>
      </p:sp>
    </p:spTree>
    <p:extLst>
      <p:ext uri="{BB962C8B-B14F-4D97-AF65-F5344CB8AC3E}">
        <p14:creationId xmlns:p14="http://schemas.microsoft.com/office/powerpoint/2010/main" val="1519638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also</a:t>
            </a:r>
            <a:r>
              <a:rPr lang="en-US" baseline="0" dirty="0"/>
              <a:t> </a:t>
            </a:r>
            <a:r>
              <a:rPr lang="en-US" dirty="0"/>
              <a:t>possible to develop middleware software to access several autonomous preexisting</a:t>
            </a:r>
            <a:r>
              <a:rPr lang="en-US" baseline="0" dirty="0"/>
              <a:t> </a:t>
            </a:r>
            <a:r>
              <a:rPr lang="en-US" dirty="0"/>
              <a:t>databases stored under heterogeneous DBMSs. This leads to a federated DBMS (or</a:t>
            </a:r>
            <a:r>
              <a:rPr lang="en-US" baseline="0" dirty="0"/>
              <a:t> </a:t>
            </a:r>
            <a:r>
              <a:rPr lang="en-US" dirty="0"/>
              <a:t>multi database system), in which the participating DBMSs are loosely coupled and</a:t>
            </a:r>
            <a:r>
              <a:rPr lang="en-US" baseline="0" dirty="0"/>
              <a:t> </a:t>
            </a:r>
            <a:r>
              <a:rPr lang="en-US" dirty="0"/>
              <a:t>have a degree of local autonomy.</a:t>
            </a:r>
          </a:p>
          <a:p>
            <a:endParaRPr lang="en-US" dirty="0"/>
          </a:p>
          <a:p>
            <a:r>
              <a:rPr lang="en-US" dirty="0"/>
              <a:t>Cost Range: from free open-source systems to configurations costing millions of dollars</a:t>
            </a:r>
          </a:p>
          <a:p>
            <a:r>
              <a:rPr lang="en-US" dirty="0"/>
              <a:t>Examples of free relational DBMSs: MySQL, PostgreSQL, others</a:t>
            </a:r>
          </a:p>
          <a:p>
            <a:r>
              <a:rPr lang="en-US" dirty="0"/>
              <a:t>Commercial DBMS offer additional specialized modules, e.g. time-series module, spatial data module, document module, XML module</a:t>
            </a:r>
          </a:p>
          <a:p>
            <a:r>
              <a:rPr lang="en-US" dirty="0"/>
              <a:t>These offer additional specialized functionality when purchased separately</a:t>
            </a:r>
          </a:p>
          <a:p>
            <a:r>
              <a:rPr lang="en-US" dirty="0"/>
              <a:t>Sometimes called cartridges or blades</a:t>
            </a:r>
          </a:p>
          <a:p>
            <a:r>
              <a:rPr lang="en-US" dirty="0"/>
              <a:t>Different licensing options: site license, maximum number of concurrent users (seat license), single user, etc.</a:t>
            </a:r>
          </a:p>
          <a:p>
            <a:endParaRPr lang="en-US" dirty="0"/>
          </a:p>
        </p:txBody>
      </p:sp>
      <p:sp>
        <p:nvSpPr>
          <p:cNvPr id="4" name="Slide Number Placeholder 3"/>
          <p:cNvSpPr>
            <a:spLocks noGrp="1"/>
          </p:cNvSpPr>
          <p:nvPr>
            <p:ph type="sldNum" sz="quarter" idx="10"/>
          </p:nvPr>
        </p:nvSpPr>
        <p:spPr/>
        <p:txBody>
          <a:bodyPr/>
          <a:lstStyle/>
          <a:p>
            <a:fld id="{DD68FAB8-D027-483B-9A12-654DDCA05DE7}" type="slidenum">
              <a:rPr lang="en-US" smtClean="0"/>
              <a:t>6</a:t>
            </a:fld>
            <a:endParaRPr lang="en-US"/>
          </a:p>
        </p:txBody>
      </p:sp>
    </p:spTree>
    <p:extLst>
      <p:ext uri="{BB962C8B-B14F-4D97-AF65-F5344CB8AC3E}">
        <p14:creationId xmlns:p14="http://schemas.microsoft.com/office/powerpoint/2010/main" val="33077969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Finally, a DBMS can be general purpose or special purpose. When performance is a primary consideration, a special-purpose DBMS can be designed and built for a specific application; such a system cannot be used for other applications without major changes. Many airline reservations and telephone directory systems developed in the past are special-purpose DBMSs. These fall into the category of online transaction processing (OLTP) systems, which must support a large number of concurrent transactions without imposing excessive delays</a:t>
            </a:r>
          </a:p>
        </p:txBody>
      </p:sp>
      <p:sp>
        <p:nvSpPr>
          <p:cNvPr id="4" name="Slide Number Placeholder 3"/>
          <p:cNvSpPr>
            <a:spLocks noGrp="1"/>
          </p:cNvSpPr>
          <p:nvPr>
            <p:ph type="sldNum" sz="quarter" idx="10"/>
          </p:nvPr>
        </p:nvSpPr>
        <p:spPr/>
        <p:txBody>
          <a:bodyPr/>
          <a:lstStyle/>
          <a:p>
            <a:fld id="{DD68FAB8-D027-483B-9A12-654DDCA05DE7}" type="slidenum">
              <a:rPr lang="en-US" smtClean="0"/>
              <a:t>7</a:t>
            </a:fld>
            <a:endParaRPr lang="en-US"/>
          </a:p>
        </p:txBody>
      </p:sp>
    </p:spTree>
    <p:extLst>
      <p:ext uri="{BB962C8B-B14F-4D97-AF65-F5344CB8AC3E}">
        <p14:creationId xmlns:p14="http://schemas.microsoft.com/office/powerpoint/2010/main" val="13888295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Relational</a:t>
            </a:r>
            <a:r>
              <a:rPr lang="en-US" baseline="0" dirty="0"/>
              <a:t> </a:t>
            </a:r>
            <a:r>
              <a:rPr lang="en-US" dirty="0"/>
              <a:t>DBMSs have been extending their models to incorporate object database</a:t>
            </a:r>
            <a:r>
              <a:rPr lang="en-US" baseline="0" dirty="0"/>
              <a:t> </a:t>
            </a:r>
            <a:r>
              <a:rPr lang="en-US" dirty="0"/>
              <a:t>concepts and other capabilities; these systems are referred to as object-relational or</a:t>
            </a:r>
            <a:r>
              <a:rPr lang="en-US" baseline="0" dirty="0"/>
              <a:t> </a:t>
            </a:r>
            <a:r>
              <a:rPr lang="en-US" dirty="0"/>
              <a:t>extended relational systems.</a:t>
            </a:r>
          </a:p>
        </p:txBody>
      </p:sp>
      <p:sp>
        <p:nvSpPr>
          <p:cNvPr id="4" name="Slide Number Placeholder 3"/>
          <p:cNvSpPr>
            <a:spLocks noGrp="1"/>
          </p:cNvSpPr>
          <p:nvPr>
            <p:ph type="sldNum" sz="quarter" idx="10"/>
          </p:nvPr>
        </p:nvSpPr>
        <p:spPr/>
        <p:txBody>
          <a:bodyPr/>
          <a:lstStyle/>
          <a:p>
            <a:fld id="{DD68FAB8-D027-483B-9A12-654DDCA05DE7}" type="slidenum">
              <a:rPr lang="en-US" smtClean="0"/>
              <a:t>8</a:t>
            </a:fld>
            <a:endParaRPr lang="en-US"/>
          </a:p>
        </p:txBody>
      </p:sp>
    </p:spTree>
    <p:extLst>
      <p:ext uri="{BB962C8B-B14F-4D97-AF65-F5344CB8AC3E}">
        <p14:creationId xmlns:p14="http://schemas.microsoft.com/office/powerpoint/2010/main" val="1871332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data systems are based on various data models, with the following four data</a:t>
            </a:r>
            <a:r>
              <a:rPr lang="en-US" baseline="0" dirty="0"/>
              <a:t> </a:t>
            </a:r>
            <a:r>
              <a:rPr lang="en-US" dirty="0"/>
              <a:t>models most common. </a:t>
            </a:r>
          </a:p>
          <a:p>
            <a:endParaRPr lang="en-US" dirty="0"/>
          </a:p>
          <a:p>
            <a:r>
              <a:rPr lang="en-US" dirty="0"/>
              <a:t>The </a:t>
            </a:r>
            <a:r>
              <a:rPr lang="en-US" b="1" dirty="0"/>
              <a:t>key-value data model</a:t>
            </a:r>
            <a:r>
              <a:rPr lang="en-US" dirty="0"/>
              <a:t> associates a unique key with</a:t>
            </a:r>
            <a:r>
              <a:rPr lang="en-US" baseline="0" dirty="0"/>
              <a:t> </a:t>
            </a:r>
            <a:r>
              <a:rPr lang="en-US" dirty="0"/>
              <a:t>each value (which can be a record or object) and provides very fast access to a</a:t>
            </a:r>
            <a:r>
              <a:rPr lang="en-US" baseline="0" dirty="0"/>
              <a:t> </a:t>
            </a:r>
            <a:r>
              <a:rPr lang="en-US" dirty="0"/>
              <a:t>value given its key. </a:t>
            </a:r>
          </a:p>
          <a:p>
            <a:r>
              <a:rPr lang="en-US" b="1" dirty="0"/>
              <a:t>The document data model </a:t>
            </a:r>
            <a:r>
              <a:rPr lang="en-US" dirty="0"/>
              <a:t>is based on JSON (Java Script</a:t>
            </a:r>
            <a:r>
              <a:rPr lang="en-US" baseline="0" dirty="0"/>
              <a:t> </a:t>
            </a:r>
            <a:r>
              <a:rPr lang="en-US" dirty="0"/>
              <a:t>Object Notation) and stores the data as documents, which somewhat resemble</a:t>
            </a:r>
            <a:r>
              <a:rPr lang="en-US" baseline="0" dirty="0"/>
              <a:t> </a:t>
            </a:r>
            <a:r>
              <a:rPr lang="en-US" dirty="0"/>
              <a:t>complex objects. </a:t>
            </a:r>
          </a:p>
          <a:p>
            <a:r>
              <a:rPr lang="en-US" dirty="0"/>
              <a:t>The </a:t>
            </a:r>
            <a:r>
              <a:rPr lang="en-US" b="1" dirty="0"/>
              <a:t>graph data model </a:t>
            </a:r>
            <a:r>
              <a:rPr lang="en-US" dirty="0"/>
              <a:t>stores objects as graph nodes and relationships</a:t>
            </a:r>
            <a:r>
              <a:rPr lang="en-US" baseline="0" dirty="0"/>
              <a:t> </a:t>
            </a:r>
            <a:r>
              <a:rPr lang="en-US" dirty="0"/>
              <a:t>among objects as directed graph edges. </a:t>
            </a:r>
          </a:p>
          <a:p>
            <a:r>
              <a:rPr lang="en-US" dirty="0"/>
              <a:t>Finally, the </a:t>
            </a:r>
            <a:r>
              <a:rPr lang="en-US" b="1" dirty="0"/>
              <a:t>column-based data</a:t>
            </a:r>
            <a:r>
              <a:rPr lang="en-US" b="1" baseline="0" dirty="0"/>
              <a:t> </a:t>
            </a:r>
            <a:r>
              <a:rPr lang="en-US" b="1" dirty="0"/>
              <a:t>model</a:t>
            </a:r>
            <a:r>
              <a:rPr lang="en-US" dirty="0"/>
              <a:t>s store the columns of rows clustered on disk pages for fast access and</a:t>
            </a:r>
            <a:r>
              <a:rPr lang="en-US" baseline="0" dirty="0"/>
              <a:t> </a:t>
            </a:r>
            <a:r>
              <a:rPr lang="en-US" dirty="0"/>
              <a:t>allow multiple versions of the data.</a:t>
            </a:r>
          </a:p>
        </p:txBody>
      </p:sp>
      <p:sp>
        <p:nvSpPr>
          <p:cNvPr id="4" name="Slide Number Placeholder 3"/>
          <p:cNvSpPr>
            <a:spLocks noGrp="1"/>
          </p:cNvSpPr>
          <p:nvPr>
            <p:ph type="sldNum" sz="quarter" idx="10"/>
          </p:nvPr>
        </p:nvSpPr>
        <p:spPr/>
        <p:txBody>
          <a:bodyPr/>
          <a:lstStyle/>
          <a:p>
            <a:fld id="{DD68FAB8-D027-483B-9A12-654DDCA05DE7}" type="slidenum">
              <a:rPr lang="en-US" smtClean="0"/>
              <a:t>10</a:t>
            </a:fld>
            <a:endParaRPr lang="en-US"/>
          </a:p>
        </p:txBody>
      </p:sp>
    </p:spTree>
    <p:extLst>
      <p:ext uri="{BB962C8B-B14F-4D97-AF65-F5344CB8AC3E}">
        <p14:creationId xmlns:p14="http://schemas.microsoft.com/office/powerpoint/2010/main" val="40095246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D68FAB8-D027-483B-9A12-654DDCA05DE7}" type="slidenum">
              <a:rPr lang="en-US" smtClean="0"/>
              <a:t>13</a:t>
            </a:fld>
            <a:endParaRPr lang="en-US"/>
          </a:p>
        </p:txBody>
      </p:sp>
    </p:spTree>
    <p:extLst>
      <p:ext uri="{BB962C8B-B14F-4D97-AF65-F5344CB8AC3E}">
        <p14:creationId xmlns:p14="http://schemas.microsoft.com/office/powerpoint/2010/main" val="23539224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D68FAB8-D027-483B-9A12-654DDCA05DE7}" type="slidenum">
              <a:rPr lang="en-US" smtClean="0"/>
              <a:t>14</a:t>
            </a:fld>
            <a:endParaRPr lang="en-US"/>
          </a:p>
        </p:txBody>
      </p:sp>
    </p:spTree>
    <p:extLst>
      <p:ext uri="{BB962C8B-B14F-4D97-AF65-F5344CB8AC3E}">
        <p14:creationId xmlns:p14="http://schemas.microsoft.com/office/powerpoint/2010/main" val="27391319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tools are often available to database designers, users, and the DBMS. CASE tools are used in the design phase of database systems. Another tool that can be quite useful in large organizations is an expanded data dictionary (or data repository) system. In addition to storing catalog information about schemas and constraints, the data dictionary stores other information, such as design decisions, usage standards, application program descriptions, and user information. Such a system is also called an information repository. This information can be accessed directly by users or the DBA when needed. A data dictionary utility is similar to the DBMS catalog, but it includes a wider variety of information and is accessed mainly by users rather than by the DBMS software.</a:t>
            </a:r>
          </a:p>
          <a:p>
            <a:endParaRPr lang="en-US" dirty="0"/>
          </a:p>
          <a:p>
            <a:r>
              <a:rPr lang="en-US" dirty="0"/>
              <a:t>Application development environments, such as PowerBuilder (Sybase) or </a:t>
            </a:r>
            <a:r>
              <a:rPr lang="en-US" dirty="0" err="1"/>
              <a:t>JBuilder</a:t>
            </a:r>
            <a:r>
              <a:rPr lang="en-US" dirty="0"/>
              <a:t> (Borland), have been quite popular. These systems provide an environment for developing database applications and include facilities that help in many facets of database systems, including database design, GUI development, querying and updating, and application program development. </a:t>
            </a:r>
          </a:p>
          <a:p>
            <a:endParaRPr lang="en-US" dirty="0"/>
          </a:p>
          <a:p>
            <a:r>
              <a:rPr lang="en-US" dirty="0"/>
              <a:t>The DBMS also needs to interface with communications software, whose function is to allow users at locations remote from the database system site to access the database through computer terminals, workstations, or personal computers. These are connected to the database site through data communications hardware such as Internet routers, phone lines, long-haul networks, local networks, or satellite communication devices. Many commercial database systems have communication packages that work with the DBMS. The integrated DBMS and data communications system is called a DB/DC system. In addition, some distributed DBMSs are physically distributed over multiple machines. In this case, communications networks are needed to connect the machines. These are often local area networks (LANs), but they can also be other types of networks.</a:t>
            </a:r>
          </a:p>
        </p:txBody>
      </p:sp>
      <p:sp>
        <p:nvSpPr>
          <p:cNvPr id="4" name="Slide Number Placeholder 3"/>
          <p:cNvSpPr>
            <a:spLocks noGrp="1"/>
          </p:cNvSpPr>
          <p:nvPr>
            <p:ph type="sldNum" sz="quarter" idx="10"/>
          </p:nvPr>
        </p:nvSpPr>
        <p:spPr/>
        <p:txBody>
          <a:bodyPr/>
          <a:lstStyle/>
          <a:p>
            <a:fld id="{DD68FAB8-D027-483B-9A12-654DDCA05DE7}" type="slidenum">
              <a:rPr lang="en-US" smtClean="0"/>
              <a:t>15</a:t>
            </a:fld>
            <a:endParaRPr lang="en-US"/>
          </a:p>
        </p:txBody>
      </p:sp>
    </p:spTree>
    <p:extLst>
      <p:ext uri="{BB962C8B-B14F-4D97-AF65-F5344CB8AC3E}">
        <p14:creationId xmlns:p14="http://schemas.microsoft.com/office/powerpoint/2010/main" val="41305263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8/31/2024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8/31/2024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8/31/2024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8/31/2024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8/31/2024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8/31/2024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8/31/2024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8/31/2024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lina.arshad@nu.edu.p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b="1">
                <a:solidFill>
                  <a:schemeClr val="tx1"/>
                </a:solidFill>
              </a:rPr>
              <a:t>Database Systems</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1066800" y="3675889"/>
            <a:ext cx="10058400" cy="1922731"/>
          </a:xfrm>
        </p:spPr>
        <p:txBody>
          <a:bodyPr>
            <a:normAutofit/>
          </a:bodyPr>
          <a:lstStyle/>
          <a:p>
            <a:pPr algn="ctr"/>
            <a:r>
              <a:rPr lang="en-US" sz="4400" b="1" dirty="0">
                <a:solidFill>
                  <a:schemeClr val="tx1"/>
                </a:solidFill>
                <a:cs typeface="Times New Roman" panose="02020603050405020304" pitchFamily="18" charset="0"/>
              </a:rPr>
              <a:t>Lecture 3</a:t>
            </a:r>
          </a:p>
          <a:p>
            <a:pPr algn="ctr"/>
            <a:r>
              <a:rPr lang="en-US" sz="2400" b="1" dirty="0">
                <a:solidFill>
                  <a:schemeClr val="tx1"/>
                </a:solidFill>
              </a:rPr>
              <a:t>Database System Concepts and Architecture</a:t>
            </a:r>
          </a:p>
          <a:p>
            <a:pPr algn="ctr"/>
            <a:r>
              <a:rPr lang="en-US" b="1">
                <a:solidFill>
                  <a:schemeClr val="tx1"/>
                </a:solidFill>
                <a:cs typeface="Times New Roman" panose="02020603050405020304" pitchFamily="18" charset="0"/>
              </a:rPr>
              <a:t>Chapter 2</a:t>
            </a:r>
            <a:endParaRPr lang="en-US" b="1" dirty="0">
              <a:solidFill>
                <a:schemeClr val="tx1"/>
              </a:solidFill>
              <a:cs typeface="Times New Roman" panose="02020603050405020304" pitchFamily="18" charset="0"/>
            </a:endParaRPr>
          </a:p>
        </p:txBody>
      </p:sp>
      <p:sp>
        <p:nvSpPr>
          <p:cNvPr id="5" name="TextBox 4">
            <a:extLst>
              <a:ext uri="{FF2B5EF4-FFF2-40B4-BE49-F238E27FC236}">
                <a16:creationId xmlns:a16="http://schemas.microsoft.com/office/drawing/2014/main" id="{75DE143E-53E3-798D-07E7-8D85DD770A95}"/>
              </a:ext>
            </a:extLst>
          </p:cNvPr>
          <p:cNvSpPr txBox="1"/>
          <p:nvPr/>
        </p:nvSpPr>
        <p:spPr>
          <a:xfrm>
            <a:off x="8094529" y="5374233"/>
            <a:ext cx="4397722" cy="954107"/>
          </a:xfrm>
          <a:prstGeom prst="rect">
            <a:avLst/>
          </a:prstGeom>
          <a:noFill/>
        </p:spPr>
        <p:txBody>
          <a:bodyPr wrap="square">
            <a:spAutoFit/>
          </a:bodyPr>
          <a:lstStyle/>
          <a:p>
            <a:pPr algn="ctr"/>
            <a:r>
              <a:rPr lang="en-US" sz="2800" dirty="0">
                <a:solidFill>
                  <a:schemeClr val="tx1"/>
                </a:solidFill>
                <a:cs typeface="Times New Roman" panose="02020603050405020304" pitchFamily="18" charset="0"/>
              </a:rPr>
              <a:t>Alina Arshad</a:t>
            </a:r>
          </a:p>
          <a:p>
            <a:pPr algn="ctr"/>
            <a:r>
              <a:rPr lang="en-US" sz="2800" dirty="0">
                <a:cs typeface="Times New Roman" panose="02020603050405020304" pitchFamily="18" charset="0"/>
                <a:hlinkClick r:id="rId3"/>
              </a:rPr>
              <a:t>alina.arshad@nu.edu.pk</a:t>
            </a:r>
            <a:endParaRPr lang="en-US" sz="2800" dirty="0">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Database System Utilities</a:t>
            </a:r>
          </a:p>
        </p:txBody>
      </p:sp>
      <p:sp>
        <p:nvSpPr>
          <p:cNvPr id="3" name="Content Placeholder 2"/>
          <p:cNvSpPr>
            <a:spLocks noGrp="1"/>
          </p:cNvSpPr>
          <p:nvPr>
            <p:ph idx="1"/>
          </p:nvPr>
        </p:nvSpPr>
        <p:spPr>
          <a:xfrm>
            <a:off x="1097280" y="1859382"/>
            <a:ext cx="10058400" cy="4023360"/>
          </a:xfrm>
        </p:spPr>
        <p:txBody>
          <a:bodyPr>
            <a:normAutofit/>
          </a:bodyPr>
          <a:lstStyle/>
          <a:p>
            <a:r>
              <a:rPr lang="en-US" dirty="0">
                <a:solidFill>
                  <a:schemeClr val="tx1"/>
                </a:solidFill>
              </a:rPr>
              <a:t>Help the DBA to manage the database system.</a:t>
            </a:r>
          </a:p>
          <a:p>
            <a:r>
              <a:rPr lang="en-US" dirty="0">
                <a:solidFill>
                  <a:schemeClr val="tx1"/>
                </a:solidFill>
              </a:rPr>
              <a:t>Common utilities: </a:t>
            </a:r>
          </a:p>
          <a:p>
            <a:pPr lvl="1"/>
            <a:r>
              <a:rPr lang="en-US" sz="2000" b="1" dirty="0">
                <a:solidFill>
                  <a:schemeClr val="tx1"/>
                </a:solidFill>
              </a:rPr>
              <a:t>Loading: </a:t>
            </a:r>
          </a:p>
          <a:p>
            <a:pPr lvl="2"/>
            <a:r>
              <a:rPr lang="en-US" sz="2000" dirty="0">
                <a:solidFill>
                  <a:schemeClr val="tx1"/>
                </a:solidFill>
              </a:rPr>
              <a:t>Used to load existing data file i.e. text files or sequential files. </a:t>
            </a:r>
          </a:p>
          <a:p>
            <a:pPr lvl="2"/>
            <a:r>
              <a:rPr lang="en-US" sz="2000" dirty="0">
                <a:solidFill>
                  <a:schemeClr val="tx1"/>
                </a:solidFill>
              </a:rPr>
              <a:t>Current (source) format of the data file and the desired (target) database file structure are specified to the utility, which then automatically reformats the data and stores it in the database. </a:t>
            </a:r>
          </a:p>
          <a:p>
            <a:pPr lvl="1"/>
            <a:r>
              <a:rPr lang="en-US" sz="2000" b="1" dirty="0">
                <a:solidFill>
                  <a:schemeClr val="tx1"/>
                </a:solidFill>
              </a:rPr>
              <a:t>Backup:</a:t>
            </a:r>
          </a:p>
          <a:p>
            <a:pPr lvl="2"/>
            <a:r>
              <a:rPr lang="en-US" sz="2000" dirty="0">
                <a:solidFill>
                  <a:schemeClr val="tx1"/>
                </a:solidFill>
              </a:rPr>
              <a:t>Creates a backup copy of the database. , usually by dumping the entire database onto tape or other mass storage medium. </a:t>
            </a:r>
          </a:p>
          <a:p>
            <a:pPr lvl="2"/>
            <a:r>
              <a:rPr lang="en-US" sz="2000" b="1" dirty="0">
                <a:solidFill>
                  <a:schemeClr val="tx1"/>
                </a:solidFill>
              </a:rPr>
              <a:t>Incremental backups: </a:t>
            </a:r>
            <a:r>
              <a:rPr lang="en-US" sz="2000" dirty="0">
                <a:solidFill>
                  <a:schemeClr val="tx1"/>
                </a:solidFill>
              </a:rPr>
              <a:t>Only changes since the previous backup are recorded</a:t>
            </a:r>
            <a:endParaRPr lang="en-US" sz="2000" b="1" dirty="0">
              <a:solidFill>
                <a:schemeClr val="tx1"/>
              </a:solidFill>
            </a:endParaRPr>
          </a:p>
        </p:txBody>
      </p:sp>
    </p:spTree>
    <p:extLst>
      <p:ext uri="{BB962C8B-B14F-4D97-AF65-F5344CB8AC3E}">
        <p14:creationId xmlns:p14="http://schemas.microsoft.com/office/powerpoint/2010/main" val="690379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Database System Utilities</a:t>
            </a:r>
          </a:p>
        </p:txBody>
      </p:sp>
      <p:sp>
        <p:nvSpPr>
          <p:cNvPr id="3" name="Content Placeholder 2"/>
          <p:cNvSpPr>
            <a:spLocks noGrp="1"/>
          </p:cNvSpPr>
          <p:nvPr>
            <p:ph idx="1"/>
          </p:nvPr>
        </p:nvSpPr>
        <p:spPr/>
        <p:txBody>
          <a:bodyPr>
            <a:normAutofit/>
          </a:bodyPr>
          <a:lstStyle/>
          <a:p>
            <a:r>
              <a:rPr lang="en-US" b="1" dirty="0">
                <a:solidFill>
                  <a:schemeClr val="tx1"/>
                </a:solidFill>
              </a:rPr>
              <a:t>Database storage reorganization: </a:t>
            </a:r>
          </a:p>
          <a:p>
            <a:pPr lvl="1"/>
            <a:r>
              <a:rPr lang="en-US" sz="2000" dirty="0">
                <a:solidFill>
                  <a:schemeClr val="tx1"/>
                </a:solidFill>
              </a:rPr>
              <a:t>Reorganize a set of database files into different file organizations and create new access paths to improve performance. </a:t>
            </a:r>
          </a:p>
          <a:p>
            <a:r>
              <a:rPr lang="en-US" b="1" dirty="0">
                <a:solidFill>
                  <a:schemeClr val="tx1"/>
                </a:solidFill>
              </a:rPr>
              <a:t>Performance Monitoring:</a:t>
            </a:r>
          </a:p>
          <a:p>
            <a:pPr lvl="1"/>
            <a:r>
              <a:rPr lang="en-US" sz="2000" dirty="0">
                <a:solidFill>
                  <a:schemeClr val="tx1"/>
                </a:solidFill>
              </a:rPr>
              <a:t>Monitors database usage and provides statistics to the DBA.</a:t>
            </a:r>
          </a:p>
          <a:p>
            <a:pPr lvl="1"/>
            <a:r>
              <a:rPr lang="en-US" sz="2000" dirty="0">
                <a:solidFill>
                  <a:schemeClr val="tx1"/>
                </a:solidFill>
              </a:rPr>
              <a:t>DBA uses the statistics in making decisions </a:t>
            </a:r>
          </a:p>
          <a:p>
            <a:pPr lvl="1"/>
            <a:r>
              <a:rPr lang="en-US" sz="2000" dirty="0">
                <a:solidFill>
                  <a:schemeClr val="tx1"/>
                </a:solidFill>
              </a:rPr>
              <a:t>i.e. whether or not to reorganize files or whether to add or drop indexes to improve performance.</a:t>
            </a:r>
          </a:p>
          <a:p>
            <a:r>
              <a:rPr lang="en-US" b="1" dirty="0">
                <a:solidFill>
                  <a:schemeClr val="tx1"/>
                </a:solidFill>
              </a:rPr>
              <a:t>Other utilities: </a:t>
            </a:r>
            <a:r>
              <a:rPr lang="en-US" dirty="0">
                <a:solidFill>
                  <a:schemeClr val="tx1"/>
                </a:solidFill>
              </a:rPr>
              <a:t>Sorting files, handling data compression, monitoring access by users, interfacing with the network, and performing other functions.</a:t>
            </a:r>
          </a:p>
          <a:p>
            <a:endParaRPr lang="en-US" dirty="0">
              <a:solidFill>
                <a:schemeClr val="tx1"/>
              </a:solidFill>
            </a:endParaRPr>
          </a:p>
        </p:txBody>
      </p:sp>
    </p:spTree>
    <p:extLst>
      <p:ext uri="{BB962C8B-B14F-4D97-AF65-F5344CB8AC3E}">
        <p14:creationId xmlns:p14="http://schemas.microsoft.com/office/powerpoint/2010/main" val="1846796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990" y="988906"/>
            <a:ext cx="10910020" cy="748454"/>
          </a:xfrm>
        </p:spPr>
        <p:txBody>
          <a:bodyPr>
            <a:normAutofit/>
          </a:bodyPr>
          <a:lstStyle/>
          <a:p>
            <a:r>
              <a:rPr lang="en-US" b="1" dirty="0">
                <a:solidFill>
                  <a:schemeClr val="tx1"/>
                </a:solidFill>
              </a:rPr>
              <a:t>Classification Database Management Systems</a:t>
            </a:r>
          </a:p>
        </p:txBody>
      </p:sp>
      <p:sp>
        <p:nvSpPr>
          <p:cNvPr id="3" name="Content Placeholder 2"/>
          <p:cNvSpPr>
            <a:spLocks noGrp="1"/>
          </p:cNvSpPr>
          <p:nvPr>
            <p:ph idx="1"/>
          </p:nvPr>
        </p:nvSpPr>
        <p:spPr/>
        <p:txBody>
          <a:bodyPr>
            <a:normAutofit/>
          </a:bodyPr>
          <a:lstStyle/>
          <a:p>
            <a:r>
              <a:rPr lang="en-US" dirty="0">
                <a:solidFill>
                  <a:schemeClr val="tx1"/>
                </a:solidFill>
              </a:rPr>
              <a:t>Several criteria can be used to classify DBMSs.</a:t>
            </a:r>
          </a:p>
          <a:p>
            <a:pPr marL="457200" lvl="1" indent="0">
              <a:buNone/>
            </a:pPr>
            <a:r>
              <a:rPr lang="en-US" sz="2000" dirty="0">
                <a:solidFill>
                  <a:schemeClr val="tx1"/>
                </a:solidFill>
              </a:rPr>
              <a:t>1</a:t>
            </a:r>
            <a:r>
              <a:rPr lang="en-US" sz="2000" b="1" dirty="0">
                <a:solidFill>
                  <a:schemeClr val="tx1"/>
                </a:solidFill>
              </a:rPr>
              <a:t>. Data model</a:t>
            </a:r>
          </a:p>
          <a:p>
            <a:pPr lvl="2"/>
            <a:r>
              <a:rPr lang="en-US" sz="2000" b="1" dirty="0">
                <a:solidFill>
                  <a:schemeClr val="tx1"/>
                </a:solidFill>
              </a:rPr>
              <a:t>Relational Data Model(SQL systems): </a:t>
            </a:r>
            <a:r>
              <a:rPr lang="en-US" sz="2000" dirty="0">
                <a:solidFill>
                  <a:schemeClr val="tx1"/>
                </a:solidFill>
              </a:rPr>
              <a:t>commercial DBMSs</a:t>
            </a:r>
          </a:p>
          <a:p>
            <a:pPr lvl="2"/>
            <a:r>
              <a:rPr lang="en-US" sz="2000" b="1" dirty="0">
                <a:solidFill>
                  <a:schemeClr val="tx1"/>
                </a:solidFill>
              </a:rPr>
              <a:t>Big Data Systems/ Key-value Storage Systems/ </a:t>
            </a:r>
            <a:r>
              <a:rPr lang="en-US" sz="2000" b="1" dirty="0" err="1">
                <a:solidFill>
                  <a:schemeClr val="tx1"/>
                </a:solidFill>
              </a:rPr>
              <a:t>Nosql</a:t>
            </a:r>
            <a:r>
              <a:rPr lang="en-US" sz="2000" b="1" dirty="0">
                <a:solidFill>
                  <a:schemeClr val="tx1"/>
                </a:solidFill>
              </a:rPr>
              <a:t> Systems</a:t>
            </a:r>
          </a:p>
          <a:p>
            <a:pPr lvl="3"/>
            <a:r>
              <a:rPr lang="en-US" sz="2000" dirty="0">
                <a:solidFill>
                  <a:schemeClr val="tx1"/>
                </a:solidFill>
              </a:rPr>
              <a:t>Document-based</a:t>
            </a:r>
          </a:p>
          <a:p>
            <a:pPr lvl="3"/>
            <a:r>
              <a:rPr lang="en-US" sz="2000" dirty="0">
                <a:solidFill>
                  <a:schemeClr val="tx1"/>
                </a:solidFill>
              </a:rPr>
              <a:t>Graph-based</a:t>
            </a:r>
          </a:p>
          <a:p>
            <a:pPr lvl="3"/>
            <a:r>
              <a:rPr lang="en-US" sz="2000" dirty="0">
                <a:solidFill>
                  <a:schemeClr val="tx1"/>
                </a:solidFill>
              </a:rPr>
              <a:t>Column-based</a:t>
            </a:r>
          </a:p>
          <a:p>
            <a:pPr lvl="2"/>
            <a:r>
              <a:rPr lang="en-US" sz="2000" b="1" dirty="0">
                <a:solidFill>
                  <a:schemeClr val="tx1"/>
                </a:solidFill>
              </a:rPr>
              <a:t>Hierarchical Data Models: </a:t>
            </a:r>
            <a:r>
              <a:rPr lang="en-US" sz="2000" dirty="0">
                <a:solidFill>
                  <a:schemeClr val="tx1"/>
                </a:solidFill>
              </a:rPr>
              <a:t>Legacy Data Models </a:t>
            </a:r>
          </a:p>
          <a:p>
            <a:pPr lvl="2"/>
            <a:r>
              <a:rPr lang="en-US" sz="2000" b="1" dirty="0">
                <a:solidFill>
                  <a:schemeClr val="tx1"/>
                </a:solidFill>
              </a:rPr>
              <a:t>Network Data Models</a:t>
            </a:r>
            <a:r>
              <a:rPr lang="en-US" sz="2000" dirty="0">
                <a:solidFill>
                  <a:schemeClr val="tx1"/>
                </a:solidFill>
              </a:rPr>
              <a:t>: Legacy Data Models </a:t>
            </a:r>
          </a:p>
          <a:p>
            <a:pPr lvl="2"/>
            <a:r>
              <a:rPr lang="en-US" sz="2000" b="1" dirty="0">
                <a:solidFill>
                  <a:schemeClr val="tx1"/>
                </a:solidFill>
              </a:rPr>
              <a:t>Tree-structured Data Model: </a:t>
            </a:r>
            <a:r>
              <a:rPr lang="en-US" sz="2000" dirty="0">
                <a:solidFill>
                  <a:schemeClr val="tx1"/>
                </a:solidFill>
              </a:rPr>
              <a:t>XML based</a:t>
            </a:r>
          </a:p>
        </p:txBody>
      </p:sp>
    </p:spTree>
    <p:extLst>
      <p:ext uri="{BB962C8B-B14F-4D97-AF65-F5344CB8AC3E}">
        <p14:creationId xmlns:p14="http://schemas.microsoft.com/office/powerpoint/2010/main" val="1359494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9921" y="263527"/>
            <a:ext cx="11292158" cy="1450757"/>
          </a:xfrm>
        </p:spPr>
        <p:txBody>
          <a:bodyPr/>
          <a:lstStyle/>
          <a:p>
            <a:r>
              <a:rPr lang="en-US" b="1" dirty="0">
                <a:solidFill>
                  <a:schemeClr val="tx1"/>
                </a:solidFill>
              </a:rPr>
              <a:t>Classification Database Management Systems</a:t>
            </a:r>
          </a:p>
        </p:txBody>
      </p:sp>
      <p:sp>
        <p:nvSpPr>
          <p:cNvPr id="3" name="Content Placeholder 2"/>
          <p:cNvSpPr>
            <a:spLocks noGrp="1"/>
          </p:cNvSpPr>
          <p:nvPr>
            <p:ph idx="1"/>
          </p:nvPr>
        </p:nvSpPr>
        <p:spPr>
          <a:xfrm>
            <a:off x="1066800" y="1853086"/>
            <a:ext cx="10058400" cy="3644509"/>
          </a:xfrm>
        </p:spPr>
        <p:txBody>
          <a:bodyPr>
            <a:normAutofit/>
          </a:bodyPr>
          <a:lstStyle/>
          <a:p>
            <a:pPr marL="0" indent="0">
              <a:buNone/>
            </a:pPr>
            <a:r>
              <a:rPr lang="en-US" dirty="0">
                <a:solidFill>
                  <a:schemeClr val="tx1"/>
                </a:solidFill>
              </a:rPr>
              <a:t>2. </a:t>
            </a:r>
            <a:r>
              <a:rPr lang="en-US" b="1" dirty="0">
                <a:solidFill>
                  <a:schemeClr val="tx1"/>
                </a:solidFill>
              </a:rPr>
              <a:t>Number of users supported by the system:</a:t>
            </a:r>
          </a:p>
          <a:p>
            <a:pPr lvl="1"/>
            <a:r>
              <a:rPr lang="en-US" sz="2000" b="1" dirty="0">
                <a:solidFill>
                  <a:schemeClr val="tx1"/>
                </a:solidFill>
              </a:rPr>
              <a:t>Single-user systems: </a:t>
            </a:r>
            <a:r>
              <a:rPr lang="en-US" sz="2000" dirty="0">
                <a:solidFill>
                  <a:schemeClr val="tx1"/>
                </a:solidFill>
              </a:rPr>
              <a:t>support only one user at a time. </a:t>
            </a:r>
          </a:p>
          <a:p>
            <a:pPr lvl="1"/>
            <a:r>
              <a:rPr lang="en-US" sz="2000" b="1" dirty="0">
                <a:solidFill>
                  <a:schemeClr val="tx1"/>
                </a:solidFill>
              </a:rPr>
              <a:t>Multiuser systems. </a:t>
            </a:r>
            <a:r>
              <a:rPr lang="en-US" sz="2000" dirty="0">
                <a:solidFill>
                  <a:schemeClr val="tx1"/>
                </a:solidFill>
              </a:rPr>
              <a:t>Multiple users at a time. Majority of databases are multiuser systems.</a:t>
            </a:r>
          </a:p>
          <a:p>
            <a:pPr marL="0" indent="0">
              <a:buNone/>
            </a:pPr>
            <a:r>
              <a:rPr lang="en-US" dirty="0">
                <a:solidFill>
                  <a:schemeClr val="tx1"/>
                </a:solidFill>
              </a:rPr>
              <a:t>3. </a:t>
            </a:r>
            <a:r>
              <a:rPr lang="en-US" b="1" dirty="0">
                <a:solidFill>
                  <a:schemeClr val="tx1"/>
                </a:solidFill>
              </a:rPr>
              <a:t>Number of sites over which the database is distributed.</a:t>
            </a:r>
          </a:p>
          <a:p>
            <a:pPr lvl="1"/>
            <a:r>
              <a:rPr lang="en-US" sz="2000" b="1" dirty="0">
                <a:solidFill>
                  <a:schemeClr val="tx1"/>
                </a:solidFill>
              </a:rPr>
              <a:t>Centralized: </a:t>
            </a:r>
            <a:r>
              <a:rPr lang="en-US" sz="2000" dirty="0">
                <a:solidFill>
                  <a:schemeClr val="tx1"/>
                </a:solidFill>
              </a:rPr>
              <a:t>data is stored at a single computer site; can support multiple users.</a:t>
            </a:r>
          </a:p>
          <a:p>
            <a:pPr lvl="1"/>
            <a:r>
              <a:rPr lang="en-US" sz="2000" b="1" dirty="0">
                <a:solidFill>
                  <a:schemeClr val="tx1"/>
                </a:solidFill>
              </a:rPr>
              <a:t>Distributed DBMS (DDBMS): </a:t>
            </a:r>
            <a:r>
              <a:rPr lang="en-US" sz="2000" dirty="0">
                <a:solidFill>
                  <a:schemeClr val="tx1"/>
                </a:solidFill>
              </a:rPr>
              <a:t>have the actual database and DBMS software distributed over many sites connected by a computer network. i.e. Big Data Systems</a:t>
            </a:r>
          </a:p>
        </p:txBody>
      </p:sp>
    </p:spTree>
    <p:extLst>
      <p:ext uri="{BB962C8B-B14F-4D97-AF65-F5344CB8AC3E}">
        <p14:creationId xmlns:p14="http://schemas.microsoft.com/office/powerpoint/2010/main" val="1986393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637" y="263527"/>
            <a:ext cx="10882725" cy="1450757"/>
          </a:xfrm>
        </p:spPr>
        <p:txBody>
          <a:bodyPr/>
          <a:lstStyle/>
          <a:p>
            <a:r>
              <a:rPr lang="en-US" b="1" dirty="0">
                <a:solidFill>
                  <a:schemeClr val="tx1"/>
                </a:solidFill>
              </a:rPr>
              <a:t>Classification Database Management Systems</a:t>
            </a:r>
          </a:p>
        </p:txBody>
      </p:sp>
      <p:sp>
        <p:nvSpPr>
          <p:cNvPr id="3" name="Content Placeholder 2"/>
          <p:cNvSpPr>
            <a:spLocks noGrp="1"/>
          </p:cNvSpPr>
          <p:nvPr>
            <p:ph idx="1"/>
          </p:nvPr>
        </p:nvSpPr>
        <p:spPr/>
        <p:txBody>
          <a:bodyPr>
            <a:normAutofit/>
          </a:bodyPr>
          <a:lstStyle/>
          <a:p>
            <a:r>
              <a:rPr lang="en-US" sz="2400" b="1" dirty="0">
                <a:solidFill>
                  <a:schemeClr val="tx1"/>
                </a:solidFill>
              </a:rPr>
              <a:t>Distributed DBMSs:</a:t>
            </a:r>
          </a:p>
          <a:p>
            <a:pPr lvl="1"/>
            <a:r>
              <a:rPr lang="en-US" sz="2400" b="1" dirty="0">
                <a:solidFill>
                  <a:schemeClr val="tx1"/>
                </a:solidFill>
              </a:rPr>
              <a:t>Homogeneous DDBMSs: </a:t>
            </a:r>
            <a:r>
              <a:rPr lang="en-US" sz="2400" dirty="0">
                <a:solidFill>
                  <a:schemeClr val="tx1"/>
                </a:solidFill>
              </a:rPr>
              <a:t>same DBMS software at all the sites</a:t>
            </a:r>
          </a:p>
          <a:p>
            <a:pPr lvl="1"/>
            <a:r>
              <a:rPr lang="en-US" sz="2400" b="1" dirty="0">
                <a:solidFill>
                  <a:schemeClr val="tx1"/>
                </a:solidFill>
              </a:rPr>
              <a:t>Heterogeneous DDBMSs:  </a:t>
            </a:r>
            <a:r>
              <a:rPr lang="en-US" sz="2400" dirty="0">
                <a:solidFill>
                  <a:schemeClr val="tx1"/>
                </a:solidFill>
              </a:rPr>
              <a:t>use different DBMS software at each site.</a:t>
            </a:r>
          </a:p>
          <a:p>
            <a:pPr marL="0" indent="0">
              <a:buNone/>
            </a:pPr>
            <a:r>
              <a:rPr lang="en-US" sz="2400" dirty="0">
                <a:solidFill>
                  <a:schemeClr val="tx1"/>
                </a:solidFill>
              </a:rPr>
              <a:t>4. </a:t>
            </a:r>
            <a:r>
              <a:rPr lang="en-US" sz="2400" b="1" dirty="0">
                <a:solidFill>
                  <a:schemeClr val="tx1"/>
                </a:solidFill>
              </a:rPr>
              <a:t>The fourth criterion is cost.</a:t>
            </a:r>
          </a:p>
          <a:p>
            <a:pPr lvl="1"/>
            <a:r>
              <a:rPr lang="en-US" sz="2400" dirty="0">
                <a:solidFill>
                  <a:schemeClr val="tx1"/>
                </a:solidFill>
              </a:rPr>
              <a:t>Additional cost for accessing additional features. i.e. data warehousing, data mining, maintenance etc.</a:t>
            </a:r>
          </a:p>
          <a:p>
            <a:pPr lvl="1"/>
            <a:r>
              <a:rPr lang="en-US" sz="2400" dirty="0">
                <a:solidFill>
                  <a:schemeClr val="tx1"/>
                </a:solidFill>
              </a:rPr>
              <a:t>Examples of free relational DBMSs: MySQL, PostgreSQL, others</a:t>
            </a:r>
          </a:p>
        </p:txBody>
      </p:sp>
    </p:spTree>
    <p:extLst>
      <p:ext uri="{BB962C8B-B14F-4D97-AF65-F5344CB8AC3E}">
        <p14:creationId xmlns:p14="http://schemas.microsoft.com/office/powerpoint/2010/main" val="62257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3694" y="263527"/>
            <a:ext cx="10964611" cy="1450757"/>
          </a:xfrm>
        </p:spPr>
        <p:txBody>
          <a:bodyPr/>
          <a:lstStyle/>
          <a:p>
            <a:r>
              <a:rPr lang="en-US" b="1" dirty="0">
                <a:solidFill>
                  <a:schemeClr val="tx1"/>
                </a:solidFill>
              </a:rPr>
              <a:t>Classification Database Management Systems</a:t>
            </a:r>
          </a:p>
        </p:txBody>
      </p:sp>
      <p:sp>
        <p:nvSpPr>
          <p:cNvPr id="3" name="Content Placeholder 2"/>
          <p:cNvSpPr>
            <a:spLocks noGrp="1"/>
          </p:cNvSpPr>
          <p:nvPr>
            <p:ph idx="1"/>
          </p:nvPr>
        </p:nvSpPr>
        <p:spPr/>
        <p:txBody>
          <a:bodyPr>
            <a:normAutofit/>
          </a:bodyPr>
          <a:lstStyle/>
          <a:p>
            <a:r>
              <a:rPr lang="en-US" sz="2400" dirty="0">
                <a:solidFill>
                  <a:schemeClr val="tx1"/>
                </a:solidFill>
              </a:rPr>
              <a:t>General purpose DBMSs: handle Wide range of applications </a:t>
            </a:r>
          </a:p>
          <a:p>
            <a:r>
              <a:rPr lang="en-US" sz="2400">
                <a:solidFill>
                  <a:schemeClr val="tx1"/>
                </a:solidFill>
              </a:rPr>
              <a:t>Special </a:t>
            </a:r>
            <a:r>
              <a:rPr lang="en-US" sz="2400" dirty="0">
                <a:solidFill>
                  <a:schemeClr val="tx1"/>
                </a:solidFill>
              </a:rPr>
              <a:t>purpose DBMSs:</a:t>
            </a:r>
          </a:p>
          <a:p>
            <a:pPr lvl="1"/>
            <a:r>
              <a:rPr lang="en-US" sz="2400" dirty="0">
                <a:solidFill>
                  <a:schemeClr val="tx1"/>
                </a:solidFill>
              </a:rPr>
              <a:t>Use for specific application.</a:t>
            </a:r>
          </a:p>
          <a:p>
            <a:pPr lvl="1"/>
            <a:r>
              <a:rPr lang="en-US" sz="2400" dirty="0">
                <a:solidFill>
                  <a:schemeClr val="tx1"/>
                </a:solidFill>
              </a:rPr>
              <a:t>When performance is a primary consideration.</a:t>
            </a:r>
          </a:p>
          <a:p>
            <a:pPr lvl="1"/>
            <a:r>
              <a:rPr lang="en-US" sz="2400" dirty="0">
                <a:solidFill>
                  <a:schemeClr val="tx1"/>
                </a:solidFill>
              </a:rPr>
              <a:t>Also called online transaction processing (OLTP) systems.</a:t>
            </a:r>
          </a:p>
          <a:p>
            <a:pPr lvl="1"/>
            <a:r>
              <a:rPr lang="en-US" sz="2400" dirty="0">
                <a:solidFill>
                  <a:schemeClr val="tx1"/>
                </a:solidFill>
              </a:rPr>
              <a:t>i.e. Airline reservation.</a:t>
            </a:r>
          </a:p>
        </p:txBody>
      </p:sp>
    </p:spTree>
    <p:extLst>
      <p:ext uri="{BB962C8B-B14F-4D97-AF65-F5344CB8AC3E}">
        <p14:creationId xmlns:p14="http://schemas.microsoft.com/office/powerpoint/2010/main" val="1448268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777922"/>
            <a:ext cx="10058400" cy="959438"/>
          </a:xfrm>
        </p:spPr>
        <p:txBody>
          <a:bodyPr/>
          <a:lstStyle/>
          <a:p>
            <a:r>
              <a:rPr lang="en-US" b="1" dirty="0">
                <a:solidFill>
                  <a:schemeClr val="tx1"/>
                </a:solidFill>
              </a:rPr>
              <a:t>Criteria 1 continued</a:t>
            </a:r>
          </a:p>
        </p:txBody>
      </p:sp>
      <p:sp>
        <p:nvSpPr>
          <p:cNvPr id="3" name="Content Placeholder 2"/>
          <p:cNvSpPr>
            <a:spLocks noGrp="1"/>
          </p:cNvSpPr>
          <p:nvPr>
            <p:ph idx="1"/>
          </p:nvPr>
        </p:nvSpPr>
        <p:spPr/>
        <p:txBody>
          <a:bodyPr>
            <a:normAutofit/>
          </a:bodyPr>
          <a:lstStyle/>
          <a:p>
            <a:r>
              <a:rPr lang="en-US" b="1" dirty="0">
                <a:solidFill>
                  <a:schemeClr val="tx1"/>
                </a:solidFill>
              </a:rPr>
              <a:t>Relational data model</a:t>
            </a:r>
          </a:p>
          <a:p>
            <a:pPr lvl="1"/>
            <a:r>
              <a:rPr lang="en-US" sz="2000" dirty="0">
                <a:solidFill>
                  <a:schemeClr val="tx1"/>
                </a:solidFill>
              </a:rPr>
              <a:t>Database as a collection of tables</a:t>
            </a:r>
          </a:p>
          <a:p>
            <a:pPr lvl="1"/>
            <a:r>
              <a:rPr lang="en-US" sz="2000" dirty="0">
                <a:solidFill>
                  <a:schemeClr val="tx1"/>
                </a:solidFill>
              </a:rPr>
              <a:t>Each table can be stored as a separate file</a:t>
            </a:r>
          </a:p>
          <a:p>
            <a:pPr lvl="1"/>
            <a:r>
              <a:rPr lang="en-US" sz="2000" dirty="0">
                <a:solidFill>
                  <a:schemeClr val="tx1"/>
                </a:solidFill>
              </a:rPr>
              <a:t>Uses SQL and support a limited form of user views</a:t>
            </a:r>
          </a:p>
          <a:p>
            <a:r>
              <a:rPr lang="en-US" b="1" dirty="0">
                <a:solidFill>
                  <a:schemeClr val="tx1"/>
                </a:solidFill>
              </a:rPr>
              <a:t>Object data model</a:t>
            </a:r>
          </a:p>
          <a:p>
            <a:pPr lvl="1"/>
            <a:r>
              <a:rPr lang="en-US" sz="2000" dirty="0">
                <a:solidFill>
                  <a:schemeClr val="tx1"/>
                </a:solidFill>
              </a:rPr>
              <a:t>defines a database in terms of objects, their properties, and their operations.</a:t>
            </a:r>
          </a:p>
          <a:p>
            <a:pPr lvl="1"/>
            <a:r>
              <a:rPr lang="en-US" sz="2000" dirty="0">
                <a:solidFill>
                  <a:schemeClr val="tx1"/>
                </a:solidFill>
              </a:rPr>
              <a:t>Objects with the same structure and behavior belong to a class</a:t>
            </a:r>
          </a:p>
          <a:p>
            <a:pPr lvl="1"/>
            <a:r>
              <a:rPr lang="en-US" sz="2000" dirty="0">
                <a:solidFill>
                  <a:schemeClr val="tx1"/>
                </a:solidFill>
              </a:rPr>
              <a:t>Classes are organized into hierarchies (or acyclic graphs).</a:t>
            </a:r>
          </a:p>
          <a:p>
            <a:pPr lvl="1"/>
            <a:r>
              <a:rPr lang="en-US" sz="2000" dirty="0">
                <a:solidFill>
                  <a:schemeClr val="tx1"/>
                </a:solidFill>
              </a:rPr>
              <a:t>Operations of each class are specified in terms of predefined procedures called methods</a:t>
            </a:r>
          </a:p>
        </p:txBody>
      </p:sp>
    </p:spTree>
    <p:extLst>
      <p:ext uri="{BB962C8B-B14F-4D97-AF65-F5344CB8AC3E}">
        <p14:creationId xmlns:p14="http://schemas.microsoft.com/office/powerpoint/2010/main" val="1013870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780197" y="573205"/>
            <a:ext cx="10058400" cy="627797"/>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b="1" dirty="0">
                <a:solidFill>
                  <a:schemeClr val="tx1"/>
                </a:solidFill>
              </a:rPr>
              <a:t>Object Data Model</a:t>
            </a:r>
          </a:p>
        </p:txBody>
      </p:sp>
      <p:pic>
        <p:nvPicPr>
          <p:cNvPr id="4" name="Content Placeholder 3"/>
          <p:cNvPicPr>
            <a:picLocks noChangeAspect="1"/>
          </p:cNvPicPr>
          <p:nvPr/>
        </p:nvPicPr>
        <p:blipFill>
          <a:blip r:embed="rId2"/>
          <a:stretch>
            <a:fillRect/>
          </a:stretch>
        </p:blipFill>
        <p:spPr>
          <a:xfrm>
            <a:off x="0" y="1310185"/>
            <a:ext cx="12192000" cy="5363570"/>
          </a:xfrm>
          <a:prstGeom prst="rect">
            <a:avLst/>
          </a:prstGeom>
        </p:spPr>
      </p:pic>
    </p:spTree>
    <p:extLst>
      <p:ext uri="{BB962C8B-B14F-4D97-AF65-F5344CB8AC3E}">
        <p14:creationId xmlns:p14="http://schemas.microsoft.com/office/powerpoint/2010/main" val="2945287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3582" y="914400"/>
            <a:ext cx="7710637" cy="727670"/>
          </a:xfrm>
        </p:spPr>
        <p:txBody>
          <a:bodyPr/>
          <a:lstStyle/>
          <a:p>
            <a:r>
              <a:rPr lang="en-US" b="1" dirty="0">
                <a:solidFill>
                  <a:schemeClr val="tx1"/>
                </a:solidFill>
              </a:rPr>
              <a:t>Criteria 1 continued</a:t>
            </a:r>
          </a:p>
        </p:txBody>
      </p:sp>
      <p:sp>
        <p:nvSpPr>
          <p:cNvPr id="3" name="Content Placeholder 2"/>
          <p:cNvSpPr>
            <a:spLocks noGrp="1"/>
          </p:cNvSpPr>
          <p:nvPr>
            <p:ph idx="1"/>
          </p:nvPr>
        </p:nvSpPr>
        <p:spPr>
          <a:xfrm>
            <a:off x="1023581" y="1849626"/>
            <a:ext cx="10249469" cy="4195481"/>
          </a:xfrm>
        </p:spPr>
        <p:txBody>
          <a:bodyPr>
            <a:noAutofit/>
          </a:bodyPr>
          <a:lstStyle/>
          <a:p>
            <a:r>
              <a:rPr lang="en-US" b="1" dirty="0">
                <a:solidFill>
                  <a:schemeClr val="tx1"/>
                </a:solidFill>
              </a:rPr>
              <a:t>Big data systems:</a:t>
            </a:r>
          </a:p>
          <a:p>
            <a:pPr lvl="1"/>
            <a:r>
              <a:rPr lang="en-US" sz="2000" b="1" dirty="0">
                <a:solidFill>
                  <a:schemeClr val="tx1"/>
                </a:solidFill>
              </a:rPr>
              <a:t>Key-Value:  </a:t>
            </a:r>
          </a:p>
          <a:p>
            <a:pPr lvl="2"/>
            <a:r>
              <a:rPr lang="en-US" sz="2000" dirty="0">
                <a:solidFill>
                  <a:schemeClr val="tx1"/>
                </a:solidFill>
              </a:rPr>
              <a:t>Associates a unique key with each value </a:t>
            </a:r>
          </a:p>
          <a:p>
            <a:pPr lvl="2"/>
            <a:r>
              <a:rPr lang="en-US" sz="2000" dirty="0">
                <a:solidFill>
                  <a:schemeClr val="tx1"/>
                </a:solidFill>
              </a:rPr>
              <a:t>Provides very fast access to a value given its key. </a:t>
            </a:r>
          </a:p>
          <a:p>
            <a:pPr lvl="2"/>
            <a:r>
              <a:rPr lang="en-US" sz="2000" dirty="0">
                <a:solidFill>
                  <a:schemeClr val="tx1"/>
                </a:solidFill>
              </a:rPr>
              <a:t>Firebase from Google</a:t>
            </a:r>
          </a:p>
          <a:p>
            <a:pPr lvl="1"/>
            <a:r>
              <a:rPr lang="en-US" sz="2000" b="1" dirty="0">
                <a:solidFill>
                  <a:schemeClr val="tx1"/>
                </a:solidFill>
              </a:rPr>
              <a:t>Document Data Model </a:t>
            </a:r>
            <a:endParaRPr lang="en-US" sz="2000" dirty="0">
              <a:solidFill>
                <a:schemeClr val="tx1"/>
              </a:solidFill>
            </a:endParaRPr>
          </a:p>
          <a:p>
            <a:pPr lvl="2"/>
            <a:r>
              <a:rPr lang="en-US" sz="2000" dirty="0">
                <a:solidFill>
                  <a:schemeClr val="tx1"/>
                </a:solidFill>
              </a:rPr>
              <a:t>Stores the data as documents, which somewhat resemble complex objects. </a:t>
            </a:r>
          </a:p>
          <a:p>
            <a:pPr lvl="2"/>
            <a:r>
              <a:rPr lang="en-US" sz="2000" dirty="0">
                <a:solidFill>
                  <a:schemeClr val="tx1"/>
                </a:solidFill>
              </a:rPr>
              <a:t>Based on </a:t>
            </a:r>
            <a:r>
              <a:rPr lang="en-US" sz="2000" dirty="0" err="1">
                <a:solidFill>
                  <a:schemeClr val="tx1"/>
                </a:solidFill>
              </a:rPr>
              <a:t>json</a:t>
            </a:r>
            <a:r>
              <a:rPr lang="en-US" sz="2000" dirty="0">
                <a:solidFill>
                  <a:schemeClr val="tx1"/>
                </a:solidFill>
              </a:rPr>
              <a:t> (java script object notation)</a:t>
            </a:r>
          </a:p>
          <a:p>
            <a:pPr lvl="2"/>
            <a:r>
              <a:rPr lang="en-US" sz="2000" dirty="0">
                <a:solidFill>
                  <a:schemeClr val="tx1"/>
                </a:solidFill>
              </a:rPr>
              <a:t>i.e. MongoDB </a:t>
            </a:r>
          </a:p>
          <a:p>
            <a:pPr lvl="3"/>
            <a:endParaRPr lang="en-US" sz="2000" dirty="0">
              <a:solidFill>
                <a:schemeClr val="tx1"/>
              </a:solidFill>
            </a:endParaRPr>
          </a:p>
        </p:txBody>
      </p:sp>
    </p:spTree>
    <p:extLst>
      <p:ext uri="{BB962C8B-B14F-4D97-AF65-F5344CB8AC3E}">
        <p14:creationId xmlns:p14="http://schemas.microsoft.com/office/powerpoint/2010/main" val="1933644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A11132-7A56-7F5C-C246-E4C611D24FFF}"/>
              </a:ext>
            </a:extLst>
          </p:cNvPr>
          <p:cNvSpPr>
            <a:spLocks noGrp="1"/>
          </p:cNvSpPr>
          <p:nvPr>
            <p:ph idx="1"/>
          </p:nvPr>
        </p:nvSpPr>
        <p:spPr/>
        <p:txBody>
          <a:bodyPr/>
          <a:lstStyle/>
          <a:p>
            <a:pPr lvl="1"/>
            <a:r>
              <a:rPr lang="en-US" sz="2000" b="1" dirty="0">
                <a:solidFill>
                  <a:schemeClr val="tx1"/>
                </a:solidFill>
              </a:rPr>
              <a:t>Graph Data Model </a:t>
            </a:r>
          </a:p>
          <a:p>
            <a:pPr lvl="2"/>
            <a:r>
              <a:rPr lang="en-US" sz="2000" dirty="0">
                <a:solidFill>
                  <a:schemeClr val="tx1"/>
                </a:solidFill>
              </a:rPr>
              <a:t>Stores objects as graph nodes and relationships among objects as directed graph edges. </a:t>
            </a:r>
          </a:p>
          <a:p>
            <a:pPr lvl="2"/>
            <a:r>
              <a:rPr lang="en-US" sz="2000" dirty="0">
                <a:solidFill>
                  <a:schemeClr val="tx1"/>
                </a:solidFill>
              </a:rPr>
              <a:t>i.e. Neo4j</a:t>
            </a:r>
          </a:p>
          <a:p>
            <a:pPr lvl="1"/>
            <a:r>
              <a:rPr lang="en-US" sz="2000" b="1" dirty="0">
                <a:solidFill>
                  <a:schemeClr val="tx1"/>
                </a:solidFill>
              </a:rPr>
              <a:t>Column-based Data Model</a:t>
            </a:r>
            <a:r>
              <a:rPr lang="en-US" sz="2000" dirty="0">
                <a:solidFill>
                  <a:schemeClr val="tx1"/>
                </a:solidFill>
              </a:rPr>
              <a:t>s </a:t>
            </a:r>
          </a:p>
          <a:p>
            <a:pPr lvl="2"/>
            <a:r>
              <a:rPr lang="en-US" sz="2000" dirty="0">
                <a:solidFill>
                  <a:schemeClr val="tx1"/>
                </a:solidFill>
              </a:rPr>
              <a:t>Store the columns of rows clustered on disk pages for fast access </a:t>
            </a:r>
          </a:p>
          <a:p>
            <a:pPr lvl="2"/>
            <a:r>
              <a:rPr lang="en-US" sz="2000" dirty="0">
                <a:solidFill>
                  <a:schemeClr val="tx1"/>
                </a:solidFill>
              </a:rPr>
              <a:t>Allow multiple versions of the data.</a:t>
            </a:r>
          </a:p>
          <a:p>
            <a:pPr lvl="2"/>
            <a:r>
              <a:rPr lang="en-US" sz="2000" dirty="0">
                <a:solidFill>
                  <a:schemeClr val="tx1"/>
                </a:solidFill>
              </a:rPr>
              <a:t>i.e. </a:t>
            </a:r>
            <a:r>
              <a:rPr lang="en-US" sz="2000" dirty="0" err="1">
                <a:solidFill>
                  <a:schemeClr val="tx1"/>
                </a:solidFill>
              </a:rPr>
              <a:t>Hbase</a:t>
            </a:r>
            <a:endParaRPr lang="en-US" sz="2000" dirty="0">
              <a:solidFill>
                <a:schemeClr val="tx1"/>
              </a:solidFill>
            </a:endParaRPr>
          </a:p>
          <a:p>
            <a:endParaRPr lang="en-US" dirty="0"/>
          </a:p>
        </p:txBody>
      </p:sp>
      <p:sp>
        <p:nvSpPr>
          <p:cNvPr id="4" name="Title 1">
            <a:extLst>
              <a:ext uri="{FF2B5EF4-FFF2-40B4-BE49-F238E27FC236}">
                <a16:creationId xmlns:a16="http://schemas.microsoft.com/office/drawing/2014/main" id="{C6BED586-487C-483B-73C1-7C7F0AE31E22}"/>
              </a:ext>
            </a:extLst>
          </p:cNvPr>
          <p:cNvSpPr>
            <a:spLocks noGrp="1"/>
          </p:cNvSpPr>
          <p:nvPr>
            <p:ph type="title"/>
          </p:nvPr>
        </p:nvSpPr>
        <p:spPr>
          <a:xfrm>
            <a:off x="1023582" y="914400"/>
            <a:ext cx="7710637" cy="727670"/>
          </a:xfrm>
        </p:spPr>
        <p:txBody>
          <a:bodyPr/>
          <a:lstStyle/>
          <a:p>
            <a:r>
              <a:rPr lang="en-US" b="1" dirty="0">
                <a:solidFill>
                  <a:schemeClr val="tx1"/>
                </a:solidFill>
              </a:rPr>
              <a:t>Criteria 1 continued</a:t>
            </a:r>
          </a:p>
        </p:txBody>
      </p:sp>
    </p:spTree>
    <p:extLst>
      <p:ext uri="{BB962C8B-B14F-4D97-AF65-F5344CB8AC3E}">
        <p14:creationId xmlns:p14="http://schemas.microsoft.com/office/powerpoint/2010/main" val="4822418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6594771" y="301819"/>
            <a:ext cx="4646317" cy="2790924"/>
          </a:xfrm>
          <a:prstGeom prst="rect">
            <a:avLst/>
          </a:prstGeom>
        </p:spPr>
      </p:pic>
      <p:sp>
        <p:nvSpPr>
          <p:cNvPr id="3" name="Rectangle 2"/>
          <p:cNvSpPr/>
          <p:nvPr/>
        </p:nvSpPr>
        <p:spPr>
          <a:xfrm>
            <a:off x="2260083" y="3162573"/>
            <a:ext cx="2406290" cy="369332"/>
          </a:xfrm>
          <a:prstGeom prst="rect">
            <a:avLst/>
          </a:prstGeom>
        </p:spPr>
        <p:txBody>
          <a:bodyPr wrap="square">
            <a:spAutoFit/>
          </a:bodyPr>
          <a:lstStyle/>
          <a:p>
            <a:r>
              <a:rPr lang="en-US" b="1" dirty="0"/>
              <a:t>Document Model</a:t>
            </a:r>
          </a:p>
        </p:txBody>
      </p:sp>
      <p:sp>
        <p:nvSpPr>
          <p:cNvPr id="6" name="Rectangle 5"/>
          <p:cNvSpPr/>
          <p:nvPr/>
        </p:nvSpPr>
        <p:spPr>
          <a:xfrm>
            <a:off x="8259076" y="3173356"/>
            <a:ext cx="2680409" cy="369332"/>
          </a:xfrm>
          <a:prstGeom prst="rect">
            <a:avLst/>
          </a:prstGeom>
        </p:spPr>
        <p:txBody>
          <a:bodyPr wrap="square">
            <a:spAutoFit/>
          </a:bodyPr>
          <a:lstStyle/>
          <a:p>
            <a:r>
              <a:rPr lang="en-US" b="1" dirty="0"/>
              <a:t>Graph Data Model</a:t>
            </a:r>
          </a:p>
        </p:txBody>
      </p:sp>
      <p:graphicFrame>
        <p:nvGraphicFramePr>
          <p:cNvPr id="8" name="Table 7"/>
          <p:cNvGraphicFramePr>
            <a:graphicFrameLocks noGrp="1"/>
          </p:cNvGraphicFramePr>
          <p:nvPr>
            <p:extLst>
              <p:ext uri="{D42A27DB-BD31-4B8C-83A1-F6EECF244321}">
                <p14:modId xmlns:p14="http://schemas.microsoft.com/office/powerpoint/2010/main" val="2031434050"/>
              </p:ext>
            </p:extLst>
          </p:nvPr>
        </p:nvGraphicFramePr>
        <p:xfrm>
          <a:off x="3035490" y="3623301"/>
          <a:ext cx="6356351" cy="2514600"/>
        </p:xfrm>
        <a:graphic>
          <a:graphicData uri="http://schemas.openxmlformats.org/drawingml/2006/table">
            <a:tbl>
              <a:tblPr/>
              <a:tblGrid>
                <a:gridCol w="1532318">
                  <a:extLst>
                    <a:ext uri="{9D8B030D-6E8A-4147-A177-3AD203B41FA5}">
                      <a16:colId xmlns:a16="http://schemas.microsoft.com/office/drawing/2014/main" val="726350378"/>
                    </a:ext>
                  </a:extLst>
                </a:gridCol>
                <a:gridCol w="1532447">
                  <a:extLst>
                    <a:ext uri="{9D8B030D-6E8A-4147-A177-3AD203B41FA5}">
                      <a16:colId xmlns:a16="http://schemas.microsoft.com/office/drawing/2014/main" val="2845760581"/>
                    </a:ext>
                  </a:extLst>
                </a:gridCol>
                <a:gridCol w="1599018">
                  <a:extLst>
                    <a:ext uri="{9D8B030D-6E8A-4147-A177-3AD203B41FA5}">
                      <a16:colId xmlns:a16="http://schemas.microsoft.com/office/drawing/2014/main" val="79102481"/>
                    </a:ext>
                  </a:extLst>
                </a:gridCol>
                <a:gridCol w="1692568">
                  <a:extLst>
                    <a:ext uri="{9D8B030D-6E8A-4147-A177-3AD203B41FA5}">
                      <a16:colId xmlns:a16="http://schemas.microsoft.com/office/drawing/2014/main" val="1180249019"/>
                    </a:ext>
                  </a:extLst>
                </a:gridCol>
              </a:tblGrid>
              <a:tr h="691111">
                <a:tc>
                  <a:txBody>
                    <a:bodyPr/>
                    <a:lstStyle/>
                    <a:p>
                      <a:pPr fontAlgn="t"/>
                      <a:r>
                        <a:rPr lang="en-US" b="1" i="0">
                          <a:solidFill>
                            <a:srgbClr val="FFFFFF"/>
                          </a:solidFill>
                          <a:effectLst/>
                          <a:latin typeface="Arial" panose="020B0604020202020204" pitchFamily="34" charset="0"/>
                        </a:rPr>
                        <a:t>Account number</a:t>
                      </a:r>
                    </a:p>
                  </a:txBody>
                  <a:tcPr marL="142875" marR="142875" marT="142875" marB="142875">
                    <a:lnL w="9525" cap="flat" cmpd="sng" algn="ctr">
                      <a:solidFill>
                        <a:srgbClr val="C6C2BF"/>
                      </a:solidFill>
                      <a:prstDash val="solid"/>
                      <a:round/>
                      <a:headEnd type="none" w="med" len="med"/>
                      <a:tailEnd type="none" w="med" len="med"/>
                    </a:lnL>
                    <a:lnR w="9525" cap="flat" cmpd="sng" algn="ctr">
                      <a:solidFill>
                        <a:srgbClr val="C6C2BF"/>
                      </a:solidFill>
                      <a:prstDash val="solid"/>
                      <a:round/>
                      <a:headEnd type="none" w="med" len="med"/>
                      <a:tailEnd type="none" w="med" len="med"/>
                    </a:lnR>
                    <a:lnT w="9525" cap="flat" cmpd="sng" algn="ctr">
                      <a:solidFill>
                        <a:srgbClr val="C6C2BF"/>
                      </a:solidFill>
                      <a:prstDash val="solid"/>
                      <a:round/>
                      <a:headEnd type="none" w="med" len="med"/>
                      <a:tailEnd type="none" w="med" len="med"/>
                    </a:lnT>
                    <a:lnB w="9525" cap="flat" cmpd="sng" algn="ctr">
                      <a:solidFill>
                        <a:srgbClr val="C6C2BF"/>
                      </a:solidFill>
                      <a:prstDash val="solid"/>
                      <a:round/>
                      <a:headEnd type="none" w="med" len="med"/>
                      <a:tailEnd type="none" w="med" len="med"/>
                    </a:lnB>
                    <a:solidFill>
                      <a:srgbClr val="00B3AC"/>
                    </a:solidFill>
                  </a:tcPr>
                </a:tc>
                <a:tc>
                  <a:txBody>
                    <a:bodyPr/>
                    <a:lstStyle/>
                    <a:p>
                      <a:pPr fontAlgn="t"/>
                      <a:r>
                        <a:rPr lang="en-US" b="1" i="0" dirty="0">
                          <a:solidFill>
                            <a:srgbClr val="FFFFFF"/>
                          </a:solidFill>
                          <a:effectLst/>
                          <a:latin typeface="Arial" panose="020B0604020202020204" pitchFamily="34" charset="0"/>
                        </a:rPr>
                        <a:t>Last name</a:t>
                      </a:r>
                    </a:p>
                  </a:txBody>
                  <a:tcPr marL="142875" marR="142875" marT="142875" marB="142875">
                    <a:lnL w="9525" cap="flat" cmpd="sng" algn="ctr">
                      <a:solidFill>
                        <a:srgbClr val="C6C2BF"/>
                      </a:solidFill>
                      <a:prstDash val="solid"/>
                      <a:round/>
                      <a:headEnd type="none" w="med" len="med"/>
                      <a:tailEnd type="none" w="med" len="med"/>
                    </a:lnL>
                    <a:lnR w="9525" cap="flat" cmpd="sng" algn="ctr">
                      <a:solidFill>
                        <a:srgbClr val="C6C2BF"/>
                      </a:solidFill>
                      <a:prstDash val="solid"/>
                      <a:round/>
                      <a:headEnd type="none" w="med" len="med"/>
                      <a:tailEnd type="none" w="med" len="med"/>
                    </a:lnR>
                    <a:lnT w="9525" cap="flat" cmpd="sng" algn="ctr">
                      <a:solidFill>
                        <a:srgbClr val="C6C2BF"/>
                      </a:solidFill>
                      <a:prstDash val="solid"/>
                      <a:round/>
                      <a:headEnd type="none" w="med" len="med"/>
                      <a:tailEnd type="none" w="med" len="med"/>
                    </a:lnT>
                    <a:lnB w="9525" cap="flat" cmpd="sng" algn="ctr">
                      <a:solidFill>
                        <a:srgbClr val="C6C2BF"/>
                      </a:solidFill>
                      <a:prstDash val="solid"/>
                      <a:round/>
                      <a:headEnd type="none" w="med" len="med"/>
                      <a:tailEnd type="none" w="med" len="med"/>
                    </a:lnB>
                    <a:solidFill>
                      <a:srgbClr val="00B3AC"/>
                    </a:solidFill>
                  </a:tcPr>
                </a:tc>
                <a:tc>
                  <a:txBody>
                    <a:bodyPr/>
                    <a:lstStyle/>
                    <a:p>
                      <a:pPr fontAlgn="t"/>
                      <a:r>
                        <a:rPr lang="en-US" b="1" i="0">
                          <a:solidFill>
                            <a:srgbClr val="FFFFFF"/>
                          </a:solidFill>
                          <a:effectLst/>
                          <a:latin typeface="Arial" panose="020B0604020202020204" pitchFamily="34" charset="0"/>
                        </a:rPr>
                        <a:t>First name</a:t>
                      </a:r>
                    </a:p>
                  </a:txBody>
                  <a:tcPr marL="142875" marR="142875" marT="142875" marB="142875">
                    <a:lnL w="9525" cap="flat" cmpd="sng" algn="ctr">
                      <a:solidFill>
                        <a:srgbClr val="C6C2BF"/>
                      </a:solidFill>
                      <a:prstDash val="solid"/>
                      <a:round/>
                      <a:headEnd type="none" w="med" len="med"/>
                      <a:tailEnd type="none" w="med" len="med"/>
                    </a:lnL>
                    <a:lnR w="9525" cap="flat" cmpd="sng" algn="ctr">
                      <a:solidFill>
                        <a:srgbClr val="C6C2BF"/>
                      </a:solidFill>
                      <a:prstDash val="solid"/>
                      <a:round/>
                      <a:headEnd type="none" w="med" len="med"/>
                      <a:tailEnd type="none" w="med" len="med"/>
                    </a:lnR>
                    <a:lnT w="9525" cap="flat" cmpd="sng" algn="ctr">
                      <a:solidFill>
                        <a:srgbClr val="C6C2BF"/>
                      </a:solidFill>
                      <a:prstDash val="solid"/>
                      <a:round/>
                      <a:headEnd type="none" w="med" len="med"/>
                      <a:tailEnd type="none" w="med" len="med"/>
                    </a:lnT>
                    <a:lnB w="9525" cap="flat" cmpd="sng" algn="ctr">
                      <a:solidFill>
                        <a:srgbClr val="C6C2BF"/>
                      </a:solidFill>
                      <a:prstDash val="solid"/>
                      <a:round/>
                      <a:headEnd type="none" w="med" len="med"/>
                      <a:tailEnd type="none" w="med" len="med"/>
                    </a:lnB>
                    <a:solidFill>
                      <a:srgbClr val="00B3AC"/>
                    </a:solidFill>
                  </a:tcPr>
                </a:tc>
                <a:tc>
                  <a:txBody>
                    <a:bodyPr/>
                    <a:lstStyle/>
                    <a:p>
                      <a:pPr fontAlgn="t"/>
                      <a:r>
                        <a:rPr lang="en-US" b="1" i="0">
                          <a:solidFill>
                            <a:srgbClr val="FFFFFF"/>
                          </a:solidFill>
                          <a:effectLst/>
                          <a:latin typeface="Arial" panose="020B0604020202020204" pitchFamily="34" charset="0"/>
                        </a:rPr>
                        <a:t>Purchase (in dollars)</a:t>
                      </a:r>
                    </a:p>
                  </a:txBody>
                  <a:tcPr marL="142875" marR="142875" marT="142875" marB="142875">
                    <a:lnL w="9525" cap="flat" cmpd="sng" algn="ctr">
                      <a:solidFill>
                        <a:srgbClr val="C6C2BF"/>
                      </a:solidFill>
                      <a:prstDash val="solid"/>
                      <a:round/>
                      <a:headEnd type="none" w="med" len="med"/>
                      <a:tailEnd type="none" w="med" len="med"/>
                    </a:lnL>
                    <a:lnR w="9525" cap="flat" cmpd="sng" algn="ctr">
                      <a:solidFill>
                        <a:srgbClr val="C6C2BF"/>
                      </a:solidFill>
                      <a:prstDash val="solid"/>
                      <a:round/>
                      <a:headEnd type="none" w="med" len="med"/>
                      <a:tailEnd type="none" w="med" len="med"/>
                    </a:lnR>
                    <a:lnT w="9525" cap="flat" cmpd="sng" algn="ctr">
                      <a:solidFill>
                        <a:srgbClr val="C6C2BF"/>
                      </a:solidFill>
                      <a:prstDash val="solid"/>
                      <a:round/>
                      <a:headEnd type="none" w="med" len="med"/>
                      <a:tailEnd type="none" w="med" len="med"/>
                    </a:lnT>
                    <a:lnB w="9525" cap="flat" cmpd="sng" algn="ctr">
                      <a:solidFill>
                        <a:srgbClr val="C6C2BF"/>
                      </a:solidFill>
                      <a:prstDash val="solid"/>
                      <a:round/>
                      <a:headEnd type="none" w="med" len="med"/>
                      <a:tailEnd type="none" w="med" len="med"/>
                    </a:lnB>
                    <a:solidFill>
                      <a:srgbClr val="00B3AC"/>
                    </a:solidFill>
                  </a:tcPr>
                </a:tc>
                <a:extLst>
                  <a:ext uri="{0D108BD9-81ED-4DB2-BD59-A6C34878D82A}">
                    <a16:rowId xmlns:a16="http://schemas.microsoft.com/office/drawing/2014/main" val="2601843175"/>
                  </a:ext>
                </a:extLst>
              </a:tr>
              <a:tr h="463896">
                <a:tc>
                  <a:txBody>
                    <a:bodyPr/>
                    <a:lstStyle/>
                    <a:p>
                      <a:pPr fontAlgn="t"/>
                      <a:r>
                        <a:rPr lang="en-US">
                          <a:solidFill>
                            <a:srgbClr val="666666"/>
                          </a:solidFill>
                          <a:effectLst/>
                        </a:rPr>
                        <a:t>0411</a:t>
                      </a:r>
                    </a:p>
                  </a:txBody>
                  <a:tcPr marL="142875" marR="142875" marT="142875" marB="142875">
                    <a:lnL w="9525" cap="flat" cmpd="sng" algn="ctr">
                      <a:solidFill>
                        <a:srgbClr val="C6C2BF"/>
                      </a:solidFill>
                      <a:prstDash val="solid"/>
                      <a:round/>
                      <a:headEnd type="none" w="med" len="med"/>
                      <a:tailEnd type="none" w="med" len="med"/>
                    </a:lnL>
                    <a:lnR w="9525" cap="flat" cmpd="sng" algn="ctr">
                      <a:solidFill>
                        <a:srgbClr val="C6C2BF"/>
                      </a:solidFill>
                      <a:prstDash val="solid"/>
                      <a:round/>
                      <a:headEnd type="none" w="med" len="med"/>
                      <a:tailEnd type="none" w="med" len="med"/>
                    </a:lnR>
                    <a:lnT w="9525" cap="flat" cmpd="sng" algn="ctr">
                      <a:solidFill>
                        <a:srgbClr val="C6C2BF"/>
                      </a:solidFill>
                      <a:prstDash val="solid"/>
                      <a:round/>
                      <a:headEnd type="none" w="med" len="med"/>
                      <a:tailEnd type="none" w="med" len="med"/>
                    </a:lnT>
                    <a:lnB w="9525" cap="flat" cmpd="sng" algn="ctr">
                      <a:solidFill>
                        <a:srgbClr val="C6C2BF"/>
                      </a:solidFill>
                      <a:prstDash val="solid"/>
                      <a:round/>
                      <a:headEnd type="none" w="med" len="med"/>
                      <a:tailEnd type="none" w="med" len="med"/>
                    </a:lnB>
                    <a:solidFill>
                      <a:srgbClr val="FFFFFF"/>
                    </a:solidFill>
                  </a:tcPr>
                </a:tc>
                <a:tc>
                  <a:txBody>
                    <a:bodyPr/>
                    <a:lstStyle/>
                    <a:p>
                      <a:pPr fontAlgn="t"/>
                      <a:r>
                        <a:rPr lang="en-US">
                          <a:solidFill>
                            <a:srgbClr val="666666"/>
                          </a:solidFill>
                          <a:effectLst/>
                        </a:rPr>
                        <a:t>Moriarty</a:t>
                      </a:r>
                    </a:p>
                  </a:txBody>
                  <a:tcPr marL="142875" marR="142875" marT="142875" marB="142875">
                    <a:lnL w="9525" cap="flat" cmpd="sng" algn="ctr">
                      <a:solidFill>
                        <a:srgbClr val="C6C2BF"/>
                      </a:solidFill>
                      <a:prstDash val="solid"/>
                      <a:round/>
                      <a:headEnd type="none" w="med" len="med"/>
                      <a:tailEnd type="none" w="med" len="med"/>
                    </a:lnL>
                    <a:lnR w="9525" cap="flat" cmpd="sng" algn="ctr">
                      <a:solidFill>
                        <a:srgbClr val="C6C2BF"/>
                      </a:solidFill>
                      <a:prstDash val="solid"/>
                      <a:round/>
                      <a:headEnd type="none" w="med" len="med"/>
                      <a:tailEnd type="none" w="med" len="med"/>
                    </a:lnR>
                    <a:lnT w="9525" cap="flat" cmpd="sng" algn="ctr">
                      <a:solidFill>
                        <a:srgbClr val="C6C2BF"/>
                      </a:solidFill>
                      <a:prstDash val="solid"/>
                      <a:round/>
                      <a:headEnd type="none" w="med" len="med"/>
                      <a:tailEnd type="none" w="med" len="med"/>
                    </a:lnT>
                    <a:lnB w="9525" cap="flat" cmpd="sng" algn="ctr">
                      <a:solidFill>
                        <a:srgbClr val="C6C2BF"/>
                      </a:solidFill>
                      <a:prstDash val="solid"/>
                      <a:round/>
                      <a:headEnd type="none" w="med" len="med"/>
                      <a:tailEnd type="none" w="med" len="med"/>
                    </a:lnB>
                    <a:solidFill>
                      <a:srgbClr val="FFFFFF"/>
                    </a:solidFill>
                  </a:tcPr>
                </a:tc>
                <a:tc>
                  <a:txBody>
                    <a:bodyPr/>
                    <a:lstStyle/>
                    <a:p>
                      <a:pPr fontAlgn="t"/>
                      <a:r>
                        <a:rPr lang="en-US">
                          <a:solidFill>
                            <a:srgbClr val="666666"/>
                          </a:solidFill>
                          <a:effectLst/>
                        </a:rPr>
                        <a:t>Angela</a:t>
                      </a:r>
                    </a:p>
                  </a:txBody>
                  <a:tcPr marL="142875" marR="142875" marT="142875" marB="142875">
                    <a:lnL w="9525" cap="flat" cmpd="sng" algn="ctr">
                      <a:solidFill>
                        <a:srgbClr val="C6C2BF"/>
                      </a:solidFill>
                      <a:prstDash val="solid"/>
                      <a:round/>
                      <a:headEnd type="none" w="med" len="med"/>
                      <a:tailEnd type="none" w="med" len="med"/>
                    </a:lnL>
                    <a:lnR w="9525" cap="flat" cmpd="sng" algn="ctr">
                      <a:solidFill>
                        <a:srgbClr val="C6C2BF"/>
                      </a:solidFill>
                      <a:prstDash val="solid"/>
                      <a:round/>
                      <a:headEnd type="none" w="med" len="med"/>
                      <a:tailEnd type="none" w="med" len="med"/>
                    </a:lnR>
                    <a:lnT w="9525" cap="flat" cmpd="sng" algn="ctr">
                      <a:solidFill>
                        <a:srgbClr val="C6C2BF"/>
                      </a:solidFill>
                      <a:prstDash val="solid"/>
                      <a:round/>
                      <a:headEnd type="none" w="med" len="med"/>
                      <a:tailEnd type="none" w="med" len="med"/>
                    </a:lnT>
                    <a:lnB w="9525" cap="flat" cmpd="sng" algn="ctr">
                      <a:solidFill>
                        <a:srgbClr val="C6C2BF"/>
                      </a:solidFill>
                      <a:prstDash val="solid"/>
                      <a:round/>
                      <a:headEnd type="none" w="med" len="med"/>
                      <a:tailEnd type="none" w="med" len="med"/>
                    </a:lnB>
                    <a:solidFill>
                      <a:srgbClr val="FFFFFF"/>
                    </a:solidFill>
                  </a:tcPr>
                </a:tc>
                <a:tc>
                  <a:txBody>
                    <a:bodyPr/>
                    <a:lstStyle/>
                    <a:p>
                      <a:pPr fontAlgn="t"/>
                      <a:r>
                        <a:rPr lang="en-US">
                          <a:solidFill>
                            <a:srgbClr val="666666"/>
                          </a:solidFill>
                          <a:effectLst/>
                        </a:rPr>
                        <a:t>52.35</a:t>
                      </a:r>
                    </a:p>
                  </a:txBody>
                  <a:tcPr marL="142875" marR="142875" marT="142875" marB="142875">
                    <a:lnL w="9525" cap="flat" cmpd="sng" algn="ctr">
                      <a:solidFill>
                        <a:srgbClr val="C6C2BF"/>
                      </a:solidFill>
                      <a:prstDash val="solid"/>
                      <a:round/>
                      <a:headEnd type="none" w="med" len="med"/>
                      <a:tailEnd type="none" w="med" len="med"/>
                    </a:lnL>
                    <a:lnR w="9525" cap="flat" cmpd="sng" algn="ctr">
                      <a:solidFill>
                        <a:srgbClr val="C6C2BF"/>
                      </a:solidFill>
                      <a:prstDash val="solid"/>
                      <a:round/>
                      <a:headEnd type="none" w="med" len="med"/>
                      <a:tailEnd type="none" w="med" len="med"/>
                    </a:lnR>
                    <a:lnT w="9525" cap="flat" cmpd="sng" algn="ctr">
                      <a:solidFill>
                        <a:srgbClr val="C6C2BF"/>
                      </a:solidFill>
                      <a:prstDash val="solid"/>
                      <a:round/>
                      <a:headEnd type="none" w="med" len="med"/>
                      <a:tailEnd type="none" w="med" len="med"/>
                    </a:lnT>
                    <a:lnB w="9525" cap="flat" cmpd="sng" algn="ctr">
                      <a:solidFill>
                        <a:srgbClr val="C6C2BF"/>
                      </a:solidFill>
                      <a:prstDash val="solid"/>
                      <a:round/>
                      <a:headEnd type="none" w="med" len="med"/>
                      <a:tailEnd type="none" w="med" len="med"/>
                    </a:lnB>
                    <a:solidFill>
                      <a:srgbClr val="FFFFFF"/>
                    </a:solidFill>
                  </a:tcPr>
                </a:tc>
                <a:extLst>
                  <a:ext uri="{0D108BD9-81ED-4DB2-BD59-A6C34878D82A}">
                    <a16:rowId xmlns:a16="http://schemas.microsoft.com/office/drawing/2014/main" val="774462459"/>
                  </a:ext>
                </a:extLst>
              </a:tr>
              <a:tr h="463896">
                <a:tc>
                  <a:txBody>
                    <a:bodyPr/>
                    <a:lstStyle/>
                    <a:p>
                      <a:pPr fontAlgn="t"/>
                      <a:r>
                        <a:rPr lang="en-US">
                          <a:solidFill>
                            <a:srgbClr val="666666"/>
                          </a:solidFill>
                          <a:effectLst/>
                        </a:rPr>
                        <a:t>0412</a:t>
                      </a:r>
                    </a:p>
                  </a:txBody>
                  <a:tcPr marL="142875" marR="142875" marT="142875" marB="142875">
                    <a:lnL w="9525" cap="flat" cmpd="sng" algn="ctr">
                      <a:solidFill>
                        <a:srgbClr val="C6C2BF"/>
                      </a:solidFill>
                      <a:prstDash val="solid"/>
                      <a:round/>
                      <a:headEnd type="none" w="med" len="med"/>
                      <a:tailEnd type="none" w="med" len="med"/>
                    </a:lnL>
                    <a:lnR w="9525" cap="flat" cmpd="sng" algn="ctr">
                      <a:solidFill>
                        <a:srgbClr val="C6C2BF"/>
                      </a:solidFill>
                      <a:prstDash val="solid"/>
                      <a:round/>
                      <a:headEnd type="none" w="med" len="med"/>
                      <a:tailEnd type="none" w="med" len="med"/>
                    </a:lnR>
                    <a:lnT w="9525" cap="flat" cmpd="sng" algn="ctr">
                      <a:solidFill>
                        <a:srgbClr val="C6C2BF"/>
                      </a:solidFill>
                      <a:prstDash val="solid"/>
                      <a:round/>
                      <a:headEnd type="none" w="med" len="med"/>
                      <a:tailEnd type="none" w="med" len="med"/>
                    </a:lnT>
                    <a:lnB w="9525" cap="flat" cmpd="sng" algn="ctr">
                      <a:solidFill>
                        <a:srgbClr val="C6C2BF"/>
                      </a:solidFill>
                      <a:prstDash val="solid"/>
                      <a:round/>
                      <a:headEnd type="none" w="med" len="med"/>
                      <a:tailEnd type="none" w="med" len="med"/>
                    </a:lnB>
                    <a:solidFill>
                      <a:srgbClr val="FFFFFF"/>
                    </a:solidFill>
                  </a:tcPr>
                </a:tc>
                <a:tc>
                  <a:txBody>
                    <a:bodyPr/>
                    <a:lstStyle/>
                    <a:p>
                      <a:pPr fontAlgn="t"/>
                      <a:r>
                        <a:rPr lang="en-US">
                          <a:solidFill>
                            <a:srgbClr val="666666"/>
                          </a:solidFill>
                          <a:effectLst/>
                        </a:rPr>
                        <a:t>Richards</a:t>
                      </a:r>
                    </a:p>
                  </a:txBody>
                  <a:tcPr marL="142875" marR="142875" marT="142875" marB="142875">
                    <a:lnL w="9525" cap="flat" cmpd="sng" algn="ctr">
                      <a:solidFill>
                        <a:srgbClr val="C6C2BF"/>
                      </a:solidFill>
                      <a:prstDash val="solid"/>
                      <a:round/>
                      <a:headEnd type="none" w="med" len="med"/>
                      <a:tailEnd type="none" w="med" len="med"/>
                    </a:lnL>
                    <a:lnR w="9525" cap="flat" cmpd="sng" algn="ctr">
                      <a:solidFill>
                        <a:srgbClr val="C6C2BF"/>
                      </a:solidFill>
                      <a:prstDash val="solid"/>
                      <a:round/>
                      <a:headEnd type="none" w="med" len="med"/>
                      <a:tailEnd type="none" w="med" len="med"/>
                    </a:lnR>
                    <a:lnT w="9525" cap="flat" cmpd="sng" algn="ctr">
                      <a:solidFill>
                        <a:srgbClr val="C6C2BF"/>
                      </a:solidFill>
                      <a:prstDash val="solid"/>
                      <a:round/>
                      <a:headEnd type="none" w="med" len="med"/>
                      <a:tailEnd type="none" w="med" len="med"/>
                    </a:lnT>
                    <a:lnB w="9525" cap="flat" cmpd="sng" algn="ctr">
                      <a:solidFill>
                        <a:srgbClr val="C6C2BF"/>
                      </a:solidFill>
                      <a:prstDash val="solid"/>
                      <a:round/>
                      <a:headEnd type="none" w="med" len="med"/>
                      <a:tailEnd type="none" w="med" len="med"/>
                    </a:lnB>
                    <a:solidFill>
                      <a:srgbClr val="FFFFFF"/>
                    </a:solidFill>
                  </a:tcPr>
                </a:tc>
                <a:tc>
                  <a:txBody>
                    <a:bodyPr/>
                    <a:lstStyle/>
                    <a:p>
                      <a:pPr fontAlgn="t"/>
                      <a:r>
                        <a:rPr lang="en-US">
                          <a:solidFill>
                            <a:srgbClr val="666666"/>
                          </a:solidFill>
                          <a:effectLst/>
                        </a:rPr>
                        <a:t>Jason</a:t>
                      </a:r>
                    </a:p>
                  </a:txBody>
                  <a:tcPr marL="142875" marR="142875" marT="142875" marB="142875">
                    <a:lnL w="9525" cap="flat" cmpd="sng" algn="ctr">
                      <a:solidFill>
                        <a:srgbClr val="C6C2BF"/>
                      </a:solidFill>
                      <a:prstDash val="solid"/>
                      <a:round/>
                      <a:headEnd type="none" w="med" len="med"/>
                      <a:tailEnd type="none" w="med" len="med"/>
                    </a:lnL>
                    <a:lnR w="9525" cap="flat" cmpd="sng" algn="ctr">
                      <a:solidFill>
                        <a:srgbClr val="C6C2BF"/>
                      </a:solidFill>
                      <a:prstDash val="solid"/>
                      <a:round/>
                      <a:headEnd type="none" w="med" len="med"/>
                      <a:tailEnd type="none" w="med" len="med"/>
                    </a:lnR>
                    <a:lnT w="9525" cap="flat" cmpd="sng" algn="ctr">
                      <a:solidFill>
                        <a:srgbClr val="C6C2BF"/>
                      </a:solidFill>
                      <a:prstDash val="solid"/>
                      <a:round/>
                      <a:headEnd type="none" w="med" len="med"/>
                      <a:tailEnd type="none" w="med" len="med"/>
                    </a:lnT>
                    <a:lnB w="9525" cap="flat" cmpd="sng" algn="ctr">
                      <a:solidFill>
                        <a:srgbClr val="C6C2BF"/>
                      </a:solidFill>
                      <a:prstDash val="solid"/>
                      <a:round/>
                      <a:headEnd type="none" w="med" len="med"/>
                      <a:tailEnd type="none" w="med" len="med"/>
                    </a:lnB>
                    <a:solidFill>
                      <a:srgbClr val="FFFFFF"/>
                    </a:solidFill>
                  </a:tcPr>
                </a:tc>
                <a:tc>
                  <a:txBody>
                    <a:bodyPr/>
                    <a:lstStyle/>
                    <a:p>
                      <a:pPr fontAlgn="t"/>
                      <a:r>
                        <a:rPr lang="en-US">
                          <a:solidFill>
                            <a:srgbClr val="666666"/>
                          </a:solidFill>
                          <a:effectLst/>
                        </a:rPr>
                        <a:t>325.82</a:t>
                      </a:r>
                    </a:p>
                  </a:txBody>
                  <a:tcPr marL="142875" marR="142875" marT="142875" marB="142875">
                    <a:lnL w="9525" cap="flat" cmpd="sng" algn="ctr">
                      <a:solidFill>
                        <a:srgbClr val="C6C2BF"/>
                      </a:solidFill>
                      <a:prstDash val="solid"/>
                      <a:round/>
                      <a:headEnd type="none" w="med" len="med"/>
                      <a:tailEnd type="none" w="med" len="med"/>
                    </a:lnL>
                    <a:lnR w="9525" cap="flat" cmpd="sng" algn="ctr">
                      <a:solidFill>
                        <a:srgbClr val="C6C2BF"/>
                      </a:solidFill>
                      <a:prstDash val="solid"/>
                      <a:round/>
                      <a:headEnd type="none" w="med" len="med"/>
                      <a:tailEnd type="none" w="med" len="med"/>
                    </a:lnR>
                    <a:lnT w="9525" cap="flat" cmpd="sng" algn="ctr">
                      <a:solidFill>
                        <a:srgbClr val="C6C2BF"/>
                      </a:solidFill>
                      <a:prstDash val="solid"/>
                      <a:round/>
                      <a:headEnd type="none" w="med" len="med"/>
                      <a:tailEnd type="none" w="med" len="med"/>
                    </a:lnT>
                    <a:lnB w="9525" cap="flat" cmpd="sng" algn="ctr">
                      <a:solidFill>
                        <a:srgbClr val="C6C2BF"/>
                      </a:solidFill>
                      <a:prstDash val="solid"/>
                      <a:round/>
                      <a:headEnd type="none" w="med" len="med"/>
                      <a:tailEnd type="none" w="med" len="med"/>
                    </a:lnB>
                    <a:solidFill>
                      <a:srgbClr val="FFFFFF"/>
                    </a:solidFill>
                  </a:tcPr>
                </a:tc>
                <a:extLst>
                  <a:ext uri="{0D108BD9-81ED-4DB2-BD59-A6C34878D82A}">
                    <a16:rowId xmlns:a16="http://schemas.microsoft.com/office/drawing/2014/main" val="4237465900"/>
                  </a:ext>
                </a:extLst>
              </a:tr>
              <a:tr h="463896">
                <a:tc>
                  <a:txBody>
                    <a:bodyPr/>
                    <a:lstStyle/>
                    <a:p>
                      <a:pPr fontAlgn="t"/>
                      <a:r>
                        <a:rPr lang="en-US">
                          <a:solidFill>
                            <a:srgbClr val="666666"/>
                          </a:solidFill>
                          <a:effectLst/>
                        </a:rPr>
                        <a:t>0413</a:t>
                      </a:r>
                    </a:p>
                  </a:txBody>
                  <a:tcPr marL="142875" marR="142875" marT="142875" marB="142875">
                    <a:lnL w="9525" cap="flat" cmpd="sng" algn="ctr">
                      <a:solidFill>
                        <a:srgbClr val="C6C2BF"/>
                      </a:solidFill>
                      <a:prstDash val="solid"/>
                      <a:round/>
                      <a:headEnd type="none" w="med" len="med"/>
                      <a:tailEnd type="none" w="med" len="med"/>
                    </a:lnL>
                    <a:lnR w="9525" cap="flat" cmpd="sng" algn="ctr">
                      <a:solidFill>
                        <a:srgbClr val="C6C2BF"/>
                      </a:solidFill>
                      <a:prstDash val="solid"/>
                      <a:round/>
                      <a:headEnd type="none" w="med" len="med"/>
                      <a:tailEnd type="none" w="med" len="med"/>
                    </a:lnR>
                    <a:lnT w="9525" cap="flat" cmpd="sng" algn="ctr">
                      <a:solidFill>
                        <a:srgbClr val="C6C2BF"/>
                      </a:solidFill>
                      <a:prstDash val="solid"/>
                      <a:round/>
                      <a:headEnd type="none" w="med" len="med"/>
                      <a:tailEnd type="none" w="med" len="med"/>
                    </a:lnT>
                    <a:lnB w="9525" cap="flat" cmpd="sng" algn="ctr">
                      <a:solidFill>
                        <a:srgbClr val="C6C2BF"/>
                      </a:solidFill>
                      <a:prstDash val="solid"/>
                      <a:round/>
                      <a:headEnd type="none" w="med" len="med"/>
                      <a:tailEnd type="none" w="med" len="med"/>
                    </a:lnB>
                    <a:solidFill>
                      <a:srgbClr val="FFFFFF"/>
                    </a:solidFill>
                  </a:tcPr>
                </a:tc>
                <a:tc>
                  <a:txBody>
                    <a:bodyPr/>
                    <a:lstStyle/>
                    <a:p>
                      <a:pPr fontAlgn="t"/>
                      <a:r>
                        <a:rPr lang="en-US">
                          <a:solidFill>
                            <a:srgbClr val="666666"/>
                          </a:solidFill>
                          <a:effectLst/>
                        </a:rPr>
                        <a:t>Diamond</a:t>
                      </a:r>
                    </a:p>
                  </a:txBody>
                  <a:tcPr marL="142875" marR="142875" marT="142875" marB="142875">
                    <a:lnL w="9525" cap="flat" cmpd="sng" algn="ctr">
                      <a:solidFill>
                        <a:srgbClr val="C6C2BF"/>
                      </a:solidFill>
                      <a:prstDash val="solid"/>
                      <a:round/>
                      <a:headEnd type="none" w="med" len="med"/>
                      <a:tailEnd type="none" w="med" len="med"/>
                    </a:lnL>
                    <a:lnR w="9525" cap="flat" cmpd="sng" algn="ctr">
                      <a:solidFill>
                        <a:srgbClr val="C6C2BF"/>
                      </a:solidFill>
                      <a:prstDash val="solid"/>
                      <a:round/>
                      <a:headEnd type="none" w="med" len="med"/>
                      <a:tailEnd type="none" w="med" len="med"/>
                    </a:lnR>
                    <a:lnT w="9525" cap="flat" cmpd="sng" algn="ctr">
                      <a:solidFill>
                        <a:srgbClr val="C6C2BF"/>
                      </a:solidFill>
                      <a:prstDash val="solid"/>
                      <a:round/>
                      <a:headEnd type="none" w="med" len="med"/>
                      <a:tailEnd type="none" w="med" len="med"/>
                    </a:lnT>
                    <a:lnB w="9525" cap="flat" cmpd="sng" algn="ctr">
                      <a:solidFill>
                        <a:srgbClr val="C6C2BF"/>
                      </a:solidFill>
                      <a:prstDash val="solid"/>
                      <a:round/>
                      <a:headEnd type="none" w="med" len="med"/>
                      <a:tailEnd type="none" w="med" len="med"/>
                    </a:lnB>
                    <a:solidFill>
                      <a:srgbClr val="FFFFFF"/>
                    </a:solidFill>
                  </a:tcPr>
                </a:tc>
                <a:tc>
                  <a:txBody>
                    <a:bodyPr/>
                    <a:lstStyle/>
                    <a:p>
                      <a:pPr fontAlgn="t"/>
                      <a:r>
                        <a:rPr lang="en-US">
                          <a:solidFill>
                            <a:srgbClr val="666666"/>
                          </a:solidFill>
                          <a:effectLst/>
                        </a:rPr>
                        <a:t>Samantha</a:t>
                      </a:r>
                    </a:p>
                  </a:txBody>
                  <a:tcPr marL="142875" marR="142875" marT="142875" marB="142875">
                    <a:lnL w="9525" cap="flat" cmpd="sng" algn="ctr">
                      <a:solidFill>
                        <a:srgbClr val="C6C2BF"/>
                      </a:solidFill>
                      <a:prstDash val="solid"/>
                      <a:round/>
                      <a:headEnd type="none" w="med" len="med"/>
                      <a:tailEnd type="none" w="med" len="med"/>
                    </a:lnL>
                    <a:lnR w="9525" cap="flat" cmpd="sng" algn="ctr">
                      <a:solidFill>
                        <a:srgbClr val="C6C2BF"/>
                      </a:solidFill>
                      <a:prstDash val="solid"/>
                      <a:round/>
                      <a:headEnd type="none" w="med" len="med"/>
                      <a:tailEnd type="none" w="med" len="med"/>
                    </a:lnR>
                    <a:lnT w="9525" cap="flat" cmpd="sng" algn="ctr">
                      <a:solidFill>
                        <a:srgbClr val="C6C2BF"/>
                      </a:solidFill>
                      <a:prstDash val="solid"/>
                      <a:round/>
                      <a:headEnd type="none" w="med" len="med"/>
                      <a:tailEnd type="none" w="med" len="med"/>
                    </a:lnT>
                    <a:lnB w="9525" cap="flat" cmpd="sng" algn="ctr">
                      <a:solidFill>
                        <a:srgbClr val="C6C2BF"/>
                      </a:solidFill>
                      <a:prstDash val="solid"/>
                      <a:round/>
                      <a:headEnd type="none" w="med" len="med"/>
                      <a:tailEnd type="none" w="med" len="med"/>
                    </a:lnB>
                    <a:solidFill>
                      <a:srgbClr val="FFFFFF"/>
                    </a:solidFill>
                  </a:tcPr>
                </a:tc>
                <a:tc>
                  <a:txBody>
                    <a:bodyPr/>
                    <a:lstStyle/>
                    <a:p>
                      <a:pPr fontAlgn="t"/>
                      <a:r>
                        <a:rPr lang="en-US" dirty="0">
                          <a:solidFill>
                            <a:srgbClr val="666666"/>
                          </a:solidFill>
                          <a:effectLst/>
                        </a:rPr>
                        <a:t>25.50</a:t>
                      </a:r>
                    </a:p>
                  </a:txBody>
                  <a:tcPr marL="142875" marR="142875" marT="142875" marB="142875">
                    <a:lnL w="9525" cap="flat" cmpd="sng" algn="ctr">
                      <a:solidFill>
                        <a:srgbClr val="C6C2BF"/>
                      </a:solidFill>
                      <a:prstDash val="solid"/>
                      <a:round/>
                      <a:headEnd type="none" w="med" len="med"/>
                      <a:tailEnd type="none" w="med" len="med"/>
                    </a:lnL>
                    <a:lnR w="9525" cap="flat" cmpd="sng" algn="ctr">
                      <a:solidFill>
                        <a:srgbClr val="C6C2BF"/>
                      </a:solidFill>
                      <a:prstDash val="solid"/>
                      <a:round/>
                      <a:headEnd type="none" w="med" len="med"/>
                      <a:tailEnd type="none" w="med" len="med"/>
                    </a:lnR>
                    <a:lnT w="9525" cap="flat" cmpd="sng" algn="ctr">
                      <a:solidFill>
                        <a:srgbClr val="C6C2BF"/>
                      </a:solidFill>
                      <a:prstDash val="solid"/>
                      <a:round/>
                      <a:headEnd type="none" w="med" len="med"/>
                      <a:tailEnd type="none" w="med" len="med"/>
                    </a:lnT>
                    <a:lnB w="9525" cap="flat" cmpd="sng" algn="ctr">
                      <a:solidFill>
                        <a:srgbClr val="C6C2BF"/>
                      </a:solidFill>
                      <a:prstDash val="solid"/>
                      <a:round/>
                      <a:headEnd type="none" w="med" len="med"/>
                      <a:tailEnd type="none" w="med" len="med"/>
                    </a:lnB>
                    <a:solidFill>
                      <a:srgbClr val="FFFFFF"/>
                    </a:solidFill>
                  </a:tcPr>
                </a:tc>
                <a:extLst>
                  <a:ext uri="{0D108BD9-81ED-4DB2-BD59-A6C34878D82A}">
                    <a16:rowId xmlns:a16="http://schemas.microsoft.com/office/drawing/2014/main" val="2355660235"/>
                  </a:ext>
                </a:extLst>
              </a:tr>
            </a:tbl>
          </a:graphicData>
        </a:graphic>
      </p:graphicFrame>
      <p:sp>
        <p:nvSpPr>
          <p:cNvPr id="9" name="Rectangle 8"/>
          <p:cNvSpPr/>
          <p:nvPr/>
        </p:nvSpPr>
        <p:spPr>
          <a:xfrm>
            <a:off x="976465" y="5031474"/>
            <a:ext cx="2059025" cy="369332"/>
          </a:xfrm>
          <a:prstGeom prst="rect">
            <a:avLst/>
          </a:prstGeom>
        </p:spPr>
        <p:txBody>
          <a:bodyPr wrap="none">
            <a:spAutoFit/>
          </a:bodyPr>
          <a:lstStyle/>
          <a:p>
            <a:r>
              <a:rPr lang="en-US" b="1" dirty="0"/>
              <a:t>Column data model</a:t>
            </a:r>
          </a:p>
        </p:txBody>
      </p:sp>
      <p:sp>
        <p:nvSpPr>
          <p:cNvPr id="2" name="Rectangle 1"/>
          <p:cNvSpPr/>
          <p:nvPr/>
        </p:nvSpPr>
        <p:spPr>
          <a:xfrm>
            <a:off x="554749" y="322155"/>
            <a:ext cx="5458649" cy="2790924"/>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a:p>
        </p:txBody>
      </p:sp>
      <p:pic>
        <p:nvPicPr>
          <p:cNvPr id="4" name="Content Placeholder 3"/>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tretch>
            <a:fillRect/>
          </a:stretch>
        </p:blipFill>
        <p:spPr>
          <a:xfrm>
            <a:off x="737057" y="491318"/>
            <a:ext cx="5117834" cy="2411927"/>
          </a:xfrm>
          <a:prstGeom prst="rect">
            <a:avLst/>
          </a:prstGeom>
        </p:spPr>
      </p:pic>
    </p:spTree>
    <p:extLst>
      <p:ext uri="{BB962C8B-B14F-4D97-AF65-F5344CB8AC3E}">
        <p14:creationId xmlns:p14="http://schemas.microsoft.com/office/powerpoint/2010/main" val="1301245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009934"/>
            <a:ext cx="10058400" cy="727426"/>
          </a:xfrm>
        </p:spPr>
        <p:txBody>
          <a:bodyPr/>
          <a:lstStyle/>
          <a:p>
            <a:r>
              <a:rPr lang="en-US" dirty="0">
                <a:solidFill>
                  <a:schemeClr val="tx1"/>
                </a:solidFill>
              </a:rPr>
              <a:t>Legacy Data Models</a:t>
            </a:r>
          </a:p>
        </p:txBody>
      </p:sp>
      <p:sp>
        <p:nvSpPr>
          <p:cNvPr id="3" name="Content Placeholder 2"/>
          <p:cNvSpPr>
            <a:spLocks noGrp="1"/>
          </p:cNvSpPr>
          <p:nvPr>
            <p:ph idx="1"/>
          </p:nvPr>
        </p:nvSpPr>
        <p:spPr>
          <a:xfrm>
            <a:off x="933508" y="1967488"/>
            <a:ext cx="4853144" cy="3797253"/>
          </a:xfrm>
        </p:spPr>
        <p:txBody>
          <a:bodyPr>
            <a:noAutofit/>
          </a:bodyPr>
          <a:lstStyle/>
          <a:p>
            <a:pPr fontAlgn="base"/>
            <a:r>
              <a:rPr lang="en-US" b="1" dirty="0">
                <a:solidFill>
                  <a:schemeClr val="tx1"/>
                </a:solidFill>
              </a:rPr>
              <a:t>Hierarchical Data Model :</a:t>
            </a:r>
          </a:p>
          <a:p>
            <a:pPr fontAlgn="base"/>
            <a:r>
              <a:rPr lang="en-US" dirty="0">
                <a:solidFill>
                  <a:schemeClr val="tx1"/>
                </a:solidFill>
              </a:rPr>
              <a:t>It organizes data in the tree-like structure.</a:t>
            </a:r>
          </a:p>
          <a:p>
            <a:pPr fontAlgn="base"/>
            <a:r>
              <a:rPr lang="en-US" dirty="0">
                <a:solidFill>
                  <a:schemeClr val="tx1"/>
                </a:solidFill>
              </a:rPr>
              <a:t>Hierarchical model consists of the following :</a:t>
            </a:r>
          </a:p>
          <a:p>
            <a:pPr lvl="1" fontAlgn="base"/>
            <a:r>
              <a:rPr lang="en-US" sz="2000" dirty="0">
                <a:solidFill>
                  <a:schemeClr val="tx1"/>
                </a:solidFill>
              </a:rPr>
              <a:t>It contains nodes which are connected by branches.</a:t>
            </a:r>
          </a:p>
          <a:p>
            <a:pPr lvl="1" fontAlgn="base"/>
            <a:r>
              <a:rPr lang="en-US" sz="2000" dirty="0">
                <a:solidFill>
                  <a:schemeClr val="tx1"/>
                </a:solidFill>
              </a:rPr>
              <a:t>The topmost node is called the root node.</a:t>
            </a:r>
          </a:p>
          <a:p>
            <a:pPr lvl="1" fontAlgn="base"/>
            <a:r>
              <a:rPr lang="en-US" sz="2000" dirty="0">
                <a:solidFill>
                  <a:schemeClr val="tx1"/>
                </a:solidFill>
              </a:rPr>
              <a:t>If there are multiple nodes appear at the top level, then these can be called as root segments.</a:t>
            </a:r>
          </a:p>
          <a:p>
            <a:pPr lvl="1" fontAlgn="base"/>
            <a:r>
              <a:rPr lang="en-US" sz="2000" dirty="0">
                <a:solidFill>
                  <a:schemeClr val="tx1"/>
                </a:solidFill>
              </a:rPr>
              <a:t>Each node has exactly one parent.</a:t>
            </a:r>
          </a:p>
          <a:p>
            <a:pPr lvl="1" fontAlgn="base"/>
            <a:r>
              <a:rPr lang="en-US" sz="2000" dirty="0">
                <a:solidFill>
                  <a:schemeClr val="tx1"/>
                </a:solidFill>
              </a:rPr>
              <a:t>One parent may have many child.</a:t>
            </a:r>
            <a:br>
              <a:rPr lang="en-US" sz="2000" dirty="0">
                <a:solidFill>
                  <a:schemeClr val="tx1"/>
                </a:solidFill>
              </a:rPr>
            </a:br>
            <a:endParaRPr lang="en-US" sz="2000" dirty="0">
              <a:solidFill>
                <a:schemeClr val="tx1"/>
              </a:solidFill>
            </a:endParaRPr>
          </a:p>
        </p:txBody>
      </p:sp>
      <p:pic>
        <p:nvPicPr>
          <p:cNvPr id="4" name="Picture 3"/>
          <p:cNvPicPr>
            <a:picLocks noChangeAspect="1"/>
          </p:cNvPicPr>
          <p:nvPr/>
        </p:nvPicPr>
        <p:blipFill>
          <a:blip r:embed="rId3"/>
          <a:stretch>
            <a:fillRect/>
          </a:stretch>
        </p:blipFill>
        <p:spPr>
          <a:xfrm>
            <a:off x="5973170" y="1990689"/>
            <a:ext cx="5977718" cy="2876621"/>
          </a:xfrm>
          <a:prstGeom prst="rect">
            <a:avLst/>
          </a:prstGeom>
        </p:spPr>
      </p:pic>
    </p:spTree>
    <p:extLst>
      <p:ext uri="{BB962C8B-B14F-4D97-AF65-F5344CB8AC3E}">
        <p14:creationId xmlns:p14="http://schemas.microsoft.com/office/powerpoint/2010/main" val="3042126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Legacy Data Models</a:t>
            </a:r>
          </a:p>
        </p:txBody>
      </p:sp>
      <p:sp>
        <p:nvSpPr>
          <p:cNvPr id="3" name="Content Placeholder 2"/>
          <p:cNvSpPr>
            <a:spLocks noGrp="1"/>
          </p:cNvSpPr>
          <p:nvPr>
            <p:ph idx="1"/>
          </p:nvPr>
        </p:nvSpPr>
        <p:spPr>
          <a:xfrm>
            <a:off x="1097280" y="1845734"/>
            <a:ext cx="4539245" cy="2234947"/>
          </a:xfrm>
        </p:spPr>
        <p:txBody>
          <a:bodyPr>
            <a:normAutofit/>
          </a:bodyPr>
          <a:lstStyle/>
          <a:p>
            <a:r>
              <a:rPr lang="en-US" b="1" dirty="0">
                <a:solidFill>
                  <a:schemeClr val="tx1"/>
                </a:solidFill>
              </a:rPr>
              <a:t>Network Data Model :</a:t>
            </a:r>
          </a:p>
          <a:p>
            <a:pPr lvl="1"/>
            <a:r>
              <a:rPr lang="en-US" sz="2000" dirty="0">
                <a:solidFill>
                  <a:schemeClr val="tx1"/>
                </a:solidFill>
              </a:rPr>
              <a:t>It is the advance version of the hierarchical data model. </a:t>
            </a:r>
          </a:p>
          <a:p>
            <a:pPr lvl="1"/>
            <a:r>
              <a:rPr lang="en-US" sz="2000" dirty="0">
                <a:solidFill>
                  <a:schemeClr val="tx1"/>
                </a:solidFill>
              </a:rPr>
              <a:t>In this child can have more than one parent. </a:t>
            </a:r>
          </a:p>
        </p:txBody>
      </p:sp>
      <p:pic>
        <p:nvPicPr>
          <p:cNvPr id="4" name="Picture 3"/>
          <p:cNvPicPr>
            <a:picLocks noChangeAspect="1"/>
          </p:cNvPicPr>
          <p:nvPr/>
        </p:nvPicPr>
        <p:blipFill>
          <a:blip r:embed="rId3"/>
          <a:stretch>
            <a:fillRect/>
          </a:stretch>
        </p:blipFill>
        <p:spPr>
          <a:xfrm>
            <a:off x="5636526" y="1887950"/>
            <a:ext cx="6030264" cy="3871405"/>
          </a:xfrm>
          <a:prstGeom prst="rect">
            <a:avLst/>
          </a:prstGeom>
        </p:spPr>
      </p:pic>
    </p:spTree>
    <p:extLst>
      <p:ext uri="{BB962C8B-B14F-4D97-AF65-F5344CB8AC3E}">
        <p14:creationId xmlns:p14="http://schemas.microsoft.com/office/powerpoint/2010/main" val="9074601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421" y="491319"/>
            <a:ext cx="11859903" cy="1246041"/>
          </a:xfrm>
        </p:spPr>
        <p:txBody>
          <a:bodyPr>
            <a:normAutofit/>
          </a:bodyPr>
          <a:lstStyle/>
          <a:p>
            <a:r>
              <a:rPr lang="en-US" sz="4000" b="1" dirty="0">
                <a:solidFill>
                  <a:schemeClr val="tx1"/>
                </a:solidFill>
              </a:rPr>
              <a:t>Tools, Application Environments, and Communications Facilities</a:t>
            </a:r>
          </a:p>
        </p:txBody>
      </p:sp>
      <p:sp>
        <p:nvSpPr>
          <p:cNvPr id="3" name="Content Placeholder 2"/>
          <p:cNvSpPr>
            <a:spLocks noGrp="1"/>
          </p:cNvSpPr>
          <p:nvPr>
            <p:ph idx="1"/>
          </p:nvPr>
        </p:nvSpPr>
        <p:spPr>
          <a:xfrm>
            <a:off x="614149" y="1845734"/>
            <a:ext cx="11013744" cy="4023360"/>
          </a:xfrm>
        </p:spPr>
        <p:txBody>
          <a:bodyPr>
            <a:normAutofit/>
          </a:bodyPr>
          <a:lstStyle/>
          <a:p>
            <a:r>
              <a:rPr lang="en-US" b="1" dirty="0">
                <a:solidFill>
                  <a:schemeClr val="tx1"/>
                </a:solidFill>
              </a:rPr>
              <a:t>CASE tools: </a:t>
            </a:r>
            <a:r>
              <a:rPr lang="en-US" dirty="0">
                <a:solidFill>
                  <a:schemeClr val="tx1"/>
                </a:solidFill>
              </a:rPr>
              <a:t>used in the design phase of database systems.</a:t>
            </a:r>
          </a:p>
          <a:p>
            <a:r>
              <a:rPr lang="en-US" b="1" dirty="0">
                <a:solidFill>
                  <a:schemeClr val="tx1"/>
                </a:solidFill>
              </a:rPr>
              <a:t>Data dictionary(information repository): </a:t>
            </a:r>
            <a:r>
              <a:rPr lang="en-US" dirty="0">
                <a:solidFill>
                  <a:schemeClr val="tx1"/>
                </a:solidFill>
              </a:rPr>
              <a:t>storing catalog information about schemas and constraints, design decisions, usage standards, application program descriptions, and user information</a:t>
            </a:r>
          </a:p>
          <a:p>
            <a:pPr marL="0" indent="0"/>
            <a:r>
              <a:rPr lang="en-US" b="1" dirty="0">
                <a:solidFill>
                  <a:schemeClr val="tx1"/>
                </a:solidFill>
              </a:rPr>
              <a:t>Application development environment:</a:t>
            </a:r>
          </a:p>
          <a:p>
            <a:pPr marL="457200" lvl="1" indent="0"/>
            <a:r>
              <a:rPr lang="en-US" sz="2000" dirty="0">
                <a:solidFill>
                  <a:schemeClr val="tx1"/>
                </a:solidFill>
              </a:rPr>
              <a:t>PowerBuilder (Sybase) or </a:t>
            </a:r>
            <a:r>
              <a:rPr lang="en-US" sz="2000" dirty="0" err="1">
                <a:solidFill>
                  <a:schemeClr val="tx1"/>
                </a:solidFill>
              </a:rPr>
              <a:t>JBuilder</a:t>
            </a:r>
            <a:r>
              <a:rPr lang="en-US" sz="2000" dirty="0">
                <a:solidFill>
                  <a:schemeClr val="tx1"/>
                </a:solidFill>
              </a:rPr>
              <a:t> (Borland) including database design, GUI development, querying and updating, and application program development. </a:t>
            </a:r>
          </a:p>
          <a:p>
            <a:r>
              <a:rPr lang="en-US" b="1" dirty="0">
                <a:solidFill>
                  <a:schemeClr val="tx1"/>
                </a:solidFill>
              </a:rPr>
              <a:t>Communications Facilities: </a:t>
            </a:r>
          </a:p>
          <a:p>
            <a:pPr lvl="1"/>
            <a:r>
              <a:rPr lang="en-US" sz="2000" dirty="0">
                <a:solidFill>
                  <a:schemeClr val="tx1"/>
                </a:solidFill>
              </a:rPr>
              <a:t>Provided using data communications hardware such as Internet routers, phone lines, long-haul networks, local networks, or satellite communication devices.</a:t>
            </a:r>
          </a:p>
        </p:txBody>
      </p:sp>
    </p:spTree>
    <p:extLst>
      <p:ext uri="{BB962C8B-B14F-4D97-AF65-F5344CB8AC3E}">
        <p14:creationId xmlns:p14="http://schemas.microsoft.com/office/powerpoint/2010/main" val="19999978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5257F-9A6D-150C-68F5-76BCDFF181B8}"/>
              </a:ext>
            </a:extLst>
          </p:cNvPr>
          <p:cNvSpPr txBox="1"/>
          <p:nvPr/>
        </p:nvSpPr>
        <p:spPr>
          <a:xfrm>
            <a:off x="3382224" y="2598003"/>
            <a:ext cx="6097508" cy="830997"/>
          </a:xfrm>
          <a:prstGeom prst="rect">
            <a:avLst/>
          </a:prstGeom>
          <a:noFill/>
        </p:spPr>
        <p:txBody>
          <a:bodyPr wrap="square">
            <a:spAutoFit/>
          </a:bodyPr>
          <a:lstStyle/>
          <a:p>
            <a:pPr algn="ctr"/>
            <a:r>
              <a:rPr lang="en-US" sz="4800" dirty="0">
                <a:solidFill>
                  <a:schemeClr val="accent2"/>
                </a:solidFill>
              </a:rPr>
              <a:t>Any question????</a:t>
            </a:r>
          </a:p>
        </p:txBody>
      </p:sp>
    </p:spTree>
    <p:extLst>
      <p:ext uri="{BB962C8B-B14F-4D97-AF65-F5344CB8AC3E}">
        <p14:creationId xmlns:p14="http://schemas.microsoft.com/office/powerpoint/2010/main" val="132598588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620</TotalTime>
  <Words>2021</Words>
  <Application>Microsoft Office PowerPoint</Application>
  <PresentationFormat>Widescreen</PresentationFormat>
  <Paragraphs>172</Paragraphs>
  <Slides>16</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Calibri</vt:lpstr>
      <vt:lpstr>Calibri Light</vt:lpstr>
      <vt:lpstr>Times New Roman</vt:lpstr>
      <vt:lpstr>Retrospect</vt:lpstr>
      <vt:lpstr> Database Systems</vt:lpstr>
      <vt:lpstr>Database System Utilities</vt:lpstr>
      <vt:lpstr>Database System Utilities</vt:lpstr>
      <vt:lpstr>Classification Database Management Systems</vt:lpstr>
      <vt:lpstr>Classification Database Management Systems</vt:lpstr>
      <vt:lpstr>Classification Database Management Systems</vt:lpstr>
      <vt:lpstr>Classification Database Management Systems</vt:lpstr>
      <vt:lpstr>Criteria 1 continued</vt:lpstr>
      <vt:lpstr>PowerPoint Presentation</vt:lpstr>
      <vt:lpstr>Criteria 1 continued</vt:lpstr>
      <vt:lpstr>Criteria 1 continued</vt:lpstr>
      <vt:lpstr>PowerPoint Presentation</vt:lpstr>
      <vt:lpstr>Legacy Data Models</vt:lpstr>
      <vt:lpstr>Legacy Data Models</vt:lpstr>
      <vt:lpstr>Tools, Application Environments, and Communications Facilities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37</cp:revision>
  <dcterms:created xsi:type="dcterms:W3CDTF">2024-08-09T06:58:16Z</dcterms:created>
  <dcterms:modified xsi:type="dcterms:W3CDTF">2024-08-31T12:20:56Z</dcterms:modified>
</cp:coreProperties>
</file>