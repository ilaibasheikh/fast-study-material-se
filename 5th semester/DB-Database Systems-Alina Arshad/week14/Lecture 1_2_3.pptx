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9"/>
  </p:notesMasterIdLst>
  <p:sldIdLst>
    <p:sldId id="256" r:id="rId2"/>
    <p:sldId id="258" r:id="rId3"/>
    <p:sldId id="259" r:id="rId4"/>
    <p:sldId id="260" r:id="rId5"/>
    <p:sldId id="261" r:id="rId6"/>
    <p:sldId id="262" r:id="rId7"/>
    <p:sldId id="263" r:id="rId8"/>
    <p:sldId id="264" r:id="rId9"/>
    <p:sldId id="265" r:id="rId10"/>
    <p:sldId id="314" r:id="rId11"/>
    <p:sldId id="315" r:id="rId12"/>
    <p:sldId id="316" r:id="rId13"/>
    <p:sldId id="317" r:id="rId14"/>
    <p:sldId id="318"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 id="304" r:id="rId49"/>
    <p:sldId id="305" r:id="rId50"/>
    <p:sldId id="306" r:id="rId51"/>
    <p:sldId id="307" r:id="rId52"/>
    <p:sldId id="308" r:id="rId53"/>
    <p:sldId id="309" r:id="rId54"/>
    <p:sldId id="310" r:id="rId55"/>
    <p:sldId id="311" r:id="rId56"/>
    <p:sldId id="312" r:id="rId57"/>
    <p:sldId id="313" r:id="rId5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19979"/>
    <a:srgbClr val="BF592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7DEAE4E-3CA3-47E0-B777-F47022A727F5}" v="6" dt="2024-11-13T08:20:18.43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176" autoAdjust="0"/>
    <p:restoredTop sz="93385" autoAdjust="0"/>
  </p:normalViewPr>
  <p:slideViewPr>
    <p:cSldViewPr snapToGrid="0">
      <p:cViewPr varScale="1">
        <p:scale>
          <a:sx n="69" d="100"/>
          <a:sy n="69" d="100"/>
        </p:scale>
        <p:origin x="732"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65"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s Alina Arshad" userId="cccdfd85-d35d-4453-9c6f-a463aae40722" providerId="ADAL" clId="{6EDDA1BD-D3CC-45E4-ACF9-6AC323ACE8EB}"/>
    <pc:docChg chg="modSld">
      <pc:chgData name="Ms Alina Arshad" userId="cccdfd85-d35d-4453-9c6f-a463aae40722" providerId="ADAL" clId="{6EDDA1BD-D3CC-45E4-ACF9-6AC323ACE8EB}" dt="2024-10-01T05:29:43.597" v="2" actId="478"/>
      <pc:docMkLst>
        <pc:docMk/>
      </pc:docMkLst>
      <pc:sldChg chg="modSp mod">
        <pc:chgData name="Ms Alina Arshad" userId="cccdfd85-d35d-4453-9c6f-a463aae40722" providerId="ADAL" clId="{6EDDA1BD-D3CC-45E4-ACF9-6AC323ACE8EB}" dt="2024-10-01T05:14:42.548" v="1" actId="20577"/>
        <pc:sldMkLst>
          <pc:docMk/>
          <pc:sldMk cId="0" sldId="352"/>
        </pc:sldMkLst>
        <pc:spChg chg="mod">
          <ac:chgData name="Ms Alina Arshad" userId="cccdfd85-d35d-4453-9c6f-a463aae40722" providerId="ADAL" clId="{6EDDA1BD-D3CC-45E4-ACF9-6AC323ACE8EB}" dt="2024-10-01T05:14:42.548" v="1" actId="20577"/>
          <ac:spMkLst>
            <pc:docMk/>
            <pc:sldMk cId="0" sldId="352"/>
            <ac:spMk id="64516" creationId="{D2D679A3-2E8D-4632-948B-DAF7F009B134}"/>
          </ac:spMkLst>
        </pc:spChg>
      </pc:sldChg>
      <pc:sldChg chg="delSp">
        <pc:chgData name="Ms Alina Arshad" userId="cccdfd85-d35d-4453-9c6f-a463aae40722" providerId="ADAL" clId="{6EDDA1BD-D3CC-45E4-ACF9-6AC323ACE8EB}" dt="2024-10-01T05:29:43.597" v="2" actId="478"/>
        <pc:sldMkLst>
          <pc:docMk/>
          <pc:sldMk cId="0" sldId="368"/>
        </pc:sldMkLst>
        <pc:spChg chg="del">
          <ac:chgData name="Ms Alina Arshad" userId="cccdfd85-d35d-4453-9c6f-a463aae40722" providerId="ADAL" clId="{6EDDA1BD-D3CC-45E4-ACF9-6AC323ACE8EB}" dt="2024-10-01T05:29:43.597" v="2" actId="478"/>
          <ac:spMkLst>
            <pc:docMk/>
            <pc:sldMk cId="0" sldId="368"/>
            <ac:spMk id="80898" creationId="{52ED864D-0629-4251-9D8E-CE2EF8458A4D}"/>
          </ac:spMkLst>
        </pc:spChg>
      </pc:sldChg>
    </pc:docChg>
  </pc:docChgLst>
  <pc:docChgLst>
    <pc:chgData name="Ms Alina Arshad" userId="cccdfd85-d35d-4453-9c6f-a463aae40722" providerId="ADAL" clId="{D4C91E6F-B9DD-440D-9732-C61CDFB6C2C8}"/>
    <pc:docChg chg="undo custSel addSld delSld modSld">
      <pc:chgData name="Ms Alina Arshad" userId="cccdfd85-d35d-4453-9c6f-a463aae40722" providerId="ADAL" clId="{D4C91E6F-B9DD-440D-9732-C61CDFB6C2C8}" dt="2024-09-22T13:28:42.450" v="404" actId="1076"/>
      <pc:docMkLst>
        <pc:docMk/>
      </pc:docMkLst>
      <pc:sldChg chg="new del">
        <pc:chgData name="Ms Alina Arshad" userId="cccdfd85-d35d-4453-9c6f-a463aae40722" providerId="ADAL" clId="{D4C91E6F-B9DD-440D-9732-C61CDFB6C2C8}" dt="2024-09-22T13:07:42.221" v="218" actId="680"/>
        <pc:sldMkLst>
          <pc:docMk/>
          <pc:sldMk cId="1855390167" sldId="256"/>
        </pc:sldMkLst>
      </pc:sldChg>
      <pc:sldChg chg="modSp add del mod">
        <pc:chgData name="Ms Alina Arshad" userId="cccdfd85-d35d-4453-9c6f-a463aae40722" providerId="ADAL" clId="{D4C91E6F-B9DD-440D-9732-C61CDFB6C2C8}" dt="2024-09-22T13:07:42.671" v="219" actId="47"/>
        <pc:sldMkLst>
          <pc:docMk/>
          <pc:sldMk cId="3322361034" sldId="256"/>
        </pc:sldMkLst>
        <pc:spChg chg="mod">
          <ac:chgData name="Ms Alina Arshad" userId="cccdfd85-d35d-4453-9c6f-a463aae40722" providerId="ADAL" clId="{D4C91E6F-B9DD-440D-9732-C61CDFB6C2C8}" dt="2024-09-22T13:02:12.272" v="129" actId="122"/>
          <ac:spMkLst>
            <pc:docMk/>
            <pc:sldMk cId="3322361034" sldId="256"/>
            <ac:spMk id="3" creationId="{44E9F82C-BBA7-3495-1097-BEDB54FFFDF4}"/>
          </ac:spMkLst>
        </pc:spChg>
      </pc:sldChg>
      <pc:sldChg chg="add del">
        <pc:chgData name="Ms Alina Arshad" userId="cccdfd85-d35d-4453-9c6f-a463aae40722" providerId="ADAL" clId="{D4C91E6F-B9DD-440D-9732-C61CDFB6C2C8}" dt="2024-09-22T13:02:23.599" v="131" actId="47"/>
        <pc:sldMkLst>
          <pc:docMk/>
          <pc:sldMk cId="0" sldId="257"/>
        </pc:sldMkLst>
      </pc:sldChg>
      <pc:sldChg chg="modSp add del mod">
        <pc:chgData name="Ms Alina Arshad" userId="cccdfd85-d35d-4453-9c6f-a463aae40722" providerId="ADAL" clId="{D4C91E6F-B9DD-440D-9732-C61CDFB6C2C8}" dt="2024-09-22T13:08:06.675" v="233" actId="47"/>
        <pc:sldMkLst>
          <pc:docMk/>
          <pc:sldMk cId="2343470586" sldId="257"/>
        </pc:sldMkLst>
        <pc:spChg chg="mod">
          <ac:chgData name="Ms Alina Arshad" userId="cccdfd85-d35d-4453-9c6f-a463aae40722" providerId="ADAL" clId="{D4C91E6F-B9DD-440D-9732-C61CDFB6C2C8}" dt="2024-09-22T13:07:58.750" v="224" actId="27636"/>
          <ac:spMkLst>
            <pc:docMk/>
            <pc:sldMk cId="2343470586" sldId="257"/>
            <ac:spMk id="3" creationId="{1A620018-CE39-4020-94EA-A75332477218}"/>
          </ac:spMkLst>
        </pc:spChg>
      </pc:sldChg>
      <pc:sldChg chg="modSp add del mod">
        <pc:chgData name="Ms Alina Arshad" userId="cccdfd85-d35d-4453-9c6f-a463aae40722" providerId="ADAL" clId="{D4C91E6F-B9DD-440D-9732-C61CDFB6C2C8}" dt="2024-09-22T13:07:43.147" v="220" actId="47"/>
        <pc:sldMkLst>
          <pc:docMk/>
          <pc:sldMk cId="0" sldId="258"/>
        </pc:sldMkLst>
        <pc:spChg chg="mod">
          <ac:chgData name="Ms Alina Arshad" userId="cccdfd85-d35d-4453-9c6f-a463aae40722" providerId="ADAL" clId="{D4C91E6F-B9DD-440D-9732-C61CDFB6C2C8}" dt="2024-09-22T13:02:43.692" v="134" actId="113"/>
          <ac:spMkLst>
            <pc:docMk/>
            <pc:sldMk cId="0" sldId="258"/>
            <ac:spMk id="2" creationId="{00000000-0000-0000-0000-000000000000}"/>
          </ac:spMkLst>
        </pc:spChg>
        <pc:spChg chg="mod">
          <ac:chgData name="Ms Alina Arshad" userId="cccdfd85-d35d-4453-9c6f-a463aae40722" providerId="ADAL" clId="{D4C91E6F-B9DD-440D-9732-C61CDFB6C2C8}" dt="2024-09-22T13:03:02.394" v="138" actId="2711"/>
          <ac:spMkLst>
            <pc:docMk/>
            <pc:sldMk cId="0" sldId="258"/>
            <ac:spMk id="3" creationId="{00000000-0000-0000-0000-000000000000}"/>
          </ac:spMkLst>
        </pc:spChg>
      </pc:sldChg>
      <pc:sldChg chg="modSp add del mod modNotesTx">
        <pc:chgData name="Ms Alina Arshad" userId="cccdfd85-d35d-4453-9c6f-a463aae40722" providerId="ADAL" clId="{D4C91E6F-B9DD-440D-9732-C61CDFB6C2C8}" dt="2024-09-22T13:08:24.737" v="236"/>
        <pc:sldMkLst>
          <pc:docMk/>
          <pc:sldMk cId="0" sldId="259"/>
        </pc:sldMkLst>
        <pc:grpChg chg="mod">
          <ac:chgData name="Ms Alina Arshad" userId="cccdfd85-d35d-4453-9c6f-a463aae40722" providerId="ADAL" clId="{D4C91E6F-B9DD-440D-9732-C61CDFB6C2C8}" dt="2024-09-22T13:03:09.171" v="139" actId="1076"/>
          <ac:grpSpMkLst>
            <pc:docMk/>
            <pc:sldMk cId="0" sldId="259"/>
            <ac:grpSpMk id="2" creationId="{00000000-0000-0000-0000-000000000000}"/>
          </ac:grpSpMkLst>
        </pc:grpChg>
        <pc:picChg chg="mod">
          <ac:chgData name="Ms Alina Arshad" userId="cccdfd85-d35d-4453-9c6f-a463aae40722" providerId="ADAL" clId="{D4C91E6F-B9DD-440D-9732-C61CDFB6C2C8}" dt="2024-09-22T13:03:15.346" v="140" actId="2085"/>
          <ac:picMkLst>
            <pc:docMk/>
            <pc:sldMk cId="0" sldId="259"/>
            <ac:picMk id="4" creationId="{00000000-0000-0000-0000-000000000000}"/>
          </ac:picMkLst>
        </pc:picChg>
      </pc:sldChg>
      <pc:sldChg chg="modSp add del mod modNotesTx">
        <pc:chgData name="Ms Alina Arshad" userId="cccdfd85-d35d-4453-9c6f-a463aae40722" providerId="ADAL" clId="{D4C91E6F-B9DD-440D-9732-C61CDFB6C2C8}" dt="2024-09-22T13:08:41.224" v="238"/>
        <pc:sldMkLst>
          <pc:docMk/>
          <pc:sldMk cId="0" sldId="260"/>
        </pc:sldMkLst>
        <pc:spChg chg="mod">
          <ac:chgData name="Ms Alina Arshad" userId="cccdfd85-d35d-4453-9c6f-a463aae40722" providerId="ADAL" clId="{D4C91E6F-B9DD-440D-9732-C61CDFB6C2C8}" dt="2024-09-22T13:03:43.152" v="146" actId="207"/>
          <ac:spMkLst>
            <pc:docMk/>
            <pc:sldMk cId="0" sldId="260"/>
            <ac:spMk id="2" creationId="{00000000-0000-0000-0000-000000000000}"/>
          </ac:spMkLst>
        </pc:spChg>
        <pc:spChg chg="mod">
          <ac:chgData name="Ms Alina Arshad" userId="cccdfd85-d35d-4453-9c6f-a463aae40722" providerId="ADAL" clId="{D4C91E6F-B9DD-440D-9732-C61CDFB6C2C8}" dt="2024-09-22T13:04:20.885" v="161" actId="20577"/>
          <ac:spMkLst>
            <pc:docMk/>
            <pc:sldMk cId="0" sldId="260"/>
            <ac:spMk id="3" creationId="{00000000-0000-0000-0000-000000000000}"/>
          </ac:spMkLst>
        </pc:spChg>
      </pc:sldChg>
      <pc:sldChg chg="modSp add del mod">
        <pc:chgData name="Ms Alina Arshad" userId="cccdfd85-d35d-4453-9c6f-a463aae40722" providerId="ADAL" clId="{D4C91E6F-B9DD-440D-9732-C61CDFB6C2C8}" dt="2024-09-22T13:07:37.134" v="212" actId="47"/>
        <pc:sldMkLst>
          <pc:docMk/>
          <pc:sldMk cId="0" sldId="261"/>
        </pc:sldMkLst>
        <pc:spChg chg="mod">
          <ac:chgData name="Ms Alina Arshad" userId="cccdfd85-d35d-4453-9c6f-a463aae40722" providerId="ADAL" clId="{D4C91E6F-B9DD-440D-9732-C61CDFB6C2C8}" dt="2024-09-22T13:04:32.763" v="164" actId="1076"/>
          <ac:spMkLst>
            <pc:docMk/>
            <pc:sldMk cId="0" sldId="261"/>
            <ac:spMk id="2" creationId="{00000000-0000-0000-0000-000000000000}"/>
          </ac:spMkLst>
        </pc:spChg>
        <pc:spChg chg="mod">
          <ac:chgData name="Ms Alina Arshad" userId="cccdfd85-d35d-4453-9c6f-a463aae40722" providerId="ADAL" clId="{D4C91E6F-B9DD-440D-9732-C61CDFB6C2C8}" dt="2024-09-22T13:06:27.187" v="166" actId="1076"/>
          <ac:spMkLst>
            <pc:docMk/>
            <pc:sldMk cId="0" sldId="261"/>
            <ac:spMk id="3" creationId="{00000000-0000-0000-0000-000000000000}"/>
          </ac:spMkLst>
        </pc:spChg>
        <pc:grpChg chg="mod">
          <ac:chgData name="Ms Alina Arshad" userId="cccdfd85-d35d-4453-9c6f-a463aae40722" providerId="ADAL" clId="{D4C91E6F-B9DD-440D-9732-C61CDFB6C2C8}" dt="2024-09-22T13:04:36.578" v="165" actId="1076"/>
          <ac:grpSpMkLst>
            <pc:docMk/>
            <pc:sldMk cId="0" sldId="261"/>
            <ac:grpSpMk id="4" creationId="{00000000-0000-0000-0000-000000000000}"/>
          </ac:grpSpMkLst>
        </pc:grpChg>
      </pc:sldChg>
      <pc:sldChg chg="add del">
        <pc:chgData name="Ms Alina Arshad" userId="cccdfd85-d35d-4453-9c6f-a463aae40722" providerId="ADAL" clId="{D4C91E6F-B9DD-440D-9732-C61CDFB6C2C8}" dt="2024-09-22T13:08:06.214" v="232" actId="47"/>
        <pc:sldMkLst>
          <pc:docMk/>
          <pc:sldMk cId="3815384740" sldId="261"/>
        </pc:sldMkLst>
      </pc:sldChg>
      <pc:sldChg chg="add del">
        <pc:chgData name="Ms Alina Arshad" userId="cccdfd85-d35d-4453-9c6f-a463aae40722" providerId="ADAL" clId="{D4C91E6F-B9DD-440D-9732-C61CDFB6C2C8}" dt="2024-09-22T13:07:35.157" v="167" actId="47"/>
        <pc:sldMkLst>
          <pc:docMk/>
          <pc:sldMk cId="0" sldId="262"/>
        </pc:sldMkLst>
      </pc:sldChg>
      <pc:sldChg chg="add del">
        <pc:chgData name="Ms Alina Arshad" userId="cccdfd85-d35d-4453-9c6f-a463aae40722" providerId="ADAL" clId="{D4C91E6F-B9DD-440D-9732-C61CDFB6C2C8}" dt="2024-09-22T13:08:14.053" v="234" actId="47"/>
        <pc:sldMkLst>
          <pc:docMk/>
          <pc:sldMk cId="129713762" sldId="262"/>
        </pc:sldMkLst>
      </pc:sldChg>
      <pc:sldChg chg="add del">
        <pc:chgData name="Ms Alina Arshad" userId="cccdfd85-d35d-4453-9c6f-a463aae40722" providerId="ADAL" clId="{D4C91E6F-B9DD-440D-9732-C61CDFB6C2C8}" dt="2024-09-22T13:07:35.672" v="168" actId="47"/>
        <pc:sldMkLst>
          <pc:docMk/>
          <pc:sldMk cId="0" sldId="263"/>
        </pc:sldMkLst>
      </pc:sldChg>
      <pc:sldChg chg="add del setBg">
        <pc:chgData name="Ms Alina Arshad" userId="cccdfd85-d35d-4453-9c6f-a463aae40722" providerId="ADAL" clId="{D4C91E6F-B9DD-440D-9732-C61CDFB6C2C8}" dt="2024-09-22T13:08:22.006" v="235" actId="47"/>
        <pc:sldMkLst>
          <pc:docMk/>
          <pc:sldMk cId="3764556304" sldId="263"/>
        </pc:sldMkLst>
      </pc:sldChg>
      <pc:sldChg chg="add del">
        <pc:chgData name="Ms Alina Arshad" userId="cccdfd85-d35d-4453-9c6f-a463aae40722" providerId="ADAL" clId="{D4C91E6F-B9DD-440D-9732-C61CDFB6C2C8}" dt="2024-09-22T13:07:35.700" v="169" actId="47"/>
        <pc:sldMkLst>
          <pc:docMk/>
          <pc:sldMk cId="0" sldId="264"/>
        </pc:sldMkLst>
      </pc:sldChg>
      <pc:sldChg chg="add del">
        <pc:chgData name="Ms Alina Arshad" userId="cccdfd85-d35d-4453-9c6f-a463aae40722" providerId="ADAL" clId="{D4C91E6F-B9DD-440D-9732-C61CDFB6C2C8}" dt="2024-09-22T13:08:34.058" v="237" actId="47"/>
        <pc:sldMkLst>
          <pc:docMk/>
          <pc:sldMk cId="1207064355" sldId="264"/>
        </pc:sldMkLst>
      </pc:sldChg>
      <pc:sldChg chg="add del">
        <pc:chgData name="Ms Alina Arshad" userId="cccdfd85-d35d-4453-9c6f-a463aae40722" providerId="ADAL" clId="{D4C91E6F-B9DD-440D-9732-C61CDFB6C2C8}" dt="2024-09-22T13:07:35.725" v="170" actId="47"/>
        <pc:sldMkLst>
          <pc:docMk/>
          <pc:sldMk cId="1577505814" sldId="265"/>
        </pc:sldMkLst>
        <pc:spChg chg="mod">
          <ac:chgData name="Ms Alina Arshad" userId="cccdfd85-d35d-4453-9c6f-a463aae40722" providerId="ADAL" clId="{D4C91E6F-B9DD-440D-9732-C61CDFB6C2C8}" dt="2024-09-22T13:08:55.410" v="241" actId="14100"/>
          <ac:spMkLst>
            <pc:docMk/>
            <pc:sldMk cId="1577505814" sldId="265"/>
            <ac:spMk id="2" creationId="{41435336-0E45-46A6-ADEF-9EF46BC634DD}"/>
          </ac:spMkLst>
        </pc:spChg>
        <pc:spChg chg="mod">
          <ac:chgData name="Ms Alina Arshad" userId="cccdfd85-d35d-4453-9c6f-a463aae40722" providerId="ADAL" clId="{D4C91E6F-B9DD-440D-9732-C61CDFB6C2C8}" dt="2024-09-22T13:09:39.028" v="256" actId="20577"/>
          <ac:spMkLst>
            <pc:docMk/>
            <pc:sldMk cId="1577505814" sldId="265"/>
            <ac:spMk id="3" creationId="{E63F2E24-C7BF-41F5-B648-FAA96C5DE71A}"/>
          </ac:spMkLst>
        </pc:spChg>
        <pc:spChg chg="mod">
          <ac:chgData name="Ms Alina Arshad" userId="cccdfd85-d35d-4453-9c6f-a463aae40722" providerId="ADAL" clId="{D4C91E6F-B9DD-440D-9732-C61CDFB6C2C8}" dt="2024-09-22T13:15:03.116" v="266" actId="1076"/>
          <ac:spMkLst>
            <pc:docMk/>
            <pc:sldMk cId="1577505814" sldId="265"/>
            <ac:spMk id="4" creationId="{00000000-0000-0000-0000-000000000000}"/>
          </ac:spMkLst>
        </pc:spChg>
        <pc:picChg chg="mod">
          <ac:chgData name="Ms Alina Arshad" userId="cccdfd85-d35d-4453-9c6f-a463aae40722" providerId="ADAL" clId="{D4C91E6F-B9DD-440D-9732-C61CDFB6C2C8}" dt="2024-09-22T13:14:56.785" v="264" actId="1076"/>
          <ac:picMkLst>
            <pc:docMk/>
            <pc:sldMk cId="1577505814" sldId="265"/>
            <ac:picMk id="5" creationId="{28B6A947-1E80-48EF-9AA4-2B6CCB11361F}"/>
          </ac:picMkLst>
        </pc:picChg>
      </pc:sldChg>
      <pc:sldChg chg="add del">
        <pc:chgData name="Ms Alina Arshad" userId="cccdfd85-d35d-4453-9c6f-a463aae40722" providerId="ADAL" clId="{D4C91E6F-B9DD-440D-9732-C61CDFB6C2C8}" dt="2024-09-22T13:07:35.770" v="171" actId="47"/>
        <pc:sldMkLst>
          <pc:docMk/>
          <pc:sldMk cId="1582826008" sldId="266"/>
        </pc:sldMkLst>
        <pc:spChg chg="mod">
          <ac:chgData name="Ms Alina Arshad" userId="cccdfd85-d35d-4453-9c6f-a463aae40722" providerId="ADAL" clId="{D4C91E6F-B9DD-440D-9732-C61CDFB6C2C8}" dt="2024-09-22T13:19:27.669" v="311" actId="14100"/>
          <ac:spMkLst>
            <pc:docMk/>
            <pc:sldMk cId="1582826008" sldId="266"/>
            <ac:spMk id="2" creationId="{46EBB6ED-E43E-4705-8E79-74B8B05AAD23}"/>
          </ac:spMkLst>
        </pc:spChg>
        <pc:spChg chg="mod">
          <ac:chgData name="Ms Alina Arshad" userId="cccdfd85-d35d-4453-9c6f-a463aae40722" providerId="ADAL" clId="{D4C91E6F-B9DD-440D-9732-C61CDFB6C2C8}" dt="2024-09-22T13:20:12.385" v="318" actId="12"/>
          <ac:spMkLst>
            <pc:docMk/>
            <pc:sldMk cId="1582826008" sldId="266"/>
            <ac:spMk id="3" creationId="{4196CBF0-4754-427D-8A38-7DDD2A8EC7AF}"/>
          </ac:spMkLst>
        </pc:spChg>
      </pc:sldChg>
      <pc:sldChg chg="modSp add mod">
        <pc:chgData name="Ms Alina Arshad" userId="cccdfd85-d35d-4453-9c6f-a463aae40722" providerId="ADAL" clId="{D4C91E6F-B9DD-440D-9732-C61CDFB6C2C8}" dt="2024-09-22T13:23:30.753" v="355" actId="1076"/>
        <pc:sldMkLst>
          <pc:docMk/>
          <pc:sldMk cId="731299161" sldId="267"/>
        </pc:sldMkLst>
        <pc:spChg chg="mod">
          <ac:chgData name="Ms Alina Arshad" userId="cccdfd85-d35d-4453-9c6f-a463aae40722" providerId="ADAL" clId="{D4C91E6F-B9DD-440D-9732-C61CDFB6C2C8}" dt="2024-09-22T13:22:57.244" v="346" actId="207"/>
          <ac:spMkLst>
            <pc:docMk/>
            <pc:sldMk cId="731299161" sldId="267"/>
            <ac:spMk id="2" creationId="{9201C7C5-381E-4176-A65A-204F25AA8BDC}"/>
          </ac:spMkLst>
        </pc:spChg>
        <pc:spChg chg="mod">
          <ac:chgData name="Ms Alina Arshad" userId="cccdfd85-d35d-4453-9c6f-a463aae40722" providerId="ADAL" clId="{D4C91E6F-B9DD-440D-9732-C61CDFB6C2C8}" dt="2024-09-22T13:23:15.910" v="351" actId="27636"/>
          <ac:spMkLst>
            <pc:docMk/>
            <pc:sldMk cId="731299161" sldId="267"/>
            <ac:spMk id="3" creationId="{FCCFEEAF-64FB-4C56-B9BC-E9CF77168172}"/>
          </ac:spMkLst>
        </pc:spChg>
        <pc:picChg chg="mod">
          <ac:chgData name="Ms Alina Arshad" userId="cccdfd85-d35d-4453-9c6f-a463aae40722" providerId="ADAL" clId="{D4C91E6F-B9DD-440D-9732-C61CDFB6C2C8}" dt="2024-09-22T13:23:19.471" v="352" actId="1076"/>
          <ac:picMkLst>
            <pc:docMk/>
            <pc:sldMk cId="731299161" sldId="267"/>
            <ac:picMk id="5" creationId="{8353E4DA-5B96-4841-87DE-4D047CCEE14B}"/>
          </ac:picMkLst>
        </pc:picChg>
        <pc:picChg chg="mod">
          <ac:chgData name="Ms Alina Arshad" userId="cccdfd85-d35d-4453-9c6f-a463aae40722" providerId="ADAL" clId="{D4C91E6F-B9DD-440D-9732-C61CDFB6C2C8}" dt="2024-09-22T13:23:30.753" v="355" actId="1076"/>
          <ac:picMkLst>
            <pc:docMk/>
            <pc:sldMk cId="731299161" sldId="267"/>
            <ac:picMk id="7" creationId="{8F9DBF2E-B7FC-4CA0-B16C-95411F8BFBDA}"/>
          </ac:picMkLst>
        </pc:picChg>
      </pc:sldChg>
      <pc:sldChg chg="add del">
        <pc:chgData name="Ms Alina Arshad" userId="cccdfd85-d35d-4453-9c6f-a463aae40722" providerId="ADAL" clId="{D4C91E6F-B9DD-440D-9732-C61CDFB6C2C8}" dt="2024-09-22T13:07:35.851" v="173" actId="47"/>
        <pc:sldMkLst>
          <pc:docMk/>
          <pc:sldMk cId="90329638" sldId="268"/>
        </pc:sldMkLst>
        <pc:spChg chg="mod">
          <ac:chgData name="Ms Alina Arshad" userId="cccdfd85-d35d-4453-9c6f-a463aae40722" providerId="ADAL" clId="{D4C91E6F-B9DD-440D-9732-C61CDFB6C2C8}" dt="2024-09-22T13:20:29.385" v="322" actId="207"/>
          <ac:spMkLst>
            <pc:docMk/>
            <pc:sldMk cId="90329638" sldId="268"/>
            <ac:spMk id="2" creationId="{4EDE3C3C-40B3-4F0A-A7FF-AB655B1FF156}"/>
          </ac:spMkLst>
        </pc:spChg>
        <pc:picChg chg="mod">
          <ac:chgData name="Ms Alina Arshad" userId="cccdfd85-d35d-4453-9c6f-a463aae40722" providerId="ADAL" clId="{D4C91E6F-B9DD-440D-9732-C61CDFB6C2C8}" dt="2024-09-22T13:20:25.320" v="321" actId="1076"/>
          <ac:picMkLst>
            <pc:docMk/>
            <pc:sldMk cId="90329638" sldId="268"/>
            <ac:picMk id="4" creationId="{DB3C41BB-6C26-4A8B-9A8A-A3637402DEC3}"/>
          </ac:picMkLst>
        </pc:picChg>
      </pc:sldChg>
      <pc:sldChg chg="add del">
        <pc:chgData name="Ms Alina Arshad" userId="cccdfd85-d35d-4453-9c6f-a463aae40722" providerId="ADAL" clId="{D4C91E6F-B9DD-440D-9732-C61CDFB6C2C8}" dt="2024-09-22T13:07:35.883" v="174" actId="47"/>
        <pc:sldMkLst>
          <pc:docMk/>
          <pc:sldMk cId="2295129282" sldId="269"/>
        </pc:sldMkLst>
        <pc:spChg chg="mod">
          <ac:chgData name="Ms Alina Arshad" userId="cccdfd85-d35d-4453-9c6f-a463aae40722" providerId="ADAL" clId="{D4C91E6F-B9DD-440D-9732-C61CDFB6C2C8}" dt="2024-09-22T13:20:33.194" v="323" actId="207"/>
          <ac:spMkLst>
            <pc:docMk/>
            <pc:sldMk cId="2295129282" sldId="269"/>
            <ac:spMk id="2" creationId="{93C8DEF6-C2A6-4FFE-93D4-B72310FBBE69}"/>
          </ac:spMkLst>
        </pc:spChg>
        <pc:spChg chg="mod">
          <ac:chgData name="Ms Alina Arshad" userId="cccdfd85-d35d-4453-9c6f-a463aae40722" providerId="ADAL" clId="{D4C91E6F-B9DD-440D-9732-C61CDFB6C2C8}" dt="2024-09-22T13:20:54.354" v="327" actId="12"/>
          <ac:spMkLst>
            <pc:docMk/>
            <pc:sldMk cId="2295129282" sldId="269"/>
            <ac:spMk id="3" creationId="{66EFAC1E-5121-41BA-9011-3E368A014F17}"/>
          </ac:spMkLst>
        </pc:spChg>
      </pc:sldChg>
      <pc:sldChg chg="add del">
        <pc:chgData name="Ms Alina Arshad" userId="cccdfd85-d35d-4453-9c6f-a463aae40722" providerId="ADAL" clId="{D4C91E6F-B9DD-440D-9732-C61CDFB6C2C8}" dt="2024-09-22T13:07:35.915" v="175" actId="47"/>
        <pc:sldMkLst>
          <pc:docMk/>
          <pc:sldMk cId="2090315159" sldId="270"/>
        </pc:sldMkLst>
        <pc:spChg chg="del mod">
          <ac:chgData name="Ms Alina Arshad" userId="cccdfd85-d35d-4453-9c6f-a463aae40722" providerId="ADAL" clId="{D4C91E6F-B9DD-440D-9732-C61CDFB6C2C8}" dt="2024-09-22T13:21:00.410" v="329" actId="478"/>
          <ac:spMkLst>
            <pc:docMk/>
            <pc:sldMk cId="2090315159" sldId="270"/>
            <ac:spMk id="2" creationId="{0426256D-2615-4908-82AE-C041376F8B14}"/>
          </ac:spMkLst>
        </pc:spChg>
        <pc:picChg chg="mod">
          <ac:chgData name="Ms Alina Arshad" userId="cccdfd85-d35d-4453-9c6f-a463aae40722" providerId="ADAL" clId="{D4C91E6F-B9DD-440D-9732-C61CDFB6C2C8}" dt="2024-09-22T13:21:05.927" v="331" actId="14100"/>
          <ac:picMkLst>
            <pc:docMk/>
            <pc:sldMk cId="2090315159" sldId="270"/>
            <ac:picMk id="5" creationId="{25C3C4F9-7925-4068-AA4C-4E3D602F577F}"/>
          </ac:picMkLst>
        </pc:picChg>
      </pc:sldChg>
      <pc:sldChg chg="add del">
        <pc:chgData name="Ms Alina Arshad" userId="cccdfd85-d35d-4453-9c6f-a463aae40722" providerId="ADAL" clId="{D4C91E6F-B9DD-440D-9732-C61CDFB6C2C8}" dt="2024-09-22T13:07:35.946" v="176" actId="47"/>
        <pc:sldMkLst>
          <pc:docMk/>
          <pc:sldMk cId="3034138166" sldId="271"/>
        </pc:sldMkLst>
        <pc:spChg chg="mod">
          <ac:chgData name="Ms Alina Arshad" userId="cccdfd85-d35d-4453-9c6f-a463aae40722" providerId="ADAL" clId="{D4C91E6F-B9DD-440D-9732-C61CDFB6C2C8}" dt="2024-09-22T13:21:39.851" v="338" actId="207"/>
          <ac:spMkLst>
            <pc:docMk/>
            <pc:sldMk cId="3034138166" sldId="271"/>
            <ac:spMk id="2" creationId="{8C9FE61B-36F7-43C1-B94F-337BAEC25346}"/>
          </ac:spMkLst>
        </pc:spChg>
        <pc:spChg chg="mod">
          <ac:chgData name="Ms Alina Arshad" userId="cccdfd85-d35d-4453-9c6f-a463aae40722" providerId="ADAL" clId="{D4C91E6F-B9DD-440D-9732-C61CDFB6C2C8}" dt="2024-09-22T13:21:35.824" v="337" actId="12"/>
          <ac:spMkLst>
            <pc:docMk/>
            <pc:sldMk cId="3034138166" sldId="271"/>
            <ac:spMk id="3" creationId="{F4DD344C-E183-4834-ADD9-55E7821B0508}"/>
          </ac:spMkLst>
        </pc:spChg>
      </pc:sldChg>
      <pc:sldChg chg="add del">
        <pc:chgData name="Ms Alina Arshad" userId="cccdfd85-d35d-4453-9c6f-a463aae40722" providerId="ADAL" clId="{D4C91E6F-B9DD-440D-9732-C61CDFB6C2C8}" dt="2024-09-22T13:07:35.960" v="177" actId="47"/>
        <pc:sldMkLst>
          <pc:docMk/>
          <pc:sldMk cId="2504047100" sldId="272"/>
        </pc:sldMkLst>
        <pc:spChg chg="mod">
          <ac:chgData name="Ms Alina Arshad" userId="cccdfd85-d35d-4453-9c6f-a463aae40722" providerId="ADAL" clId="{D4C91E6F-B9DD-440D-9732-C61CDFB6C2C8}" dt="2024-09-22T13:25:13.354" v="360" actId="403"/>
          <ac:spMkLst>
            <pc:docMk/>
            <pc:sldMk cId="2504047100" sldId="272"/>
            <ac:spMk id="3" creationId="{63575681-B3F7-4B23-9460-6AB9C10F11E7}"/>
          </ac:spMkLst>
        </pc:spChg>
        <pc:spChg chg="mod">
          <ac:chgData name="Ms Alina Arshad" userId="cccdfd85-d35d-4453-9c6f-a463aae40722" providerId="ADAL" clId="{D4C91E6F-B9DD-440D-9732-C61CDFB6C2C8}" dt="2024-09-22T13:24:55.335" v="356" actId="207"/>
          <ac:spMkLst>
            <pc:docMk/>
            <pc:sldMk cId="2504047100" sldId="272"/>
            <ac:spMk id="6" creationId="{0D48C4BA-D3D1-40FF-B0BF-0C6BBE0932B9}"/>
          </ac:spMkLst>
        </pc:spChg>
        <pc:picChg chg="mod">
          <ac:chgData name="Ms Alina Arshad" userId="cccdfd85-d35d-4453-9c6f-a463aae40722" providerId="ADAL" clId="{D4C91E6F-B9DD-440D-9732-C61CDFB6C2C8}" dt="2024-09-22T13:25:26.652" v="363" actId="1076"/>
          <ac:picMkLst>
            <pc:docMk/>
            <pc:sldMk cId="2504047100" sldId="272"/>
            <ac:picMk id="5" creationId="{875B59C6-BD88-403C-A5A5-3503BF501A70}"/>
          </ac:picMkLst>
        </pc:picChg>
      </pc:sldChg>
      <pc:sldChg chg="modSp add mod">
        <pc:chgData name="Ms Alina Arshad" userId="cccdfd85-d35d-4453-9c6f-a463aae40722" providerId="ADAL" clId="{D4C91E6F-B9DD-440D-9732-C61CDFB6C2C8}" dt="2024-09-22T13:26:22.252" v="379" actId="1076"/>
        <pc:sldMkLst>
          <pc:docMk/>
          <pc:sldMk cId="4283755204" sldId="273"/>
        </pc:sldMkLst>
        <pc:spChg chg="mod">
          <ac:chgData name="Ms Alina Arshad" userId="cccdfd85-d35d-4453-9c6f-a463aae40722" providerId="ADAL" clId="{D4C91E6F-B9DD-440D-9732-C61CDFB6C2C8}" dt="2024-09-22T13:25:53.216" v="370" actId="2711"/>
          <ac:spMkLst>
            <pc:docMk/>
            <pc:sldMk cId="4283755204" sldId="273"/>
            <ac:spMk id="3" creationId="{480AF8B5-325E-40CD-8205-5DD4CE2045CE}"/>
          </ac:spMkLst>
        </pc:spChg>
        <pc:spChg chg="mod">
          <ac:chgData name="Ms Alina Arshad" userId="cccdfd85-d35d-4453-9c6f-a463aae40722" providerId="ADAL" clId="{D4C91E6F-B9DD-440D-9732-C61CDFB6C2C8}" dt="2024-09-22T13:26:22.252" v="379" actId="1076"/>
          <ac:spMkLst>
            <pc:docMk/>
            <pc:sldMk cId="4283755204" sldId="273"/>
            <ac:spMk id="6" creationId="{4BFD4BED-801D-42A3-8A5B-FF9C1516D72C}"/>
          </ac:spMkLst>
        </pc:spChg>
        <pc:picChg chg="mod">
          <ac:chgData name="Ms Alina Arshad" userId="cccdfd85-d35d-4453-9c6f-a463aae40722" providerId="ADAL" clId="{D4C91E6F-B9DD-440D-9732-C61CDFB6C2C8}" dt="2024-09-22T13:25:42.787" v="366" actId="1076"/>
          <ac:picMkLst>
            <pc:docMk/>
            <pc:sldMk cId="4283755204" sldId="273"/>
            <ac:picMk id="5" creationId="{D8DA8D51-5D53-44D8-AD01-9D3D3C4B8574}"/>
          </ac:picMkLst>
        </pc:picChg>
      </pc:sldChg>
      <pc:sldChg chg="add del">
        <pc:chgData name="Ms Alina Arshad" userId="cccdfd85-d35d-4453-9c6f-a463aae40722" providerId="ADAL" clId="{D4C91E6F-B9DD-440D-9732-C61CDFB6C2C8}" dt="2024-09-22T13:07:36.042" v="179" actId="47"/>
        <pc:sldMkLst>
          <pc:docMk/>
          <pc:sldMk cId="2935103945" sldId="274"/>
        </pc:sldMkLst>
        <pc:spChg chg="mod">
          <ac:chgData name="Ms Alina Arshad" userId="cccdfd85-d35d-4453-9c6f-a463aae40722" providerId="ADAL" clId="{D4C91E6F-B9DD-440D-9732-C61CDFB6C2C8}" dt="2024-09-22T13:26:29.045" v="380" actId="207"/>
          <ac:spMkLst>
            <pc:docMk/>
            <pc:sldMk cId="2935103945" sldId="274"/>
            <ac:spMk id="2" creationId="{C68223F5-F8BE-48BC-8240-78FBA46AF802}"/>
          </ac:spMkLst>
        </pc:spChg>
        <pc:spChg chg="mod">
          <ac:chgData name="Ms Alina Arshad" userId="cccdfd85-d35d-4453-9c6f-a463aae40722" providerId="ADAL" clId="{D4C91E6F-B9DD-440D-9732-C61CDFB6C2C8}" dt="2024-09-22T13:26:45.100" v="386" actId="20577"/>
          <ac:spMkLst>
            <pc:docMk/>
            <pc:sldMk cId="2935103945" sldId="274"/>
            <ac:spMk id="3" creationId="{58F9CE5B-D0D8-4F74-8E4E-CFF85A1C2C17}"/>
          </ac:spMkLst>
        </pc:spChg>
      </pc:sldChg>
      <pc:sldChg chg="modSp add mod">
        <pc:chgData name="Ms Alina Arshad" userId="cccdfd85-d35d-4453-9c6f-a463aae40722" providerId="ADAL" clId="{D4C91E6F-B9DD-440D-9732-C61CDFB6C2C8}" dt="2024-09-22T13:27:16.223" v="393" actId="1076"/>
        <pc:sldMkLst>
          <pc:docMk/>
          <pc:sldMk cId="1497646456" sldId="275"/>
        </pc:sldMkLst>
        <pc:picChg chg="mod">
          <ac:chgData name="Ms Alina Arshad" userId="cccdfd85-d35d-4453-9c6f-a463aae40722" providerId="ADAL" clId="{D4C91E6F-B9DD-440D-9732-C61CDFB6C2C8}" dt="2024-09-22T13:27:12.158" v="392" actId="1076"/>
          <ac:picMkLst>
            <pc:docMk/>
            <pc:sldMk cId="1497646456" sldId="275"/>
            <ac:picMk id="5" creationId="{0DBB2777-7016-4A01-8AF0-F96056B9FC8F}"/>
          </ac:picMkLst>
        </pc:picChg>
        <pc:picChg chg="mod">
          <ac:chgData name="Ms Alina Arshad" userId="cccdfd85-d35d-4453-9c6f-a463aae40722" providerId="ADAL" clId="{D4C91E6F-B9DD-440D-9732-C61CDFB6C2C8}" dt="2024-09-22T13:27:16.223" v="393" actId="1076"/>
          <ac:picMkLst>
            <pc:docMk/>
            <pc:sldMk cId="1497646456" sldId="275"/>
            <ac:picMk id="6" creationId="{FA9585FB-CBE2-4A52-9153-F383B3C1533C}"/>
          </ac:picMkLst>
        </pc:picChg>
      </pc:sldChg>
      <pc:sldChg chg="add del">
        <pc:chgData name="Ms Alina Arshad" userId="cccdfd85-d35d-4453-9c6f-a463aae40722" providerId="ADAL" clId="{D4C91E6F-B9DD-440D-9732-C61CDFB6C2C8}" dt="2024-09-22T13:07:36.089" v="181" actId="47"/>
        <pc:sldMkLst>
          <pc:docMk/>
          <pc:sldMk cId="3993717517" sldId="276"/>
        </pc:sldMkLst>
        <pc:spChg chg="mod">
          <ac:chgData name="Ms Alina Arshad" userId="cccdfd85-d35d-4453-9c6f-a463aae40722" providerId="ADAL" clId="{D4C91E6F-B9DD-440D-9732-C61CDFB6C2C8}" dt="2024-09-22T13:27:41.415" v="397" actId="207"/>
          <ac:spMkLst>
            <pc:docMk/>
            <pc:sldMk cId="3993717517" sldId="276"/>
            <ac:spMk id="2" creationId="{781791DC-0148-40EC-85C5-4A802374F13F}"/>
          </ac:spMkLst>
        </pc:spChg>
        <pc:spChg chg="mod">
          <ac:chgData name="Ms Alina Arshad" userId="cccdfd85-d35d-4453-9c6f-a463aae40722" providerId="ADAL" clId="{D4C91E6F-B9DD-440D-9732-C61CDFB6C2C8}" dt="2024-09-22T13:27:50.921" v="399" actId="403"/>
          <ac:spMkLst>
            <pc:docMk/>
            <pc:sldMk cId="3993717517" sldId="276"/>
            <ac:spMk id="3" creationId="{31A7AFD5-81DA-4DED-AD8C-F310D4820705}"/>
          </ac:spMkLst>
        </pc:spChg>
      </pc:sldChg>
      <pc:sldChg chg="add del">
        <pc:chgData name="Ms Alina Arshad" userId="cccdfd85-d35d-4453-9c6f-a463aae40722" providerId="ADAL" clId="{D4C91E6F-B9DD-440D-9732-C61CDFB6C2C8}" dt="2024-09-22T13:07:36.120" v="182" actId="47"/>
        <pc:sldMkLst>
          <pc:docMk/>
          <pc:sldMk cId="0" sldId="277"/>
        </pc:sldMkLst>
      </pc:sldChg>
      <pc:sldChg chg="add del">
        <pc:chgData name="Ms Alina Arshad" userId="cccdfd85-d35d-4453-9c6f-a463aae40722" providerId="ADAL" clId="{D4C91E6F-B9DD-440D-9732-C61CDFB6C2C8}" dt="2024-09-22T13:07:36.158" v="183" actId="47"/>
        <pc:sldMkLst>
          <pc:docMk/>
          <pc:sldMk cId="2668593764" sldId="278"/>
        </pc:sldMkLst>
        <pc:spChg chg="mod">
          <ac:chgData name="Ms Alina Arshad" userId="cccdfd85-d35d-4453-9c6f-a463aae40722" providerId="ADAL" clId="{D4C91E6F-B9DD-440D-9732-C61CDFB6C2C8}" dt="2024-09-22T13:27:26.932" v="394" actId="207"/>
          <ac:spMkLst>
            <pc:docMk/>
            <pc:sldMk cId="2668593764" sldId="278"/>
            <ac:spMk id="2" creationId="{E5F7AB3E-208B-4CED-8A8F-7FD72405664D}"/>
          </ac:spMkLst>
        </pc:spChg>
        <pc:spChg chg="mod">
          <ac:chgData name="Ms Alina Arshad" userId="cccdfd85-d35d-4453-9c6f-a463aae40722" providerId="ADAL" clId="{D4C91E6F-B9DD-440D-9732-C61CDFB6C2C8}" dt="2024-09-22T13:27:35.494" v="396" actId="2711"/>
          <ac:spMkLst>
            <pc:docMk/>
            <pc:sldMk cId="2668593764" sldId="278"/>
            <ac:spMk id="3" creationId="{49F9FC7E-9E3B-42F7-B653-B264FCCAE9D8}"/>
          </ac:spMkLst>
        </pc:spChg>
      </pc:sldChg>
      <pc:sldChg chg="del">
        <pc:chgData name="Ms Alina Arshad" userId="cccdfd85-d35d-4453-9c6f-a463aae40722" providerId="ADAL" clId="{D4C91E6F-B9DD-440D-9732-C61CDFB6C2C8}" dt="2024-09-22T13:07:37.093" v="211" actId="47"/>
        <pc:sldMkLst>
          <pc:docMk/>
          <pc:sldMk cId="1325985888" sldId="279"/>
        </pc:sldMkLst>
      </pc:sldChg>
      <pc:sldChg chg="modSp add mod">
        <pc:chgData name="Ms Alina Arshad" userId="cccdfd85-d35d-4453-9c6f-a463aae40722" providerId="ADAL" clId="{D4C91E6F-B9DD-440D-9732-C61CDFB6C2C8}" dt="2024-09-22T13:07:58.843" v="228" actId="27636"/>
        <pc:sldMkLst>
          <pc:docMk/>
          <pc:sldMk cId="3703048629" sldId="279"/>
        </pc:sldMkLst>
        <pc:spChg chg="mod">
          <ac:chgData name="Ms Alina Arshad" userId="cccdfd85-d35d-4453-9c6f-a463aae40722" providerId="ADAL" clId="{D4C91E6F-B9DD-440D-9732-C61CDFB6C2C8}" dt="2024-09-22T13:07:58.843" v="228" actId="27636"/>
          <ac:spMkLst>
            <pc:docMk/>
            <pc:sldMk cId="3703048629" sldId="279"/>
            <ac:spMk id="3" creationId="{14C2275F-EEF7-4B46-8F23-7E6682716D48}"/>
          </ac:spMkLst>
        </pc:spChg>
      </pc:sldChg>
      <pc:sldChg chg="add del">
        <pc:chgData name="Ms Alina Arshad" userId="cccdfd85-d35d-4453-9c6f-a463aae40722" providerId="ADAL" clId="{D4C91E6F-B9DD-440D-9732-C61CDFB6C2C8}" dt="2024-09-22T13:02:21.183" v="130" actId="47"/>
        <pc:sldMkLst>
          <pc:docMk/>
          <pc:sldMk cId="1821615422" sldId="280"/>
        </pc:sldMkLst>
      </pc:sldChg>
      <pc:sldChg chg="add">
        <pc:chgData name="Ms Alina Arshad" userId="cccdfd85-d35d-4453-9c6f-a463aae40722" providerId="ADAL" clId="{D4C91E6F-B9DD-440D-9732-C61CDFB6C2C8}" dt="2024-09-22T13:07:58.693" v="223"/>
        <pc:sldMkLst>
          <pc:docMk/>
          <pc:sldMk cId="3605066316" sldId="281"/>
        </pc:sldMkLst>
      </pc:sldChg>
      <pc:sldChg chg="add del">
        <pc:chgData name="Ms Alina Arshad" userId="cccdfd85-d35d-4453-9c6f-a463aae40722" providerId="ADAL" clId="{D4C91E6F-B9DD-440D-9732-C61CDFB6C2C8}" dt="2024-09-22T13:07:36.223" v="185" actId="47"/>
        <pc:sldMkLst>
          <pc:docMk/>
          <pc:sldMk cId="24697311" sldId="282"/>
        </pc:sldMkLst>
      </pc:sldChg>
      <pc:sldChg chg="modSp add mod">
        <pc:chgData name="Ms Alina Arshad" userId="cccdfd85-d35d-4453-9c6f-a463aae40722" providerId="ADAL" clId="{D4C91E6F-B9DD-440D-9732-C61CDFB6C2C8}" dt="2024-09-22T13:26:58.544" v="388" actId="14100"/>
        <pc:sldMkLst>
          <pc:docMk/>
          <pc:sldMk cId="3289392637" sldId="283"/>
        </pc:sldMkLst>
        <pc:picChg chg="mod">
          <ac:chgData name="Ms Alina Arshad" userId="cccdfd85-d35d-4453-9c6f-a463aae40722" providerId="ADAL" clId="{D4C91E6F-B9DD-440D-9732-C61CDFB6C2C8}" dt="2024-09-22T13:26:58.544" v="388" actId="14100"/>
          <ac:picMkLst>
            <pc:docMk/>
            <pc:sldMk cId="3289392637" sldId="283"/>
            <ac:picMk id="5" creationId="{E9364447-0905-4016-B0E8-FD9646A14B14}"/>
          </ac:picMkLst>
        </pc:picChg>
      </pc:sldChg>
      <pc:sldChg chg="add del">
        <pc:chgData name="Ms Alina Arshad" userId="cccdfd85-d35d-4453-9c6f-a463aae40722" providerId="ADAL" clId="{D4C91E6F-B9DD-440D-9732-C61CDFB6C2C8}" dt="2024-09-22T13:07:36.291" v="187" actId="47"/>
        <pc:sldMkLst>
          <pc:docMk/>
          <pc:sldMk cId="800652809" sldId="284"/>
        </pc:sldMkLst>
      </pc:sldChg>
      <pc:sldChg chg="add del">
        <pc:chgData name="Ms Alina Arshad" userId="cccdfd85-d35d-4453-9c6f-a463aae40722" providerId="ADAL" clId="{D4C91E6F-B9DD-440D-9732-C61CDFB6C2C8}" dt="2024-09-22T13:07:36.322" v="188" actId="47"/>
        <pc:sldMkLst>
          <pc:docMk/>
          <pc:sldMk cId="1402144616" sldId="285"/>
        </pc:sldMkLst>
        <pc:spChg chg="mod">
          <ac:chgData name="Ms Alina Arshad" userId="cccdfd85-d35d-4453-9c6f-a463aae40722" providerId="ADAL" clId="{D4C91E6F-B9DD-440D-9732-C61CDFB6C2C8}" dt="2024-09-22T13:16:35.790" v="290" actId="26606"/>
          <ac:spMkLst>
            <pc:docMk/>
            <pc:sldMk cId="1402144616" sldId="285"/>
            <ac:spMk id="2" creationId="{2F6CB8CE-8AA3-4A30-80C4-4E7895E4B350}"/>
          </ac:spMkLst>
        </pc:spChg>
        <pc:spChg chg="add">
          <ac:chgData name="Ms Alina Arshad" userId="cccdfd85-d35d-4453-9c6f-a463aae40722" providerId="ADAL" clId="{D4C91E6F-B9DD-440D-9732-C61CDFB6C2C8}" dt="2024-09-22T13:16:35.790" v="290" actId="26606"/>
          <ac:spMkLst>
            <pc:docMk/>
            <pc:sldMk cId="1402144616" sldId="285"/>
            <ac:spMk id="6" creationId="{4E4490D0-3672-446A-AC12-B4830333BDDD}"/>
          </ac:spMkLst>
        </pc:spChg>
        <pc:spChg chg="add">
          <ac:chgData name="Ms Alina Arshad" userId="cccdfd85-d35d-4453-9c6f-a463aae40722" providerId="ADAL" clId="{D4C91E6F-B9DD-440D-9732-C61CDFB6C2C8}" dt="2024-09-22T13:16:35.790" v="290" actId="26606"/>
          <ac:spMkLst>
            <pc:docMk/>
            <pc:sldMk cId="1402144616" sldId="285"/>
            <ac:spMk id="7" creationId="{39CB82C2-DF65-4EC1-8280-F201D50F570B}"/>
          </ac:spMkLst>
        </pc:spChg>
        <pc:spChg chg="add del">
          <ac:chgData name="Ms Alina Arshad" userId="cccdfd85-d35d-4453-9c6f-a463aae40722" providerId="ADAL" clId="{D4C91E6F-B9DD-440D-9732-C61CDFB6C2C8}" dt="2024-09-22T13:16:32.257" v="289" actId="26606"/>
          <ac:spMkLst>
            <pc:docMk/>
            <pc:sldMk cId="1402144616" sldId="285"/>
            <ac:spMk id="9" creationId="{4E4490D0-3672-446A-AC12-B4830333BDDD}"/>
          </ac:spMkLst>
        </pc:spChg>
        <pc:spChg chg="add">
          <ac:chgData name="Ms Alina Arshad" userId="cccdfd85-d35d-4453-9c6f-a463aae40722" providerId="ADAL" clId="{D4C91E6F-B9DD-440D-9732-C61CDFB6C2C8}" dt="2024-09-22T13:16:35.790" v="290" actId="26606"/>
          <ac:spMkLst>
            <pc:docMk/>
            <pc:sldMk cId="1402144616" sldId="285"/>
            <ac:spMk id="10" creationId="{FA4CD5CB-D209-4D70-8CA4-629731C59219}"/>
          </ac:spMkLst>
        </pc:spChg>
        <pc:spChg chg="add del">
          <ac:chgData name="Ms Alina Arshad" userId="cccdfd85-d35d-4453-9c6f-a463aae40722" providerId="ADAL" clId="{D4C91E6F-B9DD-440D-9732-C61CDFB6C2C8}" dt="2024-09-22T13:16:32.257" v="289" actId="26606"/>
          <ac:spMkLst>
            <pc:docMk/>
            <pc:sldMk cId="1402144616" sldId="285"/>
            <ac:spMk id="11" creationId="{39CB82C2-DF65-4EC1-8280-F201D50F570B}"/>
          </ac:spMkLst>
        </pc:spChg>
        <pc:spChg chg="add">
          <ac:chgData name="Ms Alina Arshad" userId="cccdfd85-d35d-4453-9c6f-a463aae40722" providerId="ADAL" clId="{D4C91E6F-B9DD-440D-9732-C61CDFB6C2C8}" dt="2024-09-22T13:16:35.790" v="290" actId="26606"/>
          <ac:spMkLst>
            <pc:docMk/>
            <pc:sldMk cId="1402144616" sldId="285"/>
            <ac:spMk id="14" creationId="{B4C27B90-DF2B-4D00-BA07-18ED774CD2F1}"/>
          </ac:spMkLst>
        </pc:spChg>
        <pc:spChg chg="add del">
          <ac:chgData name="Ms Alina Arshad" userId="cccdfd85-d35d-4453-9c6f-a463aae40722" providerId="ADAL" clId="{D4C91E6F-B9DD-440D-9732-C61CDFB6C2C8}" dt="2024-09-22T13:16:32.257" v="289" actId="26606"/>
          <ac:spMkLst>
            <pc:docMk/>
            <pc:sldMk cId="1402144616" sldId="285"/>
            <ac:spMk id="15" creationId="{FA4CD5CB-D209-4D70-8CA4-629731C59219}"/>
          </ac:spMkLst>
        </pc:spChg>
        <pc:spChg chg="add">
          <ac:chgData name="Ms Alina Arshad" userId="cccdfd85-d35d-4453-9c6f-a463aae40722" providerId="ADAL" clId="{D4C91E6F-B9DD-440D-9732-C61CDFB6C2C8}" dt="2024-09-22T13:16:35.790" v="290" actId="26606"/>
          <ac:spMkLst>
            <pc:docMk/>
            <pc:sldMk cId="1402144616" sldId="285"/>
            <ac:spMk id="16" creationId="{593ACC25-C262-417A-8AA9-0641C772BDB6}"/>
          </ac:spMkLst>
        </pc:spChg>
        <pc:spChg chg="add del">
          <ac:chgData name="Ms Alina Arshad" userId="cccdfd85-d35d-4453-9c6f-a463aae40722" providerId="ADAL" clId="{D4C91E6F-B9DD-440D-9732-C61CDFB6C2C8}" dt="2024-09-22T13:16:32.257" v="289" actId="26606"/>
          <ac:spMkLst>
            <pc:docMk/>
            <pc:sldMk cId="1402144616" sldId="285"/>
            <ac:spMk id="19" creationId="{B4C27B90-DF2B-4D00-BA07-18ED774CD2F1}"/>
          </ac:spMkLst>
        </pc:spChg>
        <pc:spChg chg="add del">
          <ac:chgData name="Ms Alina Arshad" userId="cccdfd85-d35d-4453-9c6f-a463aae40722" providerId="ADAL" clId="{D4C91E6F-B9DD-440D-9732-C61CDFB6C2C8}" dt="2024-09-22T13:16:32.257" v="289" actId="26606"/>
          <ac:spMkLst>
            <pc:docMk/>
            <pc:sldMk cId="1402144616" sldId="285"/>
            <ac:spMk id="21" creationId="{593ACC25-C262-417A-8AA9-0641C772BDB6}"/>
          </ac:spMkLst>
        </pc:spChg>
        <pc:picChg chg="mod">
          <ac:chgData name="Ms Alina Arshad" userId="cccdfd85-d35d-4453-9c6f-a463aae40722" providerId="ADAL" clId="{D4C91E6F-B9DD-440D-9732-C61CDFB6C2C8}" dt="2024-09-22T13:16:44.250" v="292" actId="1076"/>
          <ac:picMkLst>
            <pc:docMk/>
            <pc:sldMk cId="1402144616" sldId="285"/>
            <ac:picMk id="4" creationId="{2D2785FA-9ADF-4C9B-A0F6-034810D10C6E}"/>
          </ac:picMkLst>
        </pc:picChg>
        <pc:cxnChg chg="add">
          <ac:chgData name="Ms Alina Arshad" userId="cccdfd85-d35d-4453-9c6f-a463aae40722" providerId="ADAL" clId="{D4C91E6F-B9DD-440D-9732-C61CDFB6C2C8}" dt="2024-09-22T13:16:35.790" v="290" actId="26606"/>
          <ac:cxnSpMkLst>
            <pc:docMk/>
            <pc:sldMk cId="1402144616" sldId="285"/>
            <ac:cxnSpMk id="8" creationId="{7E1D4427-852B-4B37-8E76-0E9F1810BA2A}"/>
          </ac:cxnSpMkLst>
        </pc:cxnChg>
        <pc:cxnChg chg="add">
          <ac:chgData name="Ms Alina Arshad" userId="cccdfd85-d35d-4453-9c6f-a463aae40722" providerId="ADAL" clId="{D4C91E6F-B9DD-440D-9732-C61CDFB6C2C8}" dt="2024-09-22T13:16:35.790" v="290" actId="26606"/>
          <ac:cxnSpMkLst>
            <pc:docMk/>
            <pc:sldMk cId="1402144616" sldId="285"/>
            <ac:cxnSpMk id="12" creationId="{5C6A2BAE-B461-4B55-8E1F-0722ABDD1393}"/>
          </ac:cxnSpMkLst>
        </pc:cxnChg>
        <pc:cxnChg chg="add del">
          <ac:chgData name="Ms Alina Arshad" userId="cccdfd85-d35d-4453-9c6f-a463aae40722" providerId="ADAL" clId="{D4C91E6F-B9DD-440D-9732-C61CDFB6C2C8}" dt="2024-09-22T13:16:32.257" v="289" actId="26606"/>
          <ac:cxnSpMkLst>
            <pc:docMk/>
            <pc:sldMk cId="1402144616" sldId="285"/>
            <ac:cxnSpMk id="13" creationId="{7E1D4427-852B-4B37-8E76-0E9F1810BA2A}"/>
          </ac:cxnSpMkLst>
        </pc:cxnChg>
        <pc:cxnChg chg="add del">
          <ac:chgData name="Ms Alina Arshad" userId="cccdfd85-d35d-4453-9c6f-a463aae40722" providerId="ADAL" clId="{D4C91E6F-B9DD-440D-9732-C61CDFB6C2C8}" dt="2024-09-22T13:16:32.257" v="289" actId="26606"/>
          <ac:cxnSpMkLst>
            <pc:docMk/>
            <pc:sldMk cId="1402144616" sldId="285"/>
            <ac:cxnSpMk id="17" creationId="{5C6A2BAE-B461-4B55-8E1F-0722ABDD1393}"/>
          </ac:cxnSpMkLst>
        </pc:cxnChg>
      </pc:sldChg>
      <pc:sldChg chg="add del">
        <pc:chgData name="Ms Alina Arshad" userId="cccdfd85-d35d-4453-9c6f-a463aae40722" providerId="ADAL" clId="{D4C91E6F-B9DD-440D-9732-C61CDFB6C2C8}" dt="2024-09-22T13:07:36.353" v="189" actId="47"/>
        <pc:sldMkLst>
          <pc:docMk/>
          <pc:sldMk cId="0" sldId="286"/>
        </pc:sldMkLst>
      </pc:sldChg>
      <pc:sldChg chg="delSp modSp add mod">
        <pc:chgData name="Ms Alina Arshad" userId="cccdfd85-d35d-4453-9c6f-a463aae40722" providerId="ADAL" clId="{D4C91E6F-B9DD-440D-9732-C61CDFB6C2C8}" dt="2024-09-22T13:28:42.450" v="404" actId="1076"/>
        <pc:sldMkLst>
          <pc:docMk/>
          <pc:sldMk cId="3229345964" sldId="287"/>
        </pc:sldMkLst>
        <pc:spChg chg="del">
          <ac:chgData name="Ms Alina Arshad" userId="cccdfd85-d35d-4453-9c6f-a463aae40722" providerId="ADAL" clId="{D4C91E6F-B9DD-440D-9732-C61CDFB6C2C8}" dt="2024-09-22T13:28:32.954" v="400" actId="478"/>
          <ac:spMkLst>
            <pc:docMk/>
            <pc:sldMk cId="3229345964" sldId="287"/>
            <ac:spMk id="2" creationId="{5DA081F5-16CF-4CA2-A173-0E030024A636}"/>
          </ac:spMkLst>
        </pc:spChg>
        <pc:picChg chg="mod">
          <ac:chgData name="Ms Alina Arshad" userId="cccdfd85-d35d-4453-9c6f-a463aae40722" providerId="ADAL" clId="{D4C91E6F-B9DD-440D-9732-C61CDFB6C2C8}" dt="2024-09-22T13:28:42.450" v="404" actId="1076"/>
          <ac:picMkLst>
            <pc:docMk/>
            <pc:sldMk cId="3229345964" sldId="287"/>
            <ac:picMk id="5" creationId="{8EF4BFF1-87E0-4AF5-83CA-F11370D161B8}"/>
          </ac:picMkLst>
        </pc:picChg>
      </pc:sldChg>
      <pc:sldChg chg="add">
        <pc:chgData name="Ms Alina Arshad" userId="cccdfd85-d35d-4453-9c6f-a463aae40722" providerId="ADAL" clId="{D4C91E6F-B9DD-440D-9732-C61CDFB6C2C8}" dt="2024-09-22T13:07:58.693" v="223"/>
        <pc:sldMkLst>
          <pc:docMk/>
          <pc:sldMk cId="2002870935" sldId="288"/>
        </pc:sldMkLst>
      </pc:sldChg>
      <pc:sldChg chg="add del">
        <pc:chgData name="Ms Alina Arshad" userId="cccdfd85-d35d-4453-9c6f-a463aae40722" providerId="ADAL" clId="{D4C91E6F-B9DD-440D-9732-C61CDFB6C2C8}" dt="2024-09-22T13:07:36.456" v="192" actId="47"/>
        <pc:sldMkLst>
          <pc:docMk/>
          <pc:sldMk cId="0" sldId="289"/>
        </pc:sldMkLst>
      </pc:sldChg>
      <pc:sldChg chg="add del">
        <pc:chgData name="Ms Alina Arshad" userId="cccdfd85-d35d-4453-9c6f-a463aae40722" providerId="ADAL" clId="{D4C91E6F-B9DD-440D-9732-C61CDFB6C2C8}" dt="2024-09-22T13:07:36.475" v="193" actId="47"/>
        <pc:sldMkLst>
          <pc:docMk/>
          <pc:sldMk cId="0" sldId="290"/>
        </pc:sldMkLst>
      </pc:sldChg>
      <pc:sldChg chg="add del">
        <pc:chgData name="Ms Alina Arshad" userId="cccdfd85-d35d-4453-9c6f-a463aae40722" providerId="ADAL" clId="{D4C91E6F-B9DD-440D-9732-C61CDFB6C2C8}" dt="2024-09-22T13:07:36.517" v="194" actId="47"/>
        <pc:sldMkLst>
          <pc:docMk/>
          <pc:sldMk cId="0" sldId="291"/>
        </pc:sldMkLst>
      </pc:sldChg>
      <pc:sldChg chg="add del">
        <pc:chgData name="Ms Alina Arshad" userId="cccdfd85-d35d-4453-9c6f-a463aae40722" providerId="ADAL" clId="{D4C91E6F-B9DD-440D-9732-C61CDFB6C2C8}" dt="2024-09-22T13:07:36.562" v="195" actId="47"/>
        <pc:sldMkLst>
          <pc:docMk/>
          <pc:sldMk cId="0" sldId="292"/>
        </pc:sldMkLst>
      </pc:sldChg>
      <pc:sldChg chg="add del">
        <pc:chgData name="Ms Alina Arshad" userId="cccdfd85-d35d-4453-9c6f-a463aae40722" providerId="ADAL" clId="{D4C91E6F-B9DD-440D-9732-C61CDFB6C2C8}" dt="2024-09-22T13:07:36.605" v="196" actId="47"/>
        <pc:sldMkLst>
          <pc:docMk/>
          <pc:sldMk cId="0" sldId="293"/>
        </pc:sldMkLst>
      </pc:sldChg>
      <pc:sldChg chg="add del">
        <pc:chgData name="Ms Alina Arshad" userId="cccdfd85-d35d-4453-9c6f-a463aae40722" providerId="ADAL" clId="{D4C91E6F-B9DD-440D-9732-C61CDFB6C2C8}" dt="2024-09-22T13:07:36.636" v="197" actId="47"/>
        <pc:sldMkLst>
          <pc:docMk/>
          <pc:sldMk cId="0" sldId="294"/>
        </pc:sldMkLst>
      </pc:sldChg>
      <pc:sldChg chg="add del">
        <pc:chgData name="Ms Alina Arshad" userId="cccdfd85-d35d-4453-9c6f-a463aae40722" providerId="ADAL" clId="{D4C91E6F-B9DD-440D-9732-C61CDFB6C2C8}" dt="2024-09-22T13:07:36.651" v="198" actId="47"/>
        <pc:sldMkLst>
          <pc:docMk/>
          <pc:sldMk cId="0" sldId="295"/>
        </pc:sldMkLst>
      </pc:sldChg>
      <pc:sldChg chg="add del">
        <pc:chgData name="Ms Alina Arshad" userId="cccdfd85-d35d-4453-9c6f-a463aae40722" providerId="ADAL" clId="{D4C91E6F-B9DD-440D-9732-C61CDFB6C2C8}" dt="2024-09-22T13:07:36.673" v="199" actId="47"/>
        <pc:sldMkLst>
          <pc:docMk/>
          <pc:sldMk cId="0" sldId="296"/>
        </pc:sldMkLst>
      </pc:sldChg>
      <pc:sldChg chg="add del">
        <pc:chgData name="Ms Alina Arshad" userId="cccdfd85-d35d-4453-9c6f-a463aae40722" providerId="ADAL" clId="{D4C91E6F-B9DD-440D-9732-C61CDFB6C2C8}" dt="2024-09-22T13:07:36.722" v="200" actId="47"/>
        <pc:sldMkLst>
          <pc:docMk/>
          <pc:sldMk cId="0" sldId="297"/>
        </pc:sldMkLst>
      </pc:sldChg>
      <pc:sldChg chg="add del">
        <pc:chgData name="Ms Alina Arshad" userId="cccdfd85-d35d-4453-9c6f-a463aae40722" providerId="ADAL" clId="{D4C91E6F-B9DD-440D-9732-C61CDFB6C2C8}" dt="2024-09-22T13:07:36.760" v="201" actId="47"/>
        <pc:sldMkLst>
          <pc:docMk/>
          <pc:sldMk cId="0" sldId="298"/>
        </pc:sldMkLst>
      </pc:sldChg>
      <pc:sldChg chg="add del">
        <pc:chgData name="Ms Alina Arshad" userId="cccdfd85-d35d-4453-9c6f-a463aae40722" providerId="ADAL" clId="{D4C91E6F-B9DD-440D-9732-C61CDFB6C2C8}" dt="2024-09-22T13:07:36.791" v="202" actId="47"/>
        <pc:sldMkLst>
          <pc:docMk/>
          <pc:sldMk cId="0" sldId="299"/>
        </pc:sldMkLst>
      </pc:sldChg>
      <pc:sldChg chg="add del">
        <pc:chgData name="Ms Alina Arshad" userId="cccdfd85-d35d-4453-9c6f-a463aae40722" providerId="ADAL" clId="{D4C91E6F-B9DD-440D-9732-C61CDFB6C2C8}" dt="2024-09-22T13:07:36.806" v="203" actId="47"/>
        <pc:sldMkLst>
          <pc:docMk/>
          <pc:sldMk cId="0" sldId="300"/>
        </pc:sldMkLst>
      </pc:sldChg>
      <pc:sldChg chg="add del">
        <pc:chgData name="Ms Alina Arshad" userId="cccdfd85-d35d-4453-9c6f-a463aae40722" providerId="ADAL" clId="{D4C91E6F-B9DD-440D-9732-C61CDFB6C2C8}" dt="2024-09-22T13:07:36.854" v="204" actId="47"/>
        <pc:sldMkLst>
          <pc:docMk/>
          <pc:sldMk cId="0" sldId="301"/>
        </pc:sldMkLst>
      </pc:sldChg>
      <pc:sldChg chg="add del">
        <pc:chgData name="Ms Alina Arshad" userId="cccdfd85-d35d-4453-9c6f-a463aae40722" providerId="ADAL" clId="{D4C91E6F-B9DD-440D-9732-C61CDFB6C2C8}" dt="2024-09-22T13:07:36.887" v="205" actId="47"/>
        <pc:sldMkLst>
          <pc:docMk/>
          <pc:sldMk cId="0" sldId="302"/>
        </pc:sldMkLst>
      </pc:sldChg>
      <pc:sldChg chg="add del">
        <pc:chgData name="Ms Alina Arshad" userId="cccdfd85-d35d-4453-9c6f-a463aae40722" providerId="ADAL" clId="{D4C91E6F-B9DD-440D-9732-C61CDFB6C2C8}" dt="2024-09-22T13:07:36.945" v="206" actId="47"/>
        <pc:sldMkLst>
          <pc:docMk/>
          <pc:sldMk cId="0" sldId="303"/>
        </pc:sldMkLst>
      </pc:sldChg>
      <pc:sldChg chg="add del">
        <pc:chgData name="Ms Alina Arshad" userId="cccdfd85-d35d-4453-9c6f-a463aae40722" providerId="ADAL" clId="{D4C91E6F-B9DD-440D-9732-C61CDFB6C2C8}" dt="2024-09-22T13:07:36.961" v="207" actId="47"/>
        <pc:sldMkLst>
          <pc:docMk/>
          <pc:sldMk cId="0" sldId="304"/>
        </pc:sldMkLst>
      </pc:sldChg>
      <pc:sldChg chg="add del">
        <pc:chgData name="Ms Alina Arshad" userId="cccdfd85-d35d-4453-9c6f-a463aae40722" providerId="ADAL" clId="{D4C91E6F-B9DD-440D-9732-C61CDFB6C2C8}" dt="2024-09-22T13:07:36.976" v="208" actId="47"/>
        <pc:sldMkLst>
          <pc:docMk/>
          <pc:sldMk cId="0" sldId="305"/>
        </pc:sldMkLst>
      </pc:sldChg>
      <pc:sldChg chg="add del">
        <pc:chgData name="Ms Alina Arshad" userId="cccdfd85-d35d-4453-9c6f-a463aae40722" providerId="ADAL" clId="{D4C91E6F-B9DD-440D-9732-C61CDFB6C2C8}" dt="2024-09-22T13:07:37.046" v="209" actId="47"/>
        <pc:sldMkLst>
          <pc:docMk/>
          <pc:sldMk cId="0" sldId="306"/>
        </pc:sldMkLst>
      </pc:sldChg>
      <pc:sldChg chg="add del">
        <pc:chgData name="Ms Alina Arshad" userId="cccdfd85-d35d-4453-9c6f-a463aae40722" providerId="ADAL" clId="{D4C91E6F-B9DD-440D-9732-C61CDFB6C2C8}" dt="2024-09-22T13:07:37.078" v="210" actId="47"/>
        <pc:sldMkLst>
          <pc:docMk/>
          <pc:sldMk cId="0" sldId="307"/>
        </pc:sldMkLst>
      </pc:sldChg>
      <pc:sldChg chg="del">
        <pc:chgData name="Ms Alina Arshad" userId="cccdfd85-d35d-4453-9c6f-a463aae40722" providerId="ADAL" clId="{D4C91E6F-B9DD-440D-9732-C61CDFB6C2C8}" dt="2024-09-22T13:00:34.514" v="22" actId="47"/>
        <pc:sldMkLst>
          <pc:docMk/>
          <pc:sldMk cId="3233864465" sldId="338"/>
        </pc:sldMkLst>
      </pc:sldChg>
      <pc:sldChg chg="del">
        <pc:chgData name="Ms Alina Arshad" userId="cccdfd85-d35d-4453-9c6f-a463aae40722" providerId="ADAL" clId="{D4C91E6F-B9DD-440D-9732-C61CDFB6C2C8}" dt="2024-09-22T13:00:34.573" v="24" actId="47"/>
        <pc:sldMkLst>
          <pc:docMk/>
          <pc:sldMk cId="1267034377" sldId="339"/>
        </pc:sldMkLst>
      </pc:sldChg>
      <pc:sldChg chg="del">
        <pc:chgData name="Ms Alina Arshad" userId="cccdfd85-d35d-4453-9c6f-a463aae40722" providerId="ADAL" clId="{D4C91E6F-B9DD-440D-9732-C61CDFB6C2C8}" dt="2024-09-22T13:00:35.285" v="26" actId="47"/>
        <pc:sldMkLst>
          <pc:docMk/>
          <pc:sldMk cId="2400815569" sldId="340"/>
        </pc:sldMkLst>
      </pc:sldChg>
      <pc:sldChg chg="del">
        <pc:chgData name="Ms Alina Arshad" userId="cccdfd85-d35d-4453-9c6f-a463aae40722" providerId="ADAL" clId="{D4C91E6F-B9DD-440D-9732-C61CDFB6C2C8}" dt="2024-09-22T13:00:35.591" v="28" actId="47"/>
        <pc:sldMkLst>
          <pc:docMk/>
          <pc:sldMk cId="1204309406" sldId="341"/>
        </pc:sldMkLst>
      </pc:sldChg>
      <pc:sldChg chg="del">
        <pc:chgData name="Ms Alina Arshad" userId="cccdfd85-d35d-4453-9c6f-a463aae40722" providerId="ADAL" clId="{D4C91E6F-B9DD-440D-9732-C61CDFB6C2C8}" dt="2024-09-22T13:00:34.459" v="20" actId="47"/>
        <pc:sldMkLst>
          <pc:docMk/>
          <pc:sldMk cId="96607437" sldId="342"/>
        </pc:sldMkLst>
      </pc:sldChg>
      <pc:sldChg chg="add">
        <pc:chgData name="Ms Alina Arshad" userId="cccdfd85-d35d-4453-9c6f-a463aae40722" providerId="ADAL" clId="{D4C91E6F-B9DD-440D-9732-C61CDFB6C2C8}" dt="2024-09-22T13:07:58.693" v="223"/>
        <pc:sldMkLst>
          <pc:docMk/>
          <pc:sldMk cId="0" sldId="347"/>
        </pc:sldMkLst>
      </pc:sldChg>
      <pc:sldChg chg="add">
        <pc:chgData name="Ms Alina Arshad" userId="cccdfd85-d35d-4453-9c6f-a463aae40722" providerId="ADAL" clId="{D4C91E6F-B9DD-440D-9732-C61CDFB6C2C8}" dt="2024-09-22T13:07:58.693" v="223"/>
        <pc:sldMkLst>
          <pc:docMk/>
          <pc:sldMk cId="2036508356" sldId="348"/>
        </pc:sldMkLst>
      </pc:sldChg>
      <pc:sldChg chg="add">
        <pc:chgData name="Ms Alina Arshad" userId="cccdfd85-d35d-4453-9c6f-a463aae40722" providerId="ADAL" clId="{D4C91E6F-B9DD-440D-9732-C61CDFB6C2C8}" dt="2024-09-22T13:07:58.693" v="223"/>
        <pc:sldMkLst>
          <pc:docMk/>
          <pc:sldMk cId="132290220" sldId="349"/>
        </pc:sldMkLst>
      </pc:sldChg>
      <pc:sldChg chg="add">
        <pc:chgData name="Ms Alina Arshad" userId="cccdfd85-d35d-4453-9c6f-a463aae40722" providerId="ADAL" clId="{D4C91E6F-B9DD-440D-9732-C61CDFB6C2C8}" dt="2024-09-22T13:07:58.693" v="223"/>
        <pc:sldMkLst>
          <pc:docMk/>
          <pc:sldMk cId="448686030" sldId="350"/>
        </pc:sldMkLst>
      </pc:sldChg>
      <pc:sldChg chg="add">
        <pc:chgData name="Ms Alina Arshad" userId="cccdfd85-d35d-4453-9c6f-a463aae40722" providerId="ADAL" clId="{D4C91E6F-B9DD-440D-9732-C61CDFB6C2C8}" dt="2024-09-22T13:07:58.693" v="223"/>
        <pc:sldMkLst>
          <pc:docMk/>
          <pc:sldMk cId="3109540881" sldId="351"/>
        </pc:sldMkLst>
      </pc:sldChg>
      <pc:sldChg chg="modSp add mod">
        <pc:chgData name="Ms Alina Arshad" userId="cccdfd85-d35d-4453-9c6f-a463aae40722" providerId="ADAL" clId="{D4C91E6F-B9DD-440D-9732-C61CDFB6C2C8}" dt="2024-09-22T13:07:58.869" v="229" actId="27636"/>
        <pc:sldMkLst>
          <pc:docMk/>
          <pc:sldMk cId="0" sldId="352"/>
        </pc:sldMkLst>
        <pc:spChg chg="mod">
          <ac:chgData name="Ms Alina Arshad" userId="cccdfd85-d35d-4453-9c6f-a463aae40722" providerId="ADAL" clId="{D4C91E6F-B9DD-440D-9732-C61CDFB6C2C8}" dt="2024-09-22T13:07:58.869" v="229" actId="27636"/>
          <ac:spMkLst>
            <pc:docMk/>
            <pc:sldMk cId="0" sldId="352"/>
            <ac:spMk id="64516" creationId="{D2D679A3-2E8D-4632-948B-DAF7F009B134}"/>
          </ac:spMkLst>
        </pc:spChg>
      </pc:sldChg>
      <pc:sldChg chg="add">
        <pc:chgData name="Ms Alina Arshad" userId="cccdfd85-d35d-4453-9c6f-a463aae40722" providerId="ADAL" clId="{D4C91E6F-B9DD-440D-9732-C61CDFB6C2C8}" dt="2024-09-22T13:07:58.693" v="223"/>
        <pc:sldMkLst>
          <pc:docMk/>
          <pc:sldMk cId="0" sldId="353"/>
        </pc:sldMkLst>
      </pc:sldChg>
      <pc:sldChg chg="add">
        <pc:chgData name="Ms Alina Arshad" userId="cccdfd85-d35d-4453-9c6f-a463aae40722" providerId="ADAL" clId="{D4C91E6F-B9DD-440D-9732-C61CDFB6C2C8}" dt="2024-09-22T13:07:58.693" v="223"/>
        <pc:sldMkLst>
          <pc:docMk/>
          <pc:sldMk cId="0" sldId="354"/>
        </pc:sldMkLst>
      </pc:sldChg>
      <pc:sldChg chg="add">
        <pc:chgData name="Ms Alina Arshad" userId="cccdfd85-d35d-4453-9c6f-a463aae40722" providerId="ADAL" clId="{D4C91E6F-B9DD-440D-9732-C61CDFB6C2C8}" dt="2024-09-22T13:07:58.693" v="223"/>
        <pc:sldMkLst>
          <pc:docMk/>
          <pc:sldMk cId="0" sldId="355"/>
        </pc:sldMkLst>
      </pc:sldChg>
      <pc:sldChg chg="add">
        <pc:chgData name="Ms Alina Arshad" userId="cccdfd85-d35d-4453-9c6f-a463aae40722" providerId="ADAL" clId="{D4C91E6F-B9DD-440D-9732-C61CDFB6C2C8}" dt="2024-09-22T13:07:58.693" v="223"/>
        <pc:sldMkLst>
          <pc:docMk/>
          <pc:sldMk cId="0" sldId="357"/>
        </pc:sldMkLst>
      </pc:sldChg>
      <pc:sldChg chg="add">
        <pc:chgData name="Ms Alina Arshad" userId="cccdfd85-d35d-4453-9c6f-a463aae40722" providerId="ADAL" clId="{D4C91E6F-B9DD-440D-9732-C61CDFB6C2C8}" dt="2024-09-22T13:07:58.693" v="223"/>
        <pc:sldMkLst>
          <pc:docMk/>
          <pc:sldMk cId="0" sldId="368"/>
        </pc:sldMkLst>
      </pc:sldChg>
      <pc:sldChg chg="modSp add mod">
        <pc:chgData name="Ms Alina Arshad" userId="cccdfd85-d35d-4453-9c6f-a463aae40722" providerId="ADAL" clId="{D4C91E6F-B9DD-440D-9732-C61CDFB6C2C8}" dt="2024-09-22T13:07:58.878" v="231" actId="27636"/>
        <pc:sldMkLst>
          <pc:docMk/>
          <pc:sldMk cId="0" sldId="369"/>
        </pc:sldMkLst>
        <pc:spChg chg="mod">
          <ac:chgData name="Ms Alina Arshad" userId="cccdfd85-d35d-4453-9c6f-a463aae40722" providerId="ADAL" clId="{D4C91E6F-B9DD-440D-9732-C61CDFB6C2C8}" dt="2024-09-22T13:07:58.878" v="231" actId="27636"/>
          <ac:spMkLst>
            <pc:docMk/>
            <pc:sldMk cId="0" sldId="369"/>
            <ac:spMk id="81924" creationId="{68248C69-9332-4A99-BC0A-14F57C4D99DE}"/>
          </ac:spMkLst>
        </pc:spChg>
      </pc:sldChg>
      <pc:sldChg chg="modSp add mod">
        <pc:chgData name="Ms Alina Arshad" userId="cccdfd85-d35d-4453-9c6f-a463aae40722" providerId="ADAL" clId="{D4C91E6F-B9DD-440D-9732-C61CDFB6C2C8}" dt="2024-09-22T13:07:58.875" v="230" actId="27636"/>
        <pc:sldMkLst>
          <pc:docMk/>
          <pc:sldMk cId="0" sldId="370"/>
        </pc:sldMkLst>
        <pc:spChg chg="mod">
          <ac:chgData name="Ms Alina Arshad" userId="cccdfd85-d35d-4453-9c6f-a463aae40722" providerId="ADAL" clId="{D4C91E6F-B9DD-440D-9732-C61CDFB6C2C8}" dt="2024-09-22T13:07:58.875" v="230" actId="27636"/>
          <ac:spMkLst>
            <pc:docMk/>
            <pc:sldMk cId="0" sldId="370"/>
            <ac:spMk id="77828" creationId="{AE58D6A9-2268-4B9B-B644-43B75570DBA9}"/>
          </ac:spMkLst>
        </pc:spChg>
      </pc:sldChg>
      <pc:sldChg chg="add">
        <pc:chgData name="Ms Alina Arshad" userId="cccdfd85-d35d-4453-9c6f-a463aae40722" providerId="ADAL" clId="{D4C91E6F-B9DD-440D-9732-C61CDFB6C2C8}" dt="2024-09-22T13:07:58.693" v="223"/>
        <pc:sldMkLst>
          <pc:docMk/>
          <pc:sldMk cId="0" sldId="371"/>
        </pc:sldMkLst>
      </pc:sldChg>
      <pc:sldChg chg="add">
        <pc:chgData name="Ms Alina Arshad" userId="cccdfd85-d35d-4453-9c6f-a463aae40722" providerId="ADAL" clId="{D4C91E6F-B9DD-440D-9732-C61CDFB6C2C8}" dt="2024-09-22T13:07:58.693" v="223"/>
        <pc:sldMkLst>
          <pc:docMk/>
          <pc:sldMk cId="0" sldId="372"/>
        </pc:sldMkLst>
      </pc:sldChg>
      <pc:sldChg chg="add">
        <pc:chgData name="Ms Alina Arshad" userId="cccdfd85-d35d-4453-9c6f-a463aae40722" providerId="ADAL" clId="{D4C91E6F-B9DD-440D-9732-C61CDFB6C2C8}" dt="2024-09-22T13:07:58.693" v="223"/>
        <pc:sldMkLst>
          <pc:docMk/>
          <pc:sldMk cId="0" sldId="392"/>
        </pc:sldMkLst>
      </pc:sldChg>
      <pc:sldChg chg="add">
        <pc:chgData name="Ms Alina Arshad" userId="cccdfd85-d35d-4453-9c6f-a463aae40722" providerId="ADAL" clId="{D4C91E6F-B9DD-440D-9732-C61CDFB6C2C8}" dt="2024-09-22T13:07:58.693" v="223"/>
        <pc:sldMkLst>
          <pc:docMk/>
          <pc:sldMk cId="0" sldId="396"/>
        </pc:sldMkLst>
      </pc:sldChg>
      <pc:sldChg chg="add">
        <pc:chgData name="Ms Alina Arshad" userId="cccdfd85-d35d-4453-9c6f-a463aae40722" providerId="ADAL" clId="{D4C91E6F-B9DD-440D-9732-C61CDFB6C2C8}" dt="2024-09-22T13:07:58.693" v="223"/>
        <pc:sldMkLst>
          <pc:docMk/>
          <pc:sldMk cId="1634129650" sldId="397"/>
        </pc:sldMkLst>
      </pc:sldChg>
      <pc:sldChg chg="modSp add mod">
        <pc:chgData name="Ms Alina Arshad" userId="cccdfd85-d35d-4453-9c6f-a463aae40722" providerId="ADAL" clId="{D4C91E6F-B9DD-440D-9732-C61CDFB6C2C8}" dt="2024-09-22T13:15:46.580" v="277" actId="14100"/>
        <pc:sldMkLst>
          <pc:docMk/>
          <pc:sldMk cId="818196387" sldId="398"/>
        </pc:sldMkLst>
        <pc:spChg chg="mod">
          <ac:chgData name="Ms Alina Arshad" userId="cccdfd85-d35d-4453-9c6f-a463aae40722" providerId="ADAL" clId="{D4C91E6F-B9DD-440D-9732-C61CDFB6C2C8}" dt="2024-09-22T13:15:12.286" v="267" actId="207"/>
          <ac:spMkLst>
            <pc:docMk/>
            <pc:sldMk cId="818196387" sldId="398"/>
            <ac:spMk id="2" creationId="{41435336-0E45-46A6-ADEF-9EF46BC634DD}"/>
          </ac:spMkLst>
        </pc:spChg>
        <pc:spChg chg="mod">
          <ac:chgData name="Ms Alina Arshad" userId="cccdfd85-d35d-4453-9c6f-a463aae40722" providerId="ADAL" clId="{D4C91E6F-B9DD-440D-9732-C61CDFB6C2C8}" dt="2024-09-22T13:15:46.580" v="277" actId="14100"/>
          <ac:spMkLst>
            <pc:docMk/>
            <pc:sldMk cId="818196387" sldId="398"/>
            <ac:spMk id="4" creationId="{00000000-0000-0000-0000-000000000000}"/>
          </ac:spMkLst>
        </pc:spChg>
        <pc:picChg chg="mod">
          <ac:chgData name="Ms Alina Arshad" userId="cccdfd85-d35d-4453-9c6f-a463aae40722" providerId="ADAL" clId="{D4C91E6F-B9DD-440D-9732-C61CDFB6C2C8}" dt="2024-09-22T13:15:42.498" v="276" actId="1076"/>
          <ac:picMkLst>
            <pc:docMk/>
            <pc:sldMk cId="818196387" sldId="398"/>
            <ac:picMk id="6" creationId="{00000000-0000-0000-0000-000000000000}"/>
          </ac:picMkLst>
        </pc:picChg>
      </pc:sldChg>
      <pc:sldChg chg="modSp add mod">
        <pc:chgData name="Ms Alina Arshad" userId="cccdfd85-d35d-4453-9c6f-a463aae40722" providerId="ADAL" clId="{D4C91E6F-B9DD-440D-9732-C61CDFB6C2C8}" dt="2024-09-22T13:16:05.241" v="284" actId="403"/>
        <pc:sldMkLst>
          <pc:docMk/>
          <pc:sldMk cId="3016557581" sldId="399"/>
        </pc:sldMkLst>
        <pc:spChg chg="mod">
          <ac:chgData name="Ms Alina Arshad" userId="cccdfd85-d35d-4453-9c6f-a463aae40722" providerId="ADAL" clId="{D4C91E6F-B9DD-440D-9732-C61CDFB6C2C8}" dt="2024-09-22T13:15:51.562" v="278" actId="207"/>
          <ac:spMkLst>
            <pc:docMk/>
            <pc:sldMk cId="3016557581" sldId="399"/>
            <ac:spMk id="2" creationId="{E2B52054-9130-4CB7-BA10-54AC86DB3C4E}"/>
          </ac:spMkLst>
        </pc:spChg>
        <pc:spChg chg="mod">
          <ac:chgData name="Ms Alina Arshad" userId="cccdfd85-d35d-4453-9c6f-a463aae40722" providerId="ADAL" clId="{D4C91E6F-B9DD-440D-9732-C61CDFB6C2C8}" dt="2024-09-22T13:16:05.241" v="284" actId="403"/>
          <ac:spMkLst>
            <pc:docMk/>
            <pc:sldMk cId="3016557581" sldId="399"/>
            <ac:spMk id="3" creationId="{0EA14083-9FE5-4604-AE9D-7238164721FE}"/>
          </ac:spMkLst>
        </pc:spChg>
      </pc:sldChg>
      <pc:sldChg chg="modSp add mod">
        <pc:chgData name="Ms Alina Arshad" userId="cccdfd85-d35d-4453-9c6f-a463aae40722" providerId="ADAL" clId="{D4C91E6F-B9DD-440D-9732-C61CDFB6C2C8}" dt="2024-09-22T13:17:35.564" v="306" actId="33524"/>
        <pc:sldMkLst>
          <pc:docMk/>
          <pc:sldMk cId="778265951" sldId="400"/>
        </pc:sldMkLst>
        <pc:spChg chg="mod">
          <ac:chgData name="Ms Alina Arshad" userId="cccdfd85-d35d-4453-9c6f-a463aae40722" providerId="ADAL" clId="{D4C91E6F-B9DD-440D-9732-C61CDFB6C2C8}" dt="2024-09-22T13:17:02.083" v="296" actId="207"/>
          <ac:spMkLst>
            <pc:docMk/>
            <pc:sldMk cId="778265951" sldId="400"/>
            <ac:spMk id="2" creationId="{81D18A18-D626-433C-BD10-286086DF62BE}"/>
          </ac:spMkLst>
        </pc:spChg>
        <pc:spChg chg="mod">
          <ac:chgData name="Ms Alina Arshad" userId="cccdfd85-d35d-4453-9c6f-a463aae40722" providerId="ADAL" clId="{D4C91E6F-B9DD-440D-9732-C61CDFB6C2C8}" dt="2024-09-22T13:17:35.564" v="306" actId="33524"/>
          <ac:spMkLst>
            <pc:docMk/>
            <pc:sldMk cId="778265951" sldId="400"/>
            <ac:spMk id="3" creationId="{F5F3CEE5-C73D-4116-87E2-1842D15B8EF7}"/>
          </ac:spMkLst>
        </pc:spChg>
        <pc:picChg chg="mod">
          <ac:chgData name="Ms Alina Arshad" userId="cccdfd85-d35d-4453-9c6f-a463aae40722" providerId="ADAL" clId="{D4C91E6F-B9DD-440D-9732-C61CDFB6C2C8}" dt="2024-09-22T13:17:28.856" v="305" actId="1076"/>
          <ac:picMkLst>
            <pc:docMk/>
            <pc:sldMk cId="778265951" sldId="400"/>
            <ac:picMk id="5" creationId="{13889469-74D1-4332-9F10-768E2A51287B}"/>
          </ac:picMkLst>
        </pc:picChg>
      </pc:sldChg>
      <pc:sldChg chg="modSp add mod">
        <pc:chgData name="Ms Alina Arshad" userId="cccdfd85-d35d-4453-9c6f-a463aae40722" providerId="ADAL" clId="{D4C91E6F-B9DD-440D-9732-C61CDFB6C2C8}" dt="2024-09-22T13:21:58.553" v="341" actId="14100"/>
        <pc:sldMkLst>
          <pc:docMk/>
          <pc:sldMk cId="978211767" sldId="401"/>
        </pc:sldMkLst>
        <pc:spChg chg="mod">
          <ac:chgData name="Ms Alina Arshad" userId="cccdfd85-d35d-4453-9c6f-a463aae40722" providerId="ADAL" clId="{D4C91E6F-B9DD-440D-9732-C61CDFB6C2C8}" dt="2024-09-22T13:21:46.534" v="339" actId="207"/>
          <ac:spMkLst>
            <pc:docMk/>
            <pc:sldMk cId="978211767" sldId="401"/>
            <ac:spMk id="2" creationId="{144233A4-E56A-464D-B33A-A1504BF17870}"/>
          </ac:spMkLst>
        </pc:spChg>
        <pc:spChg chg="mod">
          <ac:chgData name="Ms Alina Arshad" userId="cccdfd85-d35d-4453-9c6f-a463aae40722" providerId="ADAL" clId="{D4C91E6F-B9DD-440D-9732-C61CDFB6C2C8}" dt="2024-09-22T13:21:58.553" v="341" actId="14100"/>
          <ac:spMkLst>
            <pc:docMk/>
            <pc:sldMk cId="978211767" sldId="401"/>
            <ac:spMk id="3" creationId="{E937F355-7669-4EAF-9A89-20F10222BF5D}"/>
          </ac:spMkLst>
        </pc:spChg>
      </pc:sldChg>
      <pc:sldChg chg="modSp add mod">
        <pc:chgData name="Ms Alina Arshad" userId="cccdfd85-d35d-4453-9c6f-a463aae40722" providerId="ADAL" clId="{D4C91E6F-B9DD-440D-9732-C61CDFB6C2C8}" dt="2024-09-22T13:22:20.742" v="345" actId="207"/>
        <pc:sldMkLst>
          <pc:docMk/>
          <pc:sldMk cId="20141498" sldId="402"/>
        </pc:sldMkLst>
        <pc:spChg chg="mod">
          <ac:chgData name="Ms Alina Arshad" userId="cccdfd85-d35d-4453-9c6f-a463aae40722" providerId="ADAL" clId="{D4C91E6F-B9DD-440D-9732-C61CDFB6C2C8}" dt="2024-09-22T13:22:20.742" v="345" actId="207"/>
          <ac:spMkLst>
            <pc:docMk/>
            <pc:sldMk cId="20141498" sldId="402"/>
            <ac:spMk id="2" creationId="{D639E78D-B438-402C-80B5-31FC5FB10F7F}"/>
          </ac:spMkLst>
        </pc:spChg>
        <pc:spChg chg="mod">
          <ac:chgData name="Ms Alina Arshad" userId="cccdfd85-d35d-4453-9c6f-a463aae40722" providerId="ADAL" clId="{D4C91E6F-B9DD-440D-9732-C61CDFB6C2C8}" dt="2024-09-22T13:22:16.676" v="344" actId="2711"/>
          <ac:spMkLst>
            <pc:docMk/>
            <pc:sldMk cId="20141498" sldId="402"/>
            <ac:spMk id="3" creationId="{2EA2AE38-5155-482E-84CB-CC5042136080}"/>
          </ac:spMkLst>
        </pc:spChg>
      </pc:sldChg>
    </pc:docChg>
  </pc:docChgLst>
  <pc:docChgLst>
    <pc:chgData name="Ms Alina Arshad" userId="cccdfd85-d35d-4453-9c6f-a463aae40722" providerId="ADAL" clId="{8707F9D7-D64D-463F-BF78-5C308A8BF080}"/>
    <pc:docChg chg="undo custSel modSld">
      <pc:chgData name="Ms Alina Arshad" userId="cccdfd85-d35d-4453-9c6f-a463aae40722" providerId="ADAL" clId="{8707F9D7-D64D-463F-BF78-5C308A8BF080}" dt="2024-11-10T12:48:50.100" v="199" actId="404"/>
      <pc:docMkLst>
        <pc:docMk/>
      </pc:docMkLst>
      <pc:sldChg chg="modSp mod">
        <pc:chgData name="Ms Alina Arshad" userId="cccdfd85-d35d-4453-9c6f-a463aae40722" providerId="ADAL" clId="{8707F9D7-D64D-463F-BF78-5C308A8BF080}" dt="2024-11-10T12:44:50.064" v="193" actId="207"/>
        <pc:sldMkLst>
          <pc:docMk/>
          <pc:sldMk cId="0" sldId="259"/>
        </pc:sldMkLst>
        <pc:spChg chg="mod">
          <ac:chgData name="Ms Alina Arshad" userId="cccdfd85-d35d-4453-9c6f-a463aae40722" providerId="ADAL" clId="{8707F9D7-D64D-463F-BF78-5C308A8BF080}" dt="2024-11-10T12:44:50.064" v="193" actId="207"/>
          <ac:spMkLst>
            <pc:docMk/>
            <pc:sldMk cId="0" sldId="259"/>
            <ac:spMk id="108" creationId="{00000000-0000-0000-0000-000000000000}"/>
          </ac:spMkLst>
        </pc:spChg>
      </pc:sldChg>
      <pc:sldChg chg="modSp mod">
        <pc:chgData name="Ms Alina Arshad" userId="cccdfd85-d35d-4453-9c6f-a463aae40722" providerId="ADAL" clId="{8707F9D7-D64D-463F-BF78-5C308A8BF080}" dt="2024-11-10T12:29:38.348" v="166" actId="403"/>
        <pc:sldMkLst>
          <pc:docMk/>
          <pc:sldMk cId="0" sldId="260"/>
        </pc:sldMkLst>
        <pc:spChg chg="mod">
          <ac:chgData name="Ms Alina Arshad" userId="cccdfd85-d35d-4453-9c6f-a463aae40722" providerId="ADAL" clId="{8707F9D7-D64D-463F-BF78-5C308A8BF080}" dt="2024-11-10T12:29:38.348" v="166" actId="403"/>
          <ac:spMkLst>
            <pc:docMk/>
            <pc:sldMk cId="0" sldId="260"/>
            <ac:spMk id="115" creationId="{00000000-0000-0000-0000-000000000000}"/>
          </ac:spMkLst>
        </pc:spChg>
      </pc:sldChg>
      <pc:sldChg chg="modSp mod">
        <pc:chgData name="Ms Alina Arshad" userId="cccdfd85-d35d-4453-9c6f-a463aae40722" providerId="ADAL" clId="{8707F9D7-D64D-463F-BF78-5C308A8BF080}" dt="2024-11-10T12:48:50.100" v="199" actId="404"/>
        <pc:sldMkLst>
          <pc:docMk/>
          <pc:sldMk cId="0" sldId="261"/>
        </pc:sldMkLst>
        <pc:spChg chg="mod">
          <ac:chgData name="Ms Alina Arshad" userId="cccdfd85-d35d-4453-9c6f-a463aae40722" providerId="ADAL" clId="{8707F9D7-D64D-463F-BF78-5C308A8BF080}" dt="2024-11-10T12:45:31.731" v="198" actId="1076"/>
          <ac:spMkLst>
            <pc:docMk/>
            <pc:sldMk cId="0" sldId="261"/>
            <ac:spMk id="121" creationId="{00000000-0000-0000-0000-000000000000}"/>
          </ac:spMkLst>
        </pc:spChg>
        <pc:spChg chg="mod">
          <ac:chgData name="Ms Alina Arshad" userId="cccdfd85-d35d-4453-9c6f-a463aae40722" providerId="ADAL" clId="{8707F9D7-D64D-463F-BF78-5C308A8BF080}" dt="2024-11-10T12:48:50.100" v="199" actId="404"/>
          <ac:spMkLst>
            <pc:docMk/>
            <pc:sldMk cId="0" sldId="261"/>
            <ac:spMk id="122" creationId="{00000000-0000-0000-0000-000000000000}"/>
          </ac:spMkLst>
        </pc:spChg>
      </pc:sldChg>
      <pc:sldChg chg="modSp mod">
        <pc:chgData name="Ms Alina Arshad" userId="cccdfd85-d35d-4453-9c6f-a463aae40722" providerId="ADAL" clId="{8707F9D7-D64D-463F-BF78-5C308A8BF080}" dt="2024-11-10T12:43:10.244" v="191" actId="113"/>
        <pc:sldMkLst>
          <pc:docMk/>
          <pc:sldMk cId="0" sldId="262"/>
        </pc:sldMkLst>
        <pc:spChg chg="mod">
          <ac:chgData name="Ms Alina Arshad" userId="cccdfd85-d35d-4453-9c6f-a463aae40722" providerId="ADAL" clId="{8707F9D7-D64D-463F-BF78-5C308A8BF080}" dt="2024-11-10T12:43:10.244" v="191" actId="113"/>
          <ac:spMkLst>
            <pc:docMk/>
            <pc:sldMk cId="0" sldId="262"/>
            <ac:spMk id="129" creationId="{00000000-0000-0000-0000-000000000000}"/>
          </ac:spMkLst>
        </pc:spChg>
        <pc:spChg chg="mod">
          <ac:chgData name="Ms Alina Arshad" userId="cccdfd85-d35d-4453-9c6f-a463aae40722" providerId="ADAL" clId="{8707F9D7-D64D-463F-BF78-5C308A8BF080}" dt="2024-11-10T07:00:42.725" v="6" actId="403"/>
          <ac:spMkLst>
            <pc:docMk/>
            <pc:sldMk cId="0" sldId="262"/>
            <ac:spMk id="132" creationId="{00000000-0000-0000-0000-000000000000}"/>
          </ac:spMkLst>
        </pc:spChg>
        <pc:picChg chg="mod">
          <ac:chgData name="Ms Alina Arshad" userId="cccdfd85-d35d-4453-9c6f-a463aae40722" providerId="ADAL" clId="{8707F9D7-D64D-463F-BF78-5C308A8BF080}" dt="2024-11-10T07:00:25.107" v="2" actId="1076"/>
          <ac:picMkLst>
            <pc:docMk/>
            <pc:sldMk cId="0" sldId="262"/>
            <ac:picMk id="131" creationId="{00000000-0000-0000-0000-000000000000}"/>
          </ac:picMkLst>
        </pc:picChg>
      </pc:sldChg>
      <pc:sldChg chg="modSp mod">
        <pc:chgData name="Ms Alina Arshad" userId="cccdfd85-d35d-4453-9c6f-a463aae40722" providerId="ADAL" clId="{8707F9D7-D64D-463F-BF78-5C308A8BF080}" dt="2024-11-10T09:07:16.951" v="13" actId="20577"/>
        <pc:sldMkLst>
          <pc:docMk/>
          <pc:sldMk cId="0" sldId="265"/>
        </pc:sldMkLst>
        <pc:spChg chg="mod">
          <ac:chgData name="Ms Alina Arshad" userId="cccdfd85-d35d-4453-9c6f-a463aae40722" providerId="ADAL" clId="{8707F9D7-D64D-463F-BF78-5C308A8BF080}" dt="2024-11-10T09:07:03.317" v="7" actId="207"/>
          <ac:spMkLst>
            <pc:docMk/>
            <pc:sldMk cId="0" sldId="265"/>
            <ac:spMk id="151" creationId="{00000000-0000-0000-0000-000000000000}"/>
          </ac:spMkLst>
        </pc:spChg>
        <pc:spChg chg="mod">
          <ac:chgData name="Ms Alina Arshad" userId="cccdfd85-d35d-4453-9c6f-a463aae40722" providerId="ADAL" clId="{8707F9D7-D64D-463F-BF78-5C308A8BF080}" dt="2024-11-10T09:07:16.951" v="13" actId="20577"/>
          <ac:spMkLst>
            <pc:docMk/>
            <pc:sldMk cId="0" sldId="265"/>
            <ac:spMk id="152" creationId="{00000000-0000-0000-0000-000000000000}"/>
          </ac:spMkLst>
        </pc:spChg>
      </pc:sldChg>
      <pc:sldChg chg="modSp mod">
        <pc:chgData name="Ms Alina Arshad" userId="cccdfd85-d35d-4453-9c6f-a463aae40722" providerId="ADAL" clId="{8707F9D7-D64D-463F-BF78-5C308A8BF080}" dt="2024-11-10T09:42:34.874" v="22" actId="207"/>
        <pc:sldMkLst>
          <pc:docMk/>
          <pc:sldMk cId="0" sldId="266"/>
        </pc:sldMkLst>
        <pc:spChg chg="mod">
          <ac:chgData name="Ms Alina Arshad" userId="cccdfd85-d35d-4453-9c6f-a463aae40722" providerId="ADAL" clId="{8707F9D7-D64D-463F-BF78-5C308A8BF080}" dt="2024-11-10T09:42:34.874" v="22" actId="207"/>
          <ac:spMkLst>
            <pc:docMk/>
            <pc:sldMk cId="0" sldId="266"/>
            <ac:spMk id="159" creationId="{00000000-0000-0000-0000-000000000000}"/>
          </ac:spMkLst>
        </pc:spChg>
        <pc:spChg chg="mod">
          <ac:chgData name="Ms Alina Arshad" userId="cccdfd85-d35d-4453-9c6f-a463aae40722" providerId="ADAL" clId="{8707F9D7-D64D-463F-BF78-5C308A8BF080}" dt="2024-11-10T09:42:28.744" v="21" actId="1076"/>
          <ac:spMkLst>
            <pc:docMk/>
            <pc:sldMk cId="0" sldId="266"/>
            <ac:spMk id="162" creationId="{00000000-0000-0000-0000-000000000000}"/>
          </ac:spMkLst>
        </pc:spChg>
        <pc:picChg chg="mod">
          <ac:chgData name="Ms Alina Arshad" userId="cccdfd85-d35d-4453-9c6f-a463aae40722" providerId="ADAL" clId="{8707F9D7-D64D-463F-BF78-5C308A8BF080}" dt="2024-11-10T09:42:24.724" v="20" actId="1076"/>
          <ac:picMkLst>
            <pc:docMk/>
            <pc:sldMk cId="0" sldId="266"/>
            <ac:picMk id="161" creationId="{00000000-0000-0000-0000-000000000000}"/>
          </ac:picMkLst>
        </pc:picChg>
      </pc:sldChg>
      <pc:sldChg chg="modSp mod">
        <pc:chgData name="Ms Alina Arshad" userId="cccdfd85-d35d-4453-9c6f-a463aae40722" providerId="ADAL" clId="{8707F9D7-D64D-463F-BF78-5C308A8BF080}" dt="2024-11-10T09:43:17.206" v="24" actId="403"/>
        <pc:sldMkLst>
          <pc:docMk/>
          <pc:sldMk cId="0" sldId="267"/>
        </pc:sldMkLst>
        <pc:spChg chg="mod">
          <ac:chgData name="Ms Alina Arshad" userId="cccdfd85-d35d-4453-9c6f-a463aae40722" providerId="ADAL" clId="{8707F9D7-D64D-463F-BF78-5C308A8BF080}" dt="2024-11-10T09:43:17.206" v="24" actId="403"/>
          <ac:spMkLst>
            <pc:docMk/>
            <pc:sldMk cId="0" sldId="267"/>
            <ac:spMk id="168" creationId="{00000000-0000-0000-0000-000000000000}"/>
          </ac:spMkLst>
        </pc:spChg>
      </pc:sldChg>
      <pc:sldChg chg="modSp mod">
        <pc:chgData name="Ms Alina Arshad" userId="cccdfd85-d35d-4453-9c6f-a463aae40722" providerId="ADAL" clId="{8707F9D7-D64D-463F-BF78-5C308A8BF080}" dt="2024-11-10T09:46:08.937" v="31" actId="1076"/>
        <pc:sldMkLst>
          <pc:docMk/>
          <pc:sldMk cId="0" sldId="268"/>
        </pc:sldMkLst>
        <pc:spChg chg="mod">
          <ac:chgData name="Ms Alina Arshad" userId="cccdfd85-d35d-4453-9c6f-a463aae40722" providerId="ADAL" clId="{8707F9D7-D64D-463F-BF78-5C308A8BF080}" dt="2024-11-10T09:46:08.937" v="31" actId="1076"/>
          <ac:spMkLst>
            <pc:docMk/>
            <pc:sldMk cId="0" sldId="268"/>
            <ac:spMk id="175" creationId="{00000000-0000-0000-0000-000000000000}"/>
          </ac:spMkLst>
        </pc:spChg>
      </pc:sldChg>
      <pc:sldChg chg="addSp delSp modSp mod">
        <pc:chgData name="Ms Alina Arshad" userId="cccdfd85-d35d-4453-9c6f-a463aae40722" providerId="ADAL" clId="{8707F9D7-D64D-463F-BF78-5C308A8BF080}" dt="2024-11-10T12:30:08.901" v="179" actId="1035"/>
        <pc:sldMkLst>
          <pc:docMk/>
          <pc:sldMk cId="0" sldId="269"/>
        </pc:sldMkLst>
        <pc:spChg chg="mod">
          <ac:chgData name="Ms Alina Arshad" userId="cccdfd85-d35d-4453-9c6f-a463aae40722" providerId="ADAL" clId="{8707F9D7-D64D-463F-BF78-5C308A8BF080}" dt="2024-11-10T09:53:20.909" v="72" actId="1036"/>
          <ac:spMkLst>
            <pc:docMk/>
            <pc:sldMk cId="0" sldId="269"/>
            <ac:spMk id="2" creationId="{C4F4ADAC-16D3-7F44-A940-6A828CD1374B}"/>
          </ac:spMkLst>
        </pc:spChg>
        <pc:spChg chg="mod">
          <ac:chgData name="Ms Alina Arshad" userId="cccdfd85-d35d-4453-9c6f-a463aae40722" providerId="ADAL" clId="{8707F9D7-D64D-463F-BF78-5C308A8BF080}" dt="2024-11-10T09:53:28.946" v="74" actId="1076"/>
          <ac:spMkLst>
            <pc:docMk/>
            <pc:sldMk cId="0" sldId="269"/>
            <ac:spMk id="3" creationId="{4514CDFE-1A72-4DC3-8D7F-42CC9D902786}"/>
          </ac:spMkLst>
        </pc:spChg>
        <pc:spChg chg="add del mod">
          <ac:chgData name="Ms Alina Arshad" userId="cccdfd85-d35d-4453-9c6f-a463aae40722" providerId="ADAL" clId="{8707F9D7-D64D-463F-BF78-5C308A8BF080}" dt="2024-11-10T09:52:42.900" v="57" actId="1076"/>
          <ac:spMkLst>
            <pc:docMk/>
            <pc:sldMk cId="0" sldId="269"/>
            <ac:spMk id="184" creationId="{00000000-0000-0000-0000-000000000000}"/>
          </ac:spMkLst>
        </pc:spChg>
        <pc:picChg chg="mod">
          <ac:chgData name="Ms Alina Arshad" userId="cccdfd85-d35d-4453-9c6f-a463aae40722" providerId="ADAL" clId="{8707F9D7-D64D-463F-BF78-5C308A8BF080}" dt="2024-11-10T12:30:08.901" v="179" actId="1035"/>
          <ac:picMkLst>
            <pc:docMk/>
            <pc:sldMk cId="0" sldId="269"/>
            <ac:picMk id="183" creationId="{00000000-0000-0000-0000-000000000000}"/>
          </ac:picMkLst>
        </pc:picChg>
      </pc:sldChg>
      <pc:sldChg chg="modSp mod">
        <pc:chgData name="Ms Alina Arshad" userId="cccdfd85-d35d-4453-9c6f-a463aae40722" providerId="ADAL" clId="{8707F9D7-D64D-463F-BF78-5C308A8BF080}" dt="2024-11-10T09:54:53.285" v="82" actId="1076"/>
        <pc:sldMkLst>
          <pc:docMk/>
          <pc:sldMk cId="0" sldId="270"/>
        </pc:sldMkLst>
        <pc:spChg chg="mod">
          <ac:chgData name="Ms Alina Arshad" userId="cccdfd85-d35d-4453-9c6f-a463aae40722" providerId="ADAL" clId="{8707F9D7-D64D-463F-BF78-5C308A8BF080}" dt="2024-11-10T09:54:49.783" v="81" actId="1076"/>
          <ac:spMkLst>
            <pc:docMk/>
            <pc:sldMk cId="0" sldId="270"/>
            <ac:spMk id="2" creationId="{ACF8643B-97C8-6678-4DC3-88E4EAA1D786}"/>
          </ac:spMkLst>
        </pc:spChg>
        <pc:spChg chg="mod">
          <ac:chgData name="Ms Alina Arshad" userId="cccdfd85-d35d-4453-9c6f-a463aae40722" providerId="ADAL" clId="{8707F9D7-D64D-463F-BF78-5C308A8BF080}" dt="2024-11-10T09:54:53.285" v="82" actId="1076"/>
          <ac:spMkLst>
            <pc:docMk/>
            <pc:sldMk cId="0" sldId="270"/>
            <ac:spMk id="4" creationId="{A06B503B-0411-C1D8-7A75-CC7A1A91C16D}"/>
          </ac:spMkLst>
        </pc:spChg>
        <pc:spChg chg="mod">
          <ac:chgData name="Ms Alina Arshad" userId="cccdfd85-d35d-4453-9c6f-a463aae40722" providerId="ADAL" clId="{8707F9D7-D64D-463F-BF78-5C308A8BF080}" dt="2024-11-10T09:54:25.123" v="78" actId="1076"/>
          <ac:spMkLst>
            <pc:docMk/>
            <pc:sldMk cId="0" sldId="270"/>
            <ac:spMk id="194" creationId="{00000000-0000-0000-0000-000000000000}"/>
          </ac:spMkLst>
        </pc:spChg>
        <pc:picChg chg="mod">
          <ac:chgData name="Ms Alina Arshad" userId="cccdfd85-d35d-4453-9c6f-a463aae40722" providerId="ADAL" clId="{8707F9D7-D64D-463F-BF78-5C308A8BF080}" dt="2024-11-10T09:54:38.242" v="80" actId="1076"/>
          <ac:picMkLst>
            <pc:docMk/>
            <pc:sldMk cId="0" sldId="270"/>
            <ac:picMk id="195" creationId="{00000000-0000-0000-0000-000000000000}"/>
          </ac:picMkLst>
        </pc:picChg>
      </pc:sldChg>
      <pc:sldChg chg="modSp mod">
        <pc:chgData name="Ms Alina Arshad" userId="cccdfd85-d35d-4453-9c6f-a463aae40722" providerId="ADAL" clId="{8707F9D7-D64D-463F-BF78-5C308A8BF080}" dt="2024-11-10T12:22:18.810" v="117" actId="207"/>
        <pc:sldMkLst>
          <pc:docMk/>
          <pc:sldMk cId="0" sldId="271"/>
        </pc:sldMkLst>
        <pc:spChg chg="mod">
          <ac:chgData name="Ms Alina Arshad" userId="cccdfd85-d35d-4453-9c6f-a463aae40722" providerId="ADAL" clId="{8707F9D7-D64D-463F-BF78-5C308A8BF080}" dt="2024-11-10T12:22:18.810" v="117" actId="207"/>
          <ac:spMkLst>
            <pc:docMk/>
            <pc:sldMk cId="0" sldId="271"/>
            <ac:spMk id="200" creationId="{00000000-0000-0000-0000-000000000000}"/>
          </ac:spMkLst>
        </pc:spChg>
        <pc:spChg chg="mod">
          <ac:chgData name="Ms Alina Arshad" userId="cccdfd85-d35d-4453-9c6f-a463aae40722" providerId="ADAL" clId="{8707F9D7-D64D-463F-BF78-5C308A8BF080}" dt="2024-11-10T12:22:12.668" v="116" actId="1076"/>
          <ac:spMkLst>
            <pc:docMk/>
            <pc:sldMk cId="0" sldId="271"/>
            <ac:spMk id="202" creationId="{00000000-0000-0000-0000-000000000000}"/>
          </ac:spMkLst>
        </pc:spChg>
        <pc:picChg chg="mod">
          <ac:chgData name="Ms Alina Arshad" userId="cccdfd85-d35d-4453-9c6f-a463aae40722" providerId="ADAL" clId="{8707F9D7-D64D-463F-BF78-5C308A8BF080}" dt="2024-11-10T12:21:44.262" v="108" actId="1076"/>
          <ac:picMkLst>
            <pc:docMk/>
            <pc:sldMk cId="0" sldId="271"/>
            <ac:picMk id="203" creationId="{00000000-0000-0000-0000-000000000000}"/>
          </ac:picMkLst>
        </pc:picChg>
      </pc:sldChg>
      <pc:sldChg chg="modSp mod">
        <pc:chgData name="Ms Alina Arshad" userId="cccdfd85-d35d-4453-9c6f-a463aae40722" providerId="ADAL" clId="{8707F9D7-D64D-463F-BF78-5C308A8BF080}" dt="2024-11-10T12:24:05.098" v="131" actId="1076"/>
        <pc:sldMkLst>
          <pc:docMk/>
          <pc:sldMk cId="0" sldId="272"/>
        </pc:sldMkLst>
        <pc:spChg chg="mod">
          <ac:chgData name="Ms Alina Arshad" userId="cccdfd85-d35d-4453-9c6f-a463aae40722" providerId="ADAL" clId="{8707F9D7-D64D-463F-BF78-5C308A8BF080}" dt="2024-11-10T12:23:56.413" v="130" actId="1076"/>
          <ac:spMkLst>
            <pc:docMk/>
            <pc:sldMk cId="0" sldId="272"/>
            <ac:spMk id="2" creationId="{F834C7B1-D99D-2351-75EE-70B9B1370F51}"/>
          </ac:spMkLst>
        </pc:spChg>
        <pc:spChg chg="mod">
          <ac:chgData name="Ms Alina Arshad" userId="cccdfd85-d35d-4453-9c6f-a463aae40722" providerId="ADAL" clId="{8707F9D7-D64D-463F-BF78-5C308A8BF080}" dt="2024-11-10T12:24:05.098" v="131" actId="1076"/>
          <ac:spMkLst>
            <pc:docMk/>
            <pc:sldMk cId="0" sldId="272"/>
            <ac:spMk id="3" creationId="{BEBFBFD8-14F7-6A6B-AF39-73FA7687BC5F}"/>
          </ac:spMkLst>
        </pc:spChg>
        <pc:spChg chg="mod">
          <ac:chgData name="Ms Alina Arshad" userId="cccdfd85-d35d-4453-9c6f-a463aae40722" providerId="ADAL" clId="{8707F9D7-D64D-463F-BF78-5C308A8BF080}" dt="2024-11-10T12:22:59.253" v="126" actId="1076"/>
          <ac:spMkLst>
            <pc:docMk/>
            <pc:sldMk cId="0" sldId="272"/>
            <ac:spMk id="210" creationId="{00000000-0000-0000-0000-000000000000}"/>
          </ac:spMkLst>
        </pc:spChg>
        <pc:picChg chg="mod">
          <ac:chgData name="Ms Alina Arshad" userId="cccdfd85-d35d-4453-9c6f-a463aae40722" providerId="ADAL" clId="{8707F9D7-D64D-463F-BF78-5C308A8BF080}" dt="2024-11-10T12:23:35.093" v="129" actId="1076"/>
          <ac:picMkLst>
            <pc:docMk/>
            <pc:sldMk cId="0" sldId="272"/>
            <ac:picMk id="211" creationId="{00000000-0000-0000-0000-000000000000}"/>
          </ac:picMkLst>
        </pc:picChg>
      </pc:sldChg>
      <pc:sldChg chg="modSp mod">
        <pc:chgData name="Ms Alina Arshad" userId="cccdfd85-d35d-4453-9c6f-a463aae40722" providerId="ADAL" clId="{8707F9D7-D64D-463F-BF78-5C308A8BF080}" dt="2024-11-10T12:25:00.193" v="136" actId="1076"/>
        <pc:sldMkLst>
          <pc:docMk/>
          <pc:sldMk cId="0" sldId="273"/>
        </pc:sldMkLst>
        <pc:spChg chg="mod">
          <ac:chgData name="Ms Alina Arshad" userId="cccdfd85-d35d-4453-9c6f-a463aae40722" providerId="ADAL" clId="{8707F9D7-D64D-463F-BF78-5C308A8BF080}" dt="2024-11-10T12:24:26.084" v="135" actId="14100"/>
          <ac:spMkLst>
            <pc:docMk/>
            <pc:sldMk cId="0" sldId="273"/>
            <ac:spMk id="2" creationId="{00000000-0000-0000-0000-000000000000}"/>
          </ac:spMkLst>
        </pc:spChg>
        <pc:picChg chg="mod">
          <ac:chgData name="Ms Alina Arshad" userId="cccdfd85-d35d-4453-9c6f-a463aae40722" providerId="ADAL" clId="{8707F9D7-D64D-463F-BF78-5C308A8BF080}" dt="2024-11-10T12:25:00.193" v="136" actId="1076"/>
          <ac:picMkLst>
            <pc:docMk/>
            <pc:sldMk cId="0" sldId="273"/>
            <ac:picMk id="3" creationId="{00000000-0000-0000-0000-000000000000}"/>
          </ac:picMkLst>
        </pc:picChg>
      </pc:sldChg>
      <pc:sldChg chg="modSp mod">
        <pc:chgData name="Ms Alina Arshad" userId="cccdfd85-d35d-4453-9c6f-a463aae40722" providerId="ADAL" clId="{8707F9D7-D64D-463F-BF78-5C308A8BF080}" dt="2024-11-10T12:28:37.954" v="164" actId="1076"/>
        <pc:sldMkLst>
          <pc:docMk/>
          <pc:sldMk cId="0" sldId="274"/>
        </pc:sldMkLst>
        <pc:spChg chg="mod">
          <ac:chgData name="Ms Alina Arshad" userId="cccdfd85-d35d-4453-9c6f-a463aae40722" providerId="ADAL" clId="{8707F9D7-D64D-463F-BF78-5C308A8BF080}" dt="2024-11-10T12:28:37.954" v="164" actId="1076"/>
          <ac:spMkLst>
            <pc:docMk/>
            <pc:sldMk cId="0" sldId="274"/>
            <ac:spMk id="226" creationId="{00000000-0000-0000-0000-000000000000}"/>
          </ac:spMkLst>
        </pc:spChg>
        <pc:picChg chg="mod">
          <ac:chgData name="Ms Alina Arshad" userId="cccdfd85-d35d-4453-9c6f-a463aae40722" providerId="ADAL" clId="{8707F9D7-D64D-463F-BF78-5C308A8BF080}" dt="2024-11-10T12:28:33.327" v="163" actId="1076"/>
          <ac:picMkLst>
            <pc:docMk/>
            <pc:sldMk cId="0" sldId="274"/>
            <ac:picMk id="227" creationId="{00000000-0000-0000-0000-000000000000}"/>
          </ac:picMkLst>
        </pc:picChg>
      </pc:sldChg>
      <pc:sldChg chg="modSp mod">
        <pc:chgData name="Ms Alina Arshad" userId="cccdfd85-d35d-4453-9c6f-a463aae40722" providerId="ADAL" clId="{8707F9D7-D64D-463F-BF78-5C308A8BF080}" dt="2024-11-10T12:29:11.227" v="165" actId="1036"/>
        <pc:sldMkLst>
          <pc:docMk/>
          <pc:sldMk cId="0" sldId="275"/>
        </pc:sldMkLst>
        <pc:spChg chg="mod">
          <ac:chgData name="Ms Alina Arshad" userId="cccdfd85-d35d-4453-9c6f-a463aae40722" providerId="ADAL" clId="{8707F9D7-D64D-463F-BF78-5C308A8BF080}" dt="2024-11-10T12:29:11.227" v="165" actId="1036"/>
          <ac:spMkLst>
            <pc:docMk/>
            <pc:sldMk cId="0" sldId="275"/>
            <ac:spMk id="233" creationId="{00000000-0000-0000-0000-000000000000}"/>
          </ac:spMkLst>
        </pc:spChg>
      </pc:sldChg>
      <pc:sldChg chg="modSp mod">
        <pc:chgData name="Ms Alina Arshad" userId="cccdfd85-d35d-4453-9c6f-a463aae40722" providerId="ADAL" clId="{8707F9D7-D64D-463F-BF78-5C308A8BF080}" dt="2024-11-10T09:56:51.575" v="95" actId="1076"/>
        <pc:sldMkLst>
          <pc:docMk/>
          <pc:sldMk cId="1819283757" sldId="308"/>
        </pc:sldMkLst>
        <pc:spChg chg="mod">
          <ac:chgData name="Ms Alina Arshad" userId="cccdfd85-d35d-4453-9c6f-a463aae40722" providerId="ADAL" clId="{8707F9D7-D64D-463F-BF78-5C308A8BF080}" dt="2024-11-10T09:56:51.575" v="95" actId="1076"/>
          <ac:spMkLst>
            <pc:docMk/>
            <pc:sldMk cId="1819283757" sldId="308"/>
            <ac:spMk id="194" creationId="{00000000-0000-0000-0000-000000000000}"/>
          </ac:spMkLst>
        </pc:spChg>
      </pc:sldChg>
      <pc:sldChg chg="modSp mod">
        <pc:chgData name="Ms Alina Arshad" userId="cccdfd85-d35d-4453-9c6f-a463aae40722" providerId="ADAL" clId="{8707F9D7-D64D-463F-BF78-5C308A8BF080}" dt="2024-11-10T12:10:18.232" v="103" actId="1076"/>
        <pc:sldMkLst>
          <pc:docMk/>
          <pc:sldMk cId="1336404918" sldId="311"/>
        </pc:sldMkLst>
        <pc:spChg chg="mod">
          <ac:chgData name="Ms Alina Arshad" userId="cccdfd85-d35d-4453-9c6f-a463aae40722" providerId="ADAL" clId="{8707F9D7-D64D-463F-BF78-5C308A8BF080}" dt="2024-11-10T10:05:08.180" v="96" actId="207"/>
          <ac:spMkLst>
            <pc:docMk/>
            <pc:sldMk cId="1336404918" sldId="311"/>
            <ac:spMk id="3" creationId="{00000000-0000-0000-0000-000000000000}"/>
          </ac:spMkLst>
        </pc:spChg>
        <pc:spChg chg="mod">
          <ac:chgData name="Ms Alina Arshad" userId="cccdfd85-d35d-4453-9c6f-a463aae40722" providerId="ADAL" clId="{8707F9D7-D64D-463F-BF78-5C308A8BF080}" dt="2024-11-10T12:10:15.151" v="102" actId="20577"/>
          <ac:spMkLst>
            <pc:docMk/>
            <pc:sldMk cId="1336404918" sldId="311"/>
            <ac:spMk id="4" creationId="{00000000-0000-0000-0000-000000000000}"/>
          </ac:spMkLst>
        </pc:spChg>
        <pc:picChg chg="mod">
          <ac:chgData name="Ms Alina Arshad" userId="cccdfd85-d35d-4453-9c6f-a463aae40722" providerId="ADAL" clId="{8707F9D7-D64D-463F-BF78-5C308A8BF080}" dt="2024-11-10T12:10:18.232" v="103" actId="1076"/>
          <ac:picMkLst>
            <pc:docMk/>
            <pc:sldMk cId="1336404918" sldId="311"/>
            <ac:picMk id="5" creationId="{00000000-0000-0000-0000-000000000000}"/>
          </ac:picMkLst>
        </pc:picChg>
      </pc:sldChg>
      <pc:sldChg chg="modSp mod">
        <pc:chgData name="Ms Alina Arshad" userId="cccdfd85-d35d-4453-9c6f-a463aae40722" providerId="ADAL" clId="{8707F9D7-D64D-463F-BF78-5C308A8BF080}" dt="2024-11-10T12:16:32.865" v="105" actId="1076"/>
        <pc:sldMkLst>
          <pc:docMk/>
          <pc:sldMk cId="3984117074" sldId="312"/>
        </pc:sldMkLst>
        <pc:spChg chg="mod">
          <ac:chgData name="Ms Alina Arshad" userId="cccdfd85-d35d-4453-9c6f-a463aae40722" providerId="ADAL" clId="{8707F9D7-D64D-463F-BF78-5C308A8BF080}" dt="2024-11-10T12:16:32.865" v="105" actId="1076"/>
          <ac:spMkLst>
            <pc:docMk/>
            <pc:sldMk cId="3984117074" sldId="312"/>
            <ac:spMk id="2" creationId="{00000000-0000-0000-0000-000000000000}"/>
          </ac:spMkLst>
        </pc:spChg>
      </pc:sldChg>
      <pc:sldChg chg="modSp mod">
        <pc:chgData name="Ms Alina Arshad" userId="cccdfd85-d35d-4453-9c6f-a463aae40722" providerId="ADAL" clId="{8707F9D7-D64D-463F-BF78-5C308A8BF080}" dt="2024-11-10T12:27:02.507" v="158" actId="1076"/>
        <pc:sldMkLst>
          <pc:docMk/>
          <pc:sldMk cId="579877513" sldId="313"/>
        </pc:sldMkLst>
        <pc:spChg chg="mod">
          <ac:chgData name="Ms Alina Arshad" userId="cccdfd85-d35d-4453-9c6f-a463aae40722" providerId="ADAL" clId="{8707F9D7-D64D-463F-BF78-5C308A8BF080}" dt="2024-11-10T12:26:57.583" v="156" actId="1076"/>
          <ac:spMkLst>
            <pc:docMk/>
            <pc:sldMk cId="579877513" sldId="313"/>
            <ac:spMk id="218" creationId="{00000000-0000-0000-0000-000000000000}"/>
          </ac:spMkLst>
        </pc:spChg>
        <pc:picChg chg="mod">
          <ac:chgData name="Ms Alina Arshad" userId="cccdfd85-d35d-4453-9c6f-a463aae40722" providerId="ADAL" clId="{8707F9D7-D64D-463F-BF78-5C308A8BF080}" dt="2024-11-10T12:27:02.507" v="158" actId="1076"/>
          <ac:picMkLst>
            <pc:docMk/>
            <pc:sldMk cId="579877513" sldId="313"/>
            <ac:picMk id="219" creationId="{00000000-0000-0000-0000-000000000000}"/>
          </ac:picMkLst>
        </pc:picChg>
      </pc:sldChg>
      <pc:sldChg chg="modSp mod">
        <pc:chgData name="Ms Alina Arshad" userId="cccdfd85-d35d-4453-9c6f-a463aae40722" providerId="ADAL" clId="{8707F9D7-D64D-463F-BF78-5C308A8BF080}" dt="2024-11-10T12:25:41.835" v="150" actId="207"/>
        <pc:sldMkLst>
          <pc:docMk/>
          <pc:sldMk cId="2008118679" sldId="314"/>
        </pc:sldMkLst>
        <pc:spChg chg="mod">
          <ac:chgData name="Ms Alina Arshad" userId="cccdfd85-d35d-4453-9c6f-a463aae40722" providerId="ADAL" clId="{8707F9D7-D64D-463F-BF78-5C308A8BF080}" dt="2024-11-10T12:25:41.835" v="150" actId="207"/>
          <ac:spMkLst>
            <pc:docMk/>
            <pc:sldMk cId="2008118679" sldId="314"/>
            <ac:spMk id="4" creationId="{00000000-0000-0000-0000-000000000000}"/>
          </ac:spMkLst>
        </pc:spChg>
        <pc:spChg chg="mod">
          <ac:chgData name="Ms Alina Arshad" userId="cccdfd85-d35d-4453-9c6f-a463aae40722" providerId="ADAL" clId="{8707F9D7-D64D-463F-BF78-5C308A8BF080}" dt="2024-11-10T12:25:25.721" v="138" actId="403"/>
          <ac:spMkLst>
            <pc:docMk/>
            <pc:sldMk cId="2008118679" sldId="314"/>
            <ac:spMk id="216" creationId="{00000000-0000-0000-0000-000000000000}"/>
          </ac:spMkLst>
        </pc:spChg>
      </pc:sldChg>
    </pc:docChg>
  </pc:docChgLst>
  <pc:docChgLst>
    <pc:chgData name="Ms Alina Arshad" userId="cccdfd85-d35d-4453-9c6f-a463aae40722" providerId="ADAL" clId="{D7DEAE4E-3CA3-47E0-B777-F47022A727F5}"/>
    <pc:docChg chg="undo custSel addSld delSld modSld">
      <pc:chgData name="Ms Alina Arshad" userId="cccdfd85-d35d-4453-9c6f-a463aae40722" providerId="ADAL" clId="{D7DEAE4E-3CA3-47E0-B777-F47022A727F5}" dt="2024-11-13T08:44:16.022" v="531" actId="207"/>
      <pc:docMkLst>
        <pc:docMk/>
      </pc:docMkLst>
      <pc:sldChg chg="modSp mod">
        <pc:chgData name="Ms Alina Arshad" userId="cccdfd85-d35d-4453-9c6f-a463aae40722" providerId="ADAL" clId="{D7DEAE4E-3CA3-47E0-B777-F47022A727F5}" dt="2024-11-13T08:14:24.116" v="43" actId="122"/>
        <pc:sldMkLst>
          <pc:docMk/>
          <pc:sldMk cId="3322361034" sldId="256"/>
        </pc:sldMkLst>
        <pc:spChg chg="mod">
          <ac:chgData name="Ms Alina Arshad" userId="cccdfd85-d35d-4453-9c6f-a463aae40722" providerId="ADAL" clId="{D7DEAE4E-3CA3-47E0-B777-F47022A727F5}" dt="2024-11-13T08:14:24.116" v="43" actId="122"/>
          <ac:spMkLst>
            <pc:docMk/>
            <pc:sldMk cId="3322361034" sldId="256"/>
            <ac:spMk id="3" creationId="{44E9F82C-BBA7-3495-1097-BEDB54FFFDF4}"/>
          </ac:spMkLst>
        </pc:spChg>
      </pc:sldChg>
      <pc:sldChg chg="modSp add del mod">
        <pc:chgData name="Ms Alina Arshad" userId="cccdfd85-d35d-4453-9c6f-a463aae40722" providerId="ADAL" clId="{D7DEAE4E-3CA3-47E0-B777-F47022A727F5}" dt="2024-11-13T08:14:27.078" v="44" actId="47"/>
        <pc:sldMkLst>
          <pc:docMk/>
          <pc:sldMk cId="0" sldId="257"/>
        </pc:sldMkLst>
        <pc:spChg chg="mod">
          <ac:chgData name="Ms Alina Arshad" userId="cccdfd85-d35d-4453-9c6f-a463aae40722" providerId="ADAL" clId="{D7DEAE4E-3CA3-47E0-B777-F47022A727F5}" dt="2024-11-13T08:14:00.798" v="27" actId="27636"/>
          <ac:spMkLst>
            <pc:docMk/>
            <pc:sldMk cId="0" sldId="257"/>
            <ac:spMk id="90" creationId="{00000000-0000-0000-0000-000000000000}"/>
          </ac:spMkLst>
        </pc:spChg>
      </pc:sldChg>
      <pc:sldChg chg="modSp add mod">
        <pc:chgData name="Ms Alina Arshad" userId="cccdfd85-d35d-4453-9c6f-a463aae40722" providerId="ADAL" clId="{D7DEAE4E-3CA3-47E0-B777-F47022A727F5}" dt="2024-11-13T08:14:42.215" v="51" actId="403"/>
        <pc:sldMkLst>
          <pc:docMk/>
          <pc:sldMk cId="0" sldId="258"/>
        </pc:sldMkLst>
        <pc:spChg chg="mod">
          <ac:chgData name="Ms Alina Arshad" userId="cccdfd85-d35d-4453-9c6f-a463aae40722" providerId="ADAL" clId="{D7DEAE4E-3CA3-47E0-B777-F47022A727F5}" dt="2024-11-13T08:14:34.259" v="47" actId="113"/>
          <ac:spMkLst>
            <pc:docMk/>
            <pc:sldMk cId="0" sldId="258"/>
            <ac:spMk id="96" creationId="{00000000-0000-0000-0000-000000000000}"/>
          </ac:spMkLst>
        </pc:spChg>
        <pc:spChg chg="mod">
          <ac:chgData name="Ms Alina Arshad" userId="cccdfd85-d35d-4453-9c6f-a463aae40722" providerId="ADAL" clId="{D7DEAE4E-3CA3-47E0-B777-F47022A727F5}" dt="2024-11-13T08:14:42.215" v="51" actId="403"/>
          <ac:spMkLst>
            <pc:docMk/>
            <pc:sldMk cId="0" sldId="258"/>
            <ac:spMk id="97" creationId="{00000000-0000-0000-0000-000000000000}"/>
          </ac:spMkLst>
        </pc:spChg>
      </pc:sldChg>
      <pc:sldChg chg="modSp add del mod">
        <pc:chgData name="Ms Alina Arshad" userId="cccdfd85-d35d-4453-9c6f-a463aae40722" providerId="ADAL" clId="{D7DEAE4E-3CA3-47E0-B777-F47022A727F5}" dt="2024-11-13T08:15:02.763" v="60" actId="207"/>
        <pc:sldMkLst>
          <pc:docMk/>
          <pc:sldMk cId="0" sldId="259"/>
        </pc:sldMkLst>
        <pc:spChg chg="mod">
          <ac:chgData name="Ms Alina Arshad" userId="cccdfd85-d35d-4453-9c6f-a463aae40722" providerId="ADAL" clId="{D7DEAE4E-3CA3-47E0-B777-F47022A727F5}" dt="2024-11-13T08:14:51.346" v="54" actId="113"/>
          <ac:spMkLst>
            <pc:docMk/>
            <pc:sldMk cId="0" sldId="259"/>
            <ac:spMk id="103" creationId="{00000000-0000-0000-0000-000000000000}"/>
          </ac:spMkLst>
        </pc:spChg>
        <pc:spChg chg="mod">
          <ac:chgData name="Ms Alina Arshad" userId="cccdfd85-d35d-4453-9c6f-a463aae40722" providerId="ADAL" clId="{D7DEAE4E-3CA3-47E0-B777-F47022A727F5}" dt="2024-11-13T08:15:02.763" v="60" actId="207"/>
          <ac:spMkLst>
            <pc:docMk/>
            <pc:sldMk cId="0" sldId="259"/>
            <ac:spMk id="104" creationId="{00000000-0000-0000-0000-000000000000}"/>
          </ac:spMkLst>
        </pc:spChg>
      </pc:sldChg>
      <pc:sldChg chg="modSp add del mod">
        <pc:chgData name="Ms Alina Arshad" userId="cccdfd85-d35d-4453-9c6f-a463aae40722" providerId="ADAL" clId="{D7DEAE4E-3CA3-47E0-B777-F47022A727F5}" dt="2024-11-13T08:15:21.495" v="68" actId="1076"/>
        <pc:sldMkLst>
          <pc:docMk/>
          <pc:sldMk cId="0" sldId="260"/>
        </pc:sldMkLst>
        <pc:spChg chg="mod">
          <ac:chgData name="Ms Alina Arshad" userId="cccdfd85-d35d-4453-9c6f-a463aae40722" providerId="ADAL" clId="{D7DEAE4E-3CA3-47E0-B777-F47022A727F5}" dt="2024-11-13T08:15:09.505" v="63" actId="113"/>
          <ac:spMkLst>
            <pc:docMk/>
            <pc:sldMk cId="0" sldId="260"/>
            <ac:spMk id="110" creationId="{00000000-0000-0000-0000-000000000000}"/>
          </ac:spMkLst>
        </pc:spChg>
        <pc:spChg chg="mod">
          <ac:chgData name="Ms Alina Arshad" userId="cccdfd85-d35d-4453-9c6f-a463aae40722" providerId="ADAL" clId="{D7DEAE4E-3CA3-47E0-B777-F47022A727F5}" dt="2024-11-13T08:15:18.634" v="67" actId="113"/>
          <ac:spMkLst>
            <pc:docMk/>
            <pc:sldMk cId="0" sldId="260"/>
            <ac:spMk id="111" creationId="{00000000-0000-0000-0000-000000000000}"/>
          </ac:spMkLst>
        </pc:spChg>
        <pc:picChg chg="mod">
          <ac:chgData name="Ms Alina Arshad" userId="cccdfd85-d35d-4453-9c6f-a463aae40722" providerId="ADAL" clId="{D7DEAE4E-3CA3-47E0-B777-F47022A727F5}" dt="2024-11-13T08:15:21.495" v="68" actId="1076"/>
          <ac:picMkLst>
            <pc:docMk/>
            <pc:sldMk cId="0" sldId="260"/>
            <ac:picMk id="113" creationId="{00000000-0000-0000-0000-000000000000}"/>
          </ac:picMkLst>
        </pc:picChg>
      </pc:sldChg>
      <pc:sldChg chg="modSp add del mod">
        <pc:chgData name="Ms Alina Arshad" userId="cccdfd85-d35d-4453-9c6f-a463aae40722" providerId="ADAL" clId="{D7DEAE4E-3CA3-47E0-B777-F47022A727F5}" dt="2024-11-13T08:15:45.592" v="77" actId="14100"/>
        <pc:sldMkLst>
          <pc:docMk/>
          <pc:sldMk cId="0" sldId="261"/>
        </pc:sldMkLst>
        <pc:spChg chg="mod">
          <ac:chgData name="Ms Alina Arshad" userId="cccdfd85-d35d-4453-9c6f-a463aae40722" providerId="ADAL" clId="{D7DEAE4E-3CA3-47E0-B777-F47022A727F5}" dt="2024-11-13T08:15:36.455" v="73" actId="1076"/>
          <ac:spMkLst>
            <pc:docMk/>
            <pc:sldMk cId="0" sldId="261"/>
            <ac:spMk id="118" creationId="{00000000-0000-0000-0000-000000000000}"/>
          </ac:spMkLst>
        </pc:spChg>
        <pc:spChg chg="mod">
          <ac:chgData name="Ms Alina Arshad" userId="cccdfd85-d35d-4453-9c6f-a463aae40722" providerId="ADAL" clId="{D7DEAE4E-3CA3-47E0-B777-F47022A727F5}" dt="2024-11-13T08:15:45.592" v="77" actId="14100"/>
          <ac:spMkLst>
            <pc:docMk/>
            <pc:sldMk cId="0" sldId="261"/>
            <ac:spMk id="119" creationId="{00000000-0000-0000-0000-000000000000}"/>
          </ac:spMkLst>
        </pc:spChg>
      </pc:sldChg>
      <pc:sldChg chg="modSp add del mod">
        <pc:chgData name="Ms Alina Arshad" userId="cccdfd85-d35d-4453-9c6f-a463aae40722" providerId="ADAL" clId="{D7DEAE4E-3CA3-47E0-B777-F47022A727F5}" dt="2024-11-13T08:16:30.318" v="94" actId="207"/>
        <pc:sldMkLst>
          <pc:docMk/>
          <pc:sldMk cId="0" sldId="262"/>
        </pc:sldMkLst>
        <pc:spChg chg="mod">
          <ac:chgData name="Ms Alina Arshad" userId="cccdfd85-d35d-4453-9c6f-a463aae40722" providerId="ADAL" clId="{D7DEAE4E-3CA3-47E0-B777-F47022A727F5}" dt="2024-11-13T08:16:25.831" v="91" actId="1076"/>
          <ac:spMkLst>
            <pc:docMk/>
            <pc:sldMk cId="0" sldId="262"/>
            <ac:spMk id="124" creationId="{00000000-0000-0000-0000-000000000000}"/>
          </ac:spMkLst>
        </pc:spChg>
        <pc:spChg chg="mod">
          <ac:chgData name="Ms Alina Arshad" userId="cccdfd85-d35d-4453-9c6f-a463aae40722" providerId="ADAL" clId="{D7DEAE4E-3CA3-47E0-B777-F47022A727F5}" dt="2024-11-13T08:16:30.318" v="94" actId="207"/>
          <ac:spMkLst>
            <pc:docMk/>
            <pc:sldMk cId="0" sldId="262"/>
            <ac:spMk id="125" creationId="{00000000-0000-0000-0000-000000000000}"/>
          </ac:spMkLst>
        </pc:spChg>
      </pc:sldChg>
      <pc:sldChg chg="modSp add del mod">
        <pc:chgData name="Ms Alina Arshad" userId="cccdfd85-d35d-4453-9c6f-a463aae40722" providerId="ADAL" clId="{D7DEAE4E-3CA3-47E0-B777-F47022A727F5}" dt="2024-11-13T08:17:15.862" v="112" actId="14100"/>
        <pc:sldMkLst>
          <pc:docMk/>
          <pc:sldMk cId="0" sldId="263"/>
        </pc:sldMkLst>
        <pc:spChg chg="mod">
          <ac:chgData name="Ms Alina Arshad" userId="cccdfd85-d35d-4453-9c6f-a463aae40722" providerId="ADAL" clId="{D7DEAE4E-3CA3-47E0-B777-F47022A727F5}" dt="2024-11-13T08:16:50.088" v="104" actId="113"/>
          <ac:spMkLst>
            <pc:docMk/>
            <pc:sldMk cId="0" sldId="263"/>
            <ac:spMk id="131" creationId="{00000000-0000-0000-0000-000000000000}"/>
          </ac:spMkLst>
        </pc:spChg>
        <pc:spChg chg="mod">
          <ac:chgData name="Ms Alina Arshad" userId="cccdfd85-d35d-4453-9c6f-a463aae40722" providerId="ADAL" clId="{D7DEAE4E-3CA3-47E0-B777-F47022A727F5}" dt="2024-11-13T08:17:15.862" v="112" actId="14100"/>
          <ac:spMkLst>
            <pc:docMk/>
            <pc:sldMk cId="0" sldId="263"/>
            <ac:spMk id="132" creationId="{00000000-0000-0000-0000-000000000000}"/>
          </ac:spMkLst>
        </pc:spChg>
        <pc:picChg chg="mod">
          <ac:chgData name="Ms Alina Arshad" userId="cccdfd85-d35d-4453-9c6f-a463aae40722" providerId="ADAL" clId="{D7DEAE4E-3CA3-47E0-B777-F47022A727F5}" dt="2024-11-13T08:17:01.197" v="108" actId="14100"/>
          <ac:picMkLst>
            <pc:docMk/>
            <pc:sldMk cId="0" sldId="263"/>
            <ac:picMk id="134" creationId="{00000000-0000-0000-0000-000000000000}"/>
          </ac:picMkLst>
        </pc:picChg>
        <pc:picChg chg="mod">
          <ac:chgData name="Ms Alina Arshad" userId="cccdfd85-d35d-4453-9c6f-a463aae40722" providerId="ADAL" clId="{D7DEAE4E-3CA3-47E0-B777-F47022A727F5}" dt="2024-11-13T08:17:10.726" v="111" actId="1076"/>
          <ac:picMkLst>
            <pc:docMk/>
            <pc:sldMk cId="0" sldId="263"/>
            <ac:picMk id="135" creationId="{00000000-0000-0000-0000-000000000000}"/>
          </ac:picMkLst>
        </pc:picChg>
      </pc:sldChg>
      <pc:sldChg chg="modSp add del mod">
        <pc:chgData name="Ms Alina Arshad" userId="cccdfd85-d35d-4453-9c6f-a463aae40722" providerId="ADAL" clId="{D7DEAE4E-3CA3-47E0-B777-F47022A727F5}" dt="2024-11-13T08:17:43.838" v="125" actId="403"/>
        <pc:sldMkLst>
          <pc:docMk/>
          <pc:sldMk cId="0" sldId="264"/>
        </pc:sldMkLst>
        <pc:spChg chg="mod">
          <ac:chgData name="Ms Alina Arshad" userId="cccdfd85-d35d-4453-9c6f-a463aae40722" providerId="ADAL" clId="{D7DEAE4E-3CA3-47E0-B777-F47022A727F5}" dt="2024-11-13T08:17:34.231" v="121" actId="113"/>
          <ac:spMkLst>
            <pc:docMk/>
            <pc:sldMk cId="0" sldId="264"/>
            <ac:spMk id="140" creationId="{00000000-0000-0000-0000-000000000000}"/>
          </ac:spMkLst>
        </pc:spChg>
        <pc:spChg chg="mod">
          <ac:chgData name="Ms Alina Arshad" userId="cccdfd85-d35d-4453-9c6f-a463aae40722" providerId="ADAL" clId="{D7DEAE4E-3CA3-47E0-B777-F47022A727F5}" dt="2024-11-13T08:17:43.838" v="125" actId="403"/>
          <ac:spMkLst>
            <pc:docMk/>
            <pc:sldMk cId="0" sldId="264"/>
            <ac:spMk id="141" creationId="{00000000-0000-0000-0000-000000000000}"/>
          </ac:spMkLst>
        </pc:spChg>
      </pc:sldChg>
      <pc:sldChg chg="modSp add del mod">
        <pc:chgData name="Ms Alina Arshad" userId="cccdfd85-d35d-4453-9c6f-a463aae40722" providerId="ADAL" clId="{D7DEAE4E-3CA3-47E0-B777-F47022A727F5}" dt="2024-11-13T08:18:04.885" v="133" actId="1076"/>
        <pc:sldMkLst>
          <pc:docMk/>
          <pc:sldMk cId="0" sldId="265"/>
        </pc:sldMkLst>
        <pc:spChg chg="mod">
          <ac:chgData name="Ms Alina Arshad" userId="cccdfd85-d35d-4453-9c6f-a463aae40722" providerId="ADAL" clId="{D7DEAE4E-3CA3-47E0-B777-F47022A727F5}" dt="2024-11-13T08:17:56.060" v="129" actId="1076"/>
          <ac:spMkLst>
            <pc:docMk/>
            <pc:sldMk cId="0" sldId="265"/>
            <ac:spMk id="147" creationId="{00000000-0000-0000-0000-000000000000}"/>
          </ac:spMkLst>
        </pc:spChg>
        <pc:spChg chg="mod">
          <ac:chgData name="Ms Alina Arshad" userId="cccdfd85-d35d-4453-9c6f-a463aae40722" providerId="ADAL" clId="{D7DEAE4E-3CA3-47E0-B777-F47022A727F5}" dt="2024-11-13T08:18:04.885" v="133" actId="1076"/>
          <ac:spMkLst>
            <pc:docMk/>
            <pc:sldMk cId="0" sldId="265"/>
            <ac:spMk id="148" creationId="{00000000-0000-0000-0000-000000000000}"/>
          </ac:spMkLst>
        </pc:spChg>
      </pc:sldChg>
      <pc:sldChg chg="addSp delSp modSp add del mod">
        <pc:chgData name="Ms Alina Arshad" userId="cccdfd85-d35d-4453-9c6f-a463aae40722" providerId="ADAL" clId="{D7DEAE4E-3CA3-47E0-B777-F47022A727F5}" dt="2024-11-13T08:18:30.050" v="141" actId="47"/>
        <pc:sldMkLst>
          <pc:docMk/>
          <pc:sldMk cId="0" sldId="266"/>
        </pc:sldMkLst>
        <pc:spChg chg="add mod">
          <ac:chgData name="Ms Alina Arshad" userId="cccdfd85-d35d-4453-9c6f-a463aae40722" providerId="ADAL" clId="{D7DEAE4E-3CA3-47E0-B777-F47022A727F5}" dt="2024-11-13T08:18:28.495" v="140" actId="21"/>
          <ac:spMkLst>
            <pc:docMk/>
            <pc:sldMk cId="0" sldId="266"/>
            <ac:spMk id="3" creationId="{322893F8-F8A1-1320-8D5A-1C2FA962EF2B}"/>
          </ac:spMkLst>
        </pc:spChg>
        <pc:spChg chg="del mod">
          <ac:chgData name="Ms Alina Arshad" userId="cccdfd85-d35d-4453-9c6f-a463aae40722" providerId="ADAL" clId="{D7DEAE4E-3CA3-47E0-B777-F47022A727F5}" dt="2024-11-13T08:18:28.495" v="140" actId="21"/>
          <ac:spMkLst>
            <pc:docMk/>
            <pc:sldMk cId="0" sldId="266"/>
            <ac:spMk id="158" creationId="{00000000-0000-0000-0000-000000000000}"/>
          </ac:spMkLst>
        </pc:spChg>
      </pc:sldChg>
      <pc:sldChg chg="delSp add del mod">
        <pc:chgData name="Ms Alina Arshad" userId="cccdfd85-d35d-4453-9c6f-a463aae40722" providerId="ADAL" clId="{D7DEAE4E-3CA3-47E0-B777-F47022A727F5}" dt="2024-11-13T08:19:14.897" v="154" actId="47"/>
        <pc:sldMkLst>
          <pc:docMk/>
          <pc:sldMk cId="0" sldId="267"/>
        </pc:sldMkLst>
        <pc:graphicFrameChg chg="del">
          <ac:chgData name="Ms Alina Arshad" userId="cccdfd85-d35d-4453-9c6f-a463aae40722" providerId="ADAL" clId="{D7DEAE4E-3CA3-47E0-B777-F47022A727F5}" dt="2024-11-13T08:18:43.246" v="145" actId="21"/>
          <ac:graphicFrameMkLst>
            <pc:docMk/>
            <pc:sldMk cId="0" sldId="267"/>
            <ac:graphicFrameMk id="163" creationId="{00000000-0000-0000-0000-000000000000}"/>
          </ac:graphicFrameMkLst>
        </pc:graphicFrameChg>
      </pc:sldChg>
      <pc:sldChg chg="delSp add del mod">
        <pc:chgData name="Ms Alina Arshad" userId="cccdfd85-d35d-4453-9c6f-a463aae40722" providerId="ADAL" clId="{D7DEAE4E-3CA3-47E0-B777-F47022A727F5}" dt="2024-11-13T08:19:48.702" v="167" actId="47"/>
        <pc:sldMkLst>
          <pc:docMk/>
          <pc:sldMk cId="0" sldId="268"/>
        </pc:sldMkLst>
        <pc:graphicFrameChg chg="del">
          <ac:chgData name="Ms Alina Arshad" userId="cccdfd85-d35d-4453-9c6f-a463aae40722" providerId="ADAL" clId="{D7DEAE4E-3CA3-47E0-B777-F47022A727F5}" dt="2024-11-13T08:19:19.846" v="155" actId="21"/>
          <ac:graphicFrameMkLst>
            <pc:docMk/>
            <pc:sldMk cId="0" sldId="268"/>
            <ac:graphicFrameMk id="168" creationId="{00000000-0000-0000-0000-000000000000}"/>
          </ac:graphicFrameMkLst>
        </pc:graphicFrameChg>
      </pc:sldChg>
      <pc:sldChg chg="addSp delSp modSp add del mod">
        <pc:chgData name="Ms Alina Arshad" userId="cccdfd85-d35d-4453-9c6f-a463aae40722" providerId="ADAL" clId="{D7DEAE4E-3CA3-47E0-B777-F47022A727F5}" dt="2024-11-13T08:20:09.304" v="174" actId="47"/>
        <pc:sldMkLst>
          <pc:docMk/>
          <pc:sldMk cId="0" sldId="269"/>
        </pc:sldMkLst>
        <pc:spChg chg="add mod">
          <ac:chgData name="Ms Alina Arshad" userId="cccdfd85-d35d-4453-9c6f-a463aae40722" providerId="ADAL" clId="{D7DEAE4E-3CA3-47E0-B777-F47022A727F5}" dt="2024-11-13T08:20:02.480" v="170" actId="21"/>
          <ac:spMkLst>
            <pc:docMk/>
            <pc:sldMk cId="0" sldId="269"/>
            <ac:spMk id="3" creationId="{32189EA8-3DD2-4B99-F802-DC94BB9AC986}"/>
          </ac:spMkLst>
        </pc:spChg>
        <pc:spChg chg="del mod">
          <ac:chgData name="Ms Alina Arshad" userId="cccdfd85-d35d-4453-9c6f-a463aae40722" providerId="ADAL" clId="{D7DEAE4E-3CA3-47E0-B777-F47022A727F5}" dt="2024-11-13T08:20:02.480" v="170" actId="21"/>
          <ac:spMkLst>
            <pc:docMk/>
            <pc:sldMk cId="0" sldId="269"/>
            <ac:spMk id="173" creationId="{00000000-0000-0000-0000-000000000000}"/>
          </ac:spMkLst>
        </pc:spChg>
      </pc:sldChg>
      <pc:sldChg chg="delSp add del mod">
        <pc:chgData name="Ms Alina Arshad" userId="cccdfd85-d35d-4453-9c6f-a463aae40722" providerId="ADAL" clId="{D7DEAE4E-3CA3-47E0-B777-F47022A727F5}" dt="2024-11-13T08:20:35.171" v="180" actId="47"/>
        <pc:sldMkLst>
          <pc:docMk/>
          <pc:sldMk cId="0" sldId="270"/>
        </pc:sldMkLst>
        <pc:graphicFrameChg chg="del">
          <ac:chgData name="Ms Alina Arshad" userId="cccdfd85-d35d-4453-9c6f-a463aae40722" providerId="ADAL" clId="{D7DEAE4E-3CA3-47E0-B777-F47022A727F5}" dt="2024-11-13T08:20:16.598" v="175" actId="21"/>
          <ac:graphicFrameMkLst>
            <pc:docMk/>
            <pc:sldMk cId="0" sldId="270"/>
            <ac:graphicFrameMk id="178" creationId="{00000000-0000-0000-0000-000000000000}"/>
          </ac:graphicFrameMkLst>
        </pc:graphicFrameChg>
      </pc:sldChg>
      <pc:sldChg chg="modSp add del mod modClrScheme chgLayout">
        <pc:chgData name="Ms Alina Arshad" userId="cccdfd85-d35d-4453-9c6f-a463aae40722" providerId="ADAL" clId="{D7DEAE4E-3CA3-47E0-B777-F47022A727F5}" dt="2024-11-13T08:21:09.515" v="186" actId="1076"/>
        <pc:sldMkLst>
          <pc:docMk/>
          <pc:sldMk cId="0" sldId="271"/>
        </pc:sldMkLst>
        <pc:spChg chg="mod ord">
          <ac:chgData name="Ms Alina Arshad" userId="cccdfd85-d35d-4453-9c6f-a463aae40722" providerId="ADAL" clId="{D7DEAE4E-3CA3-47E0-B777-F47022A727F5}" dt="2024-11-13T08:21:05.997" v="185" actId="113"/>
          <ac:spMkLst>
            <pc:docMk/>
            <pc:sldMk cId="0" sldId="271"/>
            <ac:spMk id="184" creationId="{00000000-0000-0000-0000-000000000000}"/>
          </ac:spMkLst>
        </pc:spChg>
        <pc:graphicFrameChg chg="mod">
          <ac:chgData name="Ms Alina Arshad" userId="cccdfd85-d35d-4453-9c6f-a463aae40722" providerId="ADAL" clId="{D7DEAE4E-3CA3-47E0-B777-F47022A727F5}" dt="2024-11-13T08:21:09.515" v="186" actId="1076"/>
          <ac:graphicFrameMkLst>
            <pc:docMk/>
            <pc:sldMk cId="0" sldId="271"/>
            <ac:graphicFrameMk id="183" creationId="{00000000-0000-0000-0000-000000000000}"/>
          </ac:graphicFrameMkLst>
        </pc:graphicFrameChg>
      </pc:sldChg>
      <pc:sldChg chg="modSp add del mod modClrScheme chgLayout">
        <pc:chgData name="Ms Alina Arshad" userId="cccdfd85-d35d-4453-9c6f-a463aae40722" providerId="ADAL" clId="{D7DEAE4E-3CA3-47E0-B777-F47022A727F5}" dt="2024-11-13T08:21:25.763" v="191" actId="1076"/>
        <pc:sldMkLst>
          <pc:docMk/>
          <pc:sldMk cId="0" sldId="272"/>
        </pc:sldMkLst>
        <pc:spChg chg="mod ord">
          <ac:chgData name="Ms Alina Arshad" userId="cccdfd85-d35d-4453-9c6f-a463aae40722" providerId="ADAL" clId="{D7DEAE4E-3CA3-47E0-B777-F47022A727F5}" dt="2024-11-13T08:21:20.636" v="190" actId="113"/>
          <ac:spMkLst>
            <pc:docMk/>
            <pc:sldMk cId="0" sldId="272"/>
            <ac:spMk id="190" creationId="{00000000-0000-0000-0000-000000000000}"/>
          </ac:spMkLst>
        </pc:spChg>
        <pc:graphicFrameChg chg="mod">
          <ac:chgData name="Ms Alina Arshad" userId="cccdfd85-d35d-4453-9c6f-a463aae40722" providerId="ADAL" clId="{D7DEAE4E-3CA3-47E0-B777-F47022A727F5}" dt="2024-11-13T08:21:25.763" v="191" actId="1076"/>
          <ac:graphicFrameMkLst>
            <pc:docMk/>
            <pc:sldMk cId="0" sldId="272"/>
            <ac:graphicFrameMk id="189" creationId="{00000000-0000-0000-0000-000000000000}"/>
          </ac:graphicFrameMkLst>
        </pc:graphicFrameChg>
      </pc:sldChg>
      <pc:sldChg chg="modSp add del mod modClrScheme chgLayout">
        <pc:chgData name="Ms Alina Arshad" userId="cccdfd85-d35d-4453-9c6f-a463aae40722" providerId="ADAL" clId="{D7DEAE4E-3CA3-47E0-B777-F47022A727F5}" dt="2024-11-13T08:21:53.496" v="198" actId="207"/>
        <pc:sldMkLst>
          <pc:docMk/>
          <pc:sldMk cId="0" sldId="273"/>
        </pc:sldMkLst>
        <pc:spChg chg="mod ord">
          <ac:chgData name="Ms Alina Arshad" userId="cccdfd85-d35d-4453-9c6f-a463aae40722" providerId="ADAL" clId="{D7DEAE4E-3CA3-47E0-B777-F47022A727F5}" dt="2024-11-13T08:21:46.427" v="196" actId="113"/>
          <ac:spMkLst>
            <pc:docMk/>
            <pc:sldMk cId="0" sldId="273"/>
            <ac:spMk id="196" creationId="{00000000-0000-0000-0000-000000000000}"/>
          </ac:spMkLst>
        </pc:spChg>
        <pc:graphicFrameChg chg="mod modGraphic">
          <ac:chgData name="Ms Alina Arshad" userId="cccdfd85-d35d-4453-9c6f-a463aae40722" providerId="ADAL" clId="{D7DEAE4E-3CA3-47E0-B777-F47022A727F5}" dt="2024-11-13T08:21:53.496" v="198" actId="207"/>
          <ac:graphicFrameMkLst>
            <pc:docMk/>
            <pc:sldMk cId="0" sldId="273"/>
            <ac:graphicFrameMk id="195" creationId="{00000000-0000-0000-0000-000000000000}"/>
          </ac:graphicFrameMkLst>
        </pc:graphicFrameChg>
      </pc:sldChg>
      <pc:sldChg chg="modSp add del mod modClrScheme chgLayout">
        <pc:chgData name="Ms Alina Arshad" userId="cccdfd85-d35d-4453-9c6f-a463aae40722" providerId="ADAL" clId="{D7DEAE4E-3CA3-47E0-B777-F47022A727F5}" dt="2024-11-13T08:22:07.746" v="204" actId="113"/>
        <pc:sldMkLst>
          <pc:docMk/>
          <pc:sldMk cId="0" sldId="274"/>
        </pc:sldMkLst>
        <pc:spChg chg="mod ord">
          <ac:chgData name="Ms Alina Arshad" userId="cccdfd85-d35d-4453-9c6f-a463aae40722" providerId="ADAL" clId="{D7DEAE4E-3CA3-47E0-B777-F47022A727F5}" dt="2024-11-13T08:21:40.124" v="193" actId="700"/>
          <ac:spMkLst>
            <pc:docMk/>
            <pc:sldMk cId="0" sldId="274"/>
            <ac:spMk id="201" creationId="{00000000-0000-0000-0000-000000000000}"/>
          </ac:spMkLst>
        </pc:spChg>
        <pc:spChg chg="mod">
          <ac:chgData name="Ms Alina Arshad" userId="cccdfd85-d35d-4453-9c6f-a463aae40722" providerId="ADAL" clId="{D7DEAE4E-3CA3-47E0-B777-F47022A727F5}" dt="2024-11-13T08:22:07.746" v="204" actId="113"/>
          <ac:spMkLst>
            <pc:docMk/>
            <pc:sldMk cId="0" sldId="274"/>
            <ac:spMk id="203" creationId="{00000000-0000-0000-0000-000000000000}"/>
          </ac:spMkLst>
        </pc:spChg>
        <pc:picChg chg="mod">
          <ac:chgData name="Ms Alina Arshad" userId="cccdfd85-d35d-4453-9c6f-a463aae40722" providerId="ADAL" clId="{D7DEAE4E-3CA3-47E0-B777-F47022A727F5}" dt="2024-11-13T08:22:00.274" v="200" actId="1076"/>
          <ac:picMkLst>
            <pc:docMk/>
            <pc:sldMk cId="0" sldId="274"/>
            <ac:picMk id="202" creationId="{00000000-0000-0000-0000-000000000000}"/>
          </ac:picMkLst>
        </pc:picChg>
      </pc:sldChg>
      <pc:sldChg chg="modSp add del mod">
        <pc:chgData name="Ms Alina Arshad" userId="cccdfd85-d35d-4453-9c6f-a463aae40722" providerId="ADAL" clId="{D7DEAE4E-3CA3-47E0-B777-F47022A727F5}" dt="2024-11-13T08:22:59.269" v="231" actId="1035"/>
        <pc:sldMkLst>
          <pc:docMk/>
          <pc:sldMk cId="0" sldId="275"/>
        </pc:sldMkLst>
        <pc:spChg chg="mod">
          <ac:chgData name="Ms Alina Arshad" userId="cccdfd85-d35d-4453-9c6f-a463aae40722" providerId="ADAL" clId="{D7DEAE4E-3CA3-47E0-B777-F47022A727F5}" dt="2024-11-13T08:22:23.152" v="212" actId="20577"/>
          <ac:spMkLst>
            <pc:docMk/>
            <pc:sldMk cId="0" sldId="275"/>
            <ac:spMk id="208" creationId="{00000000-0000-0000-0000-000000000000}"/>
          </ac:spMkLst>
        </pc:spChg>
        <pc:spChg chg="mod">
          <ac:chgData name="Ms Alina Arshad" userId="cccdfd85-d35d-4453-9c6f-a463aae40722" providerId="ADAL" clId="{D7DEAE4E-3CA3-47E0-B777-F47022A727F5}" dt="2024-11-13T08:22:38.451" v="219" actId="14100"/>
          <ac:spMkLst>
            <pc:docMk/>
            <pc:sldMk cId="0" sldId="275"/>
            <ac:spMk id="209" creationId="{00000000-0000-0000-0000-000000000000}"/>
          </ac:spMkLst>
        </pc:spChg>
        <pc:picChg chg="mod">
          <ac:chgData name="Ms Alina Arshad" userId="cccdfd85-d35d-4453-9c6f-a463aae40722" providerId="ADAL" clId="{D7DEAE4E-3CA3-47E0-B777-F47022A727F5}" dt="2024-11-13T08:22:40.507" v="220" actId="1076"/>
          <ac:picMkLst>
            <pc:docMk/>
            <pc:sldMk cId="0" sldId="275"/>
            <ac:picMk id="211" creationId="{00000000-0000-0000-0000-000000000000}"/>
          </ac:picMkLst>
        </pc:picChg>
        <pc:picChg chg="mod">
          <ac:chgData name="Ms Alina Arshad" userId="cccdfd85-d35d-4453-9c6f-a463aae40722" providerId="ADAL" clId="{D7DEAE4E-3CA3-47E0-B777-F47022A727F5}" dt="2024-11-13T08:22:59.269" v="231" actId="1035"/>
          <ac:picMkLst>
            <pc:docMk/>
            <pc:sldMk cId="0" sldId="275"/>
            <ac:picMk id="212" creationId="{00000000-0000-0000-0000-000000000000}"/>
          </ac:picMkLst>
        </pc:picChg>
      </pc:sldChg>
      <pc:sldChg chg="modSp add mod">
        <pc:chgData name="Ms Alina Arshad" userId="cccdfd85-d35d-4453-9c6f-a463aae40722" providerId="ADAL" clId="{D7DEAE4E-3CA3-47E0-B777-F47022A727F5}" dt="2024-11-13T08:24:42.826" v="244" actId="14100"/>
        <pc:sldMkLst>
          <pc:docMk/>
          <pc:sldMk cId="0" sldId="276"/>
        </pc:sldMkLst>
        <pc:spChg chg="mod">
          <ac:chgData name="Ms Alina Arshad" userId="cccdfd85-d35d-4453-9c6f-a463aae40722" providerId="ADAL" clId="{D7DEAE4E-3CA3-47E0-B777-F47022A727F5}" dt="2024-11-13T08:24:34.249" v="240" actId="1076"/>
          <ac:spMkLst>
            <pc:docMk/>
            <pc:sldMk cId="0" sldId="276"/>
            <ac:spMk id="217" creationId="{00000000-0000-0000-0000-000000000000}"/>
          </ac:spMkLst>
        </pc:spChg>
        <pc:spChg chg="mod">
          <ac:chgData name="Ms Alina Arshad" userId="cccdfd85-d35d-4453-9c6f-a463aae40722" providerId="ADAL" clId="{D7DEAE4E-3CA3-47E0-B777-F47022A727F5}" dt="2024-11-13T08:24:42.826" v="244" actId="14100"/>
          <ac:spMkLst>
            <pc:docMk/>
            <pc:sldMk cId="0" sldId="276"/>
            <ac:spMk id="218" creationId="{00000000-0000-0000-0000-000000000000}"/>
          </ac:spMkLst>
        </pc:spChg>
      </pc:sldChg>
      <pc:sldChg chg="modSp add mod">
        <pc:chgData name="Ms Alina Arshad" userId="cccdfd85-d35d-4453-9c6f-a463aae40722" providerId="ADAL" clId="{D7DEAE4E-3CA3-47E0-B777-F47022A727F5}" dt="2024-11-13T08:25:15.706" v="259" actId="1076"/>
        <pc:sldMkLst>
          <pc:docMk/>
          <pc:sldMk cId="0" sldId="277"/>
        </pc:sldMkLst>
        <pc:spChg chg="mod">
          <ac:chgData name="Ms Alina Arshad" userId="cccdfd85-d35d-4453-9c6f-a463aae40722" providerId="ADAL" clId="{D7DEAE4E-3CA3-47E0-B777-F47022A727F5}" dt="2024-11-13T08:24:58.946" v="251" actId="14100"/>
          <ac:spMkLst>
            <pc:docMk/>
            <pc:sldMk cId="0" sldId="277"/>
            <ac:spMk id="223" creationId="{00000000-0000-0000-0000-000000000000}"/>
          </ac:spMkLst>
        </pc:spChg>
        <pc:spChg chg="mod">
          <ac:chgData name="Ms Alina Arshad" userId="cccdfd85-d35d-4453-9c6f-a463aae40722" providerId="ADAL" clId="{D7DEAE4E-3CA3-47E0-B777-F47022A727F5}" dt="2024-11-13T08:25:15.706" v="259" actId="1076"/>
          <ac:spMkLst>
            <pc:docMk/>
            <pc:sldMk cId="0" sldId="277"/>
            <ac:spMk id="224" creationId="{00000000-0000-0000-0000-000000000000}"/>
          </ac:spMkLst>
        </pc:spChg>
      </pc:sldChg>
      <pc:sldChg chg="modSp add mod modClrScheme chgLayout">
        <pc:chgData name="Ms Alina Arshad" userId="cccdfd85-d35d-4453-9c6f-a463aae40722" providerId="ADAL" clId="{D7DEAE4E-3CA3-47E0-B777-F47022A727F5}" dt="2024-11-13T08:25:34.650" v="261" actId="1076"/>
        <pc:sldMkLst>
          <pc:docMk/>
          <pc:sldMk cId="0" sldId="278"/>
        </pc:sldMkLst>
        <pc:picChg chg="mod">
          <ac:chgData name="Ms Alina Arshad" userId="cccdfd85-d35d-4453-9c6f-a463aae40722" providerId="ADAL" clId="{D7DEAE4E-3CA3-47E0-B777-F47022A727F5}" dt="2024-11-13T08:25:34.650" v="261" actId="1076"/>
          <ac:picMkLst>
            <pc:docMk/>
            <pc:sldMk cId="0" sldId="278"/>
            <ac:picMk id="230" creationId="{00000000-0000-0000-0000-000000000000}"/>
          </ac:picMkLst>
        </pc:picChg>
      </pc:sldChg>
      <pc:sldChg chg="modSp add mod">
        <pc:chgData name="Ms Alina Arshad" userId="cccdfd85-d35d-4453-9c6f-a463aae40722" providerId="ADAL" clId="{D7DEAE4E-3CA3-47E0-B777-F47022A727F5}" dt="2024-11-13T08:26:00.918" v="271" actId="5793"/>
        <pc:sldMkLst>
          <pc:docMk/>
          <pc:sldMk cId="0" sldId="279"/>
        </pc:sldMkLst>
        <pc:spChg chg="mod">
          <ac:chgData name="Ms Alina Arshad" userId="cccdfd85-d35d-4453-9c6f-a463aae40722" providerId="ADAL" clId="{D7DEAE4E-3CA3-47E0-B777-F47022A727F5}" dt="2024-11-13T08:25:47.051" v="265" actId="113"/>
          <ac:spMkLst>
            <pc:docMk/>
            <pc:sldMk cId="0" sldId="279"/>
            <ac:spMk id="235" creationId="{00000000-0000-0000-0000-000000000000}"/>
          </ac:spMkLst>
        </pc:spChg>
        <pc:spChg chg="mod">
          <ac:chgData name="Ms Alina Arshad" userId="cccdfd85-d35d-4453-9c6f-a463aae40722" providerId="ADAL" clId="{D7DEAE4E-3CA3-47E0-B777-F47022A727F5}" dt="2024-11-13T08:26:00.918" v="271" actId="5793"/>
          <ac:spMkLst>
            <pc:docMk/>
            <pc:sldMk cId="0" sldId="279"/>
            <ac:spMk id="236" creationId="{00000000-0000-0000-0000-000000000000}"/>
          </ac:spMkLst>
        </pc:spChg>
      </pc:sldChg>
      <pc:sldChg chg="modSp add mod">
        <pc:chgData name="Ms Alina Arshad" userId="cccdfd85-d35d-4453-9c6f-a463aae40722" providerId="ADAL" clId="{D7DEAE4E-3CA3-47E0-B777-F47022A727F5}" dt="2024-11-13T08:26:31.356" v="282" actId="403"/>
        <pc:sldMkLst>
          <pc:docMk/>
          <pc:sldMk cId="0" sldId="280"/>
        </pc:sldMkLst>
        <pc:spChg chg="mod">
          <ac:chgData name="Ms Alina Arshad" userId="cccdfd85-d35d-4453-9c6f-a463aae40722" providerId="ADAL" clId="{D7DEAE4E-3CA3-47E0-B777-F47022A727F5}" dt="2024-11-13T08:26:15.603" v="276" actId="113"/>
          <ac:spMkLst>
            <pc:docMk/>
            <pc:sldMk cId="0" sldId="280"/>
            <ac:spMk id="242" creationId="{00000000-0000-0000-0000-000000000000}"/>
          </ac:spMkLst>
        </pc:spChg>
        <pc:spChg chg="mod">
          <ac:chgData name="Ms Alina Arshad" userId="cccdfd85-d35d-4453-9c6f-a463aae40722" providerId="ADAL" clId="{D7DEAE4E-3CA3-47E0-B777-F47022A727F5}" dt="2024-11-13T08:26:31.356" v="282" actId="403"/>
          <ac:spMkLst>
            <pc:docMk/>
            <pc:sldMk cId="0" sldId="280"/>
            <ac:spMk id="243" creationId="{00000000-0000-0000-0000-000000000000}"/>
          </ac:spMkLst>
        </pc:spChg>
      </pc:sldChg>
      <pc:sldChg chg="modSp add mod">
        <pc:chgData name="Ms Alina Arshad" userId="cccdfd85-d35d-4453-9c6f-a463aae40722" providerId="ADAL" clId="{D7DEAE4E-3CA3-47E0-B777-F47022A727F5}" dt="2024-11-13T08:27:07.899" v="298" actId="20577"/>
        <pc:sldMkLst>
          <pc:docMk/>
          <pc:sldMk cId="0" sldId="281"/>
        </pc:sldMkLst>
        <pc:spChg chg="mod">
          <ac:chgData name="Ms Alina Arshad" userId="cccdfd85-d35d-4453-9c6f-a463aae40722" providerId="ADAL" clId="{D7DEAE4E-3CA3-47E0-B777-F47022A727F5}" dt="2024-11-13T08:26:42.474" v="285" actId="113"/>
          <ac:spMkLst>
            <pc:docMk/>
            <pc:sldMk cId="0" sldId="281"/>
            <ac:spMk id="249" creationId="{00000000-0000-0000-0000-000000000000}"/>
          </ac:spMkLst>
        </pc:spChg>
        <pc:spChg chg="mod">
          <ac:chgData name="Ms Alina Arshad" userId="cccdfd85-d35d-4453-9c6f-a463aae40722" providerId="ADAL" clId="{D7DEAE4E-3CA3-47E0-B777-F47022A727F5}" dt="2024-11-13T08:27:07.899" v="298" actId="20577"/>
          <ac:spMkLst>
            <pc:docMk/>
            <pc:sldMk cId="0" sldId="281"/>
            <ac:spMk id="250" creationId="{00000000-0000-0000-0000-000000000000}"/>
          </ac:spMkLst>
        </pc:spChg>
      </pc:sldChg>
      <pc:sldChg chg="modSp add mod">
        <pc:chgData name="Ms Alina Arshad" userId="cccdfd85-d35d-4453-9c6f-a463aae40722" providerId="ADAL" clId="{D7DEAE4E-3CA3-47E0-B777-F47022A727F5}" dt="2024-11-13T08:27:19.886" v="302" actId="12"/>
        <pc:sldMkLst>
          <pc:docMk/>
          <pc:sldMk cId="0" sldId="282"/>
        </pc:sldMkLst>
        <pc:spChg chg="mod">
          <ac:chgData name="Ms Alina Arshad" userId="cccdfd85-d35d-4453-9c6f-a463aae40722" providerId="ADAL" clId="{D7DEAE4E-3CA3-47E0-B777-F47022A727F5}" dt="2024-11-13T08:27:14.492" v="300" actId="113"/>
          <ac:spMkLst>
            <pc:docMk/>
            <pc:sldMk cId="0" sldId="282"/>
            <ac:spMk id="255" creationId="{00000000-0000-0000-0000-000000000000}"/>
          </ac:spMkLst>
        </pc:spChg>
        <pc:spChg chg="mod">
          <ac:chgData name="Ms Alina Arshad" userId="cccdfd85-d35d-4453-9c6f-a463aae40722" providerId="ADAL" clId="{D7DEAE4E-3CA3-47E0-B777-F47022A727F5}" dt="2024-11-13T08:27:19.886" v="302" actId="12"/>
          <ac:spMkLst>
            <pc:docMk/>
            <pc:sldMk cId="0" sldId="282"/>
            <ac:spMk id="256" creationId="{00000000-0000-0000-0000-000000000000}"/>
          </ac:spMkLst>
        </pc:spChg>
      </pc:sldChg>
      <pc:sldChg chg="addSp delSp modSp add mod setBg modClrScheme chgLayout">
        <pc:chgData name="Ms Alina Arshad" userId="cccdfd85-d35d-4453-9c6f-a463aae40722" providerId="ADAL" clId="{D7DEAE4E-3CA3-47E0-B777-F47022A727F5}" dt="2024-11-13T08:28:13.095" v="316" actId="26606"/>
        <pc:sldMkLst>
          <pc:docMk/>
          <pc:sldMk cId="0" sldId="283"/>
        </pc:sldMkLst>
        <pc:spChg chg="mod ord">
          <ac:chgData name="Ms Alina Arshad" userId="cccdfd85-d35d-4453-9c6f-a463aae40722" providerId="ADAL" clId="{D7DEAE4E-3CA3-47E0-B777-F47022A727F5}" dt="2024-11-13T08:28:13.095" v="316" actId="26606"/>
          <ac:spMkLst>
            <pc:docMk/>
            <pc:sldMk cId="0" sldId="283"/>
            <ac:spMk id="261" creationId="{00000000-0000-0000-0000-000000000000}"/>
          </ac:spMkLst>
        </pc:spChg>
        <pc:spChg chg="add del mod ord">
          <ac:chgData name="Ms Alina Arshad" userId="cccdfd85-d35d-4453-9c6f-a463aae40722" providerId="ADAL" clId="{D7DEAE4E-3CA3-47E0-B777-F47022A727F5}" dt="2024-11-13T08:28:13.095" v="316" actId="26606"/>
          <ac:spMkLst>
            <pc:docMk/>
            <pc:sldMk cId="0" sldId="283"/>
            <ac:spMk id="262" creationId="{00000000-0000-0000-0000-000000000000}"/>
          </ac:spMkLst>
        </pc:spChg>
        <pc:spChg chg="del mod ord">
          <ac:chgData name="Ms Alina Arshad" userId="cccdfd85-d35d-4453-9c6f-a463aae40722" providerId="ADAL" clId="{D7DEAE4E-3CA3-47E0-B777-F47022A727F5}" dt="2024-11-13T08:27:53.905" v="313" actId="478"/>
          <ac:spMkLst>
            <pc:docMk/>
            <pc:sldMk cId="0" sldId="283"/>
            <ac:spMk id="263" creationId="{00000000-0000-0000-0000-000000000000}"/>
          </ac:spMkLst>
        </pc:spChg>
        <pc:spChg chg="add">
          <ac:chgData name="Ms Alina Arshad" userId="cccdfd85-d35d-4453-9c6f-a463aae40722" providerId="ADAL" clId="{D7DEAE4E-3CA3-47E0-B777-F47022A727F5}" dt="2024-11-13T08:28:13.095" v="316" actId="26606"/>
          <ac:spMkLst>
            <pc:docMk/>
            <pc:sldMk cId="0" sldId="283"/>
            <ac:spMk id="265" creationId="{36D16D1E-4205-49F5-BD2A-DA769947C104}"/>
          </ac:spMkLst>
        </pc:spChg>
        <pc:spChg chg="add">
          <ac:chgData name="Ms Alina Arshad" userId="cccdfd85-d35d-4453-9c6f-a463aae40722" providerId="ADAL" clId="{D7DEAE4E-3CA3-47E0-B777-F47022A727F5}" dt="2024-11-13T08:28:13.095" v="316" actId="26606"/>
          <ac:spMkLst>
            <pc:docMk/>
            <pc:sldMk cId="0" sldId="283"/>
            <ac:spMk id="266" creationId="{012FD100-C039-4E03-B5E4-2EDFA7290AA6}"/>
          </ac:spMkLst>
        </pc:spChg>
        <pc:spChg chg="add del">
          <ac:chgData name="Ms Alina Arshad" userId="cccdfd85-d35d-4453-9c6f-a463aae40722" providerId="ADAL" clId="{D7DEAE4E-3CA3-47E0-B777-F47022A727F5}" dt="2024-11-13T08:28:11.020" v="315" actId="26606"/>
          <ac:spMkLst>
            <pc:docMk/>
            <pc:sldMk cId="0" sldId="283"/>
            <ac:spMk id="268" creationId="{36D16D1E-4205-49F5-BD2A-DA769947C104}"/>
          </ac:spMkLst>
        </pc:spChg>
        <pc:spChg chg="add">
          <ac:chgData name="Ms Alina Arshad" userId="cccdfd85-d35d-4453-9c6f-a463aae40722" providerId="ADAL" clId="{D7DEAE4E-3CA3-47E0-B777-F47022A727F5}" dt="2024-11-13T08:28:13.095" v="316" actId="26606"/>
          <ac:spMkLst>
            <pc:docMk/>
            <pc:sldMk cId="0" sldId="283"/>
            <ac:spMk id="269" creationId="{FB5993E2-C02B-4335-ABA5-D8EC465551E3}"/>
          </ac:spMkLst>
        </pc:spChg>
        <pc:spChg chg="add del">
          <ac:chgData name="Ms Alina Arshad" userId="cccdfd85-d35d-4453-9c6f-a463aae40722" providerId="ADAL" clId="{D7DEAE4E-3CA3-47E0-B777-F47022A727F5}" dt="2024-11-13T08:28:11.020" v="315" actId="26606"/>
          <ac:spMkLst>
            <pc:docMk/>
            <pc:sldMk cId="0" sldId="283"/>
            <ac:spMk id="270" creationId="{012FD100-C039-4E03-B5E4-2EDFA7290AA6}"/>
          </ac:spMkLst>
        </pc:spChg>
        <pc:spChg chg="add">
          <ac:chgData name="Ms Alina Arshad" userId="cccdfd85-d35d-4453-9c6f-a463aae40722" providerId="ADAL" clId="{D7DEAE4E-3CA3-47E0-B777-F47022A727F5}" dt="2024-11-13T08:28:13.095" v="316" actId="26606"/>
          <ac:spMkLst>
            <pc:docMk/>
            <pc:sldMk cId="0" sldId="283"/>
            <ac:spMk id="271" creationId="{C0B801A2-5622-4BE8-9AD2-C337A2CD0022}"/>
          </ac:spMkLst>
        </pc:spChg>
        <pc:spChg chg="add">
          <ac:chgData name="Ms Alina Arshad" userId="cccdfd85-d35d-4453-9c6f-a463aae40722" providerId="ADAL" clId="{D7DEAE4E-3CA3-47E0-B777-F47022A727F5}" dt="2024-11-13T08:28:13.095" v="316" actId="26606"/>
          <ac:spMkLst>
            <pc:docMk/>
            <pc:sldMk cId="0" sldId="283"/>
            <ac:spMk id="273" creationId="{B7AF614F-5BC3-4086-99F5-B87C5847A071}"/>
          </ac:spMkLst>
        </pc:spChg>
        <pc:spChg chg="add del">
          <ac:chgData name="Ms Alina Arshad" userId="cccdfd85-d35d-4453-9c6f-a463aae40722" providerId="ADAL" clId="{D7DEAE4E-3CA3-47E0-B777-F47022A727F5}" dt="2024-11-13T08:28:11.020" v="315" actId="26606"/>
          <ac:spMkLst>
            <pc:docMk/>
            <pc:sldMk cId="0" sldId="283"/>
            <ac:spMk id="274" creationId="{FB5993E2-C02B-4335-ABA5-D8EC465551E3}"/>
          </ac:spMkLst>
        </pc:spChg>
        <pc:spChg chg="add del">
          <ac:chgData name="Ms Alina Arshad" userId="cccdfd85-d35d-4453-9c6f-a463aae40722" providerId="ADAL" clId="{D7DEAE4E-3CA3-47E0-B777-F47022A727F5}" dt="2024-11-13T08:28:11.020" v="315" actId="26606"/>
          <ac:spMkLst>
            <pc:docMk/>
            <pc:sldMk cId="0" sldId="283"/>
            <ac:spMk id="276" creationId="{C0B801A2-5622-4BE8-9AD2-C337A2CD0022}"/>
          </ac:spMkLst>
        </pc:spChg>
        <pc:spChg chg="add del">
          <ac:chgData name="Ms Alina Arshad" userId="cccdfd85-d35d-4453-9c6f-a463aae40722" providerId="ADAL" clId="{D7DEAE4E-3CA3-47E0-B777-F47022A727F5}" dt="2024-11-13T08:28:11.020" v="315" actId="26606"/>
          <ac:spMkLst>
            <pc:docMk/>
            <pc:sldMk cId="0" sldId="283"/>
            <ac:spMk id="278" creationId="{B7AF614F-5BC3-4086-99F5-B87C5847A071}"/>
          </ac:spMkLst>
        </pc:spChg>
        <pc:graphicFrameChg chg="add del">
          <ac:chgData name="Ms Alina Arshad" userId="cccdfd85-d35d-4453-9c6f-a463aae40722" providerId="ADAL" clId="{D7DEAE4E-3CA3-47E0-B777-F47022A727F5}" dt="2024-11-13T08:28:11.020" v="315" actId="26606"/>
          <ac:graphicFrameMkLst>
            <pc:docMk/>
            <pc:sldMk cId="0" sldId="283"/>
            <ac:graphicFrameMk id="264" creationId="{0E3AFC86-58E4-C7F9-EFCE-299193F22CFB}"/>
          </ac:graphicFrameMkLst>
        </pc:graphicFrameChg>
        <pc:graphicFrameChg chg="add">
          <ac:chgData name="Ms Alina Arshad" userId="cccdfd85-d35d-4453-9c6f-a463aae40722" providerId="ADAL" clId="{D7DEAE4E-3CA3-47E0-B777-F47022A727F5}" dt="2024-11-13T08:28:13.095" v="316" actId="26606"/>
          <ac:graphicFrameMkLst>
            <pc:docMk/>
            <pc:sldMk cId="0" sldId="283"/>
            <ac:graphicFrameMk id="275" creationId="{0E3AFC86-58E4-C7F9-EFCE-299193F22CFB}"/>
          </ac:graphicFrameMkLst>
        </pc:graphicFrameChg>
        <pc:cxnChg chg="add">
          <ac:chgData name="Ms Alina Arshad" userId="cccdfd85-d35d-4453-9c6f-a463aae40722" providerId="ADAL" clId="{D7DEAE4E-3CA3-47E0-B777-F47022A727F5}" dt="2024-11-13T08:28:13.095" v="316" actId="26606"/>
          <ac:cxnSpMkLst>
            <pc:docMk/>
            <pc:sldMk cId="0" sldId="283"/>
            <ac:cxnSpMk id="267" creationId="{4418FCD2-8448-4A81-8EB4-72250F7827B4}"/>
          </ac:cxnSpMkLst>
        </pc:cxnChg>
        <pc:cxnChg chg="add del">
          <ac:chgData name="Ms Alina Arshad" userId="cccdfd85-d35d-4453-9c6f-a463aae40722" providerId="ADAL" clId="{D7DEAE4E-3CA3-47E0-B777-F47022A727F5}" dt="2024-11-13T08:28:11.020" v="315" actId="26606"/>
          <ac:cxnSpMkLst>
            <pc:docMk/>
            <pc:sldMk cId="0" sldId="283"/>
            <ac:cxnSpMk id="272" creationId="{4418FCD2-8448-4A81-8EB4-72250F7827B4}"/>
          </ac:cxnSpMkLst>
        </pc:cxnChg>
      </pc:sldChg>
      <pc:sldChg chg="addSp modSp add mod setBg modClrScheme chgLayout">
        <pc:chgData name="Ms Alina Arshad" userId="cccdfd85-d35d-4453-9c6f-a463aae40722" providerId="ADAL" clId="{D7DEAE4E-3CA3-47E0-B777-F47022A727F5}" dt="2024-11-13T08:28:44.386" v="322" actId="113"/>
        <pc:sldMkLst>
          <pc:docMk/>
          <pc:sldMk cId="0" sldId="284"/>
        </pc:sldMkLst>
        <pc:spChg chg="mod ord">
          <ac:chgData name="Ms Alina Arshad" userId="cccdfd85-d35d-4453-9c6f-a463aae40722" providerId="ADAL" clId="{D7DEAE4E-3CA3-47E0-B777-F47022A727F5}" dt="2024-11-13T08:28:44.386" v="322" actId="113"/>
          <ac:spMkLst>
            <pc:docMk/>
            <pc:sldMk cId="0" sldId="284"/>
            <ac:spMk id="268" creationId="{00000000-0000-0000-0000-000000000000}"/>
          </ac:spMkLst>
        </pc:spChg>
        <pc:spChg chg="mod ord">
          <ac:chgData name="Ms Alina Arshad" userId="cccdfd85-d35d-4453-9c6f-a463aae40722" providerId="ADAL" clId="{D7DEAE4E-3CA3-47E0-B777-F47022A727F5}" dt="2024-11-13T08:28:32.075" v="318" actId="26606"/>
          <ac:spMkLst>
            <pc:docMk/>
            <pc:sldMk cId="0" sldId="284"/>
            <ac:spMk id="269" creationId="{00000000-0000-0000-0000-000000000000}"/>
          </ac:spMkLst>
        </pc:spChg>
        <pc:spChg chg="add">
          <ac:chgData name="Ms Alina Arshad" userId="cccdfd85-d35d-4453-9c6f-a463aae40722" providerId="ADAL" clId="{D7DEAE4E-3CA3-47E0-B777-F47022A727F5}" dt="2024-11-13T08:28:32.075" v="318" actId="26606"/>
          <ac:spMkLst>
            <pc:docMk/>
            <pc:sldMk cId="0" sldId="284"/>
            <ac:spMk id="275" creationId="{7D379150-F6B4-45C8-BE10-6B278AD400EB}"/>
          </ac:spMkLst>
        </pc:spChg>
        <pc:spChg chg="add">
          <ac:chgData name="Ms Alina Arshad" userId="cccdfd85-d35d-4453-9c6f-a463aae40722" providerId="ADAL" clId="{D7DEAE4E-3CA3-47E0-B777-F47022A727F5}" dt="2024-11-13T08:28:32.075" v="318" actId="26606"/>
          <ac:spMkLst>
            <pc:docMk/>
            <pc:sldMk cId="0" sldId="284"/>
            <ac:spMk id="277" creationId="{5FFCF544-A370-4A5D-A95F-CA6E0E7191E6}"/>
          </ac:spMkLst>
        </pc:spChg>
        <pc:picChg chg="mod">
          <ac:chgData name="Ms Alina Arshad" userId="cccdfd85-d35d-4453-9c6f-a463aae40722" providerId="ADAL" clId="{D7DEAE4E-3CA3-47E0-B777-F47022A727F5}" dt="2024-11-13T08:28:38.136" v="320" actId="1076"/>
          <ac:picMkLst>
            <pc:docMk/>
            <pc:sldMk cId="0" sldId="284"/>
            <ac:picMk id="270" creationId="{00000000-0000-0000-0000-000000000000}"/>
          </ac:picMkLst>
        </pc:picChg>
        <pc:cxnChg chg="add">
          <ac:chgData name="Ms Alina Arshad" userId="cccdfd85-d35d-4453-9c6f-a463aae40722" providerId="ADAL" clId="{D7DEAE4E-3CA3-47E0-B777-F47022A727F5}" dt="2024-11-13T08:28:32.075" v="318" actId="26606"/>
          <ac:cxnSpMkLst>
            <pc:docMk/>
            <pc:sldMk cId="0" sldId="284"/>
            <ac:cxnSpMk id="279" creationId="{6EEB3B97-A638-498B-8083-54191CE71E01}"/>
          </ac:cxnSpMkLst>
        </pc:cxnChg>
      </pc:sldChg>
      <pc:sldChg chg="modSp add mod">
        <pc:chgData name="Ms Alina Arshad" userId="cccdfd85-d35d-4453-9c6f-a463aae40722" providerId="ADAL" clId="{D7DEAE4E-3CA3-47E0-B777-F47022A727F5}" dt="2024-11-13T08:31:12.675" v="331" actId="207"/>
        <pc:sldMkLst>
          <pc:docMk/>
          <pc:sldMk cId="0" sldId="285"/>
        </pc:sldMkLst>
        <pc:spChg chg="mod">
          <ac:chgData name="Ms Alina Arshad" userId="cccdfd85-d35d-4453-9c6f-a463aae40722" providerId="ADAL" clId="{D7DEAE4E-3CA3-47E0-B777-F47022A727F5}" dt="2024-11-13T08:31:02.602" v="327" actId="113"/>
          <ac:spMkLst>
            <pc:docMk/>
            <pc:sldMk cId="0" sldId="285"/>
            <ac:spMk id="275" creationId="{00000000-0000-0000-0000-000000000000}"/>
          </ac:spMkLst>
        </pc:spChg>
        <pc:spChg chg="mod">
          <ac:chgData name="Ms Alina Arshad" userId="cccdfd85-d35d-4453-9c6f-a463aae40722" providerId="ADAL" clId="{D7DEAE4E-3CA3-47E0-B777-F47022A727F5}" dt="2024-11-13T08:31:12.675" v="331" actId="207"/>
          <ac:spMkLst>
            <pc:docMk/>
            <pc:sldMk cId="0" sldId="285"/>
            <ac:spMk id="276" creationId="{00000000-0000-0000-0000-000000000000}"/>
          </ac:spMkLst>
        </pc:spChg>
      </pc:sldChg>
      <pc:sldChg chg="modSp add mod modClrScheme chgLayout">
        <pc:chgData name="Ms Alina Arshad" userId="cccdfd85-d35d-4453-9c6f-a463aae40722" providerId="ADAL" clId="{D7DEAE4E-3CA3-47E0-B777-F47022A727F5}" dt="2024-11-13T08:31:24.604" v="333" actId="700"/>
        <pc:sldMkLst>
          <pc:docMk/>
          <pc:sldMk cId="0" sldId="286"/>
        </pc:sldMkLst>
        <pc:picChg chg="mod">
          <ac:chgData name="Ms Alina Arshad" userId="cccdfd85-d35d-4453-9c6f-a463aae40722" providerId="ADAL" clId="{D7DEAE4E-3CA3-47E0-B777-F47022A727F5}" dt="2024-11-13T08:31:21.193" v="332" actId="1076"/>
          <ac:picMkLst>
            <pc:docMk/>
            <pc:sldMk cId="0" sldId="286"/>
            <ac:picMk id="284" creationId="{00000000-0000-0000-0000-000000000000}"/>
          </ac:picMkLst>
        </pc:picChg>
      </pc:sldChg>
      <pc:sldChg chg="delSp modSp add mod modClrScheme chgLayout">
        <pc:chgData name="Ms Alina Arshad" userId="cccdfd85-d35d-4453-9c6f-a463aae40722" providerId="ADAL" clId="{D7DEAE4E-3CA3-47E0-B777-F47022A727F5}" dt="2024-11-13T08:31:47.393" v="342" actId="478"/>
        <pc:sldMkLst>
          <pc:docMk/>
          <pc:sldMk cId="0" sldId="287"/>
        </pc:sldMkLst>
        <pc:spChg chg="del mod ord">
          <ac:chgData name="Ms Alina Arshad" userId="cccdfd85-d35d-4453-9c6f-a463aae40722" providerId="ADAL" clId="{D7DEAE4E-3CA3-47E0-B777-F47022A727F5}" dt="2024-11-13T08:31:47.393" v="342" actId="478"/>
          <ac:spMkLst>
            <pc:docMk/>
            <pc:sldMk cId="0" sldId="287"/>
            <ac:spMk id="289" creationId="{00000000-0000-0000-0000-000000000000}"/>
          </ac:spMkLst>
        </pc:spChg>
        <pc:picChg chg="mod">
          <ac:chgData name="Ms Alina Arshad" userId="cccdfd85-d35d-4453-9c6f-a463aae40722" providerId="ADAL" clId="{D7DEAE4E-3CA3-47E0-B777-F47022A727F5}" dt="2024-11-13T08:31:33.200" v="335" actId="1076"/>
          <ac:picMkLst>
            <pc:docMk/>
            <pc:sldMk cId="0" sldId="287"/>
            <ac:picMk id="290" creationId="{00000000-0000-0000-0000-000000000000}"/>
          </ac:picMkLst>
        </pc:picChg>
        <pc:picChg chg="mod">
          <ac:chgData name="Ms Alina Arshad" userId="cccdfd85-d35d-4453-9c6f-a463aae40722" providerId="ADAL" clId="{D7DEAE4E-3CA3-47E0-B777-F47022A727F5}" dt="2024-11-13T08:31:39.345" v="338" actId="1076"/>
          <ac:picMkLst>
            <pc:docMk/>
            <pc:sldMk cId="0" sldId="287"/>
            <ac:picMk id="291" creationId="{00000000-0000-0000-0000-000000000000}"/>
          </ac:picMkLst>
        </pc:picChg>
        <pc:picChg chg="mod">
          <ac:chgData name="Ms Alina Arshad" userId="cccdfd85-d35d-4453-9c6f-a463aae40722" providerId="ADAL" clId="{D7DEAE4E-3CA3-47E0-B777-F47022A727F5}" dt="2024-11-13T08:31:41.321" v="339" actId="1076"/>
          <ac:picMkLst>
            <pc:docMk/>
            <pc:sldMk cId="0" sldId="287"/>
            <ac:picMk id="292" creationId="{00000000-0000-0000-0000-000000000000}"/>
          </ac:picMkLst>
        </pc:picChg>
        <pc:picChg chg="mod">
          <ac:chgData name="Ms Alina Arshad" userId="cccdfd85-d35d-4453-9c6f-a463aae40722" providerId="ADAL" clId="{D7DEAE4E-3CA3-47E0-B777-F47022A727F5}" dt="2024-11-13T08:31:45.385" v="341" actId="1076"/>
          <ac:picMkLst>
            <pc:docMk/>
            <pc:sldMk cId="0" sldId="287"/>
            <ac:picMk id="293" creationId="{00000000-0000-0000-0000-000000000000}"/>
          </ac:picMkLst>
        </pc:picChg>
      </pc:sldChg>
      <pc:sldChg chg="modSp add mod">
        <pc:chgData name="Ms Alina Arshad" userId="cccdfd85-d35d-4453-9c6f-a463aae40722" providerId="ADAL" clId="{D7DEAE4E-3CA3-47E0-B777-F47022A727F5}" dt="2024-11-13T08:32:12.273" v="349" actId="1076"/>
        <pc:sldMkLst>
          <pc:docMk/>
          <pc:sldMk cId="0" sldId="288"/>
        </pc:sldMkLst>
        <pc:spChg chg="mod">
          <ac:chgData name="Ms Alina Arshad" userId="cccdfd85-d35d-4453-9c6f-a463aae40722" providerId="ADAL" clId="{D7DEAE4E-3CA3-47E0-B777-F47022A727F5}" dt="2024-11-13T08:32:01.194" v="344" actId="207"/>
          <ac:spMkLst>
            <pc:docMk/>
            <pc:sldMk cId="0" sldId="288"/>
            <ac:spMk id="298" creationId="{00000000-0000-0000-0000-000000000000}"/>
          </ac:spMkLst>
        </pc:spChg>
        <pc:spChg chg="mod">
          <ac:chgData name="Ms Alina Arshad" userId="cccdfd85-d35d-4453-9c6f-a463aae40722" providerId="ADAL" clId="{D7DEAE4E-3CA3-47E0-B777-F47022A727F5}" dt="2024-11-13T08:32:09.957" v="347" actId="207"/>
          <ac:spMkLst>
            <pc:docMk/>
            <pc:sldMk cId="0" sldId="288"/>
            <ac:spMk id="300" creationId="{00000000-0000-0000-0000-000000000000}"/>
          </ac:spMkLst>
        </pc:spChg>
        <pc:picChg chg="mod">
          <ac:chgData name="Ms Alina Arshad" userId="cccdfd85-d35d-4453-9c6f-a463aae40722" providerId="ADAL" clId="{D7DEAE4E-3CA3-47E0-B777-F47022A727F5}" dt="2024-11-13T08:32:12.273" v="349" actId="1076"/>
          <ac:picMkLst>
            <pc:docMk/>
            <pc:sldMk cId="0" sldId="288"/>
            <ac:picMk id="299" creationId="{00000000-0000-0000-0000-000000000000}"/>
          </ac:picMkLst>
        </pc:picChg>
      </pc:sldChg>
      <pc:sldChg chg="modSp add mod modClrScheme chgLayout">
        <pc:chgData name="Ms Alina Arshad" userId="cccdfd85-d35d-4453-9c6f-a463aae40722" providerId="ADAL" clId="{D7DEAE4E-3CA3-47E0-B777-F47022A727F5}" dt="2024-11-13T08:32:26.913" v="352" actId="1076"/>
        <pc:sldMkLst>
          <pc:docMk/>
          <pc:sldMk cId="0" sldId="289"/>
        </pc:sldMkLst>
        <pc:spChg chg="mod ord">
          <ac:chgData name="Ms Alina Arshad" userId="cccdfd85-d35d-4453-9c6f-a463aae40722" providerId="ADAL" clId="{D7DEAE4E-3CA3-47E0-B777-F47022A727F5}" dt="2024-11-13T08:32:26.913" v="352" actId="1076"/>
          <ac:spMkLst>
            <pc:docMk/>
            <pc:sldMk cId="0" sldId="289"/>
            <ac:spMk id="305" creationId="{00000000-0000-0000-0000-000000000000}"/>
          </ac:spMkLst>
        </pc:spChg>
        <pc:picChg chg="mod">
          <ac:chgData name="Ms Alina Arshad" userId="cccdfd85-d35d-4453-9c6f-a463aae40722" providerId="ADAL" clId="{D7DEAE4E-3CA3-47E0-B777-F47022A727F5}" dt="2024-11-13T08:32:23.864" v="351" actId="1076"/>
          <ac:picMkLst>
            <pc:docMk/>
            <pc:sldMk cId="0" sldId="289"/>
            <ac:picMk id="306" creationId="{00000000-0000-0000-0000-000000000000}"/>
          </ac:picMkLst>
        </pc:picChg>
      </pc:sldChg>
      <pc:sldChg chg="modSp add mod">
        <pc:chgData name="Ms Alina Arshad" userId="cccdfd85-d35d-4453-9c6f-a463aae40722" providerId="ADAL" clId="{D7DEAE4E-3CA3-47E0-B777-F47022A727F5}" dt="2024-11-13T08:33:11.080" v="364" actId="1076"/>
        <pc:sldMkLst>
          <pc:docMk/>
          <pc:sldMk cId="0" sldId="290"/>
        </pc:sldMkLst>
        <pc:spChg chg="mod">
          <ac:chgData name="Ms Alina Arshad" userId="cccdfd85-d35d-4453-9c6f-a463aae40722" providerId="ADAL" clId="{D7DEAE4E-3CA3-47E0-B777-F47022A727F5}" dt="2024-11-13T08:32:46.161" v="357" actId="113"/>
          <ac:spMkLst>
            <pc:docMk/>
            <pc:sldMk cId="0" sldId="290"/>
            <ac:spMk id="311" creationId="{00000000-0000-0000-0000-000000000000}"/>
          </ac:spMkLst>
        </pc:spChg>
        <pc:spChg chg="mod">
          <ac:chgData name="Ms Alina Arshad" userId="cccdfd85-d35d-4453-9c6f-a463aae40722" providerId="ADAL" clId="{D7DEAE4E-3CA3-47E0-B777-F47022A727F5}" dt="2024-11-13T08:33:07.630" v="363" actId="207"/>
          <ac:spMkLst>
            <pc:docMk/>
            <pc:sldMk cId="0" sldId="290"/>
            <ac:spMk id="312" creationId="{00000000-0000-0000-0000-000000000000}"/>
          </ac:spMkLst>
        </pc:spChg>
        <pc:spChg chg="mod">
          <ac:chgData name="Ms Alina Arshad" userId="cccdfd85-d35d-4453-9c6f-a463aae40722" providerId="ADAL" clId="{D7DEAE4E-3CA3-47E0-B777-F47022A727F5}" dt="2024-11-13T08:33:04.813" v="362" actId="207"/>
          <ac:spMkLst>
            <pc:docMk/>
            <pc:sldMk cId="0" sldId="290"/>
            <ac:spMk id="315" creationId="{00000000-0000-0000-0000-000000000000}"/>
          </ac:spMkLst>
        </pc:spChg>
        <pc:picChg chg="mod">
          <ac:chgData name="Ms Alina Arshad" userId="cccdfd85-d35d-4453-9c6f-a463aae40722" providerId="ADAL" clId="{D7DEAE4E-3CA3-47E0-B777-F47022A727F5}" dt="2024-11-13T08:33:11.080" v="364" actId="1076"/>
          <ac:picMkLst>
            <pc:docMk/>
            <pc:sldMk cId="0" sldId="290"/>
            <ac:picMk id="314" creationId="{00000000-0000-0000-0000-000000000000}"/>
          </ac:picMkLst>
        </pc:picChg>
      </pc:sldChg>
      <pc:sldChg chg="modSp add mod">
        <pc:chgData name="Ms Alina Arshad" userId="cccdfd85-d35d-4453-9c6f-a463aae40722" providerId="ADAL" clId="{D7DEAE4E-3CA3-47E0-B777-F47022A727F5}" dt="2024-11-13T08:33:18.913" v="367" actId="113"/>
        <pc:sldMkLst>
          <pc:docMk/>
          <pc:sldMk cId="0" sldId="291"/>
        </pc:sldMkLst>
        <pc:spChg chg="mod">
          <ac:chgData name="Ms Alina Arshad" userId="cccdfd85-d35d-4453-9c6f-a463aae40722" providerId="ADAL" clId="{D7DEAE4E-3CA3-47E0-B777-F47022A727F5}" dt="2024-11-13T08:33:18.913" v="367" actId="113"/>
          <ac:spMkLst>
            <pc:docMk/>
            <pc:sldMk cId="0" sldId="291"/>
            <ac:spMk id="320" creationId="{00000000-0000-0000-0000-000000000000}"/>
          </ac:spMkLst>
        </pc:spChg>
        <pc:picChg chg="mod">
          <ac:chgData name="Ms Alina Arshad" userId="cccdfd85-d35d-4453-9c6f-a463aae40722" providerId="ADAL" clId="{D7DEAE4E-3CA3-47E0-B777-F47022A727F5}" dt="2024-11-13T08:33:15.657" v="365" actId="1076"/>
          <ac:picMkLst>
            <pc:docMk/>
            <pc:sldMk cId="0" sldId="291"/>
            <ac:picMk id="321" creationId="{00000000-0000-0000-0000-000000000000}"/>
          </ac:picMkLst>
        </pc:picChg>
      </pc:sldChg>
      <pc:sldChg chg="modSp add mod modClrScheme chgLayout">
        <pc:chgData name="Ms Alina Arshad" userId="cccdfd85-d35d-4453-9c6f-a463aae40722" providerId="ADAL" clId="{D7DEAE4E-3CA3-47E0-B777-F47022A727F5}" dt="2024-11-13T08:33:29.672" v="371" actId="1076"/>
        <pc:sldMkLst>
          <pc:docMk/>
          <pc:sldMk cId="0" sldId="292"/>
        </pc:sldMkLst>
        <pc:spChg chg="mod">
          <ac:chgData name="Ms Alina Arshad" userId="cccdfd85-d35d-4453-9c6f-a463aae40722" providerId="ADAL" clId="{D7DEAE4E-3CA3-47E0-B777-F47022A727F5}" dt="2024-11-13T08:33:29.672" v="371" actId="1076"/>
          <ac:spMkLst>
            <pc:docMk/>
            <pc:sldMk cId="0" sldId="292"/>
            <ac:spMk id="327" creationId="{00000000-0000-0000-0000-000000000000}"/>
          </ac:spMkLst>
        </pc:spChg>
        <pc:picChg chg="mod">
          <ac:chgData name="Ms Alina Arshad" userId="cccdfd85-d35d-4453-9c6f-a463aae40722" providerId="ADAL" clId="{D7DEAE4E-3CA3-47E0-B777-F47022A727F5}" dt="2024-11-13T08:33:24.847" v="369" actId="1076"/>
          <ac:picMkLst>
            <pc:docMk/>
            <pc:sldMk cId="0" sldId="292"/>
            <ac:picMk id="326" creationId="{00000000-0000-0000-0000-000000000000}"/>
          </ac:picMkLst>
        </pc:picChg>
      </pc:sldChg>
      <pc:sldChg chg="modSp add mod">
        <pc:chgData name="Ms Alina Arshad" userId="cccdfd85-d35d-4453-9c6f-a463aae40722" providerId="ADAL" clId="{D7DEAE4E-3CA3-47E0-B777-F47022A727F5}" dt="2024-11-13T08:33:45.843" v="378" actId="207"/>
        <pc:sldMkLst>
          <pc:docMk/>
          <pc:sldMk cId="0" sldId="293"/>
        </pc:sldMkLst>
        <pc:spChg chg="mod">
          <ac:chgData name="Ms Alina Arshad" userId="cccdfd85-d35d-4453-9c6f-a463aae40722" providerId="ADAL" clId="{D7DEAE4E-3CA3-47E0-B777-F47022A727F5}" dt="2024-11-13T08:33:39.779" v="375" actId="113"/>
          <ac:spMkLst>
            <pc:docMk/>
            <pc:sldMk cId="0" sldId="293"/>
            <ac:spMk id="332" creationId="{00000000-0000-0000-0000-000000000000}"/>
          </ac:spMkLst>
        </pc:spChg>
        <pc:spChg chg="mod">
          <ac:chgData name="Ms Alina Arshad" userId="cccdfd85-d35d-4453-9c6f-a463aae40722" providerId="ADAL" clId="{D7DEAE4E-3CA3-47E0-B777-F47022A727F5}" dt="2024-11-13T08:33:45.843" v="378" actId="207"/>
          <ac:spMkLst>
            <pc:docMk/>
            <pc:sldMk cId="0" sldId="293"/>
            <ac:spMk id="333" creationId="{00000000-0000-0000-0000-000000000000}"/>
          </ac:spMkLst>
        </pc:spChg>
      </pc:sldChg>
      <pc:sldChg chg="modSp add mod">
        <pc:chgData name="Ms Alina Arshad" userId="cccdfd85-d35d-4453-9c6f-a463aae40722" providerId="ADAL" clId="{D7DEAE4E-3CA3-47E0-B777-F47022A727F5}" dt="2024-11-13T08:35:14.690" v="388" actId="5793"/>
        <pc:sldMkLst>
          <pc:docMk/>
          <pc:sldMk cId="0" sldId="294"/>
        </pc:sldMkLst>
        <pc:spChg chg="mod">
          <ac:chgData name="Ms Alina Arshad" userId="cccdfd85-d35d-4453-9c6f-a463aae40722" providerId="ADAL" clId="{D7DEAE4E-3CA3-47E0-B777-F47022A727F5}" dt="2024-11-13T08:34:48.201" v="382" actId="207"/>
          <ac:spMkLst>
            <pc:docMk/>
            <pc:sldMk cId="0" sldId="294"/>
            <ac:spMk id="339" creationId="{00000000-0000-0000-0000-000000000000}"/>
          </ac:spMkLst>
        </pc:spChg>
        <pc:spChg chg="mod">
          <ac:chgData name="Ms Alina Arshad" userId="cccdfd85-d35d-4453-9c6f-a463aae40722" providerId="ADAL" clId="{D7DEAE4E-3CA3-47E0-B777-F47022A727F5}" dt="2024-11-13T08:35:14.690" v="388" actId="5793"/>
          <ac:spMkLst>
            <pc:docMk/>
            <pc:sldMk cId="0" sldId="294"/>
            <ac:spMk id="340" creationId="{00000000-0000-0000-0000-000000000000}"/>
          </ac:spMkLst>
        </pc:spChg>
      </pc:sldChg>
      <pc:sldChg chg="modSp add mod">
        <pc:chgData name="Ms Alina Arshad" userId="cccdfd85-d35d-4453-9c6f-a463aae40722" providerId="ADAL" clId="{D7DEAE4E-3CA3-47E0-B777-F47022A727F5}" dt="2024-11-13T08:35:43.449" v="398" actId="207"/>
        <pc:sldMkLst>
          <pc:docMk/>
          <pc:sldMk cId="0" sldId="295"/>
        </pc:sldMkLst>
        <pc:spChg chg="mod">
          <ac:chgData name="Ms Alina Arshad" userId="cccdfd85-d35d-4453-9c6f-a463aae40722" providerId="ADAL" clId="{D7DEAE4E-3CA3-47E0-B777-F47022A727F5}" dt="2024-11-13T08:35:33.113" v="394" actId="207"/>
          <ac:spMkLst>
            <pc:docMk/>
            <pc:sldMk cId="0" sldId="295"/>
            <ac:spMk id="346" creationId="{00000000-0000-0000-0000-000000000000}"/>
          </ac:spMkLst>
        </pc:spChg>
        <pc:spChg chg="mod">
          <ac:chgData name="Ms Alina Arshad" userId="cccdfd85-d35d-4453-9c6f-a463aae40722" providerId="ADAL" clId="{D7DEAE4E-3CA3-47E0-B777-F47022A727F5}" dt="2024-11-13T08:35:43.449" v="398" actId="207"/>
          <ac:spMkLst>
            <pc:docMk/>
            <pc:sldMk cId="0" sldId="295"/>
            <ac:spMk id="347" creationId="{00000000-0000-0000-0000-000000000000}"/>
          </ac:spMkLst>
        </pc:spChg>
      </pc:sldChg>
      <pc:sldChg chg="modSp add mod">
        <pc:chgData name="Ms Alina Arshad" userId="cccdfd85-d35d-4453-9c6f-a463aae40722" providerId="ADAL" clId="{D7DEAE4E-3CA3-47E0-B777-F47022A727F5}" dt="2024-11-13T08:36:02.819" v="400" actId="207"/>
        <pc:sldMkLst>
          <pc:docMk/>
          <pc:sldMk cId="0" sldId="296"/>
        </pc:sldMkLst>
        <pc:spChg chg="mod">
          <ac:chgData name="Ms Alina Arshad" userId="cccdfd85-d35d-4453-9c6f-a463aae40722" providerId="ADAL" clId="{D7DEAE4E-3CA3-47E0-B777-F47022A727F5}" dt="2024-11-13T08:36:00.489" v="399" actId="207"/>
          <ac:spMkLst>
            <pc:docMk/>
            <pc:sldMk cId="0" sldId="296"/>
            <ac:spMk id="352" creationId="{00000000-0000-0000-0000-000000000000}"/>
          </ac:spMkLst>
        </pc:spChg>
        <pc:spChg chg="mod">
          <ac:chgData name="Ms Alina Arshad" userId="cccdfd85-d35d-4453-9c6f-a463aae40722" providerId="ADAL" clId="{D7DEAE4E-3CA3-47E0-B777-F47022A727F5}" dt="2024-11-13T08:36:02.819" v="400" actId="207"/>
          <ac:spMkLst>
            <pc:docMk/>
            <pc:sldMk cId="0" sldId="296"/>
            <ac:spMk id="353" creationId="{00000000-0000-0000-0000-000000000000}"/>
          </ac:spMkLst>
        </pc:spChg>
      </pc:sldChg>
      <pc:sldChg chg="modSp add mod">
        <pc:chgData name="Ms Alina Arshad" userId="cccdfd85-d35d-4453-9c6f-a463aae40722" providerId="ADAL" clId="{D7DEAE4E-3CA3-47E0-B777-F47022A727F5}" dt="2024-11-13T08:36:10.137" v="402" actId="207"/>
        <pc:sldMkLst>
          <pc:docMk/>
          <pc:sldMk cId="0" sldId="297"/>
        </pc:sldMkLst>
        <pc:spChg chg="mod">
          <ac:chgData name="Ms Alina Arshad" userId="cccdfd85-d35d-4453-9c6f-a463aae40722" providerId="ADAL" clId="{D7DEAE4E-3CA3-47E0-B777-F47022A727F5}" dt="2024-11-13T08:36:10.137" v="402" actId="207"/>
          <ac:spMkLst>
            <pc:docMk/>
            <pc:sldMk cId="0" sldId="297"/>
            <ac:spMk id="358" creationId="{00000000-0000-0000-0000-000000000000}"/>
          </ac:spMkLst>
        </pc:spChg>
        <pc:spChg chg="mod">
          <ac:chgData name="Ms Alina Arshad" userId="cccdfd85-d35d-4453-9c6f-a463aae40722" providerId="ADAL" clId="{D7DEAE4E-3CA3-47E0-B777-F47022A727F5}" dt="2024-11-13T08:36:07.314" v="401" actId="207"/>
          <ac:spMkLst>
            <pc:docMk/>
            <pc:sldMk cId="0" sldId="297"/>
            <ac:spMk id="359" creationId="{00000000-0000-0000-0000-000000000000}"/>
          </ac:spMkLst>
        </pc:spChg>
      </pc:sldChg>
      <pc:sldChg chg="modSp add mod modClrScheme chgLayout">
        <pc:chgData name="Ms Alina Arshad" userId="cccdfd85-d35d-4453-9c6f-a463aae40722" providerId="ADAL" clId="{D7DEAE4E-3CA3-47E0-B777-F47022A727F5}" dt="2024-11-13T08:36:23.289" v="406" actId="113"/>
        <pc:sldMkLst>
          <pc:docMk/>
          <pc:sldMk cId="0" sldId="298"/>
        </pc:sldMkLst>
        <pc:spChg chg="mod ord">
          <ac:chgData name="Ms Alina Arshad" userId="cccdfd85-d35d-4453-9c6f-a463aae40722" providerId="ADAL" clId="{D7DEAE4E-3CA3-47E0-B777-F47022A727F5}" dt="2024-11-13T08:36:23.289" v="406" actId="113"/>
          <ac:spMkLst>
            <pc:docMk/>
            <pc:sldMk cId="0" sldId="298"/>
            <ac:spMk id="364" creationId="{00000000-0000-0000-0000-000000000000}"/>
          </ac:spMkLst>
        </pc:spChg>
      </pc:sldChg>
      <pc:sldChg chg="modSp add mod modClrScheme chgLayout">
        <pc:chgData name="Ms Alina Arshad" userId="cccdfd85-d35d-4453-9c6f-a463aae40722" providerId="ADAL" clId="{D7DEAE4E-3CA3-47E0-B777-F47022A727F5}" dt="2024-11-13T08:36:47.152" v="412" actId="1076"/>
        <pc:sldMkLst>
          <pc:docMk/>
          <pc:sldMk cId="0" sldId="299"/>
        </pc:sldMkLst>
        <pc:graphicFrameChg chg="mod modGraphic">
          <ac:chgData name="Ms Alina Arshad" userId="cccdfd85-d35d-4453-9c6f-a463aae40722" providerId="ADAL" clId="{D7DEAE4E-3CA3-47E0-B777-F47022A727F5}" dt="2024-11-13T08:36:47.152" v="412" actId="1076"/>
          <ac:graphicFrameMkLst>
            <pc:docMk/>
            <pc:sldMk cId="0" sldId="299"/>
            <ac:graphicFrameMk id="369" creationId="{00000000-0000-0000-0000-000000000000}"/>
          </ac:graphicFrameMkLst>
        </pc:graphicFrameChg>
      </pc:sldChg>
      <pc:sldChg chg="modSp add mod">
        <pc:chgData name="Ms Alina Arshad" userId="cccdfd85-d35d-4453-9c6f-a463aae40722" providerId="ADAL" clId="{D7DEAE4E-3CA3-47E0-B777-F47022A727F5}" dt="2024-11-13T08:37:27.775" v="444" actId="1036"/>
        <pc:sldMkLst>
          <pc:docMk/>
          <pc:sldMk cId="0" sldId="300"/>
        </pc:sldMkLst>
        <pc:spChg chg="mod">
          <ac:chgData name="Ms Alina Arshad" userId="cccdfd85-d35d-4453-9c6f-a463aae40722" providerId="ADAL" clId="{D7DEAE4E-3CA3-47E0-B777-F47022A727F5}" dt="2024-11-13T08:37:27.775" v="444" actId="1036"/>
          <ac:spMkLst>
            <pc:docMk/>
            <pc:sldMk cId="0" sldId="300"/>
            <ac:spMk id="374" creationId="{00000000-0000-0000-0000-000000000000}"/>
          </ac:spMkLst>
        </pc:spChg>
        <pc:spChg chg="mod">
          <ac:chgData name="Ms Alina Arshad" userId="cccdfd85-d35d-4453-9c6f-a463aae40722" providerId="ADAL" clId="{D7DEAE4E-3CA3-47E0-B777-F47022A727F5}" dt="2024-11-13T08:36:56.236" v="415" actId="12"/>
          <ac:spMkLst>
            <pc:docMk/>
            <pc:sldMk cId="0" sldId="300"/>
            <ac:spMk id="375" creationId="{00000000-0000-0000-0000-000000000000}"/>
          </ac:spMkLst>
        </pc:spChg>
      </pc:sldChg>
      <pc:sldChg chg="modSp add mod">
        <pc:chgData name="Ms Alina Arshad" userId="cccdfd85-d35d-4453-9c6f-a463aae40722" providerId="ADAL" clId="{D7DEAE4E-3CA3-47E0-B777-F47022A727F5}" dt="2024-11-13T08:37:17.321" v="420" actId="207"/>
        <pc:sldMkLst>
          <pc:docMk/>
          <pc:sldMk cId="0" sldId="301"/>
        </pc:sldMkLst>
        <pc:spChg chg="mod">
          <ac:chgData name="Ms Alina Arshad" userId="cccdfd85-d35d-4453-9c6f-a463aae40722" providerId="ADAL" clId="{D7DEAE4E-3CA3-47E0-B777-F47022A727F5}" dt="2024-11-13T08:37:07.696" v="418" actId="1076"/>
          <ac:spMkLst>
            <pc:docMk/>
            <pc:sldMk cId="0" sldId="301"/>
            <ac:spMk id="380" creationId="{00000000-0000-0000-0000-000000000000}"/>
          </ac:spMkLst>
        </pc:spChg>
        <pc:spChg chg="mod">
          <ac:chgData name="Ms Alina Arshad" userId="cccdfd85-d35d-4453-9c6f-a463aae40722" providerId="ADAL" clId="{D7DEAE4E-3CA3-47E0-B777-F47022A727F5}" dt="2024-11-13T08:37:17.321" v="420" actId="207"/>
          <ac:spMkLst>
            <pc:docMk/>
            <pc:sldMk cId="0" sldId="301"/>
            <ac:spMk id="381" creationId="{00000000-0000-0000-0000-000000000000}"/>
          </ac:spMkLst>
        </pc:spChg>
      </pc:sldChg>
      <pc:sldChg chg="modSp add mod">
        <pc:chgData name="Ms Alina Arshad" userId="cccdfd85-d35d-4453-9c6f-a463aae40722" providerId="ADAL" clId="{D7DEAE4E-3CA3-47E0-B777-F47022A727F5}" dt="2024-11-13T08:38:54.776" v="456" actId="1076"/>
        <pc:sldMkLst>
          <pc:docMk/>
          <pc:sldMk cId="0" sldId="302"/>
        </pc:sldMkLst>
        <pc:spChg chg="mod">
          <ac:chgData name="Ms Alina Arshad" userId="cccdfd85-d35d-4453-9c6f-a463aae40722" providerId="ADAL" clId="{D7DEAE4E-3CA3-47E0-B777-F47022A727F5}" dt="2024-11-13T08:38:30.576" v="448" actId="14100"/>
          <ac:spMkLst>
            <pc:docMk/>
            <pc:sldMk cId="0" sldId="302"/>
            <ac:spMk id="386" creationId="{00000000-0000-0000-0000-000000000000}"/>
          </ac:spMkLst>
        </pc:spChg>
        <pc:spChg chg="mod">
          <ac:chgData name="Ms Alina Arshad" userId="cccdfd85-d35d-4453-9c6f-a463aae40722" providerId="ADAL" clId="{D7DEAE4E-3CA3-47E0-B777-F47022A727F5}" dt="2024-11-13T08:38:54.776" v="456" actId="1076"/>
          <ac:spMkLst>
            <pc:docMk/>
            <pc:sldMk cId="0" sldId="302"/>
            <ac:spMk id="387" creationId="{00000000-0000-0000-0000-000000000000}"/>
          </ac:spMkLst>
        </pc:spChg>
      </pc:sldChg>
      <pc:sldChg chg="modSp add mod">
        <pc:chgData name="Ms Alina Arshad" userId="cccdfd85-d35d-4453-9c6f-a463aae40722" providerId="ADAL" clId="{D7DEAE4E-3CA3-47E0-B777-F47022A727F5}" dt="2024-11-13T08:39:16.333" v="466" actId="207"/>
        <pc:sldMkLst>
          <pc:docMk/>
          <pc:sldMk cId="0" sldId="303"/>
        </pc:sldMkLst>
        <pc:spChg chg="mod">
          <ac:chgData name="Ms Alina Arshad" userId="cccdfd85-d35d-4453-9c6f-a463aae40722" providerId="ADAL" clId="{D7DEAE4E-3CA3-47E0-B777-F47022A727F5}" dt="2024-11-13T08:39:05.889" v="461" actId="113"/>
          <ac:spMkLst>
            <pc:docMk/>
            <pc:sldMk cId="0" sldId="303"/>
            <ac:spMk id="393" creationId="{00000000-0000-0000-0000-000000000000}"/>
          </ac:spMkLst>
        </pc:spChg>
        <pc:spChg chg="mod">
          <ac:chgData name="Ms Alina Arshad" userId="cccdfd85-d35d-4453-9c6f-a463aae40722" providerId="ADAL" clId="{D7DEAE4E-3CA3-47E0-B777-F47022A727F5}" dt="2024-11-13T08:39:16.333" v="466" actId="207"/>
          <ac:spMkLst>
            <pc:docMk/>
            <pc:sldMk cId="0" sldId="303"/>
            <ac:spMk id="394" creationId="{00000000-0000-0000-0000-000000000000}"/>
          </ac:spMkLst>
        </pc:spChg>
      </pc:sldChg>
      <pc:sldChg chg="modSp add mod">
        <pc:chgData name="Ms Alina Arshad" userId="cccdfd85-d35d-4453-9c6f-a463aae40722" providerId="ADAL" clId="{D7DEAE4E-3CA3-47E0-B777-F47022A727F5}" dt="2024-11-13T08:44:16.022" v="531" actId="207"/>
        <pc:sldMkLst>
          <pc:docMk/>
          <pc:sldMk cId="0" sldId="304"/>
        </pc:sldMkLst>
        <pc:spChg chg="mod">
          <ac:chgData name="Ms Alina Arshad" userId="cccdfd85-d35d-4453-9c6f-a463aae40722" providerId="ADAL" clId="{D7DEAE4E-3CA3-47E0-B777-F47022A727F5}" dt="2024-11-13T08:44:05.577" v="527" actId="207"/>
          <ac:spMkLst>
            <pc:docMk/>
            <pc:sldMk cId="0" sldId="304"/>
            <ac:spMk id="400" creationId="{00000000-0000-0000-0000-000000000000}"/>
          </ac:spMkLst>
        </pc:spChg>
        <pc:spChg chg="mod">
          <ac:chgData name="Ms Alina Arshad" userId="cccdfd85-d35d-4453-9c6f-a463aae40722" providerId="ADAL" clId="{D7DEAE4E-3CA3-47E0-B777-F47022A727F5}" dt="2024-11-13T08:44:16.022" v="531" actId="207"/>
          <ac:spMkLst>
            <pc:docMk/>
            <pc:sldMk cId="0" sldId="304"/>
            <ac:spMk id="401" creationId="{00000000-0000-0000-0000-000000000000}"/>
          </ac:spMkLst>
        </pc:spChg>
      </pc:sldChg>
      <pc:sldChg chg="add">
        <pc:chgData name="Ms Alina Arshad" userId="cccdfd85-d35d-4453-9c6f-a463aae40722" providerId="ADAL" clId="{D7DEAE4E-3CA3-47E0-B777-F47022A727F5}" dt="2024-11-13T08:14:00.696" v="26"/>
        <pc:sldMkLst>
          <pc:docMk/>
          <pc:sldMk cId="0" sldId="305"/>
        </pc:sldMkLst>
      </pc:sldChg>
      <pc:sldChg chg="add">
        <pc:chgData name="Ms Alina Arshad" userId="cccdfd85-d35d-4453-9c6f-a463aae40722" providerId="ADAL" clId="{D7DEAE4E-3CA3-47E0-B777-F47022A727F5}" dt="2024-11-13T08:14:00.696" v="26"/>
        <pc:sldMkLst>
          <pc:docMk/>
          <pc:sldMk cId="0" sldId="306"/>
        </pc:sldMkLst>
      </pc:sldChg>
      <pc:sldChg chg="modSp add mod">
        <pc:chgData name="Ms Alina Arshad" userId="cccdfd85-d35d-4453-9c6f-a463aae40722" providerId="ADAL" clId="{D7DEAE4E-3CA3-47E0-B777-F47022A727F5}" dt="2024-11-13T08:43:44.959" v="522" actId="1076"/>
        <pc:sldMkLst>
          <pc:docMk/>
          <pc:sldMk cId="0" sldId="307"/>
        </pc:sldMkLst>
        <pc:spChg chg="mod">
          <ac:chgData name="Ms Alina Arshad" userId="cccdfd85-d35d-4453-9c6f-a463aae40722" providerId="ADAL" clId="{D7DEAE4E-3CA3-47E0-B777-F47022A727F5}" dt="2024-11-13T08:42:56.441" v="513" actId="207"/>
          <ac:spMkLst>
            <pc:docMk/>
            <pc:sldMk cId="0" sldId="307"/>
            <ac:spMk id="422" creationId="{00000000-0000-0000-0000-000000000000}"/>
          </ac:spMkLst>
        </pc:spChg>
        <pc:spChg chg="mod">
          <ac:chgData name="Ms Alina Arshad" userId="cccdfd85-d35d-4453-9c6f-a463aae40722" providerId="ADAL" clId="{D7DEAE4E-3CA3-47E0-B777-F47022A727F5}" dt="2024-11-13T08:43:11.699" v="520" actId="27636"/>
          <ac:spMkLst>
            <pc:docMk/>
            <pc:sldMk cId="0" sldId="307"/>
            <ac:spMk id="423" creationId="{00000000-0000-0000-0000-000000000000}"/>
          </ac:spMkLst>
        </pc:spChg>
        <pc:picChg chg="mod">
          <ac:chgData name="Ms Alina Arshad" userId="cccdfd85-d35d-4453-9c6f-a463aae40722" providerId="ADAL" clId="{D7DEAE4E-3CA3-47E0-B777-F47022A727F5}" dt="2024-11-13T08:43:44.959" v="522" actId="1076"/>
          <ac:picMkLst>
            <pc:docMk/>
            <pc:sldMk cId="0" sldId="307"/>
            <ac:picMk id="425" creationId="{00000000-0000-0000-0000-000000000000}"/>
          </ac:picMkLst>
        </pc:picChg>
      </pc:sldChg>
      <pc:sldChg chg="modSp add mod">
        <pc:chgData name="Ms Alina Arshad" userId="cccdfd85-d35d-4453-9c6f-a463aae40722" providerId="ADAL" clId="{D7DEAE4E-3CA3-47E0-B777-F47022A727F5}" dt="2024-11-13T08:42:42.204" v="510" actId="207"/>
        <pc:sldMkLst>
          <pc:docMk/>
          <pc:sldMk cId="0" sldId="308"/>
        </pc:sldMkLst>
        <pc:spChg chg="mod">
          <ac:chgData name="Ms Alina Arshad" userId="cccdfd85-d35d-4453-9c6f-a463aae40722" providerId="ADAL" clId="{D7DEAE4E-3CA3-47E0-B777-F47022A727F5}" dt="2024-11-13T08:42:34.745" v="507" actId="113"/>
          <ac:spMkLst>
            <pc:docMk/>
            <pc:sldMk cId="0" sldId="308"/>
            <ac:spMk id="430" creationId="{00000000-0000-0000-0000-000000000000}"/>
          </ac:spMkLst>
        </pc:spChg>
        <pc:spChg chg="mod">
          <ac:chgData name="Ms Alina Arshad" userId="cccdfd85-d35d-4453-9c6f-a463aae40722" providerId="ADAL" clId="{D7DEAE4E-3CA3-47E0-B777-F47022A727F5}" dt="2024-11-13T08:42:42.204" v="510" actId="207"/>
          <ac:spMkLst>
            <pc:docMk/>
            <pc:sldMk cId="0" sldId="308"/>
            <ac:spMk id="431" creationId="{00000000-0000-0000-0000-000000000000}"/>
          </ac:spMkLst>
        </pc:spChg>
      </pc:sldChg>
      <pc:sldChg chg="del">
        <pc:chgData name="Ms Alina Arshad" userId="cccdfd85-d35d-4453-9c6f-a463aae40722" providerId="ADAL" clId="{D7DEAE4E-3CA3-47E0-B777-F47022A727F5}" dt="2024-11-13T08:13:54.877" v="12" actId="47"/>
        <pc:sldMkLst>
          <pc:docMk/>
          <pc:sldMk cId="1819283757" sldId="308"/>
        </pc:sldMkLst>
      </pc:sldChg>
      <pc:sldChg chg="modSp add mod modClrScheme chgLayout">
        <pc:chgData name="Ms Alina Arshad" userId="cccdfd85-d35d-4453-9c6f-a463aae40722" providerId="ADAL" clId="{D7DEAE4E-3CA3-47E0-B777-F47022A727F5}" dt="2024-11-13T08:42:17.522" v="504" actId="207"/>
        <pc:sldMkLst>
          <pc:docMk/>
          <pc:sldMk cId="0" sldId="309"/>
        </pc:sldMkLst>
        <pc:spChg chg="mod ord">
          <ac:chgData name="Ms Alina Arshad" userId="cccdfd85-d35d-4453-9c6f-a463aae40722" providerId="ADAL" clId="{D7DEAE4E-3CA3-47E0-B777-F47022A727F5}" dt="2024-11-13T08:41:57.641" v="498" actId="207"/>
          <ac:spMkLst>
            <pc:docMk/>
            <pc:sldMk cId="0" sldId="309"/>
            <ac:spMk id="436" creationId="{00000000-0000-0000-0000-000000000000}"/>
          </ac:spMkLst>
        </pc:spChg>
        <pc:graphicFrameChg chg="mod modGraphic">
          <ac:chgData name="Ms Alina Arshad" userId="cccdfd85-d35d-4453-9c6f-a463aae40722" providerId="ADAL" clId="{D7DEAE4E-3CA3-47E0-B777-F47022A727F5}" dt="2024-11-13T08:42:15.067" v="503" actId="207"/>
          <ac:graphicFrameMkLst>
            <pc:docMk/>
            <pc:sldMk cId="0" sldId="309"/>
            <ac:graphicFrameMk id="437" creationId="{00000000-0000-0000-0000-000000000000}"/>
          </ac:graphicFrameMkLst>
        </pc:graphicFrameChg>
        <pc:graphicFrameChg chg="mod modGraphic">
          <ac:chgData name="Ms Alina Arshad" userId="cccdfd85-d35d-4453-9c6f-a463aae40722" providerId="ADAL" clId="{D7DEAE4E-3CA3-47E0-B777-F47022A727F5}" dt="2024-11-13T08:42:17.522" v="504" actId="207"/>
          <ac:graphicFrameMkLst>
            <pc:docMk/>
            <pc:sldMk cId="0" sldId="309"/>
            <ac:graphicFrameMk id="439" creationId="{00000000-0000-0000-0000-000000000000}"/>
          </ac:graphicFrameMkLst>
        </pc:graphicFrameChg>
        <pc:graphicFrameChg chg="mod modGraphic">
          <ac:chgData name="Ms Alina Arshad" userId="cccdfd85-d35d-4453-9c6f-a463aae40722" providerId="ADAL" clId="{D7DEAE4E-3CA3-47E0-B777-F47022A727F5}" dt="2024-11-13T08:42:12.776" v="502" actId="1076"/>
          <ac:graphicFrameMkLst>
            <pc:docMk/>
            <pc:sldMk cId="0" sldId="309"/>
            <ac:graphicFrameMk id="440" creationId="{00000000-0000-0000-0000-000000000000}"/>
          </ac:graphicFrameMkLst>
        </pc:graphicFrameChg>
      </pc:sldChg>
      <pc:sldChg chg="del">
        <pc:chgData name="Ms Alina Arshad" userId="cccdfd85-d35d-4453-9c6f-a463aae40722" providerId="ADAL" clId="{D7DEAE4E-3CA3-47E0-B777-F47022A727F5}" dt="2024-11-13T08:13:55.257" v="13" actId="47"/>
        <pc:sldMkLst>
          <pc:docMk/>
          <pc:sldMk cId="911303533" sldId="309"/>
        </pc:sldMkLst>
      </pc:sldChg>
      <pc:sldChg chg="modSp add mod">
        <pc:chgData name="Ms Alina Arshad" userId="cccdfd85-d35d-4453-9c6f-a463aae40722" providerId="ADAL" clId="{D7DEAE4E-3CA3-47E0-B777-F47022A727F5}" dt="2024-11-13T08:41:47.680" v="495" actId="1076"/>
        <pc:sldMkLst>
          <pc:docMk/>
          <pc:sldMk cId="0" sldId="310"/>
        </pc:sldMkLst>
        <pc:spChg chg="mod">
          <ac:chgData name="Ms Alina Arshad" userId="cccdfd85-d35d-4453-9c6f-a463aae40722" providerId="ADAL" clId="{D7DEAE4E-3CA3-47E0-B777-F47022A727F5}" dt="2024-11-13T08:41:39.185" v="492" actId="113"/>
          <ac:spMkLst>
            <pc:docMk/>
            <pc:sldMk cId="0" sldId="310"/>
            <ac:spMk id="445" creationId="{00000000-0000-0000-0000-000000000000}"/>
          </ac:spMkLst>
        </pc:spChg>
        <pc:spChg chg="mod">
          <ac:chgData name="Ms Alina Arshad" userId="cccdfd85-d35d-4453-9c6f-a463aae40722" providerId="ADAL" clId="{D7DEAE4E-3CA3-47E0-B777-F47022A727F5}" dt="2024-11-13T08:41:47.680" v="495" actId="1076"/>
          <ac:spMkLst>
            <pc:docMk/>
            <pc:sldMk cId="0" sldId="310"/>
            <ac:spMk id="446" creationId="{00000000-0000-0000-0000-000000000000}"/>
          </ac:spMkLst>
        </pc:spChg>
      </pc:sldChg>
      <pc:sldChg chg="del">
        <pc:chgData name="Ms Alina Arshad" userId="cccdfd85-d35d-4453-9c6f-a463aae40722" providerId="ADAL" clId="{D7DEAE4E-3CA3-47E0-B777-F47022A727F5}" dt="2024-11-13T08:13:55.457" v="14" actId="47"/>
        <pc:sldMkLst>
          <pc:docMk/>
          <pc:sldMk cId="3774863996" sldId="310"/>
        </pc:sldMkLst>
      </pc:sldChg>
      <pc:sldChg chg="modSp add mod">
        <pc:chgData name="Ms Alina Arshad" userId="cccdfd85-d35d-4453-9c6f-a463aae40722" providerId="ADAL" clId="{D7DEAE4E-3CA3-47E0-B777-F47022A727F5}" dt="2024-11-13T08:40:29.259" v="488" actId="403"/>
        <pc:sldMkLst>
          <pc:docMk/>
          <pc:sldMk cId="0" sldId="311"/>
        </pc:sldMkLst>
        <pc:spChg chg="mod">
          <ac:chgData name="Ms Alina Arshad" userId="cccdfd85-d35d-4453-9c6f-a463aae40722" providerId="ADAL" clId="{D7DEAE4E-3CA3-47E0-B777-F47022A727F5}" dt="2024-11-13T08:40:12.681" v="483" actId="113"/>
          <ac:spMkLst>
            <pc:docMk/>
            <pc:sldMk cId="0" sldId="311"/>
            <ac:spMk id="452" creationId="{00000000-0000-0000-0000-000000000000}"/>
          </ac:spMkLst>
        </pc:spChg>
        <pc:spChg chg="mod">
          <ac:chgData name="Ms Alina Arshad" userId="cccdfd85-d35d-4453-9c6f-a463aae40722" providerId="ADAL" clId="{D7DEAE4E-3CA3-47E0-B777-F47022A727F5}" dt="2024-11-13T08:40:29.259" v="488" actId="403"/>
          <ac:spMkLst>
            <pc:docMk/>
            <pc:sldMk cId="0" sldId="311"/>
            <ac:spMk id="453" creationId="{00000000-0000-0000-0000-000000000000}"/>
          </ac:spMkLst>
        </pc:spChg>
      </pc:sldChg>
      <pc:sldChg chg="del">
        <pc:chgData name="Ms Alina Arshad" userId="cccdfd85-d35d-4453-9c6f-a463aae40722" providerId="ADAL" clId="{D7DEAE4E-3CA3-47E0-B777-F47022A727F5}" dt="2024-11-13T08:13:55.600" v="15" actId="47"/>
        <pc:sldMkLst>
          <pc:docMk/>
          <pc:sldMk cId="1336404918" sldId="311"/>
        </pc:sldMkLst>
      </pc:sldChg>
      <pc:sldChg chg="modSp add mod">
        <pc:chgData name="Ms Alina Arshad" userId="cccdfd85-d35d-4453-9c6f-a463aae40722" providerId="ADAL" clId="{D7DEAE4E-3CA3-47E0-B777-F47022A727F5}" dt="2024-11-13T08:39:53.001" v="475" actId="12"/>
        <pc:sldMkLst>
          <pc:docMk/>
          <pc:sldMk cId="0" sldId="312"/>
        </pc:sldMkLst>
        <pc:spChg chg="mod">
          <ac:chgData name="Ms Alina Arshad" userId="cccdfd85-d35d-4453-9c6f-a463aae40722" providerId="ADAL" clId="{D7DEAE4E-3CA3-47E0-B777-F47022A727F5}" dt="2024-11-13T08:39:34.537" v="470" actId="113"/>
          <ac:spMkLst>
            <pc:docMk/>
            <pc:sldMk cId="0" sldId="312"/>
            <ac:spMk id="459" creationId="{00000000-0000-0000-0000-000000000000}"/>
          </ac:spMkLst>
        </pc:spChg>
        <pc:spChg chg="mod">
          <ac:chgData name="Ms Alina Arshad" userId="cccdfd85-d35d-4453-9c6f-a463aae40722" providerId="ADAL" clId="{D7DEAE4E-3CA3-47E0-B777-F47022A727F5}" dt="2024-11-13T08:39:53.001" v="475" actId="12"/>
          <ac:spMkLst>
            <pc:docMk/>
            <pc:sldMk cId="0" sldId="312"/>
            <ac:spMk id="460" creationId="{00000000-0000-0000-0000-000000000000}"/>
          </ac:spMkLst>
        </pc:spChg>
      </pc:sldChg>
      <pc:sldChg chg="del">
        <pc:chgData name="Ms Alina Arshad" userId="cccdfd85-d35d-4453-9c6f-a463aae40722" providerId="ADAL" clId="{D7DEAE4E-3CA3-47E0-B777-F47022A727F5}" dt="2024-11-13T08:13:55.754" v="16" actId="47"/>
        <pc:sldMkLst>
          <pc:docMk/>
          <pc:sldMk cId="3984117074" sldId="312"/>
        </pc:sldMkLst>
      </pc:sldChg>
      <pc:sldChg chg="add mod modClrScheme chgLayout">
        <pc:chgData name="Ms Alina Arshad" userId="cccdfd85-d35d-4453-9c6f-a463aae40722" providerId="ADAL" clId="{D7DEAE4E-3CA3-47E0-B777-F47022A727F5}" dt="2024-11-13T08:39:26.709" v="467" actId="700"/>
        <pc:sldMkLst>
          <pc:docMk/>
          <pc:sldMk cId="0" sldId="313"/>
        </pc:sldMkLst>
      </pc:sldChg>
      <pc:sldChg chg="del">
        <pc:chgData name="Ms Alina Arshad" userId="cccdfd85-d35d-4453-9c6f-a463aae40722" providerId="ADAL" clId="{D7DEAE4E-3CA3-47E0-B777-F47022A727F5}" dt="2024-11-13T08:13:56.988" v="21" actId="47"/>
        <pc:sldMkLst>
          <pc:docMk/>
          <pc:sldMk cId="579877513" sldId="313"/>
        </pc:sldMkLst>
      </pc:sldChg>
      <pc:sldChg chg="addSp modSp new mod">
        <pc:chgData name="Ms Alina Arshad" userId="cccdfd85-d35d-4453-9c6f-a463aae40722" providerId="ADAL" clId="{D7DEAE4E-3CA3-47E0-B777-F47022A727F5}" dt="2024-11-13T08:18:38.219" v="144" actId="33524"/>
        <pc:sldMkLst>
          <pc:docMk/>
          <pc:sldMk cId="1220963421" sldId="314"/>
        </pc:sldMkLst>
        <pc:spChg chg="add mod">
          <ac:chgData name="Ms Alina Arshad" userId="cccdfd85-d35d-4453-9c6f-a463aae40722" providerId="ADAL" clId="{D7DEAE4E-3CA3-47E0-B777-F47022A727F5}" dt="2024-11-13T08:18:38.219" v="144" actId="33524"/>
          <ac:spMkLst>
            <pc:docMk/>
            <pc:sldMk cId="1220963421" sldId="314"/>
            <ac:spMk id="158" creationId="{00000000-0000-0000-0000-000000000000}"/>
          </ac:spMkLst>
        </pc:spChg>
      </pc:sldChg>
      <pc:sldChg chg="del">
        <pc:chgData name="Ms Alina Arshad" userId="cccdfd85-d35d-4453-9c6f-a463aae40722" providerId="ADAL" clId="{D7DEAE4E-3CA3-47E0-B777-F47022A727F5}" dt="2024-11-13T08:13:56.611" v="20" actId="47"/>
        <pc:sldMkLst>
          <pc:docMk/>
          <pc:sldMk cId="2008118679" sldId="314"/>
        </pc:sldMkLst>
      </pc:sldChg>
      <pc:sldChg chg="del">
        <pc:chgData name="Ms Alina Arshad" userId="cccdfd85-d35d-4453-9c6f-a463aae40722" providerId="ADAL" clId="{D7DEAE4E-3CA3-47E0-B777-F47022A727F5}" dt="2024-11-13T08:13:57.819" v="24" actId="47"/>
        <pc:sldMkLst>
          <pc:docMk/>
          <pc:sldMk cId="702345561" sldId="315"/>
        </pc:sldMkLst>
      </pc:sldChg>
      <pc:sldChg chg="addSp modSp new mod">
        <pc:chgData name="Ms Alina Arshad" userId="cccdfd85-d35d-4453-9c6f-a463aae40722" providerId="ADAL" clId="{D7DEAE4E-3CA3-47E0-B777-F47022A727F5}" dt="2024-11-13T08:19:01.749" v="153" actId="1076"/>
        <pc:sldMkLst>
          <pc:docMk/>
          <pc:sldMk cId="1285830326" sldId="315"/>
        </pc:sldMkLst>
        <pc:graphicFrameChg chg="add mod modGraphic">
          <ac:chgData name="Ms Alina Arshad" userId="cccdfd85-d35d-4453-9c6f-a463aae40722" providerId="ADAL" clId="{D7DEAE4E-3CA3-47E0-B777-F47022A727F5}" dt="2024-11-13T08:19:01.749" v="153" actId="1076"/>
          <ac:graphicFrameMkLst>
            <pc:docMk/>
            <pc:sldMk cId="1285830326" sldId="315"/>
            <ac:graphicFrameMk id="163" creationId="{00000000-0000-0000-0000-000000000000}"/>
          </ac:graphicFrameMkLst>
        </pc:graphicFrameChg>
      </pc:sldChg>
      <pc:sldChg chg="addSp modSp new mod">
        <pc:chgData name="Ms Alina Arshad" userId="cccdfd85-d35d-4453-9c6f-a463aae40722" providerId="ADAL" clId="{D7DEAE4E-3CA3-47E0-B777-F47022A727F5}" dt="2024-11-13T08:19:46.260" v="166" actId="1076"/>
        <pc:sldMkLst>
          <pc:docMk/>
          <pc:sldMk cId="2565745985" sldId="316"/>
        </pc:sldMkLst>
        <pc:graphicFrameChg chg="add mod modGraphic">
          <ac:chgData name="Ms Alina Arshad" userId="cccdfd85-d35d-4453-9c6f-a463aae40722" providerId="ADAL" clId="{D7DEAE4E-3CA3-47E0-B777-F47022A727F5}" dt="2024-11-13T08:19:46.260" v="166" actId="1076"/>
          <ac:graphicFrameMkLst>
            <pc:docMk/>
            <pc:sldMk cId="2565745985" sldId="316"/>
            <ac:graphicFrameMk id="168" creationId="{00000000-0000-0000-0000-000000000000}"/>
          </ac:graphicFrameMkLst>
        </pc:graphicFrameChg>
      </pc:sldChg>
      <pc:sldChg chg="del">
        <pc:chgData name="Ms Alina Arshad" userId="cccdfd85-d35d-4453-9c6f-a463aae40722" providerId="ADAL" clId="{D7DEAE4E-3CA3-47E0-B777-F47022A727F5}" dt="2024-11-13T08:13:58.131" v="25" actId="47"/>
        <pc:sldMkLst>
          <pc:docMk/>
          <pc:sldMk cId="3394757724" sldId="316"/>
        </pc:sldMkLst>
      </pc:sldChg>
      <pc:sldChg chg="addSp modSp new mod">
        <pc:chgData name="Ms Alina Arshad" userId="cccdfd85-d35d-4453-9c6f-a463aae40722" providerId="ADAL" clId="{D7DEAE4E-3CA3-47E0-B777-F47022A727F5}" dt="2024-11-13T08:20:07.446" v="173" actId="113"/>
        <pc:sldMkLst>
          <pc:docMk/>
          <pc:sldMk cId="2656396486" sldId="317"/>
        </pc:sldMkLst>
        <pc:spChg chg="add mod">
          <ac:chgData name="Ms Alina Arshad" userId="cccdfd85-d35d-4453-9c6f-a463aae40722" providerId="ADAL" clId="{D7DEAE4E-3CA3-47E0-B777-F47022A727F5}" dt="2024-11-13T08:20:07.446" v="173" actId="113"/>
          <ac:spMkLst>
            <pc:docMk/>
            <pc:sldMk cId="2656396486" sldId="317"/>
            <ac:spMk id="173" creationId="{00000000-0000-0000-0000-000000000000}"/>
          </ac:spMkLst>
        </pc:spChg>
      </pc:sldChg>
      <pc:sldChg chg="addSp modSp new mod">
        <pc:chgData name="Ms Alina Arshad" userId="cccdfd85-d35d-4453-9c6f-a463aae40722" providerId="ADAL" clId="{D7DEAE4E-3CA3-47E0-B777-F47022A727F5}" dt="2024-11-13T08:20:26.916" v="179" actId="14734"/>
        <pc:sldMkLst>
          <pc:docMk/>
          <pc:sldMk cId="3845075338" sldId="318"/>
        </pc:sldMkLst>
        <pc:graphicFrameChg chg="add mod modGraphic">
          <ac:chgData name="Ms Alina Arshad" userId="cccdfd85-d35d-4453-9c6f-a463aae40722" providerId="ADAL" clId="{D7DEAE4E-3CA3-47E0-B777-F47022A727F5}" dt="2024-11-13T08:20:26.916" v="179" actId="14734"/>
          <ac:graphicFrameMkLst>
            <pc:docMk/>
            <pc:sldMk cId="3845075338" sldId="318"/>
            <ac:graphicFrameMk id="178" creationId="{00000000-0000-0000-0000-000000000000}"/>
          </ac:graphicFrameMkLst>
        </pc:graphicFrameChg>
      </pc:sldChg>
    </pc:docChg>
  </pc:docChgLst>
  <pc:docChgLst>
    <pc:chgData name="Ms Alina Arshad" userId="cccdfd85-d35d-4453-9c6f-a463aae40722" providerId="ADAL" clId="{506AEF98-43AF-47E5-97BE-CEE6E380F332}"/>
    <pc:docChg chg="custSel addSld delSld modSld">
      <pc:chgData name="Ms Alina Arshad" userId="cccdfd85-d35d-4453-9c6f-a463aae40722" providerId="ADAL" clId="{506AEF98-43AF-47E5-97BE-CEE6E380F332}" dt="2024-09-06T05:02:08.009" v="313" actId="207"/>
      <pc:docMkLst>
        <pc:docMk/>
      </pc:docMkLst>
      <pc:sldChg chg="modSp mod">
        <pc:chgData name="Ms Alina Arshad" userId="cccdfd85-d35d-4453-9c6f-a463aae40722" providerId="ADAL" clId="{506AEF98-43AF-47E5-97BE-CEE6E380F332}" dt="2024-09-05T09:07:33.153" v="31" actId="2711"/>
        <pc:sldMkLst>
          <pc:docMk/>
          <pc:sldMk cId="3322361034" sldId="256"/>
        </pc:sldMkLst>
        <pc:spChg chg="mod">
          <ac:chgData name="Ms Alina Arshad" userId="cccdfd85-d35d-4453-9c6f-a463aae40722" providerId="ADAL" clId="{506AEF98-43AF-47E5-97BE-CEE6E380F332}" dt="2024-09-05T09:07:33.153" v="31" actId="2711"/>
          <ac:spMkLst>
            <pc:docMk/>
            <pc:sldMk cId="3322361034" sldId="256"/>
            <ac:spMk id="3" creationId="{44E9F82C-BBA7-3495-1097-BEDB54FFFDF4}"/>
          </ac:spMkLst>
        </pc:spChg>
      </pc:sldChg>
      <pc:sldChg chg="add del">
        <pc:chgData name="Ms Alina Arshad" userId="cccdfd85-d35d-4453-9c6f-a463aae40722" providerId="ADAL" clId="{506AEF98-43AF-47E5-97BE-CEE6E380F332}" dt="2024-09-05T09:07:40.105" v="32" actId="47"/>
        <pc:sldMkLst>
          <pc:docMk/>
          <pc:sldMk cId="0" sldId="257"/>
        </pc:sldMkLst>
      </pc:sldChg>
      <pc:sldChg chg="modSp add del mod">
        <pc:chgData name="Ms Alina Arshad" userId="cccdfd85-d35d-4453-9c6f-a463aae40722" providerId="ADAL" clId="{506AEF98-43AF-47E5-97BE-CEE6E380F332}" dt="2024-09-05T09:16:16.547" v="48" actId="5793"/>
        <pc:sldMkLst>
          <pc:docMk/>
          <pc:sldMk cId="0" sldId="258"/>
        </pc:sldMkLst>
        <pc:spChg chg="mod">
          <ac:chgData name="Ms Alina Arshad" userId="cccdfd85-d35d-4453-9c6f-a463aae40722" providerId="ADAL" clId="{506AEF98-43AF-47E5-97BE-CEE6E380F332}" dt="2024-09-05T09:07:46.918" v="35" actId="207"/>
          <ac:spMkLst>
            <pc:docMk/>
            <pc:sldMk cId="0" sldId="258"/>
            <ac:spMk id="2" creationId="{00000000-0000-0000-0000-000000000000}"/>
          </ac:spMkLst>
        </pc:spChg>
        <pc:spChg chg="mod">
          <ac:chgData name="Ms Alina Arshad" userId="cccdfd85-d35d-4453-9c6f-a463aae40722" providerId="ADAL" clId="{506AEF98-43AF-47E5-97BE-CEE6E380F332}" dt="2024-09-05T09:16:16.547" v="48" actId="5793"/>
          <ac:spMkLst>
            <pc:docMk/>
            <pc:sldMk cId="0" sldId="258"/>
            <ac:spMk id="3" creationId="{00000000-0000-0000-0000-000000000000}"/>
          </ac:spMkLst>
        </pc:spChg>
      </pc:sldChg>
      <pc:sldChg chg="delSp modSp add del mod">
        <pc:chgData name="Ms Alina Arshad" userId="cccdfd85-d35d-4453-9c6f-a463aae40722" providerId="ADAL" clId="{506AEF98-43AF-47E5-97BE-CEE6E380F332}" dt="2024-09-05T09:25:27.259" v="160" actId="207"/>
        <pc:sldMkLst>
          <pc:docMk/>
          <pc:sldMk cId="0" sldId="259"/>
        </pc:sldMkLst>
        <pc:spChg chg="mod">
          <ac:chgData name="Ms Alina Arshad" userId="cccdfd85-d35d-4453-9c6f-a463aae40722" providerId="ADAL" clId="{506AEF98-43AF-47E5-97BE-CEE6E380F332}" dt="2024-09-05T09:17:01.684" v="52" actId="113"/>
          <ac:spMkLst>
            <pc:docMk/>
            <pc:sldMk cId="0" sldId="259"/>
            <ac:spMk id="2" creationId="{00000000-0000-0000-0000-000000000000}"/>
          </ac:spMkLst>
        </pc:spChg>
        <pc:spChg chg="mod">
          <ac:chgData name="Ms Alina Arshad" userId="cccdfd85-d35d-4453-9c6f-a463aae40722" providerId="ADAL" clId="{506AEF98-43AF-47E5-97BE-CEE6E380F332}" dt="2024-09-05T09:17:19.919" v="57" actId="14100"/>
          <ac:spMkLst>
            <pc:docMk/>
            <pc:sldMk cId="0" sldId="259"/>
            <ac:spMk id="3" creationId="{00000000-0000-0000-0000-000000000000}"/>
          </ac:spMkLst>
        </pc:spChg>
        <pc:graphicFrameChg chg="mod modGraphic">
          <ac:chgData name="Ms Alina Arshad" userId="cccdfd85-d35d-4453-9c6f-a463aae40722" providerId="ADAL" clId="{506AEF98-43AF-47E5-97BE-CEE6E380F332}" dt="2024-09-05T09:25:27.259" v="160" actId="207"/>
          <ac:graphicFrameMkLst>
            <pc:docMk/>
            <pc:sldMk cId="0" sldId="259"/>
            <ac:graphicFrameMk id="5" creationId="{00000000-0000-0000-0000-000000000000}"/>
          </ac:graphicFrameMkLst>
        </pc:graphicFrameChg>
        <pc:picChg chg="del mod">
          <ac:chgData name="Ms Alina Arshad" userId="cccdfd85-d35d-4453-9c6f-a463aae40722" providerId="ADAL" clId="{506AEF98-43AF-47E5-97BE-CEE6E380F332}" dt="2024-09-05T09:17:31.759" v="61" actId="478"/>
          <ac:picMkLst>
            <pc:docMk/>
            <pc:sldMk cId="0" sldId="259"/>
            <ac:picMk id="4" creationId="{00000000-0000-0000-0000-000000000000}"/>
          </ac:picMkLst>
        </pc:picChg>
      </pc:sldChg>
      <pc:sldChg chg="delSp modSp add del mod">
        <pc:chgData name="Ms Alina Arshad" userId="cccdfd85-d35d-4453-9c6f-a463aae40722" providerId="ADAL" clId="{506AEF98-43AF-47E5-97BE-CEE6E380F332}" dt="2024-09-05T09:25:45.452" v="163" actId="207"/>
        <pc:sldMkLst>
          <pc:docMk/>
          <pc:sldMk cId="0" sldId="260"/>
        </pc:sldMkLst>
        <pc:spChg chg="mod">
          <ac:chgData name="Ms Alina Arshad" userId="cccdfd85-d35d-4453-9c6f-a463aae40722" providerId="ADAL" clId="{506AEF98-43AF-47E5-97BE-CEE6E380F332}" dt="2024-09-05T09:20:13.003" v="92" actId="1076"/>
          <ac:spMkLst>
            <pc:docMk/>
            <pc:sldMk cId="0" sldId="260"/>
            <ac:spMk id="2" creationId="{00000000-0000-0000-0000-000000000000}"/>
          </ac:spMkLst>
        </pc:spChg>
        <pc:spChg chg="mod">
          <ac:chgData name="Ms Alina Arshad" userId="cccdfd85-d35d-4453-9c6f-a463aae40722" providerId="ADAL" clId="{506AEF98-43AF-47E5-97BE-CEE6E380F332}" dt="2024-09-05T09:21:43.387" v="119" actId="14100"/>
          <ac:spMkLst>
            <pc:docMk/>
            <pc:sldMk cId="0" sldId="260"/>
            <ac:spMk id="5" creationId="{00000000-0000-0000-0000-000000000000}"/>
          </ac:spMkLst>
        </pc:spChg>
        <pc:spChg chg="mod">
          <ac:chgData name="Ms Alina Arshad" userId="cccdfd85-d35d-4453-9c6f-a463aae40722" providerId="ADAL" clId="{506AEF98-43AF-47E5-97BE-CEE6E380F332}" dt="2024-09-05T09:21:35.811" v="117" actId="14100"/>
          <ac:spMkLst>
            <pc:docMk/>
            <pc:sldMk cId="0" sldId="260"/>
            <ac:spMk id="8" creationId="{00000000-0000-0000-0000-000000000000}"/>
          </ac:spMkLst>
        </pc:spChg>
        <pc:graphicFrameChg chg="mod modGraphic">
          <ac:chgData name="Ms Alina Arshad" userId="cccdfd85-d35d-4453-9c6f-a463aae40722" providerId="ADAL" clId="{506AEF98-43AF-47E5-97BE-CEE6E380F332}" dt="2024-09-05T09:25:38.150" v="161" actId="207"/>
          <ac:graphicFrameMkLst>
            <pc:docMk/>
            <pc:sldMk cId="0" sldId="260"/>
            <ac:graphicFrameMk id="4" creationId="{00000000-0000-0000-0000-000000000000}"/>
          </ac:graphicFrameMkLst>
        </pc:graphicFrameChg>
        <pc:graphicFrameChg chg="mod modGraphic">
          <ac:chgData name="Ms Alina Arshad" userId="cccdfd85-d35d-4453-9c6f-a463aae40722" providerId="ADAL" clId="{506AEF98-43AF-47E5-97BE-CEE6E380F332}" dt="2024-09-05T09:25:45.452" v="163" actId="207"/>
          <ac:graphicFrameMkLst>
            <pc:docMk/>
            <pc:sldMk cId="0" sldId="260"/>
            <ac:graphicFrameMk id="7" creationId="{00000000-0000-0000-0000-000000000000}"/>
          </ac:graphicFrameMkLst>
        </pc:graphicFrameChg>
        <pc:picChg chg="del">
          <ac:chgData name="Ms Alina Arshad" userId="cccdfd85-d35d-4453-9c6f-a463aae40722" providerId="ADAL" clId="{506AEF98-43AF-47E5-97BE-CEE6E380F332}" dt="2024-09-05T09:20:24.155" v="95" actId="478"/>
          <ac:picMkLst>
            <pc:docMk/>
            <pc:sldMk cId="0" sldId="260"/>
            <ac:picMk id="3" creationId="{00000000-0000-0000-0000-000000000000}"/>
          </ac:picMkLst>
        </pc:picChg>
        <pc:picChg chg="del">
          <ac:chgData name="Ms Alina Arshad" userId="cccdfd85-d35d-4453-9c6f-a463aae40722" providerId="ADAL" clId="{506AEF98-43AF-47E5-97BE-CEE6E380F332}" dt="2024-09-05T09:21:48.675" v="121" actId="478"/>
          <ac:picMkLst>
            <pc:docMk/>
            <pc:sldMk cId="0" sldId="260"/>
            <ac:picMk id="6" creationId="{00000000-0000-0000-0000-000000000000}"/>
          </ac:picMkLst>
        </pc:picChg>
      </pc:sldChg>
      <pc:sldChg chg="addSp delSp modSp add del mod">
        <pc:chgData name="Ms Alina Arshad" userId="cccdfd85-d35d-4453-9c6f-a463aae40722" providerId="ADAL" clId="{506AEF98-43AF-47E5-97BE-CEE6E380F332}" dt="2024-09-05T09:25:51.450" v="164" actId="207"/>
        <pc:sldMkLst>
          <pc:docMk/>
          <pc:sldMk cId="0" sldId="261"/>
        </pc:sldMkLst>
        <pc:spChg chg="del">
          <ac:chgData name="Ms Alina Arshad" userId="cccdfd85-d35d-4453-9c6f-a463aae40722" providerId="ADAL" clId="{506AEF98-43AF-47E5-97BE-CEE6E380F332}" dt="2024-09-05T09:24:03.114" v="142" actId="478"/>
          <ac:spMkLst>
            <pc:docMk/>
            <pc:sldMk cId="0" sldId="261"/>
            <ac:spMk id="2" creationId="{00000000-0000-0000-0000-000000000000}"/>
          </ac:spMkLst>
        </pc:spChg>
        <pc:spChg chg="mod">
          <ac:chgData name="Ms Alina Arshad" userId="cccdfd85-d35d-4453-9c6f-a463aae40722" providerId="ADAL" clId="{506AEF98-43AF-47E5-97BE-CEE6E380F332}" dt="2024-09-05T09:24:27.558" v="148" actId="2711"/>
          <ac:spMkLst>
            <pc:docMk/>
            <pc:sldMk cId="0" sldId="261"/>
            <ac:spMk id="3" creationId="{00000000-0000-0000-0000-000000000000}"/>
          </ac:spMkLst>
        </pc:spChg>
        <pc:spChg chg="add del mod">
          <ac:chgData name="Ms Alina Arshad" userId="cccdfd85-d35d-4453-9c6f-a463aae40722" providerId="ADAL" clId="{506AEF98-43AF-47E5-97BE-CEE6E380F332}" dt="2024-09-05T09:24:06.217" v="143" actId="478"/>
          <ac:spMkLst>
            <pc:docMk/>
            <pc:sldMk cId="0" sldId="261"/>
            <ac:spMk id="7" creationId="{9B225BDB-465A-3ADD-4CEC-29C7CC1832AD}"/>
          </ac:spMkLst>
        </pc:spChg>
        <pc:spChg chg="add mod">
          <ac:chgData name="Ms Alina Arshad" userId="cccdfd85-d35d-4453-9c6f-a463aae40722" providerId="ADAL" clId="{506AEF98-43AF-47E5-97BE-CEE6E380F332}" dt="2024-09-05T09:24:07.546" v="144"/>
          <ac:spMkLst>
            <pc:docMk/>
            <pc:sldMk cId="0" sldId="261"/>
            <ac:spMk id="8" creationId="{882DBBE7-BADA-A9F1-3050-34ED00C528A2}"/>
          </ac:spMkLst>
        </pc:spChg>
        <pc:graphicFrameChg chg="mod modGraphic">
          <ac:chgData name="Ms Alina Arshad" userId="cccdfd85-d35d-4453-9c6f-a463aae40722" providerId="ADAL" clId="{506AEF98-43AF-47E5-97BE-CEE6E380F332}" dt="2024-09-05T09:25:51.450" v="164" actId="207"/>
          <ac:graphicFrameMkLst>
            <pc:docMk/>
            <pc:sldMk cId="0" sldId="261"/>
            <ac:graphicFrameMk id="5" creationId="{00000000-0000-0000-0000-000000000000}"/>
          </ac:graphicFrameMkLst>
        </pc:graphicFrameChg>
        <pc:picChg chg="del">
          <ac:chgData name="Ms Alina Arshad" userId="cccdfd85-d35d-4453-9c6f-a463aae40722" providerId="ADAL" clId="{506AEF98-43AF-47E5-97BE-CEE6E380F332}" dt="2024-09-05T09:24:18.348" v="147" actId="478"/>
          <ac:picMkLst>
            <pc:docMk/>
            <pc:sldMk cId="0" sldId="261"/>
            <ac:picMk id="4" creationId="{00000000-0000-0000-0000-000000000000}"/>
          </ac:picMkLst>
        </pc:picChg>
      </pc:sldChg>
      <pc:sldChg chg="modSp add del mod">
        <pc:chgData name="Ms Alina Arshad" userId="cccdfd85-d35d-4453-9c6f-a463aae40722" providerId="ADAL" clId="{506AEF98-43AF-47E5-97BE-CEE6E380F332}" dt="2024-09-05T09:26:42.097" v="174" actId="207"/>
        <pc:sldMkLst>
          <pc:docMk/>
          <pc:sldMk cId="0" sldId="262"/>
        </pc:sldMkLst>
        <pc:spChg chg="mod">
          <ac:chgData name="Ms Alina Arshad" userId="cccdfd85-d35d-4453-9c6f-a463aae40722" providerId="ADAL" clId="{506AEF98-43AF-47E5-97BE-CEE6E380F332}" dt="2024-09-05T09:26:08.874" v="168" actId="1076"/>
          <ac:spMkLst>
            <pc:docMk/>
            <pc:sldMk cId="0" sldId="262"/>
            <ac:spMk id="2" creationId="{00000000-0000-0000-0000-000000000000}"/>
          </ac:spMkLst>
        </pc:spChg>
        <pc:spChg chg="mod">
          <ac:chgData name="Ms Alina Arshad" userId="cccdfd85-d35d-4453-9c6f-a463aae40722" providerId="ADAL" clId="{506AEF98-43AF-47E5-97BE-CEE6E380F332}" dt="2024-09-05T09:26:42.097" v="174" actId="207"/>
          <ac:spMkLst>
            <pc:docMk/>
            <pc:sldMk cId="0" sldId="262"/>
            <ac:spMk id="3" creationId="{00000000-0000-0000-0000-000000000000}"/>
          </ac:spMkLst>
        </pc:spChg>
      </pc:sldChg>
      <pc:sldChg chg="modSp add del mod">
        <pc:chgData name="Ms Alina Arshad" userId="cccdfd85-d35d-4453-9c6f-a463aae40722" providerId="ADAL" clId="{506AEF98-43AF-47E5-97BE-CEE6E380F332}" dt="2024-09-05T09:27:22.823" v="183" actId="207"/>
        <pc:sldMkLst>
          <pc:docMk/>
          <pc:sldMk cId="0" sldId="263"/>
        </pc:sldMkLst>
        <pc:spChg chg="mod">
          <ac:chgData name="Ms Alina Arshad" userId="cccdfd85-d35d-4453-9c6f-a463aae40722" providerId="ADAL" clId="{506AEF98-43AF-47E5-97BE-CEE6E380F332}" dt="2024-09-05T09:26:56.430" v="178" actId="113"/>
          <ac:spMkLst>
            <pc:docMk/>
            <pc:sldMk cId="0" sldId="263"/>
            <ac:spMk id="2" creationId="{00000000-0000-0000-0000-000000000000}"/>
          </ac:spMkLst>
        </pc:spChg>
        <pc:spChg chg="mod">
          <ac:chgData name="Ms Alina Arshad" userId="cccdfd85-d35d-4453-9c6f-a463aae40722" providerId="ADAL" clId="{506AEF98-43AF-47E5-97BE-CEE6E380F332}" dt="2024-09-05T09:27:22.823" v="183" actId="207"/>
          <ac:spMkLst>
            <pc:docMk/>
            <pc:sldMk cId="0" sldId="263"/>
            <ac:spMk id="3" creationId="{00000000-0000-0000-0000-000000000000}"/>
          </ac:spMkLst>
        </pc:spChg>
      </pc:sldChg>
      <pc:sldChg chg="modSp add del mod">
        <pc:chgData name="Ms Alina Arshad" userId="cccdfd85-d35d-4453-9c6f-a463aae40722" providerId="ADAL" clId="{506AEF98-43AF-47E5-97BE-CEE6E380F332}" dt="2024-09-06T04:48:09.575" v="198" actId="404"/>
        <pc:sldMkLst>
          <pc:docMk/>
          <pc:sldMk cId="0" sldId="264"/>
        </pc:sldMkLst>
        <pc:spChg chg="mod">
          <ac:chgData name="Ms Alina Arshad" userId="cccdfd85-d35d-4453-9c6f-a463aae40722" providerId="ADAL" clId="{506AEF98-43AF-47E5-97BE-CEE6E380F332}" dt="2024-09-06T04:44:50.131" v="194" actId="1076"/>
          <ac:spMkLst>
            <pc:docMk/>
            <pc:sldMk cId="0" sldId="264"/>
            <ac:spMk id="2" creationId="{00000000-0000-0000-0000-000000000000}"/>
          </ac:spMkLst>
        </pc:spChg>
        <pc:spChg chg="mod">
          <ac:chgData name="Ms Alina Arshad" userId="cccdfd85-d35d-4453-9c6f-a463aae40722" providerId="ADAL" clId="{506AEF98-43AF-47E5-97BE-CEE6E380F332}" dt="2024-09-06T04:48:09.575" v="198" actId="404"/>
          <ac:spMkLst>
            <pc:docMk/>
            <pc:sldMk cId="0" sldId="264"/>
            <ac:spMk id="3" creationId="{00000000-0000-0000-0000-000000000000}"/>
          </ac:spMkLst>
        </pc:spChg>
      </pc:sldChg>
      <pc:sldChg chg="modSp add del mod">
        <pc:chgData name="Ms Alina Arshad" userId="cccdfd85-d35d-4453-9c6f-a463aae40722" providerId="ADAL" clId="{506AEF98-43AF-47E5-97BE-CEE6E380F332}" dt="2024-09-06T04:49:09.787" v="209" actId="207"/>
        <pc:sldMkLst>
          <pc:docMk/>
          <pc:sldMk cId="1577505814" sldId="265"/>
        </pc:sldMkLst>
        <pc:spChg chg="mod">
          <ac:chgData name="Ms Alina Arshad" userId="cccdfd85-d35d-4453-9c6f-a463aae40722" providerId="ADAL" clId="{506AEF98-43AF-47E5-97BE-CEE6E380F332}" dt="2024-09-06T04:48:27.833" v="203" actId="1076"/>
          <ac:spMkLst>
            <pc:docMk/>
            <pc:sldMk cId="1577505814" sldId="265"/>
            <ac:spMk id="2" creationId="{00000000-0000-0000-0000-000000000000}"/>
          </ac:spMkLst>
        </pc:spChg>
        <pc:spChg chg="mod">
          <ac:chgData name="Ms Alina Arshad" userId="cccdfd85-d35d-4453-9c6f-a463aae40722" providerId="ADAL" clId="{506AEF98-43AF-47E5-97BE-CEE6E380F332}" dt="2024-09-06T04:49:09.787" v="209" actId="207"/>
          <ac:spMkLst>
            <pc:docMk/>
            <pc:sldMk cId="1577505814" sldId="265"/>
            <ac:spMk id="3" creationId="{00000000-0000-0000-0000-000000000000}"/>
          </ac:spMkLst>
        </pc:spChg>
      </pc:sldChg>
      <pc:sldChg chg="modSp add del mod">
        <pc:chgData name="Ms Alina Arshad" userId="cccdfd85-d35d-4453-9c6f-a463aae40722" providerId="ADAL" clId="{506AEF98-43AF-47E5-97BE-CEE6E380F332}" dt="2024-09-06T04:50:19.086" v="224" actId="207"/>
        <pc:sldMkLst>
          <pc:docMk/>
          <pc:sldMk cId="1582826008" sldId="266"/>
        </pc:sldMkLst>
        <pc:spChg chg="mod">
          <ac:chgData name="Ms Alina Arshad" userId="cccdfd85-d35d-4453-9c6f-a463aae40722" providerId="ADAL" clId="{506AEF98-43AF-47E5-97BE-CEE6E380F332}" dt="2024-09-06T04:49:30.963" v="213" actId="113"/>
          <ac:spMkLst>
            <pc:docMk/>
            <pc:sldMk cId="1582826008" sldId="266"/>
            <ac:spMk id="2" creationId="{00000000-0000-0000-0000-000000000000}"/>
          </ac:spMkLst>
        </pc:spChg>
        <pc:spChg chg="mod">
          <ac:chgData name="Ms Alina Arshad" userId="cccdfd85-d35d-4453-9c6f-a463aae40722" providerId="ADAL" clId="{506AEF98-43AF-47E5-97BE-CEE6E380F332}" dt="2024-09-06T04:50:19.086" v="224" actId="207"/>
          <ac:spMkLst>
            <pc:docMk/>
            <pc:sldMk cId="1582826008" sldId="266"/>
            <ac:spMk id="3" creationId="{00000000-0000-0000-0000-000000000000}"/>
          </ac:spMkLst>
        </pc:spChg>
      </pc:sldChg>
      <pc:sldChg chg="modSp add del mod">
        <pc:chgData name="Ms Alina Arshad" userId="cccdfd85-d35d-4453-9c6f-a463aae40722" providerId="ADAL" clId="{506AEF98-43AF-47E5-97BE-CEE6E380F332}" dt="2024-09-06T04:51:24.650" v="238" actId="207"/>
        <pc:sldMkLst>
          <pc:docMk/>
          <pc:sldMk cId="731299161" sldId="267"/>
        </pc:sldMkLst>
        <pc:spChg chg="mod">
          <ac:chgData name="Ms Alina Arshad" userId="cccdfd85-d35d-4453-9c6f-a463aae40722" providerId="ADAL" clId="{506AEF98-43AF-47E5-97BE-CEE6E380F332}" dt="2024-09-06T04:50:58.749" v="233" actId="1076"/>
          <ac:spMkLst>
            <pc:docMk/>
            <pc:sldMk cId="731299161" sldId="267"/>
            <ac:spMk id="2" creationId="{00000000-0000-0000-0000-000000000000}"/>
          </ac:spMkLst>
        </pc:spChg>
        <pc:spChg chg="mod">
          <ac:chgData name="Ms Alina Arshad" userId="cccdfd85-d35d-4453-9c6f-a463aae40722" providerId="ADAL" clId="{506AEF98-43AF-47E5-97BE-CEE6E380F332}" dt="2024-09-06T04:51:24.650" v="238" actId="207"/>
          <ac:spMkLst>
            <pc:docMk/>
            <pc:sldMk cId="731299161" sldId="267"/>
            <ac:spMk id="3" creationId="{00000000-0000-0000-0000-000000000000}"/>
          </ac:spMkLst>
        </pc:spChg>
      </pc:sldChg>
      <pc:sldChg chg="modSp add del mod">
        <pc:chgData name="Ms Alina Arshad" userId="cccdfd85-d35d-4453-9c6f-a463aae40722" providerId="ADAL" clId="{506AEF98-43AF-47E5-97BE-CEE6E380F332}" dt="2024-09-06T04:51:56.787" v="247" actId="1076"/>
        <pc:sldMkLst>
          <pc:docMk/>
          <pc:sldMk cId="90329638" sldId="268"/>
        </pc:sldMkLst>
        <pc:spChg chg="mod">
          <ac:chgData name="Ms Alina Arshad" userId="cccdfd85-d35d-4453-9c6f-a463aae40722" providerId="ADAL" clId="{506AEF98-43AF-47E5-97BE-CEE6E380F332}" dt="2024-09-06T04:51:55.847" v="246" actId="1076"/>
          <ac:spMkLst>
            <pc:docMk/>
            <pc:sldMk cId="90329638" sldId="268"/>
            <ac:spMk id="2" creationId="{00000000-0000-0000-0000-000000000000}"/>
          </ac:spMkLst>
        </pc:spChg>
        <pc:picChg chg="mod">
          <ac:chgData name="Ms Alina Arshad" userId="cccdfd85-d35d-4453-9c6f-a463aae40722" providerId="ADAL" clId="{506AEF98-43AF-47E5-97BE-CEE6E380F332}" dt="2024-09-06T04:51:56.787" v="247" actId="1076"/>
          <ac:picMkLst>
            <pc:docMk/>
            <pc:sldMk cId="90329638" sldId="268"/>
            <ac:picMk id="3" creationId="{00000000-0000-0000-0000-000000000000}"/>
          </ac:picMkLst>
        </pc:picChg>
      </pc:sldChg>
      <pc:sldChg chg="modSp add del mod">
        <pc:chgData name="Ms Alina Arshad" userId="cccdfd85-d35d-4453-9c6f-a463aae40722" providerId="ADAL" clId="{506AEF98-43AF-47E5-97BE-CEE6E380F332}" dt="2024-09-06T04:52:10.571" v="252" actId="1076"/>
        <pc:sldMkLst>
          <pc:docMk/>
          <pc:sldMk cId="2295129282" sldId="269"/>
        </pc:sldMkLst>
        <pc:picChg chg="mod">
          <ac:chgData name="Ms Alina Arshad" userId="cccdfd85-d35d-4453-9c6f-a463aae40722" providerId="ADAL" clId="{506AEF98-43AF-47E5-97BE-CEE6E380F332}" dt="2024-09-06T04:52:10.571" v="252" actId="1076"/>
          <ac:picMkLst>
            <pc:docMk/>
            <pc:sldMk cId="2295129282" sldId="269"/>
            <ac:picMk id="2" creationId="{00000000-0000-0000-0000-000000000000}"/>
          </ac:picMkLst>
        </pc:picChg>
      </pc:sldChg>
      <pc:sldChg chg="modSp add del mod">
        <pc:chgData name="Ms Alina Arshad" userId="cccdfd85-d35d-4453-9c6f-a463aae40722" providerId="ADAL" clId="{506AEF98-43AF-47E5-97BE-CEE6E380F332}" dt="2024-09-06T04:52:20.805" v="255" actId="1076"/>
        <pc:sldMkLst>
          <pc:docMk/>
          <pc:sldMk cId="2090315159" sldId="270"/>
        </pc:sldMkLst>
        <pc:picChg chg="mod">
          <ac:chgData name="Ms Alina Arshad" userId="cccdfd85-d35d-4453-9c6f-a463aae40722" providerId="ADAL" clId="{506AEF98-43AF-47E5-97BE-CEE6E380F332}" dt="2024-09-06T04:52:20.805" v="255" actId="1076"/>
          <ac:picMkLst>
            <pc:docMk/>
            <pc:sldMk cId="2090315159" sldId="270"/>
            <ac:picMk id="2" creationId="{00000000-0000-0000-0000-000000000000}"/>
          </ac:picMkLst>
        </pc:picChg>
      </pc:sldChg>
      <pc:sldChg chg="modSp add del mod">
        <pc:chgData name="Ms Alina Arshad" userId="cccdfd85-d35d-4453-9c6f-a463aae40722" providerId="ADAL" clId="{506AEF98-43AF-47E5-97BE-CEE6E380F332}" dt="2024-09-06T04:52:59.227" v="271" actId="1076"/>
        <pc:sldMkLst>
          <pc:docMk/>
          <pc:sldMk cId="3034138166" sldId="271"/>
        </pc:sldMkLst>
        <pc:spChg chg="mod">
          <ac:chgData name="Ms Alina Arshad" userId="cccdfd85-d35d-4453-9c6f-a463aae40722" providerId="ADAL" clId="{506AEF98-43AF-47E5-97BE-CEE6E380F332}" dt="2024-09-06T04:52:59.227" v="271" actId="1076"/>
          <ac:spMkLst>
            <pc:docMk/>
            <pc:sldMk cId="3034138166" sldId="271"/>
            <ac:spMk id="2" creationId="{00000000-0000-0000-0000-000000000000}"/>
          </ac:spMkLst>
        </pc:spChg>
        <pc:picChg chg="mod">
          <ac:chgData name="Ms Alina Arshad" userId="cccdfd85-d35d-4453-9c6f-a463aae40722" providerId="ADAL" clId="{506AEF98-43AF-47E5-97BE-CEE6E380F332}" dt="2024-09-06T04:52:53.655" v="270" actId="14100"/>
          <ac:picMkLst>
            <pc:docMk/>
            <pc:sldMk cId="3034138166" sldId="271"/>
            <ac:picMk id="3" creationId="{00000000-0000-0000-0000-000000000000}"/>
          </ac:picMkLst>
        </pc:picChg>
      </pc:sldChg>
      <pc:sldChg chg="modSp add del mod">
        <pc:chgData name="Ms Alina Arshad" userId="cccdfd85-d35d-4453-9c6f-a463aae40722" providerId="ADAL" clId="{506AEF98-43AF-47E5-97BE-CEE6E380F332}" dt="2024-09-06T05:00:31.482" v="282" actId="255"/>
        <pc:sldMkLst>
          <pc:docMk/>
          <pc:sldMk cId="2504047100" sldId="272"/>
        </pc:sldMkLst>
        <pc:spChg chg="mod">
          <ac:chgData name="Ms Alina Arshad" userId="cccdfd85-d35d-4453-9c6f-a463aae40722" providerId="ADAL" clId="{506AEF98-43AF-47E5-97BE-CEE6E380F332}" dt="2024-09-06T04:53:12.362" v="275" actId="1076"/>
          <ac:spMkLst>
            <pc:docMk/>
            <pc:sldMk cId="2504047100" sldId="272"/>
            <ac:spMk id="2" creationId="{00000000-0000-0000-0000-000000000000}"/>
          </ac:spMkLst>
        </pc:spChg>
        <pc:spChg chg="mod">
          <ac:chgData name="Ms Alina Arshad" userId="cccdfd85-d35d-4453-9c6f-a463aae40722" providerId="ADAL" clId="{506AEF98-43AF-47E5-97BE-CEE6E380F332}" dt="2024-09-06T05:00:31.482" v="282" actId="255"/>
          <ac:spMkLst>
            <pc:docMk/>
            <pc:sldMk cId="2504047100" sldId="272"/>
            <ac:spMk id="3" creationId="{00000000-0000-0000-0000-000000000000}"/>
          </ac:spMkLst>
        </pc:spChg>
      </pc:sldChg>
      <pc:sldChg chg="modSp add mod">
        <pc:chgData name="Ms Alina Arshad" userId="cccdfd85-d35d-4453-9c6f-a463aae40722" providerId="ADAL" clId="{506AEF98-43AF-47E5-97BE-CEE6E380F332}" dt="2024-09-06T05:01:36.068" v="304" actId="113"/>
        <pc:sldMkLst>
          <pc:docMk/>
          <pc:sldMk cId="4283755204" sldId="273"/>
        </pc:sldMkLst>
        <pc:spChg chg="mod">
          <ac:chgData name="Ms Alina Arshad" userId="cccdfd85-d35d-4453-9c6f-a463aae40722" providerId="ADAL" clId="{506AEF98-43AF-47E5-97BE-CEE6E380F332}" dt="2024-09-06T05:00:41.168" v="286" actId="113"/>
          <ac:spMkLst>
            <pc:docMk/>
            <pc:sldMk cId="4283755204" sldId="273"/>
            <ac:spMk id="2" creationId="{00000000-0000-0000-0000-000000000000}"/>
          </ac:spMkLst>
        </pc:spChg>
        <pc:spChg chg="mod">
          <ac:chgData name="Ms Alina Arshad" userId="cccdfd85-d35d-4453-9c6f-a463aae40722" providerId="ADAL" clId="{506AEF98-43AF-47E5-97BE-CEE6E380F332}" dt="2024-09-06T05:01:36.068" v="304" actId="113"/>
          <ac:spMkLst>
            <pc:docMk/>
            <pc:sldMk cId="4283755204" sldId="273"/>
            <ac:spMk id="3" creationId="{00000000-0000-0000-0000-000000000000}"/>
          </ac:spMkLst>
        </pc:spChg>
      </pc:sldChg>
      <pc:sldChg chg="modSp add mod">
        <pc:chgData name="Ms Alina Arshad" userId="cccdfd85-d35d-4453-9c6f-a463aae40722" providerId="ADAL" clId="{506AEF98-43AF-47E5-97BE-CEE6E380F332}" dt="2024-09-06T05:01:31.214" v="302" actId="113"/>
        <pc:sldMkLst>
          <pc:docMk/>
          <pc:sldMk cId="2935103945" sldId="274"/>
        </pc:sldMkLst>
        <pc:spChg chg="mod">
          <ac:chgData name="Ms Alina Arshad" userId="cccdfd85-d35d-4453-9c6f-a463aae40722" providerId="ADAL" clId="{506AEF98-43AF-47E5-97BE-CEE6E380F332}" dt="2024-09-06T05:01:05.870" v="295" actId="113"/>
          <ac:spMkLst>
            <pc:docMk/>
            <pc:sldMk cId="2935103945" sldId="274"/>
            <ac:spMk id="2" creationId="{00000000-0000-0000-0000-000000000000}"/>
          </ac:spMkLst>
        </pc:spChg>
        <pc:spChg chg="mod">
          <ac:chgData name="Ms Alina Arshad" userId="cccdfd85-d35d-4453-9c6f-a463aae40722" providerId="ADAL" clId="{506AEF98-43AF-47E5-97BE-CEE6E380F332}" dt="2024-09-06T05:01:31.214" v="302" actId="113"/>
          <ac:spMkLst>
            <pc:docMk/>
            <pc:sldMk cId="2935103945" sldId="274"/>
            <ac:spMk id="3" creationId="{00000000-0000-0000-0000-000000000000}"/>
          </ac:spMkLst>
        </pc:spChg>
      </pc:sldChg>
      <pc:sldChg chg="modSp add mod">
        <pc:chgData name="Ms Alina Arshad" userId="cccdfd85-d35d-4453-9c6f-a463aae40722" providerId="ADAL" clId="{506AEF98-43AF-47E5-97BE-CEE6E380F332}" dt="2024-09-06T05:02:08.009" v="313" actId="207"/>
        <pc:sldMkLst>
          <pc:docMk/>
          <pc:sldMk cId="1497646456" sldId="275"/>
        </pc:sldMkLst>
        <pc:spChg chg="mod">
          <ac:chgData name="Ms Alina Arshad" userId="cccdfd85-d35d-4453-9c6f-a463aae40722" providerId="ADAL" clId="{506AEF98-43AF-47E5-97BE-CEE6E380F332}" dt="2024-09-06T05:01:55.431" v="309" actId="1076"/>
          <ac:spMkLst>
            <pc:docMk/>
            <pc:sldMk cId="1497646456" sldId="275"/>
            <ac:spMk id="2" creationId="{00000000-0000-0000-0000-000000000000}"/>
          </ac:spMkLst>
        </pc:spChg>
        <pc:spChg chg="mod">
          <ac:chgData name="Ms Alina Arshad" userId="cccdfd85-d35d-4453-9c6f-a463aae40722" providerId="ADAL" clId="{506AEF98-43AF-47E5-97BE-CEE6E380F332}" dt="2024-09-06T05:02:08.009" v="313" actId="207"/>
          <ac:spMkLst>
            <pc:docMk/>
            <pc:sldMk cId="1497646456" sldId="275"/>
            <ac:spMk id="3" creationId="{00000000-0000-0000-0000-000000000000}"/>
          </ac:spMkLst>
        </pc:spChg>
      </pc:sldChg>
      <pc:sldChg chg="del">
        <pc:chgData name="Ms Alina Arshad" userId="cccdfd85-d35d-4453-9c6f-a463aae40722" providerId="ADAL" clId="{506AEF98-43AF-47E5-97BE-CEE6E380F332}" dt="2024-09-05T09:06:19.247" v="16" actId="47"/>
        <pc:sldMkLst>
          <pc:docMk/>
          <pc:sldMk cId="0" sldId="395"/>
        </pc:sldMkLst>
      </pc:sldChg>
      <pc:sldChg chg="del">
        <pc:chgData name="Ms Alina Arshad" userId="cccdfd85-d35d-4453-9c6f-a463aae40722" providerId="ADAL" clId="{506AEF98-43AF-47E5-97BE-CEE6E380F332}" dt="2024-09-05T09:06:19.481" v="17" actId="47"/>
        <pc:sldMkLst>
          <pc:docMk/>
          <pc:sldMk cId="0" sldId="396"/>
        </pc:sldMkLst>
      </pc:sldChg>
      <pc:sldChg chg="del">
        <pc:chgData name="Ms Alina Arshad" userId="cccdfd85-d35d-4453-9c6f-a463aae40722" providerId="ADAL" clId="{506AEF98-43AF-47E5-97BE-CEE6E380F332}" dt="2024-09-05T09:06:18.950" v="15" actId="47"/>
        <pc:sldMkLst>
          <pc:docMk/>
          <pc:sldMk cId="1634129650" sldId="397"/>
        </pc:sldMkLst>
      </pc:sldChg>
      <pc:sldMasterChg chg="delSldLayout">
        <pc:chgData name="Ms Alina Arshad" userId="cccdfd85-d35d-4453-9c6f-a463aae40722" providerId="ADAL" clId="{506AEF98-43AF-47E5-97BE-CEE6E380F332}" dt="2024-09-05T09:06:16.387" v="7" actId="47"/>
        <pc:sldMasterMkLst>
          <pc:docMk/>
          <pc:sldMasterMk cId="1090009938" sldId="2147483660"/>
        </pc:sldMasterMkLst>
        <pc:sldLayoutChg chg="del">
          <pc:chgData name="Ms Alina Arshad" userId="cccdfd85-d35d-4453-9c6f-a463aae40722" providerId="ADAL" clId="{506AEF98-43AF-47E5-97BE-CEE6E380F332}" dt="2024-09-05T09:06:16.387" v="7" actId="47"/>
          <pc:sldLayoutMkLst>
            <pc:docMk/>
            <pc:sldMasterMk cId="1090009938" sldId="2147483660"/>
            <pc:sldLayoutMk cId="678066955" sldId="2147483672"/>
          </pc:sldLayoutMkLst>
        </pc:sldLayoutChg>
      </pc:sldMasterChg>
    </pc:docChg>
  </pc:docChgLst>
  <pc:docChgLst>
    <pc:chgData name="Ms Alina Arshad" userId="cccdfd85-d35d-4453-9c6f-a463aae40722" providerId="ADAL" clId="{44991E72-28EC-43D4-9452-2984EF5D346D}"/>
    <pc:docChg chg="undo custSel addSld delSld modSld">
      <pc:chgData name="Ms Alina Arshad" userId="cccdfd85-d35d-4453-9c6f-a463aae40722" providerId="ADAL" clId="{44991E72-28EC-43D4-9452-2984EF5D346D}" dt="2024-09-03T04:23:54.014" v="592" actId="404"/>
      <pc:docMkLst>
        <pc:docMk/>
      </pc:docMkLst>
      <pc:sldChg chg="addSp delSp modSp mod">
        <pc:chgData name="Ms Alina Arshad" userId="cccdfd85-d35d-4453-9c6f-a463aae40722" providerId="ADAL" clId="{44991E72-28EC-43D4-9452-2984EF5D346D}" dt="2024-08-29T08:38:26.035" v="584" actId="27636"/>
        <pc:sldMkLst>
          <pc:docMk/>
          <pc:sldMk cId="3322361034" sldId="256"/>
        </pc:sldMkLst>
        <pc:spChg chg="mod">
          <ac:chgData name="Ms Alina Arshad" userId="cccdfd85-d35d-4453-9c6f-a463aae40722" providerId="ADAL" clId="{44991E72-28EC-43D4-9452-2984EF5D346D}" dt="2024-08-29T08:38:26.035" v="584" actId="27636"/>
          <ac:spMkLst>
            <pc:docMk/>
            <pc:sldMk cId="3322361034" sldId="256"/>
            <ac:spMk id="3" creationId="{44E9F82C-BBA7-3495-1097-BEDB54FFFDF4}"/>
          </ac:spMkLst>
        </pc:spChg>
        <pc:spChg chg="add del mod">
          <ac:chgData name="Ms Alina Arshad" userId="cccdfd85-d35d-4453-9c6f-a463aae40722" providerId="ADAL" clId="{44991E72-28EC-43D4-9452-2984EF5D346D}" dt="2024-08-29T06:58:40.247" v="81" actId="478"/>
          <ac:spMkLst>
            <pc:docMk/>
            <pc:sldMk cId="3322361034" sldId="256"/>
            <ac:spMk id="6" creationId="{DA71808B-1605-2E5A-9020-A111E2109C1E}"/>
          </ac:spMkLst>
        </pc:spChg>
      </pc:sldChg>
      <pc:sldChg chg="modSp add mod">
        <pc:chgData name="Ms Alina Arshad" userId="cccdfd85-d35d-4453-9c6f-a463aae40722" providerId="ADAL" clId="{44991E72-28EC-43D4-9452-2984EF5D346D}" dt="2024-08-29T07:36:47.319" v="127" actId="403"/>
        <pc:sldMkLst>
          <pc:docMk/>
          <pc:sldMk cId="0" sldId="258"/>
        </pc:sldMkLst>
        <pc:spChg chg="mod">
          <ac:chgData name="Ms Alina Arshad" userId="cccdfd85-d35d-4453-9c6f-a463aae40722" providerId="ADAL" clId="{44991E72-28EC-43D4-9452-2984EF5D346D}" dt="2024-08-29T07:36:47.319" v="127" actId="403"/>
          <ac:spMkLst>
            <pc:docMk/>
            <pc:sldMk cId="0" sldId="258"/>
            <ac:spMk id="3" creationId="{00000000-0000-0000-0000-000000000000}"/>
          </ac:spMkLst>
        </pc:spChg>
        <pc:graphicFrameChg chg="modGraphic">
          <ac:chgData name="Ms Alina Arshad" userId="cccdfd85-d35d-4453-9c6f-a463aae40722" providerId="ADAL" clId="{44991E72-28EC-43D4-9452-2984EF5D346D}" dt="2024-08-29T07:35:42.142" v="124" actId="207"/>
          <ac:graphicFrameMkLst>
            <pc:docMk/>
            <pc:sldMk cId="0" sldId="258"/>
            <ac:graphicFrameMk id="2" creationId="{00000000-0000-0000-0000-000000000000}"/>
          </ac:graphicFrameMkLst>
        </pc:graphicFrameChg>
      </pc:sldChg>
      <pc:sldChg chg="modSp add mod">
        <pc:chgData name="Ms Alina Arshad" userId="cccdfd85-d35d-4453-9c6f-a463aae40722" providerId="ADAL" clId="{44991E72-28EC-43D4-9452-2984EF5D346D}" dt="2024-08-29T07:40:55.749" v="147" actId="403"/>
        <pc:sldMkLst>
          <pc:docMk/>
          <pc:sldMk cId="0" sldId="259"/>
        </pc:sldMkLst>
        <pc:spChg chg="mod">
          <ac:chgData name="Ms Alina Arshad" userId="cccdfd85-d35d-4453-9c6f-a463aae40722" providerId="ADAL" clId="{44991E72-28EC-43D4-9452-2984EF5D346D}" dt="2024-08-29T07:37:18.868" v="132" actId="207"/>
          <ac:spMkLst>
            <pc:docMk/>
            <pc:sldMk cId="0" sldId="259"/>
            <ac:spMk id="2" creationId="{00000000-0000-0000-0000-000000000000}"/>
          </ac:spMkLst>
        </pc:spChg>
        <pc:spChg chg="mod">
          <ac:chgData name="Ms Alina Arshad" userId="cccdfd85-d35d-4453-9c6f-a463aae40722" providerId="ADAL" clId="{44991E72-28EC-43D4-9452-2984EF5D346D}" dt="2024-08-29T07:40:55.749" v="147" actId="403"/>
          <ac:spMkLst>
            <pc:docMk/>
            <pc:sldMk cId="0" sldId="259"/>
            <ac:spMk id="3" creationId="{00000000-0000-0000-0000-000000000000}"/>
          </ac:spMkLst>
        </pc:spChg>
      </pc:sldChg>
      <pc:sldChg chg="modSp add mod">
        <pc:chgData name="Ms Alina Arshad" userId="cccdfd85-d35d-4453-9c6f-a463aae40722" providerId="ADAL" clId="{44991E72-28EC-43D4-9452-2984EF5D346D}" dt="2024-08-29T07:42:14.196" v="154" actId="1076"/>
        <pc:sldMkLst>
          <pc:docMk/>
          <pc:sldMk cId="0" sldId="260"/>
        </pc:sldMkLst>
        <pc:picChg chg="mod">
          <ac:chgData name="Ms Alina Arshad" userId="cccdfd85-d35d-4453-9c6f-a463aae40722" providerId="ADAL" clId="{44991E72-28EC-43D4-9452-2984EF5D346D}" dt="2024-08-29T07:42:14.196" v="154" actId="1076"/>
          <ac:picMkLst>
            <pc:docMk/>
            <pc:sldMk cId="0" sldId="260"/>
            <ac:picMk id="2" creationId="{00000000-0000-0000-0000-000000000000}"/>
          </ac:picMkLst>
        </pc:picChg>
      </pc:sldChg>
      <pc:sldChg chg="modSp add mod">
        <pc:chgData name="Ms Alina Arshad" userId="cccdfd85-d35d-4453-9c6f-a463aae40722" providerId="ADAL" clId="{44991E72-28EC-43D4-9452-2984EF5D346D}" dt="2024-08-29T08:00:14.745" v="276" actId="404"/>
        <pc:sldMkLst>
          <pc:docMk/>
          <pc:sldMk cId="0" sldId="261"/>
        </pc:sldMkLst>
        <pc:spChg chg="mod">
          <ac:chgData name="Ms Alina Arshad" userId="cccdfd85-d35d-4453-9c6f-a463aae40722" providerId="ADAL" clId="{44991E72-28EC-43D4-9452-2984EF5D346D}" dt="2024-08-29T07:47:22.283" v="189" actId="403"/>
          <ac:spMkLst>
            <pc:docMk/>
            <pc:sldMk cId="0" sldId="261"/>
            <ac:spMk id="2" creationId="{00000000-0000-0000-0000-000000000000}"/>
          </ac:spMkLst>
        </pc:spChg>
        <pc:spChg chg="mod">
          <ac:chgData name="Ms Alina Arshad" userId="cccdfd85-d35d-4453-9c6f-a463aae40722" providerId="ADAL" clId="{44991E72-28EC-43D4-9452-2984EF5D346D}" dt="2024-08-29T08:00:14.745" v="276" actId="404"/>
          <ac:spMkLst>
            <pc:docMk/>
            <pc:sldMk cId="0" sldId="261"/>
            <ac:spMk id="3" creationId="{00000000-0000-0000-0000-000000000000}"/>
          </ac:spMkLst>
        </pc:spChg>
      </pc:sldChg>
      <pc:sldChg chg="modSp add mod">
        <pc:chgData name="Ms Alina Arshad" userId="cccdfd85-d35d-4453-9c6f-a463aae40722" providerId="ADAL" clId="{44991E72-28EC-43D4-9452-2984EF5D346D}" dt="2024-08-29T08:00:48.725" v="286" actId="1076"/>
        <pc:sldMkLst>
          <pc:docMk/>
          <pc:sldMk cId="0" sldId="262"/>
        </pc:sldMkLst>
        <pc:spChg chg="mod">
          <ac:chgData name="Ms Alina Arshad" userId="cccdfd85-d35d-4453-9c6f-a463aae40722" providerId="ADAL" clId="{44991E72-28EC-43D4-9452-2984EF5D346D}" dt="2024-08-29T08:00:32.710" v="281" actId="1076"/>
          <ac:spMkLst>
            <pc:docMk/>
            <pc:sldMk cId="0" sldId="262"/>
            <ac:spMk id="2" creationId="{00000000-0000-0000-0000-000000000000}"/>
          </ac:spMkLst>
        </pc:spChg>
        <pc:spChg chg="mod">
          <ac:chgData name="Ms Alina Arshad" userId="cccdfd85-d35d-4453-9c6f-a463aae40722" providerId="ADAL" clId="{44991E72-28EC-43D4-9452-2984EF5D346D}" dt="2024-08-29T08:00:48.725" v="286" actId="1076"/>
          <ac:spMkLst>
            <pc:docMk/>
            <pc:sldMk cId="0" sldId="262"/>
            <ac:spMk id="3" creationId="{00000000-0000-0000-0000-000000000000}"/>
          </ac:spMkLst>
        </pc:spChg>
      </pc:sldChg>
      <pc:sldChg chg="modSp add mod">
        <pc:chgData name="Ms Alina Arshad" userId="cccdfd85-d35d-4453-9c6f-a463aae40722" providerId="ADAL" clId="{44991E72-28EC-43D4-9452-2984EF5D346D}" dt="2024-08-29T08:07:44.108" v="385" actId="207"/>
        <pc:sldMkLst>
          <pc:docMk/>
          <pc:sldMk cId="0" sldId="263"/>
        </pc:sldMkLst>
        <pc:spChg chg="mod">
          <ac:chgData name="Ms Alina Arshad" userId="cccdfd85-d35d-4453-9c6f-a463aae40722" providerId="ADAL" clId="{44991E72-28EC-43D4-9452-2984EF5D346D}" dt="2024-08-29T08:01:34.730" v="295" actId="113"/>
          <ac:spMkLst>
            <pc:docMk/>
            <pc:sldMk cId="0" sldId="263"/>
            <ac:spMk id="2" creationId="{00000000-0000-0000-0000-000000000000}"/>
          </ac:spMkLst>
        </pc:spChg>
        <pc:spChg chg="mod">
          <ac:chgData name="Ms Alina Arshad" userId="cccdfd85-d35d-4453-9c6f-a463aae40722" providerId="ADAL" clId="{44991E72-28EC-43D4-9452-2984EF5D346D}" dt="2024-08-29T08:07:44.108" v="385" actId="207"/>
          <ac:spMkLst>
            <pc:docMk/>
            <pc:sldMk cId="0" sldId="263"/>
            <ac:spMk id="4" creationId="{00000000-0000-0000-0000-000000000000}"/>
          </ac:spMkLst>
        </pc:spChg>
        <pc:picChg chg="mod">
          <ac:chgData name="Ms Alina Arshad" userId="cccdfd85-d35d-4453-9c6f-a463aae40722" providerId="ADAL" clId="{44991E72-28EC-43D4-9452-2984EF5D346D}" dt="2024-08-29T08:07:38.875" v="384" actId="1076"/>
          <ac:picMkLst>
            <pc:docMk/>
            <pc:sldMk cId="0" sldId="263"/>
            <ac:picMk id="3" creationId="{00000000-0000-0000-0000-000000000000}"/>
          </ac:picMkLst>
        </pc:picChg>
      </pc:sldChg>
      <pc:sldChg chg="addSp delSp modSp add mod">
        <pc:chgData name="Ms Alina Arshad" userId="cccdfd85-d35d-4453-9c6f-a463aae40722" providerId="ADAL" clId="{44991E72-28EC-43D4-9452-2984EF5D346D}" dt="2024-09-03T04:23:54.014" v="592" actId="404"/>
        <pc:sldMkLst>
          <pc:docMk/>
          <pc:sldMk cId="0" sldId="264"/>
        </pc:sldMkLst>
        <pc:spChg chg="mod">
          <ac:chgData name="Ms Alina Arshad" userId="cccdfd85-d35d-4453-9c6f-a463aae40722" providerId="ADAL" clId="{44991E72-28EC-43D4-9452-2984EF5D346D}" dt="2024-08-29T08:01:51.913" v="299" actId="403"/>
          <ac:spMkLst>
            <pc:docMk/>
            <pc:sldMk cId="0" sldId="264"/>
            <ac:spMk id="2" creationId="{00000000-0000-0000-0000-000000000000}"/>
          </ac:spMkLst>
        </pc:spChg>
        <pc:spChg chg="add del mod">
          <ac:chgData name="Ms Alina Arshad" userId="cccdfd85-d35d-4453-9c6f-a463aae40722" providerId="ADAL" clId="{44991E72-28EC-43D4-9452-2984EF5D346D}" dt="2024-09-03T04:23:15.630" v="585" actId="14100"/>
          <ac:spMkLst>
            <pc:docMk/>
            <pc:sldMk cId="0" sldId="264"/>
            <ac:spMk id="3" creationId="{00000000-0000-0000-0000-000000000000}"/>
          </ac:spMkLst>
        </pc:spChg>
        <pc:spChg chg="add mod">
          <ac:chgData name="Ms Alina Arshad" userId="cccdfd85-d35d-4453-9c6f-a463aae40722" providerId="ADAL" clId="{44991E72-28EC-43D4-9452-2984EF5D346D}" dt="2024-09-03T04:23:54.014" v="592" actId="404"/>
          <ac:spMkLst>
            <pc:docMk/>
            <pc:sldMk cId="0" sldId="264"/>
            <ac:spMk id="5" creationId="{F49829E9-2E92-A5C9-F182-CCE08B8090CD}"/>
          </ac:spMkLst>
        </pc:spChg>
      </pc:sldChg>
      <pc:sldChg chg="modSp add mod">
        <pc:chgData name="Ms Alina Arshad" userId="cccdfd85-d35d-4453-9c6f-a463aae40722" providerId="ADAL" clId="{44991E72-28EC-43D4-9452-2984EF5D346D}" dt="2024-08-29T08:04:14.004" v="338" actId="1076"/>
        <pc:sldMkLst>
          <pc:docMk/>
          <pc:sldMk cId="1577505814" sldId="265"/>
        </pc:sldMkLst>
        <pc:spChg chg="mod">
          <ac:chgData name="Ms Alina Arshad" userId="cccdfd85-d35d-4453-9c6f-a463aae40722" providerId="ADAL" clId="{44991E72-28EC-43D4-9452-2984EF5D346D}" dt="2024-08-29T08:03:46.692" v="333" actId="207"/>
          <ac:spMkLst>
            <pc:docMk/>
            <pc:sldMk cId="1577505814" sldId="265"/>
            <ac:spMk id="2" creationId="{00000000-0000-0000-0000-000000000000}"/>
          </ac:spMkLst>
        </pc:spChg>
        <pc:spChg chg="mod">
          <ac:chgData name="Ms Alina Arshad" userId="cccdfd85-d35d-4453-9c6f-a463aae40722" providerId="ADAL" clId="{44991E72-28EC-43D4-9452-2984EF5D346D}" dt="2024-08-29T08:04:14.004" v="338" actId="1076"/>
          <ac:spMkLst>
            <pc:docMk/>
            <pc:sldMk cId="1577505814" sldId="265"/>
            <ac:spMk id="3" creationId="{00000000-0000-0000-0000-000000000000}"/>
          </ac:spMkLst>
        </pc:spChg>
      </pc:sldChg>
      <pc:sldChg chg="delSp modSp add mod">
        <pc:chgData name="Ms Alina Arshad" userId="cccdfd85-d35d-4453-9c6f-a463aae40722" providerId="ADAL" clId="{44991E72-28EC-43D4-9452-2984EF5D346D}" dt="2024-08-29T08:09:29.823" v="407" actId="1076"/>
        <pc:sldMkLst>
          <pc:docMk/>
          <pc:sldMk cId="1582826008" sldId="266"/>
        </pc:sldMkLst>
        <pc:spChg chg="del">
          <ac:chgData name="Ms Alina Arshad" userId="cccdfd85-d35d-4453-9c6f-a463aae40722" providerId="ADAL" clId="{44991E72-28EC-43D4-9452-2984EF5D346D}" dt="2024-08-29T08:04:22.645" v="339" actId="478"/>
          <ac:spMkLst>
            <pc:docMk/>
            <pc:sldMk cId="1582826008" sldId="266"/>
            <ac:spMk id="2" creationId="{00000000-0000-0000-0000-000000000000}"/>
          </ac:spMkLst>
        </pc:spChg>
        <pc:spChg chg="mod">
          <ac:chgData name="Ms Alina Arshad" userId="cccdfd85-d35d-4453-9c6f-a463aae40722" providerId="ADAL" clId="{44991E72-28EC-43D4-9452-2984EF5D346D}" dt="2024-08-29T08:04:57.742" v="355" actId="14100"/>
          <ac:spMkLst>
            <pc:docMk/>
            <pc:sldMk cId="1582826008" sldId="266"/>
            <ac:spMk id="10" creationId="{00000000-0000-0000-0000-000000000000}"/>
          </ac:spMkLst>
        </pc:spChg>
        <pc:spChg chg="mod">
          <ac:chgData name="Ms Alina Arshad" userId="cccdfd85-d35d-4453-9c6f-a463aae40722" providerId="ADAL" clId="{44991E72-28EC-43D4-9452-2984EF5D346D}" dt="2024-08-29T08:08:49.436" v="389" actId="255"/>
          <ac:spMkLst>
            <pc:docMk/>
            <pc:sldMk cId="1582826008" sldId="266"/>
            <ac:spMk id="11" creationId="{00000000-0000-0000-0000-000000000000}"/>
          </ac:spMkLst>
        </pc:spChg>
        <pc:spChg chg="mod">
          <ac:chgData name="Ms Alina Arshad" userId="cccdfd85-d35d-4453-9c6f-a463aae40722" providerId="ADAL" clId="{44991E72-28EC-43D4-9452-2984EF5D346D}" dt="2024-08-29T08:09:05.110" v="399" actId="1076"/>
          <ac:spMkLst>
            <pc:docMk/>
            <pc:sldMk cId="1582826008" sldId="266"/>
            <ac:spMk id="12" creationId="{00000000-0000-0000-0000-000000000000}"/>
          </ac:spMkLst>
        </pc:spChg>
        <pc:grpChg chg="del">
          <ac:chgData name="Ms Alina Arshad" userId="cccdfd85-d35d-4453-9c6f-a463aae40722" providerId="ADAL" clId="{44991E72-28EC-43D4-9452-2984EF5D346D}" dt="2024-08-29T08:04:26.410" v="342" actId="478"/>
          <ac:grpSpMkLst>
            <pc:docMk/>
            <pc:sldMk cId="1582826008" sldId="266"/>
            <ac:grpSpMk id="7" creationId="{00000000-0000-0000-0000-000000000000}"/>
          </ac:grpSpMkLst>
        </pc:grpChg>
        <pc:picChg chg="del">
          <ac:chgData name="Ms Alina Arshad" userId="cccdfd85-d35d-4453-9c6f-a463aae40722" providerId="ADAL" clId="{44991E72-28EC-43D4-9452-2984EF5D346D}" dt="2024-08-29T08:04:28.128" v="344" actId="478"/>
          <ac:picMkLst>
            <pc:docMk/>
            <pc:sldMk cId="1582826008" sldId="266"/>
            <ac:picMk id="3" creationId="{00000000-0000-0000-0000-000000000000}"/>
          </ac:picMkLst>
        </pc:picChg>
        <pc:picChg chg="del">
          <ac:chgData name="Ms Alina Arshad" userId="cccdfd85-d35d-4453-9c6f-a463aae40722" providerId="ADAL" clId="{44991E72-28EC-43D4-9452-2984EF5D346D}" dt="2024-08-29T08:04:25.816" v="341" actId="478"/>
          <ac:picMkLst>
            <pc:docMk/>
            <pc:sldMk cId="1582826008" sldId="266"/>
            <ac:picMk id="4" creationId="{00000000-0000-0000-0000-000000000000}"/>
          </ac:picMkLst>
        </pc:picChg>
        <pc:picChg chg="del">
          <ac:chgData name="Ms Alina Arshad" userId="cccdfd85-d35d-4453-9c6f-a463aae40722" providerId="ADAL" clId="{44991E72-28EC-43D4-9452-2984EF5D346D}" dt="2024-08-29T08:04:27.456" v="343" actId="478"/>
          <ac:picMkLst>
            <pc:docMk/>
            <pc:sldMk cId="1582826008" sldId="266"/>
            <ac:picMk id="5" creationId="{00000000-0000-0000-0000-000000000000}"/>
          </ac:picMkLst>
        </pc:picChg>
        <pc:picChg chg="del">
          <ac:chgData name="Ms Alina Arshad" userId="cccdfd85-d35d-4453-9c6f-a463aae40722" providerId="ADAL" clId="{44991E72-28EC-43D4-9452-2984EF5D346D}" dt="2024-08-29T08:04:24.113" v="340" actId="478"/>
          <ac:picMkLst>
            <pc:docMk/>
            <pc:sldMk cId="1582826008" sldId="266"/>
            <ac:picMk id="6" creationId="{00000000-0000-0000-0000-000000000000}"/>
          </ac:picMkLst>
        </pc:picChg>
        <pc:picChg chg="mod">
          <ac:chgData name="Ms Alina Arshad" userId="cccdfd85-d35d-4453-9c6f-a463aae40722" providerId="ADAL" clId="{44991E72-28EC-43D4-9452-2984EF5D346D}" dt="2024-08-29T08:09:13.515" v="402" actId="1076"/>
          <ac:picMkLst>
            <pc:docMk/>
            <pc:sldMk cId="1582826008" sldId="266"/>
            <ac:picMk id="13" creationId="{00000000-0000-0000-0000-000000000000}"/>
          </ac:picMkLst>
        </pc:picChg>
        <pc:picChg chg="mod modCrop">
          <ac:chgData name="Ms Alina Arshad" userId="cccdfd85-d35d-4453-9c6f-a463aae40722" providerId="ADAL" clId="{44991E72-28EC-43D4-9452-2984EF5D346D}" dt="2024-08-29T08:09:29.823" v="407" actId="1076"/>
          <ac:picMkLst>
            <pc:docMk/>
            <pc:sldMk cId="1582826008" sldId="266"/>
            <ac:picMk id="14" creationId="{00000000-0000-0000-0000-000000000000}"/>
          </ac:picMkLst>
        </pc:picChg>
      </pc:sldChg>
      <pc:sldChg chg="modSp add mod">
        <pc:chgData name="Ms Alina Arshad" userId="cccdfd85-d35d-4453-9c6f-a463aae40722" providerId="ADAL" clId="{44991E72-28EC-43D4-9452-2984EF5D346D}" dt="2024-08-29T08:13:35.878" v="445" actId="20577"/>
        <pc:sldMkLst>
          <pc:docMk/>
          <pc:sldMk cId="731299161" sldId="267"/>
        </pc:sldMkLst>
        <pc:spChg chg="mod">
          <ac:chgData name="Ms Alina Arshad" userId="cccdfd85-d35d-4453-9c6f-a463aae40722" providerId="ADAL" clId="{44991E72-28EC-43D4-9452-2984EF5D346D}" dt="2024-08-29T08:09:51.911" v="415" actId="1076"/>
          <ac:spMkLst>
            <pc:docMk/>
            <pc:sldMk cId="731299161" sldId="267"/>
            <ac:spMk id="2" creationId="{00000000-0000-0000-0000-000000000000}"/>
          </ac:spMkLst>
        </pc:spChg>
        <pc:spChg chg="mod">
          <ac:chgData name="Ms Alina Arshad" userId="cccdfd85-d35d-4453-9c6f-a463aae40722" providerId="ADAL" clId="{44991E72-28EC-43D4-9452-2984EF5D346D}" dt="2024-08-29T08:13:35.878" v="445" actId="20577"/>
          <ac:spMkLst>
            <pc:docMk/>
            <pc:sldMk cId="731299161" sldId="267"/>
            <ac:spMk id="3" creationId="{00000000-0000-0000-0000-000000000000}"/>
          </ac:spMkLst>
        </pc:spChg>
        <pc:spChg chg="mod">
          <ac:chgData name="Ms Alina Arshad" userId="cccdfd85-d35d-4453-9c6f-a463aae40722" providerId="ADAL" clId="{44991E72-28EC-43D4-9452-2984EF5D346D}" dt="2024-08-29T08:12:56.468" v="443" actId="12"/>
          <ac:spMkLst>
            <pc:docMk/>
            <pc:sldMk cId="731299161" sldId="267"/>
            <ac:spMk id="4" creationId="{00000000-0000-0000-0000-000000000000}"/>
          </ac:spMkLst>
        </pc:spChg>
        <pc:picChg chg="mod">
          <ac:chgData name="Ms Alina Arshad" userId="cccdfd85-d35d-4453-9c6f-a463aae40722" providerId="ADAL" clId="{44991E72-28EC-43D4-9452-2984EF5D346D}" dt="2024-08-29T08:10:27.839" v="428" actId="14100"/>
          <ac:picMkLst>
            <pc:docMk/>
            <pc:sldMk cId="731299161" sldId="267"/>
            <ac:picMk id="5" creationId="{00000000-0000-0000-0000-000000000000}"/>
          </ac:picMkLst>
        </pc:picChg>
      </pc:sldChg>
      <pc:sldChg chg="modSp add mod">
        <pc:chgData name="Ms Alina Arshad" userId="cccdfd85-d35d-4453-9c6f-a463aae40722" providerId="ADAL" clId="{44991E72-28EC-43D4-9452-2984EF5D346D}" dt="2024-08-29T08:17:58.105" v="481" actId="1076"/>
        <pc:sldMkLst>
          <pc:docMk/>
          <pc:sldMk cId="90329638" sldId="268"/>
        </pc:sldMkLst>
        <pc:spChg chg="mod">
          <ac:chgData name="Ms Alina Arshad" userId="cccdfd85-d35d-4453-9c6f-a463aae40722" providerId="ADAL" clId="{44991E72-28EC-43D4-9452-2984EF5D346D}" dt="2024-08-29T08:16:47.171" v="469" actId="403"/>
          <ac:spMkLst>
            <pc:docMk/>
            <pc:sldMk cId="90329638" sldId="268"/>
            <ac:spMk id="2" creationId="{00000000-0000-0000-0000-000000000000}"/>
          </ac:spMkLst>
        </pc:spChg>
        <pc:spChg chg="mod">
          <ac:chgData name="Ms Alina Arshad" userId="cccdfd85-d35d-4453-9c6f-a463aae40722" providerId="ADAL" clId="{44991E72-28EC-43D4-9452-2984EF5D346D}" dt="2024-08-29T08:17:49.888" v="478" actId="1076"/>
          <ac:spMkLst>
            <pc:docMk/>
            <pc:sldMk cId="90329638" sldId="268"/>
            <ac:spMk id="3" creationId="{00000000-0000-0000-0000-000000000000}"/>
          </ac:spMkLst>
        </pc:spChg>
        <pc:picChg chg="mod">
          <ac:chgData name="Ms Alina Arshad" userId="cccdfd85-d35d-4453-9c6f-a463aae40722" providerId="ADAL" clId="{44991E72-28EC-43D4-9452-2984EF5D346D}" dt="2024-08-29T08:17:58.105" v="481" actId="1076"/>
          <ac:picMkLst>
            <pc:docMk/>
            <pc:sldMk cId="90329638" sldId="268"/>
            <ac:picMk id="4" creationId="{00000000-0000-0000-0000-000000000000}"/>
          </ac:picMkLst>
        </pc:picChg>
      </pc:sldChg>
      <pc:sldChg chg="modSp add mod">
        <pc:chgData name="Ms Alina Arshad" userId="cccdfd85-d35d-4453-9c6f-a463aae40722" providerId="ADAL" clId="{44991E72-28EC-43D4-9452-2984EF5D346D}" dt="2024-08-29T08:20:16.085" v="509" actId="113"/>
        <pc:sldMkLst>
          <pc:docMk/>
          <pc:sldMk cId="2295129282" sldId="269"/>
        </pc:sldMkLst>
        <pc:spChg chg="mod">
          <ac:chgData name="Ms Alina Arshad" userId="cccdfd85-d35d-4453-9c6f-a463aae40722" providerId="ADAL" clId="{44991E72-28EC-43D4-9452-2984EF5D346D}" dt="2024-08-29T08:20:16.085" v="509" actId="113"/>
          <ac:spMkLst>
            <pc:docMk/>
            <pc:sldMk cId="2295129282" sldId="269"/>
            <ac:spMk id="2" creationId="{00000000-0000-0000-0000-000000000000}"/>
          </ac:spMkLst>
        </pc:spChg>
        <pc:spChg chg="mod">
          <ac:chgData name="Ms Alina Arshad" userId="cccdfd85-d35d-4453-9c6f-a463aae40722" providerId="ADAL" clId="{44991E72-28EC-43D4-9452-2984EF5D346D}" dt="2024-08-29T08:20:05.729" v="505" actId="113"/>
          <ac:spMkLst>
            <pc:docMk/>
            <pc:sldMk cId="2295129282" sldId="269"/>
            <ac:spMk id="3" creationId="{00000000-0000-0000-0000-000000000000}"/>
          </ac:spMkLst>
        </pc:spChg>
      </pc:sldChg>
      <pc:sldChg chg="modSp add mod">
        <pc:chgData name="Ms Alina Arshad" userId="cccdfd85-d35d-4453-9c6f-a463aae40722" providerId="ADAL" clId="{44991E72-28EC-43D4-9452-2984EF5D346D}" dt="2024-08-29T08:21:54.031" v="544" actId="1076"/>
        <pc:sldMkLst>
          <pc:docMk/>
          <pc:sldMk cId="2090315159" sldId="270"/>
        </pc:sldMkLst>
        <pc:spChg chg="mod">
          <ac:chgData name="Ms Alina Arshad" userId="cccdfd85-d35d-4453-9c6f-a463aae40722" providerId="ADAL" clId="{44991E72-28EC-43D4-9452-2984EF5D346D}" dt="2024-08-29T08:21:51.679" v="543" actId="403"/>
          <ac:spMkLst>
            <pc:docMk/>
            <pc:sldMk cId="2090315159" sldId="270"/>
            <ac:spMk id="2" creationId="{00000000-0000-0000-0000-000000000000}"/>
          </ac:spMkLst>
        </pc:spChg>
        <pc:spChg chg="mod">
          <ac:chgData name="Ms Alina Arshad" userId="cccdfd85-d35d-4453-9c6f-a463aae40722" providerId="ADAL" clId="{44991E72-28EC-43D4-9452-2984EF5D346D}" dt="2024-08-29T08:21:54.031" v="544" actId="1076"/>
          <ac:spMkLst>
            <pc:docMk/>
            <pc:sldMk cId="2090315159" sldId="270"/>
            <ac:spMk id="3" creationId="{00000000-0000-0000-0000-000000000000}"/>
          </ac:spMkLst>
        </pc:spChg>
      </pc:sldChg>
      <pc:sldChg chg="modSp add mod">
        <pc:chgData name="Ms Alina Arshad" userId="cccdfd85-d35d-4453-9c6f-a463aae40722" providerId="ADAL" clId="{44991E72-28EC-43D4-9452-2984EF5D346D}" dt="2024-08-29T08:23:44.454" v="571" actId="1076"/>
        <pc:sldMkLst>
          <pc:docMk/>
          <pc:sldMk cId="3034138166" sldId="271"/>
        </pc:sldMkLst>
        <pc:spChg chg="mod">
          <ac:chgData name="Ms Alina Arshad" userId="cccdfd85-d35d-4453-9c6f-a463aae40722" providerId="ADAL" clId="{44991E72-28EC-43D4-9452-2984EF5D346D}" dt="2024-08-29T08:22:11.095" v="548" actId="403"/>
          <ac:spMkLst>
            <pc:docMk/>
            <pc:sldMk cId="3034138166" sldId="271"/>
            <ac:spMk id="2" creationId="{00000000-0000-0000-0000-000000000000}"/>
          </ac:spMkLst>
        </pc:spChg>
        <pc:spChg chg="mod">
          <ac:chgData name="Ms Alina Arshad" userId="cccdfd85-d35d-4453-9c6f-a463aae40722" providerId="ADAL" clId="{44991E72-28EC-43D4-9452-2984EF5D346D}" dt="2024-08-29T08:23:44.454" v="571" actId="1076"/>
          <ac:spMkLst>
            <pc:docMk/>
            <pc:sldMk cId="3034138166" sldId="271"/>
            <ac:spMk id="3" creationId="{00000000-0000-0000-0000-000000000000}"/>
          </ac:spMkLst>
        </pc:spChg>
      </pc:sldChg>
      <pc:sldChg chg="modSp add mod">
        <pc:chgData name="Ms Alina Arshad" userId="cccdfd85-d35d-4453-9c6f-a463aae40722" providerId="ADAL" clId="{44991E72-28EC-43D4-9452-2984EF5D346D}" dt="2024-08-29T08:38:06.899" v="582" actId="1076"/>
        <pc:sldMkLst>
          <pc:docMk/>
          <pc:sldMk cId="2504047100" sldId="272"/>
        </pc:sldMkLst>
        <pc:spChg chg="mod">
          <ac:chgData name="Ms Alina Arshad" userId="cccdfd85-d35d-4453-9c6f-a463aae40722" providerId="ADAL" clId="{44991E72-28EC-43D4-9452-2984EF5D346D}" dt="2024-08-29T08:38:00.463" v="578" actId="1076"/>
          <ac:spMkLst>
            <pc:docMk/>
            <pc:sldMk cId="2504047100" sldId="272"/>
            <ac:spMk id="2" creationId="{00000000-0000-0000-0000-000000000000}"/>
          </ac:spMkLst>
        </pc:spChg>
        <pc:picChg chg="mod">
          <ac:chgData name="Ms Alina Arshad" userId="cccdfd85-d35d-4453-9c6f-a463aae40722" providerId="ADAL" clId="{44991E72-28EC-43D4-9452-2984EF5D346D}" dt="2024-08-29T08:38:06.899" v="582" actId="1076"/>
          <ac:picMkLst>
            <pc:docMk/>
            <pc:sldMk cId="2504047100" sldId="272"/>
            <ac:picMk id="3" creationId="{00000000-0000-0000-0000-000000000000}"/>
          </ac:picMkLst>
        </pc:picChg>
      </pc:sldChg>
      <pc:sldChg chg="del">
        <pc:chgData name="Ms Alina Arshad" userId="cccdfd85-d35d-4453-9c6f-a463aae40722" providerId="ADAL" clId="{44991E72-28EC-43D4-9452-2984EF5D346D}" dt="2024-08-29T07:33:57.889" v="92" actId="47"/>
        <pc:sldMkLst>
          <pc:docMk/>
          <pc:sldMk cId="2226389095" sldId="301"/>
        </pc:sldMkLst>
      </pc:sldChg>
      <pc:sldChg chg="del">
        <pc:chgData name="Ms Alina Arshad" userId="cccdfd85-d35d-4453-9c6f-a463aae40722" providerId="ADAL" clId="{44991E72-28EC-43D4-9452-2984EF5D346D}" dt="2024-08-29T07:33:58.045" v="93" actId="47"/>
        <pc:sldMkLst>
          <pc:docMk/>
          <pc:sldMk cId="1203345699" sldId="302"/>
        </pc:sldMkLst>
      </pc:sldChg>
      <pc:sldChg chg="del">
        <pc:chgData name="Ms Alina Arshad" userId="cccdfd85-d35d-4453-9c6f-a463aae40722" providerId="ADAL" clId="{44991E72-28EC-43D4-9452-2984EF5D346D}" dt="2024-08-29T07:34:01.341" v="99" actId="47"/>
        <pc:sldMkLst>
          <pc:docMk/>
          <pc:sldMk cId="1723003181" sldId="308"/>
        </pc:sldMkLst>
      </pc:sldChg>
      <pc:sldChg chg="del">
        <pc:chgData name="Ms Alina Arshad" userId="cccdfd85-d35d-4453-9c6f-a463aae40722" providerId="ADAL" clId="{44991E72-28EC-43D4-9452-2984EF5D346D}" dt="2024-08-29T07:34:02.716" v="101" actId="47"/>
        <pc:sldMkLst>
          <pc:docMk/>
          <pc:sldMk cId="126494912" sldId="310"/>
        </pc:sldMkLst>
      </pc:sldChg>
      <pc:sldChg chg="del">
        <pc:chgData name="Ms Alina Arshad" userId="cccdfd85-d35d-4453-9c6f-a463aae40722" providerId="ADAL" clId="{44991E72-28EC-43D4-9452-2984EF5D346D}" dt="2024-08-29T07:34:02.013" v="100" actId="47"/>
        <pc:sldMkLst>
          <pc:docMk/>
          <pc:sldMk cId="0" sldId="324"/>
        </pc:sldMkLst>
      </pc:sldChg>
      <pc:sldChg chg="del">
        <pc:chgData name="Ms Alina Arshad" userId="cccdfd85-d35d-4453-9c6f-a463aae40722" providerId="ADAL" clId="{44991E72-28EC-43D4-9452-2984EF5D346D}" dt="2024-08-29T07:33:57.561" v="90" actId="47"/>
        <pc:sldMkLst>
          <pc:docMk/>
          <pc:sldMk cId="0" sldId="325"/>
        </pc:sldMkLst>
      </pc:sldChg>
      <pc:sldChg chg="del">
        <pc:chgData name="Ms Alina Arshad" userId="cccdfd85-d35d-4453-9c6f-a463aae40722" providerId="ADAL" clId="{44991E72-28EC-43D4-9452-2984EF5D346D}" dt="2024-08-29T07:33:59.764" v="97" actId="47"/>
        <pc:sldMkLst>
          <pc:docMk/>
          <pc:sldMk cId="0" sldId="332"/>
        </pc:sldMkLst>
      </pc:sldChg>
      <pc:sldChg chg="del">
        <pc:chgData name="Ms Alina Arshad" userId="cccdfd85-d35d-4453-9c6f-a463aae40722" providerId="ADAL" clId="{44991E72-28EC-43D4-9452-2984EF5D346D}" dt="2024-08-29T07:34:03.434" v="102" actId="47"/>
        <pc:sldMkLst>
          <pc:docMk/>
          <pc:sldMk cId="0" sldId="334"/>
        </pc:sldMkLst>
      </pc:sldChg>
      <pc:sldChg chg="del">
        <pc:chgData name="Ms Alina Arshad" userId="cccdfd85-d35d-4453-9c6f-a463aae40722" providerId="ADAL" clId="{44991E72-28EC-43D4-9452-2984EF5D346D}" dt="2024-08-29T07:34:04.278" v="103" actId="47"/>
        <pc:sldMkLst>
          <pc:docMk/>
          <pc:sldMk cId="0" sldId="335"/>
        </pc:sldMkLst>
      </pc:sldChg>
      <pc:sldChg chg="del">
        <pc:chgData name="Ms Alina Arshad" userId="cccdfd85-d35d-4453-9c6f-a463aae40722" providerId="ADAL" clId="{44991E72-28EC-43D4-9452-2984EF5D346D}" dt="2024-08-29T07:34:05.012" v="104" actId="47"/>
        <pc:sldMkLst>
          <pc:docMk/>
          <pc:sldMk cId="0" sldId="336"/>
        </pc:sldMkLst>
      </pc:sldChg>
      <pc:sldChg chg="del">
        <pc:chgData name="Ms Alina Arshad" userId="cccdfd85-d35d-4453-9c6f-a463aae40722" providerId="ADAL" clId="{44991E72-28EC-43D4-9452-2984EF5D346D}" dt="2024-08-29T07:34:05.606" v="105" actId="47"/>
        <pc:sldMkLst>
          <pc:docMk/>
          <pc:sldMk cId="0" sldId="337"/>
        </pc:sldMkLst>
      </pc:sldChg>
      <pc:sldChg chg="del">
        <pc:chgData name="Ms Alina Arshad" userId="cccdfd85-d35d-4453-9c6f-a463aae40722" providerId="ADAL" clId="{44991E72-28EC-43D4-9452-2984EF5D346D}" dt="2024-08-29T07:33:58.951" v="96" actId="47"/>
        <pc:sldMkLst>
          <pc:docMk/>
          <pc:sldMk cId="0" sldId="361"/>
        </pc:sldMkLst>
      </pc:sldChg>
      <pc:sldChg chg="del">
        <pc:chgData name="Ms Alina Arshad" userId="cccdfd85-d35d-4453-9c6f-a463aae40722" providerId="ADAL" clId="{44991E72-28EC-43D4-9452-2984EF5D346D}" dt="2024-08-29T07:33:57.780" v="91" actId="47"/>
        <pc:sldMkLst>
          <pc:docMk/>
          <pc:sldMk cId="0" sldId="368"/>
        </pc:sldMkLst>
      </pc:sldChg>
      <pc:sldChg chg="del">
        <pc:chgData name="Ms Alina Arshad" userId="cccdfd85-d35d-4453-9c6f-a463aae40722" providerId="ADAL" clId="{44991E72-28EC-43D4-9452-2984EF5D346D}" dt="2024-08-29T07:33:58.186" v="94" actId="47"/>
        <pc:sldMkLst>
          <pc:docMk/>
          <pc:sldMk cId="2092443423" sldId="380"/>
        </pc:sldMkLst>
      </pc:sldChg>
      <pc:sldChg chg="del">
        <pc:chgData name="Ms Alina Arshad" userId="cccdfd85-d35d-4453-9c6f-a463aae40722" providerId="ADAL" clId="{44991E72-28EC-43D4-9452-2984EF5D346D}" dt="2024-08-29T07:33:58.358" v="95" actId="47"/>
        <pc:sldMkLst>
          <pc:docMk/>
          <pc:sldMk cId="80739059" sldId="381"/>
        </pc:sldMkLst>
      </pc:sldChg>
      <pc:sldChg chg="del">
        <pc:chgData name="Ms Alina Arshad" userId="cccdfd85-d35d-4453-9c6f-a463aae40722" providerId="ADAL" clId="{44991E72-28EC-43D4-9452-2984EF5D346D}" dt="2024-08-29T07:34:00.295" v="98" actId="47"/>
        <pc:sldMkLst>
          <pc:docMk/>
          <pc:sldMk cId="858854176" sldId="382"/>
        </pc:sldMkLst>
      </pc:sldChg>
    </pc:docChg>
  </pc:docChgLst>
  <pc:docChgLst>
    <pc:chgData name="Ms Alina Arshad" userId="cccdfd85-d35d-4453-9c6f-a463aae40722" providerId="ADAL" clId="{CC6B5282-6613-48F0-886F-796865211BB0}"/>
    <pc:docChg chg="custSel addSld delSld modSld">
      <pc:chgData name="Ms Alina Arshad" userId="cccdfd85-d35d-4453-9c6f-a463aae40722" providerId="ADAL" clId="{CC6B5282-6613-48F0-886F-796865211BB0}" dt="2024-09-11T13:33:58.825" v="122" actId="47"/>
      <pc:docMkLst>
        <pc:docMk/>
      </pc:docMkLst>
      <pc:sldChg chg="modSp mod">
        <pc:chgData name="Ms Alina Arshad" userId="cccdfd85-d35d-4453-9c6f-a463aae40722" providerId="ADAL" clId="{CC6B5282-6613-48F0-886F-796865211BB0}" dt="2024-09-11T12:42:56.927" v="41" actId="207"/>
        <pc:sldMkLst>
          <pc:docMk/>
          <pc:sldMk cId="3322361034" sldId="256"/>
        </pc:sldMkLst>
        <pc:spChg chg="mod">
          <ac:chgData name="Ms Alina Arshad" userId="cccdfd85-d35d-4453-9c6f-a463aae40722" providerId="ADAL" clId="{CC6B5282-6613-48F0-886F-796865211BB0}" dt="2024-09-11T12:42:56.927" v="41" actId="207"/>
          <ac:spMkLst>
            <pc:docMk/>
            <pc:sldMk cId="3322361034" sldId="256"/>
            <ac:spMk id="3" creationId="{44E9F82C-BBA7-3495-1097-BEDB54FFFDF4}"/>
          </ac:spMkLst>
        </pc:spChg>
      </pc:sldChg>
      <pc:sldChg chg="add del">
        <pc:chgData name="Ms Alina Arshad" userId="cccdfd85-d35d-4453-9c6f-a463aae40722" providerId="ADAL" clId="{CC6B5282-6613-48F0-886F-796865211BB0}" dt="2024-09-11T12:43:01.209" v="42" actId="47"/>
        <pc:sldMkLst>
          <pc:docMk/>
          <pc:sldMk cId="0" sldId="257"/>
        </pc:sldMkLst>
      </pc:sldChg>
      <pc:sldChg chg="modSp add del mod">
        <pc:chgData name="Ms Alina Arshad" userId="cccdfd85-d35d-4453-9c6f-a463aae40722" providerId="ADAL" clId="{CC6B5282-6613-48F0-886F-796865211BB0}" dt="2024-09-11T12:43:46.054" v="48" actId="113"/>
        <pc:sldMkLst>
          <pc:docMk/>
          <pc:sldMk cId="0" sldId="258"/>
        </pc:sldMkLst>
        <pc:spChg chg="mod">
          <ac:chgData name="Ms Alina Arshad" userId="cccdfd85-d35d-4453-9c6f-a463aae40722" providerId="ADAL" clId="{CC6B5282-6613-48F0-886F-796865211BB0}" dt="2024-09-11T12:43:28.260" v="44" actId="1076"/>
          <ac:spMkLst>
            <pc:docMk/>
            <pc:sldMk cId="0" sldId="258"/>
            <ac:spMk id="106" creationId="{00000000-0000-0000-0000-000000000000}"/>
          </ac:spMkLst>
        </pc:spChg>
        <pc:spChg chg="mod">
          <ac:chgData name="Ms Alina Arshad" userId="cccdfd85-d35d-4453-9c6f-a463aae40722" providerId="ADAL" clId="{CC6B5282-6613-48F0-886F-796865211BB0}" dt="2024-09-11T12:43:46.054" v="48" actId="113"/>
          <ac:spMkLst>
            <pc:docMk/>
            <pc:sldMk cId="0" sldId="258"/>
            <ac:spMk id="107" creationId="{00000000-0000-0000-0000-000000000000}"/>
          </ac:spMkLst>
        </pc:spChg>
      </pc:sldChg>
      <pc:sldChg chg="modSp add del mod">
        <pc:chgData name="Ms Alina Arshad" userId="cccdfd85-d35d-4453-9c6f-a463aae40722" providerId="ADAL" clId="{CC6B5282-6613-48F0-886F-796865211BB0}" dt="2024-09-11T12:51:30.146" v="76" actId="1076"/>
        <pc:sldMkLst>
          <pc:docMk/>
          <pc:sldMk cId="0" sldId="261"/>
        </pc:sldMkLst>
        <pc:spChg chg="mod">
          <ac:chgData name="Ms Alina Arshad" userId="cccdfd85-d35d-4453-9c6f-a463aae40722" providerId="ADAL" clId="{CC6B5282-6613-48F0-886F-796865211BB0}" dt="2024-09-11T12:51:16.602" v="71" actId="1076"/>
          <ac:spMkLst>
            <pc:docMk/>
            <pc:sldMk cId="0" sldId="261"/>
            <ac:spMk id="127" creationId="{00000000-0000-0000-0000-000000000000}"/>
          </ac:spMkLst>
        </pc:spChg>
        <pc:spChg chg="mod">
          <ac:chgData name="Ms Alina Arshad" userId="cccdfd85-d35d-4453-9c6f-a463aae40722" providerId="ADAL" clId="{CC6B5282-6613-48F0-886F-796865211BB0}" dt="2024-09-11T12:51:13.184" v="70" actId="1076"/>
          <ac:spMkLst>
            <pc:docMk/>
            <pc:sldMk cId="0" sldId="261"/>
            <ac:spMk id="128" creationId="{00000000-0000-0000-0000-000000000000}"/>
          </ac:spMkLst>
        </pc:spChg>
        <pc:picChg chg="mod">
          <ac:chgData name="Ms Alina Arshad" userId="cccdfd85-d35d-4453-9c6f-a463aae40722" providerId="ADAL" clId="{CC6B5282-6613-48F0-886F-796865211BB0}" dt="2024-09-11T12:51:30.146" v="76" actId="1076"/>
          <ac:picMkLst>
            <pc:docMk/>
            <pc:sldMk cId="0" sldId="261"/>
            <ac:picMk id="129" creationId="{00000000-0000-0000-0000-000000000000}"/>
          </ac:picMkLst>
        </pc:picChg>
        <pc:picChg chg="mod">
          <ac:chgData name="Ms Alina Arshad" userId="cccdfd85-d35d-4453-9c6f-a463aae40722" providerId="ADAL" clId="{CC6B5282-6613-48F0-886F-796865211BB0}" dt="2024-09-11T12:51:25.307" v="74" actId="1076"/>
          <ac:picMkLst>
            <pc:docMk/>
            <pc:sldMk cId="0" sldId="261"/>
            <ac:picMk id="130" creationId="{00000000-0000-0000-0000-000000000000}"/>
          </ac:picMkLst>
        </pc:picChg>
      </pc:sldChg>
      <pc:sldChg chg="modSp add del mod">
        <pc:chgData name="Ms Alina Arshad" userId="cccdfd85-d35d-4453-9c6f-a463aae40722" providerId="ADAL" clId="{CC6B5282-6613-48F0-886F-796865211BB0}" dt="2024-09-11T13:01:30.026" v="88" actId="1036"/>
        <pc:sldMkLst>
          <pc:docMk/>
          <pc:sldMk cId="0" sldId="263"/>
        </pc:sldMkLst>
        <pc:spChg chg="mod">
          <ac:chgData name="Ms Alina Arshad" userId="cccdfd85-d35d-4453-9c6f-a463aae40722" providerId="ADAL" clId="{CC6B5282-6613-48F0-886F-796865211BB0}" dt="2024-09-11T13:01:30.026" v="88" actId="1036"/>
          <ac:spMkLst>
            <pc:docMk/>
            <pc:sldMk cId="0" sldId="263"/>
            <ac:spMk id="144" creationId="{00000000-0000-0000-0000-000000000000}"/>
          </ac:spMkLst>
        </pc:spChg>
        <pc:spChg chg="mod">
          <ac:chgData name="Ms Alina Arshad" userId="cccdfd85-d35d-4453-9c6f-a463aae40722" providerId="ADAL" clId="{CC6B5282-6613-48F0-886F-796865211BB0}" dt="2024-09-11T12:53:36.609" v="85" actId="1076"/>
          <ac:spMkLst>
            <pc:docMk/>
            <pc:sldMk cId="0" sldId="263"/>
            <ac:spMk id="146" creationId="{00000000-0000-0000-0000-000000000000}"/>
          </ac:spMkLst>
        </pc:spChg>
        <pc:picChg chg="mod">
          <ac:chgData name="Ms Alina Arshad" userId="cccdfd85-d35d-4453-9c6f-a463aae40722" providerId="ADAL" clId="{CC6B5282-6613-48F0-886F-796865211BB0}" dt="2024-09-11T12:53:29.518" v="83" actId="1076"/>
          <ac:picMkLst>
            <pc:docMk/>
            <pc:sldMk cId="0" sldId="263"/>
            <ac:picMk id="145" creationId="{00000000-0000-0000-0000-000000000000}"/>
          </ac:picMkLst>
        </pc:picChg>
      </pc:sldChg>
      <pc:sldChg chg="modSp add del mod">
        <pc:chgData name="Ms Alina Arshad" userId="cccdfd85-d35d-4453-9c6f-a463aae40722" providerId="ADAL" clId="{CC6B5282-6613-48F0-886F-796865211BB0}" dt="2024-09-11T13:05:23.098" v="91" actId="1076"/>
        <pc:sldMkLst>
          <pc:docMk/>
          <pc:sldMk cId="0" sldId="264"/>
        </pc:sldMkLst>
        <pc:spChg chg="mod">
          <ac:chgData name="Ms Alina Arshad" userId="cccdfd85-d35d-4453-9c6f-a463aae40722" providerId="ADAL" clId="{CC6B5282-6613-48F0-886F-796865211BB0}" dt="2024-09-11T12:42:03.318" v="21" actId="27636"/>
          <ac:spMkLst>
            <pc:docMk/>
            <pc:sldMk cId="0" sldId="264"/>
            <ac:spMk id="154" creationId="{00000000-0000-0000-0000-000000000000}"/>
          </ac:spMkLst>
        </pc:spChg>
        <pc:picChg chg="mod">
          <ac:chgData name="Ms Alina Arshad" userId="cccdfd85-d35d-4453-9c6f-a463aae40722" providerId="ADAL" clId="{CC6B5282-6613-48F0-886F-796865211BB0}" dt="2024-09-11T13:05:18.520" v="90" actId="1076"/>
          <ac:picMkLst>
            <pc:docMk/>
            <pc:sldMk cId="0" sldId="264"/>
            <ac:picMk id="152" creationId="{00000000-0000-0000-0000-000000000000}"/>
          </ac:picMkLst>
        </pc:picChg>
        <pc:picChg chg="mod">
          <ac:chgData name="Ms Alina Arshad" userId="cccdfd85-d35d-4453-9c6f-a463aae40722" providerId="ADAL" clId="{CC6B5282-6613-48F0-886F-796865211BB0}" dt="2024-09-11T13:05:23.098" v="91" actId="1076"/>
          <ac:picMkLst>
            <pc:docMk/>
            <pc:sldMk cId="0" sldId="264"/>
            <ac:picMk id="153" creationId="{00000000-0000-0000-0000-000000000000}"/>
          </ac:picMkLst>
        </pc:picChg>
      </pc:sldChg>
      <pc:sldChg chg="modSp add del mod">
        <pc:chgData name="Ms Alina Arshad" userId="cccdfd85-d35d-4453-9c6f-a463aae40722" providerId="ADAL" clId="{CC6B5282-6613-48F0-886F-796865211BB0}" dt="2024-09-11T13:33:58.825" v="122" actId="47"/>
        <pc:sldMkLst>
          <pc:docMk/>
          <pc:sldMk cId="1577505814" sldId="265"/>
        </pc:sldMkLst>
        <pc:spChg chg="mod">
          <ac:chgData name="Ms Alina Arshad" userId="cccdfd85-d35d-4453-9c6f-a463aae40722" providerId="ADAL" clId="{CC6B5282-6613-48F0-886F-796865211BB0}" dt="2024-09-11T13:05:48.001" v="98" actId="14100"/>
          <ac:spMkLst>
            <pc:docMk/>
            <pc:sldMk cId="1577505814" sldId="265"/>
            <ac:spMk id="160" creationId="{00000000-0000-0000-0000-000000000000}"/>
          </ac:spMkLst>
        </pc:spChg>
        <pc:picChg chg="mod">
          <ac:chgData name="Ms Alina Arshad" userId="cccdfd85-d35d-4453-9c6f-a463aae40722" providerId="ADAL" clId="{CC6B5282-6613-48F0-886F-796865211BB0}" dt="2024-09-11T13:05:35.798" v="95" actId="1076"/>
          <ac:picMkLst>
            <pc:docMk/>
            <pc:sldMk cId="1577505814" sldId="265"/>
            <ac:picMk id="161" creationId="{00000000-0000-0000-0000-000000000000}"/>
          </ac:picMkLst>
        </pc:picChg>
      </pc:sldChg>
      <pc:sldChg chg="modSp add del mod">
        <pc:chgData name="Ms Alina Arshad" userId="cccdfd85-d35d-4453-9c6f-a463aae40722" providerId="ADAL" clId="{CC6B5282-6613-48F0-886F-796865211BB0}" dt="2024-09-11T13:06:25.138" v="106" actId="1076"/>
        <pc:sldMkLst>
          <pc:docMk/>
          <pc:sldMk cId="1582826008" sldId="266"/>
        </pc:sldMkLst>
        <pc:spChg chg="mod">
          <ac:chgData name="Ms Alina Arshad" userId="cccdfd85-d35d-4453-9c6f-a463aae40722" providerId="ADAL" clId="{CC6B5282-6613-48F0-886F-796865211BB0}" dt="2024-09-11T13:06:03.598" v="101" actId="1076"/>
          <ac:spMkLst>
            <pc:docMk/>
            <pc:sldMk cId="1582826008" sldId="266"/>
            <ac:spMk id="167" creationId="{00000000-0000-0000-0000-000000000000}"/>
          </ac:spMkLst>
        </pc:spChg>
        <pc:spChg chg="mod">
          <ac:chgData name="Ms Alina Arshad" userId="cccdfd85-d35d-4453-9c6f-a463aae40722" providerId="ADAL" clId="{CC6B5282-6613-48F0-886F-796865211BB0}" dt="2024-09-11T13:06:13.318" v="103" actId="403"/>
          <ac:spMkLst>
            <pc:docMk/>
            <pc:sldMk cId="1582826008" sldId="266"/>
            <ac:spMk id="168" creationId="{00000000-0000-0000-0000-000000000000}"/>
          </ac:spMkLst>
        </pc:spChg>
        <pc:picChg chg="mod">
          <ac:chgData name="Ms Alina Arshad" userId="cccdfd85-d35d-4453-9c6f-a463aae40722" providerId="ADAL" clId="{CC6B5282-6613-48F0-886F-796865211BB0}" dt="2024-09-11T13:06:25.138" v="106" actId="1076"/>
          <ac:picMkLst>
            <pc:docMk/>
            <pc:sldMk cId="1582826008" sldId="266"/>
            <ac:picMk id="169" creationId="{00000000-0000-0000-0000-000000000000}"/>
          </ac:picMkLst>
        </pc:picChg>
      </pc:sldChg>
      <pc:sldChg chg="modSp add del mod">
        <pc:chgData name="Ms Alina Arshad" userId="cccdfd85-d35d-4453-9c6f-a463aae40722" providerId="ADAL" clId="{CC6B5282-6613-48F0-886F-796865211BB0}" dt="2024-09-11T13:06:55.957" v="114" actId="1076"/>
        <pc:sldMkLst>
          <pc:docMk/>
          <pc:sldMk cId="731299161" sldId="267"/>
        </pc:sldMkLst>
        <pc:spChg chg="mod">
          <ac:chgData name="Ms Alina Arshad" userId="cccdfd85-d35d-4453-9c6f-a463aae40722" providerId="ADAL" clId="{CC6B5282-6613-48F0-886F-796865211BB0}" dt="2024-09-11T13:06:55.957" v="114" actId="1076"/>
          <ac:spMkLst>
            <pc:docMk/>
            <pc:sldMk cId="731299161" sldId="267"/>
            <ac:spMk id="175" creationId="{00000000-0000-0000-0000-000000000000}"/>
          </ac:spMkLst>
        </pc:spChg>
        <pc:spChg chg="mod">
          <ac:chgData name="Ms Alina Arshad" userId="cccdfd85-d35d-4453-9c6f-a463aae40722" providerId="ADAL" clId="{CC6B5282-6613-48F0-886F-796865211BB0}" dt="2024-09-11T13:06:51.496" v="113" actId="14100"/>
          <ac:spMkLst>
            <pc:docMk/>
            <pc:sldMk cId="731299161" sldId="267"/>
            <ac:spMk id="177" creationId="{00000000-0000-0000-0000-000000000000}"/>
          </ac:spMkLst>
        </pc:spChg>
        <pc:picChg chg="mod">
          <ac:chgData name="Ms Alina Arshad" userId="cccdfd85-d35d-4453-9c6f-a463aae40722" providerId="ADAL" clId="{CC6B5282-6613-48F0-886F-796865211BB0}" dt="2024-09-11T13:06:47.359" v="112" actId="1076"/>
          <ac:picMkLst>
            <pc:docMk/>
            <pc:sldMk cId="731299161" sldId="267"/>
            <ac:picMk id="176" creationId="{00000000-0000-0000-0000-000000000000}"/>
          </ac:picMkLst>
        </pc:picChg>
      </pc:sldChg>
      <pc:sldChg chg="modSp add del mod">
        <pc:chgData name="Ms Alina Arshad" userId="cccdfd85-d35d-4453-9c6f-a463aae40722" providerId="ADAL" clId="{CC6B5282-6613-48F0-886F-796865211BB0}" dt="2024-09-11T13:07:19.043" v="121" actId="1076"/>
        <pc:sldMkLst>
          <pc:docMk/>
          <pc:sldMk cId="90329638" sldId="268"/>
        </pc:sldMkLst>
        <pc:spChg chg="mod">
          <ac:chgData name="Ms Alina Arshad" userId="cccdfd85-d35d-4453-9c6f-a463aae40722" providerId="ADAL" clId="{CC6B5282-6613-48F0-886F-796865211BB0}" dt="2024-09-11T13:07:15.560" v="120" actId="1076"/>
          <ac:spMkLst>
            <pc:docMk/>
            <pc:sldMk cId="90329638" sldId="268"/>
            <ac:spMk id="185" creationId="{00000000-0000-0000-0000-000000000000}"/>
          </ac:spMkLst>
        </pc:spChg>
        <pc:picChg chg="mod">
          <ac:chgData name="Ms Alina Arshad" userId="cccdfd85-d35d-4453-9c6f-a463aae40722" providerId="ADAL" clId="{CC6B5282-6613-48F0-886F-796865211BB0}" dt="2024-09-11T13:07:06.044" v="117" actId="1076"/>
          <ac:picMkLst>
            <pc:docMk/>
            <pc:sldMk cId="90329638" sldId="268"/>
            <ac:picMk id="183" creationId="{00000000-0000-0000-0000-000000000000}"/>
          </ac:picMkLst>
        </pc:picChg>
        <pc:picChg chg="mod">
          <ac:chgData name="Ms Alina Arshad" userId="cccdfd85-d35d-4453-9c6f-a463aae40722" providerId="ADAL" clId="{CC6B5282-6613-48F0-886F-796865211BB0}" dt="2024-09-11T13:07:19.043" v="121" actId="1076"/>
          <ac:picMkLst>
            <pc:docMk/>
            <pc:sldMk cId="90329638" sldId="268"/>
            <ac:picMk id="184" creationId="{00000000-0000-0000-0000-000000000000}"/>
          </ac:picMkLst>
        </pc:picChg>
      </pc:sldChg>
      <pc:sldChg chg="add del">
        <pc:chgData name="Ms Alina Arshad" userId="cccdfd85-d35d-4453-9c6f-a463aae40722" providerId="ADAL" clId="{CC6B5282-6613-48F0-886F-796865211BB0}" dt="2024-09-11T12:42:03.189" v="17"/>
        <pc:sldMkLst>
          <pc:docMk/>
          <pc:sldMk cId="2295129282" sldId="269"/>
        </pc:sldMkLst>
      </pc:sldChg>
      <pc:sldChg chg="add del">
        <pc:chgData name="Ms Alina Arshad" userId="cccdfd85-d35d-4453-9c6f-a463aae40722" providerId="ADAL" clId="{CC6B5282-6613-48F0-886F-796865211BB0}" dt="2024-09-11T12:42:03.189" v="17"/>
        <pc:sldMkLst>
          <pc:docMk/>
          <pc:sldMk cId="2090315159" sldId="270"/>
        </pc:sldMkLst>
      </pc:sldChg>
      <pc:sldChg chg="add del">
        <pc:chgData name="Ms Alina Arshad" userId="cccdfd85-d35d-4453-9c6f-a463aae40722" providerId="ADAL" clId="{CC6B5282-6613-48F0-886F-796865211BB0}" dt="2024-09-11T12:42:03.189" v="17"/>
        <pc:sldMkLst>
          <pc:docMk/>
          <pc:sldMk cId="3034138166" sldId="271"/>
        </pc:sldMkLst>
      </pc:sldChg>
      <pc:sldChg chg="add del">
        <pc:chgData name="Ms Alina Arshad" userId="cccdfd85-d35d-4453-9c6f-a463aae40722" providerId="ADAL" clId="{CC6B5282-6613-48F0-886F-796865211BB0}" dt="2024-09-11T12:42:03.189" v="17"/>
        <pc:sldMkLst>
          <pc:docMk/>
          <pc:sldMk cId="2504047100" sldId="272"/>
        </pc:sldMkLst>
      </pc:sldChg>
      <pc:sldChg chg="add del">
        <pc:chgData name="Ms Alina Arshad" userId="cccdfd85-d35d-4453-9c6f-a463aae40722" providerId="ADAL" clId="{CC6B5282-6613-48F0-886F-796865211BB0}" dt="2024-09-11T12:42:03.189" v="17"/>
        <pc:sldMkLst>
          <pc:docMk/>
          <pc:sldMk cId="4283755204" sldId="273"/>
        </pc:sldMkLst>
      </pc:sldChg>
      <pc:sldChg chg="add del">
        <pc:chgData name="Ms Alina Arshad" userId="cccdfd85-d35d-4453-9c6f-a463aae40722" providerId="ADAL" clId="{CC6B5282-6613-48F0-886F-796865211BB0}" dt="2024-09-11T12:42:03.189" v="17"/>
        <pc:sldMkLst>
          <pc:docMk/>
          <pc:sldMk cId="2935103945" sldId="274"/>
        </pc:sldMkLst>
      </pc:sldChg>
      <pc:sldChg chg="modSp add mod">
        <pc:chgData name="Ms Alina Arshad" userId="cccdfd85-d35d-4453-9c6f-a463aae40722" providerId="ADAL" clId="{CC6B5282-6613-48F0-886F-796865211BB0}" dt="2024-09-11T12:42:03.381" v="23" actId="27636"/>
        <pc:sldMkLst>
          <pc:docMk/>
          <pc:sldMk cId="1497646456" sldId="275"/>
        </pc:sldMkLst>
        <pc:spChg chg="mod">
          <ac:chgData name="Ms Alina Arshad" userId="cccdfd85-d35d-4453-9c6f-a463aae40722" providerId="ADAL" clId="{CC6B5282-6613-48F0-886F-796865211BB0}" dt="2024-09-11T12:42:03.381" v="23" actId="27636"/>
          <ac:spMkLst>
            <pc:docMk/>
            <pc:sldMk cId="1497646456" sldId="275"/>
            <ac:spMk id="240" creationId="{00000000-0000-0000-0000-000000000000}"/>
          </ac:spMkLst>
        </pc:spChg>
      </pc:sldChg>
      <pc:sldChg chg="add">
        <pc:chgData name="Ms Alina Arshad" userId="cccdfd85-d35d-4453-9c6f-a463aae40722" providerId="ADAL" clId="{CC6B5282-6613-48F0-886F-796865211BB0}" dt="2024-09-11T12:42:03.189" v="17"/>
        <pc:sldMkLst>
          <pc:docMk/>
          <pc:sldMk cId="3993717517" sldId="276"/>
        </pc:sldMkLst>
      </pc:sldChg>
      <pc:sldChg chg="add">
        <pc:chgData name="Ms Alina Arshad" userId="cccdfd85-d35d-4453-9c6f-a463aae40722" providerId="ADAL" clId="{CC6B5282-6613-48F0-886F-796865211BB0}" dt="2024-09-11T12:42:03.189" v="17"/>
        <pc:sldMkLst>
          <pc:docMk/>
          <pc:sldMk cId="0" sldId="277"/>
        </pc:sldMkLst>
      </pc:sldChg>
      <pc:sldChg chg="add">
        <pc:chgData name="Ms Alina Arshad" userId="cccdfd85-d35d-4453-9c6f-a463aae40722" providerId="ADAL" clId="{CC6B5282-6613-48F0-886F-796865211BB0}" dt="2024-09-11T12:42:03.189" v="17"/>
        <pc:sldMkLst>
          <pc:docMk/>
          <pc:sldMk cId="2668593764" sldId="278"/>
        </pc:sldMkLst>
      </pc:sldChg>
      <pc:sldChg chg="modSp add del mod">
        <pc:chgData name="Ms Alina Arshad" userId="cccdfd85-d35d-4453-9c6f-a463aae40722" providerId="ADAL" clId="{CC6B5282-6613-48F0-886F-796865211BB0}" dt="2024-09-11T12:42:44.828" v="35" actId="47"/>
        <pc:sldMkLst>
          <pc:docMk/>
          <pc:sldMk cId="1821615422" sldId="280"/>
        </pc:sldMkLst>
        <pc:spChg chg="mod">
          <ac:chgData name="Ms Alina Arshad" userId="cccdfd85-d35d-4453-9c6f-a463aae40722" providerId="ADAL" clId="{CC6B5282-6613-48F0-886F-796865211BB0}" dt="2024-09-11T12:42:42.317" v="34" actId="6549"/>
          <ac:spMkLst>
            <pc:docMk/>
            <pc:sldMk cId="1821615422" sldId="280"/>
            <ac:spMk id="95" creationId="{00000000-0000-0000-0000-000000000000}"/>
          </ac:spMkLst>
        </pc:spChg>
      </pc:sldChg>
      <pc:sldChg chg="add">
        <pc:chgData name="Ms Alina Arshad" userId="cccdfd85-d35d-4453-9c6f-a463aae40722" providerId="ADAL" clId="{CC6B5282-6613-48F0-886F-796865211BB0}" dt="2024-09-11T12:42:03.189" v="17"/>
        <pc:sldMkLst>
          <pc:docMk/>
          <pc:sldMk cId="3605066316" sldId="281"/>
        </pc:sldMkLst>
      </pc:sldChg>
      <pc:sldChg chg="add">
        <pc:chgData name="Ms Alina Arshad" userId="cccdfd85-d35d-4453-9c6f-a463aae40722" providerId="ADAL" clId="{CC6B5282-6613-48F0-886F-796865211BB0}" dt="2024-09-11T12:42:03.189" v="17"/>
        <pc:sldMkLst>
          <pc:docMk/>
          <pc:sldMk cId="24697311" sldId="282"/>
        </pc:sldMkLst>
      </pc:sldChg>
      <pc:sldChg chg="add">
        <pc:chgData name="Ms Alina Arshad" userId="cccdfd85-d35d-4453-9c6f-a463aae40722" providerId="ADAL" clId="{CC6B5282-6613-48F0-886F-796865211BB0}" dt="2024-09-11T12:42:03.189" v="17"/>
        <pc:sldMkLst>
          <pc:docMk/>
          <pc:sldMk cId="3289392637" sldId="283"/>
        </pc:sldMkLst>
      </pc:sldChg>
      <pc:sldChg chg="add">
        <pc:chgData name="Ms Alina Arshad" userId="cccdfd85-d35d-4453-9c6f-a463aae40722" providerId="ADAL" clId="{CC6B5282-6613-48F0-886F-796865211BB0}" dt="2024-09-11T12:42:03.189" v="17"/>
        <pc:sldMkLst>
          <pc:docMk/>
          <pc:sldMk cId="800652809" sldId="284"/>
        </pc:sldMkLst>
      </pc:sldChg>
      <pc:sldChg chg="add">
        <pc:chgData name="Ms Alina Arshad" userId="cccdfd85-d35d-4453-9c6f-a463aae40722" providerId="ADAL" clId="{CC6B5282-6613-48F0-886F-796865211BB0}" dt="2024-09-11T12:42:03.189" v="17"/>
        <pc:sldMkLst>
          <pc:docMk/>
          <pc:sldMk cId="1402144616" sldId="285"/>
        </pc:sldMkLst>
      </pc:sldChg>
      <pc:sldChg chg="add">
        <pc:chgData name="Ms Alina Arshad" userId="cccdfd85-d35d-4453-9c6f-a463aae40722" providerId="ADAL" clId="{CC6B5282-6613-48F0-886F-796865211BB0}" dt="2024-09-11T12:42:03.189" v="17"/>
        <pc:sldMkLst>
          <pc:docMk/>
          <pc:sldMk cId="0" sldId="286"/>
        </pc:sldMkLst>
      </pc:sldChg>
      <pc:sldChg chg="add">
        <pc:chgData name="Ms Alina Arshad" userId="cccdfd85-d35d-4453-9c6f-a463aae40722" providerId="ADAL" clId="{CC6B5282-6613-48F0-886F-796865211BB0}" dt="2024-09-11T12:42:03.189" v="17"/>
        <pc:sldMkLst>
          <pc:docMk/>
          <pc:sldMk cId="3229345964" sldId="287"/>
        </pc:sldMkLst>
      </pc:sldChg>
      <pc:sldChg chg="add">
        <pc:chgData name="Ms Alina Arshad" userId="cccdfd85-d35d-4453-9c6f-a463aae40722" providerId="ADAL" clId="{CC6B5282-6613-48F0-886F-796865211BB0}" dt="2024-09-11T12:42:03.189" v="17"/>
        <pc:sldMkLst>
          <pc:docMk/>
          <pc:sldMk cId="2002870935" sldId="288"/>
        </pc:sldMkLst>
      </pc:sldChg>
      <pc:sldChg chg="modSp add mod">
        <pc:chgData name="Ms Alina Arshad" userId="cccdfd85-d35d-4453-9c6f-a463aae40722" providerId="ADAL" clId="{CC6B5282-6613-48F0-886F-796865211BB0}" dt="2024-09-11T12:42:03.393" v="24" actId="27636"/>
        <pc:sldMkLst>
          <pc:docMk/>
          <pc:sldMk cId="0" sldId="289"/>
        </pc:sldMkLst>
        <pc:spChg chg="mod">
          <ac:chgData name="Ms Alina Arshad" userId="cccdfd85-d35d-4453-9c6f-a463aae40722" providerId="ADAL" clId="{CC6B5282-6613-48F0-886F-796865211BB0}" dt="2024-09-11T12:42:03.393" v="24" actId="27636"/>
          <ac:spMkLst>
            <pc:docMk/>
            <pc:sldMk cId="0" sldId="289"/>
            <ac:spMk id="327" creationId="{00000000-0000-0000-0000-000000000000}"/>
          </ac:spMkLst>
        </pc:spChg>
      </pc:sldChg>
      <pc:sldChg chg="add">
        <pc:chgData name="Ms Alina Arshad" userId="cccdfd85-d35d-4453-9c6f-a463aae40722" providerId="ADAL" clId="{CC6B5282-6613-48F0-886F-796865211BB0}" dt="2024-09-11T12:42:03.189" v="17"/>
        <pc:sldMkLst>
          <pc:docMk/>
          <pc:sldMk cId="0" sldId="290"/>
        </pc:sldMkLst>
      </pc:sldChg>
      <pc:sldChg chg="add">
        <pc:chgData name="Ms Alina Arshad" userId="cccdfd85-d35d-4453-9c6f-a463aae40722" providerId="ADAL" clId="{CC6B5282-6613-48F0-886F-796865211BB0}" dt="2024-09-11T12:42:03.189" v="17"/>
        <pc:sldMkLst>
          <pc:docMk/>
          <pc:sldMk cId="0" sldId="291"/>
        </pc:sldMkLst>
      </pc:sldChg>
      <pc:sldChg chg="add">
        <pc:chgData name="Ms Alina Arshad" userId="cccdfd85-d35d-4453-9c6f-a463aae40722" providerId="ADAL" clId="{CC6B5282-6613-48F0-886F-796865211BB0}" dt="2024-09-11T12:42:03.189" v="17"/>
        <pc:sldMkLst>
          <pc:docMk/>
          <pc:sldMk cId="0" sldId="292"/>
        </pc:sldMkLst>
      </pc:sldChg>
      <pc:sldChg chg="add">
        <pc:chgData name="Ms Alina Arshad" userId="cccdfd85-d35d-4453-9c6f-a463aae40722" providerId="ADAL" clId="{CC6B5282-6613-48F0-886F-796865211BB0}" dt="2024-09-11T12:42:03.189" v="17"/>
        <pc:sldMkLst>
          <pc:docMk/>
          <pc:sldMk cId="0" sldId="293"/>
        </pc:sldMkLst>
      </pc:sldChg>
      <pc:sldChg chg="add">
        <pc:chgData name="Ms Alina Arshad" userId="cccdfd85-d35d-4453-9c6f-a463aae40722" providerId="ADAL" clId="{CC6B5282-6613-48F0-886F-796865211BB0}" dt="2024-09-11T12:42:03.189" v="17"/>
        <pc:sldMkLst>
          <pc:docMk/>
          <pc:sldMk cId="0" sldId="294"/>
        </pc:sldMkLst>
      </pc:sldChg>
      <pc:sldChg chg="add">
        <pc:chgData name="Ms Alina Arshad" userId="cccdfd85-d35d-4453-9c6f-a463aae40722" providerId="ADAL" clId="{CC6B5282-6613-48F0-886F-796865211BB0}" dt="2024-09-11T12:42:03.189" v="17"/>
        <pc:sldMkLst>
          <pc:docMk/>
          <pc:sldMk cId="0" sldId="295"/>
        </pc:sldMkLst>
      </pc:sldChg>
      <pc:sldChg chg="add">
        <pc:chgData name="Ms Alina Arshad" userId="cccdfd85-d35d-4453-9c6f-a463aae40722" providerId="ADAL" clId="{CC6B5282-6613-48F0-886F-796865211BB0}" dt="2024-09-11T12:42:03.189" v="17"/>
        <pc:sldMkLst>
          <pc:docMk/>
          <pc:sldMk cId="0" sldId="296"/>
        </pc:sldMkLst>
      </pc:sldChg>
      <pc:sldChg chg="add">
        <pc:chgData name="Ms Alina Arshad" userId="cccdfd85-d35d-4453-9c6f-a463aae40722" providerId="ADAL" clId="{CC6B5282-6613-48F0-886F-796865211BB0}" dt="2024-09-11T12:42:03.189" v="17"/>
        <pc:sldMkLst>
          <pc:docMk/>
          <pc:sldMk cId="0" sldId="297"/>
        </pc:sldMkLst>
      </pc:sldChg>
      <pc:sldChg chg="add">
        <pc:chgData name="Ms Alina Arshad" userId="cccdfd85-d35d-4453-9c6f-a463aae40722" providerId="ADAL" clId="{CC6B5282-6613-48F0-886F-796865211BB0}" dt="2024-09-11T12:42:03.189" v="17"/>
        <pc:sldMkLst>
          <pc:docMk/>
          <pc:sldMk cId="0" sldId="298"/>
        </pc:sldMkLst>
      </pc:sldChg>
      <pc:sldChg chg="add">
        <pc:chgData name="Ms Alina Arshad" userId="cccdfd85-d35d-4453-9c6f-a463aae40722" providerId="ADAL" clId="{CC6B5282-6613-48F0-886F-796865211BB0}" dt="2024-09-11T12:42:03.189" v="17"/>
        <pc:sldMkLst>
          <pc:docMk/>
          <pc:sldMk cId="0" sldId="299"/>
        </pc:sldMkLst>
      </pc:sldChg>
      <pc:sldChg chg="add">
        <pc:chgData name="Ms Alina Arshad" userId="cccdfd85-d35d-4453-9c6f-a463aae40722" providerId="ADAL" clId="{CC6B5282-6613-48F0-886F-796865211BB0}" dt="2024-09-11T12:42:03.189" v="17"/>
        <pc:sldMkLst>
          <pc:docMk/>
          <pc:sldMk cId="0" sldId="300"/>
        </pc:sldMkLst>
      </pc:sldChg>
      <pc:sldChg chg="add">
        <pc:chgData name="Ms Alina Arshad" userId="cccdfd85-d35d-4453-9c6f-a463aae40722" providerId="ADAL" clId="{CC6B5282-6613-48F0-886F-796865211BB0}" dt="2024-09-11T12:42:03.189" v="17"/>
        <pc:sldMkLst>
          <pc:docMk/>
          <pc:sldMk cId="0" sldId="301"/>
        </pc:sldMkLst>
      </pc:sldChg>
      <pc:sldChg chg="add">
        <pc:chgData name="Ms Alina Arshad" userId="cccdfd85-d35d-4453-9c6f-a463aae40722" providerId="ADAL" clId="{CC6B5282-6613-48F0-886F-796865211BB0}" dt="2024-09-11T12:42:03.189" v="17"/>
        <pc:sldMkLst>
          <pc:docMk/>
          <pc:sldMk cId="0" sldId="302"/>
        </pc:sldMkLst>
      </pc:sldChg>
      <pc:sldChg chg="add">
        <pc:chgData name="Ms Alina Arshad" userId="cccdfd85-d35d-4453-9c6f-a463aae40722" providerId="ADAL" clId="{CC6B5282-6613-48F0-886F-796865211BB0}" dt="2024-09-11T12:42:03.189" v="17"/>
        <pc:sldMkLst>
          <pc:docMk/>
          <pc:sldMk cId="0" sldId="303"/>
        </pc:sldMkLst>
      </pc:sldChg>
      <pc:sldChg chg="add">
        <pc:chgData name="Ms Alina Arshad" userId="cccdfd85-d35d-4453-9c6f-a463aae40722" providerId="ADAL" clId="{CC6B5282-6613-48F0-886F-796865211BB0}" dt="2024-09-11T12:42:03.189" v="17"/>
        <pc:sldMkLst>
          <pc:docMk/>
          <pc:sldMk cId="0" sldId="304"/>
        </pc:sldMkLst>
      </pc:sldChg>
      <pc:sldChg chg="add">
        <pc:chgData name="Ms Alina Arshad" userId="cccdfd85-d35d-4453-9c6f-a463aae40722" providerId="ADAL" clId="{CC6B5282-6613-48F0-886F-796865211BB0}" dt="2024-09-11T12:42:03.189" v="17"/>
        <pc:sldMkLst>
          <pc:docMk/>
          <pc:sldMk cId="0" sldId="305"/>
        </pc:sldMkLst>
      </pc:sldChg>
      <pc:sldChg chg="add">
        <pc:chgData name="Ms Alina Arshad" userId="cccdfd85-d35d-4453-9c6f-a463aae40722" providerId="ADAL" clId="{CC6B5282-6613-48F0-886F-796865211BB0}" dt="2024-09-11T12:42:03.189" v="17"/>
        <pc:sldMkLst>
          <pc:docMk/>
          <pc:sldMk cId="0" sldId="306"/>
        </pc:sldMkLst>
      </pc:sldChg>
      <pc:sldChg chg="add">
        <pc:chgData name="Ms Alina Arshad" userId="cccdfd85-d35d-4453-9c6f-a463aae40722" providerId="ADAL" clId="{CC6B5282-6613-48F0-886F-796865211BB0}" dt="2024-09-11T12:42:03.189" v="17"/>
        <pc:sldMkLst>
          <pc:docMk/>
          <pc:sldMk cId="0" sldId="307"/>
        </pc:sldMkLst>
      </pc:sldChg>
      <pc:sldChg chg="add">
        <pc:chgData name="Ms Alina Arshad" userId="cccdfd85-d35d-4453-9c6f-a463aae40722" providerId="ADAL" clId="{CC6B5282-6613-48F0-886F-796865211BB0}" dt="2024-09-11T12:42:03.189" v="17"/>
        <pc:sldMkLst>
          <pc:docMk/>
          <pc:sldMk cId="0" sldId="308"/>
        </pc:sldMkLst>
      </pc:sldChg>
      <pc:sldChg chg="add">
        <pc:chgData name="Ms Alina Arshad" userId="cccdfd85-d35d-4453-9c6f-a463aae40722" providerId="ADAL" clId="{CC6B5282-6613-48F0-886F-796865211BB0}" dt="2024-09-11T12:42:03.189" v="17"/>
        <pc:sldMkLst>
          <pc:docMk/>
          <pc:sldMk cId="0" sldId="309"/>
        </pc:sldMkLst>
      </pc:sldChg>
      <pc:sldChg chg="add">
        <pc:chgData name="Ms Alina Arshad" userId="cccdfd85-d35d-4453-9c6f-a463aae40722" providerId="ADAL" clId="{CC6B5282-6613-48F0-886F-796865211BB0}" dt="2024-09-11T12:42:03.189" v="17"/>
        <pc:sldMkLst>
          <pc:docMk/>
          <pc:sldMk cId="0" sldId="310"/>
        </pc:sldMkLst>
      </pc:sldChg>
      <pc:sldChg chg="add">
        <pc:chgData name="Ms Alina Arshad" userId="cccdfd85-d35d-4453-9c6f-a463aae40722" providerId="ADAL" clId="{CC6B5282-6613-48F0-886F-796865211BB0}" dt="2024-09-11T12:42:03.189" v="17"/>
        <pc:sldMkLst>
          <pc:docMk/>
          <pc:sldMk cId="0" sldId="311"/>
        </pc:sldMkLst>
      </pc:sldChg>
      <pc:sldChg chg="add">
        <pc:chgData name="Ms Alina Arshad" userId="cccdfd85-d35d-4453-9c6f-a463aae40722" providerId="ADAL" clId="{CC6B5282-6613-48F0-886F-796865211BB0}" dt="2024-09-11T12:42:03.189" v="17"/>
        <pc:sldMkLst>
          <pc:docMk/>
          <pc:sldMk cId="0" sldId="312"/>
        </pc:sldMkLst>
      </pc:sldChg>
      <pc:sldChg chg="add">
        <pc:chgData name="Ms Alina Arshad" userId="cccdfd85-d35d-4453-9c6f-a463aae40722" providerId="ADAL" clId="{CC6B5282-6613-48F0-886F-796865211BB0}" dt="2024-09-11T12:42:03.189" v="17"/>
        <pc:sldMkLst>
          <pc:docMk/>
          <pc:sldMk cId="0" sldId="313"/>
        </pc:sldMkLst>
      </pc:sldChg>
      <pc:sldChg chg="add">
        <pc:chgData name="Ms Alina Arshad" userId="cccdfd85-d35d-4453-9c6f-a463aae40722" providerId="ADAL" clId="{CC6B5282-6613-48F0-886F-796865211BB0}" dt="2024-09-11T12:42:03.189" v="17"/>
        <pc:sldMkLst>
          <pc:docMk/>
          <pc:sldMk cId="0" sldId="314"/>
        </pc:sldMkLst>
      </pc:sldChg>
      <pc:sldChg chg="add">
        <pc:chgData name="Ms Alina Arshad" userId="cccdfd85-d35d-4453-9c6f-a463aae40722" providerId="ADAL" clId="{CC6B5282-6613-48F0-886F-796865211BB0}" dt="2024-09-11T12:42:03.189" v="17"/>
        <pc:sldMkLst>
          <pc:docMk/>
          <pc:sldMk cId="0" sldId="315"/>
        </pc:sldMkLst>
      </pc:sldChg>
      <pc:sldChg chg="add">
        <pc:chgData name="Ms Alina Arshad" userId="cccdfd85-d35d-4453-9c6f-a463aae40722" providerId="ADAL" clId="{CC6B5282-6613-48F0-886F-796865211BB0}" dt="2024-09-11T12:42:03.189" v="17"/>
        <pc:sldMkLst>
          <pc:docMk/>
          <pc:sldMk cId="0" sldId="316"/>
        </pc:sldMkLst>
      </pc:sldChg>
      <pc:sldChg chg="add">
        <pc:chgData name="Ms Alina Arshad" userId="cccdfd85-d35d-4453-9c6f-a463aae40722" providerId="ADAL" clId="{CC6B5282-6613-48F0-886F-796865211BB0}" dt="2024-09-11T12:42:03.189" v="17"/>
        <pc:sldMkLst>
          <pc:docMk/>
          <pc:sldMk cId="0" sldId="317"/>
        </pc:sldMkLst>
      </pc:sldChg>
      <pc:sldChg chg="add">
        <pc:chgData name="Ms Alina Arshad" userId="cccdfd85-d35d-4453-9c6f-a463aae40722" providerId="ADAL" clId="{CC6B5282-6613-48F0-886F-796865211BB0}" dt="2024-09-11T12:42:03.189" v="17"/>
        <pc:sldMkLst>
          <pc:docMk/>
          <pc:sldMk cId="0" sldId="318"/>
        </pc:sldMkLst>
      </pc:sldChg>
      <pc:sldChg chg="add">
        <pc:chgData name="Ms Alina Arshad" userId="cccdfd85-d35d-4453-9c6f-a463aae40722" providerId="ADAL" clId="{CC6B5282-6613-48F0-886F-796865211BB0}" dt="2024-09-11T12:42:03.189" v="17"/>
        <pc:sldMkLst>
          <pc:docMk/>
          <pc:sldMk cId="0" sldId="319"/>
        </pc:sldMkLst>
      </pc:sldChg>
      <pc:sldChg chg="modSp add mod">
        <pc:chgData name="Ms Alina Arshad" userId="cccdfd85-d35d-4453-9c6f-a463aae40722" providerId="ADAL" clId="{CC6B5282-6613-48F0-886F-796865211BB0}" dt="2024-09-11T12:42:03.479" v="25" actId="27636"/>
        <pc:sldMkLst>
          <pc:docMk/>
          <pc:sldMk cId="0" sldId="320"/>
        </pc:sldMkLst>
        <pc:spChg chg="mod">
          <ac:chgData name="Ms Alina Arshad" userId="cccdfd85-d35d-4453-9c6f-a463aae40722" providerId="ADAL" clId="{CC6B5282-6613-48F0-886F-796865211BB0}" dt="2024-09-11T12:42:03.479" v="25" actId="27636"/>
          <ac:spMkLst>
            <pc:docMk/>
            <pc:sldMk cId="0" sldId="320"/>
            <ac:spMk id="549" creationId="{00000000-0000-0000-0000-000000000000}"/>
          </ac:spMkLst>
        </pc:spChg>
      </pc:sldChg>
      <pc:sldChg chg="add">
        <pc:chgData name="Ms Alina Arshad" userId="cccdfd85-d35d-4453-9c6f-a463aae40722" providerId="ADAL" clId="{CC6B5282-6613-48F0-886F-796865211BB0}" dt="2024-09-11T12:42:03.189" v="17"/>
        <pc:sldMkLst>
          <pc:docMk/>
          <pc:sldMk cId="0" sldId="321"/>
        </pc:sldMkLst>
      </pc:sldChg>
      <pc:sldChg chg="add">
        <pc:chgData name="Ms Alina Arshad" userId="cccdfd85-d35d-4453-9c6f-a463aae40722" providerId="ADAL" clId="{CC6B5282-6613-48F0-886F-796865211BB0}" dt="2024-09-11T12:42:03.189" v="17"/>
        <pc:sldMkLst>
          <pc:docMk/>
          <pc:sldMk cId="0" sldId="322"/>
        </pc:sldMkLst>
      </pc:sldChg>
      <pc:sldChg chg="add">
        <pc:chgData name="Ms Alina Arshad" userId="cccdfd85-d35d-4453-9c6f-a463aae40722" providerId="ADAL" clId="{CC6B5282-6613-48F0-886F-796865211BB0}" dt="2024-09-11T12:42:03.189" v="17"/>
        <pc:sldMkLst>
          <pc:docMk/>
          <pc:sldMk cId="0" sldId="323"/>
        </pc:sldMkLst>
      </pc:sldChg>
      <pc:sldChg chg="add">
        <pc:chgData name="Ms Alina Arshad" userId="cccdfd85-d35d-4453-9c6f-a463aae40722" providerId="ADAL" clId="{CC6B5282-6613-48F0-886F-796865211BB0}" dt="2024-09-11T12:42:03.189" v="17"/>
        <pc:sldMkLst>
          <pc:docMk/>
          <pc:sldMk cId="0" sldId="324"/>
        </pc:sldMkLst>
      </pc:sldChg>
      <pc:sldChg chg="add">
        <pc:chgData name="Ms Alina Arshad" userId="cccdfd85-d35d-4453-9c6f-a463aae40722" providerId="ADAL" clId="{CC6B5282-6613-48F0-886F-796865211BB0}" dt="2024-09-11T12:42:03.189" v="17"/>
        <pc:sldMkLst>
          <pc:docMk/>
          <pc:sldMk cId="0" sldId="325"/>
        </pc:sldMkLst>
      </pc:sldChg>
      <pc:sldChg chg="add">
        <pc:chgData name="Ms Alina Arshad" userId="cccdfd85-d35d-4453-9c6f-a463aae40722" providerId="ADAL" clId="{CC6B5282-6613-48F0-886F-796865211BB0}" dt="2024-09-11T12:42:03.189" v="17"/>
        <pc:sldMkLst>
          <pc:docMk/>
          <pc:sldMk cId="0" sldId="326"/>
        </pc:sldMkLst>
      </pc:sldChg>
      <pc:sldChg chg="modSp add mod">
        <pc:chgData name="Ms Alina Arshad" userId="cccdfd85-d35d-4453-9c6f-a463aae40722" providerId="ADAL" clId="{CC6B5282-6613-48F0-886F-796865211BB0}" dt="2024-09-11T12:42:03.520" v="26" actId="27636"/>
        <pc:sldMkLst>
          <pc:docMk/>
          <pc:sldMk cId="0" sldId="327"/>
        </pc:sldMkLst>
        <pc:spChg chg="mod">
          <ac:chgData name="Ms Alina Arshad" userId="cccdfd85-d35d-4453-9c6f-a463aae40722" providerId="ADAL" clId="{CC6B5282-6613-48F0-886F-796865211BB0}" dt="2024-09-11T12:42:03.520" v="26" actId="27636"/>
          <ac:spMkLst>
            <pc:docMk/>
            <pc:sldMk cId="0" sldId="327"/>
            <ac:spMk id="597" creationId="{00000000-0000-0000-0000-000000000000}"/>
          </ac:spMkLst>
        </pc:spChg>
      </pc:sldChg>
      <pc:sldChg chg="add">
        <pc:chgData name="Ms Alina Arshad" userId="cccdfd85-d35d-4453-9c6f-a463aae40722" providerId="ADAL" clId="{CC6B5282-6613-48F0-886F-796865211BB0}" dt="2024-09-11T12:42:03.189" v="17"/>
        <pc:sldMkLst>
          <pc:docMk/>
          <pc:sldMk cId="0" sldId="328"/>
        </pc:sldMkLst>
      </pc:sldChg>
      <pc:sldChg chg="add">
        <pc:chgData name="Ms Alina Arshad" userId="cccdfd85-d35d-4453-9c6f-a463aae40722" providerId="ADAL" clId="{CC6B5282-6613-48F0-886F-796865211BB0}" dt="2024-09-11T12:42:03.189" v="17"/>
        <pc:sldMkLst>
          <pc:docMk/>
          <pc:sldMk cId="0" sldId="329"/>
        </pc:sldMkLst>
      </pc:sldChg>
      <pc:sldChg chg="add">
        <pc:chgData name="Ms Alina Arshad" userId="cccdfd85-d35d-4453-9c6f-a463aae40722" providerId="ADAL" clId="{CC6B5282-6613-48F0-886F-796865211BB0}" dt="2024-09-11T12:42:03.189" v="17"/>
        <pc:sldMkLst>
          <pc:docMk/>
          <pc:sldMk cId="0" sldId="330"/>
        </pc:sldMkLst>
      </pc:sldChg>
      <pc:sldChg chg="add">
        <pc:chgData name="Ms Alina Arshad" userId="cccdfd85-d35d-4453-9c6f-a463aae40722" providerId="ADAL" clId="{CC6B5282-6613-48F0-886F-796865211BB0}" dt="2024-09-11T12:42:03.189" v="17"/>
        <pc:sldMkLst>
          <pc:docMk/>
          <pc:sldMk cId="0" sldId="331"/>
        </pc:sldMkLst>
      </pc:sldChg>
      <pc:sldChg chg="add">
        <pc:chgData name="Ms Alina Arshad" userId="cccdfd85-d35d-4453-9c6f-a463aae40722" providerId="ADAL" clId="{CC6B5282-6613-48F0-886F-796865211BB0}" dt="2024-09-11T12:42:03.189" v="17"/>
        <pc:sldMkLst>
          <pc:docMk/>
          <pc:sldMk cId="0" sldId="332"/>
        </pc:sldMkLst>
      </pc:sldChg>
      <pc:sldChg chg="add">
        <pc:chgData name="Ms Alina Arshad" userId="cccdfd85-d35d-4453-9c6f-a463aae40722" providerId="ADAL" clId="{CC6B5282-6613-48F0-886F-796865211BB0}" dt="2024-09-11T12:42:03.189" v="17"/>
        <pc:sldMkLst>
          <pc:docMk/>
          <pc:sldMk cId="0" sldId="333"/>
        </pc:sldMkLst>
      </pc:sldChg>
      <pc:sldChg chg="add">
        <pc:chgData name="Ms Alina Arshad" userId="cccdfd85-d35d-4453-9c6f-a463aae40722" providerId="ADAL" clId="{CC6B5282-6613-48F0-886F-796865211BB0}" dt="2024-09-11T12:42:03.189" v="17"/>
        <pc:sldMkLst>
          <pc:docMk/>
          <pc:sldMk cId="0" sldId="334"/>
        </pc:sldMkLst>
      </pc:sldChg>
      <pc:sldChg chg="add">
        <pc:chgData name="Ms Alina Arshad" userId="cccdfd85-d35d-4453-9c6f-a463aae40722" providerId="ADAL" clId="{CC6B5282-6613-48F0-886F-796865211BB0}" dt="2024-09-11T12:42:03.189" v="17"/>
        <pc:sldMkLst>
          <pc:docMk/>
          <pc:sldMk cId="0" sldId="335"/>
        </pc:sldMkLst>
      </pc:sldChg>
      <pc:sldChg chg="add">
        <pc:chgData name="Ms Alina Arshad" userId="cccdfd85-d35d-4453-9c6f-a463aae40722" providerId="ADAL" clId="{CC6B5282-6613-48F0-886F-796865211BB0}" dt="2024-09-11T12:42:03.189" v="17"/>
        <pc:sldMkLst>
          <pc:docMk/>
          <pc:sldMk cId="0" sldId="336"/>
        </pc:sldMkLst>
      </pc:sldChg>
      <pc:sldChg chg="add">
        <pc:chgData name="Ms Alina Arshad" userId="cccdfd85-d35d-4453-9c6f-a463aae40722" providerId="ADAL" clId="{CC6B5282-6613-48F0-886F-796865211BB0}" dt="2024-09-11T12:42:03.189" v="17"/>
        <pc:sldMkLst>
          <pc:docMk/>
          <pc:sldMk cId="0" sldId="337"/>
        </pc:sldMkLst>
      </pc:sldChg>
    </pc:docChg>
  </pc:docChgLst>
  <pc:docChgLst>
    <pc:chgData name="Ms Alina Arshad" userId="cccdfd85-d35d-4453-9c6f-a463aae40722" providerId="ADAL" clId="{2B67EF24-6E86-458B-9C0D-B5BC36012E7D}"/>
    <pc:docChg chg="custSel addSld delSld modSld">
      <pc:chgData name="Ms Alina Arshad" userId="cccdfd85-d35d-4453-9c6f-a463aae40722" providerId="ADAL" clId="{2B67EF24-6E86-458B-9C0D-B5BC36012E7D}" dt="2024-10-25T06:56:40.219" v="139" actId="1076"/>
      <pc:docMkLst>
        <pc:docMk/>
      </pc:docMkLst>
      <pc:sldChg chg="add del">
        <pc:chgData name="Ms Alina Arshad" userId="cccdfd85-d35d-4453-9c6f-a463aae40722" providerId="ADAL" clId="{2B67EF24-6E86-458B-9C0D-B5BC36012E7D}" dt="2024-10-25T06:48:40.070" v="23" actId="47"/>
        <pc:sldMkLst>
          <pc:docMk/>
          <pc:sldMk cId="0" sldId="257"/>
        </pc:sldMkLst>
      </pc:sldChg>
      <pc:sldChg chg="del">
        <pc:chgData name="Ms Alina Arshad" userId="cccdfd85-d35d-4453-9c6f-a463aae40722" providerId="ADAL" clId="{2B67EF24-6E86-458B-9C0D-B5BC36012E7D}" dt="2024-10-25T06:48:30.554" v="1" actId="47"/>
        <pc:sldMkLst>
          <pc:docMk/>
          <pc:sldMk cId="0" sldId="258"/>
        </pc:sldMkLst>
      </pc:sldChg>
      <pc:sldChg chg="del">
        <pc:chgData name="Ms Alina Arshad" userId="cccdfd85-d35d-4453-9c6f-a463aae40722" providerId="ADAL" clId="{2B67EF24-6E86-458B-9C0D-B5BC36012E7D}" dt="2024-10-25T06:48:30.617" v="3" actId="47"/>
        <pc:sldMkLst>
          <pc:docMk/>
          <pc:sldMk cId="0" sldId="259"/>
        </pc:sldMkLst>
      </pc:sldChg>
      <pc:sldChg chg="del">
        <pc:chgData name="Ms Alina Arshad" userId="cccdfd85-d35d-4453-9c6f-a463aae40722" providerId="ADAL" clId="{2B67EF24-6E86-458B-9C0D-B5BC36012E7D}" dt="2024-10-25T06:48:30.648" v="4" actId="47"/>
        <pc:sldMkLst>
          <pc:docMk/>
          <pc:sldMk cId="0" sldId="260"/>
        </pc:sldMkLst>
      </pc:sldChg>
      <pc:sldChg chg="del">
        <pc:chgData name="Ms Alina Arshad" userId="cccdfd85-d35d-4453-9c6f-a463aae40722" providerId="ADAL" clId="{2B67EF24-6E86-458B-9C0D-B5BC36012E7D}" dt="2024-10-25T06:48:30.679" v="5" actId="47"/>
        <pc:sldMkLst>
          <pc:docMk/>
          <pc:sldMk cId="0" sldId="261"/>
        </pc:sldMkLst>
      </pc:sldChg>
      <pc:sldChg chg="del">
        <pc:chgData name="Ms Alina Arshad" userId="cccdfd85-d35d-4453-9c6f-a463aae40722" providerId="ADAL" clId="{2B67EF24-6E86-458B-9C0D-B5BC36012E7D}" dt="2024-10-25T06:48:32.910" v="20" actId="47"/>
        <pc:sldMkLst>
          <pc:docMk/>
          <pc:sldMk cId="0" sldId="262"/>
        </pc:sldMkLst>
      </pc:sldChg>
      <pc:sldChg chg="del">
        <pc:chgData name="Ms Alina Arshad" userId="cccdfd85-d35d-4453-9c6f-a463aae40722" providerId="ADAL" clId="{2B67EF24-6E86-458B-9C0D-B5BC36012E7D}" dt="2024-10-25T06:48:30.773" v="8" actId="47"/>
        <pc:sldMkLst>
          <pc:docMk/>
          <pc:sldMk cId="0" sldId="263"/>
        </pc:sldMkLst>
      </pc:sldChg>
      <pc:sldChg chg="del">
        <pc:chgData name="Ms Alina Arshad" userId="cccdfd85-d35d-4453-9c6f-a463aae40722" providerId="ADAL" clId="{2B67EF24-6E86-458B-9C0D-B5BC36012E7D}" dt="2024-10-25T06:48:30.804" v="9" actId="47"/>
        <pc:sldMkLst>
          <pc:docMk/>
          <pc:sldMk cId="0" sldId="264"/>
        </pc:sldMkLst>
      </pc:sldChg>
      <pc:sldChg chg="del">
        <pc:chgData name="Ms Alina Arshad" userId="cccdfd85-d35d-4453-9c6f-a463aae40722" providerId="ADAL" clId="{2B67EF24-6E86-458B-9C0D-B5BC36012E7D}" dt="2024-10-25T06:48:30.835" v="10" actId="47"/>
        <pc:sldMkLst>
          <pc:docMk/>
          <pc:sldMk cId="0" sldId="265"/>
        </pc:sldMkLst>
      </pc:sldChg>
      <pc:sldChg chg="del">
        <pc:chgData name="Ms Alina Arshad" userId="cccdfd85-d35d-4453-9c6f-a463aae40722" providerId="ADAL" clId="{2B67EF24-6E86-458B-9C0D-B5BC36012E7D}" dt="2024-10-25T06:48:30.882" v="11" actId="47"/>
        <pc:sldMkLst>
          <pc:docMk/>
          <pc:sldMk cId="0" sldId="266"/>
        </pc:sldMkLst>
      </pc:sldChg>
      <pc:sldChg chg="del">
        <pc:chgData name="Ms Alina Arshad" userId="cccdfd85-d35d-4453-9c6f-a463aae40722" providerId="ADAL" clId="{2B67EF24-6E86-458B-9C0D-B5BC36012E7D}" dt="2024-10-25T06:48:31.441" v="13" actId="47"/>
        <pc:sldMkLst>
          <pc:docMk/>
          <pc:sldMk cId="0" sldId="267"/>
        </pc:sldMkLst>
      </pc:sldChg>
      <pc:sldChg chg="del">
        <pc:chgData name="Ms Alina Arshad" userId="cccdfd85-d35d-4453-9c6f-a463aae40722" providerId="ADAL" clId="{2B67EF24-6E86-458B-9C0D-B5BC36012E7D}" dt="2024-10-25T06:48:31.660" v="14" actId="47"/>
        <pc:sldMkLst>
          <pc:docMk/>
          <pc:sldMk cId="0" sldId="268"/>
        </pc:sldMkLst>
      </pc:sldChg>
      <pc:sldChg chg="del">
        <pc:chgData name="Ms Alina Arshad" userId="cccdfd85-d35d-4453-9c6f-a463aae40722" providerId="ADAL" clId="{2B67EF24-6E86-458B-9C0D-B5BC36012E7D}" dt="2024-10-25T06:48:31.848" v="15" actId="47"/>
        <pc:sldMkLst>
          <pc:docMk/>
          <pc:sldMk cId="0" sldId="269"/>
        </pc:sldMkLst>
      </pc:sldChg>
      <pc:sldChg chg="del">
        <pc:chgData name="Ms Alina Arshad" userId="cccdfd85-d35d-4453-9c6f-a463aae40722" providerId="ADAL" clId="{2B67EF24-6E86-458B-9C0D-B5BC36012E7D}" dt="2024-10-25T06:48:32.035" v="16" actId="47"/>
        <pc:sldMkLst>
          <pc:docMk/>
          <pc:sldMk cId="0" sldId="270"/>
        </pc:sldMkLst>
      </pc:sldChg>
      <pc:sldChg chg="del">
        <pc:chgData name="Ms Alina Arshad" userId="cccdfd85-d35d-4453-9c6f-a463aae40722" providerId="ADAL" clId="{2B67EF24-6E86-458B-9C0D-B5BC36012E7D}" dt="2024-10-25T06:48:32.160" v="17" actId="47"/>
        <pc:sldMkLst>
          <pc:docMk/>
          <pc:sldMk cId="0" sldId="271"/>
        </pc:sldMkLst>
      </pc:sldChg>
      <pc:sldChg chg="del">
        <pc:chgData name="Ms Alina Arshad" userId="cccdfd85-d35d-4453-9c6f-a463aae40722" providerId="ADAL" clId="{2B67EF24-6E86-458B-9C0D-B5BC36012E7D}" dt="2024-10-25T06:48:32.348" v="18" actId="47"/>
        <pc:sldMkLst>
          <pc:docMk/>
          <pc:sldMk cId="0" sldId="272"/>
        </pc:sldMkLst>
      </pc:sldChg>
      <pc:sldChg chg="del">
        <pc:chgData name="Ms Alina Arshad" userId="cccdfd85-d35d-4453-9c6f-a463aae40722" providerId="ADAL" clId="{2B67EF24-6E86-458B-9C0D-B5BC36012E7D}" dt="2024-10-25T06:48:32.769" v="19" actId="47"/>
        <pc:sldMkLst>
          <pc:docMk/>
          <pc:sldMk cId="0" sldId="273"/>
        </pc:sldMkLst>
      </pc:sldChg>
      <pc:sldChg chg="del">
        <pc:chgData name="Ms Alina Arshad" userId="cccdfd85-d35d-4453-9c6f-a463aae40722" providerId="ADAL" clId="{2B67EF24-6E86-458B-9C0D-B5BC36012E7D}" dt="2024-10-25T06:48:33.082" v="21" actId="47"/>
        <pc:sldMkLst>
          <pc:docMk/>
          <pc:sldMk cId="0" sldId="274"/>
        </pc:sldMkLst>
      </pc:sldChg>
      <pc:sldChg chg="del">
        <pc:chgData name="Ms Alina Arshad" userId="cccdfd85-d35d-4453-9c6f-a463aae40722" providerId="ADAL" clId="{2B67EF24-6E86-458B-9C0D-B5BC36012E7D}" dt="2024-10-25T06:48:30.710" v="6" actId="47"/>
        <pc:sldMkLst>
          <pc:docMk/>
          <pc:sldMk cId="3240370692" sldId="279"/>
        </pc:sldMkLst>
      </pc:sldChg>
      <pc:sldChg chg="del">
        <pc:chgData name="Ms Alina Arshad" userId="cccdfd85-d35d-4453-9c6f-a463aae40722" providerId="ADAL" clId="{2B67EF24-6E86-458B-9C0D-B5BC36012E7D}" dt="2024-10-25T06:48:30.601" v="2" actId="47"/>
        <pc:sldMkLst>
          <pc:docMk/>
          <pc:sldMk cId="0" sldId="280"/>
        </pc:sldMkLst>
      </pc:sldChg>
      <pc:sldChg chg="del">
        <pc:chgData name="Ms Alina Arshad" userId="cccdfd85-d35d-4453-9c6f-a463aae40722" providerId="ADAL" clId="{2B67EF24-6E86-458B-9C0D-B5BC36012E7D}" dt="2024-10-25T06:48:30.757" v="7" actId="47"/>
        <pc:sldMkLst>
          <pc:docMk/>
          <pc:sldMk cId="0" sldId="281"/>
        </pc:sldMkLst>
      </pc:sldChg>
      <pc:sldChg chg="del">
        <pc:chgData name="Ms Alina Arshad" userId="cccdfd85-d35d-4453-9c6f-a463aae40722" providerId="ADAL" clId="{2B67EF24-6E86-458B-9C0D-B5BC36012E7D}" dt="2024-10-25T06:48:30.913" v="12" actId="47"/>
        <pc:sldMkLst>
          <pc:docMk/>
          <pc:sldMk cId="0" sldId="282"/>
        </pc:sldMkLst>
      </pc:sldChg>
      <pc:sldChg chg="delSp modSp add mod">
        <pc:chgData name="Ms Alina Arshad" userId="cccdfd85-d35d-4453-9c6f-a463aae40722" providerId="ADAL" clId="{2B67EF24-6E86-458B-9C0D-B5BC36012E7D}" dt="2024-10-25T06:49:38.253" v="41" actId="14100"/>
        <pc:sldMkLst>
          <pc:docMk/>
          <pc:sldMk cId="0" sldId="296"/>
        </pc:sldMkLst>
        <pc:spChg chg="mod">
          <ac:chgData name="Ms Alina Arshad" userId="cccdfd85-d35d-4453-9c6f-a463aae40722" providerId="ADAL" clId="{2B67EF24-6E86-458B-9C0D-B5BC36012E7D}" dt="2024-10-25T06:49:38.253" v="41" actId="14100"/>
          <ac:spMkLst>
            <pc:docMk/>
            <pc:sldMk cId="0" sldId="296"/>
            <ac:spMk id="2" creationId="{00000000-0000-0000-0000-000000000000}"/>
          </ac:spMkLst>
        </pc:spChg>
        <pc:spChg chg="mod">
          <ac:chgData name="Ms Alina Arshad" userId="cccdfd85-d35d-4453-9c6f-a463aae40722" providerId="ADAL" clId="{2B67EF24-6E86-458B-9C0D-B5BC36012E7D}" dt="2024-10-25T06:49:21.674" v="33" actId="1076"/>
          <ac:spMkLst>
            <pc:docMk/>
            <pc:sldMk cId="0" sldId="296"/>
            <ac:spMk id="3" creationId="{00000000-0000-0000-0000-000000000000}"/>
          </ac:spMkLst>
        </pc:spChg>
        <pc:picChg chg="mod">
          <ac:chgData name="Ms Alina Arshad" userId="cccdfd85-d35d-4453-9c6f-a463aae40722" providerId="ADAL" clId="{2B67EF24-6E86-458B-9C0D-B5BC36012E7D}" dt="2024-10-25T06:49:24.330" v="34" actId="1076"/>
          <ac:picMkLst>
            <pc:docMk/>
            <pc:sldMk cId="0" sldId="296"/>
            <ac:picMk id="4" creationId="{00000000-0000-0000-0000-000000000000}"/>
          </ac:picMkLst>
        </pc:picChg>
        <pc:picChg chg="mod">
          <ac:chgData name="Ms Alina Arshad" userId="cccdfd85-d35d-4453-9c6f-a463aae40722" providerId="ADAL" clId="{2B67EF24-6E86-458B-9C0D-B5BC36012E7D}" dt="2024-10-25T06:49:28.141" v="35" actId="1076"/>
          <ac:picMkLst>
            <pc:docMk/>
            <pc:sldMk cId="0" sldId="296"/>
            <ac:picMk id="5" creationId="{00000000-0000-0000-0000-000000000000}"/>
          </ac:picMkLst>
        </pc:picChg>
        <pc:picChg chg="del">
          <ac:chgData name="Ms Alina Arshad" userId="cccdfd85-d35d-4453-9c6f-a463aae40722" providerId="ADAL" clId="{2B67EF24-6E86-458B-9C0D-B5BC36012E7D}" dt="2024-10-25T06:49:04.272" v="27" actId="478"/>
          <ac:picMkLst>
            <pc:docMk/>
            <pc:sldMk cId="0" sldId="296"/>
            <ac:picMk id="6" creationId="{00000000-0000-0000-0000-000000000000}"/>
          </ac:picMkLst>
        </pc:picChg>
      </pc:sldChg>
      <pc:sldChg chg="delSp modSp add mod">
        <pc:chgData name="Ms Alina Arshad" userId="cccdfd85-d35d-4453-9c6f-a463aae40722" providerId="ADAL" clId="{2B67EF24-6E86-458B-9C0D-B5BC36012E7D}" dt="2024-10-25T06:50:12.570" v="56" actId="478"/>
        <pc:sldMkLst>
          <pc:docMk/>
          <pc:sldMk cId="0" sldId="297"/>
        </pc:sldMkLst>
        <pc:spChg chg="del">
          <ac:chgData name="Ms Alina Arshad" userId="cccdfd85-d35d-4453-9c6f-a463aae40722" providerId="ADAL" clId="{2B67EF24-6E86-458B-9C0D-B5BC36012E7D}" dt="2024-10-25T06:50:12.570" v="56" actId="478"/>
          <ac:spMkLst>
            <pc:docMk/>
            <pc:sldMk cId="0" sldId="297"/>
            <ac:spMk id="2" creationId="{00000000-0000-0000-0000-000000000000}"/>
          </ac:spMkLst>
        </pc:spChg>
        <pc:picChg chg="mod">
          <ac:chgData name="Ms Alina Arshad" userId="cccdfd85-d35d-4453-9c6f-a463aae40722" providerId="ADAL" clId="{2B67EF24-6E86-458B-9C0D-B5BC36012E7D}" dt="2024-10-25T06:50:11.139" v="55" actId="1076"/>
          <ac:picMkLst>
            <pc:docMk/>
            <pc:sldMk cId="0" sldId="297"/>
            <ac:picMk id="3" creationId="{00000000-0000-0000-0000-000000000000}"/>
          </ac:picMkLst>
        </pc:picChg>
      </pc:sldChg>
      <pc:sldChg chg="delSp modSp add mod">
        <pc:chgData name="Ms Alina Arshad" userId="cccdfd85-d35d-4453-9c6f-a463aae40722" providerId="ADAL" clId="{2B67EF24-6E86-458B-9C0D-B5BC36012E7D}" dt="2024-10-25T06:50:35.096" v="63" actId="1076"/>
        <pc:sldMkLst>
          <pc:docMk/>
          <pc:sldMk cId="0" sldId="298"/>
        </pc:sldMkLst>
        <pc:spChg chg="mod">
          <ac:chgData name="Ms Alina Arshad" userId="cccdfd85-d35d-4453-9c6f-a463aae40722" providerId="ADAL" clId="{2B67EF24-6E86-458B-9C0D-B5BC36012E7D}" dt="2024-10-25T06:50:31.336" v="62" actId="207"/>
          <ac:spMkLst>
            <pc:docMk/>
            <pc:sldMk cId="0" sldId="298"/>
            <ac:spMk id="2" creationId="{00000000-0000-0000-0000-000000000000}"/>
          </ac:spMkLst>
        </pc:spChg>
        <pc:spChg chg="del mod">
          <ac:chgData name="Ms Alina Arshad" userId="cccdfd85-d35d-4453-9c6f-a463aae40722" providerId="ADAL" clId="{2B67EF24-6E86-458B-9C0D-B5BC36012E7D}" dt="2024-10-25T06:50:22.700" v="59" actId="478"/>
          <ac:spMkLst>
            <pc:docMk/>
            <pc:sldMk cId="0" sldId="298"/>
            <ac:spMk id="3" creationId="{00000000-0000-0000-0000-000000000000}"/>
          </ac:spMkLst>
        </pc:spChg>
        <pc:picChg chg="mod">
          <ac:chgData name="Ms Alina Arshad" userId="cccdfd85-d35d-4453-9c6f-a463aae40722" providerId="ADAL" clId="{2B67EF24-6E86-458B-9C0D-B5BC36012E7D}" dt="2024-10-25T06:50:35.096" v="63" actId="1076"/>
          <ac:picMkLst>
            <pc:docMk/>
            <pc:sldMk cId="0" sldId="298"/>
            <ac:picMk id="4" creationId="{00000000-0000-0000-0000-000000000000}"/>
          </ac:picMkLst>
        </pc:picChg>
      </pc:sldChg>
      <pc:sldChg chg="delSp modSp add mod">
        <pc:chgData name="Ms Alina Arshad" userId="cccdfd85-d35d-4453-9c6f-a463aae40722" providerId="ADAL" clId="{2B67EF24-6E86-458B-9C0D-B5BC36012E7D}" dt="2024-10-25T06:51:01.636" v="76" actId="1076"/>
        <pc:sldMkLst>
          <pc:docMk/>
          <pc:sldMk cId="0" sldId="299"/>
        </pc:sldMkLst>
        <pc:spChg chg="mod">
          <ac:chgData name="Ms Alina Arshad" userId="cccdfd85-d35d-4453-9c6f-a463aae40722" providerId="ADAL" clId="{2B67EF24-6E86-458B-9C0D-B5BC36012E7D}" dt="2024-10-25T06:50:57.827" v="75" actId="14100"/>
          <ac:spMkLst>
            <pc:docMk/>
            <pc:sldMk cId="0" sldId="299"/>
            <ac:spMk id="2" creationId="{00000000-0000-0000-0000-000000000000}"/>
          </ac:spMkLst>
        </pc:spChg>
        <pc:spChg chg="del">
          <ac:chgData name="Ms Alina Arshad" userId="cccdfd85-d35d-4453-9c6f-a463aae40722" providerId="ADAL" clId="{2B67EF24-6E86-458B-9C0D-B5BC36012E7D}" dt="2024-10-25T06:50:38.134" v="64" actId="478"/>
          <ac:spMkLst>
            <pc:docMk/>
            <pc:sldMk cId="0" sldId="299"/>
            <ac:spMk id="3" creationId="{00000000-0000-0000-0000-000000000000}"/>
          </ac:spMkLst>
        </pc:spChg>
        <pc:picChg chg="mod">
          <ac:chgData name="Ms Alina Arshad" userId="cccdfd85-d35d-4453-9c6f-a463aae40722" providerId="ADAL" clId="{2B67EF24-6E86-458B-9C0D-B5BC36012E7D}" dt="2024-10-25T06:51:01.636" v="76" actId="1076"/>
          <ac:picMkLst>
            <pc:docMk/>
            <pc:sldMk cId="0" sldId="299"/>
            <ac:picMk id="4" creationId="{00000000-0000-0000-0000-000000000000}"/>
          </ac:picMkLst>
        </pc:picChg>
      </pc:sldChg>
      <pc:sldChg chg="modSp add mod">
        <pc:chgData name="Ms Alina Arshad" userId="cccdfd85-d35d-4453-9c6f-a463aae40722" providerId="ADAL" clId="{2B67EF24-6E86-458B-9C0D-B5BC36012E7D}" dt="2024-10-25T06:52:18.704" v="84" actId="2711"/>
        <pc:sldMkLst>
          <pc:docMk/>
          <pc:sldMk cId="0" sldId="300"/>
        </pc:sldMkLst>
        <pc:spChg chg="mod">
          <ac:chgData name="Ms Alina Arshad" userId="cccdfd85-d35d-4453-9c6f-a463aae40722" providerId="ADAL" clId="{2B67EF24-6E86-458B-9C0D-B5BC36012E7D}" dt="2024-10-25T06:51:59.264" v="80" actId="113"/>
          <ac:spMkLst>
            <pc:docMk/>
            <pc:sldMk cId="0" sldId="300"/>
            <ac:spMk id="2" creationId="{00000000-0000-0000-0000-000000000000}"/>
          </ac:spMkLst>
        </pc:spChg>
        <pc:spChg chg="mod">
          <ac:chgData name="Ms Alina Arshad" userId="cccdfd85-d35d-4453-9c6f-a463aae40722" providerId="ADAL" clId="{2B67EF24-6E86-458B-9C0D-B5BC36012E7D}" dt="2024-10-25T06:52:18.704" v="84" actId="2711"/>
          <ac:spMkLst>
            <pc:docMk/>
            <pc:sldMk cId="0" sldId="300"/>
            <ac:spMk id="3" creationId="{00000000-0000-0000-0000-000000000000}"/>
          </ac:spMkLst>
        </pc:spChg>
      </pc:sldChg>
      <pc:sldChg chg="delSp modSp add mod">
        <pc:chgData name="Ms Alina Arshad" userId="cccdfd85-d35d-4453-9c6f-a463aae40722" providerId="ADAL" clId="{2B67EF24-6E86-458B-9C0D-B5BC36012E7D}" dt="2024-10-25T06:53:20.228" v="100" actId="255"/>
        <pc:sldMkLst>
          <pc:docMk/>
          <pc:sldMk cId="0" sldId="301"/>
        </pc:sldMkLst>
        <pc:spChg chg="mod">
          <ac:chgData name="Ms Alina Arshad" userId="cccdfd85-d35d-4453-9c6f-a463aae40722" providerId="ADAL" clId="{2B67EF24-6E86-458B-9C0D-B5BC36012E7D}" dt="2024-10-25T06:52:30.442" v="88" actId="404"/>
          <ac:spMkLst>
            <pc:docMk/>
            <pc:sldMk cId="0" sldId="301"/>
            <ac:spMk id="2" creationId="{00000000-0000-0000-0000-000000000000}"/>
          </ac:spMkLst>
        </pc:spChg>
        <pc:spChg chg="mod">
          <ac:chgData name="Ms Alina Arshad" userId="cccdfd85-d35d-4453-9c6f-a463aae40722" providerId="ADAL" clId="{2B67EF24-6E86-458B-9C0D-B5BC36012E7D}" dt="2024-10-25T06:53:09.013" v="97" actId="255"/>
          <ac:spMkLst>
            <pc:docMk/>
            <pc:sldMk cId="0" sldId="301"/>
            <ac:spMk id="3" creationId="{00000000-0000-0000-0000-000000000000}"/>
          </ac:spMkLst>
        </pc:spChg>
        <pc:spChg chg="del">
          <ac:chgData name="Ms Alina Arshad" userId="cccdfd85-d35d-4453-9c6f-a463aae40722" providerId="ADAL" clId="{2B67EF24-6E86-458B-9C0D-B5BC36012E7D}" dt="2024-10-25T06:52:46.152" v="92" actId="478"/>
          <ac:spMkLst>
            <pc:docMk/>
            <pc:sldMk cId="0" sldId="301"/>
            <ac:spMk id="4" creationId="{00000000-0000-0000-0000-000000000000}"/>
          </ac:spMkLst>
        </pc:spChg>
        <pc:spChg chg="mod">
          <ac:chgData name="Ms Alina Arshad" userId="cccdfd85-d35d-4453-9c6f-a463aae40722" providerId="ADAL" clId="{2B67EF24-6E86-458B-9C0D-B5BC36012E7D}" dt="2024-10-25T06:53:13.437" v="98" actId="1076"/>
          <ac:spMkLst>
            <pc:docMk/>
            <pc:sldMk cId="0" sldId="301"/>
            <ac:spMk id="5" creationId="{00000000-0000-0000-0000-000000000000}"/>
          </ac:spMkLst>
        </pc:spChg>
        <pc:spChg chg="mod">
          <ac:chgData name="Ms Alina Arshad" userId="cccdfd85-d35d-4453-9c6f-a463aae40722" providerId="ADAL" clId="{2B67EF24-6E86-458B-9C0D-B5BC36012E7D}" dt="2024-10-25T06:53:20.228" v="100" actId="255"/>
          <ac:spMkLst>
            <pc:docMk/>
            <pc:sldMk cId="0" sldId="301"/>
            <ac:spMk id="6" creationId="{00000000-0000-0000-0000-000000000000}"/>
          </ac:spMkLst>
        </pc:spChg>
      </pc:sldChg>
      <pc:sldChg chg="delSp modSp add mod">
        <pc:chgData name="Ms Alina Arshad" userId="cccdfd85-d35d-4453-9c6f-a463aae40722" providerId="ADAL" clId="{2B67EF24-6E86-458B-9C0D-B5BC36012E7D}" dt="2024-10-25T06:54:51.579" v="112" actId="1076"/>
        <pc:sldMkLst>
          <pc:docMk/>
          <pc:sldMk cId="0" sldId="302"/>
        </pc:sldMkLst>
        <pc:spChg chg="mod">
          <ac:chgData name="Ms Alina Arshad" userId="cccdfd85-d35d-4453-9c6f-a463aae40722" providerId="ADAL" clId="{2B67EF24-6E86-458B-9C0D-B5BC36012E7D}" dt="2024-10-25T06:54:08.700" v="105" actId="14100"/>
          <ac:spMkLst>
            <pc:docMk/>
            <pc:sldMk cId="0" sldId="302"/>
            <ac:spMk id="2" creationId="{00000000-0000-0000-0000-000000000000}"/>
          </ac:spMkLst>
        </pc:spChg>
        <pc:spChg chg="del">
          <ac:chgData name="Ms Alina Arshad" userId="cccdfd85-d35d-4453-9c6f-a463aae40722" providerId="ADAL" clId="{2B67EF24-6E86-458B-9C0D-B5BC36012E7D}" dt="2024-10-25T06:53:48.546" v="101" actId="478"/>
          <ac:spMkLst>
            <pc:docMk/>
            <pc:sldMk cId="0" sldId="302"/>
            <ac:spMk id="3" creationId="{00000000-0000-0000-0000-000000000000}"/>
          </ac:spMkLst>
        </pc:spChg>
        <pc:spChg chg="mod">
          <ac:chgData name="Ms Alina Arshad" userId="cccdfd85-d35d-4453-9c6f-a463aae40722" providerId="ADAL" clId="{2B67EF24-6E86-458B-9C0D-B5BC36012E7D}" dt="2024-10-25T06:54:28.294" v="109" actId="404"/>
          <ac:spMkLst>
            <pc:docMk/>
            <pc:sldMk cId="0" sldId="302"/>
            <ac:spMk id="4" creationId="{00000000-0000-0000-0000-000000000000}"/>
          </ac:spMkLst>
        </pc:spChg>
        <pc:picChg chg="mod">
          <ac:chgData name="Ms Alina Arshad" userId="cccdfd85-d35d-4453-9c6f-a463aae40722" providerId="ADAL" clId="{2B67EF24-6E86-458B-9C0D-B5BC36012E7D}" dt="2024-10-25T06:54:51.579" v="112" actId="1076"/>
          <ac:picMkLst>
            <pc:docMk/>
            <pc:sldMk cId="0" sldId="302"/>
            <ac:picMk id="5" creationId="{00000000-0000-0000-0000-000000000000}"/>
          </ac:picMkLst>
        </pc:picChg>
      </pc:sldChg>
      <pc:sldChg chg="modSp add mod">
        <pc:chgData name="Ms Alina Arshad" userId="cccdfd85-d35d-4453-9c6f-a463aae40722" providerId="ADAL" clId="{2B67EF24-6E86-458B-9C0D-B5BC36012E7D}" dt="2024-10-25T06:55:49.265" v="121" actId="14100"/>
        <pc:sldMkLst>
          <pc:docMk/>
          <pc:sldMk cId="0" sldId="303"/>
        </pc:sldMkLst>
        <pc:spChg chg="mod">
          <ac:chgData name="Ms Alina Arshad" userId="cccdfd85-d35d-4453-9c6f-a463aae40722" providerId="ADAL" clId="{2B67EF24-6E86-458B-9C0D-B5BC36012E7D}" dt="2024-10-25T06:55:42.627" v="119" actId="1076"/>
          <ac:spMkLst>
            <pc:docMk/>
            <pc:sldMk cId="0" sldId="303"/>
            <ac:spMk id="2" creationId="{00000000-0000-0000-0000-000000000000}"/>
          </ac:spMkLst>
        </pc:spChg>
        <pc:picChg chg="mod">
          <ac:chgData name="Ms Alina Arshad" userId="cccdfd85-d35d-4453-9c6f-a463aae40722" providerId="ADAL" clId="{2B67EF24-6E86-458B-9C0D-B5BC36012E7D}" dt="2024-10-25T06:55:40.247" v="118" actId="14100"/>
          <ac:picMkLst>
            <pc:docMk/>
            <pc:sldMk cId="0" sldId="303"/>
            <ac:picMk id="3" creationId="{00000000-0000-0000-0000-000000000000}"/>
          </ac:picMkLst>
        </pc:picChg>
        <pc:picChg chg="mod">
          <ac:chgData name="Ms Alina Arshad" userId="cccdfd85-d35d-4453-9c6f-a463aae40722" providerId="ADAL" clId="{2B67EF24-6E86-458B-9C0D-B5BC36012E7D}" dt="2024-10-25T06:55:49.265" v="121" actId="14100"/>
          <ac:picMkLst>
            <pc:docMk/>
            <pc:sldMk cId="0" sldId="303"/>
            <ac:picMk id="4" creationId="{00000000-0000-0000-0000-000000000000}"/>
          </ac:picMkLst>
        </pc:picChg>
      </pc:sldChg>
      <pc:sldChg chg="modSp add mod">
        <pc:chgData name="Ms Alina Arshad" userId="cccdfd85-d35d-4453-9c6f-a463aae40722" providerId="ADAL" clId="{2B67EF24-6E86-458B-9C0D-B5BC36012E7D}" dt="2024-10-25T06:56:14.702" v="129" actId="1076"/>
        <pc:sldMkLst>
          <pc:docMk/>
          <pc:sldMk cId="0" sldId="304"/>
        </pc:sldMkLst>
        <pc:spChg chg="mod">
          <ac:chgData name="Ms Alina Arshad" userId="cccdfd85-d35d-4453-9c6f-a463aae40722" providerId="ADAL" clId="{2B67EF24-6E86-458B-9C0D-B5BC36012E7D}" dt="2024-10-25T06:56:05.481" v="126" actId="1076"/>
          <ac:spMkLst>
            <pc:docMk/>
            <pc:sldMk cId="0" sldId="304"/>
            <ac:spMk id="4" creationId="{00000000-0000-0000-0000-000000000000}"/>
          </ac:spMkLst>
        </pc:spChg>
        <pc:picChg chg="mod">
          <ac:chgData name="Ms Alina Arshad" userId="cccdfd85-d35d-4453-9c6f-a463aae40722" providerId="ADAL" clId="{2B67EF24-6E86-458B-9C0D-B5BC36012E7D}" dt="2024-10-25T06:56:11.943" v="128" actId="1076"/>
          <ac:picMkLst>
            <pc:docMk/>
            <pc:sldMk cId="0" sldId="304"/>
            <ac:picMk id="2" creationId="{00000000-0000-0000-0000-000000000000}"/>
          </ac:picMkLst>
        </pc:picChg>
        <pc:picChg chg="mod">
          <ac:chgData name="Ms Alina Arshad" userId="cccdfd85-d35d-4453-9c6f-a463aae40722" providerId="ADAL" clId="{2B67EF24-6E86-458B-9C0D-B5BC36012E7D}" dt="2024-10-25T06:56:14.702" v="129" actId="1076"/>
          <ac:picMkLst>
            <pc:docMk/>
            <pc:sldMk cId="0" sldId="304"/>
            <ac:picMk id="3" creationId="{00000000-0000-0000-0000-000000000000}"/>
          </ac:picMkLst>
        </pc:picChg>
      </pc:sldChg>
      <pc:sldChg chg="modSp add mod">
        <pc:chgData name="Ms Alina Arshad" userId="cccdfd85-d35d-4453-9c6f-a463aae40722" providerId="ADAL" clId="{2B67EF24-6E86-458B-9C0D-B5BC36012E7D}" dt="2024-10-25T06:56:26.693" v="134" actId="1076"/>
        <pc:sldMkLst>
          <pc:docMk/>
          <pc:sldMk cId="0" sldId="305"/>
        </pc:sldMkLst>
        <pc:spChg chg="mod">
          <ac:chgData name="Ms Alina Arshad" userId="cccdfd85-d35d-4453-9c6f-a463aae40722" providerId="ADAL" clId="{2B67EF24-6E86-458B-9C0D-B5BC36012E7D}" dt="2024-10-25T06:56:24.952" v="133" actId="14100"/>
          <ac:spMkLst>
            <pc:docMk/>
            <pc:sldMk cId="0" sldId="305"/>
            <ac:spMk id="3" creationId="{00000000-0000-0000-0000-000000000000}"/>
          </ac:spMkLst>
        </pc:spChg>
        <pc:picChg chg="mod">
          <ac:chgData name="Ms Alina Arshad" userId="cccdfd85-d35d-4453-9c6f-a463aae40722" providerId="ADAL" clId="{2B67EF24-6E86-458B-9C0D-B5BC36012E7D}" dt="2024-10-25T06:56:26.693" v="134" actId="1076"/>
          <ac:picMkLst>
            <pc:docMk/>
            <pc:sldMk cId="0" sldId="305"/>
            <ac:picMk id="2" creationId="{00000000-0000-0000-0000-000000000000}"/>
          </ac:picMkLst>
        </pc:picChg>
      </pc:sldChg>
      <pc:sldChg chg="modSp add mod">
        <pc:chgData name="Ms Alina Arshad" userId="cccdfd85-d35d-4453-9c6f-a463aae40722" providerId="ADAL" clId="{2B67EF24-6E86-458B-9C0D-B5BC36012E7D}" dt="2024-10-25T06:56:40.219" v="139" actId="1076"/>
        <pc:sldMkLst>
          <pc:docMk/>
          <pc:sldMk cId="0" sldId="306"/>
        </pc:sldMkLst>
        <pc:spChg chg="mod">
          <ac:chgData name="Ms Alina Arshad" userId="cccdfd85-d35d-4453-9c6f-a463aae40722" providerId="ADAL" clId="{2B67EF24-6E86-458B-9C0D-B5BC36012E7D}" dt="2024-10-25T06:56:36.713" v="138" actId="14100"/>
          <ac:spMkLst>
            <pc:docMk/>
            <pc:sldMk cId="0" sldId="306"/>
            <ac:spMk id="3" creationId="{00000000-0000-0000-0000-000000000000}"/>
          </ac:spMkLst>
        </pc:spChg>
        <pc:picChg chg="mod">
          <ac:chgData name="Ms Alina Arshad" userId="cccdfd85-d35d-4453-9c6f-a463aae40722" providerId="ADAL" clId="{2B67EF24-6E86-458B-9C0D-B5BC36012E7D}" dt="2024-10-25T06:56:40.219" v="139" actId="1076"/>
          <ac:picMkLst>
            <pc:docMk/>
            <pc:sldMk cId="0" sldId="306"/>
            <ac:picMk id="2" creationId="{00000000-0000-0000-0000-000000000000}"/>
          </ac:picMkLst>
        </pc:picChg>
      </pc:sldChg>
      <pc:sldChg chg="add del">
        <pc:chgData name="Ms Alina Arshad" userId="cccdfd85-d35d-4453-9c6f-a463aae40722" providerId="ADAL" clId="{2B67EF24-6E86-458B-9C0D-B5BC36012E7D}" dt="2024-10-25T06:48:55.504" v="25"/>
        <pc:sldMkLst>
          <pc:docMk/>
          <pc:sldMk cId="0" sldId="307"/>
        </pc:sldMkLst>
      </pc:sldChg>
      <pc:sldChg chg="delSp modSp add mod">
        <pc:chgData name="Ms Alina Arshad" userId="cccdfd85-d35d-4453-9c6f-a463aae40722" providerId="ADAL" clId="{2B67EF24-6E86-458B-9C0D-B5BC36012E7D}" dt="2024-10-25T06:50:04.964" v="54" actId="14100"/>
        <pc:sldMkLst>
          <pc:docMk/>
          <pc:sldMk cId="3192711744" sldId="307"/>
        </pc:sldMkLst>
        <pc:spChg chg="mod">
          <ac:chgData name="Ms Alina Arshad" userId="cccdfd85-d35d-4453-9c6f-a463aae40722" providerId="ADAL" clId="{2B67EF24-6E86-458B-9C0D-B5BC36012E7D}" dt="2024-10-25T06:50:04.964" v="54" actId="14100"/>
          <ac:spMkLst>
            <pc:docMk/>
            <pc:sldMk cId="3192711744" sldId="307"/>
            <ac:spMk id="2" creationId="{00000000-0000-0000-0000-000000000000}"/>
          </ac:spMkLst>
        </pc:spChg>
        <pc:spChg chg="mod">
          <ac:chgData name="Ms Alina Arshad" userId="cccdfd85-d35d-4453-9c6f-a463aae40722" providerId="ADAL" clId="{2B67EF24-6E86-458B-9C0D-B5BC36012E7D}" dt="2024-10-25T06:49:54.319" v="46" actId="14100"/>
          <ac:spMkLst>
            <pc:docMk/>
            <pc:sldMk cId="3192711744" sldId="307"/>
            <ac:spMk id="3" creationId="{00000000-0000-0000-0000-000000000000}"/>
          </ac:spMkLst>
        </pc:spChg>
        <pc:picChg chg="del">
          <ac:chgData name="Ms Alina Arshad" userId="cccdfd85-d35d-4453-9c6f-a463aae40722" providerId="ADAL" clId="{2B67EF24-6E86-458B-9C0D-B5BC36012E7D}" dt="2024-10-25T06:49:48.469" v="44" actId="478"/>
          <ac:picMkLst>
            <pc:docMk/>
            <pc:sldMk cId="3192711744" sldId="307"/>
            <ac:picMk id="4" creationId="{00000000-0000-0000-0000-000000000000}"/>
          </ac:picMkLst>
        </pc:picChg>
        <pc:picChg chg="del">
          <ac:chgData name="Ms Alina Arshad" userId="cccdfd85-d35d-4453-9c6f-a463aae40722" providerId="ADAL" clId="{2B67EF24-6E86-458B-9C0D-B5BC36012E7D}" dt="2024-10-25T06:49:45.376" v="42" actId="478"/>
          <ac:picMkLst>
            <pc:docMk/>
            <pc:sldMk cId="3192711744" sldId="307"/>
            <ac:picMk id="5" creationId="{00000000-0000-0000-0000-000000000000}"/>
          </ac:picMkLst>
        </pc:picChg>
        <pc:picChg chg="mod">
          <ac:chgData name="Ms Alina Arshad" userId="cccdfd85-d35d-4453-9c6f-a463aae40722" providerId="ADAL" clId="{2B67EF24-6E86-458B-9C0D-B5BC36012E7D}" dt="2024-10-25T06:49:56.421" v="47" actId="1076"/>
          <ac:picMkLst>
            <pc:docMk/>
            <pc:sldMk cId="3192711744" sldId="307"/>
            <ac:picMk id="6" creationId="{00000000-0000-0000-0000-000000000000}"/>
          </ac:picMkLst>
        </pc:picChg>
      </pc:sldChg>
      <pc:sldChg chg="add del">
        <pc:chgData name="Ms Alina Arshad" userId="cccdfd85-d35d-4453-9c6f-a463aae40722" providerId="ADAL" clId="{2B67EF24-6E86-458B-9C0D-B5BC36012E7D}" dt="2024-10-25T06:48:55.504" v="25"/>
        <pc:sldMkLst>
          <pc:docMk/>
          <pc:sldMk cId="0" sldId="308"/>
        </pc:sldMkLst>
      </pc:sldChg>
      <pc:sldChg chg="add del">
        <pc:chgData name="Ms Alina Arshad" userId="cccdfd85-d35d-4453-9c6f-a463aae40722" providerId="ADAL" clId="{2B67EF24-6E86-458B-9C0D-B5BC36012E7D}" dt="2024-10-25T06:48:55.504" v="25"/>
        <pc:sldMkLst>
          <pc:docMk/>
          <pc:sldMk cId="0" sldId="309"/>
        </pc:sldMkLst>
      </pc:sldChg>
      <pc:sldChg chg="add del">
        <pc:chgData name="Ms Alina Arshad" userId="cccdfd85-d35d-4453-9c6f-a463aae40722" providerId="ADAL" clId="{2B67EF24-6E86-458B-9C0D-B5BC36012E7D}" dt="2024-10-25T06:48:55.504" v="25"/>
        <pc:sldMkLst>
          <pc:docMk/>
          <pc:sldMk cId="0" sldId="310"/>
        </pc:sldMkLst>
      </pc:sldChg>
      <pc:sldChg chg="add del">
        <pc:chgData name="Ms Alina Arshad" userId="cccdfd85-d35d-4453-9c6f-a463aae40722" providerId="ADAL" clId="{2B67EF24-6E86-458B-9C0D-B5BC36012E7D}" dt="2024-10-25T06:48:55.504" v="25"/>
        <pc:sldMkLst>
          <pc:docMk/>
          <pc:sldMk cId="0" sldId="311"/>
        </pc:sldMkLst>
      </pc:sldChg>
      <pc:sldChg chg="add del">
        <pc:chgData name="Ms Alina Arshad" userId="cccdfd85-d35d-4453-9c6f-a463aae40722" providerId="ADAL" clId="{2B67EF24-6E86-458B-9C0D-B5BC36012E7D}" dt="2024-10-25T06:48:55.504" v="25"/>
        <pc:sldMkLst>
          <pc:docMk/>
          <pc:sldMk cId="0" sldId="312"/>
        </pc:sldMkLst>
      </pc:sldChg>
      <pc:sldChg chg="add del">
        <pc:chgData name="Ms Alina Arshad" userId="cccdfd85-d35d-4453-9c6f-a463aae40722" providerId="ADAL" clId="{2B67EF24-6E86-458B-9C0D-B5BC36012E7D}" dt="2024-10-25T06:48:55.504" v="25"/>
        <pc:sldMkLst>
          <pc:docMk/>
          <pc:sldMk cId="0" sldId="313"/>
        </pc:sldMkLst>
      </pc:sldChg>
      <pc:sldChg chg="add del">
        <pc:chgData name="Ms Alina Arshad" userId="cccdfd85-d35d-4453-9c6f-a463aae40722" providerId="ADAL" clId="{2B67EF24-6E86-458B-9C0D-B5BC36012E7D}" dt="2024-10-25T06:48:55.504" v="25"/>
        <pc:sldMkLst>
          <pc:docMk/>
          <pc:sldMk cId="0" sldId="314"/>
        </pc:sldMkLst>
      </pc:sldChg>
      <pc:sldChg chg="add del">
        <pc:chgData name="Ms Alina Arshad" userId="cccdfd85-d35d-4453-9c6f-a463aae40722" providerId="ADAL" clId="{2B67EF24-6E86-458B-9C0D-B5BC36012E7D}" dt="2024-10-25T06:48:55.504" v="25"/>
        <pc:sldMkLst>
          <pc:docMk/>
          <pc:sldMk cId="0" sldId="315"/>
        </pc:sldMkLst>
      </pc:sldChg>
      <pc:sldChg chg="add del">
        <pc:chgData name="Ms Alina Arshad" userId="cccdfd85-d35d-4453-9c6f-a463aae40722" providerId="ADAL" clId="{2B67EF24-6E86-458B-9C0D-B5BC36012E7D}" dt="2024-10-25T06:48:55.504" v="25"/>
        <pc:sldMkLst>
          <pc:docMk/>
          <pc:sldMk cId="0" sldId="316"/>
        </pc:sldMkLst>
      </pc:sldChg>
      <pc:sldChg chg="add del">
        <pc:chgData name="Ms Alina Arshad" userId="cccdfd85-d35d-4453-9c6f-a463aae40722" providerId="ADAL" clId="{2B67EF24-6E86-458B-9C0D-B5BC36012E7D}" dt="2024-10-25T06:48:55.504" v="25"/>
        <pc:sldMkLst>
          <pc:docMk/>
          <pc:sldMk cId="0" sldId="317"/>
        </pc:sldMkLst>
      </pc:sldChg>
      <pc:sldChg chg="add del">
        <pc:chgData name="Ms Alina Arshad" userId="cccdfd85-d35d-4453-9c6f-a463aae40722" providerId="ADAL" clId="{2B67EF24-6E86-458B-9C0D-B5BC36012E7D}" dt="2024-10-25T06:48:55.504" v="25"/>
        <pc:sldMkLst>
          <pc:docMk/>
          <pc:sldMk cId="0" sldId="318"/>
        </pc:sldMkLst>
      </pc:sldChg>
      <pc:sldMasterChg chg="delSldLayout">
        <pc:chgData name="Ms Alina Arshad" userId="cccdfd85-d35d-4453-9c6f-a463aae40722" providerId="ADAL" clId="{2B67EF24-6E86-458B-9C0D-B5BC36012E7D}" dt="2024-10-25T06:48:30.913" v="12" actId="47"/>
        <pc:sldMasterMkLst>
          <pc:docMk/>
          <pc:sldMasterMk cId="1090009938" sldId="2147483660"/>
        </pc:sldMasterMkLst>
        <pc:sldLayoutChg chg="del">
          <pc:chgData name="Ms Alina Arshad" userId="cccdfd85-d35d-4453-9c6f-a463aae40722" providerId="ADAL" clId="{2B67EF24-6E86-458B-9C0D-B5BC36012E7D}" dt="2024-10-25T06:48:30.913" v="12" actId="47"/>
          <pc:sldLayoutMkLst>
            <pc:docMk/>
            <pc:sldMasterMk cId="1090009938" sldId="2147483660"/>
            <pc:sldLayoutMk cId="938321551" sldId="2147483672"/>
          </pc:sldLayoutMkLst>
        </pc:sldLayoutChg>
      </pc:sldMasterChg>
    </pc:docChg>
  </pc:docChgLst>
  <pc:docChgLst>
    <pc:chgData name="Ms Alina Arshad" userId="cccdfd85-d35d-4453-9c6f-a463aae40722" providerId="ADAL" clId="{97C00DA4-6F9F-4A83-996B-9231DC603249}"/>
    <pc:docChg chg="undo custSel addSld delSld modSld">
      <pc:chgData name="Ms Alina Arshad" userId="cccdfd85-d35d-4453-9c6f-a463aae40722" providerId="ADAL" clId="{97C00DA4-6F9F-4A83-996B-9231DC603249}" dt="2024-10-27T08:52:01.706" v="1109" actId="1076"/>
      <pc:docMkLst>
        <pc:docMk/>
      </pc:docMkLst>
      <pc:sldChg chg="modSp add mod">
        <pc:chgData name="Ms Alina Arshad" userId="cccdfd85-d35d-4453-9c6f-a463aae40722" providerId="ADAL" clId="{97C00DA4-6F9F-4A83-996B-9231DC603249}" dt="2024-10-27T07:53:42.852" v="464" actId="1076"/>
        <pc:sldMkLst>
          <pc:docMk/>
          <pc:sldMk cId="0" sldId="270"/>
        </pc:sldMkLst>
        <pc:spChg chg="mod">
          <ac:chgData name="Ms Alina Arshad" userId="cccdfd85-d35d-4453-9c6f-a463aae40722" providerId="ADAL" clId="{97C00DA4-6F9F-4A83-996B-9231DC603249}" dt="2024-10-27T07:53:39.288" v="463" actId="1076"/>
          <ac:spMkLst>
            <pc:docMk/>
            <pc:sldMk cId="0" sldId="270"/>
            <ac:spMk id="2" creationId="{00000000-0000-0000-0000-000000000000}"/>
          </ac:spMkLst>
        </pc:spChg>
        <pc:picChg chg="mod">
          <ac:chgData name="Ms Alina Arshad" userId="cccdfd85-d35d-4453-9c6f-a463aae40722" providerId="ADAL" clId="{97C00DA4-6F9F-4A83-996B-9231DC603249}" dt="2024-10-27T07:53:42.852" v="464" actId="1076"/>
          <ac:picMkLst>
            <pc:docMk/>
            <pc:sldMk cId="0" sldId="270"/>
            <ac:picMk id="3" creationId="{00000000-0000-0000-0000-000000000000}"/>
          </ac:picMkLst>
        </pc:picChg>
      </pc:sldChg>
      <pc:sldChg chg="modSp add del mod">
        <pc:chgData name="Ms Alina Arshad" userId="cccdfd85-d35d-4453-9c6f-a463aae40722" providerId="ADAL" clId="{97C00DA4-6F9F-4A83-996B-9231DC603249}" dt="2024-10-27T08:10:46.991" v="840" actId="47"/>
        <pc:sldMkLst>
          <pc:docMk/>
          <pc:sldMk cId="0" sldId="271"/>
        </pc:sldMkLst>
        <pc:spChg chg="mod">
          <ac:chgData name="Ms Alina Arshad" userId="cccdfd85-d35d-4453-9c6f-a463aae40722" providerId="ADAL" clId="{97C00DA4-6F9F-4A83-996B-9231DC603249}" dt="2024-10-27T07:54:14.983" v="474" actId="1076"/>
          <ac:spMkLst>
            <pc:docMk/>
            <pc:sldMk cId="0" sldId="271"/>
            <ac:spMk id="2" creationId="{00000000-0000-0000-0000-000000000000}"/>
          </ac:spMkLst>
        </pc:spChg>
        <pc:spChg chg="mod">
          <ac:chgData name="Ms Alina Arshad" userId="cccdfd85-d35d-4453-9c6f-a463aae40722" providerId="ADAL" clId="{97C00DA4-6F9F-4A83-996B-9231DC603249}" dt="2024-10-27T07:55:05.642" v="498" actId="20577"/>
          <ac:spMkLst>
            <pc:docMk/>
            <pc:sldMk cId="0" sldId="271"/>
            <ac:spMk id="3" creationId="{00000000-0000-0000-0000-000000000000}"/>
          </ac:spMkLst>
        </pc:spChg>
        <pc:graphicFrameChg chg="mod">
          <ac:chgData name="Ms Alina Arshad" userId="cccdfd85-d35d-4453-9c6f-a463aae40722" providerId="ADAL" clId="{97C00DA4-6F9F-4A83-996B-9231DC603249}" dt="2024-10-27T07:55:12.562" v="499" actId="1076"/>
          <ac:graphicFrameMkLst>
            <pc:docMk/>
            <pc:sldMk cId="0" sldId="271"/>
            <ac:graphicFrameMk id="4" creationId="{00000000-0000-0000-0000-000000000000}"/>
          </ac:graphicFrameMkLst>
        </pc:graphicFrameChg>
      </pc:sldChg>
      <pc:sldChg chg="addSp delSp modSp add del mod">
        <pc:chgData name="Ms Alina Arshad" userId="cccdfd85-d35d-4453-9c6f-a463aae40722" providerId="ADAL" clId="{97C00DA4-6F9F-4A83-996B-9231DC603249}" dt="2024-10-27T08:11:11.584" v="842" actId="47"/>
        <pc:sldMkLst>
          <pc:docMk/>
          <pc:sldMk cId="0" sldId="272"/>
        </pc:sldMkLst>
        <pc:spChg chg="mod">
          <ac:chgData name="Ms Alina Arshad" userId="cccdfd85-d35d-4453-9c6f-a463aae40722" providerId="ADAL" clId="{97C00DA4-6F9F-4A83-996B-9231DC603249}" dt="2024-10-27T08:10:54.206" v="841" actId="1076"/>
          <ac:spMkLst>
            <pc:docMk/>
            <pc:sldMk cId="0" sldId="272"/>
            <ac:spMk id="2" creationId="{00000000-0000-0000-0000-000000000000}"/>
          </ac:spMkLst>
        </pc:spChg>
        <pc:spChg chg="mod">
          <ac:chgData name="Ms Alina Arshad" userId="cccdfd85-d35d-4453-9c6f-a463aae40722" providerId="ADAL" clId="{97C00DA4-6F9F-4A83-996B-9231DC603249}" dt="2024-10-27T08:09:51.033" v="831" actId="1076"/>
          <ac:spMkLst>
            <pc:docMk/>
            <pc:sldMk cId="0" sldId="272"/>
            <ac:spMk id="3" creationId="{00000000-0000-0000-0000-000000000000}"/>
          </ac:spMkLst>
        </pc:spChg>
        <pc:spChg chg="del mod">
          <ac:chgData name="Ms Alina Arshad" userId="cccdfd85-d35d-4453-9c6f-a463aae40722" providerId="ADAL" clId="{97C00DA4-6F9F-4A83-996B-9231DC603249}" dt="2024-10-27T07:58:55.462" v="604" actId="478"/>
          <ac:spMkLst>
            <pc:docMk/>
            <pc:sldMk cId="0" sldId="272"/>
            <ac:spMk id="4" creationId="{00000000-0000-0000-0000-000000000000}"/>
          </ac:spMkLst>
        </pc:spChg>
        <pc:spChg chg="mod">
          <ac:chgData name="Ms Alina Arshad" userId="cccdfd85-d35d-4453-9c6f-a463aae40722" providerId="ADAL" clId="{97C00DA4-6F9F-4A83-996B-9231DC603249}" dt="2024-10-27T08:10:15.368" v="839" actId="1076"/>
          <ac:spMkLst>
            <pc:docMk/>
            <pc:sldMk cId="0" sldId="272"/>
            <ac:spMk id="5" creationId="{00000000-0000-0000-0000-000000000000}"/>
          </ac:spMkLst>
        </pc:spChg>
        <pc:spChg chg="mod">
          <ac:chgData name="Ms Alina Arshad" userId="cccdfd85-d35d-4453-9c6f-a463aae40722" providerId="ADAL" clId="{97C00DA4-6F9F-4A83-996B-9231DC603249}" dt="2024-10-27T07:57:52.123" v="532" actId="1076"/>
          <ac:spMkLst>
            <pc:docMk/>
            <pc:sldMk cId="0" sldId="272"/>
            <ac:spMk id="6" creationId="{00000000-0000-0000-0000-000000000000}"/>
          </ac:spMkLst>
        </pc:spChg>
        <pc:spChg chg="add del mod">
          <ac:chgData name="Ms Alina Arshad" userId="cccdfd85-d35d-4453-9c6f-a463aae40722" providerId="ADAL" clId="{97C00DA4-6F9F-4A83-996B-9231DC603249}" dt="2024-10-27T07:58:52.166" v="602" actId="478"/>
          <ac:spMkLst>
            <pc:docMk/>
            <pc:sldMk cId="0" sldId="272"/>
            <ac:spMk id="10" creationId="{74B6F859-132A-3ED2-38D6-4D95067E86CB}"/>
          </ac:spMkLst>
        </pc:spChg>
        <pc:graphicFrameChg chg="mod modGraphic">
          <ac:chgData name="Ms Alina Arshad" userId="cccdfd85-d35d-4453-9c6f-a463aae40722" providerId="ADAL" clId="{97C00DA4-6F9F-4A83-996B-9231DC603249}" dt="2024-10-27T07:59:03.100" v="608" actId="20577"/>
          <ac:graphicFrameMkLst>
            <pc:docMk/>
            <pc:sldMk cId="0" sldId="272"/>
            <ac:graphicFrameMk id="7" creationId="{00000000-0000-0000-0000-000000000000}"/>
          </ac:graphicFrameMkLst>
        </pc:graphicFrameChg>
        <pc:graphicFrameChg chg="mod">
          <ac:chgData name="Ms Alina Arshad" userId="cccdfd85-d35d-4453-9c6f-a463aae40722" providerId="ADAL" clId="{97C00DA4-6F9F-4A83-996B-9231DC603249}" dt="2024-10-27T07:57:14.728" v="524" actId="1035"/>
          <ac:graphicFrameMkLst>
            <pc:docMk/>
            <pc:sldMk cId="0" sldId="272"/>
            <ac:graphicFrameMk id="8" creationId="{00000000-0000-0000-0000-000000000000}"/>
          </ac:graphicFrameMkLst>
        </pc:graphicFrameChg>
        <pc:graphicFrameChg chg="mod modGraphic">
          <ac:chgData name="Ms Alina Arshad" userId="cccdfd85-d35d-4453-9c6f-a463aae40722" providerId="ADAL" clId="{97C00DA4-6F9F-4A83-996B-9231DC603249}" dt="2024-10-27T07:59:09.142" v="612" actId="20577"/>
          <ac:graphicFrameMkLst>
            <pc:docMk/>
            <pc:sldMk cId="0" sldId="272"/>
            <ac:graphicFrameMk id="9" creationId="{00000000-0000-0000-0000-000000000000}"/>
          </ac:graphicFrameMkLst>
        </pc:graphicFrameChg>
      </pc:sldChg>
      <pc:sldChg chg="addSp delSp modSp add mod">
        <pc:chgData name="Ms Alina Arshad" userId="cccdfd85-d35d-4453-9c6f-a463aae40722" providerId="ADAL" clId="{97C00DA4-6F9F-4A83-996B-9231DC603249}" dt="2024-10-27T08:25:22.131" v="1072" actId="14734"/>
        <pc:sldMkLst>
          <pc:docMk/>
          <pc:sldMk cId="0" sldId="273"/>
        </pc:sldMkLst>
        <pc:spChg chg="mod">
          <ac:chgData name="Ms Alina Arshad" userId="cccdfd85-d35d-4453-9c6f-a463aae40722" providerId="ADAL" clId="{97C00DA4-6F9F-4A83-996B-9231DC603249}" dt="2024-10-27T07:59:23.410" v="616" actId="1076"/>
          <ac:spMkLst>
            <pc:docMk/>
            <pc:sldMk cId="0" sldId="273"/>
            <ac:spMk id="2" creationId="{00000000-0000-0000-0000-000000000000}"/>
          </ac:spMkLst>
        </pc:spChg>
        <pc:spChg chg="mod">
          <ac:chgData name="Ms Alina Arshad" userId="cccdfd85-d35d-4453-9c6f-a463aae40722" providerId="ADAL" clId="{97C00DA4-6F9F-4A83-996B-9231DC603249}" dt="2024-10-27T08:17:55.112" v="903" actId="20577"/>
          <ac:spMkLst>
            <pc:docMk/>
            <pc:sldMk cId="0" sldId="273"/>
            <ac:spMk id="3" creationId="{00000000-0000-0000-0000-000000000000}"/>
          </ac:spMkLst>
        </pc:spChg>
        <pc:graphicFrameChg chg="del mod">
          <ac:chgData name="Ms Alina Arshad" userId="cccdfd85-d35d-4453-9c6f-a463aae40722" providerId="ADAL" clId="{97C00DA4-6F9F-4A83-996B-9231DC603249}" dt="2024-10-27T08:16:27.016" v="846" actId="478"/>
          <ac:graphicFrameMkLst>
            <pc:docMk/>
            <pc:sldMk cId="0" sldId="273"/>
            <ac:graphicFrameMk id="4" creationId="{00000000-0000-0000-0000-000000000000}"/>
          </ac:graphicFrameMkLst>
        </pc:graphicFrameChg>
        <pc:graphicFrameChg chg="del mod">
          <ac:chgData name="Ms Alina Arshad" userId="cccdfd85-d35d-4453-9c6f-a463aae40722" providerId="ADAL" clId="{97C00DA4-6F9F-4A83-996B-9231DC603249}" dt="2024-10-27T08:17:02.963" v="855" actId="478"/>
          <ac:graphicFrameMkLst>
            <pc:docMk/>
            <pc:sldMk cId="0" sldId="273"/>
            <ac:graphicFrameMk id="5" creationId="{00000000-0000-0000-0000-000000000000}"/>
          </ac:graphicFrameMkLst>
        </pc:graphicFrameChg>
        <pc:graphicFrameChg chg="add mod modGraphic">
          <ac:chgData name="Ms Alina Arshad" userId="cccdfd85-d35d-4453-9c6f-a463aae40722" providerId="ADAL" clId="{97C00DA4-6F9F-4A83-996B-9231DC603249}" dt="2024-10-27T08:25:22.131" v="1072" actId="14734"/>
          <ac:graphicFrameMkLst>
            <pc:docMk/>
            <pc:sldMk cId="0" sldId="273"/>
            <ac:graphicFrameMk id="6" creationId="{3F94A247-9881-D3B6-1F83-7ED762E874E4}"/>
          </ac:graphicFrameMkLst>
        </pc:graphicFrameChg>
        <pc:graphicFrameChg chg="add mod modGraphic">
          <ac:chgData name="Ms Alina Arshad" userId="cccdfd85-d35d-4453-9c6f-a463aae40722" providerId="ADAL" clId="{97C00DA4-6F9F-4A83-996B-9231DC603249}" dt="2024-10-27T08:25:16.689" v="1070" actId="1035"/>
          <ac:graphicFrameMkLst>
            <pc:docMk/>
            <pc:sldMk cId="0" sldId="273"/>
            <ac:graphicFrameMk id="7" creationId="{D1BFF31B-AD25-4E4A-3907-D8D14C30C27F}"/>
          </ac:graphicFrameMkLst>
        </pc:graphicFrameChg>
      </pc:sldChg>
      <pc:sldChg chg="addSp delSp modSp add mod">
        <pc:chgData name="Ms Alina Arshad" userId="cccdfd85-d35d-4453-9c6f-a463aae40722" providerId="ADAL" clId="{97C00DA4-6F9F-4A83-996B-9231DC603249}" dt="2024-10-27T08:19:20.685" v="949" actId="403"/>
        <pc:sldMkLst>
          <pc:docMk/>
          <pc:sldMk cId="0" sldId="274"/>
        </pc:sldMkLst>
        <pc:spChg chg="mod">
          <ac:chgData name="Ms Alina Arshad" userId="cccdfd85-d35d-4453-9c6f-a463aae40722" providerId="ADAL" clId="{97C00DA4-6F9F-4A83-996B-9231DC603249}" dt="2024-10-27T08:03:33.580" v="724" actId="1076"/>
          <ac:spMkLst>
            <pc:docMk/>
            <pc:sldMk cId="0" sldId="274"/>
            <ac:spMk id="2" creationId="{00000000-0000-0000-0000-000000000000}"/>
          </ac:spMkLst>
        </pc:spChg>
        <pc:spChg chg="mod">
          <ac:chgData name="Ms Alina Arshad" userId="cccdfd85-d35d-4453-9c6f-a463aae40722" providerId="ADAL" clId="{97C00DA4-6F9F-4A83-996B-9231DC603249}" dt="2024-10-27T08:18:52.654" v="942" actId="404"/>
          <ac:spMkLst>
            <pc:docMk/>
            <pc:sldMk cId="0" sldId="274"/>
            <ac:spMk id="3" creationId="{00000000-0000-0000-0000-000000000000}"/>
          </ac:spMkLst>
        </pc:spChg>
        <pc:graphicFrameChg chg="del mod">
          <ac:chgData name="Ms Alina Arshad" userId="cccdfd85-d35d-4453-9c6f-a463aae40722" providerId="ADAL" clId="{97C00DA4-6F9F-4A83-996B-9231DC603249}" dt="2024-10-27T08:18:56.192" v="943" actId="478"/>
          <ac:graphicFrameMkLst>
            <pc:docMk/>
            <pc:sldMk cId="0" sldId="274"/>
            <ac:graphicFrameMk id="4" creationId="{00000000-0000-0000-0000-000000000000}"/>
          </ac:graphicFrameMkLst>
        </pc:graphicFrameChg>
        <pc:graphicFrameChg chg="add mod modGraphic">
          <ac:chgData name="Ms Alina Arshad" userId="cccdfd85-d35d-4453-9c6f-a463aae40722" providerId="ADAL" clId="{97C00DA4-6F9F-4A83-996B-9231DC603249}" dt="2024-10-27T08:19:20.685" v="949" actId="403"/>
          <ac:graphicFrameMkLst>
            <pc:docMk/>
            <pc:sldMk cId="0" sldId="274"/>
            <ac:graphicFrameMk id="5" creationId="{8E060F4D-C4DA-6DEE-7C30-B0D6DC946F42}"/>
          </ac:graphicFrameMkLst>
        </pc:graphicFrameChg>
      </pc:sldChg>
      <pc:sldChg chg="addSp delSp modSp add mod">
        <pc:chgData name="Ms Alina Arshad" userId="cccdfd85-d35d-4453-9c6f-a463aae40722" providerId="ADAL" clId="{97C00DA4-6F9F-4A83-996B-9231DC603249}" dt="2024-10-27T08:21:49.303" v="1023" actId="404"/>
        <pc:sldMkLst>
          <pc:docMk/>
          <pc:sldMk cId="0" sldId="275"/>
        </pc:sldMkLst>
        <pc:spChg chg="mod">
          <ac:chgData name="Ms Alina Arshad" userId="cccdfd85-d35d-4453-9c6f-a463aae40722" providerId="ADAL" clId="{97C00DA4-6F9F-4A83-996B-9231DC603249}" dt="2024-10-27T08:03:47.874" v="728" actId="1076"/>
          <ac:spMkLst>
            <pc:docMk/>
            <pc:sldMk cId="0" sldId="275"/>
            <ac:spMk id="2" creationId="{00000000-0000-0000-0000-000000000000}"/>
          </ac:spMkLst>
        </pc:spChg>
        <pc:spChg chg="mod">
          <ac:chgData name="Ms Alina Arshad" userId="cccdfd85-d35d-4453-9c6f-a463aae40722" providerId="ADAL" clId="{97C00DA4-6F9F-4A83-996B-9231DC603249}" dt="2024-10-27T08:21:49.303" v="1023" actId="404"/>
          <ac:spMkLst>
            <pc:docMk/>
            <pc:sldMk cId="0" sldId="275"/>
            <ac:spMk id="3" creationId="{00000000-0000-0000-0000-000000000000}"/>
          </ac:spMkLst>
        </pc:spChg>
        <pc:spChg chg="add mod">
          <ac:chgData name="Ms Alina Arshad" userId="cccdfd85-d35d-4453-9c6f-a463aae40722" providerId="ADAL" clId="{97C00DA4-6F9F-4A83-996B-9231DC603249}" dt="2024-10-27T08:21:02.773" v="1006" actId="1076"/>
          <ac:spMkLst>
            <pc:docMk/>
            <pc:sldMk cId="0" sldId="275"/>
            <ac:spMk id="6" creationId="{713C8B94-B5C0-7BEA-3685-693A306D370B}"/>
          </ac:spMkLst>
        </pc:spChg>
        <pc:graphicFrameChg chg="del mod">
          <ac:chgData name="Ms Alina Arshad" userId="cccdfd85-d35d-4453-9c6f-a463aae40722" providerId="ADAL" clId="{97C00DA4-6F9F-4A83-996B-9231DC603249}" dt="2024-10-27T08:19:58.051" v="996" actId="478"/>
          <ac:graphicFrameMkLst>
            <pc:docMk/>
            <pc:sldMk cId="0" sldId="275"/>
            <ac:graphicFrameMk id="4" creationId="{00000000-0000-0000-0000-000000000000}"/>
          </ac:graphicFrameMkLst>
        </pc:graphicFrameChg>
        <pc:graphicFrameChg chg="add mod modGraphic">
          <ac:chgData name="Ms Alina Arshad" userId="cccdfd85-d35d-4453-9c6f-a463aae40722" providerId="ADAL" clId="{97C00DA4-6F9F-4A83-996B-9231DC603249}" dt="2024-10-27T08:21:32.407" v="1015" actId="1076"/>
          <ac:graphicFrameMkLst>
            <pc:docMk/>
            <pc:sldMk cId="0" sldId="275"/>
            <ac:graphicFrameMk id="9" creationId="{B1588C83-E0E2-C22B-35B1-DBC5084FCD84}"/>
          </ac:graphicFrameMkLst>
        </pc:graphicFrameChg>
        <pc:picChg chg="add del">
          <ac:chgData name="Ms Alina Arshad" userId="cccdfd85-d35d-4453-9c6f-a463aae40722" providerId="ADAL" clId="{97C00DA4-6F9F-4A83-996B-9231DC603249}" dt="2024-10-27T08:20:27.935" v="998" actId="478"/>
          <ac:picMkLst>
            <pc:docMk/>
            <pc:sldMk cId="0" sldId="275"/>
            <ac:picMk id="8" creationId="{E67861F9-A20F-B866-9C85-F3E868AE3E5D}"/>
          </ac:picMkLst>
        </pc:picChg>
      </pc:sldChg>
      <pc:sldChg chg="addSp delSp modSp add mod">
        <pc:chgData name="Ms Alina Arshad" userId="cccdfd85-d35d-4453-9c6f-a463aae40722" providerId="ADAL" clId="{97C00DA4-6F9F-4A83-996B-9231DC603249}" dt="2024-10-27T08:52:01.706" v="1109" actId="1076"/>
        <pc:sldMkLst>
          <pc:docMk/>
          <pc:sldMk cId="0" sldId="276"/>
        </pc:sldMkLst>
        <pc:spChg chg="mod">
          <ac:chgData name="Ms Alina Arshad" userId="cccdfd85-d35d-4453-9c6f-a463aae40722" providerId="ADAL" clId="{97C00DA4-6F9F-4A83-996B-9231DC603249}" dt="2024-10-27T08:06:50.487" v="774" actId="207"/>
          <ac:spMkLst>
            <pc:docMk/>
            <pc:sldMk cId="0" sldId="276"/>
            <ac:spMk id="2" creationId="{00000000-0000-0000-0000-000000000000}"/>
          </ac:spMkLst>
        </pc:spChg>
        <pc:spChg chg="mod">
          <ac:chgData name="Ms Alina Arshad" userId="cccdfd85-d35d-4453-9c6f-a463aae40722" providerId="ADAL" clId="{97C00DA4-6F9F-4A83-996B-9231DC603249}" dt="2024-10-27T08:22:22.890" v="1068" actId="20577"/>
          <ac:spMkLst>
            <pc:docMk/>
            <pc:sldMk cId="0" sldId="276"/>
            <ac:spMk id="3" creationId="{00000000-0000-0000-0000-000000000000}"/>
          </ac:spMkLst>
        </pc:spChg>
        <pc:graphicFrameChg chg="del mod">
          <ac:chgData name="Ms Alina Arshad" userId="cccdfd85-d35d-4453-9c6f-a463aae40722" providerId="ADAL" clId="{97C00DA4-6F9F-4A83-996B-9231DC603249}" dt="2024-10-27T08:22:03.502" v="1024" actId="478"/>
          <ac:graphicFrameMkLst>
            <pc:docMk/>
            <pc:sldMk cId="0" sldId="276"/>
            <ac:graphicFrameMk id="4" creationId="{00000000-0000-0000-0000-000000000000}"/>
          </ac:graphicFrameMkLst>
        </pc:graphicFrameChg>
        <pc:graphicFrameChg chg="add mod modGraphic">
          <ac:chgData name="Ms Alina Arshad" userId="cccdfd85-d35d-4453-9c6f-a463aae40722" providerId="ADAL" clId="{97C00DA4-6F9F-4A83-996B-9231DC603249}" dt="2024-10-27T08:52:01.706" v="1109" actId="1076"/>
          <ac:graphicFrameMkLst>
            <pc:docMk/>
            <pc:sldMk cId="0" sldId="276"/>
            <ac:graphicFrameMk id="5" creationId="{6075FC9C-793E-D69E-F7A7-0BE4DED28A8B}"/>
          </ac:graphicFrameMkLst>
        </pc:graphicFrameChg>
      </pc:sldChg>
      <pc:sldChg chg="modSp mod">
        <pc:chgData name="Ms Alina Arshad" userId="cccdfd85-d35d-4453-9c6f-a463aae40722" providerId="ADAL" clId="{97C00DA4-6F9F-4A83-996B-9231DC603249}" dt="2024-10-26T15:12:09.890" v="17" actId="20577"/>
        <pc:sldMkLst>
          <pc:docMk/>
          <pc:sldMk cId="0" sldId="296"/>
        </pc:sldMkLst>
        <pc:spChg chg="mod">
          <ac:chgData name="Ms Alina Arshad" userId="cccdfd85-d35d-4453-9c6f-a463aae40722" providerId="ADAL" clId="{97C00DA4-6F9F-4A83-996B-9231DC603249}" dt="2024-10-26T15:12:09.890" v="17" actId="20577"/>
          <ac:spMkLst>
            <pc:docMk/>
            <pc:sldMk cId="0" sldId="296"/>
            <ac:spMk id="2" creationId="{00000000-0000-0000-0000-000000000000}"/>
          </ac:spMkLst>
        </pc:spChg>
      </pc:sldChg>
      <pc:sldChg chg="modSp mod">
        <pc:chgData name="Ms Alina Arshad" userId="cccdfd85-d35d-4453-9c6f-a463aae40722" providerId="ADAL" clId="{97C00DA4-6F9F-4A83-996B-9231DC603249}" dt="2024-10-26T15:26:02.084" v="24" actId="1076"/>
        <pc:sldMkLst>
          <pc:docMk/>
          <pc:sldMk cId="0" sldId="298"/>
        </pc:sldMkLst>
        <pc:picChg chg="mod">
          <ac:chgData name="Ms Alina Arshad" userId="cccdfd85-d35d-4453-9c6f-a463aae40722" providerId="ADAL" clId="{97C00DA4-6F9F-4A83-996B-9231DC603249}" dt="2024-10-26T15:26:02.084" v="24" actId="1076"/>
          <ac:picMkLst>
            <pc:docMk/>
            <pc:sldMk cId="0" sldId="298"/>
            <ac:picMk id="4" creationId="{00000000-0000-0000-0000-000000000000}"/>
          </ac:picMkLst>
        </pc:picChg>
      </pc:sldChg>
      <pc:sldChg chg="modSp mod">
        <pc:chgData name="Ms Alina Arshad" userId="cccdfd85-d35d-4453-9c6f-a463aae40722" providerId="ADAL" clId="{97C00DA4-6F9F-4A83-996B-9231DC603249}" dt="2024-10-26T15:27:29.296" v="26" actId="1076"/>
        <pc:sldMkLst>
          <pc:docMk/>
          <pc:sldMk cId="0" sldId="299"/>
        </pc:sldMkLst>
        <pc:picChg chg="mod">
          <ac:chgData name="Ms Alina Arshad" userId="cccdfd85-d35d-4453-9c6f-a463aae40722" providerId="ADAL" clId="{97C00DA4-6F9F-4A83-996B-9231DC603249}" dt="2024-10-26T15:27:29.296" v="26" actId="1076"/>
          <ac:picMkLst>
            <pc:docMk/>
            <pc:sldMk cId="0" sldId="299"/>
            <ac:picMk id="4" creationId="{00000000-0000-0000-0000-000000000000}"/>
          </ac:picMkLst>
        </pc:picChg>
      </pc:sldChg>
      <pc:sldChg chg="modSp mod">
        <pc:chgData name="Ms Alina Arshad" userId="cccdfd85-d35d-4453-9c6f-a463aae40722" providerId="ADAL" clId="{97C00DA4-6F9F-4A83-996B-9231DC603249}" dt="2024-10-26T15:28:01.864" v="30" actId="20577"/>
        <pc:sldMkLst>
          <pc:docMk/>
          <pc:sldMk cId="0" sldId="300"/>
        </pc:sldMkLst>
        <pc:spChg chg="mod">
          <ac:chgData name="Ms Alina Arshad" userId="cccdfd85-d35d-4453-9c6f-a463aae40722" providerId="ADAL" clId="{97C00DA4-6F9F-4A83-996B-9231DC603249}" dt="2024-10-26T15:28:01.864" v="30" actId="20577"/>
          <ac:spMkLst>
            <pc:docMk/>
            <pc:sldMk cId="0" sldId="300"/>
            <ac:spMk id="3" creationId="{00000000-0000-0000-0000-000000000000}"/>
          </ac:spMkLst>
        </pc:spChg>
      </pc:sldChg>
      <pc:sldChg chg="modSp mod">
        <pc:chgData name="Ms Alina Arshad" userId="cccdfd85-d35d-4453-9c6f-a463aae40722" providerId="ADAL" clId="{97C00DA4-6F9F-4A83-996B-9231DC603249}" dt="2024-10-27T06:15:14.898" v="47" actId="20577"/>
        <pc:sldMkLst>
          <pc:docMk/>
          <pc:sldMk cId="0" sldId="301"/>
        </pc:sldMkLst>
        <pc:spChg chg="mod">
          <ac:chgData name="Ms Alina Arshad" userId="cccdfd85-d35d-4453-9c6f-a463aae40722" providerId="ADAL" clId="{97C00DA4-6F9F-4A83-996B-9231DC603249}" dt="2024-10-27T06:14:16.589" v="41" actId="15"/>
          <ac:spMkLst>
            <pc:docMk/>
            <pc:sldMk cId="0" sldId="301"/>
            <ac:spMk id="3" creationId="{00000000-0000-0000-0000-000000000000}"/>
          </ac:spMkLst>
        </pc:spChg>
        <pc:spChg chg="mod">
          <ac:chgData name="Ms Alina Arshad" userId="cccdfd85-d35d-4453-9c6f-a463aae40722" providerId="ADAL" clId="{97C00DA4-6F9F-4A83-996B-9231DC603249}" dt="2024-10-27T06:15:05.031" v="45" actId="1076"/>
          <ac:spMkLst>
            <pc:docMk/>
            <pc:sldMk cId="0" sldId="301"/>
            <ac:spMk id="5" creationId="{00000000-0000-0000-0000-000000000000}"/>
          </ac:spMkLst>
        </pc:spChg>
        <pc:spChg chg="mod">
          <ac:chgData name="Ms Alina Arshad" userId="cccdfd85-d35d-4453-9c6f-a463aae40722" providerId="ADAL" clId="{97C00DA4-6F9F-4A83-996B-9231DC603249}" dt="2024-10-27T06:15:14.898" v="47" actId="20577"/>
          <ac:spMkLst>
            <pc:docMk/>
            <pc:sldMk cId="0" sldId="301"/>
            <ac:spMk id="6" creationId="{00000000-0000-0000-0000-000000000000}"/>
          </ac:spMkLst>
        </pc:spChg>
      </pc:sldChg>
      <pc:sldChg chg="modSp mod">
        <pc:chgData name="Ms Alina Arshad" userId="cccdfd85-d35d-4453-9c6f-a463aae40722" providerId="ADAL" clId="{97C00DA4-6F9F-4A83-996B-9231DC603249}" dt="2024-10-27T06:21:20.833" v="93" actId="1076"/>
        <pc:sldMkLst>
          <pc:docMk/>
          <pc:sldMk cId="0" sldId="302"/>
        </pc:sldMkLst>
        <pc:spChg chg="mod">
          <ac:chgData name="Ms Alina Arshad" userId="cccdfd85-d35d-4453-9c6f-a463aae40722" providerId="ADAL" clId="{97C00DA4-6F9F-4A83-996B-9231DC603249}" dt="2024-10-26T15:06:17.962" v="0" actId="207"/>
          <ac:spMkLst>
            <pc:docMk/>
            <pc:sldMk cId="0" sldId="302"/>
            <ac:spMk id="2" creationId="{00000000-0000-0000-0000-000000000000}"/>
          </ac:spMkLst>
        </pc:spChg>
        <pc:spChg chg="mod">
          <ac:chgData name="Ms Alina Arshad" userId="cccdfd85-d35d-4453-9c6f-a463aae40722" providerId="ADAL" clId="{97C00DA4-6F9F-4A83-996B-9231DC603249}" dt="2024-10-27T06:21:18.516" v="92" actId="1076"/>
          <ac:spMkLst>
            <pc:docMk/>
            <pc:sldMk cId="0" sldId="302"/>
            <ac:spMk id="4" creationId="{00000000-0000-0000-0000-000000000000}"/>
          </ac:spMkLst>
        </pc:spChg>
        <pc:picChg chg="mod">
          <ac:chgData name="Ms Alina Arshad" userId="cccdfd85-d35d-4453-9c6f-a463aae40722" providerId="ADAL" clId="{97C00DA4-6F9F-4A83-996B-9231DC603249}" dt="2024-10-27T06:21:20.833" v="93" actId="1076"/>
          <ac:picMkLst>
            <pc:docMk/>
            <pc:sldMk cId="0" sldId="302"/>
            <ac:picMk id="5" creationId="{00000000-0000-0000-0000-000000000000}"/>
          </ac:picMkLst>
        </pc:picChg>
      </pc:sldChg>
      <pc:sldChg chg="addSp delSp modSp mod">
        <pc:chgData name="Ms Alina Arshad" userId="cccdfd85-d35d-4453-9c6f-a463aae40722" providerId="ADAL" clId="{97C00DA4-6F9F-4A83-996B-9231DC603249}" dt="2024-10-27T06:30:36.762" v="226" actId="1076"/>
        <pc:sldMkLst>
          <pc:docMk/>
          <pc:sldMk cId="0" sldId="303"/>
        </pc:sldMkLst>
        <pc:spChg chg="mod">
          <ac:chgData name="Ms Alina Arshad" userId="cccdfd85-d35d-4453-9c6f-a463aae40722" providerId="ADAL" clId="{97C00DA4-6F9F-4A83-996B-9231DC603249}" dt="2024-10-27T06:23:22.027" v="111" actId="1076"/>
          <ac:spMkLst>
            <pc:docMk/>
            <pc:sldMk cId="0" sldId="303"/>
            <ac:spMk id="2" creationId="{00000000-0000-0000-0000-000000000000}"/>
          </ac:spMkLst>
        </pc:spChg>
        <pc:spChg chg="add mod">
          <ac:chgData name="Ms Alina Arshad" userId="cccdfd85-d35d-4453-9c6f-a463aae40722" providerId="ADAL" clId="{97C00DA4-6F9F-4A83-996B-9231DC603249}" dt="2024-10-27T06:30:32.260" v="225" actId="20577"/>
          <ac:spMkLst>
            <pc:docMk/>
            <pc:sldMk cId="0" sldId="303"/>
            <ac:spMk id="5" creationId="{9EAA6047-566F-F0C4-6E24-9D8365AB072D}"/>
          </ac:spMkLst>
        </pc:spChg>
        <pc:spChg chg="mod">
          <ac:chgData name="Ms Alina Arshad" userId="cccdfd85-d35d-4453-9c6f-a463aae40722" providerId="ADAL" clId="{97C00DA4-6F9F-4A83-996B-9231DC603249}" dt="2024-10-27T06:25:36.583" v="139" actId="403"/>
          <ac:spMkLst>
            <pc:docMk/>
            <pc:sldMk cId="0" sldId="303"/>
            <ac:spMk id="7" creationId="{926D0ABD-DBD8-C385-0738-2D1D2A504C5F}"/>
          </ac:spMkLst>
        </pc:spChg>
        <pc:spChg chg="mod">
          <ac:chgData name="Ms Alina Arshad" userId="cccdfd85-d35d-4453-9c6f-a463aae40722" providerId="ADAL" clId="{97C00DA4-6F9F-4A83-996B-9231DC603249}" dt="2024-10-27T06:25:36.583" v="139" actId="403"/>
          <ac:spMkLst>
            <pc:docMk/>
            <pc:sldMk cId="0" sldId="303"/>
            <ac:spMk id="8" creationId="{3DF0535D-6101-3C22-1CB4-54A8F493378D}"/>
          </ac:spMkLst>
        </pc:spChg>
        <pc:spChg chg="mod">
          <ac:chgData name="Ms Alina Arshad" userId="cccdfd85-d35d-4453-9c6f-a463aae40722" providerId="ADAL" clId="{97C00DA4-6F9F-4A83-996B-9231DC603249}" dt="2024-10-27T06:25:36.583" v="139" actId="403"/>
          <ac:spMkLst>
            <pc:docMk/>
            <pc:sldMk cId="0" sldId="303"/>
            <ac:spMk id="9" creationId="{270A7995-B682-1031-3FA4-8993901D3F19}"/>
          </ac:spMkLst>
        </pc:spChg>
        <pc:spChg chg="mod">
          <ac:chgData name="Ms Alina Arshad" userId="cccdfd85-d35d-4453-9c6f-a463aae40722" providerId="ADAL" clId="{97C00DA4-6F9F-4A83-996B-9231DC603249}" dt="2024-10-27T06:25:36.583" v="139" actId="403"/>
          <ac:spMkLst>
            <pc:docMk/>
            <pc:sldMk cId="0" sldId="303"/>
            <ac:spMk id="10" creationId="{05DA20AF-A5A1-9A38-A654-C56CC5BB5D2D}"/>
          </ac:spMkLst>
        </pc:spChg>
        <pc:spChg chg="mod">
          <ac:chgData name="Ms Alina Arshad" userId="cccdfd85-d35d-4453-9c6f-a463aae40722" providerId="ADAL" clId="{97C00DA4-6F9F-4A83-996B-9231DC603249}" dt="2024-10-27T06:29:57.190" v="161"/>
          <ac:spMkLst>
            <pc:docMk/>
            <pc:sldMk cId="0" sldId="303"/>
            <ac:spMk id="12" creationId="{B4DB3521-FA6A-AEE0-287E-0F1236B2FB16}"/>
          </ac:spMkLst>
        </pc:spChg>
        <pc:spChg chg="mod">
          <ac:chgData name="Ms Alina Arshad" userId="cccdfd85-d35d-4453-9c6f-a463aae40722" providerId="ADAL" clId="{97C00DA4-6F9F-4A83-996B-9231DC603249}" dt="2024-10-27T06:29:57.190" v="161"/>
          <ac:spMkLst>
            <pc:docMk/>
            <pc:sldMk cId="0" sldId="303"/>
            <ac:spMk id="13" creationId="{416696B5-61DD-A7C1-B234-80C2B2A3C710}"/>
          </ac:spMkLst>
        </pc:spChg>
        <pc:spChg chg="mod">
          <ac:chgData name="Ms Alina Arshad" userId="cccdfd85-d35d-4453-9c6f-a463aae40722" providerId="ADAL" clId="{97C00DA4-6F9F-4A83-996B-9231DC603249}" dt="2024-10-27T06:29:57.190" v="161"/>
          <ac:spMkLst>
            <pc:docMk/>
            <pc:sldMk cId="0" sldId="303"/>
            <ac:spMk id="14" creationId="{850CB375-F02B-DA3A-CEB8-4255E5E6BBEB}"/>
          </ac:spMkLst>
        </pc:spChg>
        <pc:spChg chg="mod">
          <ac:chgData name="Ms Alina Arshad" userId="cccdfd85-d35d-4453-9c6f-a463aae40722" providerId="ADAL" clId="{97C00DA4-6F9F-4A83-996B-9231DC603249}" dt="2024-10-27T06:29:57.190" v="161"/>
          <ac:spMkLst>
            <pc:docMk/>
            <pc:sldMk cId="0" sldId="303"/>
            <ac:spMk id="15" creationId="{A427F5B0-0D94-41F9-2A3A-22C62CCECA3C}"/>
          </ac:spMkLst>
        </pc:spChg>
        <pc:grpChg chg="add mod">
          <ac:chgData name="Ms Alina Arshad" userId="cccdfd85-d35d-4453-9c6f-a463aae40722" providerId="ADAL" clId="{97C00DA4-6F9F-4A83-996B-9231DC603249}" dt="2024-10-27T06:25:44.053" v="143" actId="1035"/>
          <ac:grpSpMkLst>
            <pc:docMk/>
            <pc:sldMk cId="0" sldId="303"/>
            <ac:grpSpMk id="6" creationId="{C2272210-1D68-775F-E339-FBEB84798FD1}"/>
          </ac:grpSpMkLst>
        </pc:grpChg>
        <pc:grpChg chg="add mod">
          <ac:chgData name="Ms Alina Arshad" userId="cccdfd85-d35d-4453-9c6f-a463aae40722" providerId="ADAL" clId="{97C00DA4-6F9F-4A83-996B-9231DC603249}" dt="2024-10-27T06:30:36.762" v="226" actId="1076"/>
          <ac:grpSpMkLst>
            <pc:docMk/>
            <pc:sldMk cId="0" sldId="303"/>
            <ac:grpSpMk id="11" creationId="{213D3766-05C3-27C3-B840-125397C364CA}"/>
          </ac:grpSpMkLst>
        </pc:grpChg>
        <pc:picChg chg="del mod">
          <ac:chgData name="Ms Alina Arshad" userId="cccdfd85-d35d-4453-9c6f-a463aae40722" providerId="ADAL" clId="{97C00DA4-6F9F-4A83-996B-9231DC603249}" dt="2024-10-27T06:22:29.764" v="99" actId="478"/>
          <ac:picMkLst>
            <pc:docMk/>
            <pc:sldMk cId="0" sldId="303"/>
            <ac:picMk id="3" creationId="{00000000-0000-0000-0000-000000000000}"/>
          </ac:picMkLst>
        </pc:picChg>
        <pc:picChg chg="del mod">
          <ac:chgData name="Ms Alina Arshad" userId="cccdfd85-d35d-4453-9c6f-a463aae40722" providerId="ADAL" clId="{97C00DA4-6F9F-4A83-996B-9231DC603249}" dt="2024-10-27T06:23:01.338" v="106" actId="21"/>
          <ac:picMkLst>
            <pc:docMk/>
            <pc:sldMk cId="0" sldId="303"/>
            <ac:picMk id="4" creationId="{00000000-0000-0000-0000-000000000000}"/>
          </ac:picMkLst>
        </pc:picChg>
      </pc:sldChg>
      <pc:sldChg chg="addSp delSp modSp mod">
        <pc:chgData name="Ms Alina Arshad" userId="cccdfd85-d35d-4453-9c6f-a463aae40722" providerId="ADAL" clId="{97C00DA4-6F9F-4A83-996B-9231DC603249}" dt="2024-10-27T06:42:37.429" v="437" actId="1076"/>
        <pc:sldMkLst>
          <pc:docMk/>
          <pc:sldMk cId="0" sldId="304"/>
        </pc:sldMkLst>
        <pc:spChg chg="add del mod">
          <ac:chgData name="Ms Alina Arshad" userId="cccdfd85-d35d-4453-9c6f-a463aae40722" providerId="ADAL" clId="{97C00DA4-6F9F-4A83-996B-9231DC603249}" dt="2024-10-27T06:42:27.765" v="434" actId="478"/>
          <ac:spMkLst>
            <pc:docMk/>
            <pc:sldMk cId="0" sldId="304"/>
            <ac:spMk id="6" creationId="{5A22581C-8E95-EB68-E8DB-562757DF2CF5}"/>
          </ac:spMkLst>
        </pc:spChg>
        <pc:picChg chg="del mod">
          <ac:chgData name="Ms Alina Arshad" userId="cccdfd85-d35d-4453-9c6f-a463aae40722" providerId="ADAL" clId="{97C00DA4-6F9F-4A83-996B-9231DC603249}" dt="2024-10-27T06:41:46.745" v="430" actId="478"/>
          <ac:picMkLst>
            <pc:docMk/>
            <pc:sldMk cId="0" sldId="304"/>
            <ac:picMk id="2" creationId="{00000000-0000-0000-0000-000000000000}"/>
          </ac:picMkLst>
        </pc:picChg>
        <pc:picChg chg="mod">
          <ac:chgData name="Ms Alina Arshad" userId="cccdfd85-d35d-4453-9c6f-a463aae40722" providerId="ADAL" clId="{97C00DA4-6F9F-4A83-996B-9231DC603249}" dt="2024-10-27T06:42:37.429" v="437" actId="1076"/>
          <ac:picMkLst>
            <pc:docMk/>
            <pc:sldMk cId="0" sldId="304"/>
            <ac:picMk id="3" creationId="{00000000-0000-0000-0000-000000000000}"/>
          </ac:picMkLst>
        </pc:picChg>
      </pc:sldChg>
      <pc:sldChg chg="addSp delSp modSp mod">
        <pc:chgData name="Ms Alina Arshad" userId="cccdfd85-d35d-4453-9c6f-a463aae40722" providerId="ADAL" clId="{97C00DA4-6F9F-4A83-996B-9231DC603249}" dt="2024-10-27T06:43:24.281" v="443" actId="1076"/>
        <pc:sldMkLst>
          <pc:docMk/>
          <pc:sldMk cId="0" sldId="305"/>
        </pc:sldMkLst>
        <pc:picChg chg="del mod">
          <ac:chgData name="Ms Alina Arshad" userId="cccdfd85-d35d-4453-9c6f-a463aae40722" providerId="ADAL" clId="{97C00DA4-6F9F-4A83-996B-9231DC603249}" dt="2024-10-27T06:42:45.346" v="438" actId="478"/>
          <ac:picMkLst>
            <pc:docMk/>
            <pc:sldMk cId="0" sldId="305"/>
            <ac:picMk id="2" creationId="{00000000-0000-0000-0000-000000000000}"/>
          </ac:picMkLst>
        </pc:picChg>
        <pc:picChg chg="add mod">
          <ac:chgData name="Ms Alina Arshad" userId="cccdfd85-d35d-4453-9c6f-a463aae40722" providerId="ADAL" clId="{97C00DA4-6F9F-4A83-996B-9231DC603249}" dt="2024-10-27T06:43:24.281" v="443" actId="1076"/>
          <ac:picMkLst>
            <pc:docMk/>
            <pc:sldMk cId="0" sldId="305"/>
            <ac:picMk id="5" creationId="{2EFB6592-6AB2-4FD2-31F1-B8C52261B3E4}"/>
          </ac:picMkLst>
        </pc:picChg>
      </pc:sldChg>
      <pc:sldChg chg="addSp delSp modSp mod">
        <pc:chgData name="Ms Alina Arshad" userId="cccdfd85-d35d-4453-9c6f-a463aae40722" providerId="ADAL" clId="{97C00DA4-6F9F-4A83-996B-9231DC603249}" dt="2024-10-27T08:51:54.411" v="1107" actId="22"/>
        <pc:sldMkLst>
          <pc:docMk/>
          <pc:sldMk cId="0" sldId="306"/>
        </pc:sldMkLst>
        <pc:spChg chg="add del mod">
          <ac:chgData name="Ms Alina Arshad" userId="cccdfd85-d35d-4453-9c6f-a463aae40722" providerId="ADAL" clId="{97C00DA4-6F9F-4A83-996B-9231DC603249}" dt="2024-10-27T08:51:54.411" v="1107" actId="22"/>
          <ac:spMkLst>
            <pc:docMk/>
            <pc:sldMk cId="0" sldId="306"/>
            <ac:spMk id="5" creationId="{7518D3C0-14BC-18BD-0014-B0B12CC414C3}"/>
          </ac:spMkLst>
        </pc:spChg>
        <pc:picChg chg="add del mod">
          <ac:chgData name="Ms Alina Arshad" userId="cccdfd85-d35d-4453-9c6f-a463aae40722" providerId="ADAL" clId="{97C00DA4-6F9F-4A83-996B-9231DC603249}" dt="2024-10-27T08:51:54.085" v="1106" actId="478"/>
          <ac:picMkLst>
            <pc:docMk/>
            <pc:sldMk cId="0" sldId="306"/>
            <ac:picMk id="2" creationId="{00000000-0000-0000-0000-000000000000}"/>
          </ac:picMkLst>
        </pc:picChg>
      </pc:sldChg>
      <pc:sldChg chg="addSp modSp new del mod">
        <pc:chgData name="Ms Alina Arshad" userId="cccdfd85-d35d-4453-9c6f-a463aae40722" providerId="ADAL" clId="{97C00DA4-6F9F-4A83-996B-9231DC603249}" dt="2024-10-26T15:24:18.366" v="22" actId="47"/>
        <pc:sldMkLst>
          <pc:docMk/>
          <pc:sldMk cId="1966936070" sldId="308"/>
        </pc:sldMkLst>
        <pc:picChg chg="add mod">
          <ac:chgData name="Ms Alina Arshad" userId="cccdfd85-d35d-4453-9c6f-a463aae40722" providerId="ADAL" clId="{97C00DA4-6F9F-4A83-996B-9231DC603249}" dt="2024-10-26T15:24:03.427" v="21" actId="1076"/>
          <ac:picMkLst>
            <pc:docMk/>
            <pc:sldMk cId="1966936070" sldId="308"/>
            <ac:picMk id="3" creationId="{D7C8895E-FDC5-0B9D-DC7D-F27ECC390578}"/>
          </ac:picMkLst>
        </pc:picChg>
      </pc:sldChg>
      <pc:sldChg chg="addSp delSp modSp new mod">
        <pc:chgData name="Ms Alina Arshad" userId="cccdfd85-d35d-4453-9c6f-a463aae40722" providerId="ADAL" clId="{97C00DA4-6F9F-4A83-996B-9231DC603249}" dt="2024-10-27T06:46:36.311" v="456" actId="20577"/>
        <pc:sldMkLst>
          <pc:docMk/>
          <pc:sldMk cId="2062406901" sldId="308"/>
        </pc:sldMkLst>
        <pc:spChg chg="del">
          <ac:chgData name="Ms Alina Arshad" userId="cccdfd85-d35d-4453-9c6f-a463aae40722" providerId="ADAL" clId="{97C00DA4-6F9F-4A83-996B-9231DC603249}" dt="2024-10-27T06:31:42.586" v="227"/>
          <ac:spMkLst>
            <pc:docMk/>
            <pc:sldMk cId="2062406901" sldId="308"/>
            <ac:spMk id="2" creationId="{64261432-9DDF-B333-EAC9-1EBB965E0C5E}"/>
          </ac:spMkLst>
        </pc:spChg>
        <pc:spChg chg="del">
          <ac:chgData name="Ms Alina Arshad" userId="cccdfd85-d35d-4453-9c6f-a463aae40722" providerId="ADAL" clId="{97C00DA4-6F9F-4A83-996B-9231DC603249}" dt="2024-10-27T06:23:03.466" v="107"/>
          <ac:spMkLst>
            <pc:docMk/>
            <pc:sldMk cId="2062406901" sldId="308"/>
            <ac:spMk id="3" creationId="{4EF1AC37-7D33-E4D6-CE9A-5A3DFA3EB437}"/>
          </ac:spMkLst>
        </pc:spChg>
        <pc:spChg chg="add mod">
          <ac:chgData name="Ms Alina Arshad" userId="cccdfd85-d35d-4453-9c6f-a463aae40722" providerId="ADAL" clId="{97C00DA4-6F9F-4A83-996B-9231DC603249}" dt="2024-10-27T06:35:47.371" v="383" actId="1076"/>
          <ac:spMkLst>
            <pc:docMk/>
            <pc:sldMk cId="2062406901" sldId="308"/>
            <ac:spMk id="5" creationId="{2D74D770-D1C9-A90F-10FC-069A347C9C02}"/>
          </ac:spMkLst>
        </pc:spChg>
        <pc:spChg chg="add del mod">
          <ac:chgData name="Ms Alina Arshad" userId="cccdfd85-d35d-4453-9c6f-a463aae40722" providerId="ADAL" clId="{97C00DA4-6F9F-4A83-996B-9231DC603249}" dt="2024-10-27T06:31:47.838" v="229" actId="478"/>
          <ac:spMkLst>
            <pc:docMk/>
            <pc:sldMk cId="2062406901" sldId="308"/>
            <ac:spMk id="7" creationId="{E6D6E38C-7E2F-C9A3-A489-CB9F5D795CE3}"/>
          </ac:spMkLst>
        </pc:spChg>
        <pc:spChg chg="add mod">
          <ac:chgData name="Ms Alina Arshad" userId="cccdfd85-d35d-4453-9c6f-a463aae40722" providerId="ADAL" clId="{97C00DA4-6F9F-4A83-996B-9231DC603249}" dt="2024-10-27T06:46:36.311" v="456" actId="20577"/>
          <ac:spMkLst>
            <pc:docMk/>
            <pc:sldMk cId="2062406901" sldId="308"/>
            <ac:spMk id="9" creationId="{ACF867DE-72BC-3B3C-2C82-ABDB8AF65617}"/>
          </ac:spMkLst>
        </pc:spChg>
        <pc:spChg chg="mod">
          <ac:chgData name="Ms Alina Arshad" userId="cccdfd85-d35d-4453-9c6f-a463aae40722" providerId="ADAL" clId="{97C00DA4-6F9F-4A83-996B-9231DC603249}" dt="2024-10-27T06:33:44.033" v="248"/>
          <ac:spMkLst>
            <pc:docMk/>
            <pc:sldMk cId="2062406901" sldId="308"/>
            <ac:spMk id="11" creationId="{CAAC6009-69FE-FFF3-B136-DFC201A94163}"/>
          </ac:spMkLst>
        </pc:spChg>
        <pc:spChg chg="mod">
          <ac:chgData name="Ms Alina Arshad" userId="cccdfd85-d35d-4453-9c6f-a463aae40722" providerId="ADAL" clId="{97C00DA4-6F9F-4A83-996B-9231DC603249}" dt="2024-10-27T06:33:44.033" v="248"/>
          <ac:spMkLst>
            <pc:docMk/>
            <pc:sldMk cId="2062406901" sldId="308"/>
            <ac:spMk id="12" creationId="{7776D532-35BE-7B63-BDAA-D00854698763}"/>
          </ac:spMkLst>
        </pc:spChg>
        <pc:spChg chg="mod">
          <ac:chgData name="Ms Alina Arshad" userId="cccdfd85-d35d-4453-9c6f-a463aae40722" providerId="ADAL" clId="{97C00DA4-6F9F-4A83-996B-9231DC603249}" dt="2024-10-27T06:33:44.033" v="248"/>
          <ac:spMkLst>
            <pc:docMk/>
            <pc:sldMk cId="2062406901" sldId="308"/>
            <ac:spMk id="13" creationId="{CCBEF00D-49AD-4ABD-B146-B09A82260318}"/>
          </ac:spMkLst>
        </pc:spChg>
        <pc:spChg chg="mod">
          <ac:chgData name="Ms Alina Arshad" userId="cccdfd85-d35d-4453-9c6f-a463aae40722" providerId="ADAL" clId="{97C00DA4-6F9F-4A83-996B-9231DC603249}" dt="2024-10-27T06:33:44.033" v="248"/>
          <ac:spMkLst>
            <pc:docMk/>
            <pc:sldMk cId="2062406901" sldId="308"/>
            <ac:spMk id="14" creationId="{1E96A49B-E40B-F56B-9B1D-A0CF113BA87C}"/>
          </ac:spMkLst>
        </pc:spChg>
        <pc:spChg chg="mod">
          <ac:chgData name="Ms Alina Arshad" userId="cccdfd85-d35d-4453-9c6f-a463aae40722" providerId="ADAL" clId="{97C00DA4-6F9F-4A83-996B-9231DC603249}" dt="2024-10-27T06:34:43.642" v="312"/>
          <ac:spMkLst>
            <pc:docMk/>
            <pc:sldMk cId="2062406901" sldId="308"/>
            <ac:spMk id="16" creationId="{5D715366-160E-50E5-E061-AB4F25C2BC01}"/>
          </ac:spMkLst>
        </pc:spChg>
        <pc:spChg chg="mod">
          <ac:chgData name="Ms Alina Arshad" userId="cccdfd85-d35d-4453-9c6f-a463aae40722" providerId="ADAL" clId="{97C00DA4-6F9F-4A83-996B-9231DC603249}" dt="2024-10-27T06:34:43.642" v="312"/>
          <ac:spMkLst>
            <pc:docMk/>
            <pc:sldMk cId="2062406901" sldId="308"/>
            <ac:spMk id="17" creationId="{DFC167DE-43F4-DF75-FED7-0A97828003A6}"/>
          </ac:spMkLst>
        </pc:spChg>
        <pc:spChg chg="mod">
          <ac:chgData name="Ms Alina Arshad" userId="cccdfd85-d35d-4453-9c6f-a463aae40722" providerId="ADAL" clId="{97C00DA4-6F9F-4A83-996B-9231DC603249}" dt="2024-10-27T06:34:43.642" v="312"/>
          <ac:spMkLst>
            <pc:docMk/>
            <pc:sldMk cId="2062406901" sldId="308"/>
            <ac:spMk id="18" creationId="{04E662E4-64AD-00C8-A2EC-1D2F1D99A0E1}"/>
          </ac:spMkLst>
        </pc:spChg>
        <pc:spChg chg="mod">
          <ac:chgData name="Ms Alina Arshad" userId="cccdfd85-d35d-4453-9c6f-a463aae40722" providerId="ADAL" clId="{97C00DA4-6F9F-4A83-996B-9231DC603249}" dt="2024-10-27T06:34:43.642" v="312"/>
          <ac:spMkLst>
            <pc:docMk/>
            <pc:sldMk cId="2062406901" sldId="308"/>
            <ac:spMk id="19" creationId="{C6FE551A-5D6A-5C9A-0488-036CA7C15C57}"/>
          </ac:spMkLst>
        </pc:spChg>
        <pc:grpChg chg="add mod">
          <ac:chgData name="Ms Alina Arshad" userId="cccdfd85-d35d-4453-9c6f-a463aae40722" providerId="ADAL" clId="{97C00DA4-6F9F-4A83-996B-9231DC603249}" dt="2024-10-27T06:35:52.005" v="384" actId="1076"/>
          <ac:grpSpMkLst>
            <pc:docMk/>
            <pc:sldMk cId="2062406901" sldId="308"/>
            <ac:grpSpMk id="10" creationId="{3B14EE75-0987-4199-2E7A-F7F7A89A7E02}"/>
          </ac:grpSpMkLst>
        </pc:grpChg>
        <pc:grpChg chg="add mod">
          <ac:chgData name="Ms Alina Arshad" userId="cccdfd85-d35d-4453-9c6f-a463aae40722" providerId="ADAL" clId="{97C00DA4-6F9F-4A83-996B-9231DC603249}" dt="2024-10-27T06:35:59.342" v="385" actId="1076"/>
          <ac:grpSpMkLst>
            <pc:docMk/>
            <pc:sldMk cId="2062406901" sldId="308"/>
            <ac:grpSpMk id="15" creationId="{BBDF864B-10DF-5B89-986D-063B7F488405}"/>
          </ac:grpSpMkLst>
        </pc:grpChg>
        <pc:picChg chg="add del mod">
          <ac:chgData name="Ms Alina Arshad" userId="cccdfd85-d35d-4453-9c6f-a463aae40722" providerId="ADAL" clId="{97C00DA4-6F9F-4A83-996B-9231DC603249}" dt="2024-10-27T06:31:45.289" v="228" actId="478"/>
          <ac:picMkLst>
            <pc:docMk/>
            <pc:sldMk cId="2062406901" sldId="308"/>
            <ac:picMk id="4" creationId="{00000000-0000-0000-0000-000000000000}"/>
          </ac:picMkLst>
        </pc:picChg>
      </pc:sldChg>
      <pc:sldChg chg="addSp delSp modSp new del">
        <pc:chgData name="Ms Alina Arshad" userId="cccdfd85-d35d-4453-9c6f-a463aae40722" providerId="ADAL" clId="{97C00DA4-6F9F-4A83-996B-9231DC603249}" dt="2024-10-26T15:11:49.513" v="3" actId="47"/>
        <pc:sldMkLst>
          <pc:docMk/>
          <pc:sldMk cId="3656474684" sldId="308"/>
        </pc:sldMkLst>
        <pc:spChg chg="del">
          <ac:chgData name="Ms Alina Arshad" userId="cccdfd85-d35d-4453-9c6f-a463aae40722" providerId="ADAL" clId="{97C00DA4-6F9F-4A83-996B-9231DC603249}" dt="2024-10-26T15:11:31.727" v="2"/>
          <ac:spMkLst>
            <pc:docMk/>
            <pc:sldMk cId="3656474684" sldId="308"/>
            <ac:spMk id="2" creationId="{2C5E8CC2-0FBF-7C39-A2BC-AB1D96E84DEC}"/>
          </ac:spMkLst>
        </pc:spChg>
        <pc:spChg chg="add mod">
          <ac:chgData name="Ms Alina Arshad" userId="cccdfd85-d35d-4453-9c6f-a463aae40722" providerId="ADAL" clId="{97C00DA4-6F9F-4A83-996B-9231DC603249}" dt="2024-10-26T15:11:31.727" v="2"/>
          <ac:spMkLst>
            <pc:docMk/>
            <pc:sldMk cId="3656474684" sldId="308"/>
            <ac:spMk id="4" creationId="{A23F0AC3-E057-9A4F-0ADB-3013DD885288}"/>
          </ac:spMkLst>
        </pc:spChg>
      </pc:sldChg>
      <pc:sldChg chg="addSp delSp modSp new mod">
        <pc:chgData name="Ms Alina Arshad" userId="cccdfd85-d35d-4453-9c6f-a463aae40722" providerId="ADAL" clId="{97C00DA4-6F9F-4A83-996B-9231DC603249}" dt="2024-10-27T06:48:47.340" v="459" actId="404"/>
        <pc:sldMkLst>
          <pc:docMk/>
          <pc:sldMk cId="313500440" sldId="309"/>
        </pc:sldMkLst>
        <pc:spChg chg="del">
          <ac:chgData name="Ms Alina Arshad" userId="cccdfd85-d35d-4453-9c6f-a463aae40722" providerId="ADAL" clId="{97C00DA4-6F9F-4A83-996B-9231DC603249}" dt="2024-10-27T06:38:10.392" v="392"/>
          <ac:spMkLst>
            <pc:docMk/>
            <pc:sldMk cId="313500440" sldId="309"/>
            <ac:spMk id="2" creationId="{61E9FFFC-3F8B-3F62-B889-48AD72549895}"/>
          </ac:spMkLst>
        </pc:spChg>
        <pc:spChg chg="mod">
          <ac:chgData name="Ms Alina Arshad" userId="cccdfd85-d35d-4453-9c6f-a463aae40722" providerId="ADAL" clId="{97C00DA4-6F9F-4A83-996B-9231DC603249}" dt="2024-10-27T06:48:47.340" v="459" actId="404"/>
          <ac:spMkLst>
            <pc:docMk/>
            <pc:sldMk cId="313500440" sldId="309"/>
            <ac:spMk id="3" creationId="{700B462B-E498-E899-02D8-A897DAF63B9C}"/>
          </ac:spMkLst>
        </pc:spChg>
        <pc:spChg chg="add mod">
          <ac:chgData name="Ms Alina Arshad" userId="cccdfd85-d35d-4453-9c6f-a463aae40722" providerId="ADAL" clId="{97C00DA4-6F9F-4A83-996B-9231DC603249}" dt="2024-10-27T06:38:12.789" v="393" actId="14100"/>
          <ac:spMkLst>
            <pc:docMk/>
            <pc:sldMk cId="313500440" sldId="309"/>
            <ac:spMk id="4" creationId="{C1EE5095-857E-B43F-28C8-BF0409F2554F}"/>
          </ac:spMkLst>
        </pc:spChg>
      </pc:sldChg>
      <pc:sldChg chg="addSp delSp modSp new mod">
        <pc:chgData name="Ms Alina Arshad" userId="cccdfd85-d35d-4453-9c6f-a463aae40722" providerId="ADAL" clId="{97C00DA4-6F9F-4A83-996B-9231DC603249}" dt="2024-10-27T06:44:14.404" v="451" actId="14100"/>
        <pc:sldMkLst>
          <pc:docMk/>
          <pc:sldMk cId="491917458" sldId="310"/>
        </pc:sldMkLst>
        <pc:spChg chg="del">
          <ac:chgData name="Ms Alina Arshad" userId="cccdfd85-d35d-4453-9c6f-a463aae40722" providerId="ADAL" clId="{97C00DA4-6F9F-4A83-996B-9231DC603249}" dt="2024-10-27T06:44:12.212" v="450"/>
          <ac:spMkLst>
            <pc:docMk/>
            <pc:sldMk cId="491917458" sldId="310"/>
            <ac:spMk id="2" creationId="{83024A08-D99F-69A4-E31F-C34714C711D3}"/>
          </ac:spMkLst>
        </pc:spChg>
        <pc:spChg chg="del">
          <ac:chgData name="Ms Alina Arshad" userId="cccdfd85-d35d-4453-9c6f-a463aae40722" providerId="ADAL" clId="{97C00DA4-6F9F-4A83-996B-9231DC603249}" dt="2024-10-27T06:43:56.775" v="445" actId="22"/>
          <ac:spMkLst>
            <pc:docMk/>
            <pc:sldMk cId="491917458" sldId="310"/>
            <ac:spMk id="3" creationId="{8C4D7949-83D8-0789-C041-187BEC92E655}"/>
          </ac:spMkLst>
        </pc:spChg>
        <pc:spChg chg="add mod">
          <ac:chgData name="Ms Alina Arshad" userId="cccdfd85-d35d-4453-9c6f-a463aae40722" providerId="ADAL" clId="{97C00DA4-6F9F-4A83-996B-9231DC603249}" dt="2024-10-27T06:44:14.404" v="451" actId="14100"/>
          <ac:spMkLst>
            <pc:docMk/>
            <pc:sldMk cId="491917458" sldId="310"/>
            <ac:spMk id="6" creationId="{5C792AA2-A0EE-F77D-8AEA-1B73F92C971E}"/>
          </ac:spMkLst>
        </pc:spChg>
        <pc:picChg chg="add mod ord">
          <ac:chgData name="Ms Alina Arshad" userId="cccdfd85-d35d-4453-9c6f-a463aae40722" providerId="ADAL" clId="{97C00DA4-6F9F-4A83-996B-9231DC603249}" dt="2024-10-27T06:44:06.016" v="449" actId="1076"/>
          <ac:picMkLst>
            <pc:docMk/>
            <pc:sldMk cId="491917458" sldId="310"/>
            <ac:picMk id="5" creationId="{637A1014-93E2-A6F7-78A7-558951DA6976}"/>
          </ac:picMkLst>
        </pc:picChg>
      </pc:sldChg>
    </pc:docChg>
  </pc:docChgLst>
  <pc:docChgLst>
    <pc:chgData name="Ms Alina Arshad" userId="cccdfd85-d35d-4453-9c6f-a463aae40722" providerId="ADAL" clId="{9C125398-0035-40D4-80A2-48A755B7795E}"/>
    <pc:docChg chg="addSld modSld">
      <pc:chgData name="Ms Alina Arshad" userId="cccdfd85-d35d-4453-9c6f-a463aae40722" providerId="ADAL" clId="{9C125398-0035-40D4-80A2-48A755B7795E}" dt="2024-08-25T16:00:43.580" v="6" actId="1076"/>
      <pc:docMkLst>
        <pc:docMk/>
      </pc:docMkLst>
      <pc:sldChg chg="modSp add mod">
        <pc:chgData name="Ms Alina Arshad" userId="cccdfd85-d35d-4453-9c6f-a463aae40722" providerId="ADAL" clId="{9C125398-0035-40D4-80A2-48A755B7795E}" dt="2024-08-25T16:00:43.580" v="6" actId="1076"/>
        <pc:sldMkLst>
          <pc:docMk/>
          <pc:sldMk cId="0" sldId="324"/>
        </pc:sldMkLst>
        <pc:spChg chg="mod">
          <ac:chgData name="Ms Alina Arshad" userId="cccdfd85-d35d-4453-9c6f-a463aae40722" providerId="ADAL" clId="{9C125398-0035-40D4-80A2-48A755B7795E}" dt="2024-08-25T16:00:43.580" v="6" actId="1076"/>
          <ac:spMkLst>
            <pc:docMk/>
            <pc:sldMk cId="0" sldId="324"/>
            <ac:spMk id="29699" creationId="{BC7ACC91-16AA-5D67-B935-92EE00D4568C}"/>
          </ac:spMkLst>
        </pc:spChg>
      </pc:sldChg>
    </pc:docChg>
  </pc:docChgLst>
  <pc:docChgLst>
    <pc:chgData name="Ms Alina Arshad" userId="cccdfd85-d35d-4453-9c6f-a463aae40722" providerId="ADAL" clId="{18B0CDA4-F1C6-4A2D-A27C-52286B3C7AD7}"/>
    <pc:docChg chg="custSel addSld delSld modSld sldOrd">
      <pc:chgData name="Ms Alina Arshad" userId="cccdfd85-d35d-4453-9c6f-a463aae40722" providerId="ADAL" clId="{18B0CDA4-F1C6-4A2D-A27C-52286B3C7AD7}" dt="2024-10-21T09:01:48.458" v="105" actId="20577"/>
      <pc:docMkLst>
        <pc:docMk/>
      </pc:docMkLst>
      <pc:sldChg chg="modSp mod">
        <pc:chgData name="Ms Alina Arshad" userId="cccdfd85-d35d-4453-9c6f-a463aae40722" providerId="ADAL" clId="{18B0CDA4-F1C6-4A2D-A27C-52286B3C7AD7}" dt="2024-10-21T09:01:48.458" v="105" actId="20577"/>
        <pc:sldMkLst>
          <pc:docMk/>
          <pc:sldMk cId="3322361034" sldId="256"/>
        </pc:sldMkLst>
        <pc:spChg chg="mod">
          <ac:chgData name="Ms Alina Arshad" userId="cccdfd85-d35d-4453-9c6f-a463aae40722" providerId="ADAL" clId="{18B0CDA4-F1C6-4A2D-A27C-52286B3C7AD7}" dt="2024-10-21T09:01:48.458" v="105" actId="20577"/>
          <ac:spMkLst>
            <pc:docMk/>
            <pc:sldMk cId="3322361034" sldId="256"/>
            <ac:spMk id="3" creationId="{44E9F82C-BBA7-3495-1097-BEDB54FFFDF4}"/>
          </ac:spMkLst>
        </pc:spChg>
      </pc:sldChg>
      <pc:sldChg chg="modSp add mod">
        <pc:chgData name="Ms Alina Arshad" userId="cccdfd85-d35d-4453-9c6f-a463aae40722" providerId="ADAL" clId="{18B0CDA4-F1C6-4A2D-A27C-52286B3C7AD7}" dt="2024-10-21T08:48:03.608" v="102" actId="20577"/>
        <pc:sldMkLst>
          <pc:docMk/>
          <pc:sldMk cId="0" sldId="262"/>
        </pc:sldMkLst>
        <pc:spChg chg="mod">
          <ac:chgData name="Ms Alina Arshad" userId="cccdfd85-d35d-4453-9c6f-a463aae40722" providerId="ADAL" clId="{18B0CDA4-F1C6-4A2D-A27C-52286B3C7AD7}" dt="2024-10-21T08:47:47.282" v="98" actId="1076"/>
          <ac:spMkLst>
            <pc:docMk/>
            <pc:sldMk cId="0" sldId="262"/>
            <ac:spMk id="2" creationId="{00000000-0000-0000-0000-000000000000}"/>
          </ac:spMkLst>
        </pc:spChg>
        <pc:spChg chg="mod">
          <ac:chgData name="Ms Alina Arshad" userId="cccdfd85-d35d-4453-9c6f-a463aae40722" providerId="ADAL" clId="{18B0CDA4-F1C6-4A2D-A27C-52286B3C7AD7}" dt="2024-10-21T08:48:03.608" v="102" actId="20577"/>
          <ac:spMkLst>
            <pc:docMk/>
            <pc:sldMk cId="0" sldId="262"/>
            <ac:spMk id="3" creationId="{00000000-0000-0000-0000-000000000000}"/>
          </ac:spMkLst>
        </pc:spChg>
      </pc:sldChg>
      <pc:sldChg chg="modSp mod">
        <pc:chgData name="Ms Alina Arshad" userId="cccdfd85-d35d-4453-9c6f-a463aae40722" providerId="ADAL" clId="{18B0CDA4-F1C6-4A2D-A27C-52286B3C7AD7}" dt="2024-10-21T03:50:06.316" v="0" actId="1076"/>
        <pc:sldMkLst>
          <pc:docMk/>
          <pc:sldMk cId="0" sldId="273"/>
        </pc:sldMkLst>
        <pc:picChg chg="mod">
          <ac:chgData name="Ms Alina Arshad" userId="cccdfd85-d35d-4453-9c6f-a463aae40722" providerId="ADAL" clId="{18B0CDA4-F1C6-4A2D-A27C-52286B3C7AD7}" dt="2024-10-21T03:50:06.316" v="0" actId="1076"/>
          <ac:picMkLst>
            <pc:docMk/>
            <pc:sldMk cId="0" sldId="273"/>
            <ac:picMk id="7" creationId="{00000000-0000-0000-0000-000000000000}"/>
          </ac:picMkLst>
        </pc:picChg>
      </pc:sldChg>
      <pc:sldChg chg="del">
        <pc:chgData name="Ms Alina Arshad" userId="cccdfd85-d35d-4453-9c6f-a463aae40722" providerId="ADAL" clId="{18B0CDA4-F1C6-4A2D-A27C-52286B3C7AD7}" dt="2024-10-21T08:00:55.288" v="2" actId="47"/>
        <pc:sldMkLst>
          <pc:docMk/>
          <pc:sldMk cId="0" sldId="275"/>
        </pc:sldMkLst>
      </pc:sldChg>
      <pc:sldChg chg="modSp del mod">
        <pc:chgData name="Ms Alina Arshad" userId="cccdfd85-d35d-4453-9c6f-a463aae40722" providerId="ADAL" clId="{18B0CDA4-F1C6-4A2D-A27C-52286B3C7AD7}" dt="2024-10-21T08:00:56.132" v="3" actId="47"/>
        <pc:sldMkLst>
          <pc:docMk/>
          <pc:sldMk cId="0" sldId="276"/>
        </pc:sldMkLst>
        <pc:spChg chg="mod">
          <ac:chgData name="Ms Alina Arshad" userId="cccdfd85-d35d-4453-9c6f-a463aae40722" providerId="ADAL" clId="{18B0CDA4-F1C6-4A2D-A27C-52286B3C7AD7}" dt="2024-10-21T07:58:57.353" v="1" actId="20577"/>
          <ac:spMkLst>
            <pc:docMk/>
            <pc:sldMk cId="0" sldId="276"/>
            <ac:spMk id="3" creationId="{00000000-0000-0000-0000-000000000000}"/>
          </ac:spMkLst>
        </pc:spChg>
      </pc:sldChg>
      <pc:sldChg chg="del">
        <pc:chgData name="Ms Alina Arshad" userId="cccdfd85-d35d-4453-9c6f-a463aae40722" providerId="ADAL" clId="{18B0CDA4-F1C6-4A2D-A27C-52286B3C7AD7}" dt="2024-10-21T08:00:56.819" v="4" actId="47"/>
        <pc:sldMkLst>
          <pc:docMk/>
          <pc:sldMk cId="0" sldId="277"/>
        </pc:sldMkLst>
      </pc:sldChg>
      <pc:sldChg chg="del">
        <pc:chgData name="Ms Alina Arshad" userId="cccdfd85-d35d-4453-9c6f-a463aae40722" providerId="ADAL" clId="{18B0CDA4-F1C6-4A2D-A27C-52286B3C7AD7}" dt="2024-10-21T08:00:58.803" v="5" actId="47"/>
        <pc:sldMkLst>
          <pc:docMk/>
          <pc:sldMk cId="0" sldId="278"/>
        </pc:sldMkLst>
      </pc:sldChg>
      <pc:sldChg chg="modSp add mod ord">
        <pc:chgData name="Ms Alina Arshad" userId="cccdfd85-d35d-4453-9c6f-a463aae40722" providerId="ADAL" clId="{18B0CDA4-F1C6-4A2D-A27C-52286B3C7AD7}" dt="2024-10-21T08:43:13.970" v="35"/>
        <pc:sldMkLst>
          <pc:docMk/>
          <pc:sldMk cId="0" sldId="280"/>
        </pc:sldMkLst>
        <pc:spChg chg="mod">
          <ac:chgData name="Ms Alina Arshad" userId="cccdfd85-d35d-4453-9c6f-a463aae40722" providerId="ADAL" clId="{18B0CDA4-F1C6-4A2D-A27C-52286B3C7AD7}" dt="2024-10-21T08:42:28.934" v="13" actId="113"/>
          <ac:spMkLst>
            <pc:docMk/>
            <pc:sldMk cId="0" sldId="280"/>
            <ac:spMk id="2" creationId="{00000000-0000-0000-0000-000000000000}"/>
          </ac:spMkLst>
        </pc:spChg>
        <pc:spChg chg="mod">
          <ac:chgData name="Ms Alina Arshad" userId="cccdfd85-d35d-4453-9c6f-a463aae40722" providerId="ADAL" clId="{18B0CDA4-F1C6-4A2D-A27C-52286B3C7AD7}" dt="2024-10-21T08:43:02.926" v="26" actId="1076"/>
          <ac:spMkLst>
            <pc:docMk/>
            <pc:sldMk cId="0" sldId="280"/>
            <ac:spMk id="3" creationId="{00000000-0000-0000-0000-000000000000}"/>
          </ac:spMkLst>
        </pc:spChg>
        <pc:picChg chg="mod modCrop">
          <ac:chgData name="Ms Alina Arshad" userId="cccdfd85-d35d-4453-9c6f-a463aae40722" providerId="ADAL" clId="{18B0CDA4-F1C6-4A2D-A27C-52286B3C7AD7}" dt="2024-10-21T08:43:04.613" v="27" actId="1076"/>
          <ac:picMkLst>
            <pc:docMk/>
            <pc:sldMk cId="0" sldId="280"/>
            <ac:picMk id="4" creationId="{00000000-0000-0000-0000-000000000000}"/>
          </ac:picMkLst>
        </pc:picChg>
      </pc:sldChg>
      <pc:sldChg chg="addSp modSp add mod">
        <pc:chgData name="Ms Alina Arshad" userId="cccdfd85-d35d-4453-9c6f-a463aae40722" providerId="ADAL" clId="{18B0CDA4-F1C6-4A2D-A27C-52286B3C7AD7}" dt="2024-10-21T08:45:11.338" v="56" actId="14100"/>
        <pc:sldMkLst>
          <pc:docMk/>
          <pc:sldMk cId="0" sldId="281"/>
        </pc:sldMkLst>
        <pc:spChg chg="mod">
          <ac:chgData name="Ms Alina Arshad" userId="cccdfd85-d35d-4453-9c6f-a463aae40722" providerId="ADAL" clId="{18B0CDA4-F1C6-4A2D-A27C-52286B3C7AD7}" dt="2024-10-21T08:44:33.222" v="44" actId="113"/>
          <ac:spMkLst>
            <pc:docMk/>
            <pc:sldMk cId="0" sldId="281"/>
            <ac:spMk id="2" creationId="{00000000-0000-0000-0000-000000000000}"/>
          </ac:spMkLst>
        </pc:spChg>
        <pc:spChg chg="mod">
          <ac:chgData name="Ms Alina Arshad" userId="cccdfd85-d35d-4453-9c6f-a463aae40722" providerId="ADAL" clId="{18B0CDA4-F1C6-4A2D-A27C-52286B3C7AD7}" dt="2024-10-21T08:45:02.543" v="53" actId="21"/>
          <ac:spMkLst>
            <pc:docMk/>
            <pc:sldMk cId="0" sldId="281"/>
            <ac:spMk id="5" creationId="{00000000-0000-0000-0000-000000000000}"/>
          </ac:spMkLst>
        </pc:spChg>
        <pc:spChg chg="add mod">
          <ac:chgData name="Ms Alina Arshad" userId="cccdfd85-d35d-4453-9c6f-a463aae40722" providerId="ADAL" clId="{18B0CDA4-F1C6-4A2D-A27C-52286B3C7AD7}" dt="2024-10-21T08:45:11.338" v="56" actId="14100"/>
          <ac:spMkLst>
            <pc:docMk/>
            <pc:sldMk cId="0" sldId="281"/>
            <ac:spMk id="7" creationId="{ECECE344-5F93-41C3-0E5E-27047EDD8D5A}"/>
          </ac:spMkLst>
        </pc:spChg>
        <pc:graphicFrameChg chg="mod modGraphic">
          <ac:chgData name="Ms Alina Arshad" userId="cccdfd85-d35d-4453-9c6f-a463aae40722" providerId="ADAL" clId="{18B0CDA4-F1C6-4A2D-A27C-52286B3C7AD7}" dt="2024-10-21T08:44:39.674" v="46" actId="1076"/>
          <ac:graphicFrameMkLst>
            <pc:docMk/>
            <pc:sldMk cId="0" sldId="281"/>
            <ac:graphicFrameMk id="3" creationId="{00000000-0000-0000-0000-000000000000}"/>
          </ac:graphicFrameMkLst>
        </pc:graphicFrameChg>
        <pc:graphicFrameChg chg="mod modGraphic">
          <ac:chgData name="Ms Alina Arshad" userId="cccdfd85-d35d-4453-9c6f-a463aae40722" providerId="ADAL" clId="{18B0CDA4-F1C6-4A2D-A27C-52286B3C7AD7}" dt="2024-10-21T08:44:29.442" v="42" actId="1076"/>
          <ac:graphicFrameMkLst>
            <pc:docMk/>
            <pc:sldMk cId="0" sldId="281"/>
            <ac:graphicFrameMk id="4" creationId="{00000000-0000-0000-0000-000000000000}"/>
          </ac:graphicFrameMkLst>
        </pc:graphicFrameChg>
      </pc:sldChg>
      <pc:sldChg chg="modSp add mod">
        <pc:chgData name="Ms Alina Arshad" userId="cccdfd85-d35d-4453-9c6f-a463aae40722" providerId="ADAL" clId="{18B0CDA4-F1C6-4A2D-A27C-52286B3C7AD7}" dt="2024-10-21T08:46:34.288" v="79" actId="207"/>
        <pc:sldMkLst>
          <pc:docMk/>
          <pc:sldMk cId="0" sldId="282"/>
        </pc:sldMkLst>
        <pc:spChg chg="mod">
          <ac:chgData name="Ms Alina Arshad" userId="cccdfd85-d35d-4453-9c6f-a463aae40722" providerId="ADAL" clId="{18B0CDA4-F1C6-4A2D-A27C-52286B3C7AD7}" dt="2024-10-21T08:46:10.387" v="68" actId="1076"/>
          <ac:spMkLst>
            <pc:docMk/>
            <pc:sldMk cId="0" sldId="282"/>
            <ac:spMk id="2" creationId="{00000000-0000-0000-0000-000000000000}"/>
          </ac:spMkLst>
        </pc:spChg>
        <pc:spChg chg="mod">
          <ac:chgData name="Ms Alina Arshad" userId="cccdfd85-d35d-4453-9c6f-a463aae40722" providerId="ADAL" clId="{18B0CDA4-F1C6-4A2D-A27C-52286B3C7AD7}" dt="2024-10-21T08:46:17.105" v="70" actId="1076"/>
          <ac:spMkLst>
            <pc:docMk/>
            <pc:sldMk cId="0" sldId="282"/>
            <ac:spMk id="5" creationId="{00000000-0000-0000-0000-000000000000}"/>
          </ac:spMkLst>
        </pc:spChg>
        <pc:spChg chg="mod">
          <ac:chgData name="Ms Alina Arshad" userId="cccdfd85-d35d-4453-9c6f-a463aae40722" providerId="ADAL" clId="{18B0CDA4-F1C6-4A2D-A27C-52286B3C7AD7}" dt="2024-10-21T08:46:30.539" v="78" actId="14100"/>
          <ac:spMkLst>
            <pc:docMk/>
            <pc:sldMk cId="0" sldId="282"/>
            <ac:spMk id="6" creationId="{00000000-0000-0000-0000-000000000000}"/>
          </ac:spMkLst>
        </pc:spChg>
        <pc:spChg chg="mod">
          <ac:chgData name="Ms Alina Arshad" userId="cccdfd85-d35d-4453-9c6f-a463aae40722" providerId="ADAL" clId="{18B0CDA4-F1C6-4A2D-A27C-52286B3C7AD7}" dt="2024-10-21T08:46:34.288" v="79" actId="207"/>
          <ac:spMkLst>
            <pc:docMk/>
            <pc:sldMk cId="0" sldId="282"/>
            <ac:spMk id="7" creationId="{00000000-0000-0000-0000-000000000000}"/>
          </ac:spMkLst>
        </pc:spChg>
        <pc:graphicFrameChg chg="mod">
          <ac:chgData name="Ms Alina Arshad" userId="cccdfd85-d35d-4453-9c6f-a463aae40722" providerId="ADAL" clId="{18B0CDA4-F1C6-4A2D-A27C-52286B3C7AD7}" dt="2024-10-21T08:46:12.668" v="69" actId="1076"/>
          <ac:graphicFrameMkLst>
            <pc:docMk/>
            <pc:sldMk cId="0" sldId="282"/>
            <ac:graphicFrameMk id="3" creationId="{00000000-0000-0000-0000-000000000000}"/>
          </ac:graphicFrameMkLst>
        </pc:graphicFrameChg>
        <pc:graphicFrameChg chg="mod">
          <ac:chgData name="Ms Alina Arshad" userId="cccdfd85-d35d-4453-9c6f-a463aae40722" providerId="ADAL" clId="{18B0CDA4-F1C6-4A2D-A27C-52286B3C7AD7}" dt="2024-10-21T08:46:17.558" v="71" actId="1076"/>
          <ac:graphicFrameMkLst>
            <pc:docMk/>
            <pc:sldMk cId="0" sldId="282"/>
            <ac:graphicFrameMk id="4" creationId="{00000000-0000-0000-0000-000000000000}"/>
          </ac:graphicFrameMkLst>
        </pc:graphicFrameChg>
      </pc:sldChg>
    </pc:docChg>
  </pc:docChgLst>
  <pc:docChgLst>
    <pc:chgData name="Ms Alina Arshad" userId="cccdfd85-d35d-4453-9c6f-a463aae40722" providerId="ADAL" clId="{AD184B4B-0CF3-4D88-AFEA-77665C37DC41}"/>
    <pc:docChg chg="undo custSel addSld delSld modSld sldOrd">
      <pc:chgData name="Ms Alina Arshad" userId="cccdfd85-d35d-4453-9c6f-a463aae40722" providerId="ADAL" clId="{AD184B4B-0CF3-4D88-AFEA-77665C37DC41}" dt="2024-10-07T14:53:18.370" v="664" actId="20577"/>
      <pc:docMkLst>
        <pc:docMk/>
      </pc:docMkLst>
      <pc:sldChg chg="modSp mod">
        <pc:chgData name="Ms Alina Arshad" userId="cccdfd85-d35d-4453-9c6f-a463aae40722" providerId="ADAL" clId="{AD184B4B-0CF3-4D88-AFEA-77665C37DC41}" dt="2024-10-01T14:08:05.980" v="476" actId="404"/>
        <pc:sldMkLst>
          <pc:docMk/>
          <pc:sldMk cId="3322361034" sldId="256"/>
        </pc:sldMkLst>
        <pc:spChg chg="mod">
          <ac:chgData name="Ms Alina Arshad" userId="cccdfd85-d35d-4453-9c6f-a463aae40722" providerId="ADAL" clId="{AD184B4B-0CF3-4D88-AFEA-77665C37DC41}" dt="2024-10-01T14:08:05.980" v="476" actId="404"/>
          <ac:spMkLst>
            <pc:docMk/>
            <pc:sldMk cId="3322361034" sldId="256"/>
            <ac:spMk id="3" creationId="{44E9F82C-BBA7-3495-1097-BEDB54FFFDF4}"/>
          </ac:spMkLst>
        </pc:spChg>
      </pc:sldChg>
      <pc:sldChg chg="addSp delSp modSp add mod">
        <pc:chgData name="Ms Alina Arshad" userId="cccdfd85-d35d-4453-9c6f-a463aae40722" providerId="ADAL" clId="{AD184B4B-0CF3-4D88-AFEA-77665C37DC41}" dt="2024-10-06T13:07:38.994" v="580" actId="1038"/>
        <pc:sldMkLst>
          <pc:docMk/>
          <pc:sldMk cId="0" sldId="257"/>
        </pc:sldMkLst>
        <pc:spChg chg="mod">
          <ac:chgData name="Ms Alina Arshad" userId="cccdfd85-d35d-4453-9c6f-a463aae40722" providerId="ADAL" clId="{AD184B4B-0CF3-4D88-AFEA-77665C37DC41}" dt="2024-10-06T13:07:38.994" v="580" actId="1038"/>
          <ac:spMkLst>
            <pc:docMk/>
            <pc:sldMk cId="0" sldId="257"/>
            <ac:spMk id="2" creationId="{00000000-0000-0000-0000-000000000000}"/>
          </ac:spMkLst>
        </pc:spChg>
        <pc:spChg chg="add del mod">
          <ac:chgData name="Ms Alina Arshad" userId="cccdfd85-d35d-4453-9c6f-a463aae40722" providerId="ADAL" clId="{AD184B4B-0CF3-4D88-AFEA-77665C37DC41}" dt="2024-10-06T13:07:28.261" v="566" actId="1035"/>
          <ac:spMkLst>
            <pc:docMk/>
            <pc:sldMk cId="0" sldId="257"/>
            <ac:spMk id="3" creationId="{00000000-0000-0000-0000-000000000000}"/>
          </ac:spMkLst>
        </pc:spChg>
      </pc:sldChg>
      <pc:sldChg chg="modSp add mod">
        <pc:chgData name="Ms Alina Arshad" userId="cccdfd85-d35d-4453-9c6f-a463aae40722" providerId="ADAL" clId="{AD184B4B-0CF3-4D88-AFEA-77665C37DC41}" dt="2024-10-01T15:26:47.165" v="477" actId="20577"/>
        <pc:sldMkLst>
          <pc:docMk/>
          <pc:sldMk cId="0" sldId="258"/>
        </pc:sldMkLst>
        <pc:spChg chg="mod">
          <ac:chgData name="Ms Alina Arshad" userId="cccdfd85-d35d-4453-9c6f-a463aae40722" providerId="ADAL" clId="{AD184B4B-0CF3-4D88-AFEA-77665C37DC41}" dt="2024-10-01T12:55:10.748" v="37" actId="1076"/>
          <ac:spMkLst>
            <pc:docMk/>
            <pc:sldMk cId="0" sldId="258"/>
            <ac:spMk id="2" creationId="{00000000-0000-0000-0000-000000000000}"/>
          </ac:spMkLst>
        </pc:spChg>
        <pc:spChg chg="mod">
          <ac:chgData name="Ms Alina Arshad" userId="cccdfd85-d35d-4453-9c6f-a463aae40722" providerId="ADAL" clId="{AD184B4B-0CF3-4D88-AFEA-77665C37DC41}" dt="2024-10-01T15:26:47.165" v="477" actId="20577"/>
          <ac:spMkLst>
            <pc:docMk/>
            <pc:sldMk cId="0" sldId="258"/>
            <ac:spMk id="3" creationId="{00000000-0000-0000-0000-000000000000}"/>
          </ac:spMkLst>
        </pc:spChg>
      </pc:sldChg>
      <pc:sldChg chg="modSp add mod">
        <pc:chgData name="Ms Alina Arshad" userId="cccdfd85-d35d-4453-9c6f-a463aae40722" providerId="ADAL" clId="{AD184B4B-0CF3-4D88-AFEA-77665C37DC41}" dt="2024-10-01T15:27:06.873" v="479" actId="1076"/>
        <pc:sldMkLst>
          <pc:docMk/>
          <pc:sldMk cId="0" sldId="259"/>
        </pc:sldMkLst>
        <pc:picChg chg="mod">
          <ac:chgData name="Ms Alina Arshad" userId="cccdfd85-d35d-4453-9c6f-a463aae40722" providerId="ADAL" clId="{AD184B4B-0CF3-4D88-AFEA-77665C37DC41}" dt="2024-10-01T15:27:06.873" v="479" actId="1076"/>
          <ac:picMkLst>
            <pc:docMk/>
            <pc:sldMk cId="0" sldId="259"/>
            <ac:picMk id="2" creationId="{00000000-0000-0000-0000-000000000000}"/>
          </ac:picMkLst>
        </pc:picChg>
      </pc:sldChg>
      <pc:sldChg chg="modSp add mod">
        <pc:chgData name="Ms Alina Arshad" userId="cccdfd85-d35d-4453-9c6f-a463aae40722" providerId="ADAL" clId="{AD184B4B-0CF3-4D88-AFEA-77665C37DC41}" dt="2024-10-01T15:34:39.687" v="484" actId="20577"/>
        <pc:sldMkLst>
          <pc:docMk/>
          <pc:sldMk cId="0" sldId="260"/>
        </pc:sldMkLst>
        <pc:spChg chg="mod">
          <ac:chgData name="Ms Alina Arshad" userId="cccdfd85-d35d-4453-9c6f-a463aae40722" providerId="ADAL" clId="{AD184B4B-0CF3-4D88-AFEA-77665C37DC41}" dt="2024-10-01T12:56:27.166" v="65" actId="1076"/>
          <ac:spMkLst>
            <pc:docMk/>
            <pc:sldMk cId="0" sldId="260"/>
            <ac:spMk id="2" creationId="{00000000-0000-0000-0000-000000000000}"/>
          </ac:spMkLst>
        </pc:spChg>
        <pc:spChg chg="mod">
          <ac:chgData name="Ms Alina Arshad" userId="cccdfd85-d35d-4453-9c6f-a463aae40722" providerId="ADAL" clId="{AD184B4B-0CF3-4D88-AFEA-77665C37DC41}" dt="2024-10-01T15:34:39.687" v="484" actId="20577"/>
          <ac:spMkLst>
            <pc:docMk/>
            <pc:sldMk cId="0" sldId="260"/>
            <ac:spMk id="3" creationId="{00000000-0000-0000-0000-000000000000}"/>
          </ac:spMkLst>
        </pc:spChg>
      </pc:sldChg>
      <pc:sldChg chg="modSp add mod">
        <pc:chgData name="Ms Alina Arshad" userId="cccdfd85-d35d-4453-9c6f-a463aae40722" providerId="ADAL" clId="{AD184B4B-0CF3-4D88-AFEA-77665C37DC41}" dt="2024-10-01T13:00:54.474" v="144" actId="1076"/>
        <pc:sldMkLst>
          <pc:docMk/>
          <pc:sldMk cId="0" sldId="261"/>
        </pc:sldMkLst>
        <pc:spChg chg="mod">
          <ac:chgData name="Ms Alina Arshad" userId="cccdfd85-d35d-4453-9c6f-a463aae40722" providerId="ADAL" clId="{AD184B4B-0CF3-4D88-AFEA-77665C37DC41}" dt="2024-10-01T13:00:34.969" v="137" actId="1076"/>
          <ac:spMkLst>
            <pc:docMk/>
            <pc:sldMk cId="0" sldId="261"/>
            <ac:spMk id="2" creationId="{00000000-0000-0000-0000-000000000000}"/>
          </ac:spMkLst>
        </pc:spChg>
        <pc:spChg chg="mod">
          <ac:chgData name="Ms Alina Arshad" userId="cccdfd85-d35d-4453-9c6f-a463aae40722" providerId="ADAL" clId="{AD184B4B-0CF3-4D88-AFEA-77665C37DC41}" dt="2024-10-01T13:00:54.474" v="144" actId="1076"/>
          <ac:spMkLst>
            <pc:docMk/>
            <pc:sldMk cId="0" sldId="261"/>
            <ac:spMk id="4" creationId="{00000000-0000-0000-0000-000000000000}"/>
          </ac:spMkLst>
        </pc:spChg>
        <pc:picChg chg="mod">
          <ac:chgData name="Ms Alina Arshad" userId="cccdfd85-d35d-4453-9c6f-a463aae40722" providerId="ADAL" clId="{AD184B4B-0CF3-4D88-AFEA-77665C37DC41}" dt="2024-10-01T13:00:51.183" v="143" actId="14100"/>
          <ac:picMkLst>
            <pc:docMk/>
            <pc:sldMk cId="0" sldId="261"/>
            <ac:picMk id="3" creationId="{00000000-0000-0000-0000-000000000000}"/>
          </ac:picMkLst>
        </pc:picChg>
      </pc:sldChg>
      <pc:sldChg chg="addSp delSp modSp add mod">
        <pc:chgData name="Ms Alina Arshad" userId="cccdfd85-d35d-4453-9c6f-a463aae40722" providerId="ADAL" clId="{AD184B4B-0CF3-4D88-AFEA-77665C37DC41}" dt="2024-10-06T15:28:43.114" v="596" actId="1076"/>
        <pc:sldMkLst>
          <pc:docMk/>
          <pc:sldMk cId="0" sldId="262"/>
        </pc:sldMkLst>
        <pc:spChg chg="mod">
          <ac:chgData name="Ms Alina Arshad" userId="cccdfd85-d35d-4453-9c6f-a463aae40722" providerId="ADAL" clId="{AD184B4B-0CF3-4D88-AFEA-77665C37DC41}" dt="2024-10-01T13:01:13.641" v="150" actId="14100"/>
          <ac:spMkLst>
            <pc:docMk/>
            <pc:sldMk cId="0" sldId="262"/>
            <ac:spMk id="2" creationId="{00000000-0000-0000-0000-000000000000}"/>
          </ac:spMkLst>
        </pc:spChg>
        <pc:spChg chg="del mod">
          <ac:chgData name="Ms Alina Arshad" userId="cccdfd85-d35d-4453-9c6f-a463aae40722" providerId="ADAL" clId="{AD184B4B-0CF3-4D88-AFEA-77665C37DC41}" dt="2024-10-01T13:02:37.800" v="180" actId="478"/>
          <ac:spMkLst>
            <pc:docMk/>
            <pc:sldMk cId="0" sldId="262"/>
            <ac:spMk id="7" creationId="{00000000-0000-0000-0000-000000000000}"/>
          </ac:spMkLst>
        </pc:spChg>
        <pc:spChg chg="mod">
          <ac:chgData name="Ms Alina Arshad" userId="cccdfd85-d35d-4453-9c6f-a463aae40722" providerId="ADAL" clId="{AD184B4B-0CF3-4D88-AFEA-77665C37DC41}" dt="2024-10-06T15:28:37.471" v="595" actId="1076"/>
          <ac:spMkLst>
            <pc:docMk/>
            <pc:sldMk cId="0" sldId="262"/>
            <ac:spMk id="8" creationId="{00000000-0000-0000-0000-000000000000}"/>
          </ac:spMkLst>
        </pc:spChg>
        <pc:spChg chg="add mod">
          <ac:chgData name="Ms Alina Arshad" userId="cccdfd85-d35d-4453-9c6f-a463aae40722" providerId="ADAL" clId="{AD184B4B-0CF3-4D88-AFEA-77665C37DC41}" dt="2024-10-06T15:28:43.114" v="596" actId="1076"/>
          <ac:spMkLst>
            <pc:docMk/>
            <pc:sldMk cId="0" sldId="262"/>
            <ac:spMk id="11" creationId="{2509622A-3BA6-6953-439A-8A41E00ECEA6}"/>
          </ac:spMkLst>
        </pc:spChg>
        <pc:grpChg chg="add del mod">
          <ac:chgData name="Ms Alina Arshad" userId="cccdfd85-d35d-4453-9c6f-a463aae40722" providerId="ADAL" clId="{AD184B4B-0CF3-4D88-AFEA-77665C37DC41}" dt="2024-10-06T15:28:23.862" v="592" actId="1076"/>
          <ac:grpSpMkLst>
            <pc:docMk/>
            <pc:sldMk cId="0" sldId="262"/>
            <ac:grpSpMk id="3" creationId="{00000000-0000-0000-0000-000000000000}"/>
          </ac:grpSpMkLst>
        </pc:grpChg>
        <pc:picChg chg="mod">
          <ac:chgData name="Ms Alina Arshad" userId="cccdfd85-d35d-4453-9c6f-a463aae40722" providerId="ADAL" clId="{AD184B4B-0CF3-4D88-AFEA-77665C37DC41}" dt="2024-10-06T15:28:27.139" v="593" actId="1076"/>
          <ac:picMkLst>
            <pc:docMk/>
            <pc:sldMk cId="0" sldId="262"/>
            <ac:picMk id="9" creationId="{00000000-0000-0000-0000-000000000000}"/>
          </ac:picMkLst>
        </pc:picChg>
      </pc:sldChg>
      <pc:sldChg chg="delSp modSp add mod">
        <pc:chgData name="Ms Alina Arshad" userId="cccdfd85-d35d-4453-9c6f-a463aae40722" providerId="ADAL" clId="{AD184B4B-0CF3-4D88-AFEA-77665C37DC41}" dt="2024-10-06T15:32:58.563" v="607" actId="15"/>
        <pc:sldMkLst>
          <pc:docMk/>
          <pc:sldMk cId="0" sldId="263"/>
        </pc:sldMkLst>
        <pc:spChg chg="mod">
          <ac:chgData name="Ms Alina Arshad" userId="cccdfd85-d35d-4453-9c6f-a463aae40722" providerId="ADAL" clId="{AD184B4B-0CF3-4D88-AFEA-77665C37DC41}" dt="2024-10-01T13:23:42.894" v="183" actId="1076"/>
          <ac:spMkLst>
            <pc:docMk/>
            <pc:sldMk cId="0" sldId="263"/>
            <ac:spMk id="2" creationId="{00000000-0000-0000-0000-000000000000}"/>
          </ac:spMkLst>
        </pc:spChg>
        <pc:spChg chg="mod">
          <ac:chgData name="Ms Alina Arshad" userId="cccdfd85-d35d-4453-9c6f-a463aae40722" providerId="ADAL" clId="{AD184B4B-0CF3-4D88-AFEA-77665C37DC41}" dt="2024-10-06T15:32:58.563" v="607" actId="15"/>
          <ac:spMkLst>
            <pc:docMk/>
            <pc:sldMk cId="0" sldId="263"/>
            <ac:spMk id="7" creationId="{00000000-0000-0000-0000-000000000000}"/>
          </ac:spMkLst>
        </pc:spChg>
        <pc:grpChg chg="del">
          <ac:chgData name="Ms Alina Arshad" userId="cccdfd85-d35d-4453-9c6f-a463aae40722" providerId="ADAL" clId="{AD184B4B-0CF3-4D88-AFEA-77665C37DC41}" dt="2024-10-01T13:23:57.524" v="187" actId="478"/>
          <ac:grpSpMkLst>
            <pc:docMk/>
            <pc:sldMk cId="0" sldId="263"/>
            <ac:grpSpMk id="3" creationId="{00000000-0000-0000-0000-000000000000}"/>
          </ac:grpSpMkLst>
        </pc:grpChg>
      </pc:sldChg>
      <pc:sldChg chg="modSp add mod">
        <pc:chgData name="Ms Alina Arshad" userId="cccdfd85-d35d-4453-9c6f-a463aae40722" providerId="ADAL" clId="{AD184B4B-0CF3-4D88-AFEA-77665C37DC41}" dt="2024-10-06T15:34:44.095" v="614" actId="20577"/>
        <pc:sldMkLst>
          <pc:docMk/>
          <pc:sldMk cId="0" sldId="264"/>
        </pc:sldMkLst>
        <pc:spChg chg="mod">
          <ac:chgData name="Ms Alina Arshad" userId="cccdfd85-d35d-4453-9c6f-a463aae40722" providerId="ADAL" clId="{AD184B4B-0CF3-4D88-AFEA-77665C37DC41}" dt="2024-10-01T13:25:17.907" v="212" actId="1076"/>
          <ac:spMkLst>
            <pc:docMk/>
            <pc:sldMk cId="0" sldId="264"/>
            <ac:spMk id="2" creationId="{00000000-0000-0000-0000-000000000000}"/>
          </ac:spMkLst>
        </pc:spChg>
        <pc:spChg chg="mod">
          <ac:chgData name="Ms Alina Arshad" userId="cccdfd85-d35d-4453-9c6f-a463aae40722" providerId="ADAL" clId="{AD184B4B-0CF3-4D88-AFEA-77665C37DC41}" dt="2024-10-06T15:34:44.095" v="614" actId="20577"/>
          <ac:spMkLst>
            <pc:docMk/>
            <pc:sldMk cId="0" sldId="264"/>
            <ac:spMk id="3" creationId="{00000000-0000-0000-0000-000000000000}"/>
          </ac:spMkLst>
        </pc:spChg>
      </pc:sldChg>
      <pc:sldChg chg="modSp add mod">
        <pc:chgData name="Ms Alina Arshad" userId="cccdfd85-d35d-4453-9c6f-a463aae40722" providerId="ADAL" clId="{AD184B4B-0CF3-4D88-AFEA-77665C37DC41}" dt="2024-10-01T13:31:39.089" v="316" actId="1076"/>
        <pc:sldMkLst>
          <pc:docMk/>
          <pc:sldMk cId="0" sldId="265"/>
        </pc:sldMkLst>
        <pc:spChg chg="mod">
          <ac:chgData name="Ms Alina Arshad" userId="cccdfd85-d35d-4453-9c6f-a463aae40722" providerId="ADAL" clId="{AD184B4B-0CF3-4D88-AFEA-77665C37DC41}" dt="2024-10-01T13:27:17.158" v="246" actId="1076"/>
          <ac:spMkLst>
            <pc:docMk/>
            <pc:sldMk cId="0" sldId="265"/>
            <ac:spMk id="2" creationId="{00000000-0000-0000-0000-000000000000}"/>
          </ac:spMkLst>
        </pc:spChg>
        <pc:spChg chg="mod">
          <ac:chgData name="Ms Alina Arshad" userId="cccdfd85-d35d-4453-9c6f-a463aae40722" providerId="ADAL" clId="{AD184B4B-0CF3-4D88-AFEA-77665C37DC41}" dt="2024-10-01T13:31:39.089" v="316" actId="1076"/>
          <ac:spMkLst>
            <pc:docMk/>
            <pc:sldMk cId="0" sldId="265"/>
            <ac:spMk id="6" creationId="{00000000-0000-0000-0000-000000000000}"/>
          </ac:spMkLst>
        </pc:spChg>
        <pc:spChg chg="mod">
          <ac:chgData name="Ms Alina Arshad" userId="cccdfd85-d35d-4453-9c6f-a463aae40722" providerId="ADAL" clId="{AD184B4B-0CF3-4D88-AFEA-77665C37DC41}" dt="2024-10-01T13:31:21.750" v="313" actId="1076"/>
          <ac:spMkLst>
            <pc:docMk/>
            <pc:sldMk cId="0" sldId="265"/>
            <ac:spMk id="7" creationId="{00000000-0000-0000-0000-000000000000}"/>
          </ac:spMkLst>
        </pc:spChg>
        <pc:grpChg chg="mod">
          <ac:chgData name="Ms Alina Arshad" userId="cccdfd85-d35d-4453-9c6f-a463aae40722" providerId="ADAL" clId="{AD184B4B-0CF3-4D88-AFEA-77665C37DC41}" dt="2024-10-01T13:27:32.316" v="275" actId="1076"/>
          <ac:grpSpMkLst>
            <pc:docMk/>
            <pc:sldMk cId="0" sldId="265"/>
            <ac:grpSpMk id="3" creationId="{00000000-0000-0000-0000-000000000000}"/>
          </ac:grpSpMkLst>
        </pc:grpChg>
        <pc:grpChg chg="mod">
          <ac:chgData name="Ms Alina Arshad" userId="cccdfd85-d35d-4453-9c6f-a463aae40722" providerId="ADAL" clId="{AD184B4B-0CF3-4D88-AFEA-77665C37DC41}" dt="2024-10-01T13:27:26.833" v="273" actId="1036"/>
          <ac:grpSpMkLst>
            <pc:docMk/>
            <pc:sldMk cId="0" sldId="265"/>
            <ac:grpSpMk id="8" creationId="{00000000-0000-0000-0000-000000000000}"/>
          </ac:grpSpMkLst>
        </pc:grpChg>
      </pc:sldChg>
      <pc:sldChg chg="delSp modSp add mod">
        <pc:chgData name="Ms Alina Arshad" userId="cccdfd85-d35d-4453-9c6f-a463aae40722" providerId="ADAL" clId="{AD184B4B-0CF3-4D88-AFEA-77665C37DC41}" dt="2024-10-01T13:57:24.117" v="329" actId="1076"/>
        <pc:sldMkLst>
          <pc:docMk/>
          <pc:sldMk cId="0" sldId="266"/>
        </pc:sldMkLst>
        <pc:spChg chg="mod">
          <ac:chgData name="Ms Alina Arshad" userId="cccdfd85-d35d-4453-9c6f-a463aae40722" providerId="ADAL" clId="{AD184B4B-0CF3-4D88-AFEA-77665C37DC41}" dt="2024-10-01T13:28:09.910" v="285" actId="1076"/>
          <ac:spMkLst>
            <pc:docMk/>
            <pc:sldMk cId="0" sldId="266"/>
            <ac:spMk id="2" creationId="{00000000-0000-0000-0000-000000000000}"/>
          </ac:spMkLst>
        </pc:spChg>
        <pc:spChg chg="mod">
          <ac:chgData name="Ms Alina Arshad" userId="cccdfd85-d35d-4453-9c6f-a463aae40722" providerId="ADAL" clId="{AD184B4B-0CF3-4D88-AFEA-77665C37DC41}" dt="2024-10-01T13:56:42.043" v="317" actId="207"/>
          <ac:spMkLst>
            <pc:docMk/>
            <pc:sldMk cId="0" sldId="266"/>
            <ac:spMk id="3" creationId="{00000000-0000-0000-0000-000000000000}"/>
          </ac:spMkLst>
        </pc:spChg>
        <pc:spChg chg="del topLvl">
          <ac:chgData name="Ms Alina Arshad" userId="cccdfd85-d35d-4453-9c6f-a463aae40722" providerId="ADAL" clId="{AD184B4B-0CF3-4D88-AFEA-77665C37DC41}" dt="2024-10-01T13:57:01.043" v="321" actId="478"/>
          <ac:spMkLst>
            <pc:docMk/>
            <pc:sldMk cId="0" sldId="266"/>
            <ac:spMk id="5" creationId="{00000000-0000-0000-0000-000000000000}"/>
          </ac:spMkLst>
        </pc:spChg>
        <pc:spChg chg="mod">
          <ac:chgData name="Ms Alina Arshad" userId="cccdfd85-d35d-4453-9c6f-a463aae40722" providerId="ADAL" clId="{AD184B4B-0CF3-4D88-AFEA-77665C37DC41}" dt="2024-10-01T13:57:24.117" v="329" actId="1076"/>
          <ac:spMkLst>
            <pc:docMk/>
            <pc:sldMk cId="0" sldId="266"/>
            <ac:spMk id="7" creationId="{00000000-0000-0000-0000-000000000000}"/>
          </ac:spMkLst>
        </pc:spChg>
        <pc:grpChg chg="del mod">
          <ac:chgData name="Ms Alina Arshad" userId="cccdfd85-d35d-4453-9c6f-a463aae40722" providerId="ADAL" clId="{AD184B4B-0CF3-4D88-AFEA-77665C37DC41}" dt="2024-10-01T13:57:01.043" v="321" actId="478"/>
          <ac:grpSpMkLst>
            <pc:docMk/>
            <pc:sldMk cId="0" sldId="266"/>
            <ac:grpSpMk id="4" creationId="{00000000-0000-0000-0000-000000000000}"/>
          </ac:grpSpMkLst>
        </pc:grpChg>
        <pc:picChg chg="mod topLvl">
          <ac:chgData name="Ms Alina Arshad" userId="cccdfd85-d35d-4453-9c6f-a463aae40722" providerId="ADAL" clId="{AD184B4B-0CF3-4D88-AFEA-77665C37DC41}" dt="2024-10-01T13:57:20.612" v="328" actId="1076"/>
          <ac:picMkLst>
            <pc:docMk/>
            <pc:sldMk cId="0" sldId="266"/>
            <ac:picMk id="6" creationId="{00000000-0000-0000-0000-000000000000}"/>
          </ac:picMkLst>
        </pc:picChg>
      </pc:sldChg>
      <pc:sldChg chg="addSp delSp modSp add mod">
        <pc:chgData name="Ms Alina Arshad" userId="cccdfd85-d35d-4453-9c6f-a463aae40722" providerId="ADAL" clId="{AD184B4B-0CF3-4D88-AFEA-77665C37DC41}" dt="2024-10-07T14:47:03.560" v="618" actId="20577"/>
        <pc:sldMkLst>
          <pc:docMk/>
          <pc:sldMk cId="0" sldId="267"/>
        </pc:sldMkLst>
        <pc:spChg chg="mod">
          <ac:chgData name="Ms Alina Arshad" userId="cccdfd85-d35d-4453-9c6f-a463aae40722" providerId="ADAL" clId="{AD184B4B-0CF3-4D88-AFEA-77665C37DC41}" dt="2024-10-01T13:59:26.397" v="368" actId="20577"/>
          <ac:spMkLst>
            <pc:docMk/>
            <pc:sldMk cId="0" sldId="267"/>
            <ac:spMk id="2" creationId="{00000000-0000-0000-0000-000000000000}"/>
          </ac:spMkLst>
        </pc:spChg>
        <pc:spChg chg="mod">
          <ac:chgData name="Ms Alina Arshad" userId="cccdfd85-d35d-4453-9c6f-a463aae40722" providerId="ADAL" clId="{AD184B4B-0CF3-4D88-AFEA-77665C37DC41}" dt="2024-10-07T14:47:03.560" v="618" actId="20577"/>
          <ac:spMkLst>
            <pc:docMk/>
            <pc:sldMk cId="0" sldId="267"/>
            <ac:spMk id="3" creationId="{00000000-0000-0000-0000-000000000000}"/>
          </ac:spMkLst>
        </pc:spChg>
        <pc:spChg chg="del mod topLvl">
          <ac:chgData name="Ms Alina Arshad" userId="cccdfd85-d35d-4453-9c6f-a463aae40722" providerId="ADAL" clId="{AD184B4B-0CF3-4D88-AFEA-77665C37DC41}" dt="2024-10-01T13:58:20.058" v="344" actId="478"/>
          <ac:spMkLst>
            <pc:docMk/>
            <pc:sldMk cId="0" sldId="267"/>
            <ac:spMk id="7" creationId="{00000000-0000-0000-0000-000000000000}"/>
          </ac:spMkLst>
        </pc:spChg>
        <pc:grpChg chg="add del mod">
          <ac:chgData name="Ms Alina Arshad" userId="cccdfd85-d35d-4453-9c6f-a463aae40722" providerId="ADAL" clId="{AD184B4B-0CF3-4D88-AFEA-77665C37DC41}" dt="2024-10-01T13:58:20.058" v="344" actId="478"/>
          <ac:grpSpMkLst>
            <pc:docMk/>
            <pc:sldMk cId="0" sldId="267"/>
            <ac:grpSpMk id="4" creationId="{00000000-0000-0000-0000-000000000000}"/>
          </ac:grpSpMkLst>
        </pc:grpChg>
        <pc:picChg chg="del">
          <ac:chgData name="Ms Alina Arshad" userId="cccdfd85-d35d-4453-9c6f-a463aae40722" providerId="ADAL" clId="{AD184B4B-0CF3-4D88-AFEA-77665C37DC41}" dt="2024-10-01T13:57:58.291" v="338" actId="478"/>
          <ac:picMkLst>
            <pc:docMk/>
            <pc:sldMk cId="0" sldId="267"/>
            <ac:picMk id="5" creationId="{00000000-0000-0000-0000-000000000000}"/>
          </ac:picMkLst>
        </pc:picChg>
        <pc:picChg chg="mod topLvl">
          <ac:chgData name="Ms Alina Arshad" userId="cccdfd85-d35d-4453-9c6f-a463aae40722" providerId="ADAL" clId="{AD184B4B-0CF3-4D88-AFEA-77665C37DC41}" dt="2024-10-01T13:58:26.739" v="348" actId="1076"/>
          <ac:picMkLst>
            <pc:docMk/>
            <pc:sldMk cId="0" sldId="267"/>
            <ac:picMk id="6" creationId="{00000000-0000-0000-0000-000000000000}"/>
          </ac:picMkLst>
        </pc:picChg>
      </pc:sldChg>
      <pc:sldChg chg="addSp delSp modSp add mod">
        <pc:chgData name="Ms Alina Arshad" userId="cccdfd85-d35d-4453-9c6f-a463aae40722" providerId="ADAL" clId="{AD184B4B-0CF3-4D88-AFEA-77665C37DC41}" dt="2024-10-07T14:49:12.046" v="634" actId="20577"/>
        <pc:sldMkLst>
          <pc:docMk/>
          <pc:sldMk cId="0" sldId="268"/>
        </pc:sldMkLst>
        <pc:spChg chg="mod">
          <ac:chgData name="Ms Alina Arshad" userId="cccdfd85-d35d-4453-9c6f-a463aae40722" providerId="ADAL" clId="{AD184B4B-0CF3-4D88-AFEA-77665C37DC41}" dt="2024-10-01T13:59:56.983" v="376" actId="113"/>
          <ac:spMkLst>
            <pc:docMk/>
            <pc:sldMk cId="0" sldId="268"/>
            <ac:spMk id="2" creationId="{00000000-0000-0000-0000-000000000000}"/>
          </ac:spMkLst>
        </pc:spChg>
        <pc:spChg chg="mod">
          <ac:chgData name="Ms Alina Arshad" userId="cccdfd85-d35d-4453-9c6f-a463aae40722" providerId="ADAL" clId="{AD184B4B-0CF3-4D88-AFEA-77665C37DC41}" dt="2024-10-07T14:49:12.046" v="634" actId="20577"/>
          <ac:spMkLst>
            <pc:docMk/>
            <pc:sldMk cId="0" sldId="268"/>
            <ac:spMk id="3" creationId="{00000000-0000-0000-0000-000000000000}"/>
          </ac:spMkLst>
        </pc:spChg>
        <pc:spChg chg="del topLvl">
          <ac:chgData name="Ms Alina Arshad" userId="cccdfd85-d35d-4453-9c6f-a463aae40722" providerId="ADAL" clId="{AD184B4B-0CF3-4D88-AFEA-77665C37DC41}" dt="2024-10-01T14:01:04.580" v="411" actId="478"/>
          <ac:spMkLst>
            <pc:docMk/>
            <pc:sldMk cId="0" sldId="268"/>
            <ac:spMk id="7" creationId="{00000000-0000-0000-0000-000000000000}"/>
          </ac:spMkLst>
        </pc:spChg>
        <pc:grpChg chg="add del">
          <ac:chgData name="Ms Alina Arshad" userId="cccdfd85-d35d-4453-9c6f-a463aae40722" providerId="ADAL" clId="{AD184B4B-0CF3-4D88-AFEA-77665C37DC41}" dt="2024-10-01T14:01:04.580" v="411" actId="478"/>
          <ac:grpSpMkLst>
            <pc:docMk/>
            <pc:sldMk cId="0" sldId="268"/>
            <ac:grpSpMk id="4" creationId="{00000000-0000-0000-0000-000000000000}"/>
          </ac:grpSpMkLst>
        </pc:grpChg>
        <pc:picChg chg="del">
          <ac:chgData name="Ms Alina Arshad" userId="cccdfd85-d35d-4453-9c6f-a463aae40722" providerId="ADAL" clId="{AD184B4B-0CF3-4D88-AFEA-77665C37DC41}" dt="2024-10-01T14:00:56.714" v="408" actId="478"/>
          <ac:picMkLst>
            <pc:docMk/>
            <pc:sldMk cId="0" sldId="268"/>
            <ac:picMk id="5" creationId="{00000000-0000-0000-0000-000000000000}"/>
          </ac:picMkLst>
        </pc:picChg>
        <pc:picChg chg="mod topLvl">
          <ac:chgData name="Ms Alina Arshad" userId="cccdfd85-d35d-4453-9c6f-a463aae40722" providerId="ADAL" clId="{AD184B4B-0CF3-4D88-AFEA-77665C37DC41}" dt="2024-10-01T14:01:14.991" v="415" actId="1076"/>
          <ac:picMkLst>
            <pc:docMk/>
            <pc:sldMk cId="0" sldId="268"/>
            <ac:picMk id="6" creationId="{00000000-0000-0000-0000-000000000000}"/>
          </ac:picMkLst>
        </pc:picChg>
      </pc:sldChg>
      <pc:sldChg chg="delSp modSp add mod">
        <pc:chgData name="Ms Alina Arshad" userId="cccdfd85-d35d-4453-9c6f-a463aae40722" providerId="ADAL" clId="{AD184B4B-0CF3-4D88-AFEA-77665C37DC41}" dt="2024-10-07T14:50:11.823" v="641" actId="20577"/>
        <pc:sldMkLst>
          <pc:docMk/>
          <pc:sldMk cId="0" sldId="269"/>
        </pc:sldMkLst>
        <pc:spChg chg="mod">
          <ac:chgData name="Ms Alina Arshad" userId="cccdfd85-d35d-4453-9c6f-a463aae40722" providerId="ADAL" clId="{AD184B4B-0CF3-4D88-AFEA-77665C37DC41}" dt="2024-10-01T14:01:30.015" v="421" actId="20577"/>
          <ac:spMkLst>
            <pc:docMk/>
            <pc:sldMk cId="0" sldId="269"/>
            <ac:spMk id="2" creationId="{00000000-0000-0000-0000-000000000000}"/>
          </ac:spMkLst>
        </pc:spChg>
        <pc:spChg chg="mod">
          <ac:chgData name="Ms Alina Arshad" userId="cccdfd85-d35d-4453-9c6f-a463aae40722" providerId="ADAL" clId="{AD184B4B-0CF3-4D88-AFEA-77665C37DC41}" dt="2024-10-07T14:50:11.823" v="641" actId="20577"/>
          <ac:spMkLst>
            <pc:docMk/>
            <pc:sldMk cId="0" sldId="269"/>
            <ac:spMk id="3" creationId="{00000000-0000-0000-0000-000000000000}"/>
          </ac:spMkLst>
        </pc:spChg>
        <pc:spChg chg="del topLvl">
          <ac:chgData name="Ms Alina Arshad" userId="cccdfd85-d35d-4453-9c6f-a463aae40722" providerId="ADAL" clId="{AD184B4B-0CF3-4D88-AFEA-77665C37DC41}" dt="2024-10-01T14:02:25.429" v="451" actId="478"/>
          <ac:spMkLst>
            <pc:docMk/>
            <pc:sldMk cId="0" sldId="269"/>
            <ac:spMk id="7" creationId="{00000000-0000-0000-0000-000000000000}"/>
          </ac:spMkLst>
        </pc:spChg>
        <pc:grpChg chg="del mod">
          <ac:chgData name="Ms Alina Arshad" userId="cccdfd85-d35d-4453-9c6f-a463aae40722" providerId="ADAL" clId="{AD184B4B-0CF3-4D88-AFEA-77665C37DC41}" dt="2024-10-01T14:02:25.429" v="451" actId="478"/>
          <ac:grpSpMkLst>
            <pc:docMk/>
            <pc:sldMk cId="0" sldId="269"/>
            <ac:grpSpMk id="4" creationId="{00000000-0000-0000-0000-000000000000}"/>
          </ac:grpSpMkLst>
        </pc:grpChg>
        <pc:picChg chg="del mod">
          <ac:chgData name="Ms Alina Arshad" userId="cccdfd85-d35d-4453-9c6f-a463aae40722" providerId="ADAL" clId="{AD184B4B-0CF3-4D88-AFEA-77665C37DC41}" dt="2024-10-01T14:02:21.558" v="450" actId="478"/>
          <ac:picMkLst>
            <pc:docMk/>
            <pc:sldMk cId="0" sldId="269"/>
            <ac:picMk id="5" creationId="{00000000-0000-0000-0000-000000000000}"/>
          </ac:picMkLst>
        </pc:picChg>
        <pc:picChg chg="mod topLvl">
          <ac:chgData name="Ms Alina Arshad" userId="cccdfd85-d35d-4453-9c6f-a463aae40722" providerId="ADAL" clId="{AD184B4B-0CF3-4D88-AFEA-77665C37DC41}" dt="2024-10-01T14:02:32.106" v="454" actId="1076"/>
          <ac:picMkLst>
            <pc:docMk/>
            <pc:sldMk cId="0" sldId="269"/>
            <ac:picMk id="6" creationId="{00000000-0000-0000-0000-000000000000}"/>
          </ac:picMkLst>
        </pc:picChg>
      </pc:sldChg>
      <pc:sldChg chg="modSp add mod">
        <pc:chgData name="Ms Alina Arshad" userId="cccdfd85-d35d-4453-9c6f-a463aae40722" providerId="ADAL" clId="{AD184B4B-0CF3-4D88-AFEA-77665C37DC41}" dt="2024-10-07T14:50:44.500" v="647" actId="20577"/>
        <pc:sldMkLst>
          <pc:docMk/>
          <pc:sldMk cId="0" sldId="270"/>
        </pc:sldMkLst>
        <pc:spChg chg="mod">
          <ac:chgData name="Ms Alina Arshad" userId="cccdfd85-d35d-4453-9c6f-a463aae40722" providerId="ADAL" clId="{AD184B4B-0CF3-4D88-AFEA-77665C37DC41}" dt="2024-10-05T06:10:19.654" v="489" actId="1076"/>
          <ac:spMkLst>
            <pc:docMk/>
            <pc:sldMk cId="0" sldId="270"/>
            <ac:spMk id="2" creationId="{00000000-0000-0000-0000-000000000000}"/>
          </ac:spMkLst>
        </pc:spChg>
        <pc:spChg chg="mod">
          <ac:chgData name="Ms Alina Arshad" userId="cccdfd85-d35d-4453-9c6f-a463aae40722" providerId="ADAL" clId="{AD184B4B-0CF3-4D88-AFEA-77665C37DC41}" dt="2024-10-07T14:50:44.500" v="647" actId="20577"/>
          <ac:spMkLst>
            <pc:docMk/>
            <pc:sldMk cId="0" sldId="270"/>
            <ac:spMk id="3" creationId="{00000000-0000-0000-0000-000000000000}"/>
          </ac:spMkLst>
        </pc:spChg>
      </pc:sldChg>
      <pc:sldChg chg="modSp add mod">
        <pc:chgData name="Ms Alina Arshad" userId="cccdfd85-d35d-4453-9c6f-a463aae40722" providerId="ADAL" clId="{AD184B4B-0CF3-4D88-AFEA-77665C37DC41}" dt="2024-10-07T14:51:38.980" v="655" actId="113"/>
        <pc:sldMkLst>
          <pc:docMk/>
          <pc:sldMk cId="0" sldId="271"/>
        </pc:sldMkLst>
        <pc:spChg chg="mod">
          <ac:chgData name="Ms Alina Arshad" userId="cccdfd85-d35d-4453-9c6f-a463aae40722" providerId="ADAL" clId="{AD184B4B-0CF3-4D88-AFEA-77665C37DC41}" dt="2024-10-07T14:51:38.980" v="655" actId="113"/>
          <ac:spMkLst>
            <pc:docMk/>
            <pc:sldMk cId="0" sldId="271"/>
            <ac:spMk id="2" creationId="{00000000-0000-0000-0000-000000000000}"/>
          </ac:spMkLst>
        </pc:spChg>
        <pc:spChg chg="mod">
          <ac:chgData name="Ms Alina Arshad" userId="cccdfd85-d35d-4453-9c6f-a463aae40722" providerId="ADAL" clId="{AD184B4B-0CF3-4D88-AFEA-77665C37DC41}" dt="2024-10-07T14:51:30.715" v="654" actId="20577"/>
          <ac:spMkLst>
            <pc:docMk/>
            <pc:sldMk cId="0" sldId="271"/>
            <ac:spMk id="3" creationId="{00000000-0000-0000-0000-000000000000}"/>
          </ac:spMkLst>
        </pc:spChg>
      </pc:sldChg>
      <pc:sldChg chg="modSp add mod">
        <pc:chgData name="Ms Alina Arshad" userId="cccdfd85-d35d-4453-9c6f-a463aae40722" providerId="ADAL" clId="{AD184B4B-0CF3-4D88-AFEA-77665C37DC41}" dt="2024-10-07T14:53:18.370" v="664" actId="20577"/>
        <pc:sldMkLst>
          <pc:docMk/>
          <pc:sldMk cId="0" sldId="272"/>
        </pc:sldMkLst>
        <pc:spChg chg="mod">
          <ac:chgData name="Ms Alina Arshad" userId="cccdfd85-d35d-4453-9c6f-a463aae40722" providerId="ADAL" clId="{AD184B4B-0CF3-4D88-AFEA-77665C37DC41}" dt="2024-10-05T06:18:28.445" v="523" actId="113"/>
          <ac:spMkLst>
            <pc:docMk/>
            <pc:sldMk cId="0" sldId="272"/>
            <ac:spMk id="2" creationId="{00000000-0000-0000-0000-000000000000}"/>
          </ac:spMkLst>
        </pc:spChg>
        <pc:spChg chg="mod">
          <ac:chgData name="Ms Alina Arshad" userId="cccdfd85-d35d-4453-9c6f-a463aae40722" providerId="ADAL" clId="{AD184B4B-0CF3-4D88-AFEA-77665C37DC41}" dt="2024-10-07T14:53:18.370" v="664" actId="20577"/>
          <ac:spMkLst>
            <pc:docMk/>
            <pc:sldMk cId="0" sldId="272"/>
            <ac:spMk id="3" creationId="{00000000-0000-0000-0000-000000000000}"/>
          </ac:spMkLst>
        </pc:spChg>
      </pc:sldChg>
      <pc:sldChg chg="del">
        <pc:chgData name="Ms Alina Arshad" userId="cccdfd85-d35d-4453-9c6f-a463aae40722" providerId="ADAL" clId="{AD184B4B-0CF3-4D88-AFEA-77665C37DC41}" dt="2024-10-01T12:57:25.028" v="94" actId="47"/>
        <pc:sldMkLst>
          <pc:docMk/>
          <pc:sldMk cId="3703048629" sldId="279"/>
        </pc:sldMkLst>
      </pc:sldChg>
      <pc:sldChg chg="del">
        <pc:chgData name="Ms Alina Arshad" userId="cccdfd85-d35d-4453-9c6f-a463aae40722" providerId="ADAL" clId="{AD184B4B-0CF3-4D88-AFEA-77665C37DC41}" dt="2024-10-01T12:57:25.764" v="95" actId="47"/>
        <pc:sldMkLst>
          <pc:docMk/>
          <pc:sldMk cId="1821615422" sldId="280"/>
        </pc:sldMkLst>
      </pc:sldChg>
      <pc:sldChg chg="del">
        <pc:chgData name="Ms Alina Arshad" userId="cccdfd85-d35d-4453-9c6f-a463aae40722" providerId="ADAL" clId="{AD184B4B-0CF3-4D88-AFEA-77665C37DC41}" dt="2024-10-01T12:57:26.817" v="97" actId="47"/>
        <pc:sldMkLst>
          <pc:docMk/>
          <pc:sldMk cId="3605066316" sldId="281"/>
        </pc:sldMkLst>
      </pc:sldChg>
      <pc:sldChg chg="del">
        <pc:chgData name="Ms Alina Arshad" userId="cccdfd85-d35d-4453-9c6f-a463aae40722" providerId="ADAL" clId="{AD184B4B-0CF3-4D88-AFEA-77665C37DC41}" dt="2024-10-01T12:57:27.073" v="98" actId="47"/>
        <pc:sldMkLst>
          <pc:docMk/>
          <pc:sldMk cId="24697311" sldId="282"/>
        </pc:sldMkLst>
      </pc:sldChg>
      <pc:sldChg chg="del">
        <pc:chgData name="Ms Alina Arshad" userId="cccdfd85-d35d-4453-9c6f-a463aae40722" providerId="ADAL" clId="{AD184B4B-0CF3-4D88-AFEA-77665C37DC41}" dt="2024-10-01T12:57:28.572" v="103" actId="47"/>
        <pc:sldMkLst>
          <pc:docMk/>
          <pc:sldMk cId="800652809" sldId="284"/>
        </pc:sldMkLst>
      </pc:sldChg>
      <pc:sldChg chg="del">
        <pc:chgData name="Ms Alina Arshad" userId="cccdfd85-d35d-4453-9c6f-a463aae40722" providerId="ADAL" clId="{AD184B4B-0CF3-4D88-AFEA-77665C37DC41}" dt="2024-10-01T12:57:26.310" v="96" actId="47"/>
        <pc:sldMkLst>
          <pc:docMk/>
          <pc:sldMk cId="2002870935" sldId="288"/>
        </pc:sldMkLst>
      </pc:sldChg>
      <pc:sldChg chg="del">
        <pc:chgData name="Ms Alina Arshad" userId="cccdfd85-d35d-4453-9c6f-a463aae40722" providerId="ADAL" clId="{AD184B4B-0CF3-4D88-AFEA-77665C37DC41}" dt="2024-10-01T12:57:24.591" v="93" actId="47"/>
        <pc:sldMkLst>
          <pc:docMk/>
          <pc:sldMk cId="0" sldId="347"/>
        </pc:sldMkLst>
      </pc:sldChg>
      <pc:sldChg chg="del">
        <pc:chgData name="Ms Alina Arshad" userId="cccdfd85-d35d-4453-9c6f-a463aae40722" providerId="ADAL" clId="{AD184B4B-0CF3-4D88-AFEA-77665C37DC41}" dt="2024-10-01T12:57:27.720" v="99" actId="47"/>
        <pc:sldMkLst>
          <pc:docMk/>
          <pc:sldMk cId="2036508356" sldId="348"/>
        </pc:sldMkLst>
      </pc:sldChg>
      <pc:sldChg chg="del">
        <pc:chgData name="Ms Alina Arshad" userId="cccdfd85-d35d-4453-9c6f-a463aae40722" providerId="ADAL" clId="{AD184B4B-0CF3-4D88-AFEA-77665C37DC41}" dt="2024-10-01T12:57:27.938" v="100" actId="47"/>
        <pc:sldMkLst>
          <pc:docMk/>
          <pc:sldMk cId="132290220" sldId="349"/>
        </pc:sldMkLst>
      </pc:sldChg>
      <pc:sldChg chg="del">
        <pc:chgData name="Ms Alina Arshad" userId="cccdfd85-d35d-4453-9c6f-a463aae40722" providerId="ADAL" clId="{AD184B4B-0CF3-4D88-AFEA-77665C37DC41}" dt="2024-10-01T12:57:28.358" v="102" actId="47"/>
        <pc:sldMkLst>
          <pc:docMk/>
          <pc:sldMk cId="448686030" sldId="350"/>
        </pc:sldMkLst>
      </pc:sldChg>
      <pc:sldChg chg="del">
        <pc:chgData name="Ms Alina Arshad" userId="cccdfd85-d35d-4453-9c6f-a463aae40722" providerId="ADAL" clId="{AD184B4B-0CF3-4D88-AFEA-77665C37DC41}" dt="2024-10-01T12:57:28.175" v="101" actId="47"/>
        <pc:sldMkLst>
          <pc:docMk/>
          <pc:sldMk cId="3109540881" sldId="351"/>
        </pc:sldMkLst>
      </pc:sldChg>
      <pc:sldChg chg="del">
        <pc:chgData name="Ms Alina Arshad" userId="cccdfd85-d35d-4453-9c6f-a463aae40722" providerId="ADAL" clId="{AD184B4B-0CF3-4D88-AFEA-77665C37DC41}" dt="2024-10-01T12:57:29.086" v="104" actId="47"/>
        <pc:sldMkLst>
          <pc:docMk/>
          <pc:sldMk cId="0" sldId="352"/>
        </pc:sldMkLst>
      </pc:sldChg>
      <pc:sldChg chg="del">
        <pc:chgData name="Ms Alina Arshad" userId="cccdfd85-d35d-4453-9c6f-a463aae40722" providerId="ADAL" clId="{AD184B4B-0CF3-4D88-AFEA-77665C37DC41}" dt="2024-10-01T12:57:29.443" v="106" actId="47"/>
        <pc:sldMkLst>
          <pc:docMk/>
          <pc:sldMk cId="0" sldId="353"/>
        </pc:sldMkLst>
      </pc:sldChg>
      <pc:sldChg chg="del">
        <pc:chgData name="Ms Alina Arshad" userId="cccdfd85-d35d-4453-9c6f-a463aae40722" providerId="ADAL" clId="{AD184B4B-0CF3-4D88-AFEA-77665C37DC41}" dt="2024-10-01T12:57:29.610" v="107" actId="47"/>
        <pc:sldMkLst>
          <pc:docMk/>
          <pc:sldMk cId="0" sldId="354"/>
        </pc:sldMkLst>
      </pc:sldChg>
      <pc:sldChg chg="del">
        <pc:chgData name="Ms Alina Arshad" userId="cccdfd85-d35d-4453-9c6f-a463aae40722" providerId="ADAL" clId="{AD184B4B-0CF3-4D88-AFEA-77665C37DC41}" dt="2024-10-01T12:57:30.402" v="109" actId="47"/>
        <pc:sldMkLst>
          <pc:docMk/>
          <pc:sldMk cId="0" sldId="355"/>
        </pc:sldMkLst>
      </pc:sldChg>
      <pc:sldChg chg="del">
        <pc:chgData name="Ms Alina Arshad" userId="cccdfd85-d35d-4453-9c6f-a463aae40722" providerId="ADAL" clId="{AD184B4B-0CF3-4D88-AFEA-77665C37DC41}" dt="2024-10-01T12:57:33.574" v="116" actId="47"/>
        <pc:sldMkLst>
          <pc:docMk/>
          <pc:sldMk cId="0" sldId="357"/>
        </pc:sldMkLst>
      </pc:sldChg>
      <pc:sldChg chg="del">
        <pc:chgData name="Ms Alina Arshad" userId="cccdfd85-d35d-4453-9c6f-a463aae40722" providerId="ADAL" clId="{AD184B4B-0CF3-4D88-AFEA-77665C37DC41}" dt="2024-10-01T12:57:31.496" v="112" actId="47"/>
        <pc:sldMkLst>
          <pc:docMk/>
          <pc:sldMk cId="0" sldId="368"/>
        </pc:sldMkLst>
      </pc:sldChg>
      <pc:sldChg chg="del">
        <pc:chgData name="Ms Alina Arshad" userId="cccdfd85-d35d-4453-9c6f-a463aae40722" providerId="ADAL" clId="{AD184B4B-0CF3-4D88-AFEA-77665C37DC41}" dt="2024-10-01T12:57:31.858" v="113" actId="47"/>
        <pc:sldMkLst>
          <pc:docMk/>
          <pc:sldMk cId="0" sldId="369"/>
        </pc:sldMkLst>
      </pc:sldChg>
      <pc:sldChg chg="del">
        <pc:chgData name="Ms Alina Arshad" userId="cccdfd85-d35d-4453-9c6f-a463aae40722" providerId="ADAL" clId="{AD184B4B-0CF3-4D88-AFEA-77665C37DC41}" dt="2024-10-01T12:57:30.575" v="110" actId="47"/>
        <pc:sldMkLst>
          <pc:docMk/>
          <pc:sldMk cId="0" sldId="370"/>
        </pc:sldMkLst>
      </pc:sldChg>
      <pc:sldChg chg="del">
        <pc:chgData name="Ms Alina Arshad" userId="cccdfd85-d35d-4453-9c6f-a463aae40722" providerId="ADAL" clId="{AD184B4B-0CF3-4D88-AFEA-77665C37DC41}" dt="2024-10-01T12:57:31.210" v="111" actId="47"/>
        <pc:sldMkLst>
          <pc:docMk/>
          <pc:sldMk cId="0" sldId="371"/>
        </pc:sldMkLst>
      </pc:sldChg>
      <pc:sldChg chg="del ord">
        <pc:chgData name="Ms Alina Arshad" userId="cccdfd85-d35d-4453-9c6f-a463aae40722" providerId="ADAL" clId="{AD184B4B-0CF3-4D88-AFEA-77665C37DC41}" dt="2024-10-01T12:57:30.161" v="108" actId="47"/>
        <pc:sldMkLst>
          <pc:docMk/>
          <pc:sldMk cId="0" sldId="372"/>
        </pc:sldMkLst>
      </pc:sldChg>
      <pc:sldChg chg="del">
        <pc:chgData name="Ms Alina Arshad" userId="cccdfd85-d35d-4453-9c6f-a463aae40722" providerId="ADAL" clId="{AD184B4B-0CF3-4D88-AFEA-77665C37DC41}" dt="2024-10-01T12:57:24.110" v="92" actId="47"/>
        <pc:sldMkLst>
          <pc:docMk/>
          <pc:sldMk cId="0" sldId="384"/>
        </pc:sldMkLst>
      </pc:sldChg>
      <pc:sldChg chg="del">
        <pc:chgData name="Ms Alina Arshad" userId="cccdfd85-d35d-4453-9c6f-a463aae40722" providerId="ADAL" clId="{AD184B4B-0CF3-4D88-AFEA-77665C37DC41}" dt="2024-10-01T12:57:32.374" v="114" actId="47"/>
        <pc:sldMkLst>
          <pc:docMk/>
          <pc:sldMk cId="0" sldId="392"/>
        </pc:sldMkLst>
      </pc:sldChg>
      <pc:sldChg chg="del">
        <pc:chgData name="Ms Alina Arshad" userId="cccdfd85-d35d-4453-9c6f-a463aae40722" providerId="ADAL" clId="{AD184B4B-0CF3-4D88-AFEA-77665C37DC41}" dt="2024-10-01T12:57:32.626" v="115" actId="47"/>
        <pc:sldMkLst>
          <pc:docMk/>
          <pc:sldMk cId="0" sldId="396"/>
        </pc:sldMkLst>
      </pc:sldChg>
      <pc:sldChg chg="del">
        <pc:chgData name="Ms Alina Arshad" userId="cccdfd85-d35d-4453-9c6f-a463aae40722" providerId="ADAL" clId="{AD184B4B-0CF3-4D88-AFEA-77665C37DC41}" dt="2024-10-01T12:57:29.281" v="105" actId="47"/>
        <pc:sldMkLst>
          <pc:docMk/>
          <pc:sldMk cId="1634129650" sldId="397"/>
        </pc:sldMkLst>
      </pc:sldChg>
    </pc:docChg>
  </pc:docChgLst>
  <pc:docChgLst>
    <pc:chgData name="Ms Alina Arshad" userId="cccdfd85-d35d-4453-9c6f-a463aae40722" providerId="ADAL" clId="{9854E9E9-FCEA-46BD-B550-110177B9E80F}"/>
    <pc:docChg chg="undo custSel addSld delSld modSld">
      <pc:chgData name="Ms Alina Arshad" userId="cccdfd85-d35d-4453-9c6f-a463aae40722" providerId="ADAL" clId="{9854E9E9-FCEA-46BD-B550-110177B9E80F}" dt="2024-10-20T11:28:12.977" v="1172" actId="20577"/>
      <pc:docMkLst>
        <pc:docMk/>
      </pc:docMkLst>
      <pc:sldChg chg="modSp mod">
        <pc:chgData name="Ms Alina Arshad" userId="cccdfd85-d35d-4453-9c6f-a463aae40722" providerId="ADAL" clId="{9854E9E9-FCEA-46BD-B550-110177B9E80F}" dt="2024-10-19T07:31:56.186" v="30" actId="20577"/>
        <pc:sldMkLst>
          <pc:docMk/>
          <pc:sldMk cId="3322361034" sldId="256"/>
        </pc:sldMkLst>
        <pc:spChg chg="mod">
          <ac:chgData name="Ms Alina Arshad" userId="cccdfd85-d35d-4453-9c6f-a463aae40722" providerId="ADAL" clId="{9854E9E9-FCEA-46BD-B550-110177B9E80F}" dt="2024-10-19T07:31:56.186" v="30" actId="20577"/>
          <ac:spMkLst>
            <pc:docMk/>
            <pc:sldMk cId="3322361034" sldId="256"/>
            <ac:spMk id="3" creationId="{44E9F82C-BBA7-3495-1097-BEDB54FFFDF4}"/>
          </ac:spMkLst>
        </pc:spChg>
      </pc:sldChg>
      <pc:sldChg chg="delSp modSp add del mod">
        <pc:chgData name="Ms Alina Arshad" userId="cccdfd85-d35d-4453-9c6f-a463aae40722" providerId="ADAL" clId="{9854E9E9-FCEA-46BD-B550-110177B9E80F}" dt="2024-10-20T09:28:56.738" v="1087" actId="20577"/>
        <pc:sldMkLst>
          <pc:docMk/>
          <pc:sldMk cId="0" sldId="257"/>
        </pc:sldMkLst>
        <pc:spChg chg="mod">
          <ac:chgData name="Ms Alina Arshad" userId="cccdfd85-d35d-4453-9c6f-a463aae40722" providerId="ADAL" clId="{9854E9E9-FCEA-46BD-B550-110177B9E80F}" dt="2024-10-19T07:38:41.926" v="52" actId="2711"/>
          <ac:spMkLst>
            <pc:docMk/>
            <pc:sldMk cId="0" sldId="257"/>
            <ac:spMk id="2" creationId="{00000000-0000-0000-0000-000000000000}"/>
          </ac:spMkLst>
        </pc:spChg>
        <pc:spChg chg="mod">
          <ac:chgData name="Ms Alina Arshad" userId="cccdfd85-d35d-4453-9c6f-a463aae40722" providerId="ADAL" clId="{9854E9E9-FCEA-46BD-B550-110177B9E80F}" dt="2024-10-20T09:28:56.738" v="1087" actId="20577"/>
          <ac:spMkLst>
            <pc:docMk/>
            <pc:sldMk cId="0" sldId="257"/>
            <ac:spMk id="3" creationId="{00000000-0000-0000-0000-000000000000}"/>
          </ac:spMkLst>
        </pc:spChg>
        <pc:spChg chg="del mod">
          <ac:chgData name="Ms Alina Arshad" userId="cccdfd85-d35d-4453-9c6f-a463aae40722" providerId="ADAL" clId="{9854E9E9-FCEA-46BD-B550-110177B9E80F}" dt="2024-10-19T07:40:11.260" v="73" actId="478"/>
          <ac:spMkLst>
            <pc:docMk/>
            <pc:sldMk cId="0" sldId="257"/>
            <ac:spMk id="4" creationId="{00000000-0000-0000-0000-000000000000}"/>
          </ac:spMkLst>
        </pc:spChg>
      </pc:sldChg>
      <pc:sldChg chg="delSp modSp add del mod">
        <pc:chgData name="Ms Alina Arshad" userId="cccdfd85-d35d-4453-9c6f-a463aae40722" providerId="ADAL" clId="{9854E9E9-FCEA-46BD-B550-110177B9E80F}" dt="2024-10-19T07:41:27.351" v="89" actId="20577"/>
        <pc:sldMkLst>
          <pc:docMk/>
          <pc:sldMk cId="0" sldId="258"/>
        </pc:sldMkLst>
        <pc:spChg chg="mod">
          <ac:chgData name="Ms Alina Arshad" userId="cccdfd85-d35d-4453-9c6f-a463aae40722" providerId="ADAL" clId="{9854E9E9-FCEA-46BD-B550-110177B9E80F}" dt="2024-10-19T07:40:43.094" v="78" actId="207"/>
          <ac:spMkLst>
            <pc:docMk/>
            <pc:sldMk cId="0" sldId="258"/>
            <ac:spMk id="2" creationId="{00000000-0000-0000-0000-000000000000}"/>
          </ac:spMkLst>
        </pc:spChg>
        <pc:spChg chg="mod">
          <ac:chgData name="Ms Alina Arshad" userId="cccdfd85-d35d-4453-9c6f-a463aae40722" providerId="ADAL" clId="{9854E9E9-FCEA-46BD-B550-110177B9E80F}" dt="2024-10-19T07:41:27.351" v="89" actId="20577"/>
          <ac:spMkLst>
            <pc:docMk/>
            <pc:sldMk cId="0" sldId="258"/>
            <ac:spMk id="3" creationId="{00000000-0000-0000-0000-000000000000}"/>
          </ac:spMkLst>
        </pc:spChg>
        <pc:spChg chg="del mod">
          <ac:chgData name="Ms Alina Arshad" userId="cccdfd85-d35d-4453-9c6f-a463aae40722" providerId="ADAL" clId="{9854E9E9-FCEA-46BD-B550-110177B9E80F}" dt="2024-10-19T07:40:54.161" v="82" actId="478"/>
          <ac:spMkLst>
            <pc:docMk/>
            <pc:sldMk cId="0" sldId="258"/>
            <ac:spMk id="4" creationId="{00000000-0000-0000-0000-000000000000}"/>
          </ac:spMkLst>
        </pc:spChg>
      </pc:sldChg>
      <pc:sldChg chg="delSp modSp add del mod">
        <pc:chgData name="Ms Alina Arshad" userId="cccdfd85-d35d-4453-9c6f-a463aae40722" providerId="ADAL" clId="{9854E9E9-FCEA-46BD-B550-110177B9E80F}" dt="2024-10-19T16:01:57.630" v="743" actId="20577"/>
        <pc:sldMkLst>
          <pc:docMk/>
          <pc:sldMk cId="0" sldId="259"/>
        </pc:sldMkLst>
        <pc:spChg chg="mod">
          <ac:chgData name="Ms Alina Arshad" userId="cccdfd85-d35d-4453-9c6f-a463aae40722" providerId="ADAL" clId="{9854E9E9-FCEA-46BD-B550-110177B9E80F}" dt="2024-10-19T07:41:43.883" v="93" actId="207"/>
          <ac:spMkLst>
            <pc:docMk/>
            <pc:sldMk cId="0" sldId="259"/>
            <ac:spMk id="2" creationId="{00000000-0000-0000-0000-000000000000}"/>
          </ac:spMkLst>
        </pc:spChg>
        <pc:spChg chg="mod">
          <ac:chgData name="Ms Alina Arshad" userId="cccdfd85-d35d-4453-9c6f-a463aae40722" providerId="ADAL" clId="{9854E9E9-FCEA-46BD-B550-110177B9E80F}" dt="2024-10-19T16:01:57.630" v="743" actId="20577"/>
          <ac:spMkLst>
            <pc:docMk/>
            <pc:sldMk cId="0" sldId="259"/>
            <ac:spMk id="3" creationId="{00000000-0000-0000-0000-000000000000}"/>
          </ac:spMkLst>
        </pc:spChg>
        <pc:spChg chg="del mod">
          <ac:chgData name="Ms Alina Arshad" userId="cccdfd85-d35d-4453-9c6f-a463aae40722" providerId="ADAL" clId="{9854E9E9-FCEA-46BD-B550-110177B9E80F}" dt="2024-10-19T07:42:42.827" v="104" actId="478"/>
          <ac:spMkLst>
            <pc:docMk/>
            <pc:sldMk cId="0" sldId="259"/>
            <ac:spMk id="4" creationId="{00000000-0000-0000-0000-000000000000}"/>
          </ac:spMkLst>
        </pc:spChg>
      </pc:sldChg>
      <pc:sldChg chg="delSp modSp add del mod">
        <pc:chgData name="Ms Alina Arshad" userId="cccdfd85-d35d-4453-9c6f-a463aae40722" providerId="ADAL" clId="{9854E9E9-FCEA-46BD-B550-110177B9E80F}" dt="2024-10-19T07:44:19.632" v="136" actId="1076"/>
        <pc:sldMkLst>
          <pc:docMk/>
          <pc:sldMk cId="0" sldId="260"/>
        </pc:sldMkLst>
        <pc:spChg chg="mod">
          <ac:chgData name="Ms Alina Arshad" userId="cccdfd85-d35d-4453-9c6f-a463aae40722" providerId="ADAL" clId="{9854E9E9-FCEA-46BD-B550-110177B9E80F}" dt="2024-10-19T07:43:52.889" v="128" actId="207"/>
          <ac:spMkLst>
            <pc:docMk/>
            <pc:sldMk cId="0" sldId="260"/>
            <ac:spMk id="2" creationId="{00000000-0000-0000-0000-000000000000}"/>
          </ac:spMkLst>
        </pc:spChg>
        <pc:spChg chg="mod">
          <ac:chgData name="Ms Alina Arshad" userId="cccdfd85-d35d-4453-9c6f-a463aae40722" providerId="ADAL" clId="{9854E9E9-FCEA-46BD-B550-110177B9E80F}" dt="2024-10-19T07:44:07.759" v="133" actId="14100"/>
          <ac:spMkLst>
            <pc:docMk/>
            <pc:sldMk cId="0" sldId="260"/>
            <ac:spMk id="3" creationId="{00000000-0000-0000-0000-000000000000}"/>
          </ac:spMkLst>
        </pc:spChg>
        <pc:spChg chg="del mod">
          <ac:chgData name="Ms Alina Arshad" userId="cccdfd85-d35d-4453-9c6f-a463aae40722" providerId="ADAL" clId="{9854E9E9-FCEA-46BD-B550-110177B9E80F}" dt="2024-10-19T07:44:17.072" v="135" actId="478"/>
          <ac:spMkLst>
            <pc:docMk/>
            <pc:sldMk cId="0" sldId="260"/>
            <ac:spMk id="5" creationId="{00000000-0000-0000-0000-000000000000}"/>
          </ac:spMkLst>
        </pc:spChg>
        <pc:picChg chg="mod">
          <ac:chgData name="Ms Alina Arshad" userId="cccdfd85-d35d-4453-9c6f-a463aae40722" providerId="ADAL" clId="{9854E9E9-FCEA-46BD-B550-110177B9E80F}" dt="2024-10-19T07:44:19.632" v="136" actId="1076"/>
          <ac:picMkLst>
            <pc:docMk/>
            <pc:sldMk cId="0" sldId="260"/>
            <ac:picMk id="4" creationId="{00000000-0000-0000-0000-000000000000}"/>
          </ac:picMkLst>
        </pc:picChg>
      </pc:sldChg>
      <pc:sldChg chg="delSp modSp add del mod">
        <pc:chgData name="Ms Alina Arshad" userId="cccdfd85-d35d-4453-9c6f-a463aae40722" providerId="ADAL" clId="{9854E9E9-FCEA-46BD-B550-110177B9E80F}" dt="2024-10-20T09:41:52.846" v="1122" actId="403"/>
        <pc:sldMkLst>
          <pc:docMk/>
          <pc:sldMk cId="0" sldId="261"/>
        </pc:sldMkLst>
        <pc:spChg chg="mod">
          <ac:chgData name="Ms Alina Arshad" userId="cccdfd85-d35d-4453-9c6f-a463aae40722" providerId="ADAL" clId="{9854E9E9-FCEA-46BD-B550-110177B9E80F}" dt="2024-10-19T07:44:43.006" v="141" actId="207"/>
          <ac:spMkLst>
            <pc:docMk/>
            <pc:sldMk cId="0" sldId="261"/>
            <ac:spMk id="2" creationId="{00000000-0000-0000-0000-000000000000}"/>
          </ac:spMkLst>
        </pc:spChg>
        <pc:spChg chg="mod">
          <ac:chgData name="Ms Alina Arshad" userId="cccdfd85-d35d-4453-9c6f-a463aae40722" providerId="ADAL" clId="{9854E9E9-FCEA-46BD-B550-110177B9E80F}" dt="2024-10-20T09:41:13.510" v="1120" actId="20577"/>
          <ac:spMkLst>
            <pc:docMk/>
            <pc:sldMk cId="0" sldId="261"/>
            <ac:spMk id="3" creationId="{00000000-0000-0000-0000-000000000000}"/>
          </ac:spMkLst>
        </pc:spChg>
        <pc:spChg chg="mod">
          <ac:chgData name="Ms Alina Arshad" userId="cccdfd85-d35d-4453-9c6f-a463aae40722" providerId="ADAL" clId="{9854E9E9-FCEA-46BD-B550-110177B9E80F}" dt="2024-10-20T09:41:52.846" v="1122" actId="403"/>
          <ac:spMkLst>
            <pc:docMk/>
            <pc:sldMk cId="0" sldId="261"/>
            <ac:spMk id="4" creationId="{00000000-0000-0000-0000-000000000000}"/>
          </ac:spMkLst>
        </pc:spChg>
        <pc:spChg chg="del">
          <ac:chgData name="Ms Alina Arshad" userId="cccdfd85-d35d-4453-9c6f-a463aae40722" providerId="ADAL" clId="{9854E9E9-FCEA-46BD-B550-110177B9E80F}" dt="2024-10-19T07:44:55.931" v="144" actId="478"/>
          <ac:spMkLst>
            <pc:docMk/>
            <pc:sldMk cId="0" sldId="261"/>
            <ac:spMk id="5" creationId="{00000000-0000-0000-0000-000000000000}"/>
          </ac:spMkLst>
        </pc:spChg>
      </pc:sldChg>
      <pc:sldChg chg="delSp modSp add del mod">
        <pc:chgData name="Ms Alina Arshad" userId="cccdfd85-d35d-4453-9c6f-a463aae40722" providerId="ADAL" clId="{9854E9E9-FCEA-46BD-B550-110177B9E80F}" dt="2024-10-19T07:50:24.942" v="217" actId="47"/>
        <pc:sldMkLst>
          <pc:docMk/>
          <pc:sldMk cId="0" sldId="262"/>
        </pc:sldMkLst>
        <pc:spChg chg="del mod">
          <ac:chgData name="Ms Alina Arshad" userId="cccdfd85-d35d-4453-9c6f-a463aae40722" providerId="ADAL" clId="{9854E9E9-FCEA-46BD-B550-110177B9E80F}" dt="2024-10-19T07:50:20.314" v="214"/>
          <ac:spMkLst>
            <pc:docMk/>
            <pc:sldMk cId="0" sldId="262"/>
            <ac:spMk id="2" creationId="{00000000-0000-0000-0000-000000000000}"/>
          </ac:spMkLst>
        </pc:spChg>
        <pc:spChg chg="del mod">
          <ac:chgData name="Ms Alina Arshad" userId="cccdfd85-d35d-4453-9c6f-a463aae40722" providerId="ADAL" clId="{9854E9E9-FCEA-46BD-B550-110177B9E80F}" dt="2024-10-19T07:48:06.231" v="187" actId="478"/>
          <ac:spMkLst>
            <pc:docMk/>
            <pc:sldMk cId="0" sldId="262"/>
            <ac:spMk id="3" creationId="{00000000-0000-0000-0000-000000000000}"/>
          </ac:spMkLst>
        </pc:spChg>
      </pc:sldChg>
      <pc:sldChg chg="delSp modSp add del mod">
        <pc:chgData name="Ms Alina Arshad" userId="cccdfd85-d35d-4453-9c6f-a463aae40722" providerId="ADAL" clId="{9854E9E9-FCEA-46BD-B550-110177B9E80F}" dt="2024-10-20T10:28:01.042" v="1147" actId="403"/>
        <pc:sldMkLst>
          <pc:docMk/>
          <pc:sldMk cId="0" sldId="263"/>
        </pc:sldMkLst>
        <pc:spChg chg="mod">
          <ac:chgData name="Ms Alina Arshad" userId="cccdfd85-d35d-4453-9c6f-a463aae40722" providerId="ADAL" clId="{9854E9E9-FCEA-46BD-B550-110177B9E80F}" dt="2024-10-19T08:06:23.234" v="491" actId="1076"/>
          <ac:spMkLst>
            <pc:docMk/>
            <pc:sldMk cId="0" sldId="263"/>
            <ac:spMk id="2" creationId="{00000000-0000-0000-0000-000000000000}"/>
          </ac:spMkLst>
        </pc:spChg>
        <pc:spChg chg="mod">
          <ac:chgData name="Ms Alina Arshad" userId="cccdfd85-d35d-4453-9c6f-a463aae40722" providerId="ADAL" clId="{9854E9E9-FCEA-46BD-B550-110177B9E80F}" dt="2024-10-20T10:28:01.042" v="1147" actId="403"/>
          <ac:spMkLst>
            <pc:docMk/>
            <pc:sldMk cId="0" sldId="263"/>
            <ac:spMk id="3" creationId="{00000000-0000-0000-0000-000000000000}"/>
          </ac:spMkLst>
        </pc:spChg>
        <pc:spChg chg="del mod">
          <ac:chgData name="Ms Alina Arshad" userId="cccdfd85-d35d-4453-9c6f-a463aae40722" providerId="ADAL" clId="{9854E9E9-FCEA-46BD-B550-110177B9E80F}" dt="2024-10-19T07:57:28.174" v="334" actId="478"/>
          <ac:spMkLst>
            <pc:docMk/>
            <pc:sldMk cId="0" sldId="263"/>
            <ac:spMk id="4" creationId="{00000000-0000-0000-0000-000000000000}"/>
          </ac:spMkLst>
        </pc:spChg>
      </pc:sldChg>
      <pc:sldChg chg="delSp modSp add del mod">
        <pc:chgData name="Ms Alina Arshad" userId="cccdfd85-d35d-4453-9c6f-a463aae40722" providerId="ADAL" clId="{9854E9E9-FCEA-46BD-B550-110177B9E80F}" dt="2024-10-19T07:49:49.451" v="205" actId="478"/>
        <pc:sldMkLst>
          <pc:docMk/>
          <pc:sldMk cId="0" sldId="264"/>
        </pc:sldMkLst>
        <pc:spChg chg="mod">
          <ac:chgData name="Ms Alina Arshad" userId="cccdfd85-d35d-4453-9c6f-a463aae40722" providerId="ADAL" clId="{9854E9E9-FCEA-46BD-B550-110177B9E80F}" dt="2024-10-19T07:49:15.873" v="199" actId="1076"/>
          <ac:spMkLst>
            <pc:docMk/>
            <pc:sldMk cId="0" sldId="264"/>
            <ac:spMk id="2" creationId="{00000000-0000-0000-0000-000000000000}"/>
          </ac:spMkLst>
        </pc:spChg>
        <pc:spChg chg="del mod topLvl">
          <ac:chgData name="Ms Alina Arshad" userId="cccdfd85-d35d-4453-9c6f-a463aae40722" providerId="ADAL" clId="{9854E9E9-FCEA-46BD-B550-110177B9E80F}" dt="2024-10-19T07:49:49.451" v="205" actId="478"/>
          <ac:spMkLst>
            <pc:docMk/>
            <pc:sldMk cId="0" sldId="264"/>
            <ac:spMk id="4" creationId="{00000000-0000-0000-0000-000000000000}"/>
          </ac:spMkLst>
        </pc:spChg>
        <pc:spChg chg="del mod">
          <ac:chgData name="Ms Alina Arshad" userId="cccdfd85-d35d-4453-9c6f-a463aae40722" providerId="ADAL" clId="{9854E9E9-FCEA-46BD-B550-110177B9E80F}" dt="2024-10-19T07:48:46.675" v="191" actId="478"/>
          <ac:spMkLst>
            <pc:docMk/>
            <pc:sldMk cId="0" sldId="264"/>
            <ac:spMk id="6" creationId="{00000000-0000-0000-0000-000000000000}"/>
          </ac:spMkLst>
        </pc:spChg>
        <pc:grpChg chg="del mod">
          <ac:chgData name="Ms Alina Arshad" userId="cccdfd85-d35d-4453-9c6f-a463aae40722" providerId="ADAL" clId="{9854E9E9-FCEA-46BD-B550-110177B9E80F}" dt="2024-10-19T07:49:49.451" v="205" actId="478"/>
          <ac:grpSpMkLst>
            <pc:docMk/>
            <pc:sldMk cId="0" sldId="264"/>
            <ac:grpSpMk id="3" creationId="{00000000-0000-0000-0000-000000000000}"/>
          </ac:grpSpMkLst>
        </pc:grpChg>
        <pc:picChg chg="topLvl">
          <ac:chgData name="Ms Alina Arshad" userId="cccdfd85-d35d-4453-9c6f-a463aae40722" providerId="ADAL" clId="{9854E9E9-FCEA-46BD-B550-110177B9E80F}" dt="2024-10-19T07:49:49.451" v="205" actId="478"/>
          <ac:picMkLst>
            <pc:docMk/>
            <pc:sldMk cId="0" sldId="264"/>
            <ac:picMk id="5" creationId="{00000000-0000-0000-0000-000000000000}"/>
          </ac:picMkLst>
        </pc:picChg>
      </pc:sldChg>
      <pc:sldChg chg="delSp modSp add del mod">
        <pc:chgData name="Ms Alina Arshad" userId="cccdfd85-d35d-4453-9c6f-a463aae40722" providerId="ADAL" clId="{9854E9E9-FCEA-46BD-B550-110177B9E80F}" dt="2024-10-19T16:04:10.359" v="777" actId="478"/>
        <pc:sldMkLst>
          <pc:docMk/>
          <pc:sldMk cId="0" sldId="265"/>
        </pc:sldMkLst>
        <pc:spChg chg="mod">
          <ac:chgData name="Ms Alina Arshad" userId="cccdfd85-d35d-4453-9c6f-a463aae40722" providerId="ADAL" clId="{9854E9E9-FCEA-46BD-B550-110177B9E80F}" dt="2024-10-19T16:03:14.341" v="769" actId="113"/>
          <ac:spMkLst>
            <pc:docMk/>
            <pc:sldMk cId="0" sldId="265"/>
            <ac:spMk id="2" creationId="{00000000-0000-0000-0000-000000000000}"/>
          </ac:spMkLst>
        </pc:spChg>
        <pc:spChg chg="mod">
          <ac:chgData name="Ms Alina Arshad" userId="cccdfd85-d35d-4453-9c6f-a463aae40722" providerId="ADAL" clId="{9854E9E9-FCEA-46BD-B550-110177B9E80F}" dt="2024-10-19T16:04:04.679" v="776" actId="403"/>
          <ac:spMkLst>
            <pc:docMk/>
            <pc:sldMk cId="0" sldId="265"/>
            <ac:spMk id="3" creationId="{00000000-0000-0000-0000-000000000000}"/>
          </ac:spMkLst>
        </pc:spChg>
        <pc:spChg chg="del mod">
          <ac:chgData name="Ms Alina Arshad" userId="cccdfd85-d35d-4453-9c6f-a463aae40722" providerId="ADAL" clId="{9854E9E9-FCEA-46BD-B550-110177B9E80F}" dt="2024-10-19T16:04:10.359" v="777" actId="478"/>
          <ac:spMkLst>
            <pc:docMk/>
            <pc:sldMk cId="0" sldId="265"/>
            <ac:spMk id="4" creationId="{00000000-0000-0000-0000-000000000000}"/>
          </ac:spMkLst>
        </pc:spChg>
      </pc:sldChg>
      <pc:sldChg chg="delSp modSp add del mod">
        <pc:chgData name="Ms Alina Arshad" userId="cccdfd85-d35d-4453-9c6f-a463aae40722" providerId="ADAL" clId="{9854E9E9-FCEA-46BD-B550-110177B9E80F}" dt="2024-10-20T10:08:45.649" v="1138" actId="5793"/>
        <pc:sldMkLst>
          <pc:docMk/>
          <pc:sldMk cId="0" sldId="266"/>
        </pc:sldMkLst>
        <pc:spChg chg="mod">
          <ac:chgData name="Ms Alina Arshad" userId="cccdfd85-d35d-4453-9c6f-a463aae40722" providerId="ADAL" clId="{9854E9E9-FCEA-46BD-B550-110177B9E80F}" dt="2024-10-19T16:04:27.702" v="782" actId="1076"/>
          <ac:spMkLst>
            <pc:docMk/>
            <pc:sldMk cId="0" sldId="266"/>
            <ac:spMk id="2" creationId="{00000000-0000-0000-0000-000000000000}"/>
          </ac:spMkLst>
        </pc:spChg>
        <pc:spChg chg="mod">
          <ac:chgData name="Ms Alina Arshad" userId="cccdfd85-d35d-4453-9c6f-a463aae40722" providerId="ADAL" clId="{9854E9E9-FCEA-46BD-B550-110177B9E80F}" dt="2024-10-20T10:08:45.649" v="1138" actId="5793"/>
          <ac:spMkLst>
            <pc:docMk/>
            <pc:sldMk cId="0" sldId="266"/>
            <ac:spMk id="3" creationId="{00000000-0000-0000-0000-000000000000}"/>
          </ac:spMkLst>
        </pc:spChg>
        <pc:spChg chg="del mod">
          <ac:chgData name="Ms Alina Arshad" userId="cccdfd85-d35d-4453-9c6f-a463aae40722" providerId="ADAL" clId="{9854E9E9-FCEA-46BD-B550-110177B9E80F}" dt="2024-10-19T16:04:39.298" v="785" actId="478"/>
          <ac:spMkLst>
            <pc:docMk/>
            <pc:sldMk cId="0" sldId="266"/>
            <ac:spMk id="4" creationId="{00000000-0000-0000-0000-000000000000}"/>
          </ac:spMkLst>
        </pc:spChg>
      </pc:sldChg>
      <pc:sldChg chg="delSp modSp add del mod">
        <pc:chgData name="Ms Alina Arshad" userId="cccdfd85-d35d-4453-9c6f-a463aae40722" providerId="ADAL" clId="{9854E9E9-FCEA-46BD-B550-110177B9E80F}" dt="2024-10-20T10:10:11.198" v="1143" actId="5793"/>
        <pc:sldMkLst>
          <pc:docMk/>
          <pc:sldMk cId="0" sldId="267"/>
        </pc:sldMkLst>
        <pc:spChg chg="mod">
          <ac:chgData name="Ms Alina Arshad" userId="cccdfd85-d35d-4453-9c6f-a463aae40722" providerId="ADAL" clId="{9854E9E9-FCEA-46BD-B550-110177B9E80F}" dt="2024-10-19T16:06:39.435" v="820" actId="1076"/>
          <ac:spMkLst>
            <pc:docMk/>
            <pc:sldMk cId="0" sldId="267"/>
            <ac:spMk id="2" creationId="{00000000-0000-0000-0000-000000000000}"/>
          </ac:spMkLst>
        </pc:spChg>
        <pc:spChg chg="mod">
          <ac:chgData name="Ms Alina Arshad" userId="cccdfd85-d35d-4453-9c6f-a463aae40722" providerId="ADAL" clId="{9854E9E9-FCEA-46BD-B550-110177B9E80F}" dt="2024-10-20T10:10:11.198" v="1143" actId="5793"/>
          <ac:spMkLst>
            <pc:docMk/>
            <pc:sldMk cId="0" sldId="267"/>
            <ac:spMk id="3" creationId="{00000000-0000-0000-0000-000000000000}"/>
          </ac:spMkLst>
        </pc:spChg>
        <pc:spChg chg="del mod">
          <ac:chgData name="Ms Alina Arshad" userId="cccdfd85-d35d-4453-9c6f-a463aae40722" providerId="ADAL" clId="{9854E9E9-FCEA-46BD-B550-110177B9E80F}" dt="2024-10-19T16:06:56.599" v="824" actId="478"/>
          <ac:spMkLst>
            <pc:docMk/>
            <pc:sldMk cId="0" sldId="267"/>
            <ac:spMk id="4" creationId="{00000000-0000-0000-0000-000000000000}"/>
          </ac:spMkLst>
        </pc:spChg>
      </pc:sldChg>
      <pc:sldChg chg="delSp modSp add del mod">
        <pc:chgData name="Ms Alina Arshad" userId="cccdfd85-d35d-4453-9c6f-a463aae40722" providerId="ADAL" clId="{9854E9E9-FCEA-46BD-B550-110177B9E80F}" dt="2024-10-19T16:07:55.994" v="840" actId="1076"/>
        <pc:sldMkLst>
          <pc:docMk/>
          <pc:sldMk cId="0" sldId="268"/>
        </pc:sldMkLst>
        <pc:spChg chg="mod">
          <ac:chgData name="Ms Alina Arshad" userId="cccdfd85-d35d-4453-9c6f-a463aae40722" providerId="ADAL" clId="{9854E9E9-FCEA-46BD-B550-110177B9E80F}" dt="2024-10-19T16:07:55.994" v="840" actId="1076"/>
          <ac:spMkLst>
            <pc:docMk/>
            <pc:sldMk cId="0" sldId="268"/>
            <ac:spMk id="2" creationId="{00000000-0000-0000-0000-000000000000}"/>
          </ac:spMkLst>
        </pc:spChg>
        <pc:spChg chg="del mod">
          <ac:chgData name="Ms Alina Arshad" userId="cccdfd85-d35d-4453-9c6f-a463aae40722" providerId="ADAL" clId="{9854E9E9-FCEA-46BD-B550-110177B9E80F}" dt="2024-10-19T16:07:47.903" v="838" actId="478"/>
          <ac:spMkLst>
            <pc:docMk/>
            <pc:sldMk cId="0" sldId="268"/>
            <ac:spMk id="4" creationId="{00000000-0000-0000-0000-000000000000}"/>
          </ac:spMkLst>
        </pc:spChg>
        <pc:picChg chg="mod">
          <ac:chgData name="Ms Alina Arshad" userId="cccdfd85-d35d-4453-9c6f-a463aae40722" providerId="ADAL" clId="{9854E9E9-FCEA-46BD-B550-110177B9E80F}" dt="2024-10-19T16:07:45.625" v="837" actId="14100"/>
          <ac:picMkLst>
            <pc:docMk/>
            <pc:sldMk cId="0" sldId="268"/>
            <ac:picMk id="3" creationId="{00000000-0000-0000-0000-000000000000}"/>
          </ac:picMkLst>
        </pc:picChg>
      </pc:sldChg>
      <pc:sldChg chg="delSp modSp add del mod">
        <pc:chgData name="Ms Alina Arshad" userId="cccdfd85-d35d-4453-9c6f-a463aae40722" providerId="ADAL" clId="{9854E9E9-FCEA-46BD-B550-110177B9E80F}" dt="2024-10-20T10:14:57.757" v="1145" actId="20577"/>
        <pc:sldMkLst>
          <pc:docMk/>
          <pc:sldMk cId="0" sldId="269"/>
        </pc:sldMkLst>
        <pc:spChg chg="mod">
          <ac:chgData name="Ms Alina Arshad" userId="cccdfd85-d35d-4453-9c6f-a463aae40722" providerId="ADAL" clId="{9854E9E9-FCEA-46BD-B550-110177B9E80F}" dt="2024-10-19T16:08:09.925" v="845" actId="403"/>
          <ac:spMkLst>
            <pc:docMk/>
            <pc:sldMk cId="0" sldId="269"/>
            <ac:spMk id="2" creationId="{00000000-0000-0000-0000-000000000000}"/>
          </ac:spMkLst>
        </pc:spChg>
        <pc:spChg chg="mod">
          <ac:chgData name="Ms Alina Arshad" userId="cccdfd85-d35d-4453-9c6f-a463aae40722" providerId="ADAL" clId="{9854E9E9-FCEA-46BD-B550-110177B9E80F}" dt="2024-10-20T10:14:57.757" v="1145" actId="20577"/>
          <ac:spMkLst>
            <pc:docMk/>
            <pc:sldMk cId="0" sldId="269"/>
            <ac:spMk id="3" creationId="{00000000-0000-0000-0000-000000000000}"/>
          </ac:spMkLst>
        </pc:spChg>
        <pc:spChg chg="del mod">
          <ac:chgData name="Ms Alina Arshad" userId="cccdfd85-d35d-4453-9c6f-a463aae40722" providerId="ADAL" clId="{9854E9E9-FCEA-46BD-B550-110177B9E80F}" dt="2024-10-19T16:08:19.460" v="848" actId="478"/>
          <ac:spMkLst>
            <pc:docMk/>
            <pc:sldMk cId="0" sldId="269"/>
            <ac:spMk id="4" creationId="{00000000-0000-0000-0000-000000000000}"/>
          </ac:spMkLst>
        </pc:spChg>
      </pc:sldChg>
      <pc:sldChg chg="delSp modSp add del mod">
        <pc:chgData name="Ms Alina Arshad" userId="cccdfd85-d35d-4453-9c6f-a463aae40722" providerId="ADAL" clId="{9854E9E9-FCEA-46BD-B550-110177B9E80F}" dt="2024-10-20T10:43:24.416" v="1153" actId="1036"/>
        <pc:sldMkLst>
          <pc:docMk/>
          <pc:sldMk cId="0" sldId="270"/>
        </pc:sldMkLst>
        <pc:spChg chg="mod">
          <ac:chgData name="Ms Alina Arshad" userId="cccdfd85-d35d-4453-9c6f-a463aae40722" providerId="ADAL" clId="{9854E9E9-FCEA-46BD-B550-110177B9E80F}" dt="2024-10-19T16:09:03.374" v="854" actId="113"/>
          <ac:spMkLst>
            <pc:docMk/>
            <pc:sldMk cId="0" sldId="270"/>
            <ac:spMk id="2" creationId="{00000000-0000-0000-0000-000000000000}"/>
          </ac:spMkLst>
        </pc:spChg>
        <pc:spChg chg="mod">
          <ac:chgData name="Ms Alina Arshad" userId="cccdfd85-d35d-4453-9c6f-a463aae40722" providerId="ADAL" clId="{9854E9E9-FCEA-46BD-B550-110177B9E80F}" dt="2024-10-20T10:34:13.119" v="1150" actId="20577"/>
          <ac:spMkLst>
            <pc:docMk/>
            <pc:sldMk cId="0" sldId="270"/>
            <ac:spMk id="3" creationId="{00000000-0000-0000-0000-000000000000}"/>
          </ac:spMkLst>
        </pc:spChg>
        <pc:spChg chg="mod">
          <ac:chgData name="Ms Alina Arshad" userId="cccdfd85-d35d-4453-9c6f-a463aae40722" providerId="ADAL" clId="{9854E9E9-FCEA-46BD-B550-110177B9E80F}" dt="2024-10-20T10:35:28.260" v="1152" actId="20577"/>
          <ac:spMkLst>
            <pc:docMk/>
            <pc:sldMk cId="0" sldId="270"/>
            <ac:spMk id="4" creationId="{00000000-0000-0000-0000-000000000000}"/>
          </ac:spMkLst>
        </pc:spChg>
        <pc:spChg chg="del">
          <ac:chgData name="Ms Alina Arshad" userId="cccdfd85-d35d-4453-9c6f-a463aae40722" providerId="ADAL" clId="{9854E9E9-FCEA-46BD-B550-110177B9E80F}" dt="2024-10-19T16:10:11.995" v="971" actId="478"/>
          <ac:spMkLst>
            <pc:docMk/>
            <pc:sldMk cId="0" sldId="270"/>
            <ac:spMk id="5" creationId="{00000000-0000-0000-0000-000000000000}"/>
          </ac:spMkLst>
        </pc:spChg>
        <pc:spChg chg="mod">
          <ac:chgData name="Ms Alina Arshad" userId="cccdfd85-d35d-4453-9c6f-a463aae40722" providerId="ADAL" clId="{9854E9E9-FCEA-46BD-B550-110177B9E80F}" dt="2024-10-19T16:10:09.733" v="970" actId="1035"/>
          <ac:spMkLst>
            <pc:docMk/>
            <pc:sldMk cId="0" sldId="270"/>
            <ac:spMk id="6" creationId="{00000000-0000-0000-0000-000000000000}"/>
          </ac:spMkLst>
        </pc:spChg>
        <pc:spChg chg="mod">
          <ac:chgData name="Ms Alina Arshad" userId="cccdfd85-d35d-4453-9c6f-a463aae40722" providerId="ADAL" clId="{9854E9E9-FCEA-46BD-B550-110177B9E80F}" dt="2024-10-20T10:43:24.416" v="1153" actId="1036"/>
          <ac:spMkLst>
            <pc:docMk/>
            <pc:sldMk cId="0" sldId="270"/>
            <ac:spMk id="7" creationId="{00000000-0000-0000-0000-000000000000}"/>
          </ac:spMkLst>
        </pc:spChg>
        <pc:spChg chg="del mod">
          <ac:chgData name="Ms Alina Arshad" userId="cccdfd85-d35d-4453-9c6f-a463aae40722" providerId="ADAL" clId="{9854E9E9-FCEA-46BD-B550-110177B9E80F}" dt="2024-10-19T16:09:27.846" v="860" actId="478"/>
          <ac:spMkLst>
            <pc:docMk/>
            <pc:sldMk cId="0" sldId="270"/>
            <ac:spMk id="8" creationId="{00000000-0000-0000-0000-000000000000}"/>
          </ac:spMkLst>
        </pc:spChg>
      </pc:sldChg>
      <pc:sldChg chg="delSp modSp add del mod">
        <pc:chgData name="Ms Alina Arshad" userId="cccdfd85-d35d-4453-9c6f-a463aae40722" providerId="ADAL" clId="{9854E9E9-FCEA-46BD-B550-110177B9E80F}" dt="2024-10-20T11:24:51.569" v="1156" actId="120"/>
        <pc:sldMkLst>
          <pc:docMk/>
          <pc:sldMk cId="0" sldId="271"/>
        </pc:sldMkLst>
        <pc:spChg chg="mod">
          <ac:chgData name="Ms Alina Arshad" userId="cccdfd85-d35d-4453-9c6f-a463aae40722" providerId="ADAL" clId="{9854E9E9-FCEA-46BD-B550-110177B9E80F}" dt="2024-10-19T16:11:23.897" v="977" actId="1076"/>
          <ac:spMkLst>
            <pc:docMk/>
            <pc:sldMk cId="0" sldId="271"/>
            <ac:spMk id="2" creationId="{00000000-0000-0000-0000-000000000000}"/>
          </ac:spMkLst>
        </pc:spChg>
        <pc:spChg chg="mod">
          <ac:chgData name="Ms Alina Arshad" userId="cccdfd85-d35d-4453-9c6f-a463aae40722" providerId="ADAL" clId="{9854E9E9-FCEA-46BD-B550-110177B9E80F}" dt="2024-10-20T11:24:51.569" v="1156" actId="120"/>
          <ac:spMkLst>
            <pc:docMk/>
            <pc:sldMk cId="0" sldId="271"/>
            <ac:spMk id="3" creationId="{00000000-0000-0000-0000-000000000000}"/>
          </ac:spMkLst>
        </pc:spChg>
        <pc:spChg chg="del mod">
          <ac:chgData name="Ms Alina Arshad" userId="cccdfd85-d35d-4453-9c6f-a463aae40722" providerId="ADAL" clId="{9854E9E9-FCEA-46BD-B550-110177B9E80F}" dt="2024-10-19T16:11:31.293" v="980" actId="478"/>
          <ac:spMkLst>
            <pc:docMk/>
            <pc:sldMk cId="0" sldId="271"/>
            <ac:spMk id="4" creationId="{00000000-0000-0000-0000-000000000000}"/>
          </ac:spMkLst>
        </pc:spChg>
      </pc:sldChg>
      <pc:sldChg chg="delSp modSp add del mod">
        <pc:chgData name="Ms Alina Arshad" userId="cccdfd85-d35d-4453-9c6f-a463aae40722" providerId="ADAL" clId="{9854E9E9-FCEA-46BD-B550-110177B9E80F}" dt="2024-10-20T11:27:24.231" v="1168" actId="33524"/>
        <pc:sldMkLst>
          <pc:docMk/>
          <pc:sldMk cId="0" sldId="272"/>
        </pc:sldMkLst>
        <pc:spChg chg="mod">
          <ac:chgData name="Ms Alina Arshad" userId="cccdfd85-d35d-4453-9c6f-a463aae40722" providerId="ADAL" clId="{9854E9E9-FCEA-46BD-B550-110177B9E80F}" dt="2024-10-19T16:20:10.281" v="987" actId="1076"/>
          <ac:spMkLst>
            <pc:docMk/>
            <pc:sldMk cId="0" sldId="272"/>
            <ac:spMk id="2" creationId="{00000000-0000-0000-0000-000000000000}"/>
          </ac:spMkLst>
        </pc:spChg>
        <pc:spChg chg="mod">
          <ac:chgData name="Ms Alina Arshad" userId="cccdfd85-d35d-4453-9c6f-a463aae40722" providerId="ADAL" clId="{9854E9E9-FCEA-46BD-B550-110177B9E80F}" dt="2024-10-20T11:27:24.231" v="1168" actId="33524"/>
          <ac:spMkLst>
            <pc:docMk/>
            <pc:sldMk cId="0" sldId="272"/>
            <ac:spMk id="3" creationId="{00000000-0000-0000-0000-000000000000}"/>
          </ac:spMkLst>
        </pc:spChg>
        <pc:spChg chg="del mod">
          <ac:chgData name="Ms Alina Arshad" userId="cccdfd85-d35d-4453-9c6f-a463aae40722" providerId="ADAL" clId="{9854E9E9-FCEA-46BD-B550-110177B9E80F}" dt="2024-10-19T16:20:13.740" v="988" actId="478"/>
          <ac:spMkLst>
            <pc:docMk/>
            <pc:sldMk cId="0" sldId="272"/>
            <ac:spMk id="4" creationId="{00000000-0000-0000-0000-000000000000}"/>
          </ac:spMkLst>
        </pc:spChg>
      </pc:sldChg>
      <pc:sldChg chg="delSp modSp add mod">
        <pc:chgData name="Ms Alina Arshad" userId="cccdfd85-d35d-4453-9c6f-a463aae40722" providerId="ADAL" clId="{9854E9E9-FCEA-46BD-B550-110177B9E80F}" dt="2024-10-20T11:28:12.977" v="1172" actId="20577"/>
        <pc:sldMkLst>
          <pc:docMk/>
          <pc:sldMk cId="0" sldId="273"/>
        </pc:sldMkLst>
        <pc:spChg chg="mod">
          <ac:chgData name="Ms Alina Arshad" userId="cccdfd85-d35d-4453-9c6f-a463aae40722" providerId="ADAL" clId="{9854E9E9-FCEA-46BD-B550-110177B9E80F}" dt="2024-10-19T16:20:56.809" v="995" actId="113"/>
          <ac:spMkLst>
            <pc:docMk/>
            <pc:sldMk cId="0" sldId="273"/>
            <ac:spMk id="2" creationId="{00000000-0000-0000-0000-000000000000}"/>
          </ac:spMkLst>
        </pc:spChg>
        <pc:spChg chg="mod">
          <ac:chgData name="Ms Alina Arshad" userId="cccdfd85-d35d-4453-9c6f-a463aae40722" providerId="ADAL" clId="{9854E9E9-FCEA-46BD-B550-110177B9E80F}" dt="2024-10-20T11:28:12.977" v="1172" actId="20577"/>
          <ac:spMkLst>
            <pc:docMk/>
            <pc:sldMk cId="0" sldId="273"/>
            <ac:spMk id="3" creationId="{00000000-0000-0000-0000-000000000000}"/>
          </ac:spMkLst>
        </pc:spChg>
        <pc:spChg chg="mod">
          <ac:chgData name="Ms Alina Arshad" userId="cccdfd85-d35d-4453-9c6f-a463aae40722" providerId="ADAL" clId="{9854E9E9-FCEA-46BD-B550-110177B9E80F}" dt="2024-10-20T11:27:48.100" v="1170" actId="1076"/>
          <ac:spMkLst>
            <pc:docMk/>
            <pc:sldMk cId="0" sldId="273"/>
            <ac:spMk id="4" creationId="{00000000-0000-0000-0000-000000000000}"/>
          </ac:spMkLst>
        </pc:spChg>
        <pc:spChg chg="mod">
          <ac:chgData name="Ms Alina Arshad" userId="cccdfd85-d35d-4453-9c6f-a463aae40722" providerId="ADAL" clId="{9854E9E9-FCEA-46BD-B550-110177B9E80F}" dt="2024-10-20T11:27:53.623" v="1171" actId="1076"/>
          <ac:spMkLst>
            <pc:docMk/>
            <pc:sldMk cId="0" sldId="273"/>
            <ac:spMk id="5" creationId="{00000000-0000-0000-0000-000000000000}"/>
          </ac:spMkLst>
        </pc:spChg>
        <pc:spChg chg="mod">
          <ac:chgData name="Ms Alina Arshad" userId="cccdfd85-d35d-4453-9c6f-a463aae40722" providerId="ADAL" clId="{9854E9E9-FCEA-46BD-B550-110177B9E80F}" dt="2024-10-19T16:22:05.885" v="1004" actId="207"/>
          <ac:spMkLst>
            <pc:docMk/>
            <pc:sldMk cId="0" sldId="273"/>
            <ac:spMk id="6" creationId="{00000000-0000-0000-0000-000000000000}"/>
          </ac:spMkLst>
        </pc:spChg>
        <pc:spChg chg="del mod">
          <ac:chgData name="Ms Alina Arshad" userId="cccdfd85-d35d-4453-9c6f-a463aae40722" providerId="ADAL" clId="{9854E9E9-FCEA-46BD-B550-110177B9E80F}" dt="2024-10-19T16:22:09.502" v="1005" actId="478"/>
          <ac:spMkLst>
            <pc:docMk/>
            <pc:sldMk cId="0" sldId="273"/>
            <ac:spMk id="8" creationId="{00000000-0000-0000-0000-000000000000}"/>
          </ac:spMkLst>
        </pc:spChg>
        <pc:picChg chg="mod">
          <ac:chgData name="Ms Alina Arshad" userId="cccdfd85-d35d-4453-9c6f-a463aae40722" providerId="ADAL" clId="{9854E9E9-FCEA-46BD-B550-110177B9E80F}" dt="2024-10-19T16:21:55.257" v="1002" actId="1076"/>
          <ac:picMkLst>
            <pc:docMk/>
            <pc:sldMk cId="0" sldId="273"/>
            <ac:picMk id="7" creationId="{00000000-0000-0000-0000-000000000000}"/>
          </ac:picMkLst>
        </pc:picChg>
      </pc:sldChg>
      <pc:sldChg chg="delSp modSp add mod">
        <pc:chgData name="Ms Alina Arshad" userId="cccdfd85-d35d-4453-9c6f-a463aae40722" providerId="ADAL" clId="{9854E9E9-FCEA-46BD-B550-110177B9E80F}" dt="2024-10-19T16:23:12.376" v="1021" actId="403"/>
        <pc:sldMkLst>
          <pc:docMk/>
          <pc:sldMk cId="0" sldId="274"/>
        </pc:sldMkLst>
        <pc:spChg chg="mod ord">
          <ac:chgData name="Ms Alina Arshad" userId="cccdfd85-d35d-4453-9c6f-a463aae40722" providerId="ADAL" clId="{9854E9E9-FCEA-46BD-B550-110177B9E80F}" dt="2024-10-19T16:23:12.376" v="1021" actId="403"/>
          <ac:spMkLst>
            <pc:docMk/>
            <pc:sldMk cId="0" sldId="274"/>
            <ac:spMk id="2" creationId="{00000000-0000-0000-0000-000000000000}"/>
          </ac:spMkLst>
        </pc:spChg>
        <pc:spChg chg="del">
          <ac:chgData name="Ms Alina Arshad" userId="cccdfd85-d35d-4453-9c6f-a463aae40722" providerId="ADAL" clId="{9854E9E9-FCEA-46BD-B550-110177B9E80F}" dt="2024-10-19T16:23:06.287" v="1019" actId="478"/>
          <ac:spMkLst>
            <pc:docMk/>
            <pc:sldMk cId="0" sldId="274"/>
            <ac:spMk id="3" creationId="{00000000-0000-0000-0000-000000000000}"/>
          </ac:spMkLst>
        </pc:spChg>
        <pc:grpChg chg="mod">
          <ac:chgData name="Ms Alina Arshad" userId="cccdfd85-d35d-4453-9c6f-a463aae40722" providerId="ADAL" clId="{9854E9E9-FCEA-46BD-B550-110177B9E80F}" dt="2024-10-19T16:22:49.033" v="1012" actId="1076"/>
          <ac:grpSpMkLst>
            <pc:docMk/>
            <pc:sldMk cId="0" sldId="274"/>
            <ac:grpSpMk id="4" creationId="{00000000-0000-0000-0000-000000000000}"/>
          </ac:grpSpMkLst>
        </pc:grpChg>
      </pc:sldChg>
      <pc:sldChg chg="delSp modSp add mod">
        <pc:chgData name="Ms Alina Arshad" userId="cccdfd85-d35d-4453-9c6f-a463aae40722" providerId="ADAL" clId="{9854E9E9-FCEA-46BD-B550-110177B9E80F}" dt="2024-10-19T16:24:26.933" v="1036" actId="20577"/>
        <pc:sldMkLst>
          <pc:docMk/>
          <pc:sldMk cId="0" sldId="275"/>
        </pc:sldMkLst>
        <pc:spChg chg="mod">
          <ac:chgData name="Ms Alina Arshad" userId="cccdfd85-d35d-4453-9c6f-a463aae40722" providerId="ADAL" clId="{9854E9E9-FCEA-46BD-B550-110177B9E80F}" dt="2024-10-19T16:23:40.345" v="1026" actId="113"/>
          <ac:spMkLst>
            <pc:docMk/>
            <pc:sldMk cId="0" sldId="275"/>
            <ac:spMk id="2" creationId="{00000000-0000-0000-0000-000000000000}"/>
          </ac:spMkLst>
        </pc:spChg>
        <pc:spChg chg="mod">
          <ac:chgData name="Ms Alina Arshad" userId="cccdfd85-d35d-4453-9c6f-a463aae40722" providerId="ADAL" clId="{9854E9E9-FCEA-46BD-B550-110177B9E80F}" dt="2024-10-19T16:24:26.933" v="1036" actId="20577"/>
          <ac:spMkLst>
            <pc:docMk/>
            <pc:sldMk cId="0" sldId="275"/>
            <ac:spMk id="3" creationId="{00000000-0000-0000-0000-000000000000}"/>
          </ac:spMkLst>
        </pc:spChg>
        <pc:spChg chg="del">
          <ac:chgData name="Ms Alina Arshad" userId="cccdfd85-d35d-4453-9c6f-a463aae40722" providerId="ADAL" clId="{9854E9E9-FCEA-46BD-B550-110177B9E80F}" dt="2024-10-19T16:23:20.521" v="1022" actId="478"/>
          <ac:spMkLst>
            <pc:docMk/>
            <pc:sldMk cId="0" sldId="275"/>
            <ac:spMk id="4" creationId="{00000000-0000-0000-0000-000000000000}"/>
          </ac:spMkLst>
        </pc:spChg>
      </pc:sldChg>
      <pc:sldChg chg="delSp modSp add mod">
        <pc:chgData name="Ms Alina Arshad" userId="cccdfd85-d35d-4453-9c6f-a463aae40722" providerId="ADAL" clId="{9854E9E9-FCEA-46BD-B550-110177B9E80F}" dt="2024-10-19T16:25:31.479" v="1053" actId="1076"/>
        <pc:sldMkLst>
          <pc:docMk/>
          <pc:sldMk cId="0" sldId="276"/>
        </pc:sldMkLst>
        <pc:spChg chg="mod">
          <ac:chgData name="Ms Alina Arshad" userId="cccdfd85-d35d-4453-9c6f-a463aae40722" providerId="ADAL" clId="{9854E9E9-FCEA-46BD-B550-110177B9E80F}" dt="2024-10-19T16:24:49.562" v="1040" actId="113"/>
          <ac:spMkLst>
            <pc:docMk/>
            <pc:sldMk cId="0" sldId="276"/>
            <ac:spMk id="2" creationId="{00000000-0000-0000-0000-000000000000}"/>
          </ac:spMkLst>
        </pc:spChg>
        <pc:spChg chg="mod">
          <ac:chgData name="Ms Alina Arshad" userId="cccdfd85-d35d-4453-9c6f-a463aae40722" providerId="ADAL" clId="{9854E9E9-FCEA-46BD-B550-110177B9E80F}" dt="2024-10-19T16:25:28.434" v="1052" actId="1076"/>
          <ac:spMkLst>
            <pc:docMk/>
            <pc:sldMk cId="0" sldId="276"/>
            <ac:spMk id="3" creationId="{00000000-0000-0000-0000-000000000000}"/>
          </ac:spMkLst>
        </pc:spChg>
        <pc:spChg chg="del mod">
          <ac:chgData name="Ms Alina Arshad" userId="cccdfd85-d35d-4453-9c6f-a463aae40722" providerId="ADAL" clId="{9854E9E9-FCEA-46BD-B550-110177B9E80F}" dt="2024-10-19T16:25:11.123" v="1048" actId="478"/>
          <ac:spMkLst>
            <pc:docMk/>
            <pc:sldMk cId="0" sldId="276"/>
            <ac:spMk id="5" creationId="{00000000-0000-0000-0000-000000000000}"/>
          </ac:spMkLst>
        </pc:spChg>
        <pc:picChg chg="mod">
          <ac:chgData name="Ms Alina Arshad" userId="cccdfd85-d35d-4453-9c6f-a463aae40722" providerId="ADAL" clId="{9854E9E9-FCEA-46BD-B550-110177B9E80F}" dt="2024-10-19T16:25:31.479" v="1053" actId="1076"/>
          <ac:picMkLst>
            <pc:docMk/>
            <pc:sldMk cId="0" sldId="276"/>
            <ac:picMk id="4" creationId="{00000000-0000-0000-0000-000000000000}"/>
          </ac:picMkLst>
        </pc:picChg>
      </pc:sldChg>
      <pc:sldChg chg="delSp modSp add mod">
        <pc:chgData name="Ms Alina Arshad" userId="cccdfd85-d35d-4453-9c6f-a463aae40722" providerId="ADAL" clId="{9854E9E9-FCEA-46BD-B550-110177B9E80F}" dt="2024-10-19T16:26:11.600" v="1067" actId="20577"/>
        <pc:sldMkLst>
          <pc:docMk/>
          <pc:sldMk cId="0" sldId="277"/>
        </pc:sldMkLst>
        <pc:spChg chg="mod">
          <ac:chgData name="Ms Alina Arshad" userId="cccdfd85-d35d-4453-9c6f-a463aae40722" providerId="ADAL" clId="{9854E9E9-FCEA-46BD-B550-110177B9E80F}" dt="2024-10-19T16:25:49.515" v="1059" actId="20577"/>
          <ac:spMkLst>
            <pc:docMk/>
            <pc:sldMk cId="0" sldId="277"/>
            <ac:spMk id="2" creationId="{00000000-0000-0000-0000-000000000000}"/>
          </ac:spMkLst>
        </pc:spChg>
        <pc:spChg chg="mod">
          <ac:chgData name="Ms Alina Arshad" userId="cccdfd85-d35d-4453-9c6f-a463aae40722" providerId="ADAL" clId="{9854E9E9-FCEA-46BD-B550-110177B9E80F}" dt="2024-10-19T16:26:11.600" v="1067" actId="20577"/>
          <ac:spMkLst>
            <pc:docMk/>
            <pc:sldMk cId="0" sldId="277"/>
            <ac:spMk id="3" creationId="{00000000-0000-0000-0000-000000000000}"/>
          </ac:spMkLst>
        </pc:spChg>
        <pc:spChg chg="del">
          <ac:chgData name="Ms Alina Arshad" userId="cccdfd85-d35d-4453-9c6f-a463aae40722" providerId="ADAL" clId="{9854E9E9-FCEA-46BD-B550-110177B9E80F}" dt="2024-10-19T16:26:04.956" v="1065" actId="478"/>
          <ac:spMkLst>
            <pc:docMk/>
            <pc:sldMk cId="0" sldId="277"/>
            <ac:spMk id="4" creationId="{00000000-0000-0000-0000-000000000000}"/>
          </ac:spMkLst>
        </pc:spChg>
      </pc:sldChg>
      <pc:sldChg chg="delSp modSp add mod">
        <pc:chgData name="Ms Alina Arshad" userId="cccdfd85-d35d-4453-9c6f-a463aae40722" providerId="ADAL" clId="{9854E9E9-FCEA-46BD-B550-110177B9E80F}" dt="2024-10-19T16:27:36.029" v="1086" actId="33524"/>
        <pc:sldMkLst>
          <pc:docMk/>
          <pc:sldMk cId="0" sldId="278"/>
        </pc:sldMkLst>
        <pc:spChg chg="mod">
          <ac:chgData name="Ms Alina Arshad" userId="cccdfd85-d35d-4453-9c6f-a463aae40722" providerId="ADAL" clId="{9854E9E9-FCEA-46BD-B550-110177B9E80F}" dt="2024-10-19T16:26:27.314" v="1069" actId="207"/>
          <ac:spMkLst>
            <pc:docMk/>
            <pc:sldMk cId="0" sldId="278"/>
            <ac:spMk id="2" creationId="{00000000-0000-0000-0000-000000000000}"/>
          </ac:spMkLst>
        </pc:spChg>
        <pc:spChg chg="mod">
          <ac:chgData name="Ms Alina Arshad" userId="cccdfd85-d35d-4453-9c6f-a463aae40722" providerId="ADAL" clId="{9854E9E9-FCEA-46BD-B550-110177B9E80F}" dt="2024-10-19T16:27:36.029" v="1086" actId="33524"/>
          <ac:spMkLst>
            <pc:docMk/>
            <pc:sldMk cId="0" sldId="278"/>
            <ac:spMk id="3" creationId="{00000000-0000-0000-0000-000000000000}"/>
          </ac:spMkLst>
        </pc:spChg>
        <pc:spChg chg="del mod">
          <ac:chgData name="Ms Alina Arshad" userId="cccdfd85-d35d-4453-9c6f-a463aae40722" providerId="ADAL" clId="{9854E9E9-FCEA-46BD-B550-110177B9E80F}" dt="2024-10-19T16:27:01.643" v="1082" actId="478"/>
          <ac:spMkLst>
            <pc:docMk/>
            <pc:sldMk cId="0" sldId="278"/>
            <ac:spMk id="4" creationId="{00000000-0000-0000-0000-000000000000}"/>
          </ac:spMkLst>
        </pc:spChg>
      </pc:sldChg>
      <pc:sldChg chg="modSp new mod">
        <pc:chgData name="Ms Alina Arshad" userId="cccdfd85-d35d-4453-9c6f-a463aae40722" providerId="ADAL" clId="{9854E9E9-FCEA-46BD-B550-110177B9E80F}" dt="2024-10-19T07:56:03.329" v="303" actId="14100"/>
        <pc:sldMkLst>
          <pc:docMk/>
          <pc:sldMk cId="3240370692" sldId="279"/>
        </pc:sldMkLst>
        <pc:spChg chg="mod">
          <ac:chgData name="Ms Alina Arshad" userId="cccdfd85-d35d-4453-9c6f-a463aae40722" providerId="ADAL" clId="{9854E9E9-FCEA-46BD-B550-110177B9E80F}" dt="2024-10-19T07:50:12.705" v="211" actId="113"/>
          <ac:spMkLst>
            <pc:docMk/>
            <pc:sldMk cId="3240370692" sldId="279"/>
            <ac:spMk id="2" creationId="{BA844F90-433D-2057-99FE-62FAF39552C5}"/>
          </ac:spMkLst>
        </pc:spChg>
        <pc:spChg chg="mod">
          <ac:chgData name="Ms Alina Arshad" userId="cccdfd85-d35d-4453-9c6f-a463aae40722" providerId="ADAL" clId="{9854E9E9-FCEA-46BD-B550-110177B9E80F}" dt="2024-10-19T07:56:03.329" v="303" actId="14100"/>
          <ac:spMkLst>
            <pc:docMk/>
            <pc:sldMk cId="3240370692" sldId="279"/>
            <ac:spMk id="3" creationId="{C61C41A0-B3FF-7DEC-396A-1327549017CA}"/>
          </ac:spMkLst>
        </pc:spChg>
      </pc:sldChg>
      <pc:sldMasterChg chg="delSldLayout">
        <pc:chgData name="Ms Alina Arshad" userId="cccdfd85-d35d-4453-9c6f-a463aae40722" providerId="ADAL" clId="{9854E9E9-FCEA-46BD-B550-110177B9E80F}" dt="2024-10-19T07:38:17.304" v="44" actId="47"/>
        <pc:sldMasterMkLst>
          <pc:docMk/>
          <pc:sldMasterMk cId="1090009938" sldId="2147483660"/>
        </pc:sldMasterMkLst>
        <pc:sldLayoutChg chg="del">
          <pc:chgData name="Ms Alina Arshad" userId="cccdfd85-d35d-4453-9c6f-a463aae40722" providerId="ADAL" clId="{9854E9E9-FCEA-46BD-B550-110177B9E80F}" dt="2024-10-19T07:38:17.304" v="44" actId="47"/>
          <pc:sldLayoutMkLst>
            <pc:docMk/>
            <pc:sldMasterMk cId="1090009938" sldId="2147483660"/>
            <pc:sldLayoutMk cId="3151685511" sldId="2147483672"/>
          </pc:sldLayoutMkLst>
        </pc:sldLayoutChg>
      </pc:sldMasterChg>
    </pc:docChg>
  </pc:docChgLst>
  <pc:docChgLst>
    <pc:chgData name="Ms Alina Arshad" userId="cccdfd85-d35d-4453-9c6f-a463aae40722" providerId="ADAL" clId="{3DC40453-2615-4ACE-A024-C61DE1A47E6A}"/>
    <pc:docChg chg="delSld modSld">
      <pc:chgData name="Ms Alina Arshad" userId="cccdfd85-d35d-4453-9c6f-a463aae40722" providerId="ADAL" clId="{3DC40453-2615-4ACE-A024-C61DE1A47E6A}" dt="2024-09-08T12:04:59.350" v="26" actId="2696"/>
      <pc:docMkLst>
        <pc:docMk/>
      </pc:docMkLst>
      <pc:sldChg chg="modSp mod modNotesTx">
        <pc:chgData name="Ms Alina Arshad" userId="cccdfd85-d35d-4453-9c6f-a463aae40722" providerId="ADAL" clId="{3DC40453-2615-4ACE-A024-C61DE1A47E6A}" dt="2024-09-08T11:56:17.075" v="24"/>
        <pc:sldMkLst>
          <pc:docMk/>
          <pc:sldMk cId="0" sldId="259"/>
        </pc:sldMkLst>
        <pc:graphicFrameChg chg="modGraphic">
          <ac:chgData name="Ms Alina Arshad" userId="cccdfd85-d35d-4453-9c6f-a463aae40722" providerId="ADAL" clId="{3DC40453-2615-4ACE-A024-C61DE1A47E6A}" dt="2024-09-08T11:55:17.515" v="23" actId="14734"/>
          <ac:graphicFrameMkLst>
            <pc:docMk/>
            <pc:sldMk cId="0" sldId="259"/>
            <ac:graphicFrameMk id="5" creationId="{00000000-0000-0000-0000-000000000000}"/>
          </ac:graphicFrameMkLst>
        </pc:graphicFrameChg>
      </pc:sldChg>
      <pc:sldChg chg="modSp mod">
        <pc:chgData name="Ms Alina Arshad" userId="cccdfd85-d35d-4453-9c6f-a463aae40722" providerId="ADAL" clId="{3DC40453-2615-4ACE-A024-C61DE1A47E6A}" dt="2024-09-08T08:35:03.322" v="1" actId="20577"/>
        <pc:sldMkLst>
          <pc:docMk/>
          <pc:sldMk cId="0" sldId="263"/>
        </pc:sldMkLst>
        <pc:spChg chg="mod">
          <ac:chgData name="Ms Alina Arshad" userId="cccdfd85-d35d-4453-9c6f-a463aae40722" providerId="ADAL" clId="{3DC40453-2615-4ACE-A024-C61DE1A47E6A}" dt="2024-09-08T08:35:03.322" v="1" actId="20577"/>
          <ac:spMkLst>
            <pc:docMk/>
            <pc:sldMk cId="0" sldId="263"/>
            <ac:spMk id="3" creationId="{00000000-0000-0000-0000-000000000000}"/>
          </ac:spMkLst>
        </pc:spChg>
      </pc:sldChg>
      <pc:sldChg chg="modSp mod">
        <pc:chgData name="Ms Alina Arshad" userId="cccdfd85-d35d-4453-9c6f-a463aae40722" providerId="ADAL" clId="{3DC40453-2615-4ACE-A024-C61DE1A47E6A}" dt="2024-09-08T08:36:48.436" v="3" actId="1076"/>
        <pc:sldMkLst>
          <pc:docMk/>
          <pc:sldMk cId="0" sldId="264"/>
        </pc:sldMkLst>
        <pc:spChg chg="mod">
          <ac:chgData name="Ms Alina Arshad" userId="cccdfd85-d35d-4453-9c6f-a463aae40722" providerId="ADAL" clId="{3DC40453-2615-4ACE-A024-C61DE1A47E6A}" dt="2024-09-08T08:36:48.436" v="3" actId="1076"/>
          <ac:spMkLst>
            <pc:docMk/>
            <pc:sldMk cId="0" sldId="264"/>
            <ac:spMk id="2" creationId="{00000000-0000-0000-0000-000000000000}"/>
          </ac:spMkLst>
        </pc:spChg>
      </pc:sldChg>
      <pc:sldChg chg="modSp mod">
        <pc:chgData name="Ms Alina Arshad" userId="cccdfd85-d35d-4453-9c6f-a463aae40722" providerId="ADAL" clId="{3DC40453-2615-4ACE-A024-C61DE1A47E6A}" dt="2024-09-08T08:41:22.601" v="5" actId="20577"/>
        <pc:sldMkLst>
          <pc:docMk/>
          <pc:sldMk cId="1577505814" sldId="265"/>
        </pc:sldMkLst>
        <pc:spChg chg="mod">
          <ac:chgData name="Ms Alina Arshad" userId="cccdfd85-d35d-4453-9c6f-a463aae40722" providerId="ADAL" clId="{3DC40453-2615-4ACE-A024-C61DE1A47E6A}" dt="2024-09-08T08:41:22.601" v="5" actId="20577"/>
          <ac:spMkLst>
            <pc:docMk/>
            <pc:sldMk cId="1577505814" sldId="265"/>
            <ac:spMk id="3" creationId="{00000000-0000-0000-0000-000000000000}"/>
          </ac:spMkLst>
        </pc:spChg>
      </pc:sldChg>
      <pc:sldChg chg="modSp mod">
        <pc:chgData name="Ms Alina Arshad" userId="cccdfd85-d35d-4453-9c6f-a463aae40722" providerId="ADAL" clId="{3DC40453-2615-4ACE-A024-C61DE1A47E6A}" dt="2024-09-08T08:42:20.927" v="9" actId="403"/>
        <pc:sldMkLst>
          <pc:docMk/>
          <pc:sldMk cId="1582826008" sldId="266"/>
        </pc:sldMkLst>
        <pc:spChg chg="mod">
          <ac:chgData name="Ms Alina Arshad" userId="cccdfd85-d35d-4453-9c6f-a463aae40722" providerId="ADAL" clId="{3DC40453-2615-4ACE-A024-C61DE1A47E6A}" dt="2024-09-08T08:42:20.927" v="9" actId="403"/>
          <ac:spMkLst>
            <pc:docMk/>
            <pc:sldMk cId="1582826008" sldId="266"/>
            <ac:spMk id="3" creationId="{00000000-0000-0000-0000-000000000000}"/>
          </ac:spMkLst>
        </pc:spChg>
      </pc:sldChg>
      <pc:sldChg chg="modSp mod">
        <pc:chgData name="Ms Alina Arshad" userId="cccdfd85-d35d-4453-9c6f-a463aae40722" providerId="ADAL" clId="{3DC40453-2615-4ACE-A024-C61DE1A47E6A}" dt="2024-09-08T08:50:50.297" v="15" actId="1076"/>
        <pc:sldMkLst>
          <pc:docMk/>
          <pc:sldMk cId="731299161" sldId="267"/>
        </pc:sldMkLst>
        <pc:spChg chg="mod">
          <ac:chgData name="Ms Alina Arshad" userId="cccdfd85-d35d-4453-9c6f-a463aae40722" providerId="ADAL" clId="{3DC40453-2615-4ACE-A024-C61DE1A47E6A}" dt="2024-09-08T08:50:50.297" v="15" actId="1076"/>
          <ac:spMkLst>
            <pc:docMk/>
            <pc:sldMk cId="731299161" sldId="267"/>
            <ac:spMk id="3" creationId="{00000000-0000-0000-0000-000000000000}"/>
          </ac:spMkLst>
        </pc:spChg>
      </pc:sldChg>
      <pc:sldChg chg="modSp mod">
        <pc:chgData name="Ms Alina Arshad" userId="cccdfd85-d35d-4453-9c6f-a463aae40722" providerId="ADAL" clId="{3DC40453-2615-4ACE-A024-C61DE1A47E6A}" dt="2024-09-08T08:52:25.007" v="17" actId="1035"/>
        <pc:sldMkLst>
          <pc:docMk/>
          <pc:sldMk cId="2090315159" sldId="270"/>
        </pc:sldMkLst>
        <pc:picChg chg="mod">
          <ac:chgData name="Ms Alina Arshad" userId="cccdfd85-d35d-4453-9c6f-a463aae40722" providerId="ADAL" clId="{3DC40453-2615-4ACE-A024-C61DE1A47E6A}" dt="2024-09-08T08:52:25.007" v="17" actId="1035"/>
          <ac:picMkLst>
            <pc:docMk/>
            <pc:sldMk cId="2090315159" sldId="270"/>
            <ac:picMk id="2" creationId="{00000000-0000-0000-0000-000000000000}"/>
          </ac:picMkLst>
        </pc:picChg>
      </pc:sldChg>
      <pc:sldChg chg="modSp mod">
        <pc:chgData name="Ms Alina Arshad" userId="cccdfd85-d35d-4453-9c6f-a463aae40722" providerId="ADAL" clId="{3DC40453-2615-4ACE-A024-C61DE1A47E6A}" dt="2024-09-08T08:53:48.350" v="21" actId="113"/>
        <pc:sldMkLst>
          <pc:docMk/>
          <pc:sldMk cId="2504047100" sldId="272"/>
        </pc:sldMkLst>
        <pc:spChg chg="mod">
          <ac:chgData name="Ms Alina Arshad" userId="cccdfd85-d35d-4453-9c6f-a463aae40722" providerId="ADAL" clId="{3DC40453-2615-4ACE-A024-C61DE1A47E6A}" dt="2024-09-08T08:53:48.350" v="21" actId="113"/>
          <ac:spMkLst>
            <pc:docMk/>
            <pc:sldMk cId="2504047100" sldId="272"/>
            <ac:spMk id="3" creationId="{00000000-0000-0000-0000-000000000000}"/>
          </ac:spMkLst>
        </pc:spChg>
      </pc:sldChg>
      <pc:sldChg chg="del">
        <pc:chgData name="Ms Alina Arshad" userId="cccdfd85-d35d-4453-9c6f-a463aae40722" providerId="ADAL" clId="{3DC40453-2615-4ACE-A024-C61DE1A47E6A}" dt="2024-09-08T12:04:59.350" v="26" actId="2696"/>
        <pc:sldMkLst>
          <pc:docMk/>
          <pc:sldMk cId="1497646456" sldId="275"/>
        </pc:sldMkLst>
      </pc:sldChg>
    </pc:docChg>
  </pc:docChgLst>
  <pc:docChgLst>
    <pc:chgData name="Ms Alina Arshad" userId="cccdfd85-d35d-4453-9c6f-a463aae40722" providerId="ADAL" clId="{57485560-A1FA-415A-BF02-476F12996002}"/>
    <pc:docChg chg="undo custSel addSld modSld sldOrd">
      <pc:chgData name="Ms Alina Arshad" userId="cccdfd85-d35d-4453-9c6f-a463aae40722" providerId="ADAL" clId="{57485560-A1FA-415A-BF02-476F12996002}" dt="2024-09-01T05:25:33.551" v="283" actId="20577"/>
      <pc:docMkLst>
        <pc:docMk/>
      </pc:docMkLst>
      <pc:sldChg chg="modSp mod">
        <pc:chgData name="Ms Alina Arshad" userId="cccdfd85-d35d-4453-9c6f-a463aae40722" providerId="ADAL" clId="{57485560-A1FA-415A-BF02-476F12996002}" dt="2024-09-01T04:14:43.156" v="8" actId="1076"/>
        <pc:sldMkLst>
          <pc:docMk/>
          <pc:sldMk cId="0" sldId="260"/>
        </pc:sldMkLst>
        <pc:picChg chg="mod">
          <ac:chgData name="Ms Alina Arshad" userId="cccdfd85-d35d-4453-9c6f-a463aae40722" providerId="ADAL" clId="{57485560-A1FA-415A-BF02-476F12996002}" dt="2024-09-01T04:14:43.156" v="8" actId="1076"/>
          <ac:picMkLst>
            <pc:docMk/>
            <pc:sldMk cId="0" sldId="260"/>
            <ac:picMk id="2" creationId="{00000000-0000-0000-0000-000000000000}"/>
          </ac:picMkLst>
        </pc:picChg>
      </pc:sldChg>
      <pc:sldChg chg="modSp mod">
        <pc:chgData name="Ms Alina Arshad" userId="cccdfd85-d35d-4453-9c6f-a463aae40722" providerId="ADAL" clId="{57485560-A1FA-415A-BF02-476F12996002}" dt="2024-09-01T04:58:29.544" v="188" actId="113"/>
        <pc:sldMkLst>
          <pc:docMk/>
          <pc:sldMk cId="1577505814" sldId="265"/>
        </pc:sldMkLst>
        <pc:spChg chg="mod">
          <ac:chgData name="Ms Alina Arshad" userId="cccdfd85-d35d-4453-9c6f-a463aae40722" providerId="ADAL" clId="{57485560-A1FA-415A-BF02-476F12996002}" dt="2024-09-01T04:58:29.544" v="188" actId="113"/>
          <ac:spMkLst>
            <pc:docMk/>
            <pc:sldMk cId="1577505814" sldId="265"/>
            <ac:spMk id="3" creationId="{00000000-0000-0000-0000-000000000000}"/>
          </ac:spMkLst>
        </pc:spChg>
      </pc:sldChg>
      <pc:sldChg chg="modSp mod">
        <pc:chgData name="Ms Alina Arshad" userId="cccdfd85-d35d-4453-9c6f-a463aae40722" providerId="ADAL" clId="{57485560-A1FA-415A-BF02-476F12996002}" dt="2024-09-01T05:04:23.703" v="211" actId="20577"/>
        <pc:sldMkLst>
          <pc:docMk/>
          <pc:sldMk cId="1582826008" sldId="266"/>
        </pc:sldMkLst>
        <pc:spChg chg="mod">
          <ac:chgData name="Ms Alina Arshad" userId="cccdfd85-d35d-4453-9c6f-a463aae40722" providerId="ADAL" clId="{57485560-A1FA-415A-BF02-476F12996002}" dt="2024-09-01T05:03:09.408" v="210" actId="20577"/>
          <ac:spMkLst>
            <pc:docMk/>
            <pc:sldMk cId="1582826008" sldId="266"/>
            <ac:spMk id="11" creationId="{00000000-0000-0000-0000-000000000000}"/>
          </ac:spMkLst>
        </pc:spChg>
        <pc:spChg chg="mod">
          <ac:chgData name="Ms Alina Arshad" userId="cccdfd85-d35d-4453-9c6f-a463aae40722" providerId="ADAL" clId="{57485560-A1FA-415A-BF02-476F12996002}" dt="2024-09-01T05:04:23.703" v="211" actId="20577"/>
          <ac:spMkLst>
            <pc:docMk/>
            <pc:sldMk cId="1582826008" sldId="266"/>
            <ac:spMk id="12" creationId="{00000000-0000-0000-0000-000000000000}"/>
          </ac:spMkLst>
        </pc:spChg>
      </pc:sldChg>
      <pc:sldChg chg="modSp mod">
        <pc:chgData name="Ms Alina Arshad" userId="cccdfd85-d35d-4453-9c6f-a463aae40722" providerId="ADAL" clId="{57485560-A1FA-415A-BF02-476F12996002}" dt="2024-09-01T05:05:30.761" v="212" actId="20577"/>
        <pc:sldMkLst>
          <pc:docMk/>
          <pc:sldMk cId="731299161" sldId="267"/>
        </pc:sldMkLst>
        <pc:spChg chg="mod">
          <ac:chgData name="Ms Alina Arshad" userId="cccdfd85-d35d-4453-9c6f-a463aae40722" providerId="ADAL" clId="{57485560-A1FA-415A-BF02-476F12996002}" dt="2024-09-01T05:05:30.761" v="212" actId="20577"/>
          <ac:spMkLst>
            <pc:docMk/>
            <pc:sldMk cId="731299161" sldId="267"/>
            <ac:spMk id="4" creationId="{00000000-0000-0000-0000-000000000000}"/>
          </ac:spMkLst>
        </pc:spChg>
      </pc:sldChg>
      <pc:sldChg chg="modSp mod">
        <pc:chgData name="Ms Alina Arshad" userId="cccdfd85-d35d-4453-9c6f-a463aae40722" providerId="ADAL" clId="{57485560-A1FA-415A-BF02-476F12996002}" dt="2024-09-01T05:09:01.570" v="220" actId="255"/>
        <pc:sldMkLst>
          <pc:docMk/>
          <pc:sldMk cId="90329638" sldId="268"/>
        </pc:sldMkLst>
        <pc:spChg chg="mod">
          <ac:chgData name="Ms Alina Arshad" userId="cccdfd85-d35d-4453-9c6f-a463aae40722" providerId="ADAL" clId="{57485560-A1FA-415A-BF02-476F12996002}" dt="2024-09-01T05:09:01.570" v="220" actId="255"/>
          <ac:spMkLst>
            <pc:docMk/>
            <pc:sldMk cId="90329638" sldId="268"/>
            <ac:spMk id="3" creationId="{00000000-0000-0000-0000-000000000000}"/>
          </ac:spMkLst>
        </pc:spChg>
      </pc:sldChg>
      <pc:sldChg chg="modSp mod">
        <pc:chgData name="Ms Alina Arshad" userId="cccdfd85-d35d-4453-9c6f-a463aae40722" providerId="ADAL" clId="{57485560-A1FA-415A-BF02-476F12996002}" dt="2024-09-01T05:11:03.383" v="223" actId="20577"/>
        <pc:sldMkLst>
          <pc:docMk/>
          <pc:sldMk cId="2295129282" sldId="269"/>
        </pc:sldMkLst>
        <pc:spChg chg="mod">
          <ac:chgData name="Ms Alina Arshad" userId="cccdfd85-d35d-4453-9c6f-a463aae40722" providerId="ADAL" clId="{57485560-A1FA-415A-BF02-476F12996002}" dt="2024-09-01T05:11:03.383" v="223" actId="20577"/>
          <ac:spMkLst>
            <pc:docMk/>
            <pc:sldMk cId="2295129282" sldId="269"/>
            <ac:spMk id="3" creationId="{00000000-0000-0000-0000-000000000000}"/>
          </ac:spMkLst>
        </pc:spChg>
      </pc:sldChg>
      <pc:sldChg chg="modSp mod">
        <pc:chgData name="Ms Alina Arshad" userId="cccdfd85-d35d-4453-9c6f-a463aae40722" providerId="ADAL" clId="{57485560-A1FA-415A-BF02-476F12996002}" dt="2024-09-01T05:11:51.067" v="229" actId="5793"/>
        <pc:sldMkLst>
          <pc:docMk/>
          <pc:sldMk cId="2090315159" sldId="270"/>
        </pc:sldMkLst>
        <pc:spChg chg="mod">
          <ac:chgData name="Ms Alina Arshad" userId="cccdfd85-d35d-4453-9c6f-a463aae40722" providerId="ADAL" clId="{57485560-A1FA-415A-BF02-476F12996002}" dt="2024-09-01T05:11:09.635" v="224" actId="207"/>
          <ac:spMkLst>
            <pc:docMk/>
            <pc:sldMk cId="2090315159" sldId="270"/>
            <ac:spMk id="2" creationId="{00000000-0000-0000-0000-000000000000}"/>
          </ac:spMkLst>
        </pc:spChg>
        <pc:spChg chg="mod">
          <ac:chgData name="Ms Alina Arshad" userId="cccdfd85-d35d-4453-9c6f-a463aae40722" providerId="ADAL" clId="{57485560-A1FA-415A-BF02-476F12996002}" dt="2024-09-01T05:11:51.067" v="229" actId="5793"/>
          <ac:spMkLst>
            <pc:docMk/>
            <pc:sldMk cId="2090315159" sldId="270"/>
            <ac:spMk id="3" creationId="{00000000-0000-0000-0000-000000000000}"/>
          </ac:spMkLst>
        </pc:spChg>
      </pc:sldChg>
      <pc:sldChg chg="modSp mod">
        <pc:chgData name="Ms Alina Arshad" userId="cccdfd85-d35d-4453-9c6f-a463aae40722" providerId="ADAL" clId="{57485560-A1FA-415A-BF02-476F12996002}" dt="2024-09-01T05:21:52.328" v="235" actId="20577"/>
        <pc:sldMkLst>
          <pc:docMk/>
          <pc:sldMk cId="3034138166" sldId="271"/>
        </pc:sldMkLst>
        <pc:spChg chg="mod">
          <ac:chgData name="Ms Alina Arshad" userId="cccdfd85-d35d-4453-9c6f-a463aae40722" providerId="ADAL" clId="{57485560-A1FA-415A-BF02-476F12996002}" dt="2024-08-31T05:25:06.082" v="0" actId="207"/>
          <ac:spMkLst>
            <pc:docMk/>
            <pc:sldMk cId="3034138166" sldId="271"/>
            <ac:spMk id="2" creationId="{00000000-0000-0000-0000-000000000000}"/>
          </ac:spMkLst>
        </pc:spChg>
        <pc:spChg chg="mod">
          <ac:chgData name="Ms Alina Arshad" userId="cccdfd85-d35d-4453-9c6f-a463aae40722" providerId="ADAL" clId="{57485560-A1FA-415A-BF02-476F12996002}" dt="2024-09-01T05:21:52.328" v="235" actId="20577"/>
          <ac:spMkLst>
            <pc:docMk/>
            <pc:sldMk cId="3034138166" sldId="271"/>
            <ac:spMk id="3" creationId="{00000000-0000-0000-0000-000000000000}"/>
          </ac:spMkLst>
        </pc:spChg>
      </pc:sldChg>
      <pc:sldChg chg="add">
        <pc:chgData name="Ms Alina Arshad" userId="cccdfd85-d35d-4453-9c6f-a463aae40722" providerId="ADAL" clId="{57485560-A1FA-415A-BF02-476F12996002}" dt="2024-09-01T05:22:47.975" v="236"/>
        <pc:sldMkLst>
          <pc:docMk/>
          <pc:sldMk cId="0" sldId="395"/>
        </pc:sldMkLst>
      </pc:sldChg>
      <pc:sldChg chg="add">
        <pc:chgData name="Ms Alina Arshad" userId="cccdfd85-d35d-4453-9c6f-a463aae40722" providerId="ADAL" clId="{57485560-A1FA-415A-BF02-476F12996002}" dt="2024-09-01T05:22:47.975" v="236"/>
        <pc:sldMkLst>
          <pc:docMk/>
          <pc:sldMk cId="0" sldId="396"/>
        </pc:sldMkLst>
      </pc:sldChg>
      <pc:sldChg chg="addSp modSp add mod ord">
        <pc:chgData name="Ms Alina Arshad" userId="cccdfd85-d35d-4453-9c6f-a463aae40722" providerId="ADAL" clId="{57485560-A1FA-415A-BF02-476F12996002}" dt="2024-09-01T05:25:33.551" v="283" actId="20577"/>
        <pc:sldMkLst>
          <pc:docMk/>
          <pc:sldMk cId="1634129650" sldId="397"/>
        </pc:sldMkLst>
        <pc:spChg chg="add mod">
          <ac:chgData name="Ms Alina Arshad" userId="cccdfd85-d35d-4453-9c6f-a463aae40722" providerId="ADAL" clId="{57485560-A1FA-415A-BF02-476F12996002}" dt="2024-09-01T05:25:12.124" v="266" actId="1076"/>
          <ac:spMkLst>
            <pc:docMk/>
            <pc:sldMk cId="1634129650" sldId="397"/>
            <ac:spMk id="9" creationId="{9D0D359F-C3E9-3846-8DB7-AD3581B08C6B}"/>
          </ac:spMkLst>
        </pc:spChg>
        <pc:spChg chg="add mod">
          <ac:chgData name="Ms Alina Arshad" userId="cccdfd85-d35d-4453-9c6f-a463aae40722" providerId="ADAL" clId="{57485560-A1FA-415A-BF02-476F12996002}" dt="2024-09-01T05:25:33.551" v="283" actId="20577"/>
          <ac:spMkLst>
            <pc:docMk/>
            <pc:sldMk cId="1634129650" sldId="397"/>
            <ac:spMk id="11" creationId="{39892B7B-C278-B430-2B7F-DE54CB5DF6B8}"/>
          </ac:spMkLst>
        </pc:spChg>
        <pc:cxnChg chg="add mod">
          <ac:chgData name="Ms Alina Arshad" userId="cccdfd85-d35d-4453-9c6f-a463aae40722" providerId="ADAL" clId="{57485560-A1FA-415A-BF02-476F12996002}" dt="2024-09-01T05:25:07.018" v="265" actId="1076"/>
          <ac:cxnSpMkLst>
            <pc:docMk/>
            <pc:sldMk cId="1634129650" sldId="397"/>
            <ac:cxnSpMk id="7" creationId="{84E759F7-FE21-D60C-031A-2B938FAD14BD}"/>
          </ac:cxnSpMkLst>
        </pc:cxnChg>
        <pc:cxnChg chg="add mod">
          <ac:chgData name="Ms Alina Arshad" userId="cccdfd85-d35d-4453-9c6f-a463aae40722" providerId="ADAL" clId="{57485560-A1FA-415A-BF02-476F12996002}" dt="2024-09-01T05:25:18.356" v="268" actId="14100"/>
          <ac:cxnSpMkLst>
            <pc:docMk/>
            <pc:sldMk cId="1634129650" sldId="397"/>
            <ac:cxnSpMk id="10" creationId="{8A2E3792-997B-B08B-40C7-96693FDD8B19}"/>
          </ac:cxnSpMkLst>
        </pc:cxnChg>
      </pc:sldChg>
    </pc:docChg>
  </pc:docChgLst>
  <pc:docChgLst>
    <pc:chgData name="Ms Alina Arshad" userId="cccdfd85-d35d-4453-9c6f-a463aae40722" providerId="ADAL" clId="{700AA452-C530-416E-96E5-BDDCF9860929}"/>
    <pc:docChg chg="custSel addSld delSld modSld sldOrd modMainMaster">
      <pc:chgData name="Ms Alina Arshad" userId="cccdfd85-d35d-4453-9c6f-a463aae40722" providerId="ADAL" clId="{700AA452-C530-416E-96E5-BDDCF9860929}" dt="2024-09-30T18:52:44.057" v="228" actId="1076"/>
      <pc:docMkLst>
        <pc:docMk/>
      </pc:docMkLst>
      <pc:sldChg chg="modSp mod">
        <pc:chgData name="Ms Alina Arshad" userId="cccdfd85-d35d-4453-9c6f-a463aae40722" providerId="ADAL" clId="{700AA452-C530-416E-96E5-BDDCF9860929}" dt="2024-09-30T14:50:50.653" v="158" actId="20577"/>
        <pc:sldMkLst>
          <pc:docMk/>
          <pc:sldMk cId="3322361034" sldId="256"/>
        </pc:sldMkLst>
        <pc:spChg chg="mod">
          <ac:chgData name="Ms Alina Arshad" userId="cccdfd85-d35d-4453-9c6f-a463aae40722" providerId="ADAL" clId="{700AA452-C530-416E-96E5-BDDCF9860929}" dt="2024-09-30T14:50:50.653" v="158" actId="20577"/>
          <ac:spMkLst>
            <pc:docMk/>
            <pc:sldMk cId="3322361034" sldId="256"/>
            <ac:spMk id="3" creationId="{44E9F82C-BBA7-3495-1097-BEDB54FFFDF4}"/>
          </ac:spMkLst>
        </pc:spChg>
      </pc:sldChg>
      <pc:sldChg chg="del">
        <pc:chgData name="Ms Alina Arshad" userId="cccdfd85-d35d-4453-9c6f-a463aae40722" providerId="ADAL" clId="{700AA452-C530-416E-96E5-BDDCF9860929}" dt="2024-09-22T13:30:22.497" v="2" actId="47"/>
        <pc:sldMkLst>
          <pc:docMk/>
          <pc:sldMk cId="0" sldId="258"/>
        </pc:sldMkLst>
      </pc:sldChg>
      <pc:sldChg chg="del">
        <pc:chgData name="Ms Alina Arshad" userId="cccdfd85-d35d-4453-9c6f-a463aae40722" providerId="ADAL" clId="{700AA452-C530-416E-96E5-BDDCF9860929}" dt="2024-09-22T13:30:23.636" v="5" actId="47"/>
        <pc:sldMkLst>
          <pc:docMk/>
          <pc:sldMk cId="1577505814" sldId="265"/>
        </pc:sldMkLst>
      </pc:sldChg>
      <pc:sldChg chg="del">
        <pc:chgData name="Ms Alina Arshad" userId="cccdfd85-d35d-4453-9c6f-a463aae40722" providerId="ADAL" clId="{700AA452-C530-416E-96E5-BDDCF9860929}" dt="2024-09-22T13:30:25.540" v="10" actId="47"/>
        <pc:sldMkLst>
          <pc:docMk/>
          <pc:sldMk cId="1582826008" sldId="266"/>
        </pc:sldMkLst>
      </pc:sldChg>
      <pc:sldChg chg="del">
        <pc:chgData name="Ms Alina Arshad" userId="cccdfd85-d35d-4453-9c6f-a463aae40722" providerId="ADAL" clId="{700AA452-C530-416E-96E5-BDDCF9860929}" dt="2024-09-22T13:30:28.390" v="17" actId="47"/>
        <pc:sldMkLst>
          <pc:docMk/>
          <pc:sldMk cId="731299161" sldId="267"/>
        </pc:sldMkLst>
      </pc:sldChg>
      <pc:sldChg chg="del">
        <pc:chgData name="Ms Alina Arshad" userId="cccdfd85-d35d-4453-9c6f-a463aae40722" providerId="ADAL" clId="{700AA452-C530-416E-96E5-BDDCF9860929}" dt="2024-09-22T13:30:25.951" v="11" actId="47"/>
        <pc:sldMkLst>
          <pc:docMk/>
          <pc:sldMk cId="90329638" sldId="268"/>
        </pc:sldMkLst>
      </pc:sldChg>
      <pc:sldChg chg="del">
        <pc:chgData name="Ms Alina Arshad" userId="cccdfd85-d35d-4453-9c6f-a463aae40722" providerId="ADAL" clId="{700AA452-C530-416E-96E5-BDDCF9860929}" dt="2024-09-22T13:30:26.385" v="12" actId="47"/>
        <pc:sldMkLst>
          <pc:docMk/>
          <pc:sldMk cId="2295129282" sldId="269"/>
        </pc:sldMkLst>
      </pc:sldChg>
      <pc:sldChg chg="del">
        <pc:chgData name="Ms Alina Arshad" userId="cccdfd85-d35d-4453-9c6f-a463aae40722" providerId="ADAL" clId="{700AA452-C530-416E-96E5-BDDCF9860929}" dt="2024-09-22T13:30:26.779" v="13" actId="47"/>
        <pc:sldMkLst>
          <pc:docMk/>
          <pc:sldMk cId="2090315159" sldId="270"/>
        </pc:sldMkLst>
      </pc:sldChg>
      <pc:sldChg chg="del">
        <pc:chgData name="Ms Alina Arshad" userId="cccdfd85-d35d-4453-9c6f-a463aae40722" providerId="ADAL" clId="{700AA452-C530-416E-96E5-BDDCF9860929}" dt="2024-09-22T13:30:27.167" v="14" actId="47"/>
        <pc:sldMkLst>
          <pc:docMk/>
          <pc:sldMk cId="3034138166" sldId="271"/>
        </pc:sldMkLst>
      </pc:sldChg>
      <pc:sldChg chg="del">
        <pc:chgData name="Ms Alina Arshad" userId="cccdfd85-d35d-4453-9c6f-a463aae40722" providerId="ADAL" clId="{700AA452-C530-416E-96E5-BDDCF9860929}" dt="2024-09-22T13:30:28.703" v="18" actId="47"/>
        <pc:sldMkLst>
          <pc:docMk/>
          <pc:sldMk cId="2504047100" sldId="272"/>
        </pc:sldMkLst>
      </pc:sldChg>
      <pc:sldChg chg="del">
        <pc:chgData name="Ms Alina Arshad" userId="cccdfd85-d35d-4453-9c6f-a463aae40722" providerId="ADAL" clId="{700AA452-C530-416E-96E5-BDDCF9860929}" dt="2024-09-22T13:30:29.112" v="19" actId="47"/>
        <pc:sldMkLst>
          <pc:docMk/>
          <pc:sldMk cId="4283755204" sldId="273"/>
        </pc:sldMkLst>
      </pc:sldChg>
      <pc:sldChg chg="del">
        <pc:chgData name="Ms Alina Arshad" userId="cccdfd85-d35d-4453-9c6f-a463aae40722" providerId="ADAL" clId="{700AA452-C530-416E-96E5-BDDCF9860929}" dt="2024-09-22T13:30:30.826" v="20" actId="47"/>
        <pc:sldMkLst>
          <pc:docMk/>
          <pc:sldMk cId="2935103945" sldId="274"/>
        </pc:sldMkLst>
      </pc:sldChg>
      <pc:sldChg chg="del">
        <pc:chgData name="Ms Alina Arshad" userId="cccdfd85-d35d-4453-9c6f-a463aae40722" providerId="ADAL" clId="{700AA452-C530-416E-96E5-BDDCF9860929}" dt="2024-09-22T13:30:32.394" v="22" actId="47"/>
        <pc:sldMkLst>
          <pc:docMk/>
          <pc:sldMk cId="1497646456" sldId="275"/>
        </pc:sldMkLst>
      </pc:sldChg>
      <pc:sldChg chg="del">
        <pc:chgData name="Ms Alina Arshad" userId="cccdfd85-d35d-4453-9c6f-a463aae40722" providerId="ADAL" clId="{700AA452-C530-416E-96E5-BDDCF9860929}" dt="2024-09-22T13:30:34.442" v="24" actId="47"/>
        <pc:sldMkLst>
          <pc:docMk/>
          <pc:sldMk cId="3993717517" sldId="276"/>
        </pc:sldMkLst>
      </pc:sldChg>
      <pc:sldChg chg="del">
        <pc:chgData name="Ms Alina Arshad" userId="cccdfd85-d35d-4453-9c6f-a463aae40722" providerId="ADAL" clId="{700AA452-C530-416E-96E5-BDDCF9860929}" dt="2024-09-22T13:30:33.290" v="23" actId="47"/>
        <pc:sldMkLst>
          <pc:docMk/>
          <pc:sldMk cId="2668593764" sldId="278"/>
        </pc:sldMkLst>
      </pc:sldChg>
      <pc:sldChg chg="modSp mod">
        <pc:chgData name="Ms Alina Arshad" userId="cccdfd85-d35d-4453-9c6f-a463aae40722" providerId="ADAL" clId="{700AA452-C530-416E-96E5-BDDCF9860929}" dt="2024-09-22T13:34:43.002" v="68" actId="12"/>
        <pc:sldMkLst>
          <pc:docMk/>
          <pc:sldMk cId="3703048629" sldId="279"/>
        </pc:sldMkLst>
        <pc:spChg chg="mod">
          <ac:chgData name="Ms Alina Arshad" userId="cccdfd85-d35d-4453-9c6f-a463aae40722" providerId="ADAL" clId="{700AA452-C530-416E-96E5-BDDCF9860929}" dt="2024-09-22T13:33:11.415" v="43" actId="113"/>
          <ac:spMkLst>
            <pc:docMk/>
            <pc:sldMk cId="3703048629" sldId="279"/>
            <ac:spMk id="2" creationId="{C0531C6D-BBF1-4A8F-A69A-DB05C817BC81}"/>
          </ac:spMkLst>
        </pc:spChg>
        <pc:spChg chg="mod">
          <ac:chgData name="Ms Alina Arshad" userId="cccdfd85-d35d-4453-9c6f-a463aae40722" providerId="ADAL" clId="{700AA452-C530-416E-96E5-BDDCF9860929}" dt="2024-09-22T13:34:43.002" v="68" actId="12"/>
          <ac:spMkLst>
            <pc:docMk/>
            <pc:sldMk cId="3703048629" sldId="279"/>
            <ac:spMk id="3" creationId="{14C2275F-EEF7-4B46-8F23-7E6682716D48}"/>
          </ac:spMkLst>
        </pc:spChg>
        <pc:picChg chg="mod">
          <ac:chgData name="Ms Alina Arshad" userId="cccdfd85-d35d-4453-9c6f-a463aae40722" providerId="ADAL" clId="{700AA452-C530-416E-96E5-BDDCF9860929}" dt="2024-09-22T13:33:32.702" v="53" actId="1076"/>
          <ac:picMkLst>
            <pc:docMk/>
            <pc:sldMk cId="3703048629" sldId="279"/>
            <ac:picMk id="5" creationId="{B341A69E-52DE-472E-8D85-410C0A82622D}"/>
          </ac:picMkLst>
        </pc:picChg>
      </pc:sldChg>
      <pc:sldChg chg="delSp modSp mod">
        <pc:chgData name="Ms Alina Arshad" userId="cccdfd85-d35d-4453-9c6f-a463aae40722" providerId="ADAL" clId="{700AA452-C530-416E-96E5-BDDCF9860929}" dt="2024-09-22T13:33:50.104" v="57" actId="1076"/>
        <pc:sldMkLst>
          <pc:docMk/>
          <pc:sldMk cId="1821615422" sldId="280"/>
        </pc:sldMkLst>
        <pc:spChg chg="del">
          <ac:chgData name="Ms Alina Arshad" userId="cccdfd85-d35d-4453-9c6f-a463aae40722" providerId="ADAL" clId="{700AA452-C530-416E-96E5-BDDCF9860929}" dt="2024-09-22T13:33:39.548" v="54" actId="478"/>
          <ac:spMkLst>
            <pc:docMk/>
            <pc:sldMk cId="1821615422" sldId="280"/>
            <ac:spMk id="2" creationId="{3F5B8599-097F-47C6-8975-4A5EB88DFD01}"/>
          </ac:spMkLst>
        </pc:spChg>
        <pc:picChg chg="mod">
          <ac:chgData name="Ms Alina Arshad" userId="cccdfd85-d35d-4453-9c6f-a463aae40722" providerId="ADAL" clId="{700AA452-C530-416E-96E5-BDDCF9860929}" dt="2024-09-22T13:33:50.104" v="57" actId="1076"/>
          <ac:picMkLst>
            <pc:docMk/>
            <pc:sldMk cId="1821615422" sldId="280"/>
            <ac:picMk id="5" creationId="{894791AD-65B4-4FB8-9291-53F6E89BDCE6}"/>
          </ac:picMkLst>
        </pc:picChg>
      </pc:sldChg>
      <pc:sldChg chg="modSp mod">
        <pc:chgData name="Ms Alina Arshad" userId="cccdfd85-d35d-4453-9c6f-a463aae40722" providerId="ADAL" clId="{700AA452-C530-416E-96E5-BDDCF9860929}" dt="2024-09-28T19:12:04.191" v="138" actId="1076"/>
        <pc:sldMkLst>
          <pc:docMk/>
          <pc:sldMk cId="3605066316" sldId="281"/>
        </pc:sldMkLst>
        <pc:spChg chg="mod">
          <ac:chgData name="Ms Alina Arshad" userId="cccdfd85-d35d-4453-9c6f-a463aae40722" providerId="ADAL" clId="{700AA452-C530-416E-96E5-BDDCF9860929}" dt="2024-09-28T19:11:44.367" v="135" actId="27636"/>
          <ac:spMkLst>
            <pc:docMk/>
            <pc:sldMk cId="3605066316" sldId="281"/>
            <ac:spMk id="2" creationId="{B31F7F40-579C-4FE5-8B85-B1955C717D63}"/>
          </ac:spMkLst>
        </pc:spChg>
        <pc:spChg chg="mod">
          <ac:chgData name="Ms Alina Arshad" userId="cccdfd85-d35d-4453-9c6f-a463aae40722" providerId="ADAL" clId="{700AA452-C530-416E-96E5-BDDCF9860929}" dt="2024-09-28T19:11:54.895" v="137" actId="14100"/>
          <ac:spMkLst>
            <pc:docMk/>
            <pc:sldMk cId="3605066316" sldId="281"/>
            <ac:spMk id="3" creationId="{4B76A832-156A-4738-A370-C6C9263DD589}"/>
          </ac:spMkLst>
        </pc:spChg>
        <pc:picChg chg="mod">
          <ac:chgData name="Ms Alina Arshad" userId="cccdfd85-d35d-4453-9c6f-a463aae40722" providerId="ADAL" clId="{700AA452-C530-416E-96E5-BDDCF9860929}" dt="2024-09-28T19:12:04.191" v="138" actId="1076"/>
          <ac:picMkLst>
            <pc:docMk/>
            <pc:sldMk cId="3605066316" sldId="281"/>
            <ac:picMk id="4" creationId="{AF3FF7B2-C599-40C2-A196-FB83C9F0FFF2}"/>
          </ac:picMkLst>
        </pc:picChg>
      </pc:sldChg>
      <pc:sldChg chg="modSp mod">
        <pc:chgData name="Ms Alina Arshad" userId="cccdfd85-d35d-4453-9c6f-a463aae40722" providerId="ADAL" clId="{700AA452-C530-416E-96E5-BDDCF9860929}" dt="2024-09-29T12:58:48.742" v="151" actId="14100"/>
        <pc:sldMkLst>
          <pc:docMk/>
          <pc:sldMk cId="24697311" sldId="282"/>
        </pc:sldMkLst>
        <pc:spChg chg="mod">
          <ac:chgData name="Ms Alina Arshad" userId="cccdfd85-d35d-4453-9c6f-a463aae40722" providerId="ADAL" clId="{700AA452-C530-416E-96E5-BDDCF9860929}" dt="2024-09-28T19:24:32.392" v="147" actId="207"/>
          <ac:spMkLst>
            <pc:docMk/>
            <pc:sldMk cId="24697311" sldId="282"/>
            <ac:spMk id="2" creationId="{C8D57331-0580-411F-A66E-6F735F653098}"/>
          </ac:spMkLst>
        </pc:spChg>
        <pc:spChg chg="mod">
          <ac:chgData name="Ms Alina Arshad" userId="cccdfd85-d35d-4453-9c6f-a463aae40722" providerId="ADAL" clId="{700AA452-C530-416E-96E5-BDDCF9860929}" dt="2024-09-29T12:58:48.742" v="151" actId="14100"/>
          <ac:spMkLst>
            <pc:docMk/>
            <pc:sldMk cId="24697311" sldId="282"/>
            <ac:spMk id="3" creationId="{5D6B3F0C-9FE7-4CF4-8A70-5A9DC5CC300D}"/>
          </ac:spMkLst>
        </pc:spChg>
      </pc:sldChg>
      <pc:sldChg chg="del">
        <pc:chgData name="Ms Alina Arshad" userId="cccdfd85-d35d-4453-9c6f-a463aae40722" providerId="ADAL" clId="{700AA452-C530-416E-96E5-BDDCF9860929}" dt="2024-09-22T13:30:31.378" v="21" actId="47"/>
        <pc:sldMkLst>
          <pc:docMk/>
          <pc:sldMk cId="3289392637" sldId="283"/>
        </pc:sldMkLst>
      </pc:sldChg>
      <pc:sldChg chg="modSp mod">
        <pc:chgData name="Ms Alina Arshad" userId="cccdfd85-d35d-4453-9c6f-a463aae40722" providerId="ADAL" clId="{700AA452-C530-416E-96E5-BDDCF9860929}" dt="2024-09-22T13:41:49.891" v="98" actId="2711"/>
        <pc:sldMkLst>
          <pc:docMk/>
          <pc:sldMk cId="800652809" sldId="284"/>
        </pc:sldMkLst>
        <pc:spChg chg="mod">
          <ac:chgData name="Ms Alina Arshad" userId="cccdfd85-d35d-4453-9c6f-a463aae40722" providerId="ADAL" clId="{700AA452-C530-416E-96E5-BDDCF9860929}" dt="2024-09-22T13:41:49.891" v="98" actId="2711"/>
          <ac:spMkLst>
            <pc:docMk/>
            <pc:sldMk cId="800652809" sldId="284"/>
            <ac:spMk id="3" creationId="{B5595F3F-845B-42B5-B0D6-06074B82D45C}"/>
          </ac:spMkLst>
        </pc:spChg>
      </pc:sldChg>
      <pc:sldChg chg="del">
        <pc:chgData name="Ms Alina Arshad" userId="cccdfd85-d35d-4453-9c6f-a463aae40722" providerId="ADAL" clId="{700AA452-C530-416E-96E5-BDDCF9860929}" dt="2024-09-22T13:30:24.766" v="8" actId="47"/>
        <pc:sldMkLst>
          <pc:docMk/>
          <pc:sldMk cId="1402144616" sldId="285"/>
        </pc:sldMkLst>
      </pc:sldChg>
      <pc:sldChg chg="del">
        <pc:chgData name="Ms Alina Arshad" userId="cccdfd85-d35d-4453-9c6f-a463aae40722" providerId="ADAL" clId="{700AA452-C530-416E-96E5-BDDCF9860929}" dt="2024-09-22T13:30:35.929" v="25" actId="47"/>
        <pc:sldMkLst>
          <pc:docMk/>
          <pc:sldMk cId="3229345964" sldId="287"/>
        </pc:sldMkLst>
      </pc:sldChg>
      <pc:sldChg chg="modSp mod">
        <pc:chgData name="Ms Alina Arshad" userId="cccdfd85-d35d-4453-9c6f-a463aae40722" providerId="ADAL" clId="{700AA452-C530-416E-96E5-BDDCF9860929}" dt="2024-09-22T13:34:26.334" v="67" actId="12"/>
        <pc:sldMkLst>
          <pc:docMk/>
          <pc:sldMk cId="2002870935" sldId="288"/>
        </pc:sldMkLst>
        <pc:spChg chg="mod">
          <ac:chgData name="Ms Alina Arshad" userId="cccdfd85-d35d-4453-9c6f-a463aae40722" providerId="ADAL" clId="{700AA452-C530-416E-96E5-BDDCF9860929}" dt="2024-09-22T13:34:01.272" v="61" actId="1076"/>
          <ac:spMkLst>
            <pc:docMk/>
            <pc:sldMk cId="2002870935" sldId="288"/>
            <ac:spMk id="2" creationId="{3F5B8599-097F-47C6-8975-4A5EB88DFD01}"/>
          </ac:spMkLst>
        </pc:spChg>
        <pc:spChg chg="mod">
          <ac:chgData name="Ms Alina Arshad" userId="cccdfd85-d35d-4453-9c6f-a463aae40722" providerId="ADAL" clId="{700AA452-C530-416E-96E5-BDDCF9860929}" dt="2024-09-22T13:34:26.334" v="67" actId="12"/>
          <ac:spMkLst>
            <pc:docMk/>
            <pc:sldMk cId="2002870935" sldId="288"/>
            <ac:spMk id="4" creationId="{CE607608-9379-4954-A9D2-4545D6BFDFB4}"/>
          </ac:spMkLst>
        </pc:spChg>
      </pc:sldChg>
      <pc:sldChg chg="addSp modSp mod setBg">
        <pc:chgData name="Ms Alina Arshad" userId="cccdfd85-d35d-4453-9c6f-a463aae40722" providerId="ADAL" clId="{700AA452-C530-416E-96E5-BDDCF9860929}" dt="2024-09-22T13:31:19.705" v="41" actId="1076"/>
        <pc:sldMkLst>
          <pc:docMk/>
          <pc:sldMk cId="0" sldId="347"/>
        </pc:sldMkLst>
        <pc:spChg chg="mod">
          <ac:chgData name="Ms Alina Arshad" userId="cccdfd85-d35d-4453-9c6f-a463aae40722" providerId="ADAL" clId="{700AA452-C530-416E-96E5-BDDCF9860929}" dt="2024-09-22T13:30:55.075" v="31" actId="26606"/>
          <ac:spMkLst>
            <pc:docMk/>
            <pc:sldMk cId="0" sldId="347"/>
            <ac:spMk id="54275" creationId="{05811255-AEB9-464F-8A4D-2ACF44038D79}"/>
          </ac:spMkLst>
        </pc:spChg>
        <pc:spChg chg="add">
          <ac:chgData name="Ms Alina Arshad" userId="cccdfd85-d35d-4453-9c6f-a463aae40722" providerId="ADAL" clId="{700AA452-C530-416E-96E5-BDDCF9860929}" dt="2024-09-22T13:30:55.075" v="31" actId="26606"/>
          <ac:spMkLst>
            <pc:docMk/>
            <pc:sldMk cId="0" sldId="347"/>
            <ac:spMk id="54281" creationId="{4E4490D0-3672-446A-AC12-B4830333BDDD}"/>
          </ac:spMkLst>
        </pc:spChg>
        <pc:spChg chg="add">
          <ac:chgData name="Ms Alina Arshad" userId="cccdfd85-d35d-4453-9c6f-a463aae40722" providerId="ADAL" clId="{700AA452-C530-416E-96E5-BDDCF9860929}" dt="2024-09-22T13:30:55.075" v="31" actId="26606"/>
          <ac:spMkLst>
            <pc:docMk/>
            <pc:sldMk cId="0" sldId="347"/>
            <ac:spMk id="54283" creationId="{39CB82C2-DF65-4EC1-8280-F201D50F570B}"/>
          </ac:spMkLst>
        </pc:spChg>
        <pc:spChg chg="add">
          <ac:chgData name="Ms Alina Arshad" userId="cccdfd85-d35d-4453-9c6f-a463aae40722" providerId="ADAL" clId="{700AA452-C530-416E-96E5-BDDCF9860929}" dt="2024-09-22T13:30:55.075" v="31" actId="26606"/>
          <ac:spMkLst>
            <pc:docMk/>
            <pc:sldMk cId="0" sldId="347"/>
            <ac:spMk id="54287" creationId="{FA4CD5CB-D209-4D70-8CA4-629731C59219}"/>
          </ac:spMkLst>
        </pc:spChg>
        <pc:spChg chg="add">
          <ac:chgData name="Ms Alina Arshad" userId="cccdfd85-d35d-4453-9c6f-a463aae40722" providerId="ADAL" clId="{700AA452-C530-416E-96E5-BDDCF9860929}" dt="2024-09-22T13:30:55.075" v="31" actId="26606"/>
          <ac:spMkLst>
            <pc:docMk/>
            <pc:sldMk cId="0" sldId="347"/>
            <ac:spMk id="54291" creationId="{B4C27B90-DF2B-4D00-BA07-18ED774CD2F1}"/>
          </ac:spMkLst>
        </pc:spChg>
        <pc:spChg chg="add">
          <ac:chgData name="Ms Alina Arshad" userId="cccdfd85-d35d-4453-9c6f-a463aae40722" providerId="ADAL" clId="{700AA452-C530-416E-96E5-BDDCF9860929}" dt="2024-09-22T13:30:55.075" v="31" actId="26606"/>
          <ac:spMkLst>
            <pc:docMk/>
            <pc:sldMk cId="0" sldId="347"/>
            <ac:spMk id="54293" creationId="{593ACC25-C262-417A-8AA9-0641C772BDB6}"/>
          </ac:spMkLst>
        </pc:spChg>
        <pc:picChg chg="mod">
          <ac:chgData name="Ms Alina Arshad" userId="cccdfd85-d35d-4453-9c6f-a463aae40722" providerId="ADAL" clId="{700AA452-C530-416E-96E5-BDDCF9860929}" dt="2024-09-22T13:31:19.705" v="41" actId="1076"/>
          <ac:picMkLst>
            <pc:docMk/>
            <pc:sldMk cId="0" sldId="347"/>
            <ac:picMk id="54276" creationId="{2AD11418-104B-4018-8AA4-90D20E00BBB7}"/>
          </ac:picMkLst>
        </pc:picChg>
        <pc:cxnChg chg="add">
          <ac:chgData name="Ms Alina Arshad" userId="cccdfd85-d35d-4453-9c6f-a463aae40722" providerId="ADAL" clId="{700AA452-C530-416E-96E5-BDDCF9860929}" dt="2024-09-22T13:30:55.075" v="31" actId="26606"/>
          <ac:cxnSpMkLst>
            <pc:docMk/>
            <pc:sldMk cId="0" sldId="347"/>
            <ac:cxnSpMk id="54285" creationId="{7E1D4427-852B-4B37-8E76-0E9F1810BA2A}"/>
          </ac:cxnSpMkLst>
        </pc:cxnChg>
        <pc:cxnChg chg="add">
          <ac:chgData name="Ms Alina Arshad" userId="cccdfd85-d35d-4453-9c6f-a463aae40722" providerId="ADAL" clId="{700AA452-C530-416E-96E5-BDDCF9860929}" dt="2024-09-22T13:30:55.075" v="31" actId="26606"/>
          <ac:cxnSpMkLst>
            <pc:docMk/>
            <pc:sldMk cId="0" sldId="347"/>
            <ac:cxnSpMk id="54289" creationId="{5C6A2BAE-B461-4B55-8E1F-0722ABDD1393}"/>
          </ac:cxnSpMkLst>
        </pc:cxnChg>
      </pc:sldChg>
      <pc:sldChg chg="modSp mod">
        <pc:chgData name="Ms Alina Arshad" userId="cccdfd85-d35d-4453-9c6f-a463aae40722" providerId="ADAL" clId="{700AA452-C530-416E-96E5-BDDCF9860929}" dt="2024-09-29T13:05:06.492" v="154" actId="20577"/>
        <pc:sldMkLst>
          <pc:docMk/>
          <pc:sldMk cId="2036508356" sldId="348"/>
        </pc:sldMkLst>
        <pc:spChg chg="mod">
          <ac:chgData name="Ms Alina Arshad" userId="cccdfd85-d35d-4453-9c6f-a463aae40722" providerId="ADAL" clId="{700AA452-C530-416E-96E5-BDDCF9860929}" dt="2024-09-29T13:04:40.062" v="152" actId="207"/>
          <ac:spMkLst>
            <pc:docMk/>
            <pc:sldMk cId="2036508356" sldId="348"/>
            <ac:spMk id="2" creationId="{C0E80CD8-9EA5-4B12-B717-3449A4678F5C}"/>
          </ac:spMkLst>
        </pc:spChg>
        <pc:spChg chg="mod">
          <ac:chgData name="Ms Alina Arshad" userId="cccdfd85-d35d-4453-9c6f-a463aae40722" providerId="ADAL" clId="{700AA452-C530-416E-96E5-BDDCF9860929}" dt="2024-09-29T13:05:06.492" v="154" actId="20577"/>
          <ac:spMkLst>
            <pc:docMk/>
            <pc:sldMk cId="2036508356" sldId="348"/>
            <ac:spMk id="3" creationId="{0D74B3B6-9876-42D3-AE90-C1F71A7BF21E}"/>
          </ac:spMkLst>
        </pc:spChg>
      </pc:sldChg>
      <pc:sldChg chg="modSp mod">
        <pc:chgData name="Ms Alina Arshad" userId="cccdfd85-d35d-4453-9c6f-a463aae40722" providerId="ADAL" clId="{700AA452-C530-416E-96E5-BDDCF9860929}" dt="2024-09-29T13:05:56.360" v="155" actId="255"/>
        <pc:sldMkLst>
          <pc:docMk/>
          <pc:sldMk cId="132290220" sldId="349"/>
        </pc:sldMkLst>
        <pc:spChg chg="mod">
          <ac:chgData name="Ms Alina Arshad" userId="cccdfd85-d35d-4453-9c6f-a463aae40722" providerId="ADAL" clId="{700AA452-C530-416E-96E5-BDDCF9860929}" dt="2024-09-22T13:35:33.981" v="80" actId="207"/>
          <ac:spMkLst>
            <pc:docMk/>
            <pc:sldMk cId="132290220" sldId="349"/>
            <ac:spMk id="2" creationId="{04248D45-4C2A-4CD2-ADA7-8010DE04DD37}"/>
          </ac:spMkLst>
        </pc:spChg>
        <pc:spChg chg="mod">
          <ac:chgData name="Ms Alina Arshad" userId="cccdfd85-d35d-4453-9c6f-a463aae40722" providerId="ADAL" clId="{700AA452-C530-416E-96E5-BDDCF9860929}" dt="2024-09-29T13:05:56.360" v="155" actId="255"/>
          <ac:spMkLst>
            <pc:docMk/>
            <pc:sldMk cId="132290220" sldId="349"/>
            <ac:spMk id="3" creationId="{9A2F1328-E205-4C6F-BD3F-6506878F6705}"/>
          </ac:spMkLst>
        </pc:spChg>
      </pc:sldChg>
      <pc:sldChg chg="modSp mod">
        <pc:chgData name="Ms Alina Arshad" userId="cccdfd85-d35d-4453-9c6f-a463aae40722" providerId="ADAL" clId="{700AA452-C530-416E-96E5-BDDCF9860929}" dt="2024-09-22T13:36:56.677" v="95" actId="12"/>
        <pc:sldMkLst>
          <pc:docMk/>
          <pc:sldMk cId="448686030" sldId="350"/>
        </pc:sldMkLst>
        <pc:spChg chg="mod">
          <ac:chgData name="Ms Alina Arshad" userId="cccdfd85-d35d-4453-9c6f-a463aae40722" providerId="ADAL" clId="{700AA452-C530-416E-96E5-BDDCF9860929}" dt="2024-09-22T13:36:41.029" v="90" actId="207"/>
          <ac:spMkLst>
            <pc:docMk/>
            <pc:sldMk cId="448686030" sldId="350"/>
            <ac:spMk id="2" creationId="{04248D45-4C2A-4CD2-ADA7-8010DE04DD37}"/>
          </ac:spMkLst>
        </pc:spChg>
        <pc:spChg chg="mod">
          <ac:chgData name="Ms Alina Arshad" userId="cccdfd85-d35d-4453-9c6f-a463aae40722" providerId="ADAL" clId="{700AA452-C530-416E-96E5-BDDCF9860929}" dt="2024-09-22T13:36:56.677" v="95" actId="12"/>
          <ac:spMkLst>
            <pc:docMk/>
            <pc:sldMk cId="448686030" sldId="350"/>
            <ac:spMk id="3" creationId="{9A2F1328-E205-4C6F-BD3F-6506878F6705}"/>
          </ac:spMkLst>
        </pc:spChg>
      </pc:sldChg>
      <pc:sldChg chg="modSp mod">
        <pc:chgData name="Ms Alina Arshad" userId="cccdfd85-d35d-4453-9c6f-a463aae40722" providerId="ADAL" clId="{700AA452-C530-416E-96E5-BDDCF9860929}" dt="2024-09-29T13:07:04.867" v="156" actId="1076"/>
        <pc:sldMkLst>
          <pc:docMk/>
          <pc:sldMk cId="3109540881" sldId="351"/>
        </pc:sldMkLst>
        <pc:spChg chg="mod">
          <ac:chgData name="Ms Alina Arshad" userId="cccdfd85-d35d-4453-9c6f-a463aae40722" providerId="ADAL" clId="{700AA452-C530-416E-96E5-BDDCF9860929}" dt="2024-09-22T13:36:24.960" v="87" actId="1076"/>
          <ac:spMkLst>
            <pc:docMk/>
            <pc:sldMk cId="3109540881" sldId="351"/>
            <ac:spMk id="3" creationId="{00000000-0000-0000-0000-000000000000}"/>
          </ac:spMkLst>
        </pc:spChg>
        <pc:spChg chg="mod">
          <ac:chgData name="Ms Alina Arshad" userId="cccdfd85-d35d-4453-9c6f-a463aae40722" providerId="ADAL" clId="{700AA452-C530-416E-96E5-BDDCF9860929}" dt="2024-09-22T13:36:30.456" v="88" actId="1076"/>
          <ac:spMkLst>
            <pc:docMk/>
            <pc:sldMk cId="3109540881" sldId="351"/>
            <ac:spMk id="7" creationId="{00000000-0000-0000-0000-000000000000}"/>
          </ac:spMkLst>
        </pc:spChg>
        <pc:picChg chg="mod">
          <ac:chgData name="Ms Alina Arshad" userId="cccdfd85-d35d-4453-9c6f-a463aae40722" providerId="ADAL" clId="{700AA452-C530-416E-96E5-BDDCF9860929}" dt="2024-09-29T13:07:04.867" v="156" actId="1076"/>
          <ac:picMkLst>
            <pc:docMk/>
            <pc:sldMk cId="3109540881" sldId="351"/>
            <ac:picMk id="4" creationId="{21521628-EC7A-4860-9AD2-ED0E0C440F5B}"/>
          </ac:picMkLst>
        </pc:picChg>
        <pc:cxnChg chg="mod">
          <ac:chgData name="Ms Alina Arshad" userId="cccdfd85-d35d-4453-9c6f-a463aae40722" providerId="ADAL" clId="{700AA452-C530-416E-96E5-BDDCF9860929}" dt="2024-09-22T13:36:32.961" v="89" actId="1076"/>
          <ac:cxnSpMkLst>
            <pc:docMk/>
            <pc:sldMk cId="3109540881" sldId="351"/>
            <ac:cxnSpMk id="6" creationId="{00000000-0000-0000-0000-000000000000}"/>
          </ac:cxnSpMkLst>
        </pc:cxnChg>
      </pc:sldChg>
      <pc:sldChg chg="modSp mod">
        <pc:chgData name="Ms Alina Arshad" userId="cccdfd85-d35d-4453-9c6f-a463aae40722" providerId="ADAL" clId="{700AA452-C530-416E-96E5-BDDCF9860929}" dt="2024-09-30T15:04:42.060" v="159" actId="207"/>
        <pc:sldMkLst>
          <pc:docMk/>
          <pc:sldMk cId="0" sldId="352"/>
        </pc:sldMkLst>
        <pc:spChg chg="mod">
          <ac:chgData name="Ms Alina Arshad" userId="cccdfd85-d35d-4453-9c6f-a463aae40722" providerId="ADAL" clId="{700AA452-C530-416E-96E5-BDDCF9860929}" dt="2024-09-30T15:04:42.060" v="159" actId="207"/>
          <ac:spMkLst>
            <pc:docMk/>
            <pc:sldMk cId="0" sldId="352"/>
            <ac:spMk id="64515" creationId="{2E4645F8-E14A-4CA7-AE6B-F33FAA978EE6}"/>
          </ac:spMkLst>
        </pc:spChg>
        <pc:spChg chg="mod">
          <ac:chgData name="Ms Alina Arshad" userId="cccdfd85-d35d-4453-9c6f-a463aae40722" providerId="ADAL" clId="{700AA452-C530-416E-96E5-BDDCF9860929}" dt="2024-09-22T13:45:31.228" v="110" actId="14100"/>
          <ac:spMkLst>
            <pc:docMk/>
            <pc:sldMk cId="0" sldId="352"/>
            <ac:spMk id="64516" creationId="{D2D679A3-2E8D-4632-948B-DAF7F009B134}"/>
          </ac:spMkLst>
        </pc:spChg>
      </pc:sldChg>
      <pc:sldChg chg="modSp mod">
        <pc:chgData name="Ms Alina Arshad" userId="cccdfd85-d35d-4453-9c6f-a463aae40722" providerId="ADAL" clId="{700AA452-C530-416E-96E5-BDDCF9860929}" dt="2024-09-22T13:46:13.377" v="122" actId="207"/>
        <pc:sldMkLst>
          <pc:docMk/>
          <pc:sldMk cId="0" sldId="353"/>
        </pc:sldMkLst>
        <pc:spChg chg="mod">
          <ac:chgData name="Ms Alina Arshad" userId="cccdfd85-d35d-4453-9c6f-a463aae40722" providerId="ADAL" clId="{700AA452-C530-416E-96E5-BDDCF9860929}" dt="2024-09-22T13:45:57.835" v="118" actId="113"/>
          <ac:spMkLst>
            <pc:docMk/>
            <pc:sldMk cId="0" sldId="353"/>
            <ac:spMk id="66563" creationId="{650DE2D3-D33D-40B5-8D5C-AB29784566B6}"/>
          </ac:spMkLst>
        </pc:spChg>
        <pc:spChg chg="mod">
          <ac:chgData name="Ms Alina Arshad" userId="cccdfd85-d35d-4453-9c6f-a463aae40722" providerId="ADAL" clId="{700AA452-C530-416E-96E5-BDDCF9860929}" dt="2024-09-22T13:46:13.377" v="122" actId="207"/>
          <ac:spMkLst>
            <pc:docMk/>
            <pc:sldMk cId="0" sldId="353"/>
            <ac:spMk id="66565" creationId="{64F0F6F5-8B02-4BA2-8850-441C6DF481F0}"/>
          </ac:spMkLst>
        </pc:spChg>
        <pc:picChg chg="mod">
          <ac:chgData name="Ms Alina Arshad" userId="cccdfd85-d35d-4453-9c6f-a463aae40722" providerId="ADAL" clId="{700AA452-C530-416E-96E5-BDDCF9860929}" dt="2024-09-22T13:45:59.814" v="119" actId="1076"/>
          <ac:picMkLst>
            <pc:docMk/>
            <pc:sldMk cId="0" sldId="353"/>
            <ac:picMk id="66564" creationId="{573920A5-602D-4661-B4F9-9067EB5BEADE}"/>
          </ac:picMkLst>
        </pc:picChg>
      </pc:sldChg>
      <pc:sldChg chg="modSp mod">
        <pc:chgData name="Ms Alina Arshad" userId="cccdfd85-d35d-4453-9c6f-a463aae40722" providerId="ADAL" clId="{700AA452-C530-416E-96E5-BDDCF9860929}" dt="2024-09-30T15:07:21.563" v="164" actId="14100"/>
        <pc:sldMkLst>
          <pc:docMk/>
          <pc:sldMk cId="0" sldId="354"/>
        </pc:sldMkLst>
        <pc:spChg chg="mod">
          <ac:chgData name="Ms Alina Arshad" userId="cccdfd85-d35d-4453-9c6f-a463aae40722" providerId="ADAL" clId="{700AA452-C530-416E-96E5-BDDCF9860929}" dt="2024-09-30T15:07:18.372" v="163" actId="1076"/>
          <ac:spMkLst>
            <pc:docMk/>
            <pc:sldMk cId="0" sldId="354"/>
            <ac:spMk id="68611" creationId="{7219106E-1553-4571-BEA9-6E2CC9576B6D}"/>
          </ac:spMkLst>
        </pc:spChg>
        <pc:picChg chg="mod">
          <ac:chgData name="Ms Alina Arshad" userId="cccdfd85-d35d-4453-9c6f-a463aae40722" providerId="ADAL" clId="{700AA452-C530-416E-96E5-BDDCF9860929}" dt="2024-09-30T15:07:21.563" v="164" actId="14100"/>
          <ac:picMkLst>
            <pc:docMk/>
            <pc:sldMk cId="0" sldId="354"/>
            <ac:picMk id="68612" creationId="{0C875AAC-7673-45CE-B586-BDF42E669911}"/>
          </ac:picMkLst>
        </pc:picChg>
      </pc:sldChg>
      <pc:sldChg chg="modSp mod">
        <pc:chgData name="Ms Alina Arshad" userId="cccdfd85-d35d-4453-9c6f-a463aae40722" providerId="ADAL" clId="{700AA452-C530-416E-96E5-BDDCF9860929}" dt="2024-09-30T15:08:40.788" v="170" actId="1076"/>
        <pc:sldMkLst>
          <pc:docMk/>
          <pc:sldMk cId="0" sldId="355"/>
        </pc:sldMkLst>
        <pc:spChg chg="mod">
          <ac:chgData name="Ms Alina Arshad" userId="cccdfd85-d35d-4453-9c6f-a463aae40722" providerId="ADAL" clId="{700AA452-C530-416E-96E5-BDDCF9860929}" dt="2024-09-30T15:08:03.318" v="165" actId="207"/>
          <ac:spMkLst>
            <pc:docMk/>
            <pc:sldMk cId="0" sldId="355"/>
            <ac:spMk id="75779" creationId="{B61B8769-D463-457A-B042-0D946EB6E901}"/>
          </ac:spMkLst>
        </pc:spChg>
        <pc:spChg chg="mod">
          <ac:chgData name="Ms Alina Arshad" userId="cccdfd85-d35d-4453-9c6f-a463aae40722" providerId="ADAL" clId="{700AA452-C530-416E-96E5-BDDCF9860929}" dt="2024-09-30T15:08:40.788" v="170" actId="1076"/>
          <ac:spMkLst>
            <pc:docMk/>
            <pc:sldMk cId="0" sldId="355"/>
            <ac:spMk id="75780" creationId="{B969BE2E-346A-40F3-BA4C-8A977B24D846}"/>
          </ac:spMkLst>
        </pc:spChg>
      </pc:sldChg>
      <pc:sldChg chg="delSp modSp mod">
        <pc:chgData name="Ms Alina Arshad" userId="cccdfd85-d35d-4453-9c6f-a463aae40722" providerId="ADAL" clId="{700AA452-C530-416E-96E5-BDDCF9860929}" dt="2024-09-30T18:52:44.057" v="228" actId="1076"/>
        <pc:sldMkLst>
          <pc:docMk/>
          <pc:sldMk cId="0" sldId="357"/>
        </pc:sldMkLst>
        <pc:spChg chg="del">
          <ac:chgData name="Ms Alina Arshad" userId="cccdfd85-d35d-4453-9c6f-a463aae40722" providerId="ADAL" clId="{700AA452-C530-416E-96E5-BDDCF9860929}" dt="2024-09-30T18:52:12.279" v="220" actId="478"/>
          <ac:spMkLst>
            <pc:docMk/>
            <pc:sldMk cId="0" sldId="357"/>
            <ac:spMk id="84994" creationId="{FEC753B0-AD36-4203-91A2-CE32D7F4AE44}"/>
          </ac:spMkLst>
        </pc:spChg>
        <pc:spChg chg="mod">
          <ac:chgData name="Ms Alina Arshad" userId="cccdfd85-d35d-4453-9c6f-a463aae40722" providerId="ADAL" clId="{700AA452-C530-416E-96E5-BDDCF9860929}" dt="2024-09-30T18:52:44.057" v="228" actId="1076"/>
          <ac:spMkLst>
            <pc:docMk/>
            <pc:sldMk cId="0" sldId="357"/>
            <ac:spMk id="84995" creationId="{6B637A28-0889-4EC5-BA30-354C9967D0FB}"/>
          </ac:spMkLst>
        </pc:spChg>
        <pc:graphicFrameChg chg="mod modGraphic">
          <ac:chgData name="Ms Alina Arshad" userId="cccdfd85-d35d-4453-9c6f-a463aae40722" providerId="ADAL" clId="{700AA452-C530-416E-96E5-BDDCF9860929}" dt="2024-09-30T18:52:39.248" v="227" actId="1076"/>
          <ac:graphicFrameMkLst>
            <pc:docMk/>
            <pc:sldMk cId="0" sldId="357"/>
            <ac:graphicFrameMk id="884809" creationId="{556EDF7B-4711-416D-A419-F0CB230120BD}"/>
          </ac:graphicFrameMkLst>
        </pc:graphicFrameChg>
      </pc:sldChg>
      <pc:sldChg chg="modSp mod">
        <pc:chgData name="Ms Alina Arshad" userId="cccdfd85-d35d-4453-9c6f-a463aae40722" providerId="ADAL" clId="{700AA452-C530-416E-96E5-BDDCF9860929}" dt="2024-09-30T18:48:23.109" v="199" actId="403"/>
        <pc:sldMkLst>
          <pc:docMk/>
          <pc:sldMk cId="0" sldId="368"/>
        </pc:sldMkLst>
        <pc:spChg chg="mod">
          <ac:chgData name="Ms Alina Arshad" userId="cccdfd85-d35d-4453-9c6f-a463aae40722" providerId="ADAL" clId="{700AA452-C530-416E-96E5-BDDCF9860929}" dt="2024-09-30T18:48:23.109" v="199" actId="403"/>
          <ac:spMkLst>
            <pc:docMk/>
            <pc:sldMk cId="0" sldId="368"/>
            <ac:spMk id="80899" creationId="{8AA31434-6D57-45F6-91CD-6F6FEBE0E785}"/>
          </ac:spMkLst>
        </pc:spChg>
      </pc:sldChg>
      <pc:sldChg chg="modSp mod">
        <pc:chgData name="Ms Alina Arshad" userId="cccdfd85-d35d-4453-9c6f-a463aae40722" providerId="ADAL" clId="{700AA452-C530-416E-96E5-BDDCF9860929}" dt="2024-09-30T18:49:20.358" v="205" actId="207"/>
        <pc:sldMkLst>
          <pc:docMk/>
          <pc:sldMk cId="0" sldId="369"/>
        </pc:sldMkLst>
        <pc:spChg chg="mod">
          <ac:chgData name="Ms Alina Arshad" userId="cccdfd85-d35d-4453-9c6f-a463aae40722" providerId="ADAL" clId="{700AA452-C530-416E-96E5-BDDCF9860929}" dt="2024-09-30T18:49:05.147" v="204" actId="1076"/>
          <ac:spMkLst>
            <pc:docMk/>
            <pc:sldMk cId="0" sldId="369"/>
            <ac:spMk id="81923" creationId="{212404F8-56E8-4683-B334-13C19B18AB45}"/>
          </ac:spMkLst>
        </pc:spChg>
        <pc:spChg chg="mod">
          <ac:chgData name="Ms Alina Arshad" userId="cccdfd85-d35d-4453-9c6f-a463aae40722" providerId="ADAL" clId="{700AA452-C530-416E-96E5-BDDCF9860929}" dt="2024-09-30T18:49:20.358" v="205" actId="207"/>
          <ac:spMkLst>
            <pc:docMk/>
            <pc:sldMk cId="0" sldId="369"/>
            <ac:spMk id="81924" creationId="{68248C69-9332-4A99-BC0A-14F57C4D99DE}"/>
          </ac:spMkLst>
        </pc:spChg>
      </pc:sldChg>
      <pc:sldChg chg="modSp mod">
        <pc:chgData name="Ms Alina Arshad" userId="cccdfd85-d35d-4453-9c6f-a463aae40722" providerId="ADAL" clId="{700AA452-C530-416E-96E5-BDDCF9860929}" dt="2024-09-30T18:45:49.813" v="193" actId="20577"/>
        <pc:sldMkLst>
          <pc:docMk/>
          <pc:sldMk cId="0" sldId="370"/>
        </pc:sldMkLst>
        <pc:spChg chg="mod">
          <ac:chgData name="Ms Alina Arshad" userId="cccdfd85-d35d-4453-9c6f-a463aae40722" providerId="ADAL" clId="{700AA452-C530-416E-96E5-BDDCF9860929}" dt="2024-09-30T15:08:48.912" v="172" actId="207"/>
          <ac:spMkLst>
            <pc:docMk/>
            <pc:sldMk cId="0" sldId="370"/>
            <ac:spMk id="77827" creationId="{67E99228-87F5-434B-834C-05F83602BEA7}"/>
          </ac:spMkLst>
        </pc:spChg>
        <pc:spChg chg="mod">
          <ac:chgData name="Ms Alina Arshad" userId="cccdfd85-d35d-4453-9c6f-a463aae40722" providerId="ADAL" clId="{700AA452-C530-416E-96E5-BDDCF9860929}" dt="2024-09-30T18:45:49.813" v="193" actId="20577"/>
          <ac:spMkLst>
            <pc:docMk/>
            <pc:sldMk cId="0" sldId="370"/>
            <ac:spMk id="77828" creationId="{AE58D6A9-2268-4B9B-B644-43B75570DBA9}"/>
          </ac:spMkLst>
        </pc:spChg>
      </pc:sldChg>
      <pc:sldChg chg="modSp mod">
        <pc:chgData name="Ms Alina Arshad" userId="cccdfd85-d35d-4453-9c6f-a463aae40722" providerId="ADAL" clId="{700AA452-C530-416E-96E5-BDDCF9860929}" dt="2024-09-30T18:46:34.209" v="196" actId="14100"/>
        <pc:sldMkLst>
          <pc:docMk/>
          <pc:sldMk cId="0" sldId="371"/>
        </pc:sldMkLst>
        <pc:spChg chg="mod">
          <ac:chgData name="Ms Alina Arshad" userId="cccdfd85-d35d-4453-9c6f-a463aae40722" providerId="ADAL" clId="{700AA452-C530-416E-96E5-BDDCF9860929}" dt="2024-09-30T18:46:34.209" v="196" actId="14100"/>
          <ac:spMkLst>
            <pc:docMk/>
            <pc:sldMk cId="0" sldId="371"/>
            <ac:spMk id="79875" creationId="{8CF305EB-D670-4393-98CF-42D50C4A807E}"/>
          </ac:spMkLst>
        </pc:spChg>
        <pc:spChg chg="mod">
          <ac:chgData name="Ms Alina Arshad" userId="cccdfd85-d35d-4453-9c6f-a463aae40722" providerId="ADAL" clId="{700AA452-C530-416E-96E5-BDDCF9860929}" dt="2024-09-30T18:46:25.475" v="194" actId="207"/>
          <ac:spMkLst>
            <pc:docMk/>
            <pc:sldMk cId="0" sldId="371"/>
            <ac:spMk id="79876" creationId="{092D5270-798D-445A-9B24-A3520F9BB889}"/>
          </ac:spMkLst>
        </pc:spChg>
      </pc:sldChg>
      <pc:sldChg chg="modSp mod ord">
        <pc:chgData name="Ms Alina Arshad" userId="cccdfd85-d35d-4453-9c6f-a463aae40722" providerId="ADAL" clId="{700AA452-C530-416E-96E5-BDDCF9860929}" dt="2024-09-30T18:39:15.777" v="179" actId="1076"/>
        <pc:sldMkLst>
          <pc:docMk/>
          <pc:sldMk cId="0" sldId="372"/>
        </pc:sldMkLst>
        <pc:spChg chg="mod">
          <ac:chgData name="Ms Alina Arshad" userId="cccdfd85-d35d-4453-9c6f-a463aae40722" providerId="ADAL" clId="{700AA452-C530-416E-96E5-BDDCF9860929}" dt="2024-09-30T18:39:10.504" v="177" actId="1076"/>
          <ac:spMkLst>
            <pc:docMk/>
            <pc:sldMk cId="0" sldId="372"/>
            <ac:spMk id="78851" creationId="{5938DAAF-F418-44DE-B803-5D31322FB670}"/>
          </ac:spMkLst>
        </pc:spChg>
        <pc:picChg chg="mod">
          <ac:chgData name="Ms Alina Arshad" userId="cccdfd85-d35d-4453-9c6f-a463aae40722" providerId="ADAL" clId="{700AA452-C530-416E-96E5-BDDCF9860929}" dt="2024-09-30T18:39:15.777" v="179" actId="1076"/>
          <ac:picMkLst>
            <pc:docMk/>
            <pc:sldMk cId="0" sldId="372"/>
            <ac:picMk id="78852" creationId="{698D94F0-9B82-46C7-B735-4F93695DB9A6}"/>
          </ac:picMkLst>
        </pc:picChg>
      </pc:sldChg>
      <pc:sldChg chg="delSp modSp add mod modTransition">
        <pc:chgData name="Ms Alina Arshad" userId="cccdfd85-d35d-4453-9c6f-a463aae40722" providerId="ADAL" clId="{700AA452-C530-416E-96E5-BDDCF9860929}" dt="2024-09-28T18:48:27.419" v="132" actId="478"/>
        <pc:sldMkLst>
          <pc:docMk/>
          <pc:sldMk cId="0" sldId="384"/>
        </pc:sldMkLst>
        <pc:spChg chg="del">
          <ac:chgData name="Ms Alina Arshad" userId="cccdfd85-d35d-4453-9c6f-a463aae40722" providerId="ADAL" clId="{700AA452-C530-416E-96E5-BDDCF9860929}" dt="2024-09-28T18:48:27.419" v="132" actId="478"/>
          <ac:spMkLst>
            <pc:docMk/>
            <pc:sldMk cId="0" sldId="384"/>
            <ac:spMk id="45058" creationId="{F5A5FDB9-F4E1-AF56-BB8A-D14E39931F53}"/>
          </ac:spMkLst>
        </pc:spChg>
        <pc:spChg chg="mod">
          <ac:chgData name="Ms Alina Arshad" userId="cccdfd85-d35d-4453-9c6f-a463aae40722" providerId="ADAL" clId="{700AA452-C530-416E-96E5-BDDCF9860929}" dt="2024-09-28T18:48:08.791" v="129" actId="207"/>
          <ac:spMkLst>
            <pc:docMk/>
            <pc:sldMk cId="0" sldId="384"/>
            <ac:spMk id="45059" creationId="{84D44900-4D45-4C5B-F55E-8C00BDEFF2B6}"/>
          </ac:spMkLst>
        </pc:spChg>
        <pc:spChg chg="mod">
          <ac:chgData name="Ms Alina Arshad" userId="cccdfd85-d35d-4453-9c6f-a463aae40722" providerId="ADAL" clId="{700AA452-C530-416E-96E5-BDDCF9860929}" dt="2024-09-28T18:48:24.244" v="131" actId="12"/>
          <ac:spMkLst>
            <pc:docMk/>
            <pc:sldMk cId="0" sldId="384"/>
            <ac:spMk id="45060" creationId="{91B64F00-F425-3490-70A7-8C5948A081EA}"/>
          </ac:spMkLst>
        </pc:spChg>
      </pc:sldChg>
      <pc:sldChg chg="modSp mod">
        <pc:chgData name="Ms Alina Arshad" userId="cccdfd85-d35d-4453-9c6f-a463aae40722" providerId="ADAL" clId="{700AA452-C530-416E-96E5-BDDCF9860929}" dt="2024-09-30T18:51:31.050" v="210" actId="403"/>
        <pc:sldMkLst>
          <pc:docMk/>
          <pc:sldMk cId="0" sldId="392"/>
        </pc:sldMkLst>
        <pc:spChg chg="mod">
          <ac:chgData name="Ms Alina Arshad" userId="cccdfd85-d35d-4453-9c6f-a463aae40722" providerId="ADAL" clId="{700AA452-C530-416E-96E5-BDDCF9860929}" dt="2024-09-30T18:51:21.703" v="208" actId="1076"/>
          <ac:spMkLst>
            <pc:docMk/>
            <pc:sldMk cId="0" sldId="392"/>
            <ac:spMk id="82946" creationId="{E151F0DE-2290-4565-B2AF-2946B137DBDA}"/>
          </ac:spMkLst>
        </pc:spChg>
        <pc:spChg chg="mod">
          <ac:chgData name="Ms Alina Arshad" userId="cccdfd85-d35d-4453-9c6f-a463aae40722" providerId="ADAL" clId="{700AA452-C530-416E-96E5-BDDCF9860929}" dt="2024-09-30T18:51:31.050" v="210" actId="403"/>
          <ac:spMkLst>
            <pc:docMk/>
            <pc:sldMk cId="0" sldId="392"/>
            <ac:spMk id="82947" creationId="{718E235B-BEB1-4C55-9204-377314CEE69D}"/>
          </ac:spMkLst>
        </pc:spChg>
      </pc:sldChg>
      <pc:sldChg chg="delSp modSp mod">
        <pc:chgData name="Ms Alina Arshad" userId="cccdfd85-d35d-4453-9c6f-a463aae40722" providerId="ADAL" clId="{700AA452-C530-416E-96E5-BDDCF9860929}" dt="2024-09-30T18:51:58.386" v="217" actId="113"/>
        <pc:sldMkLst>
          <pc:docMk/>
          <pc:sldMk cId="0" sldId="396"/>
        </pc:sldMkLst>
        <pc:spChg chg="mod">
          <ac:chgData name="Ms Alina Arshad" userId="cccdfd85-d35d-4453-9c6f-a463aae40722" providerId="ADAL" clId="{700AA452-C530-416E-96E5-BDDCF9860929}" dt="2024-09-30T18:51:58.386" v="217" actId="113"/>
          <ac:spMkLst>
            <pc:docMk/>
            <pc:sldMk cId="0" sldId="396"/>
            <ac:spMk id="83970" creationId="{0BE439A8-31E1-4FAD-A6BE-A942378CBD17}"/>
          </ac:spMkLst>
        </pc:spChg>
        <pc:picChg chg="del mod">
          <ac:chgData name="Ms Alina Arshad" userId="cccdfd85-d35d-4453-9c6f-a463aae40722" providerId="ADAL" clId="{700AA452-C530-416E-96E5-BDDCF9860929}" dt="2024-09-30T18:51:47.699" v="213" actId="478"/>
          <ac:picMkLst>
            <pc:docMk/>
            <pc:sldMk cId="0" sldId="396"/>
            <ac:picMk id="83974" creationId="{4CDE9EC7-1771-4D94-B064-F61198DC51C7}"/>
          </ac:picMkLst>
        </pc:picChg>
      </pc:sldChg>
      <pc:sldChg chg="delSp modSp mod">
        <pc:chgData name="Ms Alina Arshad" userId="cccdfd85-d35d-4453-9c6f-a463aae40722" providerId="ADAL" clId="{700AA452-C530-416E-96E5-BDDCF9860929}" dt="2024-09-22T13:45:49.091" v="116" actId="478"/>
        <pc:sldMkLst>
          <pc:docMk/>
          <pc:sldMk cId="1634129650" sldId="397"/>
        </pc:sldMkLst>
        <pc:spChg chg="del">
          <ac:chgData name="Ms Alina Arshad" userId="cccdfd85-d35d-4453-9c6f-a463aae40722" providerId="ADAL" clId="{700AA452-C530-416E-96E5-BDDCF9860929}" dt="2024-09-22T13:45:49.091" v="116" actId="478"/>
          <ac:spMkLst>
            <pc:docMk/>
            <pc:sldMk cId="1634129650" sldId="397"/>
            <ac:spMk id="2" creationId="{76698A79-8446-4955-82E7-25E504015F3E}"/>
          </ac:spMkLst>
        </pc:spChg>
        <pc:spChg chg="mod">
          <ac:chgData name="Ms Alina Arshad" userId="cccdfd85-d35d-4453-9c6f-a463aae40722" providerId="ADAL" clId="{700AA452-C530-416E-96E5-BDDCF9860929}" dt="2024-09-22T13:45:45.855" v="115" actId="12"/>
          <ac:spMkLst>
            <pc:docMk/>
            <pc:sldMk cId="1634129650" sldId="397"/>
            <ac:spMk id="3" creationId="{566192B2-7CA6-4494-AAC2-7D51C0489E13}"/>
          </ac:spMkLst>
        </pc:spChg>
      </pc:sldChg>
      <pc:sldChg chg="del">
        <pc:chgData name="Ms Alina Arshad" userId="cccdfd85-d35d-4453-9c6f-a463aae40722" providerId="ADAL" clId="{700AA452-C530-416E-96E5-BDDCF9860929}" dt="2024-09-22T13:30:24.076" v="6" actId="47"/>
        <pc:sldMkLst>
          <pc:docMk/>
          <pc:sldMk cId="818196387" sldId="398"/>
        </pc:sldMkLst>
      </pc:sldChg>
      <pc:sldChg chg="del">
        <pc:chgData name="Ms Alina Arshad" userId="cccdfd85-d35d-4453-9c6f-a463aae40722" providerId="ADAL" clId="{700AA452-C530-416E-96E5-BDDCF9860929}" dt="2024-09-22T13:30:24.415" v="7" actId="47"/>
        <pc:sldMkLst>
          <pc:docMk/>
          <pc:sldMk cId="3016557581" sldId="399"/>
        </pc:sldMkLst>
      </pc:sldChg>
      <pc:sldChg chg="del">
        <pc:chgData name="Ms Alina Arshad" userId="cccdfd85-d35d-4453-9c6f-a463aae40722" providerId="ADAL" clId="{700AA452-C530-416E-96E5-BDDCF9860929}" dt="2024-09-22T13:30:25.184" v="9" actId="47"/>
        <pc:sldMkLst>
          <pc:docMk/>
          <pc:sldMk cId="778265951" sldId="400"/>
        </pc:sldMkLst>
      </pc:sldChg>
      <pc:sldChg chg="del">
        <pc:chgData name="Ms Alina Arshad" userId="cccdfd85-d35d-4453-9c6f-a463aae40722" providerId="ADAL" clId="{700AA452-C530-416E-96E5-BDDCF9860929}" dt="2024-09-22T13:30:27.655" v="15" actId="47"/>
        <pc:sldMkLst>
          <pc:docMk/>
          <pc:sldMk cId="978211767" sldId="401"/>
        </pc:sldMkLst>
      </pc:sldChg>
      <pc:sldChg chg="del">
        <pc:chgData name="Ms Alina Arshad" userId="cccdfd85-d35d-4453-9c6f-a463aae40722" providerId="ADAL" clId="{700AA452-C530-416E-96E5-BDDCF9860929}" dt="2024-09-22T13:30:28.051" v="16" actId="47"/>
        <pc:sldMkLst>
          <pc:docMk/>
          <pc:sldMk cId="20141498" sldId="402"/>
        </pc:sldMkLst>
      </pc:sldChg>
      <pc:sldMasterChg chg="modSldLayout">
        <pc:chgData name="Ms Alina Arshad" userId="cccdfd85-d35d-4453-9c6f-a463aae40722" providerId="ADAL" clId="{700AA452-C530-416E-96E5-BDDCF9860929}" dt="2024-09-22T13:44:14.924" v="99" actId="16037"/>
        <pc:sldMasterMkLst>
          <pc:docMk/>
          <pc:sldMasterMk cId="1090009938" sldId="2147483660"/>
        </pc:sldMasterMkLst>
        <pc:sldLayoutChg chg="modSp">
          <pc:chgData name="Ms Alina Arshad" userId="cccdfd85-d35d-4453-9c6f-a463aae40722" providerId="ADAL" clId="{700AA452-C530-416E-96E5-BDDCF9860929}" dt="2024-09-22T13:44:14.924" v="99" actId="16037"/>
          <pc:sldLayoutMkLst>
            <pc:docMk/>
            <pc:sldMasterMk cId="1090009938" sldId="2147483660"/>
            <pc:sldLayoutMk cId="2573694011" sldId="2147483662"/>
          </pc:sldLayoutMkLst>
          <pc:spChg chg="mod">
            <ac:chgData name="Ms Alina Arshad" userId="cccdfd85-d35d-4453-9c6f-a463aae40722" providerId="ADAL" clId="{700AA452-C530-416E-96E5-BDDCF9860929}" dt="2024-09-22T13:44:14.924" v="99" actId="16037"/>
            <ac:spMkLst>
              <pc:docMk/>
              <pc:sldMasterMk cId="1090009938" sldId="2147483660"/>
              <pc:sldLayoutMk cId="2573694011" sldId="2147483662"/>
              <ac:spMk id="3" creationId="{00000000-0000-0000-0000-000000000000}"/>
            </ac:spMkLst>
          </pc:spChg>
        </pc:sldLayoutChg>
      </pc:sldMasterChg>
    </pc:docChg>
  </pc:docChgLst>
  <pc:docChgLst>
    <pc:chgData name="Ms Alina Arshad" userId="cccdfd85-d35d-4453-9c6f-a463aae40722" providerId="ADAL" clId="{0CB232A2-0B42-4DBF-AC2D-50B32D7285CF}"/>
    <pc:docChg chg="custSel addSld delSld modSld sldOrd">
      <pc:chgData name="Ms Alina Arshad" userId="cccdfd85-d35d-4453-9c6f-a463aae40722" providerId="ADAL" clId="{0CB232A2-0B42-4DBF-AC2D-50B32D7285CF}" dt="2024-09-17T07:38:04.651" v="169" actId="47"/>
      <pc:docMkLst>
        <pc:docMk/>
      </pc:docMkLst>
      <pc:sldChg chg="modSp mod">
        <pc:chgData name="Ms Alina Arshad" userId="cccdfd85-d35d-4453-9c6f-a463aae40722" providerId="ADAL" clId="{0CB232A2-0B42-4DBF-AC2D-50B32D7285CF}" dt="2024-09-14T10:46:51.265" v="3" actId="1076"/>
        <pc:sldMkLst>
          <pc:docMk/>
          <pc:sldMk cId="2295129282" sldId="269"/>
        </pc:sldMkLst>
        <pc:spChg chg="mod">
          <ac:chgData name="Ms Alina Arshad" userId="cccdfd85-d35d-4453-9c6f-a463aae40722" providerId="ADAL" clId="{0CB232A2-0B42-4DBF-AC2D-50B32D7285CF}" dt="2024-09-14T10:46:51.265" v="3" actId="1076"/>
          <ac:spMkLst>
            <pc:docMk/>
            <pc:sldMk cId="2295129282" sldId="269"/>
            <ac:spMk id="192" creationId="{00000000-0000-0000-0000-000000000000}"/>
          </ac:spMkLst>
        </pc:spChg>
        <pc:picChg chg="mod">
          <ac:chgData name="Ms Alina Arshad" userId="cccdfd85-d35d-4453-9c6f-a463aae40722" providerId="ADAL" clId="{0CB232A2-0B42-4DBF-AC2D-50B32D7285CF}" dt="2024-09-14T10:45:57.979" v="1" actId="2085"/>
          <ac:picMkLst>
            <pc:docMk/>
            <pc:sldMk cId="2295129282" sldId="269"/>
            <ac:picMk id="193" creationId="{00000000-0000-0000-0000-000000000000}"/>
          </ac:picMkLst>
        </pc:picChg>
      </pc:sldChg>
      <pc:sldChg chg="modSp mod">
        <pc:chgData name="Ms Alina Arshad" userId="cccdfd85-d35d-4453-9c6f-a463aae40722" providerId="ADAL" clId="{0CB232A2-0B42-4DBF-AC2D-50B32D7285CF}" dt="2024-09-15T13:45:36.793" v="117" actId="113"/>
        <pc:sldMkLst>
          <pc:docMk/>
          <pc:sldMk cId="2090315159" sldId="270"/>
        </pc:sldMkLst>
        <pc:spChg chg="mod">
          <ac:chgData name="Ms Alina Arshad" userId="cccdfd85-d35d-4453-9c6f-a463aae40722" providerId="ADAL" clId="{0CB232A2-0B42-4DBF-AC2D-50B32D7285CF}" dt="2024-09-15T13:45:36.793" v="117" actId="113"/>
          <ac:spMkLst>
            <pc:docMk/>
            <pc:sldMk cId="2090315159" sldId="270"/>
            <ac:spMk id="201" creationId="{00000000-0000-0000-0000-000000000000}"/>
          </ac:spMkLst>
        </pc:spChg>
        <pc:spChg chg="mod">
          <ac:chgData name="Ms Alina Arshad" userId="cccdfd85-d35d-4453-9c6f-a463aae40722" providerId="ADAL" clId="{0CB232A2-0B42-4DBF-AC2D-50B32D7285CF}" dt="2024-09-14T10:47:31.591" v="4" actId="207"/>
          <ac:spMkLst>
            <pc:docMk/>
            <pc:sldMk cId="2090315159" sldId="270"/>
            <ac:spMk id="202" creationId="{00000000-0000-0000-0000-000000000000}"/>
          </ac:spMkLst>
        </pc:spChg>
      </pc:sldChg>
      <pc:sldChg chg="modSp mod">
        <pc:chgData name="Ms Alina Arshad" userId="cccdfd85-d35d-4453-9c6f-a463aae40722" providerId="ADAL" clId="{0CB232A2-0B42-4DBF-AC2D-50B32D7285CF}" dt="2024-09-14T11:11:09.943" v="53" actId="1076"/>
        <pc:sldMkLst>
          <pc:docMk/>
          <pc:sldMk cId="3034138166" sldId="271"/>
        </pc:sldMkLst>
        <pc:spChg chg="mod">
          <ac:chgData name="Ms Alina Arshad" userId="cccdfd85-d35d-4453-9c6f-a463aae40722" providerId="ADAL" clId="{0CB232A2-0B42-4DBF-AC2D-50B32D7285CF}" dt="2024-09-14T11:11:07.043" v="52" actId="20577"/>
          <ac:spMkLst>
            <pc:docMk/>
            <pc:sldMk cId="3034138166" sldId="271"/>
            <ac:spMk id="210" creationId="{00000000-0000-0000-0000-000000000000}"/>
          </ac:spMkLst>
        </pc:spChg>
        <pc:picChg chg="mod">
          <ac:chgData name="Ms Alina Arshad" userId="cccdfd85-d35d-4453-9c6f-a463aae40722" providerId="ADAL" clId="{0CB232A2-0B42-4DBF-AC2D-50B32D7285CF}" dt="2024-09-14T11:11:09.943" v="53" actId="1076"/>
          <ac:picMkLst>
            <pc:docMk/>
            <pc:sldMk cId="3034138166" sldId="271"/>
            <ac:picMk id="211" creationId="{00000000-0000-0000-0000-000000000000}"/>
          </ac:picMkLst>
        </pc:picChg>
      </pc:sldChg>
      <pc:sldChg chg="addSp delSp modSp mod">
        <pc:chgData name="Ms Alina Arshad" userId="cccdfd85-d35d-4453-9c6f-a463aae40722" providerId="ADAL" clId="{0CB232A2-0B42-4DBF-AC2D-50B32D7285CF}" dt="2024-09-15T13:53:32.742" v="137" actId="1076"/>
        <pc:sldMkLst>
          <pc:docMk/>
          <pc:sldMk cId="0" sldId="277"/>
        </pc:sldMkLst>
        <pc:spChg chg="add del mod">
          <ac:chgData name="Ms Alina Arshad" userId="cccdfd85-d35d-4453-9c6f-a463aae40722" providerId="ADAL" clId="{0CB232A2-0B42-4DBF-AC2D-50B32D7285CF}" dt="2024-09-15T13:53:25.594" v="135" actId="478"/>
          <ac:spMkLst>
            <pc:docMk/>
            <pc:sldMk cId="0" sldId="277"/>
            <ac:spMk id="3" creationId="{D1390B3A-9202-17C5-8B1D-C85833BAA94C}"/>
          </ac:spMkLst>
        </pc:spChg>
        <pc:spChg chg="mod">
          <ac:chgData name="Ms Alina Arshad" userId="cccdfd85-d35d-4453-9c6f-a463aae40722" providerId="ADAL" clId="{0CB232A2-0B42-4DBF-AC2D-50B32D7285CF}" dt="2024-09-15T13:51:51.007" v="124" actId="1076"/>
          <ac:spMkLst>
            <pc:docMk/>
            <pc:sldMk cId="0" sldId="277"/>
            <ac:spMk id="253" creationId="{00000000-0000-0000-0000-000000000000}"/>
          </ac:spMkLst>
        </pc:spChg>
        <pc:spChg chg="mod">
          <ac:chgData name="Ms Alina Arshad" userId="cccdfd85-d35d-4453-9c6f-a463aae40722" providerId="ADAL" clId="{0CB232A2-0B42-4DBF-AC2D-50B32D7285CF}" dt="2024-09-15T13:53:29.472" v="136" actId="1076"/>
          <ac:spMkLst>
            <pc:docMk/>
            <pc:sldMk cId="0" sldId="277"/>
            <ac:spMk id="255" creationId="{00000000-0000-0000-0000-000000000000}"/>
          </ac:spMkLst>
        </pc:spChg>
        <pc:graphicFrameChg chg="mod">
          <ac:chgData name="Ms Alina Arshad" userId="cccdfd85-d35d-4453-9c6f-a463aae40722" providerId="ADAL" clId="{0CB232A2-0B42-4DBF-AC2D-50B32D7285CF}" dt="2024-09-15T13:53:32.742" v="137" actId="1076"/>
          <ac:graphicFrameMkLst>
            <pc:docMk/>
            <pc:sldMk cId="0" sldId="277"/>
            <ac:graphicFrameMk id="254" creationId="{00000000-0000-0000-0000-000000000000}"/>
          </ac:graphicFrameMkLst>
        </pc:graphicFrameChg>
      </pc:sldChg>
      <pc:sldChg chg="modSp mod">
        <pc:chgData name="Ms Alina Arshad" userId="cccdfd85-d35d-4453-9c6f-a463aae40722" providerId="ADAL" clId="{0CB232A2-0B42-4DBF-AC2D-50B32D7285CF}" dt="2024-09-14T11:53:23.512" v="104" actId="20577"/>
        <pc:sldMkLst>
          <pc:docMk/>
          <pc:sldMk cId="0" sldId="290"/>
        </pc:sldMkLst>
        <pc:spChg chg="mod">
          <ac:chgData name="Ms Alina Arshad" userId="cccdfd85-d35d-4453-9c6f-a463aae40722" providerId="ADAL" clId="{0CB232A2-0B42-4DBF-AC2D-50B32D7285CF}" dt="2024-09-14T11:53:23.512" v="104" actId="20577"/>
          <ac:spMkLst>
            <pc:docMk/>
            <pc:sldMk cId="0" sldId="290"/>
            <ac:spMk id="333" creationId="{00000000-0000-0000-0000-000000000000}"/>
          </ac:spMkLst>
        </pc:spChg>
      </pc:sldChg>
      <pc:sldChg chg="modSp mod">
        <pc:chgData name="Ms Alina Arshad" userId="cccdfd85-d35d-4453-9c6f-a463aae40722" providerId="ADAL" clId="{0CB232A2-0B42-4DBF-AC2D-50B32D7285CF}" dt="2024-09-15T14:10:32.357" v="138" actId="113"/>
        <pc:sldMkLst>
          <pc:docMk/>
          <pc:sldMk cId="0" sldId="302"/>
        </pc:sldMkLst>
        <pc:spChg chg="mod">
          <ac:chgData name="Ms Alina Arshad" userId="cccdfd85-d35d-4453-9c6f-a463aae40722" providerId="ADAL" clId="{0CB232A2-0B42-4DBF-AC2D-50B32D7285CF}" dt="2024-09-15T14:10:32.357" v="138" actId="113"/>
          <ac:spMkLst>
            <pc:docMk/>
            <pc:sldMk cId="0" sldId="302"/>
            <ac:spMk id="409" creationId="{00000000-0000-0000-0000-000000000000}"/>
          </ac:spMkLst>
        </pc:spChg>
      </pc:sldChg>
      <pc:sldChg chg="del">
        <pc:chgData name="Ms Alina Arshad" userId="cccdfd85-d35d-4453-9c6f-a463aae40722" providerId="ADAL" clId="{0CB232A2-0B42-4DBF-AC2D-50B32D7285CF}" dt="2024-09-17T07:37:56.773" v="139" actId="47"/>
        <pc:sldMkLst>
          <pc:docMk/>
          <pc:sldMk cId="0" sldId="307"/>
        </pc:sldMkLst>
      </pc:sldChg>
      <pc:sldChg chg="del">
        <pc:chgData name="Ms Alina Arshad" userId="cccdfd85-d35d-4453-9c6f-a463aae40722" providerId="ADAL" clId="{0CB232A2-0B42-4DBF-AC2D-50B32D7285CF}" dt="2024-09-17T07:37:58.202" v="140" actId="47"/>
        <pc:sldMkLst>
          <pc:docMk/>
          <pc:sldMk cId="0" sldId="308"/>
        </pc:sldMkLst>
      </pc:sldChg>
      <pc:sldChg chg="del">
        <pc:chgData name="Ms Alina Arshad" userId="cccdfd85-d35d-4453-9c6f-a463aae40722" providerId="ADAL" clId="{0CB232A2-0B42-4DBF-AC2D-50B32D7285CF}" dt="2024-09-17T07:37:59.300" v="141" actId="47"/>
        <pc:sldMkLst>
          <pc:docMk/>
          <pc:sldMk cId="0" sldId="309"/>
        </pc:sldMkLst>
      </pc:sldChg>
      <pc:sldChg chg="del">
        <pc:chgData name="Ms Alina Arshad" userId="cccdfd85-d35d-4453-9c6f-a463aae40722" providerId="ADAL" clId="{0CB232A2-0B42-4DBF-AC2D-50B32D7285CF}" dt="2024-09-17T07:38:00.061" v="142" actId="47"/>
        <pc:sldMkLst>
          <pc:docMk/>
          <pc:sldMk cId="0" sldId="310"/>
        </pc:sldMkLst>
      </pc:sldChg>
      <pc:sldChg chg="del">
        <pc:chgData name="Ms Alina Arshad" userId="cccdfd85-d35d-4453-9c6f-a463aae40722" providerId="ADAL" clId="{0CB232A2-0B42-4DBF-AC2D-50B32D7285CF}" dt="2024-09-17T07:38:00.661" v="143" actId="47"/>
        <pc:sldMkLst>
          <pc:docMk/>
          <pc:sldMk cId="0" sldId="311"/>
        </pc:sldMkLst>
      </pc:sldChg>
      <pc:sldChg chg="del">
        <pc:chgData name="Ms Alina Arshad" userId="cccdfd85-d35d-4453-9c6f-a463aae40722" providerId="ADAL" clId="{0CB232A2-0B42-4DBF-AC2D-50B32D7285CF}" dt="2024-09-17T07:38:01.181" v="144" actId="47"/>
        <pc:sldMkLst>
          <pc:docMk/>
          <pc:sldMk cId="0" sldId="312"/>
        </pc:sldMkLst>
      </pc:sldChg>
      <pc:sldChg chg="del">
        <pc:chgData name="Ms Alina Arshad" userId="cccdfd85-d35d-4453-9c6f-a463aae40722" providerId="ADAL" clId="{0CB232A2-0B42-4DBF-AC2D-50B32D7285CF}" dt="2024-09-17T07:38:01.535" v="145" actId="47"/>
        <pc:sldMkLst>
          <pc:docMk/>
          <pc:sldMk cId="0" sldId="313"/>
        </pc:sldMkLst>
      </pc:sldChg>
      <pc:sldChg chg="del">
        <pc:chgData name="Ms Alina Arshad" userId="cccdfd85-d35d-4453-9c6f-a463aae40722" providerId="ADAL" clId="{0CB232A2-0B42-4DBF-AC2D-50B32D7285CF}" dt="2024-09-17T07:38:01.928" v="146" actId="47"/>
        <pc:sldMkLst>
          <pc:docMk/>
          <pc:sldMk cId="0" sldId="314"/>
        </pc:sldMkLst>
      </pc:sldChg>
      <pc:sldChg chg="del">
        <pc:chgData name="Ms Alina Arshad" userId="cccdfd85-d35d-4453-9c6f-a463aae40722" providerId="ADAL" clId="{0CB232A2-0B42-4DBF-AC2D-50B32D7285CF}" dt="2024-09-17T07:38:02.233" v="147" actId="47"/>
        <pc:sldMkLst>
          <pc:docMk/>
          <pc:sldMk cId="0" sldId="315"/>
        </pc:sldMkLst>
      </pc:sldChg>
      <pc:sldChg chg="del">
        <pc:chgData name="Ms Alina Arshad" userId="cccdfd85-d35d-4453-9c6f-a463aae40722" providerId="ADAL" clId="{0CB232A2-0B42-4DBF-AC2D-50B32D7285CF}" dt="2024-09-17T07:38:02.483" v="148" actId="47"/>
        <pc:sldMkLst>
          <pc:docMk/>
          <pc:sldMk cId="0" sldId="316"/>
        </pc:sldMkLst>
      </pc:sldChg>
      <pc:sldChg chg="del">
        <pc:chgData name="Ms Alina Arshad" userId="cccdfd85-d35d-4453-9c6f-a463aae40722" providerId="ADAL" clId="{0CB232A2-0B42-4DBF-AC2D-50B32D7285CF}" dt="2024-09-17T07:38:02.657" v="149" actId="47"/>
        <pc:sldMkLst>
          <pc:docMk/>
          <pc:sldMk cId="0" sldId="317"/>
        </pc:sldMkLst>
      </pc:sldChg>
      <pc:sldChg chg="del">
        <pc:chgData name="Ms Alina Arshad" userId="cccdfd85-d35d-4453-9c6f-a463aae40722" providerId="ADAL" clId="{0CB232A2-0B42-4DBF-AC2D-50B32D7285CF}" dt="2024-09-17T07:38:03.192" v="150" actId="47"/>
        <pc:sldMkLst>
          <pc:docMk/>
          <pc:sldMk cId="0" sldId="318"/>
        </pc:sldMkLst>
      </pc:sldChg>
      <pc:sldChg chg="del">
        <pc:chgData name="Ms Alina Arshad" userId="cccdfd85-d35d-4453-9c6f-a463aae40722" providerId="ADAL" clId="{0CB232A2-0B42-4DBF-AC2D-50B32D7285CF}" dt="2024-09-17T07:38:03.222" v="151" actId="47"/>
        <pc:sldMkLst>
          <pc:docMk/>
          <pc:sldMk cId="0" sldId="319"/>
        </pc:sldMkLst>
      </pc:sldChg>
      <pc:sldChg chg="del">
        <pc:chgData name="Ms Alina Arshad" userId="cccdfd85-d35d-4453-9c6f-a463aae40722" providerId="ADAL" clId="{0CB232A2-0B42-4DBF-AC2D-50B32D7285CF}" dt="2024-09-17T07:38:03.241" v="152" actId="47"/>
        <pc:sldMkLst>
          <pc:docMk/>
          <pc:sldMk cId="0" sldId="320"/>
        </pc:sldMkLst>
      </pc:sldChg>
      <pc:sldChg chg="del">
        <pc:chgData name="Ms Alina Arshad" userId="cccdfd85-d35d-4453-9c6f-a463aae40722" providerId="ADAL" clId="{0CB232A2-0B42-4DBF-AC2D-50B32D7285CF}" dt="2024-09-17T07:38:03.256" v="153" actId="47"/>
        <pc:sldMkLst>
          <pc:docMk/>
          <pc:sldMk cId="0" sldId="321"/>
        </pc:sldMkLst>
      </pc:sldChg>
      <pc:sldChg chg="del">
        <pc:chgData name="Ms Alina Arshad" userId="cccdfd85-d35d-4453-9c6f-a463aae40722" providerId="ADAL" clId="{0CB232A2-0B42-4DBF-AC2D-50B32D7285CF}" dt="2024-09-17T07:38:03.292" v="154" actId="47"/>
        <pc:sldMkLst>
          <pc:docMk/>
          <pc:sldMk cId="0" sldId="322"/>
        </pc:sldMkLst>
      </pc:sldChg>
      <pc:sldChg chg="del">
        <pc:chgData name="Ms Alina Arshad" userId="cccdfd85-d35d-4453-9c6f-a463aae40722" providerId="ADAL" clId="{0CB232A2-0B42-4DBF-AC2D-50B32D7285CF}" dt="2024-09-17T07:38:03.323" v="155" actId="47"/>
        <pc:sldMkLst>
          <pc:docMk/>
          <pc:sldMk cId="0" sldId="323"/>
        </pc:sldMkLst>
      </pc:sldChg>
      <pc:sldChg chg="del">
        <pc:chgData name="Ms Alina Arshad" userId="cccdfd85-d35d-4453-9c6f-a463aae40722" providerId="ADAL" clId="{0CB232A2-0B42-4DBF-AC2D-50B32D7285CF}" dt="2024-09-17T07:38:03.373" v="156" actId="47"/>
        <pc:sldMkLst>
          <pc:docMk/>
          <pc:sldMk cId="0" sldId="324"/>
        </pc:sldMkLst>
      </pc:sldChg>
      <pc:sldChg chg="del">
        <pc:chgData name="Ms Alina Arshad" userId="cccdfd85-d35d-4453-9c6f-a463aae40722" providerId="ADAL" clId="{0CB232A2-0B42-4DBF-AC2D-50B32D7285CF}" dt="2024-09-17T07:38:03.394" v="157" actId="47"/>
        <pc:sldMkLst>
          <pc:docMk/>
          <pc:sldMk cId="0" sldId="325"/>
        </pc:sldMkLst>
      </pc:sldChg>
      <pc:sldChg chg="del">
        <pc:chgData name="Ms Alina Arshad" userId="cccdfd85-d35d-4453-9c6f-a463aae40722" providerId="ADAL" clId="{0CB232A2-0B42-4DBF-AC2D-50B32D7285CF}" dt="2024-09-17T07:38:03.429" v="158" actId="47"/>
        <pc:sldMkLst>
          <pc:docMk/>
          <pc:sldMk cId="0" sldId="326"/>
        </pc:sldMkLst>
      </pc:sldChg>
      <pc:sldChg chg="del">
        <pc:chgData name="Ms Alina Arshad" userId="cccdfd85-d35d-4453-9c6f-a463aae40722" providerId="ADAL" clId="{0CB232A2-0B42-4DBF-AC2D-50B32D7285CF}" dt="2024-09-17T07:38:03.450" v="159" actId="47"/>
        <pc:sldMkLst>
          <pc:docMk/>
          <pc:sldMk cId="0" sldId="327"/>
        </pc:sldMkLst>
      </pc:sldChg>
      <pc:sldChg chg="del">
        <pc:chgData name="Ms Alina Arshad" userId="cccdfd85-d35d-4453-9c6f-a463aae40722" providerId="ADAL" clId="{0CB232A2-0B42-4DBF-AC2D-50B32D7285CF}" dt="2024-09-17T07:38:03.489" v="160" actId="47"/>
        <pc:sldMkLst>
          <pc:docMk/>
          <pc:sldMk cId="0" sldId="328"/>
        </pc:sldMkLst>
      </pc:sldChg>
      <pc:sldChg chg="del">
        <pc:chgData name="Ms Alina Arshad" userId="cccdfd85-d35d-4453-9c6f-a463aae40722" providerId="ADAL" clId="{0CB232A2-0B42-4DBF-AC2D-50B32D7285CF}" dt="2024-09-17T07:38:03.516" v="161" actId="47"/>
        <pc:sldMkLst>
          <pc:docMk/>
          <pc:sldMk cId="0" sldId="329"/>
        </pc:sldMkLst>
      </pc:sldChg>
      <pc:sldChg chg="del">
        <pc:chgData name="Ms Alina Arshad" userId="cccdfd85-d35d-4453-9c6f-a463aae40722" providerId="ADAL" clId="{0CB232A2-0B42-4DBF-AC2D-50B32D7285CF}" dt="2024-09-17T07:38:03.563" v="162" actId="47"/>
        <pc:sldMkLst>
          <pc:docMk/>
          <pc:sldMk cId="0" sldId="330"/>
        </pc:sldMkLst>
      </pc:sldChg>
      <pc:sldChg chg="del">
        <pc:chgData name="Ms Alina Arshad" userId="cccdfd85-d35d-4453-9c6f-a463aae40722" providerId="ADAL" clId="{0CB232A2-0B42-4DBF-AC2D-50B32D7285CF}" dt="2024-09-17T07:38:03.584" v="163" actId="47"/>
        <pc:sldMkLst>
          <pc:docMk/>
          <pc:sldMk cId="0" sldId="331"/>
        </pc:sldMkLst>
      </pc:sldChg>
      <pc:sldChg chg="del">
        <pc:chgData name="Ms Alina Arshad" userId="cccdfd85-d35d-4453-9c6f-a463aae40722" providerId="ADAL" clId="{0CB232A2-0B42-4DBF-AC2D-50B32D7285CF}" dt="2024-09-17T07:38:03.612" v="164" actId="47"/>
        <pc:sldMkLst>
          <pc:docMk/>
          <pc:sldMk cId="0" sldId="332"/>
        </pc:sldMkLst>
      </pc:sldChg>
      <pc:sldChg chg="del">
        <pc:chgData name="Ms Alina Arshad" userId="cccdfd85-d35d-4453-9c6f-a463aae40722" providerId="ADAL" clId="{0CB232A2-0B42-4DBF-AC2D-50B32D7285CF}" dt="2024-09-17T07:38:03.668" v="165" actId="47"/>
        <pc:sldMkLst>
          <pc:docMk/>
          <pc:sldMk cId="0" sldId="333"/>
        </pc:sldMkLst>
      </pc:sldChg>
      <pc:sldChg chg="del">
        <pc:chgData name="Ms Alina Arshad" userId="cccdfd85-d35d-4453-9c6f-a463aae40722" providerId="ADAL" clId="{0CB232A2-0B42-4DBF-AC2D-50B32D7285CF}" dt="2024-09-17T07:38:03.680" v="166" actId="47"/>
        <pc:sldMkLst>
          <pc:docMk/>
          <pc:sldMk cId="0" sldId="334"/>
        </pc:sldMkLst>
      </pc:sldChg>
      <pc:sldChg chg="del">
        <pc:chgData name="Ms Alina Arshad" userId="cccdfd85-d35d-4453-9c6f-a463aae40722" providerId="ADAL" clId="{0CB232A2-0B42-4DBF-AC2D-50B32D7285CF}" dt="2024-09-17T07:38:04.295" v="167" actId="47"/>
        <pc:sldMkLst>
          <pc:docMk/>
          <pc:sldMk cId="0" sldId="335"/>
        </pc:sldMkLst>
      </pc:sldChg>
      <pc:sldChg chg="del">
        <pc:chgData name="Ms Alina Arshad" userId="cccdfd85-d35d-4453-9c6f-a463aae40722" providerId="ADAL" clId="{0CB232A2-0B42-4DBF-AC2D-50B32D7285CF}" dt="2024-09-17T07:38:04.494" v="168" actId="47"/>
        <pc:sldMkLst>
          <pc:docMk/>
          <pc:sldMk cId="0" sldId="336"/>
        </pc:sldMkLst>
      </pc:sldChg>
      <pc:sldChg chg="del">
        <pc:chgData name="Ms Alina Arshad" userId="cccdfd85-d35d-4453-9c6f-a463aae40722" providerId="ADAL" clId="{0CB232A2-0B42-4DBF-AC2D-50B32D7285CF}" dt="2024-09-17T07:38:04.651" v="169" actId="47"/>
        <pc:sldMkLst>
          <pc:docMk/>
          <pc:sldMk cId="0" sldId="337"/>
        </pc:sldMkLst>
      </pc:sldChg>
      <pc:sldChg chg="modSp mod">
        <pc:chgData name="Ms Alina Arshad" userId="cccdfd85-d35d-4453-9c6f-a463aae40722" providerId="ADAL" clId="{0CB232A2-0B42-4DBF-AC2D-50B32D7285CF}" dt="2024-09-14T11:34:36.657" v="79" actId="20577"/>
        <pc:sldMkLst>
          <pc:docMk/>
          <pc:sldMk cId="1204309406" sldId="341"/>
        </pc:sldMkLst>
        <pc:spChg chg="mod">
          <ac:chgData name="Ms Alina Arshad" userId="cccdfd85-d35d-4453-9c6f-a463aae40722" providerId="ADAL" clId="{0CB232A2-0B42-4DBF-AC2D-50B32D7285CF}" dt="2024-09-14T11:34:36.657" v="79" actId="20577"/>
          <ac:spMkLst>
            <pc:docMk/>
            <pc:sldMk cId="1204309406" sldId="341"/>
            <ac:spMk id="3" creationId="{FB09A7D6-CB86-1298-9237-F494689B2453}"/>
          </ac:spMkLst>
        </pc:spChg>
      </pc:sldChg>
      <pc:sldChg chg="addSp modSp new mod ord">
        <pc:chgData name="Ms Alina Arshad" userId="cccdfd85-d35d-4453-9c6f-a463aae40722" providerId="ADAL" clId="{0CB232A2-0B42-4DBF-AC2D-50B32D7285CF}" dt="2024-09-14T11:24:13.633" v="69"/>
        <pc:sldMkLst>
          <pc:docMk/>
          <pc:sldMk cId="96607437" sldId="342"/>
        </pc:sldMkLst>
        <pc:spChg chg="add mod">
          <ac:chgData name="Ms Alina Arshad" userId="cccdfd85-d35d-4453-9c6f-a463aae40722" providerId="ADAL" clId="{0CB232A2-0B42-4DBF-AC2D-50B32D7285CF}" dt="2024-09-14T11:23:57.202" v="62" actId="1076"/>
          <ac:spMkLst>
            <pc:docMk/>
            <pc:sldMk cId="96607437" sldId="342"/>
            <ac:spMk id="3" creationId="{83929A5B-4351-FE6D-372A-06A618BD7968}"/>
          </ac:spMkLst>
        </pc:spChg>
        <pc:spChg chg="add mod">
          <ac:chgData name="Ms Alina Arshad" userId="cccdfd85-d35d-4453-9c6f-a463aae40722" providerId="ADAL" clId="{0CB232A2-0B42-4DBF-AC2D-50B32D7285CF}" dt="2024-09-14T11:24:08.938" v="67" actId="14100"/>
          <ac:spMkLst>
            <pc:docMk/>
            <pc:sldMk cId="96607437" sldId="342"/>
            <ac:spMk id="5" creationId="{2FCB2354-E8E1-7D4F-9119-EADE938CCBEE}"/>
          </ac:spMkLst>
        </pc:spChg>
      </pc:sldChg>
    </pc:docChg>
  </pc:docChgLst>
  <pc:docChgLst>
    <pc:chgData name="Ms Alina Arshad" userId="cccdfd85-d35d-4453-9c6f-a463aae40722" providerId="ADAL" clId="{5B8A6D22-27A2-4EF9-83C4-9A1491FF93A7}"/>
    <pc:docChg chg="undo custSel addSld delSld modSld">
      <pc:chgData name="Ms Alina Arshad" userId="cccdfd85-d35d-4453-9c6f-a463aae40722" providerId="ADAL" clId="{5B8A6D22-27A2-4EF9-83C4-9A1491FF93A7}" dt="2024-09-16T08:06:46.187" v="660" actId="22"/>
      <pc:docMkLst>
        <pc:docMk/>
      </pc:docMkLst>
      <pc:sldChg chg="modSp mod">
        <pc:chgData name="Ms Alina Arshad" userId="cccdfd85-d35d-4453-9c6f-a463aae40722" providerId="ADAL" clId="{5B8A6D22-27A2-4EF9-83C4-9A1491FF93A7}" dt="2024-09-13T05:11:00.601" v="148" actId="1076"/>
        <pc:sldMkLst>
          <pc:docMk/>
          <pc:sldMk cId="90329638" sldId="268"/>
        </pc:sldMkLst>
        <pc:spChg chg="mod">
          <ac:chgData name="Ms Alina Arshad" userId="cccdfd85-d35d-4453-9c6f-a463aae40722" providerId="ADAL" clId="{5B8A6D22-27A2-4EF9-83C4-9A1491FF93A7}" dt="2024-09-13T05:11:00.601" v="148" actId="1076"/>
          <ac:spMkLst>
            <pc:docMk/>
            <pc:sldMk cId="90329638" sldId="268"/>
            <ac:spMk id="185" creationId="{00000000-0000-0000-0000-000000000000}"/>
          </ac:spMkLst>
        </pc:spChg>
        <pc:picChg chg="mod">
          <ac:chgData name="Ms Alina Arshad" userId="cccdfd85-d35d-4453-9c6f-a463aae40722" providerId="ADAL" clId="{5B8A6D22-27A2-4EF9-83C4-9A1491FF93A7}" dt="2024-09-13T05:10:58.274" v="147" actId="1076"/>
          <ac:picMkLst>
            <pc:docMk/>
            <pc:sldMk cId="90329638" sldId="268"/>
            <ac:picMk id="183" creationId="{00000000-0000-0000-0000-000000000000}"/>
          </ac:picMkLst>
        </pc:picChg>
      </pc:sldChg>
      <pc:sldChg chg="modSp mod">
        <pc:chgData name="Ms Alina Arshad" userId="cccdfd85-d35d-4453-9c6f-a463aae40722" providerId="ADAL" clId="{5B8A6D22-27A2-4EF9-83C4-9A1491FF93A7}" dt="2024-09-12T06:50:35.182" v="24" actId="1076"/>
        <pc:sldMkLst>
          <pc:docMk/>
          <pc:sldMk cId="2295129282" sldId="269"/>
        </pc:sldMkLst>
        <pc:spChg chg="mod">
          <ac:chgData name="Ms Alina Arshad" userId="cccdfd85-d35d-4453-9c6f-a463aae40722" providerId="ADAL" clId="{5B8A6D22-27A2-4EF9-83C4-9A1491FF93A7}" dt="2024-09-12T06:49:19.888" v="4" actId="1076"/>
          <ac:spMkLst>
            <pc:docMk/>
            <pc:sldMk cId="2295129282" sldId="269"/>
            <ac:spMk id="191" creationId="{00000000-0000-0000-0000-000000000000}"/>
          </ac:spMkLst>
        </pc:spChg>
        <pc:spChg chg="mod">
          <ac:chgData name="Ms Alina Arshad" userId="cccdfd85-d35d-4453-9c6f-a463aae40722" providerId="ADAL" clId="{5B8A6D22-27A2-4EF9-83C4-9A1491FF93A7}" dt="2024-09-12T06:50:23.120" v="20" actId="403"/>
          <ac:spMkLst>
            <pc:docMk/>
            <pc:sldMk cId="2295129282" sldId="269"/>
            <ac:spMk id="192" creationId="{00000000-0000-0000-0000-000000000000}"/>
          </ac:spMkLst>
        </pc:spChg>
        <pc:spChg chg="mod">
          <ac:chgData name="Ms Alina Arshad" userId="cccdfd85-d35d-4453-9c6f-a463aae40722" providerId="ADAL" clId="{5B8A6D22-27A2-4EF9-83C4-9A1491FF93A7}" dt="2024-09-12T06:50:35.182" v="24" actId="1076"/>
          <ac:spMkLst>
            <pc:docMk/>
            <pc:sldMk cId="2295129282" sldId="269"/>
            <ac:spMk id="194" creationId="{00000000-0000-0000-0000-000000000000}"/>
          </ac:spMkLst>
        </pc:spChg>
        <pc:spChg chg="mod">
          <ac:chgData name="Ms Alina Arshad" userId="cccdfd85-d35d-4453-9c6f-a463aae40722" providerId="ADAL" clId="{5B8A6D22-27A2-4EF9-83C4-9A1491FF93A7}" dt="2024-09-12T06:50:29.260" v="22" actId="1076"/>
          <ac:spMkLst>
            <pc:docMk/>
            <pc:sldMk cId="2295129282" sldId="269"/>
            <ac:spMk id="195" creationId="{00000000-0000-0000-0000-000000000000}"/>
          </ac:spMkLst>
        </pc:spChg>
        <pc:picChg chg="mod">
          <ac:chgData name="Ms Alina Arshad" userId="cccdfd85-d35d-4453-9c6f-a463aae40722" providerId="ADAL" clId="{5B8A6D22-27A2-4EF9-83C4-9A1491FF93A7}" dt="2024-09-12T06:49:25.084" v="7" actId="1076"/>
          <ac:picMkLst>
            <pc:docMk/>
            <pc:sldMk cId="2295129282" sldId="269"/>
            <ac:picMk id="193" creationId="{00000000-0000-0000-0000-000000000000}"/>
          </ac:picMkLst>
        </pc:picChg>
      </pc:sldChg>
      <pc:sldChg chg="modSp mod">
        <pc:chgData name="Ms Alina Arshad" userId="cccdfd85-d35d-4453-9c6f-a463aae40722" providerId="ADAL" clId="{5B8A6D22-27A2-4EF9-83C4-9A1491FF93A7}" dt="2024-09-12T06:51:44.971" v="36" actId="1076"/>
        <pc:sldMkLst>
          <pc:docMk/>
          <pc:sldMk cId="2090315159" sldId="270"/>
        </pc:sldMkLst>
        <pc:spChg chg="mod">
          <ac:chgData name="Ms Alina Arshad" userId="cccdfd85-d35d-4453-9c6f-a463aae40722" providerId="ADAL" clId="{5B8A6D22-27A2-4EF9-83C4-9A1491FF93A7}" dt="2024-09-12T06:51:01.318" v="30" actId="113"/>
          <ac:spMkLst>
            <pc:docMk/>
            <pc:sldMk cId="2090315159" sldId="270"/>
            <ac:spMk id="201" creationId="{00000000-0000-0000-0000-000000000000}"/>
          </ac:spMkLst>
        </pc:spChg>
        <pc:spChg chg="mod">
          <ac:chgData name="Ms Alina Arshad" userId="cccdfd85-d35d-4453-9c6f-a463aae40722" providerId="ADAL" clId="{5B8A6D22-27A2-4EF9-83C4-9A1491FF93A7}" dt="2024-09-12T06:51:04.077" v="31" actId="207"/>
          <ac:spMkLst>
            <pc:docMk/>
            <pc:sldMk cId="2090315159" sldId="270"/>
            <ac:spMk id="202" creationId="{00000000-0000-0000-0000-000000000000}"/>
          </ac:spMkLst>
        </pc:spChg>
        <pc:spChg chg="mod">
          <ac:chgData name="Ms Alina Arshad" userId="cccdfd85-d35d-4453-9c6f-a463aae40722" providerId="ADAL" clId="{5B8A6D22-27A2-4EF9-83C4-9A1491FF93A7}" dt="2024-09-12T06:51:44.971" v="36" actId="1076"/>
          <ac:spMkLst>
            <pc:docMk/>
            <pc:sldMk cId="2090315159" sldId="270"/>
            <ac:spMk id="203" creationId="{00000000-0000-0000-0000-000000000000}"/>
          </ac:spMkLst>
        </pc:spChg>
      </pc:sldChg>
      <pc:sldChg chg="modSp mod">
        <pc:chgData name="Ms Alina Arshad" userId="cccdfd85-d35d-4453-9c6f-a463aae40722" providerId="ADAL" clId="{5B8A6D22-27A2-4EF9-83C4-9A1491FF93A7}" dt="2024-09-12T06:52:07.621" v="43" actId="1076"/>
        <pc:sldMkLst>
          <pc:docMk/>
          <pc:sldMk cId="3034138166" sldId="271"/>
        </pc:sldMkLst>
        <pc:spChg chg="mod">
          <ac:chgData name="Ms Alina Arshad" userId="cccdfd85-d35d-4453-9c6f-a463aae40722" providerId="ADAL" clId="{5B8A6D22-27A2-4EF9-83C4-9A1491FF93A7}" dt="2024-09-12T06:51:52.566" v="40" actId="1076"/>
          <ac:spMkLst>
            <pc:docMk/>
            <pc:sldMk cId="3034138166" sldId="271"/>
            <ac:spMk id="209" creationId="{00000000-0000-0000-0000-000000000000}"/>
          </ac:spMkLst>
        </pc:spChg>
        <pc:spChg chg="mod">
          <ac:chgData name="Ms Alina Arshad" userId="cccdfd85-d35d-4453-9c6f-a463aae40722" providerId="ADAL" clId="{5B8A6D22-27A2-4EF9-83C4-9A1491FF93A7}" dt="2024-09-12T06:52:03.347" v="42" actId="207"/>
          <ac:spMkLst>
            <pc:docMk/>
            <pc:sldMk cId="3034138166" sldId="271"/>
            <ac:spMk id="210" creationId="{00000000-0000-0000-0000-000000000000}"/>
          </ac:spMkLst>
        </pc:spChg>
        <pc:picChg chg="mod">
          <ac:chgData name="Ms Alina Arshad" userId="cccdfd85-d35d-4453-9c6f-a463aae40722" providerId="ADAL" clId="{5B8A6D22-27A2-4EF9-83C4-9A1491FF93A7}" dt="2024-09-12T06:52:07.621" v="43" actId="1076"/>
          <ac:picMkLst>
            <pc:docMk/>
            <pc:sldMk cId="3034138166" sldId="271"/>
            <ac:picMk id="211" creationId="{00000000-0000-0000-0000-000000000000}"/>
          </ac:picMkLst>
        </pc:picChg>
      </pc:sldChg>
      <pc:sldChg chg="modSp mod">
        <pc:chgData name="Ms Alina Arshad" userId="cccdfd85-d35d-4453-9c6f-a463aae40722" providerId="ADAL" clId="{5B8A6D22-27A2-4EF9-83C4-9A1491FF93A7}" dt="2024-09-12T06:52:35.218" v="50" actId="1076"/>
        <pc:sldMkLst>
          <pc:docMk/>
          <pc:sldMk cId="2504047100" sldId="272"/>
        </pc:sldMkLst>
        <pc:spChg chg="mod">
          <ac:chgData name="Ms Alina Arshad" userId="cccdfd85-d35d-4453-9c6f-a463aae40722" providerId="ADAL" clId="{5B8A6D22-27A2-4EF9-83C4-9A1491FF93A7}" dt="2024-09-12T06:52:22.609" v="47" actId="207"/>
          <ac:spMkLst>
            <pc:docMk/>
            <pc:sldMk cId="2504047100" sldId="272"/>
            <ac:spMk id="216" creationId="{00000000-0000-0000-0000-000000000000}"/>
          </ac:spMkLst>
        </pc:spChg>
        <pc:spChg chg="mod">
          <ac:chgData name="Ms Alina Arshad" userId="cccdfd85-d35d-4453-9c6f-a463aae40722" providerId="ADAL" clId="{5B8A6D22-27A2-4EF9-83C4-9A1491FF93A7}" dt="2024-09-12T06:52:30.200" v="49" actId="207"/>
          <ac:spMkLst>
            <pc:docMk/>
            <pc:sldMk cId="2504047100" sldId="272"/>
            <ac:spMk id="217" creationId="{00000000-0000-0000-0000-000000000000}"/>
          </ac:spMkLst>
        </pc:spChg>
        <pc:picChg chg="mod">
          <ac:chgData name="Ms Alina Arshad" userId="cccdfd85-d35d-4453-9c6f-a463aae40722" providerId="ADAL" clId="{5B8A6D22-27A2-4EF9-83C4-9A1491FF93A7}" dt="2024-09-12T06:52:26.794" v="48" actId="1076"/>
          <ac:picMkLst>
            <pc:docMk/>
            <pc:sldMk cId="2504047100" sldId="272"/>
            <ac:picMk id="218" creationId="{00000000-0000-0000-0000-000000000000}"/>
          </ac:picMkLst>
        </pc:picChg>
        <pc:picChg chg="mod">
          <ac:chgData name="Ms Alina Arshad" userId="cccdfd85-d35d-4453-9c6f-a463aae40722" providerId="ADAL" clId="{5B8A6D22-27A2-4EF9-83C4-9A1491FF93A7}" dt="2024-09-12T06:52:35.218" v="50" actId="1076"/>
          <ac:picMkLst>
            <pc:docMk/>
            <pc:sldMk cId="2504047100" sldId="272"/>
            <ac:picMk id="219" creationId="{00000000-0000-0000-0000-000000000000}"/>
          </ac:picMkLst>
        </pc:picChg>
      </pc:sldChg>
      <pc:sldChg chg="modSp mod">
        <pc:chgData name="Ms Alina Arshad" userId="cccdfd85-d35d-4453-9c6f-a463aae40722" providerId="ADAL" clId="{5B8A6D22-27A2-4EF9-83C4-9A1491FF93A7}" dt="2024-09-13T05:11:12.755" v="149" actId="1076"/>
        <pc:sldMkLst>
          <pc:docMk/>
          <pc:sldMk cId="4283755204" sldId="273"/>
        </pc:sldMkLst>
        <pc:spChg chg="mod">
          <ac:chgData name="Ms Alina Arshad" userId="cccdfd85-d35d-4453-9c6f-a463aae40722" providerId="ADAL" clId="{5B8A6D22-27A2-4EF9-83C4-9A1491FF93A7}" dt="2024-09-12T06:54:22.495" v="54" actId="1076"/>
          <ac:spMkLst>
            <pc:docMk/>
            <pc:sldMk cId="4283755204" sldId="273"/>
            <ac:spMk id="225" creationId="{00000000-0000-0000-0000-000000000000}"/>
          </ac:spMkLst>
        </pc:spChg>
        <pc:picChg chg="mod">
          <ac:chgData name="Ms Alina Arshad" userId="cccdfd85-d35d-4453-9c6f-a463aae40722" providerId="ADAL" clId="{5B8A6D22-27A2-4EF9-83C4-9A1491FF93A7}" dt="2024-09-13T05:11:12.755" v="149" actId="1076"/>
          <ac:picMkLst>
            <pc:docMk/>
            <pc:sldMk cId="4283755204" sldId="273"/>
            <ac:picMk id="226" creationId="{00000000-0000-0000-0000-000000000000}"/>
          </ac:picMkLst>
        </pc:picChg>
        <pc:picChg chg="mod">
          <ac:chgData name="Ms Alina Arshad" userId="cccdfd85-d35d-4453-9c6f-a463aae40722" providerId="ADAL" clId="{5B8A6D22-27A2-4EF9-83C4-9A1491FF93A7}" dt="2024-09-12T06:55:15.540" v="59" actId="1076"/>
          <ac:picMkLst>
            <pc:docMk/>
            <pc:sldMk cId="4283755204" sldId="273"/>
            <ac:picMk id="227" creationId="{00000000-0000-0000-0000-000000000000}"/>
          </ac:picMkLst>
        </pc:picChg>
      </pc:sldChg>
      <pc:sldChg chg="modSp mod">
        <pc:chgData name="Ms Alina Arshad" userId="cccdfd85-d35d-4453-9c6f-a463aae40722" providerId="ADAL" clId="{5B8A6D22-27A2-4EF9-83C4-9A1491FF93A7}" dt="2024-09-13T05:11:20.577" v="150" actId="1076"/>
        <pc:sldMkLst>
          <pc:docMk/>
          <pc:sldMk cId="2935103945" sldId="274"/>
        </pc:sldMkLst>
        <pc:spChg chg="mod">
          <ac:chgData name="Ms Alina Arshad" userId="cccdfd85-d35d-4453-9c6f-a463aae40722" providerId="ADAL" clId="{5B8A6D22-27A2-4EF9-83C4-9A1491FF93A7}" dt="2024-09-12T06:55:27.971" v="63" actId="1076"/>
          <ac:spMkLst>
            <pc:docMk/>
            <pc:sldMk cId="2935103945" sldId="274"/>
            <ac:spMk id="232" creationId="{00000000-0000-0000-0000-000000000000}"/>
          </ac:spMkLst>
        </pc:spChg>
        <pc:spChg chg="mod">
          <ac:chgData name="Ms Alina Arshad" userId="cccdfd85-d35d-4453-9c6f-a463aae40722" providerId="ADAL" clId="{5B8A6D22-27A2-4EF9-83C4-9A1491FF93A7}" dt="2024-09-12T06:55:38.863" v="64" actId="207"/>
          <ac:spMkLst>
            <pc:docMk/>
            <pc:sldMk cId="2935103945" sldId="274"/>
            <ac:spMk id="233" creationId="{00000000-0000-0000-0000-000000000000}"/>
          </ac:spMkLst>
        </pc:spChg>
        <pc:picChg chg="mod">
          <ac:chgData name="Ms Alina Arshad" userId="cccdfd85-d35d-4453-9c6f-a463aae40722" providerId="ADAL" clId="{5B8A6D22-27A2-4EF9-83C4-9A1491FF93A7}" dt="2024-09-13T05:11:20.577" v="150" actId="1076"/>
          <ac:picMkLst>
            <pc:docMk/>
            <pc:sldMk cId="2935103945" sldId="274"/>
            <ac:picMk id="234" creationId="{00000000-0000-0000-0000-000000000000}"/>
          </ac:picMkLst>
        </pc:picChg>
      </pc:sldChg>
      <pc:sldChg chg="modSp mod">
        <pc:chgData name="Ms Alina Arshad" userId="cccdfd85-d35d-4453-9c6f-a463aae40722" providerId="ADAL" clId="{5B8A6D22-27A2-4EF9-83C4-9A1491FF93A7}" dt="2024-09-12T06:55:59.781" v="71" actId="207"/>
        <pc:sldMkLst>
          <pc:docMk/>
          <pc:sldMk cId="1497646456" sldId="275"/>
        </pc:sldMkLst>
        <pc:spChg chg="mod">
          <ac:chgData name="Ms Alina Arshad" userId="cccdfd85-d35d-4453-9c6f-a463aae40722" providerId="ADAL" clId="{5B8A6D22-27A2-4EF9-83C4-9A1491FF93A7}" dt="2024-09-12T06:55:57.639" v="70" actId="1076"/>
          <ac:spMkLst>
            <pc:docMk/>
            <pc:sldMk cId="1497646456" sldId="275"/>
            <ac:spMk id="239" creationId="{00000000-0000-0000-0000-000000000000}"/>
          </ac:spMkLst>
        </pc:spChg>
        <pc:spChg chg="mod">
          <ac:chgData name="Ms Alina Arshad" userId="cccdfd85-d35d-4453-9c6f-a463aae40722" providerId="ADAL" clId="{5B8A6D22-27A2-4EF9-83C4-9A1491FF93A7}" dt="2024-09-12T06:55:59.781" v="71" actId="207"/>
          <ac:spMkLst>
            <pc:docMk/>
            <pc:sldMk cId="1497646456" sldId="275"/>
            <ac:spMk id="240" creationId="{00000000-0000-0000-0000-000000000000}"/>
          </ac:spMkLst>
        </pc:spChg>
      </pc:sldChg>
      <pc:sldChg chg="modSp mod">
        <pc:chgData name="Ms Alina Arshad" userId="cccdfd85-d35d-4453-9c6f-a463aae40722" providerId="ADAL" clId="{5B8A6D22-27A2-4EF9-83C4-9A1491FF93A7}" dt="2024-09-13T05:11:35.304" v="153" actId="113"/>
        <pc:sldMkLst>
          <pc:docMk/>
          <pc:sldMk cId="3993717517" sldId="276"/>
        </pc:sldMkLst>
        <pc:spChg chg="mod">
          <ac:chgData name="Ms Alina Arshad" userId="cccdfd85-d35d-4453-9c6f-a463aae40722" providerId="ADAL" clId="{5B8A6D22-27A2-4EF9-83C4-9A1491FF93A7}" dt="2024-09-12T06:56:16.816" v="74" actId="27636"/>
          <ac:spMkLst>
            <pc:docMk/>
            <pc:sldMk cId="3993717517" sldId="276"/>
            <ac:spMk id="246" creationId="{00000000-0000-0000-0000-000000000000}"/>
          </ac:spMkLst>
        </pc:spChg>
        <pc:spChg chg="mod">
          <ac:chgData name="Ms Alina Arshad" userId="cccdfd85-d35d-4453-9c6f-a463aae40722" providerId="ADAL" clId="{5B8A6D22-27A2-4EF9-83C4-9A1491FF93A7}" dt="2024-09-13T05:11:35.304" v="153" actId="113"/>
          <ac:spMkLst>
            <pc:docMk/>
            <pc:sldMk cId="3993717517" sldId="276"/>
            <ac:spMk id="247" creationId="{00000000-0000-0000-0000-000000000000}"/>
          </ac:spMkLst>
        </pc:spChg>
      </pc:sldChg>
      <pc:sldChg chg="modSp mod">
        <pc:chgData name="Ms Alina Arshad" userId="cccdfd85-d35d-4453-9c6f-a463aae40722" providerId="ADAL" clId="{5B8A6D22-27A2-4EF9-83C4-9A1491FF93A7}" dt="2024-09-16T03:47:58.286" v="651" actId="20577"/>
        <pc:sldMkLst>
          <pc:docMk/>
          <pc:sldMk cId="0" sldId="277"/>
        </pc:sldMkLst>
        <pc:spChg chg="mod">
          <ac:chgData name="Ms Alina Arshad" userId="cccdfd85-d35d-4453-9c6f-a463aae40722" providerId="ADAL" clId="{5B8A6D22-27A2-4EF9-83C4-9A1491FF93A7}" dt="2024-09-12T06:57:57.575" v="84" actId="1076"/>
          <ac:spMkLst>
            <pc:docMk/>
            <pc:sldMk cId="0" sldId="277"/>
            <ac:spMk id="253" creationId="{00000000-0000-0000-0000-000000000000}"/>
          </ac:spMkLst>
        </pc:spChg>
        <pc:spChg chg="mod">
          <ac:chgData name="Ms Alina Arshad" userId="cccdfd85-d35d-4453-9c6f-a463aae40722" providerId="ADAL" clId="{5B8A6D22-27A2-4EF9-83C4-9A1491FF93A7}" dt="2024-09-12T06:57:53.172" v="83" actId="1076"/>
          <ac:spMkLst>
            <pc:docMk/>
            <pc:sldMk cId="0" sldId="277"/>
            <ac:spMk id="255" creationId="{00000000-0000-0000-0000-000000000000}"/>
          </ac:spMkLst>
        </pc:spChg>
        <pc:graphicFrameChg chg="mod modGraphic">
          <ac:chgData name="Ms Alina Arshad" userId="cccdfd85-d35d-4453-9c6f-a463aae40722" providerId="ADAL" clId="{5B8A6D22-27A2-4EF9-83C4-9A1491FF93A7}" dt="2024-09-16T03:47:58.286" v="651" actId="20577"/>
          <ac:graphicFrameMkLst>
            <pc:docMk/>
            <pc:sldMk cId="0" sldId="277"/>
            <ac:graphicFrameMk id="254" creationId="{00000000-0000-0000-0000-000000000000}"/>
          </ac:graphicFrameMkLst>
        </pc:graphicFrameChg>
      </pc:sldChg>
      <pc:sldChg chg="modSp mod">
        <pc:chgData name="Ms Alina Arshad" userId="cccdfd85-d35d-4453-9c6f-a463aae40722" providerId="ADAL" clId="{5B8A6D22-27A2-4EF9-83C4-9A1491FF93A7}" dt="2024-09-12T07:01:38.473" v="100" actId="1076"/>
        <pc:sldMkLst>
          <pc:docMk/>
          <pc:sldMk cId="2668593764" sldId="278"/>
        </pc:sldMkLst>
        <pc:spChg chg="mod">
          <ac:chgData name="Ms Alina Arshad" userId="cccdfd85-d35d-4453-9c6f-a463aae40722" providerId="ADAL" clId="{5B8A6D22-27A2-4EF9-83C4-9A1491FF93A7}" dt="2024-09-12T06:58:59.110" v="95" actId="1076"/>
          <ac:spMkLst>
            <pc:docMk/>
            <pc:sldMk cId="2668593764" sldId="278"/>
            <ac:spMk id="261" creationId="{00000000-0000-0000-0000-000000000000}"/>
          </ac:spMkLst>
        </pc:spChg>
        <pc:spChg chg="mod">
          <ac:chgData name="Ms Alina Arshad" userId="cccdfd85-d35d-4453-9c6f-a463aae40722" providerId="ADAL" clId="{5B8A6D22-27A2-4EF9-83C4-9A1491FF93A7}" dt="2024-09-12T06:58:57.039" v="94" actId="1076"/>
          <ac:spMkLst>
            <pc:docMk/>
            <pc:sldMk cId="2668593764" sldId="278"/>
            <ac:spMk id="262" creationId="{00000000-0000-0000-0000-000000000000}"/>
          </ac:spMkLst>
        </pc:spChg>
        <pc:spChg chg="mod">
          <ac:chgData name="Ms Alina Arshad" userId="cccdfd85-d35d-4453-9c6f-a463aae40722" providerId="ADAL" clId="{5B8A6D22-27A2-4EF9-83C4-9A1491FF93A7}" dt="2024-09-12T06:59:18.334" v="98" actId="1076"/>
          <ac:spMkLst>
            <pc:docMk/>
            <pc:sldMk cId="2668593764" sldId="278"/>
            <ac:spMk id="263" creationId="{00000000-0000-0000-0000-000000000000}"/>
          </ac:spMkLst>
        </pc:spChg>
        <pc:graphicFrameChg chg="mod">
          <ac:chgData name="Ms Alina Arshad" userId="cccdfd85-d35d-4453-9c6f-a463aae40722" providerId="ADAL" clId="{5B8A6D22-27A2-4EF9-83C4-9A1491FF93A7}" dt="2024-09-12T06:59:08.736" v="96" actId="1076"/>
          <ac:graphicFrameMkLst>
            <pc:docMk/>
            <pc:sldMk cId="2668593764" sldId="278"/>
            <ac:graphicFrameMk id="264" creationId="{00000000-0000-0000-0000-000000000000}"/>
          </ac:graphicFrameMkLst>
        </pc:graphicFrameChg>
        <pc:graphicFrameChg chg="mod">
          <ac:chgData name="Ms Alina Arshad" userId="cccdfd85-d35d-4453-9c6f-a463aae40722" providerId="ADAL" clId="{5B8A6D22-27A2-4EF9-83C4-9A1491FF93A7}" dt="2024-09-12T07:01:38.473" v="100" actId="1076"/>
          <ac:graphicFrameMkLst>
            <pc:docMk/>
            <pc:sldMk cId="2668593764" sldId="278"/>
            <ac:graphicFrameMk id="265" creationId="{00000000-0000-0000-0000-000000000000}"/>
          </ac:graphicFrameMkLst>
        </pc:graphicFrameChg>
      </pc:sldChg>
      <pc:sldChg chg="modSp mod">
        <pc:chgData name="Ms Alina Arshad" userId="cccdfd85-d35d-4453-9c6f-a463aae40722" providerId="ADAL" clId="{5B8A6D22-27A2-4EF9-83C4-9A1491FF93A7}" dt="2024-09-12T07:01:59.359" v="108" actId="1076"/>
        <pc:sldMkLst>
          <pc:docMk/>
          <pc:sldMk cId="3605066316" sldId="281"/>
        </pc:sldMkLst>
        <pc:spChg chg="mod">
          <ac:chgData name="Ms Alina Arshad" userId="cccdfd85-d35d-4453-9c6f-a463aae40722" providerId="ADAL" clId="{5B8A6D22-27A2-4EF9-83C4-9A1491FF93A7}" dt="2024-09-12T07:01:57.063" v="107" actId="1076"/>
          <ac:spMkLst>
            <pc:docMk/>
            <pc:sldMk cId="3605066316" sldId="281"/>
            <ac:spMk id="271" creationId="{00000000-0000-0000-0000-000000000000}"/>
          </ac:spMkLst>
        </pc:spChg>
        <pc:picChg chg="mod">
          <ac:chgData name="Ms Alina Arshad" userId="cccdfd85-d35d-4453-9c6f-a463aae40722" providerId="ADAL" clId="{5B8A6D22-27A2-4EF9-83C4-9A1491FF93A7}" dt="2024-09-12T07:01:59.359" v="108" actId="1076"/>
          <ac:picMkLst>
            <pc:docMk/>
            <pc:sldMk cId="3605066316" sldId="281"/>
            <ac:picMk id="272" creationId="{00000000-0000-0000-0000-000000000000}"/>
          </ac:picMkLst>
        </pc:picChg>
      </pc:sldChg>
      <pc:sldChg chg="modSp mod">
        <pc:chgData name="Ms Alina Arshad" userId="cccdfd85-d35d-4453-9c6f-a463aae40722" providerId="ADAL" clId="{5B8A6D22-27A2-4EF9-83C4-9A1491FF93A7}" dt="2024-09-12T07:02:13.645" v="113" actId="14100"/>
        <pc:sldMkLst>
          <pc:docMk/>
          <pc:sldMk cId="24697311" sldId="282"/>
        </pc:sldMkLst>
        <pc:spChg chg="mod">
          <ac:chgData name="Ms Alina Arshad" userId="cccdfd85-d35d-4453-9c6f-a463aae40722" providerId="ADAL" clId="{5B8A6D22-27A2-4EF9-83C4-9A1491FF93A7}" dt="2024-09-12T07:02:13.645" v="113" actId="14100"/>
          <ac:spMkLst>
            <pc:docMk/>
            <pc:sldMk cId="24697311" sldId="282"/>
            <ac:spMk id="278" creationId="{00000000-0000-0000-0000-000000000000}"/>
          </ac:spMkLst>
        </pc:spChg>
        <pc:picChg chg="mod">
          <ac:chgData name="Ms Alina Arshad" userId="cccdfd85-d35d-4453-9c6f-a463aae40722" providerId="ADAL" clId="{5B8A6D22-27A2-4EF9-83C4-9A1491FF93A7}" dt="2024-09-12T07:02:09.818" v="112" actId="1076"/>
          <ac:picMkLst>
            <pc:docMk/>
            <pc:sldMk cId="24697311" sldId="282"/>
            <ac:picMk id="279" creationId="{00000000-0000-0000-0000-000000000000}"/>
          </ac:picMkLst>
        </pc:picChg>
      </pc:sldChg>
      <pc:sldChg chg="modSp mod">
        <pc:chgData name="Ms Alina Arshad" userId="cccdfd85-d35d-4453-9c6f-a463aae40722" providerId="ADAL" clId="{5B8A6D22-27A2-4EF9-83C4-9A1491FF93A7}" dt="2024-09-12T07:02:32.578" v="122" actId="27636"/>
        <pc:sldMkLst>
          <pc:docMk/>
          <pc:sldMk cId="3289392637" sldId="283"/>
        </pc:sldMkLst>
        <pc:spChg chg="mod">
          <ac:chgData name="Ms Alina Arshad" userId="cccdfd85-d35d-4453-9c6f-a463aae40722" providerId="ADAL" clId="{5B8A6D22-27A2-4EF9-83C4-9A1491FF93A7}" dt="2024-09-12T07:02:32.578" v="122" actId="27636"/>
          <ac:spMkLst>
            <pc:docMk/>
            <pc:sldMk cId="3289392637" sldId="283"/>
            <ac:spMk id="285" creationId="{00000000-0000-0000-0000-000000000000}"/>
          </ac:spMkLst>
        </pc:spChg>
        <pc:picChg chg="mod">
          <ac:chgData name="Ms Alina Arshad" userId="cccdfd85-d35d-4453-9c6f-a463aae40722" providerId="ADAL" clId="{5B8A6D22-27A2-4EF9-83C4-9A1491FF93A7}" dt="2024-09-12T07:02:28.146" v="120" actId="1076"/>
          <ac:picMkLst>
            <pc:docMk/>
            <pc:sldMk cId="3289392637" sldId="283"/>
            <ac:picMk id="286" creationId="{00000000-0000-0000-0000-000000000000}"/>
          </ac:picMkLst>
        </pc:picChg>
      </pc:sldChg>
      <pc:sldChg chg="modSp mod modShow">
        <pc:chgData name="Ms Alina Arshad" userId="cccdfd85-d35d-4453-9c6f-a463aae40722" providerId="ADAL" clId="{5B8A6D22-27A2-4EF9-83C4-9A1491FF93A7}" dt="2024-09-13T05:13:51.900" v="187" actId="729"/>
        <pc:sldMkLst>
          <pc:docMk/>
          <pc:sldMk cId="800652809" sldId="284"/>
        </pc:sldMkLst>
        <pc:spChg chg="mod">
          <ac:chgData name="Ms Alina Arshad" userId="cccdfd85-d35d-4453-9c6f-a463aae40722" providerId="ADAL" clId="{5B8A6D22-27A2-4EF9-83C4-9A1491FF93A7}" dt="2024-09-12T07:02:45.877" v="129" actId="14100"/>
          <ac:spMkLst>
            <pc:docMk/>
            <pc:sldMk cId="800652809" sldId="284"/>
            <ac:spMk id="292" creationId="{00000000-0000-0000-0000-000000000000}"/>
          </ac:spMkLst>
        </pc:spChg>
        <pc:picChg chg="mod">
          <ac:chgData name="Ms Alina Arshad" userId="cccdfd85-d35d-4453-9c6f-a463aae40722" providerId="ADAL" clId="{5B8A6D22-27A2-4EF9-83C4-9A1491FF93A7}" dt="2024-09-12T07:02:36.504" v="123" actId="1076"/>
          <ac:picMkLst>
            <pc:docMk/>
            <pc:sldMk cId="800652809" sldId="284"/>
            <ac:picMk id="293" creationId="{00000000-0000-0000-0000-000000000000}"/>
          </ac:picMkLst>
        </pc:picChg>
      </pc:sldChg>
      <pc:sldChg chg="modSp del mod modShow">
        <pc:chgData name="Ms Alina Arshad" userId="cccdfd85-d35d-4453-9c6f-a463aae40722" providerId="ADAL" clId="{5B8A6D22-27A2-4EF9-83C4-9A1491FF93A7}" dt="2024-09-13T05:14:16.175" v="189" actId="47"/>
        <pc:sldMkLst>
          <pc:docMk/>
          <pc:sldMk cId="1402144616" sldId="285"/>
        </pc:sldMkLst>
        <pc:spChg chg="mod">
          <ac:chgData name="Ms Alina Arshad" userId="cccdfd85-d35d-4453-9c6f-a463aae40722" providerId="ADAL" clId="{5B8A6D22-27A2-4EF9-83C4-9A1491FF93A7}" dt="2024-09-12T07:06:10.037" v="136" actId="113"/>
          <ac:spMkLst>
            <pc:docMk/>
            <pc:sldMk cId="1402144616" sldId="285"/>
            <ac:spMk id="298" creationId="{00000000-0000-0000-0000-000000000000}"/>
          </ac:spMkLst>
        </pc:spChg>
        <pc:spChg chg="mod">
          <ac:chgData name="Ms Alina Arshad" userId="cccdfd85-d35d-4453-9c6f-a463aae40722" providerId="ADAL" clId="{5B8A6D22-27A2-4EF9-83C4-9A1491FF93A7}" dt="2024-09-12T07:02:58.581" v="134" actId="14100"/>
          <ac:spMkLst>
            <pc:docMk/>
            <pc:sldMk cId="1402144616" sldId="285"/>
            <ac:spMk id="299" creationId="{00000000-0000-0000-0000-000000000000}"/>
          </ac:spMkLst>
        </pc:spChg>
      </pc:sldChg>
      <pc:sldChg chg="modSp mod">
        <pc:chgData name="Ms Alina Arshad" userId="cccdfd85-d35d-4453-9c6f-a463aae40722" providerId="ADAL" clId="{5B8A6D22-27A2-4EF9-83C4-9A1491FF93A7}" dt="2024-09-13T05:14:33.451" v="203" actId="404"/>
        <pc:sldMkLst>
          <pc:docMk/>
          <pc:sldMk cId="0" sldId="286"/>
        </pc:sldMkLst>
        <pc:spChg chg="mod">
          <ac:chgData name="Ms Alina Arshad" userId="cccdfd85-d35d-4453-9c6f-a463aae40722" providerId="ADAL" clId="{5B8A6D22-27A2-4EF9-83C4-9A1491FF93A7}" dt="2024-09-13T05:14:33.451" v="203" actId="404"/>
          <ac:spMkLst>
            <pc:docMk/>
            <pc:sldMk cId="0" sldId="286"/>
            <ac:spMk id="304" creationId="{00000000-0000-0000-0000-000000000000}"/>
          </ac:spMkLst>
        </pc:spChg>
        <pc:spChg chg="mod">
          <ac:chgData name="Ms Alina Arshad" userId="cccdfd85-d35d-4453-9c6f-a463aae40722" providerId="ADAL" clId="{5B8A6D22-27A2-4EF9-83C4-9A1491FF93A7}" dt="2024-09-12T07:09:06.008" v="141" actId="14100"/>
          <ac:spMkLst>
            <pc:docMk/>
            <pc:sldMk cId="0" sldId="286"/>
            <ac:spMk id="305" creationId="{00000000-0000-0000-0000-000000000000}"/>
          </ac:spMkLst>
        </pc:spChg>
      </pc:sldChg>
      <pc:sldChg chg="modSp mod">
        <pc:chgData name="Ms Alina Arshad" userId="cccdfd85-d35d-4453-9c6f-a463aae40722" providerId="ADAL" clId="{5B8A6D22-27A2-4EF9-83C4-9A1491FF93A7}" dt="2024-09-12T07:09:18.339" v="146" actId="207"/>
        <pc:sldMkLst>
          <pc:docMk/>
          <pc:sldMk cId="3229345964" sldId="287"/>
        </pc:sldMkLst>
        <pc:spChg chg="mod">
          <ac:chgData name="Ms Alina Arshad" userId="cccdfd85-d35d-4453-9c6f-a463aae40722" providerId="ADAL" clId="{5B8A6D22-27A2-4EF9-83C4-9A1491FF93A7}" dt="2024-09-12T07:09:15.575" v="145" actId="1076"/>
          <ac:spMkLst>
            <pc:docMk/>
            <pc:sldMk cId="3229345964" sldId="287"/>
            <ac:spMk id="311" creationId="{00000000-0000-0000-0000-000000000000}"/>
          </ac:spMkLst>
        </pc:spChg>
        <pc:spChg chg="mod">
          <ac:chgData name="Ms Alina Arshad" userId="cccdfd85-d35d-4453-9c6f-a463aae40722" providerId="ADAL" clId="{5B8A6D22-27A2-4EF9-83C4-9A1491FF93A7}" dt="2024-09-12T07:09:18.339" v="146" actId="207"/>
          <ac:spMkLst>
            <pc:docMk/>
            <pc:sldMk cId="3229345964" sldId="287"/>
            <ac:spMk id="312" creationId="{00000000-0000-0000-0000-000000000000}"/>
          </ac:spMkLst>
        </pc:spChg>
      </pc:sldChg>
      <pc:sldChg chg="modSp mod modShow">
        <pc:chgData name="Ms Alina Arshad" userId="cccdfd85-d35d-4453-9c6f-a463aae40722" providerId="ADAL" clId="{5B8A6D22-27A2-4EF9-83C4-9A1491FF93A7}" dt="2024-09-13T05:15:12.439" v="210" actId="1076"/>
        <pc:sldMkLst>
          <pc:docMk/>
          <pc:sldMk cId="2002870935" sldId="288"/>
        </pc:sldMkLst>
        <pc:spChg chg="mod">
          <ac:chgData name="Ms Alina Arshad" userId="cccdfd85-d35d-4453-9c6f-a463aae40722" providerId="ADAL" clId="{5B8A6D22-27A2-4EF9-83C4-9A1491FF93A7}" dt="2024-09-13T05:15:04.952" v="208" actId="14100"/>
          <ac:spMkLst>
            <pc:docMk/>
            <pc:sldMk cId="2002870935" sldId="288"/>
            <ac:spMk id="317" creationId="{00000000-0000-0000-0000-000000000000}"/>
          </ac:spMkLst>
        </pc:spChg>
        <pc:picChg chg="mod">
          <ac:chgData name="Ms Alina Arshad" userId="cccdfd85-d35d-4453-9c6f-a463aae40722" providerId="ADAL" clId="{5B8A6D22-27A2-4EF9-83C4-9A1491FF93A7}" dt="2024-09-13T05:15:07.951" v="209" actId="1076"/>
          <ac:picMkLst>
            <pc:docMk/>
            <pc:sldMk cId="2002870935" sldId="288"/>
            <ac:picMk id="320" creationId="{00000000-0000-0000-0000-000000000000}"/>
          </ac:picMkLst>
        </pc:picChg>
        <pc:picChg chg="mod">
          <ac:chgData name="Ms Alina Arshad" userId="cccdfd85-d35d-4453-9c6f-a463aae40722" providerId="ADAL" clId="{5B8A6D22-27A2-4EF9-83C4-9A1491FF93A7}" dt="2024-09-13T05:15:12.439" v="210" actId="1076"/>
          <ac:picMkLst>
            <pc:docMk/>
            <pc:sldMk cId="2002870935" sldId="288"/>
            <ac:picMk id="321" creationId="{00000000-0000-0000-0000-000000000000}"/>
          </ac:picMkLst>
        </pc:picChg>
      </pc:sldChg>
      <pc:sldChg chg="modSp mod">
        <pc:chgData name="Ms Alina Arshad" userId="cccdfd85-d35d-4453-9c6f-a463aae40722" providerId="ADAL" clId="{5B8A6D22-27A2-4EF9-83C4-9A1491FF93A7}" dt="2024-09-13T05:15:39.437" v="223" actId="207"/>
        <pc:sldMkLst>
          <pc:docMk/>
          <pc:sldMk cId="0" sldId="289"/>
        </pc:sldMkLst>
        <pc:spChg chg="mod">
          <ac:chgData name="Ms Alina Arshad" userId="cccdfd85-d35d-4453-9c6f-a463aae40722" providerId="ADAL" clId="{5B8A6D22-27A2-4EF9-83C4-9A1491FF93A7}" dt="2024-09-13T05:15:28.059" v="218" actId="27636"/>
          <ac:spMkLst>
            <pc:docMk/>
            <pc:sldMk cId="0" sldId="289"/>
            <ac:spMk id="326" creationId="{00000000-0000-0000-0000-000000000000}"/>
          </ac:spMkLst>
        </pc:spChg>
        <pc:spChg chg="mod">
          <ac:chgData name="Ms Alina Arshad" userId="cccdfd85-d35d-4453-9c6f-a463aae40722" providerId="ADAL" clId="{5B8A6D22-27A2-4EF9-83C4-9A1491FF93A7}" dt="2024-09-13T05:15:39.437" v="223" actId="207"/>
          <ac:spMkLst>
            <pc:docMk/>
            <pc:sldMk cId="0" sldId="289"/>
            <ac:spMk id="327" creationId="{00000000-0000-0000-0000-000000000000}"/>
          </ac:spMkLst>
        </pc:spChg>
      </pc:sldChg>
      <pc:sldChg chg="modSp mod">
        <pc:chgData name="Ms Alina Arshad" userId="cccdfd85-d35d-4453-9c6f-a463aae40722" providerId="ADAL" clId="{5B8A6D22-27A2-4EF9-83C4-9A1491FF93A7}" dt="2024-09-13T05:16:09.657" v="229" actId="2711"/>
        <pc:sldMkLst>
          <pc:docMk/>
          <pc:sldMk cId="0" sldId="290"/>
        </pc:sldMkLst>
        <pc:spChg chg="mod">
          <ac:chgData name="Ms Alina Arshad" userId="cccdfd85-d35d-4453-9c6f-a463aae40722" providerId="ADAL" clId="{5B8A6D22-27A2-4EF9-83C4-9A1491FF93A7}" dt="2024-09-13T05:16:09.657" v="229" actId="2711"/>
          <ac:spMkLst>
            <pc:docMk/>
            <pc:sldMk cId="0" sldId="290"/>
            <ac:spMk id="333" creationId="{00000000-0000-0000-0000-000000000000}"/>
          </ac:spMkLst>
        </pc:spChg>
        <pc:picChg chg="mod">
          <ac:chgData name="Ms Alina Arshad" userId="cccdfd85-d35d-4453-9c6f-a463aae40722" providerId="ADAL" clId="{5B8A6D22-27A2-4EF9-83C4-9A1491FF93A7}" dt="2024-09-13T05:15:48.330" v="225" actId="14100"/>
          <ac:picMkLst>
            <pc:docMk/>
            <pc:sldMk cId="0" sldId="290"/>
            <ac:picMk id="332" creationId="{00000000-0000-0000-0000-000000000000}"/>
          </ac:picMkLst>
        </pc:picChg>
      </pc:sldChg>
      <pc:sldChg chg="modSp mod">
        <pc:chgData name="Ms Alina Arshad" userId="cccdfd85-d35d-4453-9c6f-a463aae40722" providerId="ADAL" clId="{5B8A6D22-27A2-4EF9-83C4-9A1491FF93A7}" dt="2024-09-13T05:16:46.897" v="250" actId="1076"/>
        <pc:sldMkLst>
          <pc:docMk/>
          <pc:sldMk cId="0" sldId="291"/>
        </pc:sldMkLst>
        <pc:spChg chg="mod">
          <ac:chgData name="Ms Alina Arshad" userId="cccdfd85-d35d-4453-9c6f-a463aae40722" providerId="ADAL" clId="{5B8A6D22-27A2-4EF9-83C4-9A1491FF93A7}" dt="2024-09-13T05:16:41.828" v="247" actId="27636"/>
          <ac:spMkLst>
            <pc:docMk/>
            <pc:sldMk cId="0" sldId="291"/>
            <ac:spMk id="338" creationId="{00000000-0000-0000-0000-000000000000}"/>
          </ac:spMkLst>
        </pc:spChg>
        <pc:picChg chg="mod">
          <ac:chgData name="Ms Alina Arshad" userId="cccdfd85-d35d-4453-9c6f-a463aae40722" providerId="ADAL" clId="{5B8A6D22-27A2-4EF9-83C4-9A1491FF93A7}" dt="2024-09-13T05:16:46.897" v="250" actId="1076"/>
          <ac:picMkLst>
            <pc:docMk/>
            <pc:sldMk cId="0" sldId="291"/>
            <ac:picMk id="339" creationId="{00000000-0000-0000-0000-000000000000}"/>
          </ac:picMkLst>
        </pc:picChg>
      </pc:sldChg>
      <pc:sldChg chg="modSp mod">
        <pc:chgData name="Ms Alina Arshad" userId="cccdfd85-d35d-4453-9c6f-a463aae40722" providerId="ADAL" clId="{5B8A6D22-27A2-4EF9-83C4-9A1491FF93A7}" dt="2024-09-13T05:17:13.587" v="259" actId="2711"/>
        <pc:sldMkLst>
          <pc:docMk/>
          <pc:sldMk cId="0" sldId="292"/>
        </pc:sldMkLst>
        <pc:spChg chg="mod">
          <ac:chgData name="Ms Alina Arshad" userId="cccdfd85-d35d-4453-9c6f-a463aae40722" providerId="ADAL" clId="{5B8A6D22-27A2-4EF9-83C4-9A1491FF93A7}" dt="2024-09-13T05:16:56.754" v="253" actId="14100"/>
          <ac:spMkLst>
            <pc:docMk/>
            <pc:sldMk cId="0" sldId="292"/>
            <ac:spMk id="344" creationId="{00000000-0000-0000-0000-000000000000}"/>
          </ac:spMkLst>
        </pc:spChg>
        <pc:spChg chg="mod">
          <ac:chgData name="Ms Alina Arshad" userId="cccdfd85-d35d-4453-9c6f-a463aae40722" providerId="ADAL" clId="{5B8A6D22-27A2-4EF9-83C4-9A1491FF93A7}" dt="2024-09-13T05:17:13.587" v="259" actId="2711"/>
          <ac:spMkLst>
            <pc:docMk/>
            <pc:sldMk cId="0" sldId="292"/>
            <ac:spMk id="345" creationId="{00000000-0000-0000-0000-000000000000}"/>
          </ac:spMkLst>
        </pc:spChg>
      </pc:sldChg>
      <pc:sldChg chg="modSp mod">
        <pc:chgData name="Ms Alina Arshad" userId="cccdfd85-d35d-4453-9c6f-a463aae40722" providerId="ADAL" clId="{5B8A6D22-27A2-4EF9-83C4-9A1491FF93A7}" dt="2024-09-13T05:17:54.481" v="276" actId="1076"/>
        <pc:sldMkLst>
          <pc:docMk/>
          <pc:sldMk cId="0" sldId="293"/>
        </pc:sldMkLst>
        <pc:spChg chg="mod">
          <ac:chgData name="Ms Alina Arshad" userId="cccdfd85-d35d-4453-9c6f-a463aae40722" providerId="ADAL" clId="{5B8A6D22-27A2-4EF9-83C4-9A1491FF93A7}" dt="2024-09-13T05:17:54.481" v="276" actId="1076"/>
          <ac:spMkLst>
            <pc:docMk/>
            <pc:sldMk cId="0" sldId="293"/>
            <ac:spMk id="350" creationId="{00000000-0000-0000-0000-000000000000}"/>
          </ac:spMkLst>
        </pc:spChg>
        <pc:picChg chg="mod">
          <ac:chgData name="Ms Alina Arshad" userId="cccdfd85-d35d-4453-9c6f-a463aae40722" providerId="ADAL" clId="{5B8A6D22-27A2-4EF9-83C4-9A1491FF93A7}" dt="2024-09-13T05:17:40.969" v="270" actId="1076"/>
          <ac:picMkLst>
            <pc:docMk/>
            <pc:sldMk cId="0" sldId="293"/>
            <ac:picMk id="351" creationId="{00000000-0000-0000-0000-000000000000}"/>
          </ac:picMkLst>
        </pc:picChg>
      </pc:sldChg>
      <pc:sldChg chg="modSp mod">
        <pc:chgData name="Ms Alina Arshad" userId="cccdfd85-d35d-4453-9c6f-a463aae40722" providerId="ADAL" clId="{5B8A6D22-27A2-4EF9-83C4-9A1491FF93A7}" dt="2024-09-13T05:18:16.246" v="287" actId="20577"/>
        <pc:sldMkLst>
          <pc:docMk/>
          <pc:sldMk cId="0" sldId="294"/>
        </pc:sldMkLst>
        <pc:spChg chg="mod">
          <ac:chgData name="Ms Alina Arshad" userId="cccdfd85-d35d-4453-9c6f-a463aae40722" providerId="ADAL" clId="{5B8A6D22-27A2-4EF9-83C4-9A1491FF93A7}" dt="2024-09-13T05:18:16.246" v="287" actId="20577"/>
          <ac:spMkLst>
            <pc:docMk/>
            <pc:sldMk cId="0" sldId="294"/>
            <ac:spMk id="356" creationId="{00000000-0000-0000-0000-000000000000}"/>
          </ac:spMkLst>
        </pc:spChg>
        <pc:picChg chg="mod">
          <ac:chgData name="Ms Alina Arshad" userId="cccdfd85-d35d-4453-9c6f-a463aae40722" providerId="ADAL" clId="{5B8A6D22-27A2-4EF9-83C4-9A1491FF93A7}" dt="2024-09-13T05:18:03.026" v="279" actId="1076"/>
          <ac:picMkLst>
            <pc:docMk/>
            <pc:sldMk cId="0" sldId="294"/>
            <ac:picMk id="357" creationId="{00000000-0000-0000-0000-000000000000}"/>
          </ac:picMkLst>
        </pc:picChg>
      </pc:sldChg>
      <pc:sldChg chg="delSp modSp mod">
        <pc:chgData name="Ms Alina Arshad" userId="cccdfd85-d35d-4453-9c6f-a463aae40722" providerId="ADAL" clId="{5B8A6D22-27A2-4EF9-83C4-9A1491FF93A7}" dt="2024-09-13T05:18:42.445" v="299" actId="1076"/>
        <pc:sldMkLst>
          <pc:docMk/>
          <pc:sldMk cId="0" sldId="295"/>
        </pc:sldMkLst>
        <pc:spChg chg="del">
          <ac:chgData name="Ms Alina Arshad" userId="cccdfd85-d35d-4453-9c6f-a463aae40722" providerId="ADAL" clId="{5B8A6D22-27A2-4EF9-83C4-9A1491FF93A7}" dt="2024-09-13T05:18:23.414" v="288" actId="478"/>
          <ac:spMkLst>
            <pc:docMk/>
            <pc:sldMk cId="0" sldId="295"/>
            <ac:spMk id="362" creationId="{00000000-0000-0000-0000-000000000000}"/>
          </ac:spMkLst>
        </pc:spChg>
        <pc:spChg chg="mod">
          <ac:chgData name="Ms Alina Arshad" userId="cccdfd85-d35d-4453-9c6f-a463aae40722" providerId="ADAL" clId="{5B8A6D22-27A2-4EF9-83C4-9A1491FF93A7}" dt="2024-09-13T05:18:42.445" v="299" actId="1076"/>
          <ac:spMkLst>
            <pc:docMk/>
            <pc:sldMk cId="0" sldId="295"/>
            <ac:spMk id="363" creationId="{00000000-0000-0000-0000-000000000000}"/>
          </ac:spMkLst>
        </pc:spChg>
      </pc:sldChg>
      <pc:sldChg chg="modSp mod">
        <pc:chgData name="Ms Alina Arshad" userId="cccdfd85-d35d-4453-9c6f-a463aae40722" providerId="ADAL" clId="{5B8A6D22-27A2-4EF9-83C4-9A1491FF93A7}" dt="2024-09-13T05:18:53.107" v="303" actId="207"/>
        <pc:sldMkLst>
          <pc:docMk/>
          <pc:sldMk cId="0" sldId="296"/>
        </pc:sldMkLst>
        <pc:spChg chg="mod">
          <ac:chgData name="Ms Alina Arshad" userId="cccdfd85-d35d-4453-9c6f-a463aae40722" providerId="ADAL" clId="{5B8A6D22-27A2-4EF9-83C4-9A1491FF93A7}" dt="2024-09-13T05:18:50.848" v="302" actId="113"/>
          <ac:spMkLst>
            <pc:docMk/>
            <pc:sldMk cId="0" sldId="296"/>
            <ac:spMk id="368" creationId="{00000000-0000-0000-0000-000000000000}"/>
          </ac:spMkLst>
        </pc:spChg>
        <pc:spChg chg="mod">
          <ac:chgData name="Ms Alina Arshad" userId="cccdfd85-d35d-4453-9c6f-a463aae40722" providerId="ADAL" clId="{5B8A6D22-27A2-4EF9-83C4-9A1491FF93A7}" dt="2024-09-13T05:18:53.107" v="303" actId="207"/>
          <ac:spMkLst>
            <pc:docMk/>
            <pc:sldMk cId="0" sldId="296"/>
            <ac:spMk id="369" creationId="{00000000-0000-0000-0000-000000000000}"/>
          </ac:spMkLst>
        </pc:spChg>
      </pc:sldChg>
      <pc:sldChg chg="modSp mod">
        <pc:chgData name="Ms Alina Arshad" userId="cccdfd85-d35d-4453-9c6f-a463aae40722" providerId="ADAL" clId="{5B8A6D22-27A2-4EF9-83C4-9A1491FF93A7}" dt="2024-09-13T05:19:03.816" v="308" actId="207"/>
        <pc:sldMkLst>
          <pc:docMk/>
          <pc:sldMk cId="0" sldId="297"/>
        </pc:sldMkLst>
        <pc:spChg chg="mod">
          <ac:chgData name="Ms Alina Arshad" userId="cccdfd85-d35d-4453-9c6f-a463aae40722" providerId="ADAL" clId="{5B8A6D22-27A2-4EF9-83C4-9A1491FF93A7}" dt="2024-09-13T05:19:00.926" v="307" actId="27636"/>
          <ac:spMkLst>
            <pc:docMk/>
            <pc:sldMk cId="0" sldId="297"/>
            <ac:spMk id="374" creationId="{00000000-0000-0000-0000-000000000000}"/>
          </ac:spMkLst>
        </pc:spChg>
        <pc:spChg chg="mod">
          <ac:chgData name="Ms Alina Arshad" userId="cccdfd85-d35d-4453-9c6f-a463aae40722" providerId="ADAL" clId="{5B8A6D22-27A2-4EF9-83C4-9A1491FF93A7}" dt="2024-09-13T05:19:03.816" v="308" actId="207"/>
          <ac:spMkLst>
            <pc:docMk/>
            <pc:sldMk cId="0" sldId="297"/>
            <ac:spMk id="375" creationId="{00000000-0000-0000-0000-000000000000}"/>
          </ac:spMkLst>
        </pc:spChg>
      </pc:sldChg>
      <pc:sldChg chg="modSp mod">
        <pc:chgData name="Ms Alina Arshad" userId="cccdfd85-d35d-4453-9c6f-a463aae40722" providerId="ADAL" clId="{5B8A6D22-27A2-4EF9-83C4-9A1491FF93A7}" dt="2024-09-13T05:21:57.672" v="332" actId="403"/>
        <pc:sldMkLst>
          <pc:docMk/>
          <pc:sldMk cId="0" sldId="298"/>
        </pc:sldMkLst>
        <pc:spChg chg="mod">
          <ac:chgData name="Ms Alina Arshad" userId="cccdfd85-d35d-4453-9c6f-a463aae40722" providerId="ADAL" clId="{5B8A6D22-27A2-4EF9-83C4-9A1491FF93A7}" dt="2024-09-13T05:21:57.672" v="332" actId="403"/>
          <ac:spMkLst>
            <pc:docMk/>
            <pc:sldMk cId="0" sldId="298"/>
            <ac:spMk id="381" creationId="{00000000-0000-0000-0000-000000000000}"/>
          </ac:spMkLst>
        </pc:spChg>
        <pc:picChg chg="mod">
          <ac:chgData name="Ms Alina Arshad" userId="cccdfd85-d35d-4453-9c6f-a463aae40722" providerId="ADAL" clId="{5B8A6D22-27A2-4EF9-83C4-9A1491FF93A7}" dt="2024-09-13T05:20:54.546" v="311" actId="1076"/>
          <ac:picMkLst>
            <pc:docMk/>
            <pc:sldMk cId="0" sldId="298"/>
            <ac:picMk id="382" creationId="{00000000-0000-0000-0000-000000000000}"/>
          </ac:picMkLst>
        </pc:picChg>
      </pc:sldChg>
      <pc:sldChg chg="modSp mod">
        <pc:chgData name="Ms Alina Arshad" userId="cccdfd85-d35d-4453-9c6f-a463aae40722" providerId="ADAL" clId="{5B8A6D22-27A2-4EF9-83C4-9A1491FF93A7}" dt="2024-09-13T05:22:21.505" v="342" actId="1076"/>
        <pc:sldMkLst>
          <pc:docMk/>
          <pc:sldMk cId="0" sldId="299"/>
        </pc:sldMkLst>
        <pc:spChg chg="mod">
          <ac:chgData name="Ms Alina Arshad" userId="cccdfd85-d35d-4453-9c6f-a463aae40722" providerId="ADAL" clId="{5B8A6D22-27A2-4EF9-83C4-9A1491FF93A7}" dt="2024-09-13T05:22:21.505" v="342" actId="1076"/>
          <ac:spMkLst>
            <pc:docMk/>
            <pc:sldMk cId="0" sldId="299"/>
            <ac:spMk id="387" creationId="{00000000-0000-0000-0000-000000000000}"/>
          </ac:spMkLst>
        </pc:spChg>
        <pc:picChg chg="mod">
          <ac:chgData name="Ms Alina Arshad" userId="cccdfd85-d35d-4453-9c6f-a463aae40722" providerId="ADAL" clId="{5B8A6D22-27A2-4EF9-83C4-9A1491FF93A7}" dt="2024-09-13T05:22:18.844" v="341" actId="1076"/>
          <ac:picMkLst>
            <pc:docMk/>
            <pc:sldMk cId="0" sldId="299"/>
            <ac:picMk id="388" creationId="{00000000-0000-0000-0000-000000000000}"/>
          </ac:picMkLst>
        </pc:picChg>
      </pc:sldChg>
      <pc:sldChg chg="modSp mod">
        <pc:chgData name="Ms Alina Arshad" userId="cccdfd85-d35d-4453-9c6f-a463aae40722" providerId="ADAL" clId="{5B8A6D22-27A2-4EF9-83C4-9A1491FF93A7}" dt="2024-09-13T05:22:54.631" v="358" actId="27636"/>
        <pc:sldMkLst>
          <pc:docMk/>
          <pc:sldMk cId="0" sldId="300"/>
        </pc:sldMkLst>
        <pc:spChg chg="mod">
          <ac:chgData name="Ms Alina Arshad" userId="cccdfd85-d35d-4453-9c6f-a463aae40722" providerId="ADAL" clId="{5B8A6D22-27A2-4EF9-83C4-9A1491FF93A7}" dt="2024-09-13T05:22:54.631" v="358" actId="27636"/>
          <ac:spMkLst>
            <pc:docMk/>
            <pc:sldMk cId="0" sldId="300"/>
            <ac:spMk id="394" creationId="{00000000-0000-0000-0000-000000000000}"/>
          </ac:spMkLst>
        </pc:spChg>
        <pc:picChg chg="mod">
          <ac:chgData name="Ms Alina Arshad" userId="cccdfd85-d35d-4453-9c6f-a463aae40722" providerId="ADAL" clId="{5B8A6D22-27A2-4EF9-83C4-9A1491FF93A7}" dt="2024-09-13T05:22:29.858" v="345" actId="1076"/>
          <ac:picMkLst>
            <pc:docMk/>
            <pc:sldMk cId="0" sldId="300"/>
            <ac:picMk id="395" creationId="{00000000-0000-0000-0000-000000000000}"/>
          </ac:picMkLst>
        </pc:picChg>
      </pc:sldChg>
      <pc:sldChg chg="modSp mod">
        <pc:chgData name="Ms Alina Arshad" userId="cccdfd85-d35d-4453-9c6f-a463aae40722" providerId="ADAL" clId="{5B8A6D22-27A2-4EF9-83C4-9A1491FF93A7}" dt="2024-09-13T05:23:03.847" v="361" actId="14100"/>
        <pc:sldMkLst>
          <pc:docMk/>
          <pc:sldMk cId="0" sldId="301"/>
        </pc:sldMkLst>
        <pc:spChg chg="mod">
          <ac:chgData name="Ms Alina Arshad" userId="cccdfd85-d35d-4453-9c6f-a463aae40722" providerId="ADAL" clId="{5B8A6D22-27A2-4EF9-83C4-9A1491FF93A7}" dt="2024-09-13T05:23:03.847" v="361" actId="14100"/>
          <ac:spMkLst>
            <pc:docMk/>
            <pc:sldMk cId="0" sldId="301"/>
            <ac:spMk id="401" creationId="{00000000-0000-0000-0000-000000000000}"/>
          </ac:spMkLst>
        </pc:spChg>
      </pc:sldChg>
      <pc:sldChg chg="modSp mod">
        <pc:chgData name="Ms Alina Arshad" userId="cccdfd85-d35d-4453-9c6f-a463aae40722" providerId="ADAL" clId="{5B8A6D22-27A2-4EF9-83C4-9A1491FF93A7}" dt="2024-09-13T05:23:17.341" v="364" actId="207"/>
        <pc:sldMkLst>
          <pc:docMk/>
          <pc:sldMk cId="0" sldId="302"/>
        </pc:sldMkLst>
        <pc:spChg chg="mod">
          <ac:chgData name="Ms Alina Arshad" userId="cccdfd85-d35d-4453-9c6f-a463aae40722" providerId="ADAL" clId="{5B8A6D22-27A2-4EF9-83C4-9A1491FF93A7}" dt="2024-09-13T05:23:13.439" v="363" actId="27636"/>
          <ac:spMkLst>
            <pc:docMk/>
            <pc:sldMk cId="0" sldId="302"/>
            <ac:spMk id="408" creationId="{00000000-0000-0000-0000-000000000000}"/>
          </ac:spMkLst>
        </pc:spChg>
        <pc:spChg chg="mod">
          <ac:chgData name="Ms Alina Arshad" userId="cccdfd85-d35d-4453-9c6f-a463aae40722" providerId="ADAL" clId="{5B8A6D22-27A2-4EF9-83C4-9A1491FF93A7}" dt="2024-09-13T05:23:17.341" v="364" actId="207"/>
          <ac:spMkLst>
            <pc:docMk/>
            <pc:sldMk cId="0" sldId="302"/>
            <ac:spMk id="409" creationId="{00000000-0000-0000-0000-000000000000}"/>
          </ac:spMkLst>
        </pc:spChg>
      </pc:sldChg>
      <pc:sldChg chg="modSp mod">
        <pc:chgData name="Ms Alina Arshad" userId="cccdfd85-d35d-4453-9c6f-a463aae40722" providerId="ADAL" clId="{5B8A6D22-27A2-4EF9-83C4-9A1491FF93A7}" dt="2024-09-13T05:23:42.147" v="370" actId="14100"/>
        <pc:sldMkLst>
          <pc:docMk/>
          <pc:sldMk cId="0" sldId="303"/>
        </pc:sldMkLst>
        <pc:spChg chg="mod">
          <ac:chgData name="Ms Alina Arshad" userId="cccdfd85-d35d-4453-9c6f-a463aae40722" providerId="ADAL" clId="{5B8A6D22-27A2-4EF9-83C4-9A1491FF93A7}" dt="2024-09-13T05:23:42.147" v="370" actId="14100"/>
          <ac:spMkLst>
            <pc:docMk/>
            <pc:sldMk cId="0" sldId="303"/>
            <ac:spMk id="415" creationId="{00000000-0000-0000-0000-000000000000}"/>
          </ac:spMkLst>
        </pc:spChg>
        <pc:picChg chg="mod">
          <ac:chgData name="Ms Alina Arshad" userId="cccdfd85-d35d-4453-9c6f-a463aae40722" providerId="ADAL" clId="{5B8A6D22-27A2-4EF9-83C4-9A1491FF93A7}" dt="2024-09-13T05:23:34.127" v="369" actId="14100"/>
          <ac:picMkLst>
            <pc:docMk/>
            <pc:sldMk cId="0" sldId="303"/>
            <ac:picMk id="416" creationId="{00000000-0000-0000-0000-000000000000}"/>
          </ac:picMkLst>
        </pc:picChg>
      </pc:sldChg>
      <pc:sldChg chg="modSp mod">
        <pc:chgData name="Ms Alina Arshad" userId="cccdfd85-d35d-4453-9c6f-a463aae40722" providerId="ADAL" clId="{5B8A6D22-27A2-4EF9-83C4-9A1491FF93A7}" dt="2024-09-13T05:24:05.710" v="378" actId="1076"/>
        <pc:sldMkLst>
          <pc:docMk/>
          <pc:sldMk cId="0" sldId="304"/>
        </pc:sldMkLst>
        <pc:spChg chg="mod">
          <ac:chgData name="Ms Alina Arshad" userId="cccdfd85-d35d-4453-9c6f-a463aae40722" providerId="ADAL" clId="{5B8A6D22-27A2-4EF9-83C4-9A1491FF93A7}" dt="2024-09-13T05:24:02.244" v="377" actId="113"/>
          <ac:spMkLst>
            <pc:docMk/>
            <pc:sldMk cId="0" sldId="304"/>
            <ac:spMk id="422" creationId="{00000000-0000-0000-0000-000000000000}"/>
          </ac:spMkLst>
        </pc:spChg>
        <pc:picChg chg="mod">
          <ac:chgData name="Ms Alina Arshad" userId="cccdfd85-d35d-4453-9c6f-a463aae40722" providerId="ADAL" clId="{5B8A6D22-27A2-4EF9-83C4-9A1491FF93A7}" dt="2024-09-13T05:24:05.710" v="378" actId="1076"/>
          <ac:picMkLst>
            <pc:docMk/>
            <pc:sldMk cId="0" sldId="304"/>
            <ac:picMk id="423" creationId="{00000000-0000-0000-0000-000000000000}"/>
          </ac:picMkLst>
        </pc:picChg>
      </pc:sldChg>
      <pc:sldChg chg="modSp mod">
        <pc:chgData name="Ms Alina Arshad" userId="cccdfd85-d35d-4453-9c6f-a463aae40722" providerId="ADAL" clId="{5B8A6D22-27A2-4EF9-83C4-9A1491FF93A7}" dt="2024-09-13T05:24:24.465" v="385" actId="207"/>
        <pc:sldMkLst>
          <pc:docMk/>
          <pc:sldMk cId="0" sldId="305"/>
        </pc:sldMkLst>
        <pc:spChg chg="mod">
          <ac:chgData name="Ms Alina Arshad" userId="cccdfd85-d35d-4453-9c6f-a463aae40722" providerId="ADAL" clId="{5B8A6D22-27A2-4EF9-83C4-9A1491FF93A7}" dt="2024-09-13T05:24:15.183" v="382" actId="27636"/>
          <ac:spMkLst>
            <pc:docMk/>
            <pc:sldMk cId="0" sldId="305"/>
            <ac:spMk id="430" creationId="{00000000-0000-0000-0000-000000000000}"/>
          </ac:spMkLst>
        </pc:spChg>
        <pc:spChg chg="mod">
          <ac:chgData name="Ms Alina Arshad" userId="cccdfd85-d35d-4453-9c6f-a463aae40722" providerId="ADAL" clId="{5B8A6D22-27A2-4EF9-83C4-9A1491FF93A7}" dt="2024-09-13T05:24:24.465" v="385" actId="207"/>
          <ac:spMkLst>
            <pc:docMk/>
            <pc:sldMk cId="0" sldId="305"/>
            <ac:spMk id="431" creationId="{00000000-0000-0000-0000-000000000000}"/>
          </ac:spMkLst>
        </pc:spChg>
      </pc:sldChg>
      <pc:sldChg chg="modSp mod">
        <pc:chgData name="Ms Alina Arshad" userId="cccdfd85-d35d-4453-9c6f-a463aae40722" providerId="ADAL" clId="{5B8A6D22-27A2-4EF9-83C4-9A1491FF93A7}" dt="2024-09-13T05:26:26.766" v="399" actId="207"/>
        <pc:sldMkLst>
          <pc:docMk/>
          <pc:sldMk cId="0" sldId="306"/>
        </pc:sldMkLst>
        <pc:spChg chg="mod">
          <ac:chgData name="Ms Alina Arshad" userId="cccdfd85-d35d-4453-9c6f-a463aae40722" providerId="ADAL" clId="{5B8A6D22-27A2-4EF9-83C4-9A1491FF93A7}" dt="2024-09-13T05:26:12.122" v="395" actId="1076"/>
          <ac:spMkLst>
            <pc:docMk/>
            <pc:sldMk cId="0" sldId="306"/>
            <ac:spMk id="437" creationId="{00000000-0000-0000-0000-000000000000}"/>
          </ac:spMkLst>
        </pc:spChg>
        <pc:spChg chg="mod">
          <ac:chgData name="Ms Alina Arshad" userId="cccdfd85-d35d-4453-9c6f-a463aae40722" providerId="ADAL" clId="{5B8A6D22-27A2-4EF9-83C4-9A1491FF93A7}" dt="2024-09-13T05:26:26.766" v="399" actId="207"/>
          <ac:spMkLst>
            <pc:docMk/>
            <pc:sldMk cId="0" sldId="306"/>
            <ac:spMk id="440" creationId="{00000000-0000-0000-0000-000000000000}"/>
          </ac:spMkLst>
        </pc:spChg>
        <pc:picChg chg="mod">
          <ac:chgData name="Ms Alina Arshad" userId="cccdfd85-d35d-4453-9c6f-a463aae40722" providerId="ADAL" clId="{5B8A6D22-27A2-4EF9-83C4-9A1491FF93A7}" dt="2024-09-13T05:26:13.794" v="396" actId="1076"/>
          <ac:picMkLst>
            <pc:docMk/>
            <pc:sldMk cId="0" sldId="306"/>
            <ac:picMk id="438" creationId="{00000000-0000-0000-0000-000000000000}"/>
          </ac:picMkLst>
        </pc:picChg>
        <pc:picChg chg="mod">
          <ac:chgData name="Ms Alina Arshad" userId="cccdfd85-d35d-4453-9c6f-a463aae40722" providerId="ADAL" clId="{5B8A6D22-27A2-4EF9-83C4-9A1491FF93A7}" dt="2024-09-13T05:26:16.730" v="397" actId="1076"/>
          <ac:picMkLst>
            <pc:docMk/>
            <pc:sldMk cId="0" sldId="306"/>
            <ac:picMk id="439" creationId="{00000000-0000-0000-0000-000000000000}"/>
          </ac:picMkLst>
        </pc:picChg>
      </pc:sldChg>
      <pc:sldChg chg="modSp mod">
        <pc:chgData name="Ms Alina Arshad" userId="cccdfd85-d35d-4453-9c6f-a463aae40722" providerId="ADAL" clId="{5B8A6D22-27A2-4EF9-83C4-9A1491FF93A7}" dt="2024-09-13T05:26:48.837" v="404" actId="113"/>
        <pc:sldMkLst>
          <pc:docMk/>
          <pc:sldMk cId="0" sldId="307"/>
        </pc:sldMkLst>
        <pc:spChg chg="mod">
          <ac:chgData name="Ms Alina Arshad" userId="cccdfd85-d35d-4453-9c6f-a463aae40722" providerId="ADAL" clId="{5B8A6D22-27A2-4EF9-83C4-9A1491FF93A7}" dt="2024-09-13T05:26:40.090" v="402" actId="14100"/>
          <ac:spMkLst>
            <pc:docMk/>
            <pc:sldMk cId="0" sldId="307"/>
            <ac:spMk id="446" creationId="{00000000-0000-0000-0000-000000000000}"/>
          </ac:spMkLst>
        </pc:spChg>
        <pc:spChg chg="mod">
          <ac:chgData name="Ms Alina Arshad" userId="cccdfd85-d35d-4453-9c6f-a463aae40722" providerId="ADAL" clId="{5B8A6D22-27A2-4EF9-83C4-9A1491FF93A7}" dt="2024-09-13T05:26:48.837" v="404" actId="113"/>
          <ac:spMkLst>
            <pc:docMk/>
            <pc:sldMk cId="0" sldId="307"/>
            <ac:spMk id="447" creationId="{00000000-0000-0000-0000-000000000000}"/>
          </ac:spMkLst>
        </pc:spChg>
      </pc:sldChg>
      <pc:sldChg chg="modSp mod">
        <pc:chgData name="Ms Alina Arshad" userId="cccdfd85-d35d-4453-9c6f-a463aae40722" providerId="ADAL" clId="{5B8A6D22-27A2-4EF9-83C4-9A1491FF93A7}" dt="2024-09-13T05:27:33.515" v="420" actId="1076"/>
        <pc:sldMkLst>
          <pc:docMk/>
          <pc:sldMk cId="0" sldId="308"/>
        </pc:sldMkLst>
        <pc:spChg chg="mod">
          <ac:chgData name="Ms Alina Arshad" userId="cccdfd85-d35d-4453-9c6f-a463aae40722" providerId="ADAL" clId="{5B8A6D22-27A2-4EF9-83C4-9A1491FF93A7}" dt="2024-09-13T05:26:59.642" v="408" actId="14100"/>
          <ac:spMkLst>
            <pc:docMk/>
            <pc:sldMk cId="0" sldId="308"/>
            <ac:spMk id="453" creationId="{00000000-0000-0000-0000-000000000000}"/>
          </ac:spMkLst>
        </pc:spChg>
        <pc:spChg chg="mod">
          <ac:chgData name="Ms Alina Arshad" userId="cccdfd85-d35d-4453-9c6f-a463aae40722" providerId="ADAL" clId="{5B8A6D22-27A2-4EF9-83C4-9A1491FF93A7}" dt="2024-09-13T05:27:33.515" v="420" actId="1076"/>
          <ac:spMkLst>
            <pc:docMk/>
            <pc:sldMk cId="0" sldId="308"/>
            <ac:spMk id="455" creationId="{00000000-0000-0000-0000-000000000000}"/>
          </ac:spMkLst>
        </pc:spChg>
        <pc:picChg chg="mod">
          <ac:chgData name="Ms Alina Arshad" userId="cccdfd85-d35d-4453-9c6f-a463aae40722" providerId="ADAL" clId="{5B8A6D22-27A2-4EF9-83C4-9A1491FF93A7}" dt="2024-09-13T05:27:05.875" v="411" actId="1076"/>
          <ac:picMkLst>
            <pc:docMk/>
            <pc:sldMk cId="0" sldId="308"/>
            <ac:picMk id="454" creationId="{00000000-0000-0000-0000-000000000000}"/>
          </ac:picMkLst>
        </pc:picChg>
        <pc:picChg chg="mod">
          <ac:chgData name="Ms Alina Arshad" userId="cccdfd85-d35d-4453-9c6f-a463aae40722" providerId="ADAL" clId="{5B8A6D22-27A2-4EF9-83C4-9A1491FF93A7}" dt="2024-09-13T05:27:30.375" v="419" actId="1076"/>
          <ac:picMkLst>
            <pc:docMk/>
            <pc:sldMk cId="0" sldId="308"/>
            <ac:picMk id="456" creationId="{00000000-0000-0000-0000-000000000000}"/>
          </ac:picMkLst>
        </pc:picChg>
      </pc:sldChg>
      <pc:sldChg chg="modSp mod">
        <pc:chgData name="Ms Alina Arshad" userId="cccdfd85-d35d-4453-9c6f-a463aae40722" providerId="ADAL" clId="{5B8A6D22-27A2-4EF9-83C4-9A1491FF93A7}" dt="2024-09-13T05:28:04.912" v="434" actId="1076"/>
        <pc:sldMkLst>
          <pc:docMk/>
          <pc:sldMk cId="0" sldId="309"/>
        </pc:sldMkLst>
        <pc:spChg chg="mod">
          <ac:chgData name="Ms Alina Arshad" userId="cccdfd85-d35d-4453-9c6f-a463aae40722" providerId="ADAL" clId="{5B8A6D22-27A2-4EF9-83C4-9A1491FF93A7}" dt="2024-09-13T05:27:48.996" v="426" actId="1076"/>
          <ac:spMkLst>
            <pc:docMk/>
            <pc:sldMk cId="0" sldId="309"/>
            <ac:spMk id="462" creationId="{00000000-0000-0000-0000-000000000000}"/>
          </ac:spMkLst>
        </pc:spChg>
        <pc:spChg chg="mod">
          <ac:chgData name="Ms Alina Arshad" userId="cccdfd85-d35d-4453-9c6f-a463aae40722" providerId="ADAL" clId="{5B8A6D22-27A2-4EF9-83C4-9A1491FF93A7}" dt="2024-09-13T05:28:04.912" v="434" actId="1076"/>
          <ac:spMkLst>
            <pc:docMk/>
            <pc:sldMk cId="0" sldId="309"/>
            <ac:spMk id="465" creationId="{00000000-0000-0000-0000-000000000000}"/>
          </ac:spMkLst>
        </pc:spChg>
        <pc:picChg chg="mod">
          <ac:chgData name="Ms Alina Arshad" userId="cccdfd85-d35d-4453-9c6f-a463aae40722" providerId="ADAL" clId="{5B8A6D22-27A2-4EF9-83C4-9A1491FF93A7}" dt="2024-09-13T05:27:53.686" v="429" actId="1076"/>
          <ac:picMkLst>
            <pc:docMk/>
            <pc:sldMk cId="0" sldId="309"/>
            <ac:picMk id="463" creationId="{00000000-0000-0000-0000-000000000000}"/>
          </ac:picMkLst>
        </pc:picChg>
        <pc:picChg chg="mod">
          <ac:chgData name="Ms Alina Arshad" userId="cccdfd85-d35d-4453-9c6f-a463aae40722" providerId="ADAL" clId="{5B8A6D22-27A2-4EF9-83C4-9A1491FF93A7}" dt="2024-09-13T05:27:45.262" v="424" actId="1076"/>
          <ac:picMkLst>
            <pc:docMk/>
            <pc:sldMk cId="0" sldId="309"/>
            <ac:picMk id="464" creationId="{00000000-0000-0000-0000-000000000000}"/>
          </ac:picMkLst>
        </pc:picChg>
      </pc:sldChg>
      <pc:sldChg chg="modSp mod">
        <pc:chgData name="Ms Alina Arshad" userId="cccdfd85-d35d-4453-9c6f-a463aae40722" providerId="ADAL" clId="{5B8A6D22-27A2-4EF9-83C4-9A1491FF93A7}" dt="2024-09-13T05:28:19.789" v="438" actId="207"/>
        <pc:sldMkLst>
          <pc:docMk/>
          <pc:sldMk cId="0" sldId="310"/>
        </pc:sldMkLst>
        <pc:spChg chg="mod">
          <ac:chgData name="Ms Alina Arshad" userId="cccdfd85-d35d-4453-9c6f-a463aae40722" providerId="ADAL" clId="{5B8A6D22-27A2-4EF9-83C4-9A1491FF93A7}" dt="2024-09-13T05:28:16.258" v="437" actId="14100"/>
          <ac:spMkLst>
            <pc:docMk/>
            <pc:sldMk cId="0" sldId="310"/>
            <ac:spMk id="470" creationId="{00000000-0000-0000-0000-000000000000}"/>
          </ac:spMkLst>
        </pc:spChg>
        <pc:spChg chg="mod">
          <ac:chgData name="Ms Alina Arshad" userId="cccdfd85-d35d-4453-9c6f-a463aae40722" providerId="ADAL" clId="{5B8A6D22-27A2-4EF9-83C4-9A1491FF93A7}" dt="2024-09-13T05:28:19.789" v="438" actId="207"/>
          <ac:spMkLst>
            <pc:docMk/>
            <pc:sldMk cId="0" sldId="310"/>
            <ac:spMk id="471" creationId="{00000000-0000-0000-0000-000000000000}"/>
          </ac:spMkLst>
        </pc:spChg>
      </pc:sldChg>
      <pc:sldChg chg="modSp mod">
        <pc:chgData name="Ms Alina Arshad" userId="cccdfd85-d35d-4453-9c6f-a463aae40722" providerId="ADAL" clId="{5B8A6D22-27A2-4EF9-83C4-9A1491FF93A7}" dt="2024-09-13T05:28:49.849" v="450" actId="1076"/>
        <pc:sldMkLst>
          <pc:docMk/>
          <pc:sldMk cId="0" sldId="311"/>
        </pc:sldMkLst>
        <pc:spChg chg="mod">
          <ac:chgData name="Ms Alina Arshad" userId="cccdfd85-d35d-4453-9c6f-a463aae40722" providerId="ADAL" clId="{5B8A6D22-27A2-4EF9-83C4-9A1491FF93A7}" dt="2024-09-13T05:28:33.913" v="445" actId="1076"/>
          <ac:spMkLst>
            <pc:docMk/>
            <pc:sldMk cId="0" sldId="311"/>
            <ac:spMk id="477" creationId="{00000000-0000-0000-0000-000000000000}"/>
          </ac:spMkLst>
        </pc:spChg>
        <pc:spChg chg="mod">
          <ac:chgData name="Ms Alina Arshad" userId="cccdfd85-d35d-4453-9c6f-a463aae40722" providerId="ADAL" clId="{5B8A6D22-27A2-4EF9-83C4-9A1491FF93A7}" dt="2024-09-13T05:28:49.849" v="450" actId="1076"/>
          <ac:spMkLst>
            <pc:docMk/>
            <pc:sldMk cId="0" sldId="311"/>
            <ac:spMk id="479" creationId="{00000000-0000-0000-0000-000000000000}"/>
          </ac:spMkLst>
        </pc:spChg>
        <pc:picChg chg="mod">
          <ac:chgData name="Ms Alina Arshad" userId="cccdfd85-d35d-4453-9c6f-a463aae40722" providerId="ADAL" clId="{5B8A6D22-27A2-4EF9-83C4-9A1491FF93A7}" dt="2024-09-13T05:28:36.417" v="446" actId="1076"/>
          <ac:picMkLst>
            <pc:docMk/>
            <pc:sldMk cId="0" sldId="311"/>
            <ac:picMk id="478" creationId="{00000000-0000-0000-0000-000000000000}"/>
          </ac:picMkLst>
        </pc:picChg>
      </pc:sldChg>
      <pc:sldChg chg="modSp mod">
        <pc:chgData name="Ms Alina Arshad" userId="cccdfd85-d35d-4453-9c6f-a463aae40722" providerId="ADAL" clId="{5B8A6D22-27A2-4EF9-83C4-9A1491FF93A7}" dt="2024-09-13T05:35:27.078" v="463" actId="1076"/>
        <pc:sldMkLst>
          <pc:docMk/>
          <pc:sldMk cId="0" sldId="312"/>
        </pc:sldMkLst>
        <pc:spChg chg="mod">
          <ac:chgData name="Ms Alina Arshad" userId="cccdfd85-d35d-4453-9c6f-a463aae40722" providerId="ADAL" clId="{5B8A6D22-27A2-4EF9-83C4-9A1491FF93A7}" dt="2024-09-13T05:35:11.835" v="455" actId="1076"/>
          <ac:spMkLst>
            <pc:docMk/>
            <pc:sldMk cId="0" sldId="312"/>
            <ac:spMk id="485" creationId="{00000000-0000-0000-0000-000000000000}"/>
          </ac:spMkLst>
        </pc:spChg>
        <pc:spChg chg="mod">
          <ac:chgData name="Ms Alina Arshad" userId="cccdfd85-d35d-4453-9c6f-a463aae40722" providerId="ADAL" clId="{5B8A6D22-27A2-4EF9-83C4-9A1491FF93A7}" dt="2024-09-13T05:35:25.126" v="461" actId="1076"/>
          <ac:spMkLst>
            <pc:docMk/>
            <pc:sldMk cId="0" sldId="312"/>
            <ac:spMk id="488" creationId="{00000000-0000-0000-0000-000000000000}"/>
          </ac:spMkLst>
        </pc:spChg>
        <pc:picChg chg="mod">
          <ac:chgData name="Ms Alina Arshad" userId="cccdfd85-d35d-4453-9c6f-a463aae40722" providerId="ADAL" clId="{5B8A6D22-27A2-4EF9-83C4-9A1491FF93A7}" dt="2024-09-13T05:35:27.078" v="463" actId="1076"/>
          <ac:picMkLst>
            <pc:docMk/>
            <pc:sldMk cId="0" sldId="312"/>
            <ac:picMk id="486" creationId="{00000000-0000-0000-0000-000000000000}"/>
          </ac:picMkLst>
        </pc:picChg>
      </pc:sldChg>
      <pc:sldChg chg="modSp mod modShow">
        <pc:chgData name="Ms Alina Arshad" userId="cccdfd85-d35d-4453-9c6f-a463aae40722" providerId="ADAL" clId="{5B8A6D22-27A2-4EF9-83C4-9A1491FF93A7}" dt="2024-09-13T05:35:54.938" v="473" actId="729"/>
        <pc:sldMkLst>
          <pc:docMk/>
          <pc:sldMk cId="0" sldId="313"/>
        </pc:sldMkLst>
        <pc:spChg chg="mod">
          <ac:chgData name="Ms Alina Arshad" userId="cccdfd85-d35d-4453-9c6f-a463aae40722" providerId="ADAL" clId="{5B8A6D22-27A2-4EF9-83C4-9A1491FF93A7}" dt="2024-09-13T05:35:36.295" v="467" actId="1076"/>
          <ac:spMkLst>
            <pc:docMk/>
            <pc:sldMk cId="0" sldId="313"/>
            <ac:spMk id="494" creationId="{00000000-0000-0000-0000-000000000000}"/>
          </ac:spMkLst>
        </pc:spChg>
        <pc:spChg chg="mod">
          <ac:chgData name="Ms Alina Arshad" userId="cccdfd85-d35d-4453-9c6f-a463aae40722" providerId="ADAL" clId="{5B8A6D22-27A2-4EF9-83C4-9A1491FF93A7}" dt="2024-09-13T05:35:48.088" v="472" actId="207"/>
          <ac:spMkLst>
            <pc:docMk/>
            <pc:sldMk cId="0" sldId="313"/>
            <ac:spMk id="495" creationId="{00000000-0000-0000-0000-000000000000}"/>
          </ac:spMkLst>
        </pc:spChg>
      </pc:sldChg>
      <pc:sldChg chg="modSp mod modShow">
        <pc:chgData name="Ms Alina Arshad" userId="cccdfd85-d35d-4453-9c6f-a463aae40722" providerId="ADAL" clId="{5B8A6D22-27A2-4EF9-83C4-9A1491FF93A7}" dt="2024-09-13T05:38:01.383" v="486" actId="404"/>
        <pc:sldMkLst>
          <pc:docMk/>
          <pc:sldMk cId="0" sldId="314"/>
        </pc:sldMkLst>
        <pc:spChg chg="mod">
          <ac:chgData name="Ms Alina Arshad" userId="cccdfd85-d35d-4453-9c6f-a463aae40722" providerId="ADAL" clId="{5B8A6D22-27A2-4EF9-83C4-9A1491FF93A7}" dt="2024-09-13T05:37:57.275" v="485" actId="1076"/>
          <ac:spMkLst>
            <pc:docMk/>
            <pc:sldMk cId="0" sldId="314"/>
            <ac:spMk id="501" creationId="{00000000-0000-0000-0000-000000000000}"/>
          </ac:spMkLst>
        </pc:spChg>
        <pc:spChg chg="mod">
          <ac:chgData name="Ms Alina Arshad" userId="cccdfd85-d35d-4453-9c6f-a463aae40722" providerId="ADAL" clId="{5B8A6D22-27A2-4EF9-83C4-9A1491FF93A7}" dt="2024-09-13T05:38:01.383" v="486" actId="404"/>
          <ac:spMkLst>
            <pc:docMk/>
            <pc:sldMk cId="0" sldId="314"/>
            <ac:spMk id="504" creationId="{00000000-0000-0000-0000-000000000000}"/>
          </ac:spMkLst>
        </pc:spChg>
        <pc:spChg chg="mod">
          <ac:chgData name="Ms Alina Arshad" userId="cccdfd85-d35d-4453-9c6f-a463aae40722" providerId="ADAL" clId="{5B8A6D22-27A2-4EF9-83C4-9A1491FF93A7}" dt="2024-09-13T05:37:38.579" v="481" actId="1076"/>
          <ac:spMkLst>
            <pc:docMk/>
            <pc:sldMk cId="0" sldId="314"/>
            <ac:spMk id="505" creationId="{00000000-0000-0000-0000-000000000000}"/>
          </ac:spMkLst>
        </pc:spChg>
        <pc:picChg chg="mod">
          <ac:chgData name="Ms Alina Arshad" userId="cccdfd85-d35d-4453-9c6f-a463aae40722" providerId="ADAL" clId="{5B8A6D22-27A2-4EF9-83C4-9A1491FF93A7}" dt="2024-09-13T05:36:08.662" v="476" actId="1076"/>
          <ac:picMkLst>
            <pc:docMk/>
            <pc:sldMk cId="0" sldId="314"/>
            <ac:picMk id="503" creationId="{00000000-0000-0000-0000-000000000000}"/>
          </ac:picMkLst>
        </pc:picChg>
      </pc:sldChg>
      <pc:sldChg chg="modSp mod">
        <pc:chgData name="Ms Alina Arshad" userId="cccdfd85-d35d-4453-9c6f-a463aae40722" providerId="ADAL" clId="{5B8A6D22-27A2-4EF9-83C4-9A1491FF93A7}" dt="2024-09-13T05:38:14.801" v="492" actId="207"/>
        <pc:sldMkLst>
          <pc:docMk/>
          <pc:sldMk cId="0" sldId="315"/>
        </pc:sldMkLst>
        <pc:spChg chg="mod">
          <ac:chgData name="Ms Alina Arshad" userId="cccdfd85-d35d-4453-9c6f-a463aae40722" providerId="ADAL" clId="{5B8A6D22-27A2-4EF9-83C4-9A1491FF93A7}" dt="2024-09-13T05:38:11.662" v="489" actId="14100"/>
          <ac:spMkLst>
            <pc:docMk/>
            <pc:sldMk cId="0" sldId="315"/>
            <ac:spMk id="511" creationId="{00000000-0000-0000-0000-000000000000}"/>
          </ac:spMkLst>
        </pc:spChg>
        <pc:spChg chg="mod">
          <ac:chgData name="Ms Alina Arshad" userId="cccdfd85-d35d-4453-9c6f-a463aae40722" providerId="ADAL" clId="{5B8A6D22-27A2-4EF9-83C4-9A1491FF93A7}" dt="2024-09-13T05:38:14.801" v="492" actId="207"/>
          <ac:spMkLst>
            <pc:docMk/>
            <pc:sldMk cId="0" sldId="315"/>
            <ac:spMk id="512" creationId="{00000000-0000-0000-0000-000000000000}"/>
          </ac:spMkLst>
        </pc:spChg>
      </pc:sldChg>
      <pc:sldChg chg="modSp mod">
        <pc:chgData name="Ms Alina Arshad" userId="cccdfd85-d35d-4453-9c6f-a463aae40722" providerId="ADAL" clId="{5B8A6D22-27A2-4EF9-83C4-9A1491FF93A7}" dt="2024-09-13T05:38:26.127" v="495" actId="207"/>
        <pc:sldMkLst>
          <pc:docMk/>
          <pc:sldMk cId="0" sldId="316"/>
        </pc:sldMkLst>
        <pc:spChg chg="mod">
          <ac:chgData name="Ms Alina Arshad" userId="cccdfd85-d35d-4453-9c6f-a463aae40722" providerId="ADAL" clId="{5B8A6D22-27A2-4EF9-83C4-9A1491FF93A7}" dt="2024-09-13T05:38:23.783" v="494" actId="1076"/>
          <ac:spMkLst>
            <pc:docMk/>
            <pc:sldMk cId="0" sldId="316"/>
            <ac:spMk id="518" creationId="{00000000-0000-0000-0000-000000000000}"/>
          </ac:spMkLst>
        </pc:spChg>
        <pc:spChg chg="mod">
          <ac:chgData name="Ms Alina Arshad" userId="cccdfd85-d35d-4453-9c6f-a463aae40722" providerId="ADAL" clId="{5B8A6D22-27A2-4EF9-83C4-9A1491FF93A7}" dt="2024-09-13T05:38:26.127" v="495" actId="207"/>
          <ac:spMkLst>
            <pc:docMk/>
            <pc:sldMk cId="0" sldId="316"/>
            <ac:spMk id="519" creationId="{00000000-0000-0000-0000-000000000000}"/>
          </ac:spMkLst>
        </pc:spChg>
      </pc:sldChg>
      <pc:sldChg chg="modSp mod">
        <pc:chgData name="Ms Alina Arshad" userId="cccdfd85-d35d-4453-9c6f-a463aae40722" providerId="ADAL" clId="{5B8A6D22-27A2-4EF9-83C4-9A1491FF93A7}" dt="2024-09-13T05:38:44.712" v="503" actId="1076"/>
        <pc:sldMkLst>
          <pc:docMk/>
          <pc:sldMk cId="0" sldId="317"/>
        </pc:sldMkLst>
        <pc:spChg chg="mod">
          <ac:chgData name="Ms Alina Arshad" userId="cccdfd85-d35d-4453-9c6f-a463aae40722" providerId="ADAL" clId="{5B8A6D22-27A2-4EF9-83C4-9A1491FF93A7}" dt="2024-09-13T05:38:34.026" v="497" actId="14100"/>
          <ac:spMkLst>
            <pc:docMk/>
            <pc:sldMk cId="0" sldId="317"/>
            <ac:spMk id="525" creationId="{00000000-0000-0000-0000-000000000000}"/>
          </ac:spMkLst>
        </pc:spChg>
        <pc:spChg chg="mod">
          <ac:chgData name="Ms Alina Arshad" userId="cccdfd85-d35d-4453-9c6f-a463aae40722" providerId="ADAL" clId="{5B8A6D22-27A2-4EF9-83C4-9A1491FF93A7}" dt="2024-09-13T05:38:39.716" v="500" actId="1076"/>
          <ac:spMkLst>
            <pc:docMk/>
            <pc:sldMk cId="0" sldId="317"/>
            <ac:spMk id="527" creationId="{00000000-0000-0000-0000-000000000000}"/>
          </ac:spMkLst>
        </pc:spChg>
        <pc:picChg chg="mod">
          <ac:chgData name="Ms Alina Arshad" userId="cccdfd85-d35d-4453-9c6f-a463aae40722" providerId="ADAL" clId="{5B8A6D22-27A2-4EF9-83C4-9A1491FF93A7}" dt="2024-09-13T05:38:44.712" v="503" actId="1076"/>
          <ac:picMkLst>
            <pc:docMk/>
            <pc:sldMk cId="0" sldId="317"/>
            <ac:picMk id="526" creationId="{00000000-0000-0000-0000-000000000000}"/>
          </ac:picMkLst>
        </pc:picChg>
      </pc:sldChg>
      <pc:sldChg chg="modSp mod">
        <pc:chgData name="Ms Alina Arshad" userId="cccdfd85-d35d-4453-9c6f-a463aae40722" providerId="ADAL" clId="{5B8A6D22-27A2-4EF9-83C4-9A1491FF93A7}" dt="2024-09-13T05:38:56.740" v="507" actId="207"/>
        <pc:sldMkLst>
          <pc:docMk/>
          <pc:sldMk cId="0" sldId="318"/>
        </pc:sldMkLst>
        <pc:spChg chg="mod">
          <ac:chgData name="Ms Alina Arshad" userId="cccdfd85-d35d-4453-9c6f-a463aae40722" providerId="ADAL" clId="{5B8A6D22-27A2-4EF9-83C4-9A1491FF93A7}" dt="2024-09-13T05:38:54.256" v="506" actId="14100"/>
          <ac:spMkLst>
            <pc:docMk/>
            <pc:sldMk cId="0" sldId="318"/>
            <ac:spMk id="533" creationId="{00000000-0000-0000-0000-000000000000}"/>
          </ac:spMkLst>
        </pc:spChg>
        <pc:spChg chg="mod">
          <ac:chgData name="Ms Alina Arshad" userId="cccdfd85-d35d-4453-9c6f-a463aae40722" providerId="ADAL" clId="{5B8A6D22-27A2-4EF9-83C4-9A1491FF93A7}" dt="2024-09-13T05:38:56.740" v="507" actId="207"/>
          <ac:spMkLst>
            <pc:docMk/>
            <pc:sldMk cId="0" sldId="318"/>
            <ac:spMk id="534" creationId="{00000000-0000-0000-0000-000000000000}"/>
          </ac:spMkLst>
        </pc:spChg>
      </pc:sldChg>
      <pc:sldChg chg="modSp mod">
        <pc:chgData name="Ms Alina Arshad" userId="cccdfd85-d35d-4453-9c6f-a463aae40722" providerId="ADAL" clId="{5B8A6D22-27A2-4EF9-83C4-9A1491FF93A7}" dt="2024-09-13T05:39:36.508" v="519" actId="207"/>
        <pc:sldMkLst>
          <pc:docMk/>
          <pc:sldMk cId="0" sldId="319"/>
        </pc:sldMkLst>
        <pc:spChg chg="mod">
          <ac:chgData name="Ms Alina Arshad" userId="cccdfd85-d35d-4453-9c6f-a463aae40722" providerId="ADAL" clId="{5B8A6D22-27A2-4EF9-83C4-9A1491FF93A7}" dt="2024-09-13T05:39:08.797" v="511" actId="1076"/>
          <ac:spMkLst>
            <pc:docMk/>
            <pc:sldMk cId="0" sldId="319"/>
            <ac:spMk id="540" creationId="{00000000-0000-0000-0000-000000000000}"/>
          </ac:spMkLst>
        </pc:spChg>
        <pc:spChg chg="mod">
          <ac:chgData name="Ms Alina Arshad" userId="cccdfd85-d35d-4453-9c6f-a463aae40722" providerId="ADAL" clId="{5B8A6D22-27A2-4EF9-83C4-9A1491FF93A7}" dt="2024-09-13T05:39:36.508" v="519" actId="207"/>
          <ac:spMkLst>
            <pc:docMk/>
            <pc:sldMk cId="0" sldId="319"/>
            <ac:spMk id="541" creationId="{00000000-0000-0000-0000-000000000000}"/>
          </ac:spMkLst>
        </pc:spChg>
      </pc:sldChg>
      <pc:sldChg chg="modSp mod">
        <pc:chgData name="Ms Alina Arshad" userId="cccdfd85-d35d-4453-9c6f-a463aae40722" providerId="ADAL" clId="{5B8A6D22-27A2-4EF9-83C4-9A1491FF93A7}" dt="2024-09-13T05:39:43.101" v="521" actId="207"/>
        <pc:sldMkLst>
          <pc:docMk/>
          <pc:sldMk cId="0" sldId="320"/>
        </pc:sldMkLst>
        <pc:spChg chg="mod">
          <ac:chgData name="Ms Alina Arshad" userId="cccdfd85-d35d-4453-9c6f-a463aae40722" providerId="ADAL" clId="{5B8A6D22-27A2-4EF9-83C4-9A1491FF93A7}" dt="2024-09-13T05:39:40.086" v="520" actId="207"/>
          <ac:spMkLst>
            <pc:docMk/>
            <pc:sldMk cId="0" sldId="320"/>
            <ac:spMk id="549" creationId="{00000000-0000-0000-0000-000000000000}"/>
          </ac:spMkLst>
        </pc:spChg>
        <pc:spChg chg="mod">
          <ac:chgData name="Ms Alina Arshad" userId="cccdfd85-d35d-4453-9c6f-a463aae40722" providerId="ADAL" clId="{5B8A6D22-27A2-4EF9-83C4-9A1491FF93A7}" dt="2024-09-13T05:39:43.101" v="521" actId="207"/>
          <ac:spMkLst>
            <pc:docMk/>
            <pc:sldMk cId="0" sldId="320"/>
            <ac:spMk id="550" creationId="{00000000-0000-0000-0000-000000000000}"/>
          </ac:spMkLst>
        </pc:spChg>
      </pc:sldChg>
      <pc:sldChg chg="modSp mod">
        <pc:chgData name="Ms Alina Arshad" userId="cccdfd85-d35d-4453-9c6f-a463aae40722" providerId="ADAL" clId="{5B8A6D22-27A2-4EF9-83C4-9A1491FF93A7}" dt="2024-09-13T05:40:03.137" v="526" actId="207"/>
        <pc:sldMkLst>
          <pc:docMk/>
          <pc:sldMk cId="0" sldId="321"/>
        </pc:sldMkLst>
        <pc:spChg chg="mod">
          <ac:chgData name="Ms Alina Arshad" userId="cccdfd85-d35d-4453-9c6f-a463aae40722" providerId="ADAL" clId="{5B8A6D22-27A2-4EF9-83C4-9A1491FF93A7}" dt="2024-09-13T05:39:51.130" v="523" actId="14100"/>
          <ac:spMkLst>
            <pc:docMk/>
            <pc:sldMk cId="0" sldId="321"/>
            <ac:spMk id="555" creationId="{00000000-0000-0000-0000-000000000000}"/>
          </ac:spMkLst>
        </pc:spChg>
        <pc:spChg chg="mod">
          <ac:chgData name="Ms Alina Arshad" userId="cccdfd85-d35d-4453-9c6f-a463aae40722" providerId="ADAL" clId="{5B8A6D22-27A2-4EF9-83C4-9A1491FF93A7}" dt="2024-09-13T05:39:58.675" v="525" actId="2711"/>
          <ac:spMkLst>
            <pc:docMk/>
            <pc:sldMk cId="0" sldId="321"/>
            <ac:spMk id="556" creationId="{00000000-0000-0000-0000-000000000000}"/>
          </ac:spMkLst>
        </pc:spChg>
        <pc:spChg chg="mod">
          <ac:chgData name="Ms Alina Arshad" userId="cccdfd85-d35d-4453-9c6f-a463aae40722" providerId="ADAL" clId="{5B8A6D22-27A2-4EF9-83C4-9A1491FF93A7}" dt="2024-09-13T05:40:03.137" v="526" actId="207"/>
          <ac:spMkLst>
            <pc:docMk/>
            <pc:sldMk cId="0" sldId="321"/>
            <ac:spMk id="557" creationId="{00000000-0000-0000-0000-000000000000}"/>
          </ac:spMkLst>
        </pc:spChg>
      </pc:sldChg>
      <pc:sldChg chg="modSp mod">
        <pc:chgData name="Ms Alina Arshad" userId="cccdfd85-d35d-4453-9c6f-a463aae40722" providerId="ADAL" clId="{5B8A6D22-27A2-4EF9-83C4-9A1491FF93A7}" dt="2024-09-13T05:40:17.744" v="534" actId="20577"/>
        <pc:sldMkLst>
          <pc:docMk/>
          <pc:sldMk cId="0" sldId="322"/>
        </pc:sldMkLst>
        <pc:spChg chg="mod">
          <ac:chgData name="Ms Alina Arshad" userId="cccdfd85-d35d-4453-9c6f-a463aae40722" providerId="ADAL" clId="{5B8A6D22-27A2-4EF9-83C4-9A1491FF93A7}" dt="2024-09-13T05:40:10.948" v="529" actId="27636"/>
          <ac:spMkLst>
            <pc:docMk/>
            <pc:sldMk cId="0" sldId="322"/>
            <ac:spMk id="563" creationId="{00000000-0000-0000-0000-000000000000}"/>
          </ac:spMkLst>
        </pc:spChg>
        <pc:spChg chg="mod">
          <ac:chgData name="Ms Alina Arshad" userId="cccdfd85-d35d-4453-9c6f-a463aae40722" providerId="ADAL" clId="{5B8A6D22-27A2-4EF9-83C4-9A1491FF93A7}" dt="2024-09-13T05:40:17.744" v="534" actId="20577"/>
          <ac:spMkLst>
            <pc:docMk/>
            <pc:sldMk cId="0" sldId="322"/>
            <ac:spMk id="564" creationId="{00000000-0000-0000-0000-000000000000}"/>
          </ac:spMkLst>
        </pc:spChg>
      </pc:sldChg>
      <pc:sldChg chg="modSp mod">
        <pc:chgData name="Ms Alina Arshad" userId="cccdfd85-d35d-4453-9c6f-a463aae40722" providerId="ADAL" clId="{5B8A6D22-27A2-4EF9-83C4-9A1491FF93A7}" dt="2024-09-13T05:41:09.017" v="547" actId="14100"/>
        <pc:sldMkLst>
          <pc:docMk/>
          <pc:sldMk cId="0" sldId="323"/>
        </pc:sldMkLst>
        <pc:spChg chg="mod">
          <ac:chgData name="Ms Alina Arshad" userId="cccdfd85-d35d-4453-9c6f-a463aae40722" providerId="ADAL" clId="{5B8A6D22-27A2-4EF9-83C4-9A1491FF93A7}" dt="2024-09-13T05:40:50.376" v="538" actId="207"/>
          <ac:spMkLst>
            <pc:docMk/>
            <pc:sldMk cId="0" sldId="323"/>
            <ac:spMk id="569" creationId="{00000000-0000-0000-0000-000000000000}"/>
          </ac:spMkLst>
        </pc:spChg>
        <pc:spChg chg="mod">
          <ac:chgData name="Ms Alina Arshad" userId="cccdfd85-d35d-4453-9c6f-a463aae40722" providerId="ADAL" clId="{5B8A6D22-27A2-4EF9-83C4-9A1491FF93A7}" dt="2024-09-13T05:41:09.017" v="547" actId="14100"/>
          <ac:spMkLst>
            <pc:docMk/>
            <pc:sldMk cId="0" sldId="323"/>
            <ac:spMk id="570" creationId="{00000000-0000-0000-0000-000000000000}"/>
          </ac:spMkLst>
        </pc:spChg>
      </pc:sldChg>
      <pc:sldChg chg="modSp mod">
        <pc:chgData name="Ms Alina Arshad" userId="cccdfd85-d35d-4453-9c6f-a463aae40722" providerId="ADAL" clId="{5B8A6D22-27A2-4EF9-83C4-9A1491FF93A7}" dt="2024-09-13T05:41:47.797" v="554" actId="207"/>
        <pc:sldMkLst>
          <pc:docMk/>
          <pc:sldMk cId="0" sldId="324"/>
        </pc:sldMkLst>
        <pc:spChg chg="mod">
          <ac:chgData name="Ms Alina Arshad" userId="cccdfd85-d35d-4453-9c6f-a463aae40722" providerId="ADAL" clId="{5B8A6D22-27A2-4EF9-83C4-9A1491FF93A7}" dt="2024-09-13T05:41:29.887" v="551" actId="207"/>
          <ac:spMkLst>
            <pc:docMk/>
            <pc:sldMk cId="0" sldId="324"/>
            <ac:spMk id="576" creationId="{00000000-0000-0000-0000-000000000000}"/>
          </ac:spMkLst>
        </pc:spChg>
        <pc:spChg chg="mod">
          <ac:chgData name="Ms Alina Arshad" userId="cccdfd85-d35d-4453-9c6f-a463aae40722" providerId="ADAL" clId="{5B8A6D22-27A2-4EF9-83C4-9A1491FF93A7}" dt="2024-09-13T05:41:47.797" v="554" actId="207"/>
          <ac:spMkLst>
            <pc:docMk/>
            <pc:sldMk cId="0" sldId="324"/>
            <ac:spMk id="577" creationId="{00000000-0000-0000-0000-000000000000}"/>
          </ac:spMkLst>
        </pc:spChg>
      </pc:sldChg>
      <pc:sldChg chg="modSp mod">
        <pc:chgData name="Ms Alina Arshad" userId="cccdfd85-d35d-4453-9c6f-a463aae40722" providerId="ADAL" clId="{5B8A6D22-27A2-4EF9-83C4-9A1491FF93A7}" dt="2024-09-13T05:42:40.229" v="567" actId="207"/>
        <pc:sldMkLst>
          <pc:docMk/>
          <pc:sldMk cId="0" sldId="325"/>
        </pc:sldMkLst>
        <pc:spChg chg="mod">
          <ac:chgData name="Ms Alina Arshad" userId="cccdfd85-d35d-4453-9c6f-a463aae40722" providerId="ADAL" clId="{5B8A6D22-27A2-4EF9-83C4-9A1491FF93A7}" dt="2024-09-13T05:42:36.755" v="566" actId="1076"/>
          <ac:spMkLst>
            <pc:docMk/>
            <pc:sldMk cId="0" sldId="325"/>
            <ac:spMk id="583" creationId="{00000000-0000-0000-0000-000000000000}"/>
          </ac:spMkLst>
        </pc:spChg>
        <pc:spChg chg="mod">
          <ac:chgData name="Ms Alina Arshad" userId="cccdfd85-d35d-4453-9c6f-a463aae40722" providerId="ADAL" clId="{5B8A6D22-27A2-4EF9-83C4-9A1491FF93A7}" dt="2024-09-13T05:42:40.229" v="567" actId="207"/>
          <ac:spMkLst>
            <pc:docMk/>
            <pc:sldMk cId="0" sldId="325"/>
            <ac:spMk id="584" creationId="{00000000-0000-0000-0000-000000000000}"/>
          </ac:spMkLst>
        </pc:spChg>
      </pc:sldChg>
      <pc:sldChg chg="modSp mod">
        <pc:chgData name="Ms Alina Arshad" userId="cccdfd85-d35d-4453-9c6f-a463aae40722" providerId="ADAL" clId="{5B8A6D22-27A2-4EF9-83C4-9A1491FF93A7}" dt="2024-09-13T06:34:13.537" v="571" actId="207"/>
        <pc:sldMkLst>
          <pc:docMk/>
          <pc:sldMk cId="0" sldId="326"/>
        </pc:sldMkLst>
        <pc:spChg chg="mod">
          <ac:chgData name="Ms Alina Arshad" userId="cccdfd85-d35d-4453-9c6f-a463aae40722" providerId="ADAL" clId="{5B8A6D22-27A2-4EF9-83C4-9A1491FF93A7}" dt="2024-09-13T06:34:10.053" v="570" actId="1076"/>
          <ac:spMkLst>
            <pc:docMk/>
            <pc:sldMk cId="0" sldId="326"/>
            <ac:spMk id="589" creationId="{00000000-0000-0000-0000-000000000000}"/>
          </ac:spMkLst>
        </pc:spChg>
        <pc:spChg chg="mod">
          <ac:chgData name="Ms Alina Arshad" userId="cccdfd85-d35d-4453-9c6f-a463aae40722" providerId="ADAL" clId="{5B8A6D22-27A2-4EF9-83C4-9A1491FF93A7}" dt="2024-09-13T06:34:13.537" v="571" actId="207"/>
          <ac:spMkLst>
            <pc:docMk/>
            <pc:sldMk cId="0" sldId="326"/>
            <ac:spMk id="590" creationId="{00000000-0000-0000-0000-000000000000}"/>
          </ac:spMkLst>
        </pc:spChg>
      </pc:sldChg>
      <pc:sldChg chg="modSp mod">
        <pc:chgData name="Ms Alina Arshad" userId="cccdfd85-d35d-4453-9c6f-a463aae40722" providerId="ADAL" clId="{5B8A6D22-27A2-4EF9-83C4-9A1491FF93A7}" dt="2024-09-13T06:35:12.054" v="588" actId="14100"/>
        <pc:sldMkLst>
          <pc:docMk/>
          <pc:sldMk cId="0" sldId="327"/>
        </pc:sldMkLst>
        <pc:spChg chg="mod">
          <ac:chgData name="Ms Alina Arshad" userId="cccdfd85-d35d-4453-9c6f-a463aae40722" providerId="ADAL" clId="{5B8A6D22-27A2-4EF9-83C4-9A1491FF93A7}" dt="2024-09-13T06:34:22.582" v="573" actId="14100"/>
          <ac:spMkLst>
            <pc:docMk/>
            <pc:sldMk cId="0" sldId="327"/>
            <ac:spMk id="595" creationId="{00000000-0000-0000-0000-000000000000}"/>
          </ac:spMkLst>
        </pc:spChg>
        <pc:spChg chg="mod">
          <ac:chgData name="Ms Alina Arshad" userId="cccdfd85-d35d-4453-9c6f-a463aae40722" providerId="ADAL" clId="{5B8A6D22-27A2-4EF9-83C4-9A1491FF93A7}" dt="2024-09-13T06:34:34.922" v="577" actId="207"/>
          <ac:spMkLst>
            <pc:docMk/>
            <pc:sldMk cId="0" sldId="327"/>
            <ac:spMk id="596" creationId="{00000000-0000-0000-0000-000000000000}"/>
          </ac:spMkLst>
        </pc:spChg>
        <pc:spChg chg="mod">
          <ac:chgData name="Ms Alina Arshad" userId="cccdfd85-d35d-4453-9c6f-a463aae40722" providerId="ADAL" clId="{5B8A6D22-27A2-4EF9-83C4-9A1491FF93A7}" dt="2024-09-13T06:35:12.054" v="588" actId="14100"/>
          <ac:spMkLst>
            <pc:docMk/>
            <pc:sldMk cId="0" sldId="327"/>
            <ac:spMk id="597" creationId="{00000000-0000-0000-0000-000000000000}"/>
          </ac:spMkLst>
        </pc:spChg>
      </pc:sldChg>
      <pc:sldChg chg="modSp mod">
        <pc:chgData name="Ms Alina Arshad" userId="cccdfd85-d35d-4453-9c6f-a463aae40722" providerId="ADAL" clId="{5B8A6D22-27A2-4EF9-83C4-9A1491FF93A7}" dt="2024-09-13T06:36:37.576" v="592" actId="207"/>
        <pc:sldMkLst>
          <pc:docMk/>
          <pc:sldMk cId="0" sldId="328"/>
        </pc:sldMkLst>
        <pc:spChg chg="mod">
          <ac:chgData name="Ms Alina Arshad" userId="cccdfd85-d35d-4453-9c6f-a463aae40722" providerId="ADAL" clId="{5B8A6D22-27A2-4EF9-83C4-9A1491FF93A7}" dt="2024-09-13T06:36:23.412" v="591" actId="14100"/>
          <ac:spMkLst>
            <pc:docMk/>
            <pc:sldMk cId="0" sldId="328"/>
            <ac:spMk id="602" creationId="{00000000-0000-0000-0000-000000000000}"/>
          </ac:spMkLst>
        </pc:spChg>
        <pc:spChg chg="mod">
          <ac:chgData name="Ms Alina Arshad" userId="cccdfd85-d35d-4453-9c6f-a463aae40722" providerId="ADAL" clId="{5B8A6D22-27A2-4EF9-83C4-9A1491FF93A7}" dt="2024-09-13T06:36:37.576" v="592" actId="207"/>
          <ac:spMkLst>
            <pc:docMk/>
            <pc:sldMk cId="0" sldId="328"/>
            <ac:spMk id="603" creationId="{00000000-0000-0000-0000-000000000000}"/>
          </ac:spMkLst>
        </pc:spChg>
      </pc:sldChg>
      <pc:sldChg chg="modSp mod">
        <pc:chgData name="Ms Alina Arshad" userId="cccdfd85-d35d-4453-9c6f-a463aae40722" providerId="ADAL" clId="{5B8A6D22-27A2-4EF9-83C4-9A1491FF93A7}" dt="2024-09-13T06:37:46.588" v="597" actId="207"/>
        <pc:sldMkLst>
          <pc:docMk/>
          <pc:sldMk cId="0" sldId="329"/>
        </pc:sldMkLst>
        <pc:spChg chg="mod">
          <ac:chgData name="Ms Alina Arshad" userId="cccdfd85-d35d-4453-9c6f-a463aae40722" providerId="ADAL" clId="{5B8A6D22-27A2-4EF9-83C4-9A1491FF93A7}" dt="2024-09-13T06:37:42.885" v="596" actId="207"/>
          <ac:spMkLst>
            <pc:docMk/>
            <pc:sldMk cId="0" sldId="329"/>
            <ac:spMk id="608" creationId="{00000000-0000-0000-0000-000000000000}"/>
          </ac:spMkLst>
        </pc:spChg>
        <pc:spChg chg="mod">
          <ac:chgData name="Ms Alina Arshad" userId="cccdfd85-d35d-4453-9c6f-a463aae40722" providerId="ADAL" clId="{5B8A6D22-27A2-4EF9-83C4-9A1491FF93A7}" dt="2024-09-13T06:37:46.588" v="597" actId="207"/>
          <ac:spMkLst>
            <pc:docMk/>
            <pc:sldMk cId="0" sldId="329"/>
            <ac:spMk id="609" creationId="{00000000-0000-0000-0000-000000000000}"/>
          </ac:spMkLst>
        </pc:spChg>
      </pc:sldChg>
      <pc:sldChg chg="modSp mod">
        <pc:chgData name="Ms Alina Arshad" userId="cccdfd85-d35d-4453-9c6f-a463aae40722" providerId="ADAL" clId="{5B8A6D22-27A2-4EF9-83C4-9A1491FF93A7}" dt="2024-09-13T06:37:59.873" v="604" actId="1076"/>
        <pc:sldMkLst>
          <pc:docMk/>
          <pc:sldMk cId="0" sldId="330"/>
        </pc:sldMkLst>
        <pc:spChg chg="mod">
          <ac:chgData name="Ms Alina Arshad" userId="cccdfd85-d35d-4453-9c6f-a463aae40722" providerId="ADAL" clId="{5B8A6D22-27A2-4EF9-83C4-9A1491FF93A7}" dt="2024-09-13T06:37:52.843" v="600" actId="14100"/>
          <ac:spMkLst>
            <pc:docMk/>
            <pc:sldMk cId="0" sldId="330"/>
            <ac:spMk id="615" creationId="{00000000-0000-0000-0000-000000000000}"/>
          </ac:spMkLst>
        </pc:spChg>
        <pc:spChg chg="mod">
          <ac:chgData name="Ms Alina Arshad" userId="cccdfd85-d35d-4453-9c6f-a463aae40722" providerId="ADAL" clId="{5B8A6D22-27A2-4EF9-83C4-9A1491FF93A7}" dt="2024-09-13T06:37:55.702" v="601" actId="1076"/>
          <ac:spMkLst>
            <pc:docMk/>
            <pc:sldMk cId="0" sldId="330"/>
            <ac:spMk id="617" creationId="{00000000-0000-0000-0000-000000000000}"/>
          </ac:spMkLst>
        </pc:spChg>
        <pc:picChg chg="mod">
          <ac:chgData name="Ms Alina Arshad" userId="cccdfd85-d35d-4453-9c6f-a463aae40722" providerId="ADAL" clId="{5B8A6D22-27A2-4EF9-83C4-9A1491FF93A7}" dt="2024-09-13T06:37:59.873" v="604" actId="1076"/>
          <ac:picMkLst>
            <pc:docMk/>
            <pc:sldMk cId="0" sldId="330"/>
            <ac:picMk id="616" creationId="{00000000-0000-0000-0000-000000000000}"/>
          </ac:picMkLst>
        </pc:picChg>
      </pc:sldChg>
      <pc:sldChg chg="modSp mod">
        <pc:chgData name="Ms Alina Arshad" userId="cccdfd85-d35d-4453-9c6f-a463aae40722" providerId="ADAL" clId="{5B8A6D22-27A2-4EF9-83C4-9A1491FF93A7}" dt="2024-09-13T06:38:15.645" v="608" actId="207"/>
        <pc:sldMkLst>
          <pc:docMk/>
          <pc:sldMk cId="0" sldId="331"/>
        </pc:sldMkLst>
        <pc:spChg chg="mod">
          <ac:chgData name="Ms Alina Arshad" userId="cccdfd85-d35d-4453-9c6f-a463aae40722" providerId="ADAL" clId="{5B8A6D22-27A2-4EF9-83C4-9A1491FF93A7}" dt="2024-09-13T06:38:12.901" v="607" actId="14100"/>
          <ac:spMkLst>
            <pc:docMk/>
            <pc:sldMk cId="0" sldId="331"/>
            <ac:spMk id="623" creationId="{00000000-0000-0000-0000-000000000000}"/>
          </ac:spMkLst>
        </pc:spChg>
        <pc:spChg chg="mod">
          <ac:chgData name="Ms Alina Arshad" userId="cccdfd85-d35d-4453-9c6f-a463aae40722" providerId="ADAL" clId="{5B8A6D22-27A2-4EF9-83C4-9A1491FF93A7}" dt="2024-09-13T06:38:15.645" v="608" actId="207"/>
          <ac:spMkLst>
            <pc:docMk/>
            <pc:sldMk cId="0" sldId="331"/>
            <ac:spMk id="624" creationId="{00000000-0000-0000-0000-000000000000}"/>
          </ac:spMkLst>
        </pc:spChg>
      </pc:sldChg>
      <pc:sldChg chg="modSp mod">
        <pc:chgData name="Ms Alina Arshad" userId="cccdfd85-d35d-4453-9c6f-a463aae40722" providerId="ADAL" clId="{5B8A6D22-27A2-4EF9-83C4-9A1491FF93A7}" dt="2024-09-13T06:38:36.075" v="612" actId="207"/>
        <pc:sldMkLst>
          <pc:docMk/>
          <pc:sldMk cId="0" sldId="332"/>
        </pc:sldMkLst>
        <pc:spChg chg="mod">
          <ac:chgData name="Ms Alina Arshad" userId="cccdfd85-d35d-4453-9c6f-a463aae40722" providerId="ADAL" clId="{5B8A6D22-27A2-4EF9-83C4-9A1491FF93A7}" dt="2024-09-13T06:38:33.560" v="611" actId="14100"/>
          <ac:spMkLst>
            <pc:docMk/>
            <pc:sldMk cId="0" sldId="332"/>
            <ac:spMk id="629" creationId="{00000000-0000-0000-0000-000000000000}"/>
          </ac:spMkLst>
        </pc:spChg>
        <pc:spChg chg="mod">
          <ac:chgData name="Ms Alina Arshad" userId="cccdfd85-d35d-4453-9c6f-a463aae40722" providerId="ADAL" clId="{5B8A6D22-27A2-4EF9-83C4-9A1491FF93A7}" dt="2024-09-13T06:38:36.075" v="612" actId="207"/>
          <ac:spMkLst>
            <pc:docMk/>
            <pc:sldMk cId="0" sldId="332"/>
            <ac:spMk id="630" creationId="{00000000-0000-0000-0000-000000000000}"/>
          </ac:spMkLst>
        </pc:spChg>
      </pc:sldChg>
      <pc:sldChg chg="modSp mod">
        <pc:chgData name="Ms Alina Arshad" userId="cccdfd85-d35d-4453-9c6f-a463aae40722" providerId="ADAL" clId="{5B8A6D22-27A2-4EF9-83C4-9A1491FF93A7}" dt="2024-09-13T06:38:49.541" v="616" actId="207"/>
        <pc:sldMkLst>
          <pc:docMk/>
          <pc:sldMk cId="0" sldId="333"/>
        </pc:sldMkLst>
        <pc:spChg chg="mod">
          <ac:chgData name="Ms Alina Arshad" userId="cccdfd85-d35d-4453-9c6f-a463aae40722" providerId="ADAL" clId="{5B8A6D22-27A2-4EF9-83C4-9A1491FF93A7}" dt="2024-09-13T06:38:46.697" v="615" actId="14100"/>
          <ac:spMkLst>
            <pc:docMk/>
            <pc:sldMk cId="0" sldId="333"/>
            <ac:spMk id="636" creationId="{00000000-0000-0000-0000-000000000000}"/>
          </ac:spMkLst>
        </pc:spChg>
        <pc:spChg chg="mod">
          <ac:chgData name="Ms Alina Arshad" userId="cccdfd85-d35d-4453-9c6f-a463aae40722" providerId="ADAL" clId="{5B8A6D22-27A2-4EF9-83C4-9A1491FF93A7}" dt="2024-09-13T06:38:49.541" v="616" actId="207"/>
          <ac:spMkLst>
            <pc:docMk/>
            <pc:sldMk cId="0" sldId="333"/>
            <ac:spMk id="637" creationId="{00000000-0000-0000-0000-000000000000}"/>
          </ac:spMkLst>
        </pc:spChg>
      </pc:sldChg>
      <pc:sldChg chg="modSp mod">
        <pc:chgData name="Ms Alina Arshad" userId="cccdfd85-d35d-4453-9c6f-a463aae40722" providerId="ADAL" clId="{5B8A6D22-27A2-4EF9-83C4-9A1491FF93A7}" dt="2024-09-13T06:39:02.917" v="621" actId="207"/>
        <pc:sldMkLst>
          <pc:docMk/>
          <pc:sldMk cId="0" sldId="334"/>
        </pc:sldMkLst>
        <pc:spChg chg="mod">
          <ac:chgData name="Ms Alina Arshad" userId="cccdfd85-d35d-4453-9c6f-a463aae40722" providerId="ADAL" clId="{5B8A6D22-27A2-4EF9-83C4-9A1491FF93A7}" dt="2024-09-13T06:38:58.679" v="619" actId="113"/>
          <ac:spMkLst>
            <pc:docMk/>
            <pc:sldMk cId="0" sldId="334"/>
            <ac:spMk id="642" creationId="{00000000-0000-0000-0000-000000000000}"/>
          </ac:spMkLst>
        </pc:spChg>
        <pc:spChg chg="mod">
          <ac:chgData name="Ms Alina Arshad" userId="cccdfd85-d35d-4453-9c6f-a463aae40722" providerId="ADAL" clId="{5B8A6D22-27A2-4EF9-83C4-9A1491FF93A7}" dt="2024-09-13T06:39:02.917" v="621" actId="207"/>
          <ac:spMkLst>
            <pc:docMk/>
            <pc:sldMk cId="0" sldId="334"/>
            <ac:spMk id="643" creationId="{00000000-0000-0000-0000-000000000000}"/>
          </ac:spMkLst>
        </pc:spChg>
      </pc:sldChg>
      <pc:sldChg chg="modSp mod">
        <pc:chgData name="Ms Alina Arshad" userId="cccdfd85-d35d-4453-9c6f-a463aae40722" providerId="ADAL" clId="{5B8A6D22-27A2-4EF9-83C4-9A1491FF93A7}" dt="2024-09-13T06:39:13.056" v="625" actId="207"/>
        <pc:sldMkLst>
          <pc:docMk/>
          <pc:sldMk cId="0" sldId="335"/>
        </pc:sldMkLst>
        <pc:spChg chg="mod">
          <ac:chgData name="Ms Alina Arshad" userId="cccdfd85-d35d-4453-9c6f-a463aae40722" providerId="ADAL" clId="{5B8A6D22-27A2-4EF9-83C4-9A1491FF93A7}" dt="2024-09-13T06:39:10.822" v="624" actId="14100"/>
          <ac:spMkLst>
            <pc:docMk/>
            <pc:sldMk cId="0" sldId="335"/>
            <ac:spMk id="649" creationId="{00000000-0000-0000-0000-000000000000}"/>
          </ac:spMkLst>
        </pc:spChg>
        <pc:spChg chg="mod">
          <ac:chgData name="Ms Alina Arshad" userId="cccdfd85-d35d-4453-9c6f-a463aae40722" providerId="ADAL" clId="{5B8A6D22-27A2-4EF9-83C4-9A1491FF93A7}" dt="2024-09-13T06:39:13.056" v="625" actId="207"/>
          <ac:spMkLst>
            <pc:docMk/>
            <pc:sldMk cId="0" sldId="335"/>
            <ac:spMk id="650" creationId="{00000000-0000-0000-0000-000000000000}"/>
          </ac:spMkLst>
        </pc:spChg>
      </pc:sldChg>
      <pc:sldChg chg="modSp mod">
        <pc:chgData name="Ms Alina Arshad" userId="cccdfd85-d35d-4453-9c6f-a463aae40722" providerId="ADAL" clId="{5B8A6D22-27A2-4EF9-83C4-9A1491FF93A7}" dt="2024-09-13T06:39:33.838" v="634" actId="1076"/>
        <pc:sldMkLst>
          <pc:docMk/>
          <pc:sldMk cId="0" sldId="336"/>
        </pc:sldMkLst>
        <pc:spChg chg="mod">
          <ac:chgData name="Ms Alina Arshad" userId="cccdfd85-d35d-4453-9c6f-a463aae40722" providerId="ADAL" clId="{5B8A6D22-27A2-4EF9-83C4-9A1491FF93A7}" dt="2024-09-13T06:39:33.838" v="634" actId="1076"/>
          <ac:spMkLst>
            <pc:docMk/>
            <pc:sldMk cId="0" sldId="336"/>
            <ac:spMk id="656" creationId="{00000000-0000-0000-0000-000000000000}"/>
          </ac:spMkLst>
        </pc:spChg>
        <pc:spChg chg="mod">
          <ac:chgData name="Ms Alina Arshad" userId="cccdfd85-d35d-4453-9c6f-a463aae40722" providerId="ADAL" clId="{5B8A6D22-27A2-4EF9-83C4-9A1491FF93A7}" dt="2024-09-13T06:39:29.042" v="633" actId="20577"/>
          <ac:spMkLst>
            <pc:docMk/>
            <pc:sldMk cId="0" sldId="336"/>
            <ac:spMk id="657" creationId="{00000000-0000-0000-0000-000000000000}"/>
          </ac:spMkLst>
        </pc:spChg>
      </pc:sldChg>
      <pc:sldChg chg="modSp mod">
        <pc:chgData name="Ms Alina Arshad" userId="cccdfd85-d35d-4453-9c6f-a463aae40722" providerId="ADAL" clId="{5B8A6D22-27A2-4EF9-83C4-9A1491FF93A7}" dt="2024-09-13T06:39:44.101" v="636" actId="207"/>
        <pc:sldMkLst>
          <pc:docMk/>
          <pc:sldMk cId="0" sldId="337"/>
        </pc:sldMkLst>
        <pc:spChg chg="mod">
          <ac:chgData name="Ms Alina Arshad" userId="cccdfd85-d35d-4453-9c6f-a463aae40722" providerId="ADAL" clId="{5B8A6D22-27A2-4EF9-83C4-9A1491FF93A7}" dt="2024-09-13T06:39:38.759" v="635" actId="1076"/>
          <ac:spMkLst>
            <pc:docMk/>
            <pc:sldMk cId="0" sldId="337"/>
            <ac:spMk id="663" creationId="{00000000-0000-0000-0000-000000000000}"/>
          </ac:spMkLst>
        </pc:spChg>
        <pc:spChg chg="mod">
          <ac:chgData name="Ms Alina Arshad" userId="cccdfd85-d35d-4453-9c6f-a463aae40722" providerId="ADAL" clId="{5B8A6D22-27A2-4EF9-83C4-9A1491FF93A7}" dt="2024-09-13T06:39:44.101" v="636" actId="207"/>
          <ac:spMkLst>
            <pc:docMk/>
            <pc:sldMk cId="0" sldId="337"/>
            <ac:spMk id="664" creationId="{00000000-0000-0000-0000-000000000000}"/>
          </ac:spMkLst>
        </pc:spChg>
      </pc:sldChg>
      <pc:sldChg chg="addSp modSp new mod">
        <pc:chgData name="Ms Alina Arshad" userId="cccdfd85-d35d-4453-9c6f-a463aae40722" providerId="ADAL" clId="{5B8A6D22-27A2-4EF9-83C4-9A1491FF93A7}" dt="2024-09-13T05:12:24.005" v="161" actId="1076"/>
        <pc:sldMkLst>
          <pc:docMk/>
          <pc:sldMk cId="3233864465" sldId="338"/>
        </pc:sldMkLst>
        <pc:spChg chg="add mod">
          <ac:chgData name="Ms Alina Arshad" userId="cccdfd85-d35d-4453-9c6f-a463aae40722" providerId="ADAL" clId="{5B8A6D22-27A2-4EF9-83C4-9A1491FF93A7}" dt="2024-09-13T05:12:24.005" v="161" actId="1076"/>
          <ac:spMkLst>
            <pc:docMk/>
            <pc:sldMk cId="3233864465" sldId="338"/>
            <ac:spMk id="3" creationId="{38CBFF88-BEC8-EC9F-E1A7-7E913B0EFCDD}"/>
          </ac:spMkLst>
        </pc:spChg>
      </pc:sldChg>
      <pc:sldChg chg="addSp modSp new mod">
        <pc:chgData name="Ms Alina Arshad" userId="cccdfd85-d35d-4453-9c6f-a463aae40722" providerId="ADAL" clId="{5B8A6D22-27A2-4EF9-83C4-9A1491FF93A7}" dt="2024-09-13T05:12:54.408" v="167" actId="1076"/>
        <pc:sldMkLst>
          <pc:docMk/>
          <pc:sldMk cId="1267034377" sldId="339"/>
        </pc:sldMkLst>
        <pc:spChg chg="add mod">
          <ac:chgData name="Ms Alina Arshad" userId="cccdfd85-d35d-4453-9c6f-a463aae40722" providerId="ADAL" clId="{5B8A6D22-27A2-4EF9-83C4-9A1491FF93A7}" dt="2024-09-13T05:12:54.408" v="167" actId="1076"/>
          <ac:spMkLst>
            <pc:docMk/>
            <pc:sldMk cId="1267034377" sldId="339"/>
            <ac:spMk id="3" creationId="{41D1BF0D-AD70-8833-5D6D-38565AB0485C}"/>
          </ac:spMkLst>
        </pc:spChg>
      </pc:sldChg>
      <pc:sldChg chg="addSp modSp new mod">
        <pc:chgData name="Ms Alina Arshad" userId="cccdfd85-d35d-4453-9c6f-a463aae40722" providerId="ADAL" clId="{5B8A6D22-27A2-4EF9-83C4-9A1491FF93A7}" dt="2024-09-13T05:13:11.117" v="176" actId="113"/>
        <pc:sldMkLst>
          <pc:docMk/>
          <pc:sldMk cId="2400815569" sldId="340"/>
        </pc:sldMkLst>
        <pc:spChg chg="add mod">
          <ac:chgData name="Ms Alina Arshad" userId="cccdfd85-d35d-4453-9c6f-a463aae40722" providerId="ADAL" clId="{5B8A6D22-27A2-4EF9-83C4-9A1491FF93A7}" dt="2024-09-13T05:13:11.117" v="176" actId="113"/>
          <ac:spMkLst>
            <pc:docMk/>
            <pc:sldMk cId="2400815569" sldId="340"/>
            <ac:spMk id="3" creationId="{69C02606-FCDF-8546-6C76-44B4F3EA776C}"/>
          </ac:spMkLst>
        </pc:spChg>
      </pc:sldChg>
      <pc:sldChg chg="addSp modSp new mod">
        <pc:chgData name="Ms Alina Arshad" userId="cccdfd85-d35d-4453-9c6f-a463aae40722" providerId="ADAL" clId="{5B8A6D22-27A2-4EF9-83C4-9A1491FF93A7}" dt="2024-09-13T05:13:43.875" v="186" actId="1076"/>
        <pc:sldMkLst>
          <pc:docMk/>
          <pc:sldMk cId="1204309406" sldId="341"/>
        </pc:sldMkLst>
        <pc:spChg chg="add mod">
          <ac:chgData name="Ms Alina Arshad" userId="cccdfd85-d35d-4453-9c6f-a463aae40722" providerId="ADAL" clId="{5B8A6D22-27A2-4EF9-83C4-9A1491FF93A7}" dt="2024-09-13T05:13:43.875" v="186" actId="1076"/>
          <ac:spMkLst>
            <pc:docMk/>
            <pc:sldMk cId="1204309406" sldId="341"/>
            <ac:spMk id="3" creationId="{FB09A7D6-CB86-1298-9237-F494689B2453}"/>
          </ac:spMkLst>
        </pc:spChg>
      </pc:sldChg>
      <pc:sldChg chg="new del">
        <pc:chgData name="Ms Alina Arshad" userId="cccdfd85-d35d-4453-9c6f-a463aae40722" providerId="ADAL" clId="{5B8A6D22-27A2-4EF9-83C4-9A1491FF93A7}" dt="2024-09-13T05:13:25.901" v="179" actId="47"/>
        <pc:sldMkLst>
          <pc:docMk/>
          <pc:sldMk cId="3585676104" sldId="341"/>
        </pc:sldMkLst>
      </pc:sldChg>
      <pc:sldChg chg="new del">
        <pc:chgData name="Ms Alina Arshad" userId="cccdfd85-d35d-4453-9c6f-a463aae40722" providerId="ADAL" clId="{5B8A6D22-27A2-4EF9-83C4-9A1491FF93A7}" dt="2024-09-13T05:13:26.151" v="180" actId="47"/>
        <pc:sldMkLst>
          <pc:docMk/>
          <pc:sldMk cId="3903136030" sldId="342"/>
        </pc:sldMkLst>
      </pc:sldChg>
    </pc:docChg>
  </pc:docChgLst>
  <pc:docChgLst>
    <pc:chgData name="Ms Alina Arshad" userId="cccdfd85-d35d-4453-9c6f-a463aae40722" providerId="ADAL" clId="{9C5463F7-2E4D-44A3-B83D-E1A8A04E58D3}"/>
    <pc:docChg chg="undo custSel addSld delSld modSld">
      <pc:chgData name="Ms Alina Arshad" userId="cccdfd85-d35d-4453-9c6f-a463aae40722" providerId="ADAL" clId="{9C5463F7-2E4D-44A3-B83D-E1A8A04E58D3}" dt="2024-11-08T04:34:09.577" v="805" actId="47"/>
      <pc:docMkLst>
        <pc:docMk/>
      </pc:docMkLst>
      <pc:sldChg chg="delSp modSp add mod">
        <pc:chgData name="Ms Alina Arshad" userId="cccdfd85-d35d-4453-9c6f-a463aae40722" providerId="ADAL" clId="{9C5463F7-2E4D-44A3-B83D-E1A8A04E58D3}" dt="2024-11-08T04:05:30.432" v="582" actId="478"/>
        <pc:sldMkLst>
          <pc:docMk/>
          <pc:sldMk cId="0" sldId="265"/>
        </pc:sldMkLst>
        <pc:spChg chg="mod">
          <ac:chgData name="Ms Alina Arshad" userId="cccdfd85-d35d-4453-9c6f-a463aae40722" providerId="ADAL" clId="{9C5463F7-2E4D-44A3-B83D-E1A8A04E58D3}" dt="2024-11-06T07:59:24.493" v="118" actId="1076"/>
          <ac:spMkLst>
            <pc:docMk/>
            <pc:sldMk cId="0" sldId="265"/>
            <ac:spMk id="151" creationId="{00000000-0000-0000-0000-000000000000}"/>
          </ac:spMkLst>
        </pc:spChg>
        <pc:spChg chg="mod">
          <ac:chgData name="Ms Alina Arshad" userId="cccdfd85-d35d-4453-9c6f-a463aae40722" providerId="ADAL" clId="{9C5463F7-2E4D-44A3-B83D-E1A8A04E58D3}" dt="2024-11-06T07:59:40.352" v="121" actId="12"/>
          <ac:spMkLst>
            <pc:docMk/>
            <pc:sldMk cId="0" sldId="265"/>
            <ac:spMk id="152" creationId="{00000000-0000-0000-0000-000000000000}"/>
          </ac:spMkLst>
        </pc:spChg>
        <pc:spChg chg="del">
          <ac:chgData name="Ms Alina Arshad" userId="cccdfd85-d35d-4453-9c6f-a463aae40722" providerId="ADAL" clId="{9C5463F7-2E4D-44A3-B83D-E1A8A04E58D3}" dt="2024-11-08T04:05:30.432" v="582" actId="478"/>
          <ac:spMkLst>
            <pc:docMk/>
            <pc:sldMk cId="0" sldId="265"/>
            <ac:spMk id="153" creationId="{00000000-0000-0000-0000-000000000000}"/>
          </ac:spMkLst>
        </pc:spChg>
      </pc:sldChg>
      <pc:sldChg chg="delSp modSp add mod">
        <pc:chgData name="Ms Alina Arshad" userId="cccdfd85-d35d-4453-9c6f-a463aae40722" providerId="ADAL" clId="{9C5463F7-2E4D-44A3-B83D-E1A8A04E58D3}" dt="2024-11-08T04:05:28.472" v="581" actId="478"/>
        <pc:sldMkLst>
          <pc:docMk/>
          <pc:sldMk cId="0" sldId="266"/>
        </pc:sldMkLst>
        <pc:spChg chg="mod">
          <ac:chgData name="Ms Alina Arshad" userId="cccdfd85-d35d-4453-9c6f-a463aae40722" providerId="ADAL" clId="{9C5463F7-2E4D-44A3-B83D-E1A8A04E58D3}" dt="2024-11-06T07:59:53.589" v="126" actId="207"/>
          <ac:spMkLst>
            <pc:docMk/>
            <pc:sldMk cId="0" sldId="266"/>
            <ac:spMk id="158" creationId="{00000000-0000-0000-0000-000000000000}"/>
          </ac:spMkLst>
        </pc:spChg>
        <pc:spChg chg="mod">
          <ac:chgData name="Ms Alina Arshad" userId="cccdfd85-d35d-4453-9c6f-a463aae40722" providerId="ADAL" clId="{9C5463F7-2E4D-44A3-B83D-E1A8A04E58D3}" dt="2024-11-06T08:00:06.435" v="130" actId="207"/>
          <ac:spMkLst>
            <pc:docMk/>
            <pc:sldMk cId="0" sldId="266"/>
            <ac:spMk id="159" creationId="{00000000-0000-0000-0000-000000000000}"/>
          </ac:spMkLst>
        </pc:spChg>
        <pc:spChg chg="del">
          <ac:chgData name="Ms Alina Arshad" userId="cccdfd85-d35d-4453-9c6f-a463aae40722" providerId="ADAL" clId="{9C5463F7-2E4D-44A3-B83D-E1A8A04E58D3}" dt="2024-11-08T04:05:28.472" v="581" actId="478"/>
          <ac:spMkLst>
            <pc:docMk/>
            <pc:sldMk cId="0" sldId="266"/>
            <ac:spMk id="160" creationId="{00000000-0000-0000-0000-000000000000}"/>
          </ac:spMkLst>
        </pc:spChg>
        <pc:picChg chg="mod">
          <ac:chgData name="Ms Alina Arshad" userId="cccdfd85-d35d-4453-9c6f-a463aae40722" providerId="ADAL" clId="{9C5463F7-2E4D-44A3-B83D-E1A8A04E58D3}" dt="2024-11-06T08:00:03.461" v="129" actId="1076"/>
          <ac:picMkLst>
            <pc:docMk/>
            <pc:sldMk cId="0" sldId="266"/>
            <ac:picMk id="161" creationId="{00000000-0000-0000-0000-000000000000}"/>
          </ac:picMkLst>
        </pc:picChg>
      </pc:sldChg>
      <pc:sldChg chg="modSp add mod">
        <pc:chgData name="Ms Alina Arshad" userId="cccdfd85-d35d-4453-9c6f-a463aae40722" providerId="ADAL" clId="{9C5463F7-2E4D-44A3-B83D-E1A8A04E58D3}" dt="2024-11-06T08:15:05.338" v="137" actId="15"/>
        <pc:sldMkLst>
          <pc:docMk/>
          <pc:sldMk cId="0" sldId="267"/>
        </pc:sldMkLst>
        <pc:spChg chg="mod">
          <ac:chgData name="Ms Alina Arshad" userId="cccdfd85-d35d-4453-9c6f-a463aae40722" providerId="ADAL" clId="{9C5463F7-2E4D-44A3-B83D-E1A8A04E58D3}" dt="2024-11-06T08:14:50.002" v="132" actId="207"/>
          <ac:spMkLst>
            <pc:docMk/>
            <pc:sldMk cId="0" sldId="267"/>
            <ac:spMk id="167" creationId="{00000000-0000-0000-0000-000000000000}"/>
          </ac:spMkLst>
        </pc:spChg>
        <pc:spChg chg="mod">
          <ac:chgData name="Ms Alina Arshad" userId="cccdfd85-d35d-4453-9c6f-a463aae40722" providerId="ADAL" clId="{9C5463F7-2E4D-44A3-B83D-E1A8A04E58D3}" dt="2024-11-06T08:15:05.338" v="137" actId="15"/>
          <ac:spMkLst>
            <pc:docMk/>
            <pc:sldMk cId="0" sldId="267"/>
            <ac:spMk id="168" creationId="{00000000-0000-0000-0000-000000000000}"/>
          </ac:spMkLst>
        </pc:spChg>
      </pc:sldChg>
      <pc:sldChg chg="delSp modSp add mod">
        <pc:chgData name="Ms Alina Arshad" userId="cccdfd85-d35d-4453-9c6f-a463aae40722" providerId="ADAL" clId="{9C5463F7-2E4D-44A3-B83D-E1A8A04E58D3}" dt="2024-11-08T04:05:24.890" v="580" actId="478"/>
        <pc:sldMkLst>
          <pc:docMk/>
          <pc:sldMk cId="0" sldId="268"/>
        </pc:sldMkLst>
        <pc:spChg chg="mod">
          <ac:chgData name="Ms Alina Arshad" userId="cccdfd85-d35d-4453-9c6f-a463aae40722" providerId="ADAL" clId="{9C5463F7-2E4D-44A3-B83D-E1A8A04E58D3}" dt="2024-11-06T08:15:14.162" v="139" actId="207"/>
          <ac:spMkLst>
            <pc:docMk/>
            <pc:sldMk cId="0" sldId="268"/>
            <ac:spMk id="174" creationId="{00000000-0000-0000-0000-000000000000}"/>
          </ac:spMkLst>
        </pc:spChg>
        <pc:spChg chg="mod">
          <ac:chgData name="Ms Alina Arshad" userId="cccdfd85-d35d-4453-9c6f-a463aae40722" providerId="ADAL" clId="{9C5463F7-2E4D-44A3-B83D-E1A8A04E58D3}" dt="2024-11-06T08:15:37.185" v="148" actId="403"/>
          <ac:spMkLst>
            <pc:docMk/>
            <pc:sldMk cId="0" sldId="268"/>
            <ac:spMk id="175" creationId="{00000000-0000-0000-0000-000000000000}"/>
          </ac:spMkLst>
        </pc:spChg>
        <pc:spChg chg="del">
          <ac:chgData name="Ms Alina Arshad" userId="cccdfd85-d35d-4453-9c6f-a463aae40722" providerId="ADAL" clId="{9C5463F7-2E4D-44A3-B83D-E1A8A04E58D3}" dt="2024-11-08T04:05:24.890" v="580" actId="478"/>
          <ac:spMkLst>
            <pc:docMk/>
            <pc:sldMk cId="0" sldId="268"/>
            <ac:spMk id="176" creationId="{00000000-0000-0000-0000-000000000000}"/>
          </ac:spMkLst>
        </pc:spChg>
      </pc:sldChg>
      <pc:sldChg chg="addSp delSp modSp add mod">
        <pc:chgData name="Ms Alina Arshad" userId="cccdfd85-d35d-4453-9c6f-a463aae40722" providerId="ADAL" clId="{9C5463F7-2E4D-44A3-B83D-E1A8A04E58D3}" dt="2024-11-08T04:05:21.263" v="579" actId="478"/>
        <pc:sldMkLst>
          <pc:docMk/>
          <pc:sldMk cId="0" sldId="269"/>
        </pc:sldMkLst>
        <pc:spChg chg="add mod">
          <ac:chgData name="Ms Alina Arshad" userId="cccdfd85-d35d-4453-9c6f-a463aae40722" providerId="ADAL" clId="{9C5463F7-2E4D-44A3-B83D-E1A8A04E58D3}" dt="2024-11-08T04:03:45.214" v="495" actId="208"/>
          <ac:spMkLst>
            <pc:docMk/>
            <pc:sldMk cId="0" sldId="269"/>
            <ac:spMk id="2" creationId="{C4F4ADAC-16D3-7F44-A940-6A828CD1374B}"/>
          </ac:spMkLst>
        </pc:spChg>
        <pc:spChg chg="add mod">
          <ac:chgData name="Ms Alina Arshad" userId="cccdfd85-d35d-4453-9c6f-a463aae40722" providerId="ADAL" clId="{9C5463F7-2E4D-44A3-B83D-E1A8A04E58D3}" dt="2024-11-08T04:04:02.690" v="498" actId="1076"/>
          <ac:spMkLst>
            <pc:docMk/>
            <pc:sldMk cId="0" sldId="269"/>
            <ac:spMk id="3" creationId="{4514CDFE-1A72-4DC3-8D7F-42CC9D902786}"/>
          </ac:spMkLst>
        </pc:spChg>
        <pc:spChg chg="mod">
          <ac:chgData name="Ms Alina Arshad" userId="cccdfd85-d35d-4453-9c6f-a463aae40722" providerId="ADAL" clId="{9C5463F7-2E4D-44A3-B83D-E1A8A04E58D3}" dt="2024-11-06T08:15:45.715" v="150" actId="207"/>
          <ac:spMkLst>
            <pc:docMk/>
            <pc:sldMk cId="0" sldId="269"/>
            <ac:spMk id="181" creationId="{00000000-0000-0000-0000-000000000000}"/>
          </ac:spMkLst>
        </pc:spChg>
        <pc:spChg chg="del">
          <ac:chgData name="Ms Alina Arshad" userId="cccdfd85-d35d-4453-9c6f-a463aae40722" providerId="ADAL" clId="{9C5463F7-2E4D-44A3-B83D-E1A8A04E58D3}" dt="2024-11-08T04:05:21.263" v="579" actId="478"/>
          <ac:spMkLst>
            <pc:docMk/>
            <pc:sldMk cId="0" sldId="269"/>
            <ac:spMk id="182" creationId="{00000000-0000-0000-0000-000000000000}"/>
          </ac:spMkLst>
        </pc:spChg>
        <pc:spChg chg="mod">
          <ac:chgData name="Ms Alina Arshad" userId="cccdfd85-d35d-4453-9c6f-a463aae40722" providerId="ADAL" clId="{9C5463F7-2E4D-44A3-B83D-E1A8A04E58D3}" dt="2024-11-06T08:15:53.706" v="154" actId="113"/>
          <ac:spMkLst>
            <pc:docMk/>
            <pc:sldMk cId="0" sldId="269"/>
            <ac:spMk id="184" creationId="{00000000-0000-0000-0000-000000000000}"/>
          </ac:spMkLst>
        </pc:spChg>
        <pc:picChg chg="mod">
          <ac:chgData name="Ms Alina Arshad" userId="cccdfd85-d35d-4453-9c6f-a463aae40722" providerId="ADAL" clId="{9C5463F7-2E4D-44A3-B83D-E1A8A04E58D3}" dt="2024-11-08T04:04:07.453" v="504" actId="1038"/>
          <ac:picMkLst>
            <pc:docMk/>
            <pc:sldMk cId="0" sldId="269"/>
            <ac:picMk id="183" creationId="{00000000-0000-0000-0000-000000000000}"/>
          </ac:picMkLst>
        </pc:picChg>
      </pc:sldChg>
      <pc:sldChg chg="addSp delSp modSp add del mod">
        <pc:chgData name="Ms Alina Arshad" userId="cccdfd85-d35d-4453-9c6f-a463aae40722" providerId="ADAL" clId="{9C5463F7-2E4D-44A3-B83D-E1A8A04E58D3}" dt="2024-11-08T04:05:18.270" v="578" actId="478"/>
        <pc:sldMkLst>
          <pc:docMk/>
          <pc:sldMk cId="0" sldId="270"/>
        </pc:sldMkLst>
        <pc:spChg chg="add mod">
          <ac:chgData name="Ms Alina Arshad" userId="cccdfd85-d35d-4453-9c6f-a463aae40722" providerId="ADAL" clId="{9C5463F7-2E4D-44A3-B83D-E1A8A04E58D3}" dt="2024-11-08T04:04:49.607" v="512" actId="1038"/>
          <ac:spMkLst>
            <pc:docMk/>
            <pc:sldMk cId="0" sldId="270"/>
            <ac:spMk id="2" creationId="{ACF8643B-97C8-6678-4DC3-88E4EAA1D786}"/>
          </ac:spMkLst>
        </pc:spChg>
        <pc:spChg chg="add del">
          <ac:chgData name="Ms Alina Arshad" userId="cccdfd85-d35d-4453-9c6f-a463aae40722" providerId="ADAL" clId="{9C5463F7-2E4D-44A3-B83D-E1A8A04E58D3}" dt="2024-11-08T04:04:37.508" v="507" actId="478"/>
          <ac:spMkLst>
            <pc:docMk/>
            <pc:sldMk cId="0" sldId="270"/>
            <ac:spMk id="3" creationId="{4AFF343B-BF34-A67C-398B-BAA10C5B39B5}"/>
          </ac:spMkLst>
        </pc:spChg>
        <pc:spChg chg="add mod">
          <ac:chgData name="Ms Alina Arshad" userId="cccdfd85-d35d-4453-9c6f-a463aae40722" providerId="ADAL" clId="{9C5463F7-2E4D-44A3-B83D-E1A8A04E58D3}" dt="2024-11-08T04:05:14.721" v="577" actId="1035"/>
          <ac:spMkLst>
            <pc:docMk/>
            <pc:sldMk cId="0" sldId="270"/>
            <ac:spMk id="4" creationId="{A06B503B-0411-C1D8-7A75-CC7A1A91C16D}"/>
          </ac:spMkLst>
        </pc:spChg>
        <pc:spChg chg="mod">
          <ac:chgData name="Ms Alina Arshad" userId="cccdfd85-d35d-4453-9c6f-a463aae40722" providerId="ADAL" clId="{9C5463F7-2E4D-44A3-B83D-E1A8A04E58D3}" dt="2024-11-06T08:15:59.800" v="156" actId="207"/>
          <ac:spMkLst>
            <pc:docMk/>
            <pc:sldMk cId="0" sldId="270"/>
            <ac:spMk id="192" creationId="{00000000-0000-0000-0000-000000000000}"/>
          </ac:spMkLst>
        </pc:spChg>
        <pc:spChg chg="del">
          <ac:chgData name="Ms Alina Arshad" userId="cccdfd85-d35d-4453-9c6f-a463aae40722" providerId="ADAL" clId="{9C5463F7-2E4D-44A3-B83D-E1A8A04E58D3}" dt="2024-11-08T04:05:18.270" v="578" actId="478"/>
          <ac:spMkLst>
            <pc:docMk/>
            <pc:sldMk cId="0" sldId="270"/>
            <ac:spMk id="193" creationId="{00000000-0000-0000-0000-000000000000}"/>
          </ac:spMkLst>
        </pc:spChg>
        <pc:spChg chg="mod">
          <ac:chgData name="Ms Alina Arshad" userId="cccdfd85-d35d-4453-9c6f-a463aae40722" providerId="ADAL" clId="{9C5463F7-2E4D-44A3-B83D-E1A8A04E58D3}" dt="2024-11-06T08:16:10.626" v="160" actId="113"/>
          <ac:spMkLst>
            <pc:docMk/>
            <pc:sldMk cId="0" sldId="270"/>
            <ac:spMk id="194" creationId="{00000000-0000-0000-0000-000000000000}"/>
          </ac:spMkLst>
        </pc:spChg>
        <pc:picChg chg="mod">
          <ac:chgData name="Ms Alina Arshad" userId="cccdfd85-d35d-4453-9c6f-a463aae40722" providerId="ADAL" clId="{9C5463F7-2E4D-44A3-B83D-E1A8A04E58D3}" dt="2024-11-08T04:04:41.400" v="508" actId="1076"/>
          <ac:picMkLst>
            <pc:docMk/>
            <pc:sldMk cId="0" sldId="270"/>
            <ac:picMk id="195" creationId="{00000000-0000-0000-0000-000000000000}"/>
          </ac:picMkLst>
        </pc:picChg>
      </pc:sldChg>
      <pc:sldChg chg="modSp add mod">
        <pc:chgData name="Ms Alina Arshad" userId="cccdfd85-d35d-4453-9c6f-a463aae40722" providerId="ADAL" clId="{9C5463F7-2E4D-44A3-B83D-E1A8A04E58D3}" dt="2024-11-07T08:06:28.609" v="213" actId="113"/>
        <pc:sldMkLst>
          <pc:docMk/>
          <pc:sldMk cId="0" sldId="271"/>
        </pc:sldMkLst>
        <pc:spChg chg="mod">
          <ac:chgData name="Ms Alina Arshad" userId="cccdfd85-d35d-4453-9c6f-a463aae40722" providerId="ADAL" clId="{9C5463F7-2E4D-44A3-B83D-E1A8A04E58D3}" dt="2024-11-07T08:06:19.616" v="210" actId="1076"/>
          <ac:spMkLst>
            <pc:docMk/>
            <pc:sldMk cId="0" sldId="271"/>
            <ac:spMk id="200" creationId="{00000000-0000-0000-0000-000000000000}"/>
          </ac:spMkLst>
        </pc:spChg>
        <pc:spChg chg="mod">
          <ac:chgData name="Ms Alina Arshad" userId="cccdfd85-d35d-4453-9c6f-a463aae40722" providerId="ADAL" clId="{9C5463F7-2E4D-44A3-B83D-E1A8A04E58D3}" dt="2024-11-07T08:06:28.609" v="213" actId="113"/>
          <ac:spMkLst>
            <pc:docMk/>
            <pc:sldMk cId="0" sldId="271"/>
            <ac:spMk id="202" creationId="{00000000-0000-0000-0000-000000000000}"/>
          </ac:spMkLst>
        </pc:spChg>
        <pc:picChg chg="mod">
          <ac:chgData name="Ms Alina Arshad" userId="cccdfd85-d35d-4453-9c6f-a463aae40722" providerId="ADAL" clId="{9C5463F7-2E4D-44A3-B83D-E1A8A04E58D3}" dt="2024-11-07T08:06:23.751" v="211" actId="1076"/>
          <ac:picMkLst>
            <pc:docMk/>
            <pc:sldMk cId="0" sldId="271"/>
            <ac:picMk id="203" creationId="{00000000-0000-0000-0000-000000000000}"/>
          </ac:picMkLst>
        </pc:picChg>
      </pc:sldChg>
      <pc:sldChg chg="addSp modSp add mod">
        <pc:chgData name="Ms Alina Arshad" userId="cccdfd85-d35d-4453-9c6f-a463aae40722" providerId="ADAL" clId="{9C5463F7-2E4D-44A3-B83D-E1A8A04E58D3}" dt="2024-11-08T04:07:41.908" v="697" actId="1038"/>
        <pc:sldMkLst>
          <pc:docMk/>
          <pc:sldMk cId="0" sldId="272"/>
        </pc:sldMkLst>
        <pc:spChg chg="add mod">
          <ac:chgData name="Ms Alina Arshad" userId="cccdfd85-d35d-4453-9c6f-a463aae40722" providerId="ADAL" clId="{9C5463F7-2E4D-44A3-B83D-E1A8A04E58D3}" dt="2024-11-08T04:07:30.830" v="625" actId="1038"/>
          <ac:spMkLst>
            <pc:docMk/>
            <pc:sldMk cId="0" sldId="272"/>
            <ac:spMk id="2" creationId="{F834C7B1-D99D-2351-75EE-70B9B1370F51}"/>
          </ac:spMkLst>
        </pc:spChg>
        <pc:spChg chg="add mod">
          <ac:chgData name="Ms Alina Arshad" userId="cccdfd85-d35d-4453-9c6f-a463aae40722" providerId="ADAL" clId="{9C5463F7-2E4D-44A3-B83D-E1A8A04E58D3}" dt="2024-11-08T04:07:41.908" v="697" actId="1038"/>
          <ac:spMkLst>
            <pc:docMk/>
            <pc:sldMk cId="0" sldId="272"/>
            <ac:spMk id="3" creationId="{BEBFBFD8-14F7-6A6B-AF39-73FA7687BC5F}"/>
          </ac:spMkLst>
        </pc:spChg>
        <pc:spChg chg="mod">
          <ac:chgData name="Ms Alina Arshad" userId="cccdfd85-d35d-4453-9c6f-a463aae40722" providerId="ADAL" clId="{9C5463F7-2E4D-44A3-B83D-E1A8A04E58D3}" dt="2024-11-07T08:06:41.340" v="218" actId="207"/>
          <ac:spMkLst>
            <pc:docMk/>
            <pc:sldMk cId="0" sldId="272"/>
            <ac:spMk id="208" creationId="{00000000-0000-0000-0000-000000000000}"/>
          </ac:spMkLst>
        </pc:spChg>
        <pc:spChg chg="mod">
          <ac:chgData name="Ms Alina Arshad" userId="cccdfd85-d35d-4453-9c6f-a463aae40722" providerId="ADAL" clId="{9C5463F7-2E4D-44A3-B83D-E1A8A04E58D3}" dt="2024-11-07T08:06:48.041" v="222" actId="113"/>
          <ac:spMkLst>
            <pc:docMk/>
            <pc:sldMk cId="0" sldId="272"/>
            <ac:spMk id="210" creationId="{00000000-0000-0000-0000-000000000000}"/>
          </ac:spMkLst>
        </pc:spChg>
        <pc:picChg chg="mod">
          <ac:chgData name="Ms Alina Arshad" userId="cccdfd85-d35d-4453-9c6f-a463aae40722" providerId="ADAL" clId="{9C5463F7-2E4D-44A3-B83D-E1A8A04E58D3}" dt="2024-11-07T08:06:43.031" v="219" actId="1076"/>
          <ac:picMkLst>
            <pc:docMk/>
            <pc:sldMk cId="0" sldId="272"/>
            <ac:picMk id="211" creationId="{00000000-0000-0000-0000-000000000000}"/>
          </ac:picMkLst>
        </pc:picChg>
      </pc:sldChg>
      <pc:sldChg chg="modSp add del mod">
        <pc:chgData name="Ms Alina Arshad" userId="cccdfd85-d35d-4453-9c6f-a463aae40722" providerId="ADAL" clId="{9C5463F7-2E4D-44A3-B83D-E1A8A04E58D3}" dt="2024-11-07T08:07:14.295" v="231" actId="1076"/>
        <pc:sldMkLst>
          <pc:docMk/>
          <pc:sldMk cId="0" sldId="273"/>
        </pc:sldMkLst>
        <pc:spChg chg="mod">
          <ac:chgData name="Ms Alina Arshad" userId="cccdfd85-d35d-4453-9c6f-a463aae40722" providerId="ADAL" clId="{9C5463F7-2E4D-44A3-B83D-E1A8A04E58D3}" dt="2024-11-07T08:07:10.476" v="230" actId="5793"/>
          <ac:spMkLst>
            <pc:docMk/>
            <pc:sldMk cId="0" sldId="273"/>
            <ac:spMk id="2" creationId="{00000000-0000-0000-0000-000000000000}"/>
          </ac:spMkLst>
        </pc:spChg>
        <pc:spChg chg="mod">
          <ac:chgData name="Ms Alina Arshad" userId="cccdfd85-d35d-4453-9c6f-a463aae40722" providerId="ADAL" clId="{9C5463F7-2E4D-44A3-B83D-E1A8A04E58D3}" dt="2024-11-07T08:06:56.920" v="225" actId="207"/>
          <ac:spMkLst>
            <pc:docMk/>
            <pc:sldMk cId="0" sldId="273"/>
            <ac:spMk id="216" creationId="{00000000-0000-0000-0000-000000000000}"/>
          </ac:spMkLst>
        </pc:spChg>
        <pc:picChg chg="mod">
          <ac:chgData name="Ms Alina Arshad" userId="cccdfd85-d35d-4453-9c6f-a463aae40722" providerId="ADAL" clId="{9C5463F7-2E4D-44A3-B83D-E1A8A04E58D3}" dt="2024-11-07T08:07:14.295" v="231" actId="1076"/>
          <ac:picMkLst>
            <pc:docMk/>
            <pc:sldMk cId="0" sldId="273"/>
            <ac:picMk id="3" creationId="{00000000-0000-0000-0000-000000000000}"/>
          </ac:picMkLst>
        </pc:picChg>
      </pc:sldChg>
      <pc:sldChg chg="modSp add del mod">
        <pc:chgData name="Ms Alina Arshad" userId="cccdfd85-d35d-4453-9c6f-a463aae40722" providerId="ADAL" clId="{9C5463F7-2E4D-44A3-B83D-E1A8A04E58D3}" dt="2024-11-07T08:08:23.745" v="249" actId="113"/>
        <pc:sldMkLst>
          <pc:docMk/>
          <pc:sldMk cId="0" sldId="274"/>
        </pc:sldMkLst>
        <pc:spChg chg="mod">
          <ac:chgData name="Ms Alina Arshad" userId="cccdfd85-d35d-4453-9c6f-a463aae40722" providerId="ADAL" clId="{9C5463F7-2E4D-44A3-B83D-E1A8A04E58D3}" dt="2024-11-07T08:08:18.327" v="246" actId="14100"/>
          <ac:spMkLst>
            <pc:docMk/>
            <pc:sldMk cId="0" sldId="274"/>
            <ac:spMk id="224" creationId="{00000000-0000-0000-0000-000000000000}"/>
          </ac:spMkLst>
        </pc:spChg>
        <pc:spChg chg="mod">
          <ac:chgData name="Ms Alina Arshad" userId="cccdfd85-d35d-4453-9c6f-a463aae40722" providerId="ADAL" clId="{9C5463F7-2E4D-44A3-B83D-E1A8A04E58D3}" dt="2024-11-07T08:08:23.745" v="249" actId="113"/>
          <ac:spMkLst>
            <pc:docMk/>
            <pc:sldMk cId="0" sldId="274"/>
            <ac:spMk id="226" creationId="{00000000-0000-0000-0000-000000000000}"/>
          </ac:spMkLst>
        </pc:spChg>
        <pc:picChg chg="mod">
          <ac:chgData name="Ms Alina Arshad" userId="cccdfd85-d35d-4453-9c6f-a463aae40722" providerId="ADAL" clId="{9C5463F7-2E4D-44A3-B83D-E1A8A04E58D3}" dt="2024-11-07T08:08:20.303" v="247" actId="1076"/>
          <ac:picMkLst>
            <pc:docMk/>
            <pc:sldMk cId="0" sldId="274"/>
            <ac:picMk id="227" creationId="{00000000-0000-0000-0000-000000000000}"/>
          </ac:picMkLst>
        </pc:picChg>
      </pc:sldChg>
      <pc:sldChg chg="modSp add del mod">
        <pc:chgData name="Ms Alina Arshad" userId="cccdfd85-d35d-4453-9c6f-a463aae40722" providerId="ADAL" clId="{9C5463F7-2E4D-44A3-B83D-E1A8A04E58D3}" dt="2024-11-07T08:08:45.863" v="257" actId="1076"/>
        <pc:sldMkLst>
          <pc:docMk/>
          <pc:sldMk cId="0" sldId="275"/>
        </pc:sldMkLst>
        <pc:spChg chg="mod">
          <ac:chgData name="Ms Alina Arshad" userId="cccdfd85-d35d-4453-9c6f-a463aae40722" providerId="ADAL" clId="{9C5463F7-2E4D-44A3-B83D-E1A8A04E58D3}" dt="2024-11-07T08:08:38.913" v="253" actId="113"/>
          <ac:spMkLst>
            <pc:docMk/>
            <pc:sldMk cId="0" sldId="275"/>
            <ac:spMk id="232" creationId="{00000000-0000-0000-0000-000000000000}"/>
          </ac:spMkLst>
        </pc:spChg>
        <pc:spChg chg="mod">
          <ac:chgData name="Ms Alina Arshad" userId="cccdfd85-d35d-4453-9c6f-a463aae40722" providerId="ADAL" clId="{9C5463F7-2E4D-44A3-B83D-E1A8A04E58D3}" dt="2024-11-07T08:08:45.863" v="257" actId="1076"/>
          <ac:spMkLst>
            <pc:docMk/>
            <pc:sldMk cId="0" sldId="275"/>
            <ac:spMk id="233" creationId="{00000000-0000-0000-0000-000000000000}"/>
          </ac:spMkLst>
        </pc:spChg>
      </pc:sldChg>
      <pc:sldChg chg="delSp modSp add del mod">
        <pc:chgData name="Ms Alina Arshad" userId="cccdfd85-d35d-4453-9c6f-a463aae40722" providerId="ADAL" clId="{9C5463F7-2E4D-44A3-B83D-E1A8A04E58D3}" dt="2024-11-08T04:33:54.487" v="769" actId="47"/>
        <pc:sldMkLst>
          <pc:docMk/>
          <pc:sldMk cId="0" sldId="276"/>
        </pc:sldMkLst>
        <pc:spChg chg="mod">
          <ac:chgData name="Ms Alina Arshad" userId="cccdfd85-d35d-4453-9c6f-a463aae40722" providerId="ADAL" clId="{9C5463F7-2E4D-44A3-B83D-E1A8A04E58D3}" dt="2024-11-07T08:09:43.095" v="272" actId="1076"/>
          <ac:spMkLst>
            <pc:docMk/>
            <pc:sldMk cId="0" sldId="276"/>
            <ac:spMk id="3" creationId="{00000000-0000-0000-0000-000000000000}"/>
          </ac:spMkLst>
        </pc:spChg>
        <pc:spChg chg="mod">
          <ac:chgData name="Ms Alina Arshad" userId="cccdfd85-d35d-4453-9c6f-a463aae40722" providerId="ADAL" clId="{9C5463F7-2E4D-44A3-B83D-E1A8A04E58D3}" dt="2024-11-07T08:09:05.024" v="261" actId="207"/>
          <ac:spMkLst>
            <pc:docMk/>
            <pc:sldMk cId="0" sldId="276"/>
            <ac:spMk id="239" creationId="{00000000-0000-0000-0000-000000000000}"/>
          </ac:spMkLst>
        </pc:spChg>
        <pc:spChg chg="mod">
          <ac:chgData name="Ms Alina Arshad" userId="cccdfd85-d35d-4453-9c6f-a463aae40722" providerId="ADAL" clId="{9C5463F7-2E4D-44A3-B83D-E1A8A04E58D3}" dt="2024-11-07T08:09:37.623" v="271" actId="14100"/>
          <ac:spMkLst>
            <pc:docMk/>
            <pc:sldMk cId="0" sldId="276"/>
            <ac:spMk id="240" creationId="{00000000-0000-0000-0000-000000000000}"/>
          </ac:spMkLst>
        </pc:spChg>
        <pc:spChg chg="del">
          <ac:chgData name="Ms Alina Arshad" userId="cccdfd85-d35d-4453-9c6f-a463aae40722" providerId="ADAL" clId="{9C5463F7-2E4D-44A3-B83D-E1A8A04E58D3}" dt="2024-11-08T04:10:08.783" v="712" actId="478"/>
          <ac:spMkLst>
            <pc:docMk/>
            <pc:sldMk cId="0" sldId="276"/>
            <ac:spMk id="241" creationId="{00000000-0000-0000-0000-000000000000}"/>
          </ac:spMkLst>
        </pc:spChg>
        <pc:picChg chg="mod modCrop">
          <ac:chgData name="Ms Alina Arshad" userId="cccdfd85-d35d-4453-9c6f-a463aae40722" providerId="ADAL" clId="{9C5463F7-2E4D-44A3-B83D-E1A8A04E58D3}" dt="2024-11-07T08:10:02.327" v="275" actId="1076"/>
          <ac:picMkLst>
            <pc:docMk/>
            <pc:sldMk cId="0" sldId="276"/>
            <ac:picMk id="2" creationId="{00000000-0000-0000-0000-000000000000}"/>
          </ac:picMkLst>
        </pc:picChg>
      </pc:sldChg>
      <pc:sldChg chg="delSp modSp add del mod">
        <pc:chgData name="Ms Alina Arshad" userId="cccdfd85-d35d-4453-9c6f-a463aae40722" providerId="ADAL" clId="{9C5463F7-2E4D-44A3-B83D-E1A8A04E58D3}" dt="2024-11-08T04:33:54.960" v="770" actId="47"/>
        <pc:sldMkLst>
          <pc:docMk/>
          <pc:sldMk cId="0" sldId="277"/>
        </pc:sldMkLst>
        <pc:spChg chg="mod">
          <ac:chgData name="Ms Alina Arshad" userId="cccdfd85-d35d-4453-9c6f-a463aae40722" providerId="ADAL" clId="{9C5463F7-2E4D-44A3-B83D-E1A8A04E58D3}" dt="2024-11-07T08:10:11.376" v="277" actId="207"/>
          <ac:spMkLst>
            <pc:docMk/>
            <pc:sldMk cId="0" sldId="277"/>
            <ac:spMk id="246" creationId="{00000000-0000-0000-0000-000000000000}"/>
          </ac:spMkLst>
        </pc:spChg>
        <pc:spChg chg="mod">
          <ac:chgData name="Ms Alina Arshad" userId="cccdfd85-d35d-4453-9c6f-a463aae40722" providerId="ADAL" clId="{9C5463F7-2E4D-44A3-B83D-E1A8A04E58D3}" dt="2024-11-07T08:10:44.086" v="287" actId="1076"/>
          <ac:spMkLst>
            <pc:docMk/>
            <pc:sldMk cId="0" sldId="277"/>
            <ac:spMk id="247" creationId="{00000000-0000-0000-0000-000000000000}"/>
          </ac:spMkLst>
        </pc:spChg>
        <pc:spChg chg="del">
          <ac:chgData name="Ms Alina Arshad" userId="cccdfd85-d35d-4453-9c6f-a463aae40722" providerId="ADAL" clId="{9C5463F7-2E4D-44A3-B83D-E1A8A04E58D3}" dt="2024-11-08T04:10:28.223" v="713" actId="478"/>
          <ac:spMkLst>
            <pc:docMk/>
            <pc:sldMk cId="0" sldId="277"/>
            <ac:spMk id="248" creationId="{00000000-0000-0000-0000-000000000000}"/>
          </ac:spMkLst>
        </pc:spChg>
      </pc:sldChg>
      <pc:sldChg chg="delSp modSp add del mod">
        <pc:chgData name="Ms Alina Arshad" userId="cccdfd85-d35d-4453-9c6f-a463aae40722" providerId="ADAL" clId="{9C5463F7-2E4D-44A3-B83D-E1A8A04E58D3}" dt="2024-11-08T04:33:55.522" v="771" actId="47"/>
        <pc:sldMkLst>
          <pc:docMk/>
          <pc:sldMk cId="0" sldId="278"/>
        </pc:sldMkLst>
        <pc:spChg chg="mod">
          <ac:chgData name="Ms Alina Arshad" userId="cccdfd85-d35d-4453-9c6f-a463aae40722" providerId="ADAL" clId="{9C5463F7-2E4D-44A3-B83D-E1A8A04E58D3}" dt="2024-11-07T08:10:50.512" v="289" actId="207"/>
          <ac:spMkLst>
            <pc:docMk/>
            <pc:sldMk cId="0" sldId="278"/>
            <ac:spMk id="253" creationId="{00000000-0000-0000-0000-000000000000}"/>
          </ac:spMkLst>
        </pc:spChg>
        <pc:spChg chg="mod">
          <ac:chgData name="Ms Alina Arshad" userId="cccdfd85-d35d-4453-9c6f-a463aae40722" providerId="ADAL" clId="{9C5463F7-2E4D-44A3-B83D-E1A8A04E58D3}" dt="2024-11-07T08:11:09.760" v="297" actId="15"/>
          <ac:spMkLst>
            <pc:docMk/>
            <pc:sldMk cId="0" sldId="278"/>
            <ac:spMk id="254" creationId="{00000000-0000-0000-0000-000000000000}"/>
          </ac:spMkLst>
        </pc:spChg>
        <pc:spChg chg="del">
          <ac:chgData name="Ms Alina Arshad" userId="cccdfd85-d35d-4453-9c6f-a463aae40722" providerId="ADAL" clId="{9C5463F7-2E4D-44A3-B83D-E1A8A04E58D3}" dt="2024-11-08T04:10:31.065" v="714" actId="478"/>
          <ac:spMkLst>
            <pc:docMk/>
            <pc:sldMk cId="0" sldId="278"/>
            <ac:spMk id="255" creationId="{00000000-0000-0000-0000-000000000000}"/>
          </ac:spMkLst>
        </pc:spChg>
      </pc:sldChg>
      <pc:sldChg chg="delSp modSp add del mod">
        <pc:chgData name="Ms Alina Arshad" userId="cccdfd85-d35d-4453-9c6f-a463aae40722" providerId="ADAL" clId="{9C5463F7-2E4D-44A3-B83D-E1A8A04E58D3}" dt="2024-11-08T04:33:55.864" v="772" actId="47"/>
        <pc:sldMkLst>
          <pc:docMk/>
          <pc:sldMk cId="0" sldId="279"/>
        </pc:sldMkLst>
        <pc:spChg chg="mod">
          <ac:chgData name="Ms Alina Arshad" userId="cccdfd85-d35d-4453-9c6f-a463aae40722" providerId="ADAL" clId="{9C5463F7-2E4D-44A3-B83D-E1A8A04E58D3}" dt="2024-11-07T08:11:21.431" v="299" actId="207"/>
          <ac:spMkLst>
            <pc:docMk/>
            <pc:sldMk cId="0" sldId="279"/>
            <ac:spMk id="260" creationId="{00000000-0000-0000-0000-000000000000}"/>
          </ac:spMkLst>
        </pc:spChg>
        <pc:spChg chg="mod">
          <ac:chgData name="Ms Alina Arshad" userId="cccdfd85-d35d-4453-9c6f-a463aae40722" providerId="ADAL" clId="{9C5463F7-2E4D-44A3-B83D-E1A8A04E58D3}" dt="2024-11-07T08:11:37.695" v="303" actId="14100"/>
          <ac:spMkLst>
            <pc:docMk/>
            <pc:sldMk cId="0" sldId="279"/>
            <ac:spMk id="261" creationId="{00000000-0000-0000-0000-000000000000}"/>
          </ac:spMkLst>
        </pc:spChg>
        <pc:spChg chg="del">
          <ac:chgData name="Ms Alina Arshad" userId="cccdfd85-d35d-4453-9c6f-a463aae40722" providerId="ADAL" clId="{9C5463F7-2E4D-44A3-B83D-E1A8A04E58D3}" dt="2024-11-08T04:10:34.595" v="715" actId="478"/>
          <ac:spMkLst>
            <pc:docMk/>
            <pc:sldMk cId="0" sldId="279"/>
            <ac:spMk id="262" creationId="{00000000-0000-0000-0000-000000000000}"/>
          </ac:spMkLst>
        </pc:spChg>
      </pc:sldChg>
      <pc:sldChg chg="delSp modSp add del mod">
        <pc:chgData name="Ms Alina Arshad" userId="cccdfd85-d35d-4453-9c6f-a463aae40722" providerId="ADAL" clId="{9C5463F7-2E4D-44A3-B83D-E1A8A04E58D3}" dt="2024-11-08T04:33:56.120" v="773" actId="47"/>
        <pc:sldMkLst>
          <pc:docMk/>
          <pc:sldMk cId="0" sldId="280"/>
        </pc:sldMkLst>
        <pc:spChg chg="mod">
          <ac:chgData name="Ms Alina Arshad" userId="cccdfd85-d35d-4453-9c6f-a463aae40722" providerId="ADAL" clId="{9C5463F7-2E4D-44A3-B83D-E1A8A04E58D3}" dt="2024-11-07T08:11:50.325" v="308" actId="1076"/>
          <ac:spMkLst>
            <pc:docMk/>
            <pc:sldMk cId="0" sldId="280"/>
            <ac:spMk id="267" creationId="{00000000-0000-0000-0000-000000000000}"/>
          </ac:spMkLst>
        </pc:spChg>
        <pc:spChg chg="del">
          <ac:chgData name="Ms Alina Arshad" userId="cccdfd85-d35d-4453-9c6f-a463aae40722" providerId="ADAL" clId="{9C5463F7-2E4D-44A3-B83D-E1A8A04E58D3}" dt="2024-11-08T04:10:36.965" v="716" actId="478"/>
          <ac:spMkLst>
            <pc:docMk/>
            <pc:sldMk cId="0" sldId="280"/>
            <ac:spMk id="268" creationId="{00000000-0000-0000-0000-000000000000}"/>
          </ac:spMkLst>
        </pc:spChg>
        <pc:spChg chg="mod">
          <ac:chgData name="Ms Alina Arshad" userId="cccdfd85-d35d-4453-9c6f-a463aae40722" providerId="ADAL" clId="{9C5463F7-2E4D-44A3-B83D-E1A8A04E58D3}" dt="2024-11-07T08:12:09.894" v="316" actId="1076"/>
          <ac:spMkLst>
            <pc:docMk/>
            <pc:sldMk cId="0" sldId="280"/>
            <ac:spMk id="270" creationId="{00000000-0000-0000-0000-000000000000}"/>
          </ac:spMkLst>
        </pc:spChg>
        <pc:picChg chg="mod">
          <ac:chgData name="Ms Alina Arshad" userId="cccdfd85-d35d-4453-9c6f-a463aae40722" providerId="ADAL" clId="{9C5463F7-2E4D-44A3-B83D-E1A8A04E58D3}" dt="2024-11-07T08:12:05.638" v="315" actId="1076"/>
          <ac:picMkLst>
            <pc:docMk/>
            <pc:sldMk cId="0" sldId="280"/>
            <ac:picMk id="269" creationId="{00000000-0000-0000-0000-000000000000}"/>
          </ac:picMkLst>
        </pc:picChg>
      </pc:sldChg>
      <pc:sldChg chg="delSp modSp add del mod">
        <pc:chgData name="Ms Alina Arshad" userId="cccdfd85-d35d-4453-9c6f-a463aae40722" providerId="ADAL" clId="{9C5463F7-2E4D-44A3-B83D-E1A8A04E58D3}" dt="2024-11-08T04:33:56.482" v="774" actId="47"/>
        <pc:sldMkLst>
          <pc:docMk/>
          <pc:sldMk cId="0" sldId="281"/>
        </pc:sldMkLst>
        <pc:spChg chg="mod">
          <ac:chgData name="Ms Alina Arshad" userId="cccdfd85-d35d-4453-9c6f-a463aae40722" providerId="ADAL" clId="{9C5463F7-2E4D-44A3-B83D-E1A8A04E58D3}" dt="2024-11-07T08:12:16.119" v="318" actId="207"/>
          <ac:spMkLst>
            <pc:docMk/>
            <pc:sldMk cId="0" sldId="281"/>
            <ac:spMk id="275" creationId="{00000000-0000-0000-0000-000000000000}"/>
          </ac:spMkLst>
        </pc:spChg>
        <pc:spChg chg="mod">
          <ac:chgData name="Ms Alina Arshad" userId="cccdfd85-d35d-4453-9c6f-a463aae40722" providerId="ADAL" clId="{9C5463F7-2E4D-44A3-B83D-E1A8A04E58D3}" dt="2024-11-07T08:12:29.105" v="322" actId="12"/>
          <ac:spMkLst>
            <pc:docMk/>
            <pc:sldMk cId="0" sldId="281"/>
            <ac:spMk id="276" creationId="{00000000-0000-0000-0000-000000000000}"/>
          </ac:spMkLst>
        </pc:spChg>
        <pc:spChg chg="del">
          <ac:chgData name="Ms Alina Arshad" userId="cccdfd85-d35d-4453-9c6f-a463aae40722" providerId="ADAL" clId="{9C5463F7-2E4D-44A3-B83D-E1A8A04E58D3}" dt="2024-11-08T04:10:39.055" v="717" actId="478"/>
          <ac:spMkLst>
            <pc:docMk/>
            <pc:sldMk cId="0" sldId="281"/>
            <ac:spMk id="277" creationId="{00000000-0000-0000-0000-000000000000}"/>
          </ac:spMkLst>
        </pc:spChg>
      </pc:sldChg>
      <pc:sldChg chg="delSp modSp add del mod">
        <pc:chgData name="Ms Alina Arshad" userId="cccdfd85-d35d-4453-9c6f-a463aae40722" providerId="ADAL" clId="{9C5463F7-2E4D-44A3-B83D-E1A8A04E58D3}" dt="2024-11-08T04:33:56.723" v="775" actId="47"/>
        <pc:sldMkLst>
          <pc:docMk/>
          <pc:sldMk cId="0" sldId="282"/>
        </pc:sldMkLst>
        <pc:spChg chg="mod">
          <ac:chgData name="Ms Alina Arshad" userId="cccdfd85-d35d-4453-9c6f-a463aae40722" providerId="ADAL" clId="{9C5463F7-2E4D-44A3-B83D-E1A8A04E58D3}" dt="2024-11-07T08:12:39.111" v="324" actId="207"/>
          <ac:spMkLst>
            <pc:docMk/>
            <pc:sldMk cId="0" sldId="282"/>
            <ac:spMk id="282" creationId="{00000000-0000-0000-0000-000000000000}"/>
          </ac:spMkLst>
        </pc:spChg>
        <pc:spChg chg="mod">
          <ac:chgData name="Ms Alina Arshad" userId="cccdfd85-d35d-4453-9c6f-a463aae40722" providerId="ADAL" clId="{9C5463F7-2E4D-44A3-B83D-E1A8A04E58D3}" dt="2024-11-07T08:12:57.510" v="332" actId="14"/>
          <ac:spMkLst>
            <pc:docMk/>
            <pc:sldMk cId="0" sldId="282"/>
            <ac:spMk id="283" creationId="{00000000-0000-0000-0000-000000000000}"/>
          </ac:spMkLst>
        </pc:spChg>
        <pc:spChg chg="del">
          <ac:chgData name="Ms Alina Arshad" userId="cccdfd85-d35d-4453-9c6f-a463aae40722" providerId="ADAL" clId="{9C5463F7-2E4D-44A3-B83D-E1A8A04E58D3}" dt="2024-11-08T04:10:44.915" v="718" actId="478"/>
          <ac:spMkLst>
            <pc:docMk/>
            <pc:sldMk cId="0" sldId="282"/>
            <ac:spMk id="284" creationId="{00000000-0000-0000-0000-000000000000}"/>
          </ac:spMkLst>
        </pc:spChg>
      </pc:sldChg>
      <pc:sldChg chg="delSp modSp add del mod">
        <pc:chgData name="Ms Alina Arshad" userId="cccdfd85-d35d-4453-9c6f-a463aae40722" providerId="ADAL" clId="{9C5463F7-2E4D-44A3-B83D-E1A8A04E58D3}" dt="2024-11-08T04:33:56.878" v="776" actId="47"/>
        <pc:sldMkLst>
          <pc:docMk/>
          <pc:sldMk cId="0" sldId="283"/>
        </pc:sldMkLst>
        <pc:spChg chg="mod">
          <ac:chgData name="Ms Alina Arshad" userId="cccdfd85-d35d-4453-9c6f-a463aae40722" providerId="ADAL" clId="{9C5463F7-2E4D-44A3-B83D-E1A8A04E58D3}" dt="2024-11-07T08:13:06.813" v="337" actId="1076"/>
          <ac:spMkLst>
            <pc:docMk/>
            <pc:sldMk cId="0" sldId="283"/>
            <ac:spMk id="289" creationId="{00000000-0000-0000-0000-000000000000}"/>
          </ac:spMkLst>
        </pc:spChg>
        <pc:spChg chg="mod">
          <ac:chgData name="Ms Alina Arshad" userId="cccdfd85-d35d-4453-9c6f-a463aae40722" providerId="ADAL" clId="{9C5463F7-2E4D-44A3-B83D-E1A8A04E58D3}" dt="2024-11-07T08:13:46.657" v="345" actId="207"/>
          <ac:spMkLst>
            <pc:docMk/>
            <pc:sldMk cId="0" sldId="283"/>
            <ac:spMk id="290" creationId="{00000000-0000-0000-0000-000000000000}"/>
          </ac:spMkLst>
        </pc:spChg>
        <pc:spChg chg="del">
          <ac:chgData name="Ms Alina Arshad" userId="cccdfd85-d35d-4453-9c6f-a463aae40722" providerId="ADAL" clId="{9C5463F7-2E4D-44A3-B83D-E1A8A04E58D3}" dt="2024-11-08T04:11:01.400" v="719" actId="478"/>
          <ac:spMkLst>
            <pc:docMk/>
            <pc:sldMk cId="0" sldId="283"/>
            <ac:spMk id="291" creationId="{00000000-0000-0000-0000-000000000000}"/>
          </ac:spMkLst>
        </pc:spChg>
      </pc:sldChg>
      <pc:sldChg chg="delSp modSp add del mod">
        <pc:chgData name="Ms Alina Arshad" userId="cccdfd85-d35d-4453-9c6f-a463aae40722" providerId="ADAL" clId="{9C5463F7-2E4D-44A3-B83D-E1A8A04E58D3}" dt="2024-11-08T04:33:58.050" v="777" actId="47"/>
        <pc:sldMkLst>
          <pc:docMk/>
          <pc:sldMk cId="0" sldId="284"/>
        </pc:sldMkLst>
        <pc:spChg chg="mod">
          <ac:chgData name="Ms Alina Arshad" userId="cccdfd85-d35d-4453-9c6f-a463aae40722" providerId="ADAL" clId="{9C5463F7-2E4D-44A3-B83D-E1A8A04E58D3}" dt="2024-11-07T08:13:57.134" v="350" actId="14100"/>
          <ac:spMkLst>
            <pc:docMk/>
            <pc:sldMk cId="0" sldId="284"/>
            <ac:spMk id="296" creationId="{00000000-0000-0000-0000-000000000000}"/>
          </ac:spMkLst>
        </pc:spChg>
        <pc:spChg chg="mod">
          <ac:chgData name="Ms Alina Arshad" userId="cccdfd85-d35d-4453-9c6f-a463aae40722" providerId="ADAL" clId="{9C5463F7-2E4D-44A3-B83D-E1A8A04E58D3}" dt="2024-11-07T08:14:05.758" v="354" actId="14100"/>
          <ac:spMkLst>
            <pc:docMk/>
            <pc:sldMk cId="0" sldId="284"/>
            <ac:spMk id="297" creationId="{00000000-0000-0000-0000-000000000000}"/>
          </ac:spMkLst>
        </pc:spChg>
        <pc:spChg chg="del">
          <ac:chgData name="Ms Alina Arshad" userId="cccdfd85-d35d-4453-9c6f-a463aae40722" providerId="ADAL" clId="{9C5463F7-2E4D-44A3-B83D-E1A8A04E58D3}" dt="2024-11-08T04:11:05.079" v="720" actId="478"/>
          <ac:spMkLst>
            <pc:docMk/>
            <pc:sldMk cId="0" sldId="284"/>
            <ac:spMk id="298" creationId="{00000000-0000-0000-0000-000000000000}"/>
          </ac:spMkLst>
        </pc:spChg>
      </pc:sldChg>
      <pc:sldChg chg="modSp add del mod">
        <pc:chgData name="Ms Alina Arshad" userId="cccdfd85-d35d-4453-9c6f-a463aae40722" providerId="ADAL" clId="{9C5463F7-2E4D-44A3-B83D-E1A8A04E58D3}" dt="2024-11-08T04:33:58.294" v="778" actId="47"/>
        <pc:sldMkLst>
          <pc:docMk/>
          <pc:sldMk cId="0" sldId="285"/>
        </pc:sldMkLst>
        <pc:spChg chg="mod">
          <ac:chgData name="Ms Alina Arshad" userId="cccdfd85-d35d-4453-9c6f-a463aae40722" providerId="ADAL" clId="{9C5463F7-2E4D-44A3-B83D-E1A8A04E58D3}" dt="2024-11-08T03:49:40.202" v="356" actId="14100"/>
          <ac:spMkLst>
            <pc:docMk/>
            <pc:sldMk cId="0" sldId="285"/>
            <ac:spMk id="303" creationId="{00000000-0000-0000-0000-000000000000}"/>
          </ac:spMkLst>
        </pc:spChg>
        <pc:picChg chg="mod">
          <ac:chgData name="Ms Alina Arshad" userId="cccdfd85-d35d-4453-9c6f-a463aae40722" providerId="ADAL" clId="{9C5463F7-2E4D-44A3-B83D-E1A8A04E58D3}" dt="2024-11-08T03:49:52.298" v="360" actId="1076"/>
          <ac:picMkLst>
            <pc:docMk/>
            <pc:sldMk cId="0" sldId="285"/>
            <ac:picMk id="306" creationId="{00000000-0000-0000-0000-000000000000}"/>
          </ac:picMkLst>
        </pc:picChg>
      </pc:sldChg>
      <pc:sldChg chg="delSp modSp add del mod">
        <pc:chgData name="Ms Alina Arshad" userId="cccdfd85-d35d-4453-9c6f-a463aae40722" providerId="ADAL" clId="{9C5463F7-2E4D-44A3-B83D-E1A8A04E58D3}" dt="2024-11-08T04:33:58.461" v="779" actId="47"/>
        <pc:sldMkLst>
          <pc:docMk/>
          <pc:sldMk cId="0" sldId="286"/>
        </pc:sldMkLst>
        <pc:spChg chg="mod">
          <ac:chgData name="Ms Alina Arshad" userId="cccdfd85-d35d-4453-9c6f-a463aae40722" providerId="ADAL" clId="{9C5463F7-2E4D-44A3-B83D-E1A8A04E58D3}" dt="2024-11-08T03:50:01.954" v="363" actId="207"/>
          <ac:spMkLst>
            <pc:docMk/>
            <pc:sldMk cId="0" sldId="286"/>
            <ac:spMk id="311" creationId="{00000000-0000-0000-0000-000000000000}"/>
          </ac:spMkLst>
        </pc:spChg>
        <pc:spChg chg="mod">
          <ac:chgData name="Ms Alina Arshad" userId="cccdfd85-d35d-4453-9c6f-a463aae40722" providerId="ADAL" clId="{9C5463F7-2E4D-44A3-B83D-E1A8A04E58D3}" dt="2024-11-08T03:50:29.805" v="375" actId="207"/>
          <ac:spMkLst>
            <pc:docMk/>
            <pc:sldMk cId="0" sldId="286"/>
            <ac:spMk id="312" creationId="{00000000-0000-0000-0000-000000000000}"/>
          </ac:spMkLst>
        </pc:spChg>
        <pc:spChg chg="del">
          <ac:chgData name="Ms Alina Arshad" userId="cccdfd85-d35d-4453-9c6f-a463aae40722" providerId="ADAL" clId="{9C5463F7-2E4D-44A3-B83D-E1A8A04E58D3}" dt="2024-11-08T04:11:10.783" v="721" actId="478"/>
          <ac:spMkLst>
            <pc:docMk/>
            <pc:sldMk cId="0" sldId="286"/>
            <ac:spMk id="313" creationId="{00000000-0000-0000-0000-000000000000}"/>
          </ac:spMkLst>
        </pc:spChg>
      </pc:sldChg>
      <pc:sldChg chg="delSp modSp add del mod">
        <pc:chgData name="Ms Alina Arshad" userId="cccdfd85-d35d-4453-9c6f-a463aae40722" providerId="ADAL" clId="{9C5463F7-2E4D-44A3-B83D-E1A8A04E58D3}" dt="2024-11-08T04:33:59.287" v="780" actId="47"/>
        <pc:sldMkLst>
          <pc:docMk/>
          <pc:sldMk cId="0" sldId="287"/>
        </pc:sldMkLst>
        <pc:spChg chg="mod">
          <ac:chgData name="Ms Alina Arshad" userId="cccdfd85-d35d-4453-9c6f-a463aae40722" providerId="ADAL" clId="{9C5463F7-2E4D-44A3-B83D-E1A8A04E58D3}" dt="2024-11-08T03:50:41.623" v="378" actId="207"/>
          <ac:spMkLst>
            <pc:docMk/>
            <pc:sldMk cId="0" sldId="287"/>
            <ac:spMk id="318" creationId="{00000000-0000-0000-0000-000000000000}"/>
          </ac:spMkLst>
        </pc:spChg>
        <pc:spChg chg="mod">
          <ac:chgData name="Ms Alina Arshad" userId="cccdfd85-d35d-4453-9c6f-a463aae40722" providerId="ADAL" clId="{9C5463F7-2E4D-44A3-B83D-E1A8A04E58D3}" dt="2024-11-08T03:52:22.702" v="402" actId="113"/>
          <ac:spMkLst>
            <pc:docMk/>
            <pc:sldMk cId="0" sldId="287"/>
            <ac:spMk id="319" creationId="{00000000-0000-0000-0000-000000000000}"/>
          </ac:spMkLst>
        </pc:spChg>
        <pc:spChg chg="del mod">
          <ac:chgData name="Ms Alina Arshad" userId="cccdfd85-d35d-4453-9c6f-a463aae40722" providerId="ADAL" clId="{9C5463F7-2E4D-44A3-B83D-E1A8A04E58D3}" dt="2024-11-08T04:11:25.764" v="723" actId="478"/>
          <ac:spMkLst>
            <pc:docMk/>
            <pc:sldMk cId="0" sldId="287"/>
            <ac:spMk id="320" creationId="{00000000-0000-0000-0000-000000000000}"/>
          </ac:spMkLst>
        </pc:spChg>
      </pc:sldChg>
      <pc:sldChg chg="delSp modSp add del mod">
        <pc:chgData name="Ms Alina Arshad" userId="cccdfd85-d35d-4453-9c6f-a463aae40722" providerId="ADAL" clId="{9C5463F7-2E4D-44A3-B83D-E1A8A04E58D3}" dt="2024-11-08T04:33:59.471" v="781" actId="47"/>
        <pc:sldMkLst>
          <pc:docMk/>
          <pc:sldMk cId="0" sldId="288"/>
        </pc:sldMkLst>
        <pc:spChg chg="mod">
          <ac:chgData name="Ms Alina Arshad" userId="cccdfd85-d35d-4453-9c6f-a463aae40722" providerId="ADAL" clId="{9C5463F7-2E4D-44A3-B83D-E1A8A04E58D3}" dt="2024-11-08T03:51:31.048" v="386" actId="1076"/>
          <ac:spMkLst>
            <pc:docMk/>
            <pc:sldMk cId="0" sldId="288"/>
            <ac:spMk id="325" creationId="{00000000-0000-0000-0000-000000000000}"/>
          </ac:spMkLst>
        </pc:spChg>
        <pc:spChg chg="mod">
          <ac:chgData name="Ms Alina Arshad" userId="cccdfd85-d35d-4453-9c6f-a463aae40722" providerId="ADAL" clId="{9C5463F7-2E4D-44A3-B83D-E1A8A04E58D3}" dt="2024-11-08T03:52:13.280" v="400" actId="113"/>
          <ac:spMkLst>
            <pc:docMk/>
            <pc:sldMk cId="0" sldId="288"/>
            <ac:spMk id="326" creationId="{00000000-0000-0000-0000-000000000000}"/>
          </ac:spMkLst>
        </pc:spChg>
        <pc:spChg chg="del">
          <ac:chgData name="Ms Alina Arshad" userId="cccdfd85-d35d-4453-9c6f-a463aae40722" providerId="ADAL" clId="{9C5463F7-2E4D-44A3-B83D-E1A8A04E58D3}" dt="2024-11-08T04:11:32.343" v="724" actId="478"/>
          <ac:spMkLst>
            <pc:docMk/>
            <pc:sldMk cId="0" sldId="288"/>
            <ac:spMk id="327" creationId="{00000000-0000-0000-0000-000000000000}"/>
          </ac:spMkLst>
        </pc:spChg>
      </pc:sldChg>
      <pc:sldChg chg="modSp add del mod">
        <pc:chgData name="Ms Alina Arshad" userId="cccdfd85-d35d-4453-9c6f-a463aae40722" providerId="ADAL" clId="{9C5463F7-2E4D-44A3-B83D-E1A8A04E58D3}" dt="2024-11-08T04:33:59.606" v="782" actId="47"/>
        <pc:sldMkLst>
          <pc:docMk/>
          <pc:sldMk cId="0" sldId="289"/>
        </pc:sldMkLst>
        <pc:spChg chg="mod">
          <ac:chgData name="Ms Alina Arshad" userId="cccdfd85-d35d-4453-9c6f-a463aae40722" providerId="ADAL" clId="{9C5463F7-2E4D-44A3-B83D-E1A8A04E58D3}" dt="2024-11-08T03:51:46.674" v="392" actId="113"/>
          <ac:spMkLst>
            <pc:docMk/>
            <pc:sldMk cId="0" sldId="289"/>
            <ac:spMk id="332" creationId="{00000000-0000-0000-0000-000000000000}"/>
          </ac:spMkLst>
        </pc:spChg>
        <pc:spChg chg="mod">
          <ac:chgData name="Ms Alina Arshad" userId="cccdfd85-d35d-4453-9c6f-a463aae40722" providerId="ADAL" clId="{9C5463F7-2E4D-44A3-B83D-E1A8A04E58D3}" dt="2024-11-08T03:52:06.669" v="398" actId="113"/>
          <ac:spMkLst>
            <pc:docMk/>
            <pc:sldMk cId="0" sldId="289"/>
            <ac:spMk id="333" creationId="{00000000-0000-0000-0000-000000000000}"/>
          </ac:spMkLst>
        </pc:spChg>
      </pc:sldChg>
      <pc:sldChg chg="delSp modSp add del mod">
        <pc:chgData name="Ms Alina Arshad" userId="cccdfd85-d35d-4453-9c6f-a463aae40722" providerId="ADAL" clId="{9C5463F7-2E4D-44A3-B83D-E1A8A04E58D3}" dt="2024-11-08T04:34:00.326" v="783" actId="47"/>
        <pc:sldMkLst>
          <pc:docMk/>
          <pc:sldMk cId="0" sldId="290"/>
        </pc:sldMkLst>
        <pc:spChg chg="mod">
          <ac:chgData name="Ms Alina Arshad" userId="cccdfd85-d35d-4453-9c6f-a463aae40722" providerId="ADAL" clId="{9C5463F7-2E4D-44A3-B83D-E1A8A04E58D3}" dt="2024-11-08T03:52:30.264" v="404" actId="207"/>
          <ac:spMkLst>
            <pc:docMk/>
            <pc:sldMk cId="0" sldId="290"/>
            <ac:spMk id="339" creationId="{00000000-0000-0000-0000-000000000000}"/>
          </ac:spMkLst>
        </pc:spChg>
        <pc:spChg chg="mod">
          <ac:chgData name="Ms Alina Arshad" userId="cccdfd85-d35d-4453-9c6f-a463aae40722" providerId="ADAL" clId="{9C5463F7-2E4D-44A3-B83D-E1A8A04E58D3}" dt="2024-11-08T03:52:54.414" v="410" actId="20577"/>
          <ac:spMkLst>
            <pc:docMk/>
            <pc:sldMk cId="0" sldId="290"/>
            <ac:spMk id="340" creationId="{00000000-0000-0000-0000-000000000000}"/>
          </ac:spMkLst>
        </pc:spChg>
        <pc:spChg chg="del">
          <ac:chgData name="Ms Alina Arshad" userId="cccdfd85-d35d-4453-9c6f-a463aae40722" providerId="ADAL" clId="{9C5463F7-2E4D-44A3-B83D-E1A8A04E58D3}" dt="2024-11-08T04:11:43.127" v="725" actId="478"/>
          <ac:spMkLst>
            <pc:docMk/>
            <pc:sldMk cId="0" sldId="290"/>
            <ac:spMk id="341" creationId="{00000000-0000-0000-0000-000000000000}"/>
          </ac:spMkLst>
        </pc:spChg>
      </pc:sldChg>
      <pc:sldChg chg="delSp modSp add del mod">
        <pc:chgData name="Ms Alina Arshad" userId="cccdfd85-d35d-4453-9c6f-a463aae40722" providerId="ADAL" clId="{9C5463F7-2E4D-44A3-B83D-E1A8A04E58D3}" dt="2024-11-08T04:34:00.520" v="784" actId="47"/>
        <pc:sldMkLst>
          <pc:docMk/>
          <pc:sldMk cId="0" sldId="291"/>
        </pc:sldMkLst>
        <pc:spChg chg="mod">
          <ac:chgData name="Ms Alina Arshad" userId="cccdfd85-d35d-4453-9c6f-a463aae40722" providerId="ADAL" clId="{9C5463F7-2E4D-44A3-B83D-E1A8A04E58D3}" dt="2024-11-08T03:53:09.789" v="413" actId="207"/>
          <ac:spMkLst>
            <pc:docMk/>
            <pc:sldMk cId="0" sldId="291"/>
            <ac:spMk id="346" creationId="{00000000-0000-0000-0000-000000000000}"/>
          </ac:spMkLst>
        </pc:spChg>
        <pc:spChg chg="mod">
          <ac:chgData name="Ms Alina Arshad" userId="cccdfd85-d35d-4453-9c6f-a463aae40722" providerId="ADAL" clId="{9C5463F7-2E4D-44A3-B83D-E1A8A04E58D3}" dt="2024-11-08T03:53:15.615" v="416" actId="14100"/>
          <ac:spMkLst>
            <pc:docMk/>
            <pc:sldMk cId="0" sldId="291"/>
            <ac:spMk id="347" creationId="{00000000-0000-0000-0000-000000000000}"/>
          </ac:spMkLst>
        </pc:spChg>
        <pc:spChg chg="del">
          <ac:chgData name="Ms Alina Arshad" userId="cccdfd85-d35d-4453-9c6f-a463aae40722" providerId="ADAL" clId="{9C5463F7-2E4D-44A3-B83D-E1A8A04E58D3}" dt="2024-11-08T04:11:45.167" v="726" actId="478"/>
          <ac:spMkLst>
            <pc:docMk/>
            <pc:sldMk cId="0" sldId="291"/>
            <ac:spMk id="348" creationId="{00000000-0000-0000-0000-000000000000}"/>
          </ac:spMkLst>
        </pc:spChg>
      </pc:sldChg>
      <pc:sldChg chg="delSp modSp add del mod">
        <pc:chgData name="Ms Alina Arshad" userId="cccdfd85-d35d-4453-9c6f-a463aae40722" providerId="ADAL" clId="{9C5463F7-2E4D-44A3-B83D-E1A8A04E58D3}" dt="2024-11-08T04:34:01.714" v="786" actId="47"/>
        <pc:sldMkLst>
          <pc:docMk/>
          <pc:sldMk cId="0" sldId="292"/>
        </pc:sldMkLst>
        <pc:spChg chg="mod">
          <ac:chgData name="Ms Alina Arshad" userId="cccdfd85-d35d-4453-9c6f-a463aae40722" providerId="ADAL" clId="{9C5463F7-2E4D-44A3-B83D-E1A8A04E58D3}" dt="2024-11-08T03:53:27.495" v="419" actId="207"/>
          <ac:spMkLst>
            <pc:docMk/>
            <pc:sldMk cId="0" sldId="292"/>
            <ac:spMk id="353" creationId="{00000000-0000-0000-0000-000000000000}"/>
          </ac:spMkLst>
        </pc:spChg>
        <pc:spChg chg="mod">
          <ac:chgData name="Ms Alina Arshad" userId="cccdfd85-d35d-4453-9c6f-a463aae40722" providerId="ADAL" clId="{9C5463F7-2E4D-44A3-B83D-E1A8A04E58D3}" dt="2024-11-08T03:53:35.147" v="423" actId="207"/>
          <ac:spMkLst>
            <pc:docMk/>
            <pc:sldMk cId="0" sldId="292"/>
            <ac:spMk id="354" creationId="{00000000-0000-0000-0000-000000000000}"/>
          </ac:spMkLst>
        </pc:spChg>
        <pc:spChg chg="del">
          <ac:chgData name="Ms Alina Arshad" userId="cccdfd85-d35d-4453-9c6f-a463aae40722" providerId="ADAL" clId="{9C5463F7-2E4D-44A3-B83D-E1A8A04E58D3}" dt="2024-11-08T04:11:53.323" v="727" actId="478"/>
          <ac:spMkLst>
            <pc:docMk/>
            <pc:sldMk cId="0" sldId="292"/>
            <ac:spMk id="355" creationId="{00000000-0000-0000-0000-000000000000}"/>
          </ac:spMkLst>
        </pc:spChg>
      </pc:sldChg>
      <pc:sldChg chg="delSp modSp add del mod">
        <pc:chgData name="Ms Alina Arshad" userId="cccdfd85-d35d-4453-9c6f-a463aae40722" providerId="ADAL" clId="{9C5463F7-2E4D-44A3-B83D-E1A8A04E58D3}" dt="2024-11-08T04:34:02.026" v="788" actId="47"/>
        <pc:sldMkLst>
          <pc:docMk/>
          <pc:sldMk cId="0" sldId="293"/>
        </pc:sldMkLst>
        <pc:spChg chg="mod">
          <ac:chgData name="Ms Alina Arshad" userId="cccdfd85-d35d-4453-9c6f-a463aae40722" providerId="ADAL" clId="{9C5463F7-2E4D-44A3-B83D-E1A8A04E58D3}" dt="2024-11-08T03:53:49.523" v="427" actId="113"/>
          <ac:spMkLst>
            <pc:docMk/>
            <pc:sldMk cId="0" sldId="293"/>
            <ac:spMk id="360" creationId="{00000000-0000-0000-0000-000000000000}"/>
          </ac:spMkLst>
        </pc:spChg>
        <pc:spChg chg="mod">
          <ac:chgData name="Ms Alina Arshad" userId="cccdfd85-d35d-4453-9c6f-a463aae40722" providerId="ADAL" clId="{9C5463F7-2E4D-44A3-B83D-E1A8A04E58D3}" dt="2024-11-08T03:53:57.546" v="430" actId="207"/>
          <ac:spMkLst>
            <pc:docMk/>
            <pc:sldMk cId="0" sldId="293"/>
            <ac:spMk id="361" creationId="{00000000-0000-0000-0000-000000000000}"/>
          </ac:spMkLst>
        </pc:spChg>
        <pc:spChg chg="del">
          <ac:chgData name="Ms Alina Arshad" userId="cccdfd85-d35d-4453-9c6f-a463aae40722" providerId="ADAL" clId="{9C5463F7-2E4D-44A3-B83D-E1A8A04E58D3}" dt="2024-11-08T04:11:55.907" v="728" actId="478"/>
          <ac:spMkLst>
            <pc:docMk/>
            <pc:sldMk cId="0" sldId="293"/>
            <ac:spMk id="362" creationId="{00000000-0000-0000-0000-000000000000}"/>
          </ac:spMkLst>
        </pc:spChg>
      </pc:sldChg>
      <pc:sldChg chg="delSp modSp add del mod">
        <pc:chgData name="Ms Alina Arshad" userId="cccdfd85-d35d-4453-9c6f-a463aae40722" providerId="ADAL" clId="{9C5463F7-2E4D-44A3-B83D-E1A8A04E58D3}" dt="2024-11-08T04:34:03.095" v="790" actId="47"/>
        <pc:sldMkLst>
          <pc:docMk/>
          <pc:sldMk cId="0" sldId="294"/>
        </pc:sldMkLst>
        <pc:spChg chg="mod">
          <ac:chgData name="Ms Alina Arshad" userId="cccdfd85-d35d-4453-9c6f-a463aae40722" providerId="ADAL" clId="{9C5463F7-2E4D-44A3-B83D-E1A8A04E58D3}" dt="2024-11-08T03:56:53.496" v="434" actId="207"/>
          <ac:spMkLst>
            <pc:docMk/>
            <pc:sldMk cId="0" sldId="294"/>
            <ac:spMk id="367" creationId="{00000000-0000-0000-0000-000000000000}"/>
          </ac:spMkLst>
        </pc:spChg>
        <pc:spChg chg="mod">
          <ac:chgData name="Ms Alina Arshad" userId="cccdfd85-d35d-4453-9c6f-a463aae40722" providerId="ADAL" clId="{9C5463F7-2E4D-44A3-B83D-E1A8A04E58D3}" dt="2024-11-08T03:57:03.385" v="439" actId="207"/>
          <ac:spMkLst>
            <pc:docMk/>
            <pc:sldMk cId="0" sldId="294"/>
            <ac:spMk id="368" creationId="{00000000-0000-0000-0000-000000000000}"/>
          </ac:spMkLst>
        </pc:spChg>
        <pc:spChg chg="del">
          <ac:chgData name="Ms Alina Arshad" userId="cccdfd85-d35d-4453-9c6f-a463aae40722" providerId="ADAL" clId="{9C5463F7-2E4D-44A3-B83D-E1A8A04E58D3}" dt="2024-11-08T04:11:58.803" v="729" actId="478"/>
          <ac:spMkLst>
            <pc:docMk/>
            <pc:sldMk cId="0" sldId="294"/>
            <ac:spMk id="369" creationId="{00000000-0000-0000-0000-000000000000}"/>
          </ac:spMkLst>
        </pc:spChg>
      </pc:sldChg>
      <pc:sldChg chg="modSp add del mod">
        <pc:chgData name="Ms Alina Arshad" userId="cccdfd85-d35d-4453-9c6f-a463aae40722" providerId="ADAL" clId="{9C5463F7-2E4D-44A3-B83D-E1A8A04E58D3}" dt="2024-11-08T04:34:03.263" v="791" actId="47"/>
        <pc:sldMkLst>
          <pc:docMk/>
          <pc:sldMk cId="0" sldId="295"/>
        </pc:sldMkLst>
        <pc:spChg chg="mod">
          <ac:chgData name="Ms Alina Arshad" userId="cccdfd85-d35d-4453-9c6f-a463aae40722" providerId="ADAL" clId="{9C5463F7-2E4D-44A3-B83D-E1A8A04E58D3}" dt="2024-11-08T03:57:59.904" v="462" actId="1076"/>
          <ac:spMkLst>
            <pc:docMk/>
            <pc:sldMk cId="0" sldId="295"/>
            <ac:spMk id="376" creationId="{00000000-0000-0000-0000-000000000000}"/>
          </ac:spMkLst>
        </pc:spChg>
        <pc:picChg chg="mod">
          <ac:chgData name="Ms Alina Arshad" userId="cccdfd85-d35d-4453-9c6f-a463aae40722" providerId="ADAL" clId="{9C5463F7-2E4D-44A3-B83D-E1A8A04E58D3}" dt="2024-11-08T03:57:37.552" v="453" actId="14100"/>
          <ac:picMkLst>
            <pc:docMk/>
            <pc:sldMk cId="0" sldId="295"/>
            <ac:picMk id="375" creationId="{00000000-0000-0000-0000-000000000000}"/>
          </ac:picMkLst>
        </pc:picChg>
        <pc:picChg chg="mod">
          <ac:chgData name="Ms Alina Arshad" userId="cccdfd85-d35d-4453-9c6f-a463aae40722" providerId="ADAL" clId="{9C5463F7-2E4D-44A3-B83D-E1A8A04E58D3}" dt="2024-11-08T03:57:24.655" v="446" actId="1076"/>
          <ac:picMkLst>
            <pc:docMk/>
            <pc:sldMk cId="0" sldId="295"/>
            <ac:picMk id="377" creationId="{00000000-0000-0000-0000-000000000000}"/>
          </ac:picMkLst>
        </pc:picChg>
        <pc:picChg chg="mod">
          <ac:chgData name="Ms Alina Arshad" userId="cccdfd85-d35d-4453-9c6f-a463aae40722" providerId="ADAL" clId="{9C5463F7-2E4D-44A3-B83D-E1A8A04E58D3}" dt="2024-11-08T03:57:40.015" v="454" actId="1076"/>
          <ac:picMkLst>
            <pc:docMk/>
            <pc:sldMk cId="0" sldId="295"/>
            <ac:picMk id="378" creationId="{00000000-0000-0000-0000-000000000000}"/>
          </ac:picMkLst>
        </pc:picChg>
        <pc:picChg chg="mod">
          <ac:chgData name="Ms Alina Arshad" userId="cccdfd85-d35d-4453-9c6f-a463aae40722" providerId="ADAL" clId="{9C5463F7-2E4D-44A3-B83D-E1A8A04E58D3}" dt="2024-11-08T03:57:44.712" v="456" actId="1076"/>
          <ac:picMkLst>
            <pc:docMk/>
            <pc:sldMk cId="0" sldId="295"/>
            <ac:picMk id="379" creationId="{00000000-0000-0000-0000-000000000000}"/>
          </ac:picMkLst>
        </pc:picChg>
        <pc:picChg chg="mod">
          <ac:chgData name="Ms Alina Arshad" userId="cccdfd85-d35d-4453-9c6f-a463aae40722" providerId="ADAL" clId="{9C5463F7-2E4D-44A3-B83D-E1A8A04E58D3}" dt="2024-11-08T03:57:50.633" v="459" actId="1076"/>
          <ac:picMkLst>
            <pc:docMk/>
            <pc:sldMk cId="0" sldId="295"/>
            <ac:picMk id="380" creationId="{00000000-0000-0000-0000-000000000000}"/>
          </ac:picMkLst>
        </pc:picChg>
      </pc:sldChg>
      <pc:sldChg chg="delSp modSp add del mod">
        <pc:chgData name="Ms Alina Arshad" userId="cccdfd85-d35d-4453-9c6f-a463aae40722" providerId="ADAL" clId="{9C5463F7-2E4D-44A3-B83D-E1A8A04E58D3}" dt="2024-11-08T04:34:03.408" v="792" actId="47"/>
        <pc:sldMkLst>
          <pc:docMk/>
          <pc:sldMk cId="0" sldId="296"/>
        </pc:sldMkLst>
        <pc:spChg chg="mod">
          <ac:chgData name="Ms Alina Arshad" userId="cccdfd85-d35d-4453-9c6f-a463aae40722" providerId="ADAL" clId="{9C5463F7-2E4D-44A3-B83D-E1A8A04E58D3}" dt="2024-11-08T03:58:10.801" v="466" actId="113"/>
          <ac:spMkLst>
            <pc:docMk/>
            <pc:sldMk cId="0" sldId="296"/>
            <ac:spMk id="385" creationId="{00000000-0000-0000-0000-000000000000}"/>
          </ac:spMkLst>
        </pc:spChg>
        <pc:spChg chg="mod">
          <ac:chgData name="Ms Alina Arshad" userId="cccdfd85-d35d-4453-9c6f-a463aae40722" providerId="ADAL" clId="{9C5463F7-2E4D-44A3-B83D-E1A8A04E58D3}" dt="2024-11-08T03:58:52.744" v="469" actId="14100"/>
          <ac:spMkLst>
            <pc:docMk/>
            <pc:sldMk cId="0" sldId="296"/>
            <ac:spMk id="386" creationId="{00000000-0000-0000-0000-000000000000}"/>
          </ac:spMkLst>
        </pc:spChg>
        <pc:spChg chg="del">
          <ac:chgData name="Ms Alina Arshad" userId="cccdfd85-d35d-4453-9c6f-a463aae40722" providerId="ADAL" clId="{9C5463F7-2E4D-44A3-B83D-E1A8A04E58D3}" dt="2024-11-08T04:14:52.835" v="755" actId="478"/>
          <ac:spMkLst>
            <pc:docMk/>
            <pc:sldMk cId="0" sldId="296"/>
            <ac:spMk id="387" creationId="{00000000-0000-0000-0000-000000000000}"/>
          </ac:spMkLst>
        </pc:spChg>
      </pc:sldChg>
      <pc:sldChg chg="delSp modSp add del mod">
        <pc:chgData name="Ms Alina Arshad" userId="cccdfd85-d35d-4453-9c6f-a463aae40722" providerId="ADAL" clId="{9C5463F7-2E4D-44A3-B83D-E1A8A04E58D3}" dt="2024-11-08T04:34:03.557" v="793" actId="47"/>
        <pc:sldMkLst>
          <pc:docMk/>
          <pc:sldMk cId="0" sldId="297"/>
        </pc:sldMkLst>
        <pc:spChg chg="mod">
          <ac:chgData name="Ms Alina Arshad" userId="cccdfd85-d35d-4453-9c6f-a463aae40722" providerId="ADAL" clId="{9C5463F7-2E4D-44A3-B83D-E1A8A04E58D3}" dt="2024-11-08T04:15:09.401" v="757" actId="1076"/>
          <ac:spMkLst>
            <pc:docMk/>
            <pc:sldMk cId="0" sldId="297"/>
            <ac:spMk id="392" creationId="{00000000-0000-0000-0000-000000000000}"/>
          </ac:spMkLst>
        </pc:spChg>
        <pc:spChg chg="mod">
          <ac:chgData name="Ms Alina Arshad" userId="cccdfd85-d35d-4453-9c6f-a463aae40722" providerId="ADAL" clId="{9C5463F7-2E4D-44A3-B83D-E1A8A04E58D3}" dt="2024-11-08T04:15:09.401" v="757" actId="1076"/>
          <ac:spMkLst>
            <pc:docMk/>
            <pc:sldMk cId="0" sldId="297"/>
            <ac:spMk id="393" creationId="{00000000-0000-0000-0000-000000000000}"/>
          </ac:spMkLst>
        </pc:spChg>
        <pc:spChg chg="del mod">
          <ac:chgData name="Ms Alina Arshad" userId="cccdfd85-d35d-4453-9c6f-a463aae40722" providerId="ADAL" clId="{9C5463F7-2E4D-44A3-B83D-E1A8A04E58D3}" dt="2024-11-08T04:15:16.327" v="759" actId="478"/>
          <ac:spMkLst>
            <pc:docMk/>
            <pc:sldMk cId="0" sldId="297"/>
            <ac:spMk id="394" creationId="{00000000-0000-0000-0000-000000000000}"/>
          </ac:spMkLst>
        </pc:spChg>
        <pc:spChg chg="mod">
          <ac:chgData name="Ms Alina Arshad" userId="cccdfd85-d35d-4453-9c6f-a463aae40722" providerId="ADAL" clId="{9C5463F7-2E4D-44A3-B83D-E1A8A04E58D3}" dt="2024-11-08T04:15:18.738" v="760" actId="1076"/>
          <ac:spMkLst>
            <pc:docMk/>
            <pc:sldMk cId="0" sldId="297"/>
            <ac:spMk id="396" creationId="{00000000-0000-0000-0000-000000000000}"/>
          </ac:spMkLst>
        </pc:spChg>
        <pc:picChg chg="mod">
          <ac:chgData name="Ms Alina Arshad" userId="cccdfd85-d35d-4453-9c6f-a463aae40722" providerId="ADAL" clId="{9C5463F7-2E4D-44A3-B83D-E1A8A04E58D3}" dt="2024-11-08T04:15:09.401" v="757" actId="1076"/>
          <ac:picMkLst>
            <pc:docMk/>
            <pc:sldMk cId="0" sldId="297"/>
            <ac:picMk id="395" creationId="{00000000-0000-0000-0000-000000000000}"/>
          </ac:picMkLst>
        </pc:picChg>
      </pc:sldChg>
      <pc:sldChg chg="modSp add del mod">
        <pc:chgData name="Ms Alina Arshad" userId="cccdfd85-d35d-4453-9c6f-a463aae40722" providerId="ADAL" clId="{9C5463F7-2E4D-44A3-B83D-E1A8A04E58D3}" dt="2024-11-08T04:34:05.210" v="794" actId="47"/>
        <pc:sldMkLst>
          <pc:docMk/>
          <pc:sldMk cId="0" sldId="298"/>
        </pc:sldMkLst>
        <pc:spChg chg="mod">
          <ac:chgData name="Ms Alina Arshad" userId="cccdfd85-d35d-4453-9c6f-a463aae40722" providerId="ADAL" clId="{9C5463F7-2E4D-44A3-B83D-E1A8A04E58D3}" dt="2024-11-08T04:15:35.596" v="763" actId="207"/>
          <ac:spMkLst>
            <pc:docMk/>
            <pc:sldMk cId="0" sldId="298"/>
            <ac:spMk id="401" creationId="{00000000-0000-0000-0000-000000000000}"/>
          </ac:spMkLst>
        </pc:spChg>
        <pc:spChg chg="mod">
          <ac:chgData name="Ms Alina Arshad" userId="cccdfd85-d35d-4453-9c6f-a463aae40722" providerId="ADAL" clId="{9C5463F7-2E4D-44A3-B83D-E1A8A04E58D3}" dt="2024-11-08T04:15:45.099" v="768" actId="207"/>
          <ac:spMkLst>
            <pc:docMk/>
            <pc:sldMk cId="0" sldId="298"/>
            <ac:spMk id="402" creationId="{00000000-0000-0000-0000-000000000000}"/>
          </ac:spMkLst>
        </pc:spChg>
      </pc:sldChg>
      <pc:sldChg chg="add del">
        <pc:chgData name="Ms Alina Arshad" userId="cccdfd85-d35d-4453-9c6f-a463aae40722" providerId="ADAL" clId="{9C5463F7-2E4D-44A3-B83D-E1A8A04E58D3}" dt="2024-11-08T04:34:05.398" v="795" actId="47"/>
        <pc:sldMkLst>
          <pc:docMk/>
          <pc:sldMk cId="0" sldId="299"/>
        </pc:sldMkLst>
      </pc:sldChg>
      <pc:sldChg chg="add del">
        <pc:chgData name="Ms Alina Arshad" userId="cccdfd85-d35d-4453-9c6f-a463aae40722" providerId="ADAL" clId="{9C5463F7-2E4D-44A3-B83D-E1A8A04E58D3}" dt="2024-11-08T04:34:05.543" v="796" actId="47"/>
        <pc:sldMkLst>
          <pc:docMk/>
          <pc:sldMk cId="0" sldId="300"/>
        </pc:sldMkLst>
      </pc:sldChg>
      <pc:sldChg chg="add del">
        <pc:chgData name="Ms Alina Arshad" userId="cccdfd85-d35d-4453-9c6f-a463aae40722" providerId="ADAL" clId="{9C5463F7-2E4D-44A3-B83D-E1A8A04E58D3}" dt="2024-11-08T04:34:06.201" v="797" actId="47"/>
        <pc:sldMkLst>
          <pc:docMk/>
          <pc:sldMk cId="0" sldId="301"/>
        </pc:sldMkLst>
      </pc:sldChg>
      <pc:sldChg chg="add del">
        <pc:chgData name="Ms Alina Arshad" userId="cccdfd85-d35d-4453-9c6f-a463aae40722" providerId="ADAL" clId="{9C5463F7-2E4D-44A3-B83D-E1A8A04E58D3}" dt="2024-11-08T04:34:06.378" v="798" actId="47"/>
        <pc:sldMkLst>
          <pc:docMk/>
          <pc:sldMk cId="0" sldId="302"/>
        </pc:sldMkLst>
      </pc:sldChg>
      <pc:sldChg chg="add del">
        <pc:chgData name="Ms Alina Arshad" userId="cccdfd85-d35d-4453-9c6f-a463aae40722" providerId="ADAL" clId="{9C5463F7-2E4D-44A3-B83D-E1A8A04E58D3}" dt="2024-11-08T04:34:06.496" v="799" actId="47"/>
        <pc:sldMkLst>
          <pc:docMk/>
          <pc:sldMk cId="0" sldId="303"/>
        </pc:sldMkLst>
      </pc:sldChg>
      <pc:sldChg chg="add del">
        <pc:chgData name="Ms Alina Arshad" userId="cccdfd85-d35d-4453-9c6f-a463aae40722" providerId="ADAL" clId="{9C5463F7-2E4D-44A3-B83D-E1A8A04E58D3}" dt="2024-11-08T04:34:07.123" v="800" actId="47"/>
        <pc:sldMkLst>
          <pc:docMk/>
          <pc:sldMk cId="0" sldId="304"/>
        </pc:sldMkLst>
      </pc:sldChg>
      <pc:sldChg chg="add del">
        <pc:chgData name="Ms Alina Arshad" userId="cccdfd85-d35d-4453-9c6f-a463aae40722" providerId="ADAL" clId="{9C5463F7-2E4D-44A3-B83D-E1A8A04E58D3}" dt="2024-11-08T04:34:07.263" v="801" actId="47"/>
        <pc:sldMkLst>
          <pc:docMk/>
          <pc:sldMk cId="0" sldId="305"/>
        </pc:sldMkLst>
      </pc:sldChg>
      <pc:sldChg chg="del">
        <pc:chgData name="Ms Alina Arshad" userId="cccdfd85-d35d-4453-9c6f-a463aae40722" providerId="ADAL" clId="{9C5463F7-2E4D-44A3-B83D-E1A8A04E58D3}" dt="2024-11-06T07:54:26.356" v="19" actId="47"/>
        <pc:sldMkLst>
          <pc:docMk/>
          <pc:sldMk cId="0" sldId="306"/>
        </pc:sldMkLst>
      </pc:sldChg>
      <pc:sldChg chg="add del">
        <pc:chgData name="Ms Alina Arshad" userId="cccdfd85-d35d-4453-9c6f-a463aae40722" providerId="ADAL" clId="{9C5463F7-2E4D-44A3-B83D-E1A8A04E58D3}" dt="2024-11-08T04:34:07.409" v="802" actId="47"/>
        <pc:sldMkLst>
          <pc:docMk/>
          <pc:sldMk cId="951193008" sldId="306"/>
        </pc:sldMkLst>
      </pc:sldChg>
      <pc:sldChg chg="add del">
        <pc:chgData name="Ms Alina Arshad" userId="cccdfd85-d35d-4453-9c6f-a463aae40722" providerId="ADAL" clId="{9C5463F7-2E4D-44A3-B83D-E1A8A04E58D3}" dt="2024-11-08T04:34:07.570" v="803" actId="47"/>
        <pc:sldMkLst>
          <pc:docMk/>
          <pc:sldMk cId="1801707573" sldId="307"/>
        </pc:sldMkLst>
      </pc:sldChg>
      <pc:sldChg chg="del">
        <pc:chgData name="Ms Alina Arshad" userId="cccdfd85-d35d-4453-9c6f-a463aae40722" providerId="ADAL" clId="{9C5463F7-2E4D-44A3-B83D-E1A8A04E58D3}" dt="2024-11-06T07:54:23.469" v="6" actId="47"/>
        <pc:sldMkLst>
          <pc:docMk/>
          <pc:sldMk cId="3192711744" sldId="307"/>
        </pc:sldMkLst>
      </pc:sldChg>
      <pc:sldChg chg="delSp modSp add mod">
        <pc:chgData name="Ms Alina Arshad" userId="cccdfd85-d35d-4453-9c6f-a463aae40722" providerId="ADAL" clId="{9C5463F7-2E4D-44A3-B83D-E1A8A04E58D3}" dt="2024-11-08T04:05:51.346" v="586" actId="478"/>
        <pc:sldMkLst>
          <pc:docMk/>
          <pc:sldMk cId="1819283757" sldId="308"/>
        </pc:sldMkLst>
        <pc:spChg chg="mod">
          <ac:chgData name="Ms Alina Arshad" userId="cccdfd85-d35d-4453-9c6f-a463aae40722" providerId="ADAL" clId="{9C5463F7-2E4D-44A3-B83D-E1A8A04E58D3}" dt="2024-11-06T08:16:20.482" v="163" actId="403"/>
          <ac:spMkLst>
            <pc:docMk/>
            <pc:sldMk cId="1819283757" sldId="308"/>
            <ac:spMk id="192" creationId="{00000000-0000-0000-0000-000000000000}"/>
          </ac:spMkLst>
        </pc:spChg>
        <pc:spChg chg="del">
          <ac:chgData name="Ms Alina Arshad" userId="cccdfd85-d35d-4453-9c6f-a463aae40722" providerId="ADAL" clId="{9C5463F7-2E4D-44A3-B83D-E1A8A04E58D3}" dt="2024-11-08T04:05:51.346" v="586" actId="478"/>
          <ac:spMkLst>
            <pc:docMk/>
            <pc:sldMk cId="1819283757" sldId="308"/>
            <ac:spMk id="193" creationId="{00000000-0000-0000-0000-000000000000}"/>
          </ac:spMkLst>
        </pc:spChg>
        <pc:spChg chg="mod">
          <ac:chgData name="Ms Alina Arshad" userId="cccdfd85-d35d-4453-9c6f-a463aae40722" providerId="ADAL" clId="{9C5463F7-2E4D-44A3-B83D-E1A8A04E58D3}" dt="2024-11-06T08:16:35.472" v="168" actId="1076"/>
          <ac:spMkLst>
            <pc:docMk/>
            <pc:sldMk cId="1819283757" sldId="308"/>
            <ac:spMk id="194" creationId="{00000000-0000-0000-0000-000000000000}"/>
          </ac:spMkLst>
        </pc:spChg>
      </pc:sldChg>
      <pc:sldChg chg="del">
        <pc:chgData name="Ms Alina Arshad" userId="cccdfd85-d35d-4453-9c6f-a463aae40722" providerId="ADAL" clId="{9C5463F7-2E4D-44A3-B83D-E1A8A04E58D3}" dt="2024-11-06T07:54:24.741" v="14" actId="47"/>
        <pc:sldMkLst>
          <pc:docMk/>
          <pc:sldMk cId="2062406901" sldId="308"/>
        </pc:sldMkLst>
      </pc:sldChg>
      <pc:sldChg chg="del">
        <pc:chgData name="Ms Alina Arshad" userId="cccdfd85-d35d-4453-9c6f-a463aae40722" providerId="ADAL" clId="{9C5463F7-2E4D-44A3-B83D-E1A8A04E58D3}" dt="2024-11-06T07:54:25.037" v="15" actId="47"/>
        <pc:sldMkLst>
          <pc:docMk/>
          <pc:sldMk cId="313500440" sldId="309"/>
        </pc:sldMkLst>
      </pc:sldChg>
      <pc:sldChg chg="modSp add mod">
        <pc:chgData name="Ms Alina Arshad" userId="cccdfd85-d35d-4453-9c6f-a463aae40722" providerId="ADAL" clId="{9C5463F7-2E4D-44A3-B83D-E1A8A04E58D3}" dt="2024-11-06T08:17:01.008" v="177" actId="1076"/>
        <pc:sldMkLst>
          <pc:docMk/>
          <pc:sldMk cId="911303533" sldId="309"/>
        </pc:sldMkLst>
        <pc:spChg chg="mod">
          <ac:chgData name="Ms Alina Arshad" userId="cccdfd85-d35d-4453-9c6f-a463aae40722" providerId="ADAL" clId="{9C5463F7-2E4D-44A3-B83D-E1A8A04E58D3}" dt="2024-11-06T08:16:56.697" v="175" actId="14100"/>
          <ac:spMkLst>
            <pc:docMk/>
            <pc:sldMk cId="911303533" sldId="309"/>
            <ac:spMk id="3" creationId="{00000000-0000-0000-0000-000000000000}"/>
          </ac:spMkLst>
        </pc:spChg>
        <pc:spChg chg="mod">
          <ac:chgData name="Ms Alina Arshad" userId="cccdfd85-d35d-4453-9c6f-a463aae40722" providerId="ADAL" clId="{9C5463F7-2E4D-44A3-B83D-E1A8A04E58D3}" dt="2024-11-06T08:16:45.889" v="171" actId="207"/>
          <ac:spMkLst>
            <pc:docMk/>
            <pc:sldMk cId="911303533" sldId="309"/>
            <ac:spMk id="192" creationId="{00000000-0000-0000-0000-000000000000}"/>
          </ac:spMkLst>
        </pc:spChg>
        <pc:picChg chg="mod">
          <ac:chgData name="Ms Alina Arshad" userId="cccdfd85-d35d-4453-9c6f-a463aae40722" providerId="ADAL" clId="{9C5463F7-2E4D-44A3-B83D-E1A8A04E58D3}" dt="2024-11-06T08:17:01.008" v="177" actId="1076"/>
          <ac:picMkLst>
            <pc:docMk/>
            <pc:sldMk cId="911303533" sldId="309"/>
            <ac:picMk id="4" creationId="{00000000-0000-0000-0000-000000000000}"/>
          </ac:picMkLst>
        </pc:picChg>
      </pc:sldChg>
      <pc:sldChg chg="del">
        <pc:chgData name="Ms Alina Arshad" userId="cccdfd85-d35d-4453-9c6f-a463aae40722" providerId="ADAL" clId="{9C5463F7-2E4D-44A3-B83D-E1A8A04E58D3}" dt="2024-11-06T07:54:26.021" v="18" actId="47"/>
        <pc:sldMkLst>
          <pc:docMk/>
          <pc:sldMk cId="491917458" sldId="310"/>
        </pc:sldMkLst>
      </pc:sldChg>
      <pc:sldChg chg="modSp add mod">
        <pc:chgData name="Ms Alina Arshad" userId="cccdfd85-d35d-4453-9c6f-a463aae40722" providerId="ADAL" clId="{9C5463F7-2E4D-44A3-B83D-E1A8A04E58D3}" dt="2024-11-06T08:17:22.340" v="184" actId="403"/>
        <pc:sldMkLst>
          <pc:docMk/>
          <pc:sldMk cId="3774863996" sldId="310"/>
        </pc:sldMkLst>
        <pc:spChg chg="mod">
          <ac:chgData name="Ms Alina Arshad" userId="cccdfd85-d35d-4453-9c6f-a463aae40722" providerId="ADAL" clId="{9C5463F7-2E4D-44A3-B83D-E1A8A04E58D3}" dt="2024-11-06T08:17:22.340" v="184" actId="403"/>
          <ac:spMkLst>
            <pc:docMk/>
            <pc:sldMk cId="3774863996" sldId="310"/>
            <ac:spMk id="3" creationId="{00000000-0000-0000-0000-000000000000}"/>
          </ac:spMkLst>
        </pc:spChg>
        <pc:spChg chg="mod">
          <ac:chgData name="Ms Alina Arshad" userId="cccdfd85-d35d-4453-9c6f-a463aae40722" providerId="ADAL" clId="{9C5463F7-2E4D-44A3-B83D-E1A8A04E58D3}" dt="2024-11-06T08:17:12.602" v="179" actId="207"/>
          <ac:spMkLst>
            <pc:docMk/>
            <pc:sldMk cId="3774863996" sldId="310"/>
            <ac:spMk id="4" creationId="{00000000-0000-0000-0000-000000000000}"/>
          </ac:spMkLst>
        </pc:spChg>
      </pc:sldChg>
      <pc:sldChg chg="modSp add mod">
        <pc:chgData name="Ms Alina Arshad" userId="cccdfd85-d35d-4453-9c6f-a463aae40722" providerId="ADAL" clId="{9C5463F7-2E4D-44A3-B83D-E1A8A04E58D3}" dt="2024-11-07T08:05:44.239" v="197" actId="14100"/>
        <pc:sldMkLst>
          <pc:docMk/>
          <pc:sldMk cId="1336404918" sldId="311"/>
        </pc:sldMkLst>
        <pc:spChg chg="mod">
          <ac:chgData name="Ms Alina Arshad" userId="cccdfd85-d35d-4453-9c6f-a463aae40722" providerId="ADAL" clId="{9C5463F7-2E4D-44A3-B83D-E1A8A04E58D3}" dt="2024-11-07T08:05:24.400" v="190" actId="14100"/>
          <ac:spMkLst>
            <pc:docMk/>
            <pc:sldMk cId="1336404918" sldId="311"/>
            <ac:spMk id="3" creationId="{00000000-0000-0000-0000-000000000000}"/>
          </ac:spMkLst>
        </pc:spChg>
        <pc:spChg chg="mod">
          <ac:chgData name="Ms Alina Arshad" userId="cccdfd85-d35d-4453-9c6f-a463aae40722" providerId="ADAL" clId="{9C5463F7-2E4D-44A3-B83D-E1A8A04E58D3}" dt="2024-11-07T08:05:44.239" v="197" actId="14100"/>
          <ac:spMkLst>
            <pc:docMk/>
            <pc:sldMk cId="1336404918" sldId="311"/>
            <ac:spMk id="4" creationId="{00000000-0000-0000-0000-000000000000}"/>
          </ac:spMkLst>
        </pc:spChg>
        <pc:picChg chg="mod">
          <ac:chgData name="Ms Alina Arshad" userId="cccdfd85-d35d-4453-9c6f-a463aae40722" providerId="ADAL" clId="{9C5463F7-2E4D-44A3-B83D-E1A8A04E58D3}" dt="2024-11-07T08:05:35.872" v="194" actId="1076"/>
          <ac:picMkLst>
            <pc:docMk/>
            <pc:sldMk cId="1336404918" sldId="311"/>
            <ac:picMk id="5" creationId="{00000000-0000-0000-0000-000000000000}"/>
          </ac:picMkLst>
        </pc:picChg>
      </pc:sldChg>
      <pc:sldChg chg="modSp add mod">
        <pc:chgData name="Ms Alina Arshad" userId="cccdfd85-d35d-4453-9c6f-a463aae40722" providerId="ADAL" clId="{9C5463F7-2E4D-44A3-B83D-E1A8A04E58D3}" dt="2024-11-07T08:06:02.128" v="204" actId="1076"/>
        <pc:sldMkLst>
          <pc:docMk/>
          <pc:sldMk cId="3984117074" sldId="312"/>
        </pc:sldMkLst>
        <pc:spChg chg="mod">
          <ac:chgData name="Ms Alina Arshad" userId="cccdfd85-d35d-4453-9c6f-a463aae40722" providerId="ADAL" clId="{9C5463F7-2E4D-44A3-B83D-E1A8A04E58D3}" dt="2024-11-07T08:06:02.128" v="204" actId="1076"/>
          <ac:spMkLst>
            <pc:docMk/>
            <pc:sldMk cId="3984117074" sldId="312"/>
            <ac:spMk id="2" creationId="{00000000-0000-0000-0000-000000000000}"/>
          </ac:spMkLst>
        </pc:spChg>
        <pc:spChg chg="mod">
          <ac:chgData name="Ms Alina Arshad" userId="cccdfd85-d35d-4453-9c6f-a463aae40722" providerId="ADAL" clId="{9C5463F7-2E4D-44A3-B83D-E1A8A04E58D3}" dt="2024-11-07T08:05:55.592" v="201" actId="14100"/>
          <ac:spMkLst>
            <pc:docMk/>
            <pc:sldMk cId="3984117074" sldId="312"/>
            <ac:spMk id="3" creationId="{00000000-0000-0000-0000-000000000000}"/>
          </ac:spMkLst>
        </pc:spChg>
      </pc:sldChg>
      <pc:sldChg chg="modSp add mod">
        <pc:chgData name="Ms Alina Arshad" userId="cccdfd85-d35d-4453-9c6f-a463aae40722" providerId="ADAL" clId="{9C5463F7-2E4D-44A3-B83D-E1A8A04E58D3}" dt="2024-11-07T08:08:09.456" v="243" actId="113"/>
        <pc:sldMkLst>
          <pc:docMk/>
          <pc:sldMk cId="579877513" sldId="313"/>
        </pc:sldMkLst>
        <pc:spChg chg="mod">
          <ac:chgData name="Ms Alina Arshad" userId="cccdfd85-d35d-4453-9c6f-a463aae40722" providerId="ADAL" clId="{9C5463F7-2E4D-44A3-B83D-E1A8A04E58D3}" dt="2024-11-07T08:08:03.206" v="239" actId="1076"/>
          <ac:spMkLst>
            <pc:docMk/>
            <pc:sldMk cId="579877513" sldId="313"/>
            <ac:spMk id="216" creationId="{00000000-0000-0000-0000-000000000000}"/>
          </ac:spMkLst>
        </pc:spChg>
        <pc:spChg chg="mod">
          <ac:chgData name="Ms Alina Arshad" userId="cccdfd85-d35d-4453-9c6f-a463aae40722" providerId="ADAL" clId="{9C5463F7-2E4D-44A3-B83D-E1A8A04E58D3}" dt="2024-11-07T08:08:09.456" v="243" actId="113"/>
          <ac:spMkLst>
            <pc:docMk/>
            <pc:sldMk cId="579877513" sldId="313"/>
            <ac:spMk id="218" creationId="{00000000-0000-0000-0000-000000000000}"/>
          </ac:spMkLst>
        </pc:spChg>
        <pc:picChg chg="mod">
          <ac:chgData name="Ms Alina Arshad" userId="cccdfd85-d35d-4453-9c6f-a463aae40722" providerId="ADAL" clId="{9C5463F7-2E4D-44A3-B83D-E1A8A04E58D3}" dt="2024-11-07T08:08:05.086" v="240" actId="1076"/>
          <ac:picMkLst>
            <pc:docMk/>
            <pc:sldMk cId="579877513" sldId="313"/>
            <ac:picMk id="219" creationId="{00000000-0000-0000-0000-000000000000}"/>
          </ac:picMkLst>
        </pc:picChg>
      </pc:sldChg>
      <pc:sldChg chg="modSp add mod">
        <pc:chgData name="Ms Alina Arshad" userId="cccdfd85-d35d-4453-9c6f-a463aae40722" providerId="ADAL" clId="{9C5463F7-2E4D-44A3-B83D-E1A8A04E58D3}" dt="2024-11-07T08:07:51.527" v="237" actId="1076"/>
        <pc:sldMkLst>
          <pc:docMk/>
          <pc:sldMk cId="2008118679" sldId="314"/>
        </pc:sldMkLst>
        <pc:spChg chg="mod">
          <ac:chgData name="Ms Alina Arshad" userId="cccdfd85-d35d-4453-9c6f-a463aae40722" providerId="ADAL" clId="{9C5463F7-2E4D-44A3-B83D-E1A8A04E58D3}" dt="2024-11-07T08:07:51.527" v="237" actId="1076"/>
          <ac:spMkLst>
            <pc:docMk/>
            <pc:sldMk cId="2008118679" sldId="314"/>
            <ac:spMk id="4" creationId="{00000000-0000-0000-0000-000000000000}"/>
          </ac:spMkLst>
        </pc:spChg>
        <pc:spChg chg="mod">
          <ac:chgData name="Ms Alina Arshad" userId="cccdfd85-d35d-4453-9c6f-a463aae40722" providerId="ADAL" clId="{9C5463F7-2E4D-44A3-B83D-E1A8A04E58D3}" dt="2024-11-07T08:07:23.424" v="233" actId="1076"/>
          <ac:spMkLst>
            <pc:docMk/>
            <pc:sldMk cId="2008118679" sldId="314"/>
            <ac:spMk id="216" creationId="{00000000-0000-0000-0000-000000000000}"/>
          </ac:spMkLst>
        </pc:spChg>
      </pc:sldChg>
      <pc:sldChg chg="addSp modSp new mod">
        <pc:chgData name="Ms Alina Arshad" userId="cccdfd85-d35d-4453-9c6f-a463aae40722" providerId="ADAL" clId="{9C5463F7-2E4D-44A3-B83D-E1A8A04E58D3}" dt="2024-11-08T04:09:19.339" v="706" actId="1076"/>
        <pc:sldMkLst>
          <pc:docMk/>
          <pc:sldMk cId="702345561" sldId="315"/>
        </pc:sldMkLst>
        <pc:picChg chg="add mod">
          <ac:chgData name="Ms Alina Arshad" userId="cccdfd85-d35d-4453-9c6f-a463aae40722" providerId="ADAL" clId="{9C5463F7-2E4D-44A3-B83D-E1A8A04E58D3}" dt="2024-11-08T04:09:19.339" v="706" actId="1076"/>
          <ac:picMkLst>
            <pc:docMk/>
            <pc:sldMk cId="702345561" sldId="315"/>
            <ac:picMk id="3" creationId="{354D524B-E602-6B70-AB27-56A4F91B4A6E}"/>
          </ac:picMkLst>
        </pc:picChg>
      </pc:sldChg>
      <pc:sldChg chg="addSp modSp new add del mod">
        <pc:chgData name="Ms Alina Arshad" userId="cccdfd85-d35d-4453-9c6f-a463aae40722" providerId="ADAL" clId="{9C5463F7-2E4D-44A3-B83D-E1A8A04E58D3}" dt="2024-11-08T04:34:09.577" v="805" actId="47"/>
        <pc:sldMkLst>
          <pc:docMk/>
          <pc:sldMk cId="3394757724" sldId="316"/>
        </pc:sldMkLst>
        <pc:picChg chg="add mod">
          <ac:chgData name="Ms Alina Arshad" userId="cccdfd85-d35d-4453-9c6f-a463aae40722" providerId="ADAL" clId="{9C5463F7-2E4D-44A3-B83D-E1A8A04E58D3}" dt="2024-11-08T04:09:39.980" v="711" actId="1076"/>
          <ac:picMkLst>
            <pc:docMk/>
            <pc:sldMk cId="3394757724" sldId="316"/>
            <ac:picMk id="3" creationId="{F882CDBF-31BE-4275-BBFA-F0259CEEDA21}"/>
          </ac:picMkLst>
        </pc:picChg>
      </pc:sldChg>
      <pc:sldChg chg="addSp modSp new del mod">
        <pc:chgData name="Ms Alina Arshad" userId="cccdfd85-d35d-4453-9c6f-a463aae40722" providerId="ADAL" clId="{9C5463F7-2E4D-44A3-B83D-E1A8A04E58D3}" dt="2024-11-08T04:34:00.657" v="785" actId="47"/>
        <pc:sldMkLst>
          <pc:docMk/>
          <pc:sldMk cId="3569780371" sldId="317"/>
        </pc:sldMkLst>
        <pc:picChg chg="add mod">
          <ac:chgData name="Ms Alina Arshad" userId="cccdfd85-d35d-4453-9c6f-a463aae40722" providerId="ADAL" clId="{9C5463F7-2E4D-44A3-B83D-E1A8A04E58D3}" dt="2024-11-08T04:13:03.436" v="736" actId="1076"/>
          <ac:picMkLst>
            <pc:docMk/>
            <pc:sldMk cId="3569780371" sldId="317"/>
            <ac:picMk id="3" creationId="{BBE9B20D-D16F-A005-D6CE-46B83BBCFAE7}"/>
          </ac:picMkLst>
        </pc:picChg>
      </pc:sldChg>
      <pc:sldChg chg="addSp delSp modSp new del mod">
        <pc:chgData name="Ms Alina Arshad" userId="cccdfd85-d35d-4453-9c6f-a463aae40722" providerId="ADAL" clId="{9C5463F7-2E4D-44A3-B83D-E1A8A04E58D3}" dt="2024-11-08T04:34:01.890" v="787" actId="47"/>
        <pc:sldMkLst>
          <pc:docMk/>
          <pc:sldMk cId="928914230" sldId="318"/>
        </pc:sldMkLst>
        <pc:spChg chg="mod">
          <ac:chgData name="Ms Alina Arshad" userId="cccdfd85-d35d-4453-9c6f-a463aae40722" providerId="ADAL" clId="{9C5463F7-2E4D-44A3-B83D-E1A8A04E58D3}" dt="2024-11-08T04:13:51.235" v="747" actId="20577"/>
          <ac:spMkLst>
            <pc:docMk/>
            <pc:sldMk cId="928914230" sldId="318"/>
            <ac:spMk id="2" creationId="{9E9281A8-C33D-11C4-AE01-6A7653629539}"/>
          </ac:spMkLst>
        </pc:spChg>
        <pc:spChg chg="del">
          <ac:chgData name="Ms Alina Arshad" userId="cccdfd85-d35d-4453-9c6f-a463aae40722" providerId="ADAL" clId="{9C5463F7-2E4D-44A3-B83D-E1A8A04E58D3}" dt="2024-11-08T04:13:43.460" v="738" actId="22"/>
          <ac:spMkLst>
            <pc:docMk/>
            <pc:sldMk cId="928914230" sldId="318"/>
            <ac:spMk id="3" creationId="{58D888C4-11C7-7226-154E-2CBFCE02F3E7}"/>
          </ac:spMkLst>
        </pc:spChg>
        <pc:picChg chg="add mod ord">
          <ac:chgData name="Ms Alina Arshad" userId="cccdfd85-d35d-4453-9c6f-a463aae40722" providerId="ADAL" clId="{9C5463F7-2E4D-44A3-B83D-E1A8A04E58D3}" dt="2024-11-08T04:13:54.803" v="748" actId="1076"/>
          <ac:picMkLst>
            <pc:docMk/>
            <pc:sldMk cId="928914230" sldId="318"/>
            <ac:picMk id="5" creationId="{D87310F8-3F2A-A853-4A82-1504CFF41FB4}"/>
          </ac:picMkLst>
        </pc:picChg>
      </pc:sldChg>
      <pc:sldChg chg="new del">
        <pc:chgData name="Ms Alina Arshad" userId="cccdfd85-d35d-4453-9c6f-a463aae40722" providerId="ADAL" clId="{9C5463F7-2E4D-44A3-B83D-E1A8A04E58D3}" dt="2024-11-08T04:14:19.470" v="751" actId="47"/>
        <pc:sldMkLst>
          <pc:docMk/>
          <pc:sldMk cId="2921696272" sldId="319"/>
        </pc:sldMkLst>
      </pc:sldChg>
      <pc:sldChg chg="addSp modSp new del mod">
        <pc:chgData name="Ms Alina Arshad" userId="cccdfd85-d35d-4453-9c6f-a463aae40722" providerId="ADAL" clId="{9C5463F7-2E4D-44A3-B83D-E1A8A04E58D3}" dt="2024-11-08T04:34:02.166" v="789" actId="47"/>
        <pc:sldMkLst>
          <pc:docMk/>
          <pc:sldMk cId="2649099385" sldId="320"/>
        </pc:sldMkLst>
        <pc:picChg chg="add mod">
          <ac:chgData name="Ms Alina Arshad" userId="cccdfd85-d35d-4453-9c6f-a463aae40722" providerId="ADAL" clId="{9C5463F7-2E4D-44A3-B83D-E1A8A04E58D3}" dt="2024-11-08T04:14:33.651" v="754" actId="1076"/>
          <ac:picMkLst>
            <pc:docMk/>
            <pc:sldMk cId="2649099385" sldId="320"/>
            <ac:picMk id="3" creationId="{DAC0F029-47C5-1DCB-B454-1A4D64738C09}"/>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96E9186-DDC2-45A9-868A-78B03E8C3828}" type="doc">
      <dgm:prSet loTypeId="urn:microsoft.com/office/officeart/2005/8/layout/list1" loCatId="list" qsTypeId="urn:microsoft.com/office/officeart/2005/8/quickstyle/simple1" qsCatId="simple" csTypeId="urn:microsoft.com/office/officeart/2005/8/colors/accent1_2" csCatId="accent1"/>
      <dgm:spPr/>
      <dgm:t>
        <a:bodyPr/>
        <a:lstStyle/>
        <a:p>
          <a:endParaRPr lang="en-US"/>
        </a:p>
      </dgm:t>
    </dgm:pt>
    <dgm:pt modelId="{D190F7F0-91EE-487E-BF01-B54F4C8F1F30}">
      <dgm:prSet/>
      <dgm:spPr/>
      <dgm:t>
        <a:bodyPr/>
        <a:lstStyle/>
        <a:p>
          <a:r>
            <a:rPr lang="en-US" b="1"/>
            <a:t>Basic 2PL</a:t>
          </a:r>
          <a:endParaRPr lang="en-US"/>
        </a:p>
      </dgm:t>
    </dgm:pt>
    <dgm:pt modelId="{844825BC-FE5A-40E5-8062-08A661EC789F}" type="parTrans" cxnId="{F0AB5998-B691-4A82-B895-88F618C0ADB7}">
      <dgm:prSet/>
      <dgm:spPr/>
      <dgm:t>
        <a:bodyPr/>
        <a:lstStyle/>
        <a:p>
          <a:endParaRPr lang="en-US"/>
        </a:p>
      </dgm:t>
    </dgm:pt>
    <dgm:pt modelId="{30B4444F-39A1-4982-BA9F-79F42EA9727C}" type="sibTrans" cxnId="{F0AB5998-B691-4A82-B895-88F618C0ADB7}">
      <dgm:prSet/>
      <dgm:spPr/>
      <dgm:t>
        <a:bodyPr/>
        <a:lstStyle/>
        <a:p>
          <a:endParaRPr lang="en-US"/>
        </a:p>
      </dgm:t>
    </dgm:pt>
    <dgm:pt modelId="{05D2B701-FE06-41F1-9337-731E3432FF6D}">
      <dgm:prSet/>
      <dgm:spPr/>
      <dgm:t>
        <a:bodyPr/>
        <a:lstStyle/>
        <a:p>
          <a:r>
            <a:rPr lang="en-US"/>
            <a:t>Technique described on previous slides</a:t>
          </a:r>
        </a:p>
      </dgm:t>
    </dgm:pt>
    <dgm:pt modelId="{C633136C-B893-4F89-B9C6-9E3D60604C40}" type="parTrans" cxnId="{7171A8ED-612C-4291-8620-2093D8849D07}">
      <dgm:prSet/>
      <dgm:spPr/>
      <dgm:t>
        <a:bodyPr/>
        <a:lstStyle/>
        <a:p>
          <a:endParaRPr lang="en-US"/>
        </a:p>
      </dgm:t>
    </dgm:pt>
    <dgm:pt modelId="{EE01CA56-BC2D-4959-A16E-D7354EDE2542}" type="sibTrans" cxnId="{7171A8ED-612C-4291-8620-2093D8849D07}">
      <dgm:prSet/>
      <dgm:spPr/>
      <dgm:t>
        <a:bodyPr/>
        <a:lstStyle/>
        <a:p>
          <a:endParaRPr lang="en-US"/>
        </a:p>
      </dgm:t>
    </dgm:pt>
    <dgm:pt modelId="{08B47D5F-CE70-44D2-9338-116B6734F3D7}">
      <dgm:prSet/>
      <dgm:spPr/>
      <dgm:t>
        <a:bodyPr/>
        <a:lstStyle/>
        <a:p>
          <a:r>
            <a:rPr lang="en-US" b="1"/>
            <a:t>Conservative (static) 2PL</a:t>
          </a:r>
          <a:endParaRPr lang="en-US"/>
        </a:p>
      </dgm:t>
    </dgm:pt>
    <dgm:pt modelId="{CAF72DAD-3B46-4395-9F38-3E58156BECAC}" type="parTrans" cxnId="{DA1B7788-2D6C-444C-A0F7-F4E85D47FD01}">
      <dgm:prSet/>
      <dgm:spPr/>
      <dgm:t>
        <a:bodyPr/>
        <a:lstStyle/>
        <a:p>
          <a:endParaRPr lang="en-US"/>
        </a:p>
      </dgm:t>
    </dgm:pt>
    <dgm:pt modelId="{046124AD-B88C-4B05-80C9-27498D3DBBBB}" type="sibTrans" cxnId="{DA1B7788-2D6C-444C-A0F7-F4E85D47FD01}">
      <dgm:prSet/>
      <dgm:spPr/>
      <dgm:t>
        <a:bodyPr/>
        <a:lstStyle/>
        <a:p>
          <a:endParaRPr lang="en-US"/>
        </a:p>
      </dgm:t>
    </dgm:pt>
    <dgm:pt modelId="{479B3AD1-C029-40F6-844F-3EB6DDE6BA00}">
      <dgm:prSet/>
      <dgm:spPr/>
      <dgm:t>
        <a:bodyPr/>
        <a:lstStyle/>
        <a:p>
          <a:r>
            <a:rPr lang="en-US"/>
            <a:t>Requires a transaction to lock all the items it accesses before the transaction begins</a:t>
          </a:r>
        </a:p>
      </dgm:t>
    </dgm:pt>
    <dgm:pt modelId="{20E6EB3A-B253-4DE2-A0B4-FA342E00C9BA}" type="parTrans" cxnId="{0CEBAF25-4AE0-4501-B714-AA9B5AFC47BC}">
      <dgm:prSet/>
      <dgm:spPr/>
      <dgm:t>
        <a:bodyPr/>
        <a:lstStyle/>
        <a:p>
          <a:endParaRPr lang="en-US"/>
        </a:p>
      </dgm:t>
    </dgm:pt>
    <dgm:pt modelId="{C4ECCEA0-0035-4BD3-AF2C-83DC90AFC3BD}" type="sibTrans" cxnId="{0CEBAF25-4AE0-4501-B714-AA9B5AFC47BC}">
      <dgm:prSet/>
      <dgm:spPr/>
      <dgm:t>
        <a:bodyPr/>
        <a:lstStyle/>
        <a:p>
          <a:endParaRPr lang="en-US"/>
        </a:p>
      </dgm:t>
    </dgm:pt>
    <dgm:pt modelId="{273431F1-5ACD-451F-A1AB-C7F0ADB0EDC9}">
      <dgm:prSet/>
      <dgm:spPr/>
      <dgm:t>
        <a:bodyPr/>
        <a:lstStyle/>
        <a:p>
          <a:r>
            <a:rPr lang="en-US"/>
            <a:t>Predeclare read-set and write-set</a:t>
          </a:r>
        </a:p>
      </dgm:t>
    </dgm:pt>
    <dgm:pt modelId="{2DA080B3-1685-4689-A067-069D14F04B3C}" type="parTrans" cxnId="{32C0C4DE-118A-4A0D-B0E6-EBB9B85229BE}">
      <dgm:prSet/>
      <dgm:spPr/>
      <dgm:t>
        <a:bodyPr/>
        <a:lstStyle/>
        <a:p>
          <a:endParaRPr lang="en-US"/>
        </a:p>
      </dgm:t>
    </dgm:pt>
    <dgm:pt modelId="{1FA98C6C-A02F-41B6-A959-5F46D8B47351}" type="sibTrans" cxnId="{32C0C4DE-118A-4A0D-B0E6-EBB9B85229BE}">
      <dgm:prSet/>
      <dgm:spPr/>
      <dgm:t>
        <a:bodyPr/>
        <a:lstStyle/>
        <a:p>
          <a:endParaRPr lang="en-US"/>
        </a:p>
      </dgm:t>
    </dgm:pt>
    <dgm:pt modelId="{1759AE2E-B385-41C9-BD4C-0DFDB29FC4F1}">
      <dgm:prSet/>
      <dgm:spPr/>
      <dgm:t>
        <a:bodyPr/>
        <a:lstStyle/>
        <a:p>
          <a:r>
            <a:rPr lang="en-US"/>
            <a:t>Deadlock-free protocol</a:t>
          </a:r>
        </a:p>
      </dgm:t>
    </dgm:pt>
    <dgm:pt modelId="{3657C408-06E2-4FE9-AC6B-EC7722154920}" type="parTrans" cxnId="{ED836214-141B-4CF2-A5F9-CEE0D0059754}">
      <dgm:prSet/>
      <dgm:spPr/>
      <dgm:t>
        <a:bodyPr/>
        <a:lstStyle/>
        <a:p>
          <a:endParaRPr lang="en-US"/>
        </a:p>
      </dgm:t>
    </dgm:pt>
    <dgm:pt modelId="{FFC30274-80B6-49A0-BB9E-70FD85C5532E}" type="sibTrans" cxnId="{ED836214-141B-4CF2-A5F9-CEE0D0059754}">
      <dgm:prSet/>
      <dgm:spPr/>
      <dgm:t>
        <a:bodyPr/>
        <a:lstStyle/>
        <a:p>
          <a:endParaRPr lang="en-US"/>
        </a:p>
      </dgm:t>
    </dgm:pt>
    <dgm:pt modelId="{61522805-E9DF-4087-A4BD-2AD67F95368E}">
      <dgm:prSet/>
      <dgm:spPr/>
      <dgm:t>
        <a:bodyPr/>
        <a:lstStyle/>
        <a:p>
          <a:r>
            <a:rPr lang="en-US"/>
            <a:t>difficult to use in practice because of the need to predeclare the read-set and write-set, which is not possible in some situations.</a:t>
          </a:r>
        </a:p>
      </dgm:t>
    </dgm:pt>
    <dgm:pt modelId="{AB6A29CD-ED7B-43C5-AFAD-6E2F399B6F0A}" type="parTrans" cxnId="{0A39CF0A-EADD-4C7E-9E82-8898FCEF65B1}">
      <dgm:prSet/>
      <dgm:spPr/>
      <dgm:t>
        <a:bodyPr/>
        <a:lstStyle/>
        <a:p>
          <a:endParaRPr lang="en-US"/>
        </a:p>
      </dgm:t>
    </dgm:pt>
    <dgm:pt modelId="{C63C17D3-96FE-4957-8FD0-BB90EA20C7C0}" type="sibTrans" cxnId="{0A39CF0A-EADD-4C7E-9E82-8898FCEF65B1}">
      <dgm:prSet/>
      <dgm:spPr/>
      <dgm:t>
        <a:bodyPr/>
        <a:lstStyle/>
        <a:p>
          <a:endParaRPr lang="en-US"/>
        </a:p>
      </dgm:t>
    </dgm:pt>
    <dgm:pt modelId="{5956F293-D23D-4BEA-88FF-03D872D6123E}">
      <dgm:prSet/>
      <dgm:spPr/>
      <dgm:t>
        <a:bodyPr/>
        <a:lstStyle/>
        <a:p>
          <a:r>
            <a:rPr lang="en-US" b="1"/>
            <a:t>Strict 2PL</a:t>
          </a:r>
          <a:endParaRPr lang="en-US"/>
        </a:p>
      </dgm:t>
    </dgm:pt>
    <dgm:pt modelId="{DB5937CB-0684-46CF-B38C-99E94BC609FC}" type="parTrans" cxnId="{47925CB1-943E-407D-A409-E359DFF8B5DE}">
      <dgm:prSet/>
      <dgm:spPr/>
      <dgm:t>
        <a:bodyPr/>
        <a:lstStyle/>
        <a:p>
          <a:endParaRPr lang="en-US"/>
        </a:p>
      </dgm:t>
    </dgm:pt>
    <dgm:pt modelId="{A141F767-9C77-4C33-9D16-C01569473BFA}" type="sibTrans" cxnId="{47925CB1-943E-407D-A409-E359DFF8B5DE}">
      <dgm:prSet/>
      <dgm:spPr/>
      <dgm:t>
        <a:bodyPr/>
        <a:lstStyle/>
        <a:p>
          <a:endParaRPr lang="en-US"/>
        </a:p>
      </dgm:t>
    </dgm:pt>
    <dgm:pt modelId="{053AEFBF-18F0-4D92-8327-995FC897BE1E}">
      <dgm:prSet/>
      <dgm:spPr/>
      <dgm:t>
        <a:bodyPr/>
        <a:lstStyle/>
        <a:p>
          <a:r>
            <a:rPr lang="en-US"/>
            <a:t>Transaction does not release exclusive locks (write locks) until after it commits or aborts. It is not deadlock-free.</a:t>
          </a:r>
        </a:p>
      </dgm:t>
    </dgm:pt>
    <dgm:pt modelId="{B8AFAA1F-4B52-4258-91A4-5D68E2F348C1}" type="parTrans" cxnId="{3145EB64-35E7-46FE-80A0-D4B81C3E3DD1}">
      <dgm:prSet/>
      <dgm:spPr/>
      <dgm:t>
        <a:bodyPr/>
        <a:lstStyle/>
        <a:p>
          <a:endParaRPr lang="en-US"/>
        </a:p>
      </dgm:t>
    </dgm:pt>
    <dgm:pt modelId="{01B28F55-6C18-4761-B8F1-CB937FF1CB1D}" type="sibTrans" cxnId="{3145EB64-35E7-46FE-80A0-D4B81C3E3DD1}">
      <dgm:prSet/>
      <dgm:spPr/>
      <dgm:t>
        <a:bodyPr/>
        <a:lstStyle/>
        <a:p>
          <a:endParaRPr lang="en-US"/>
        </a:p>
      </dgm:t>
    </dgm:pt>
    <dgm:pt modelId="{284D06EE-9C52-4F32-9ED9-F6CD9D3E36D9}">
      <dgm:prSet/>
      <dgm:spPr/>
      <dgm:t>
        <a:bodyPr/>
        <a:lstStyle/>
        <a:p>
          <a:r>
            <a:rPr lang="en-US"/>
            <a:t>It is always cascadeless and recoverable. </a:t>
          </a:r>
        </a:p>
      </dgm:t>
    </dgm:pt>
    <dgm:pt modelId="{FDEEE706-A9D1-4752-98BF-6C1993529B8E}" type="parTrans" cxnId="{AC3B13CA-E9BD-41B7-BAC9-E90B6F78CCC9}">
      <dgm:prSet/>
      <dgm:spPr/>
      <dgm:t>
        <a:bodyPr/>
        <a:lstStyle/>
        <a:p>
          <a:endParaRPr lang="en-US"/>
        </a:p>
      </dgm:t>
    </dgm:pt>
    <dgm:pt modelId="{085627F4-8EFD-4EDE-BB21-88BB32DCB5F7}" type="sibTrans" cxnId="{AC3B13CA-E9BD-41B7-BAC9-E90B6F78CCC9}">
      <dgm:prSet/>
      <dgm:spPr/>
      <dgm:t>
        <a:bodyPr/>
        <a:lstStyle/>
        <a:p>
          <a:endParaRPr lang="en-US"/>
        </a:p>
      </dgm:t>
    </dgm:pt>
    <dgm:pt modelId="{2FD006CE-A8E0-4092-813D-EF54C40D0C9C}" type="pres">
      <dgm:prSet presAssocID="{396E9186-DDC2-45A9-868A-78B03E8C3828}" presName="linear" presStyleCnt="0">
        <dgm:presLayoutVars>
          <dgm:dir/>
          <dgm:animLvl val="lvl"/>
          <dgm:resizeHandles val="exact"/>
        </dgm:presLayoutVars>
      </dgm:prSet>
      <dgm:spPr/>
    </dgm:pt>
    <dgm:pt modelId="{D12B9923-D4C3-4FEE-B4C1-A2DEAC1C237A}" type="pres">
      <dgm:prSet presAssocID="{D190F7F0-91EE-487E-BF01-B54F4C8F1F30}" presName="parentLin" presStyleCnt="0"/>
      <dgm:spPr/>
    </dgm:pt>
    <dgm:pt modelId="{A087EEEC-6ABB-4402-AEA6-A006E2EF32D5}" type="pres">
      <dgm:prSet presAssocID="{D190F7F0-91EE-487E-BF01-B54F4C8F1F30}" presName="parentLeftMargin" presStyleLbl="node1" presStyleIdx="0" presStyleCnt="3"/>
      <dgm:spPr/>
    </dgm:pt>
    <dgm:pt modelId="{BEBB600B-9EBF-4E01-8814-09A42811356D}" type="pres">
      <dgm:prSet presAssocID="{D190F7F0-91EE-487E-BF01-B54F4C8F1F30}" presName="parentText" presStyleLbl="node1" presStyleIdx="0" presStyleCnt="3">
        <dgm:presLayoutVars>
          <dgm:chMax val="0"/>
          <dgm:bulletEnabled val="1"/>
        </dgm:presLayoutVars>
      </dgm:prSet>
      <dgm:spPr/>
    </dgm:pt>
    <dgm:pt modelId="{61C422AB-A08F-4EAB-9B8A-05129C55C8FC}" type="pres">
      <dgm:prSet presAssocID="{D190F7F0-91EE-487E-BF01-B54F4C8F1F30}" presName="negativeSpace" presStyleCnt="0"/>
      <dgm:spPr/>
    </dgm:pt>
    <dgm:pt modelId="{34C63A7F-DC3E-4863-8E40-553F2A8C52D9}" type="pres">
      <dgm:prSet presAssocID="{D190F7F0-91EE-487E-BF01-B54F4C8F1F30}" presName="childText" presStyleLbl="conFgAcc1" presStyleIdx="0" presStyleCnt="3">
        <dgm:presLayoutVars>
          <dgm:bulletEnabled val="1"/>
        </dgm:presLayoutVars>
      </dgm:prSet>
      <dgm:spPr/>
    </dgm:pt>
    <dgm:pt modelId="{A3A1003C-6ABC-47DC-9B47-BB6B4BFE6DBD}" type="pres">
      <dgm:prSet presAssocID="{30B4444F-39A1-4982-BA9F-79F42EA9727C}" presName="spaceBetweenRectangles" presStyleCnt="0"/>
      <dgm:spPr/>
    </dgm:pt>
    <dgm:pt modelId="{2712B912-1D51-400E-947B-6430BA76434C}" type="pres">
      <dgm:prSet presAssocID="{08B47D5F-CE70-44D2-9338-116B6734F3D7}" presName="parentLin" presStyleCnt="0"/>
      <dgm:spPr/>
    </dgm:pt>
    <dgm:pt modelId="{00B0C47B-F8C2-4C26-BB43-96C2FF6DD377}" type="pres">
      <dgm:prSet presAssocID="{08B47D5F-CE70-44D2-9338-116B6734F3D7}" presName="parentLeftMargin" presStyleLbl="node1" presStyleIdx="0" presStyleCnt="3"/>
      <dgm:spPr/>
    </dgm:pt>
    <dgm:pt modelId="{736F6DDE-F661-4688-A83C-DF75B86D34B9}" type="pres">
      <dgm:prSet presAssocID="{08B47D5F-CE70-44D2-9338-116B6734F3D7}" presName="parentText" presStyleLbl="node1" presStyleIdx="1" presStyleCnt="3">
        <dgm:presLayoutVars>
          <dgm:chMax val="0"/>
          <dgm:bulletEnabled val="1"/>
        </dgm:presLayoutVars>
      </dgm:prSet>
      <dgm:spPr/>
    </dgm:pt>
    <dgm:pt modelId="{E9C584E6-87B6-4522-81F8-7BA7815EFB7A}" type="pres">
      <dgm:prSet presAssocID="{08B47D5F-CE70-44D2-9338-116B6734F3D7}" presName="negativeSpace" presStyleCnt="0"/>
      <dgm:spPr/>
    </dgm:pt>
    <dgm:pt modelId="{36E23B9F-141D-43E6-AE28-3E81F10CD0B2}" type="pres">
      <dgm:prSet presAssocID="{08B47D5F-CE70-44D2-9338-116B6734F3D7}" presName="childText" presStyleLbl="conFgAcc1" presStyleIdx="1" presStyleCnt="3">
        <dgm:presLayoutVars>
          <dgm:bulletEnabled val="1"/>
        </dgm:presLayoutVars>
      </dgm:prSet>
      <dgm:spPr/>
    </dgm:pt>
    <dgm:pt modelId="{3C7046CE-8E8E-4D3B-9D57-085E999EAA62}" type="pres">
      <dgm:prSet presAssocID="{046124AD-B88C-4B05-80C9-27498D3DBBBB}" presName="spaceBetweenRectangles" presStyleCnt="0"/>
      <dgm:spPr/>
    </dgm:pt>
    <dgm:pt modelId="{622C097F-B26F-42F0-81BB-C53FE2C2BC45}" type="pres">
      <dgm:prSet presAssocID="{5956F293-D23D-4BEA-88FF-03D872D6123E}" presName="parentLin" presStyleCnt="0"/>
      <dgm:spPr/>
    </dgm:pt>
    <dgm:pt modelId="{C5792A2A-1757-48F4-8457-647EB74406E0}" type="pres">
      <dgm:prSet presAssocID="{5956F293-D23D-4BEA-88FF-03D872D6123E}" presName="parentLeftMargin" presStyleLbl="node1" presStyleIdx="1" presStyleCnt="3"/>
      <dgm:spPr/>
    </dgm:pt>
    <dgm:pt modelId="{1DC8FFB2-CA25-4414-B5AA-97DB0EFE1E57}" type="pres">
      <dgm:prSet presAssocID="{5956F293-D23D-4BEA-88FF-03D872D6123E}" presName="parentText" presStyleLbl="node1" presStyleIdx="2" presStyleCnt="3">
        <dgm:presLayoutVars>
          <dgm:chMax val="0"/>
          <dgm:bulletEnabled val="1"/>
        </dgm:presLayoutVars>
      </dgm:prSet>
      <dgm:spPr/>
    </dgm:pt>
    <dgm:pt modelId="{D4757E01-B841-4192-8460-7B54E4ED0FA0}" type="pres">
      <dgm:prSet presAssocID="{5956F293-D23D-4BEA-88FF-03D872D6123E}" presName="negativeSpace" presStyleCnt="0"/>
      <dgm:spPr/>
    </dgm:pt>
    <dgm:pt modelId="{06C18EC3-485E-4DDB-B407-3A4B8AF5933F}" type="pres">
      <dgm:prSet presAssocID="{5956F293-D23D-4BEA-88FF-03D872D6123E}" presName="childText" presStyleLbl="conFgAcc1" presStyleIdx="2" presStyleCnt="3">
        <dgm:presLayoutVars>
          <dgm:bulletEnabled val="1"/>
        </dgm:presLayoutVars>
      </dgm:prSet>
      <dgm:spPr/>
    </dgm:pt>
  </dgm:ptLst>
  <dgm:cxnLst>
    <dgm:cxn modelId="{0A39CF0A-EADD-4C7E-9E82-8898FCEF65B1}" srcId="{08B47D5F-CE70-44D2-9338-116B6734F3D7}" destId="{61522805-E9DF-4087-A4BD-2AD67F95368E}" srcOrd="2" destOrd="0" parTransId="{AB6A29CD-ED7B-43C5-AFAD-6E2F399B6F0A}" sibTransId="{C63C17D3-96FE-4957-8FD0-BB90EA20C7C0}"/>
    <dgm:cxn modelId="{ED836214-141B-4CF2-A5F9-CEE0D0059754}" srcId="{08B47D5F-CE70-44D2-9338-116B6734F3D7}" destId="{1759AE2E-B385-41C9-BD4C-0DFDB29FC4F1}" srcOrd="1" destOrd="0" parTransId="{3657C408-06E2-4FE9-AC6B-EC7722154920}" sibTransId="{FFC30274-80B6-49A0-BB9E-70FD85C5532E}"/>
    <dgm:cxn modelId="{0CEBAF25-4AE0-4501-B714-AA9B5AFC47BC}" srcId="{08B47D5F-CE70-44D2-9338-116B6734F3D7}" destId="{479B3AD1-C029-40F6-844F-3EB6DDE6BA00}" srcOrd="0" destOrd="0" parTransId="{20E6EB3A-B253-4DE2-A0B4-FA342E00C9BA}" sibTransId="{C4ECCEA0-0035-4BD3-AF2C-83DC90AFC3BD}"/>
    <dgm:cxn modelId="{E7024A3B-715A-46C0-8AC6-8E9072A61687}" type="presOf" srcId="{1759AE2E-B385-41C9-BD4C-0DFDB29FC4F1}" destId="{36E23B9F-141D-43E6-AE28-3E81F10CD0B2}" srcOrd="0" destOrd="2" presId="urn:microsoft.com/office/officeart/2005/8/layout/list1"/>
    <dgm:cxn modelId="{3145EB64-35E7-46FE-80A0-D4B81C3E3DD1}" srcId="{5956F293-D23D-4BEA-88FF-03D872D6123E}" destId="{053AEFBF-18F0-4D92-8327-995FC897BE1E}" srcOrd="0" destOrd="0" parTransId="{B8AFAA1F-4B52-4258-91A4-5D68E2F348C1}" sibTransId="{01B28F55-6C18-4761-B8F1-CB937FF1CB1D}"/>
    <dgm:cxn modelId="{54CD827A-8F34-4876-9DC7-43E478954362}" type="presOf" srcId="{273431F1-5ACD-451F-A1AB-C7F0ADB0EDC9}" destId="{36E23B9F-141D-43E6-AE28-3E81F10CD0B2}" srcOrd="0" destOrd="1" presId="urn:microsoft.com/office/officeart/2005/8/layout/list1"/>
    <dgm:cxn modelId="{4E567F87-541C-4D0E-94CB-D041EB96482F}" type="presOf" srcId="{5956F293-D23D-4BEA-88FF-03D872D6123E}" destId="{1DC8FFB2-CA25-4414-B5AA-97DB0EFE1E57}" srcOrd="1" destOrd="0" presId="urn:microsoft.com/office/officeart/2005/8/layout/list1"/>
    <dgm:cxn modelId="{DA1B7788-2D6C-444C-A0F7-F4E85D47FD01}" srcId="{396E9186-DDC2-45A9-868A-78B03E8C3828}" destId="{08B47D5F-CE70-44D2-9338-116B6734F3D7}" srcOrd="1" destOrd="0" parTransId="{CAF72DAD-3B46-4395-9F38-3E58156BECAC}" sibTransId="{046124AD-B88C-4B05-80C9-27498D3DBBBB}"/>
    <dgm:cxn modelId="{DDAD4E8E-F203-4930-88AC-B92AFEFA6EF2}" type="presOf" srcId="{D190F7F0-91EE-487E-BF01-B54F4C8F1F30}" destId="{A087EEEC-6ABB-4402-AEA6-A006E2EF32D5}" srcOrd="0" destOrd="0" presId="urn:microsoft.com/office/officeart/2005/8/layout/list1"/>
    <dgm:cxn modelId="{D737B28E-DC84-49A3-B656-12187F6D9374}" type="presOf" srcId="{05D2B701-FE06-41F1-9337-731E3432FF6D}" destId="{34C63A7F-DC3E-4863-8E40-553F2A8C52D9}" srcOrd="0" destOrd="0" presId="urn:microsoft.com/office/officeart/2005/8/layout/list1"/>
    <dgm:cxn modelId="{F0AB5998-B691-4A82-B895-88F618C0ADB7}" srcId="{396E9186-DDC2-45A9-868A-78B03E8C3828}" destId="{D190F7F0-91EE-487E-BF01-B54F4C8F1F30}" srcOrd="0" destOrd="0" parTransId="{844825BC-FE5A-40E5-8062-08A661EC789F}" sibTransId="{30B4444F-39A1-4982-BA9F-79F42EA9727C}"/>
    <dgm:cxn modelId="{B20E23A1-FD15-4AAD-9FF5-59989C2DD158}" type="presOf" srcId="{61522805-E9DF-4087-A4BD-2AD67F95368E}" destId="{36E23B9F-141D-43E6-AE28-3E81F10CD0B2}" srcOrd="0" destOrd="3" presId="urn:microsoft.com/office/officeart/2005/8/layout/list1"/>
    <dgm:cxn modelId="{99EBEDAB-06C5-4754-876A-9C6F40D66359}" type="presOf" srcId="{5956F293-D23D-4BEA-88FF-03D872D6123E}" destId="{C5792A2A-1757-48F4-8457-647EB74406E0}" srcOrd="0" destOrd="0" presId="urn:microsoft.com/office/officeart/2005/8/layout/list1"/>
    <dgm:cxn modelId="{47925CB1-943E-407D-A409-E359DFF8B5DE}" srcId="{396E9186-DDC2-45A9-868A-78B03E8C3828}" destId="{5956F293-D23D-4BEA-88FF-03D872D6123E}" srcOrd="2" destOrd="0" parTransId="{DB5937CB-0684-46CF-B38C-99E94BC609FC}" sibTransId="{A141F767-9C77-4C33-9D16-C01569473BFA}"/>
    <dgm:cxn modelId="{E510BABB-1F5B-42F1-A7A3-3D2F043E3B77}" type="presOf" srcId="{D190F7F0-91EE-487E-BF01-B54F4C8F1F30}" destId="{BEBB600B-9EBF-4E01-8814-09A42811356D}" srcOrd="1" destOrd="0" presId="urn:microsoft.com/office/officeart/2005/8/layout/list1"/>
    <dgm:cxn modelId="{AC3B13CA-E9BD-41B7-BAC9-E90B6F78CCC9}" srcId="{5956F293-D23D-4BEA-88FF-03D872D6123E}" destId="{284D06EE-9C52-4F32-9ED9-F6CD9D3E36D9}" srcOrd="1" destOrd="0" parTransId="{FDEEE706-A9D1-4752-98BF-6C1993529B8E}" sibTransId="{085627F4-8EFD-4EDE-BB21-88BB32DCB5F7}"/>
    <dgm:cxn modelId="{68E8C7D9-16FF-4504-8EFD-D05AC4EF4E71}" type="presOf" srcId="{08B47D5F-CE70-44D2-9338-116B6734F3D7}" destId="{736F6DDE-F661-4688-A83C-DF75B86D34B9}" srcOrd="1" destOrd="0" presId="urn:microsoft.com/office/officeart/2005/8/layout/list1"/>
    <dgm:cxn modelId="{E32BE5DC-8DF7-4264-95F3-11F6654513D6}" type="presOf" srcId="{08B47D5F-CE70-44D2-9338-116B6734F3D7}" destId="{00B0C47B-F8C2-4C26-BB43-96C2FF6DD377}" srcOrd="0" destOrd="0" presId="urn:microsoft.com/office/officeart/2005/8/layout/list1"/>
    <dgm:cxn modelId="{32C0C4DE-118A-4A0D-B0E6-EBB9B85229BE}" srcId="{479B3AD1-C029-40F6-844F-3EB6DDE6BA00}" destId="{273431F1-5ACD-451F-A1AB-C7F0ADB0EDC9}" srcOrd="0" destOrd="0" parTransId="{2DA080B3-1685-4689-A067-069D14F04B3C}" sibTransId="{1FA98C6C-A02F-41B6-A959-5F46D8B47351}"/>
    <dgm:cxn modelId="{59E4B1EA-19C3-4EA6-A360-96932007A61E}" type="presOf" srcId="{284D06EE-9C52-4F32-9ED9-F6CD9D3E36D9}" destId="{06C18EC3-485E-4DDB-B407-3A4B8AF5933F}" srcOrd="0" destOrd="1" presId="urn:microsoft.com/office/officeart/2005/8/layout/list1"/>
    <dgm:cxn modelId="{7171A8ED-612C-4291-8620-2093D8849D07}" srcId="{D190F7F0-91EE-487E-BF01-B54F4C8F1F30}" destId="{05D2B701-FE06-41F1-9337-731E3432FF6D}" srcOrd="0" destOrd="0" parTransId="{C633136C-B893-4F89-B9C6-9E3D60604C40}" sibTransId="{EE01CA56-BC2D-4959-A16E-D7354EDE2542}"/>
    <dgm:cxn modelId="{3836FBEF-DCE0-4B95-BDA2-939EEC3CFE20}" type="presOf" srcId="{479B3AD1-C029-40F6-844F-3EB6DDE6BA00}" destId="{36E23B9F-141D-43E6-AE28-3E81F10CD0B2}" srcOrd="0" destOrd="0" presId="urn:microsoft.com/office/officeart/2005/8/layout/list1"/>
    <dgm:cxn modelId="{D1EE07F5-6754-471B-B011-5E750680139A}" type="presOf" srcId="{396E9186-DDC2-45A9-868A-78B03E8C3828}" destId="{2FD006CE-A8E0-4092-813D-EF54C40D0C9C}" srcOrd="0" destOrd="0" presId="urn:microsoft.com/office/officeart/2005/8/layout/list1"/>
    <dgm:cxn modelId="{3AE09DFF-AA13-478E-81C5-F3C2114CB670}" type="presOf" srcId="{053AEFBF-18F0-4D92-8327-995FC897BE1E}" destId="{06C18EC3-485E-4DDB-B407-3A4B8AF5933F}" srcOrd="0" destOrd="0" presId="urn:microsoft.com/office/officeart/2005/8/layout/list1"/>
    <dgm:cxn modelId="{E09D1AC8-75BB-494F-9846-4F1E2B9DFCA2}" type="presParOf" srcId="{2FD006CE-A8E0-4092-813D-EF54C40D0C9C}" destId="{D12B9923-D4C3-4FEE-B4C1-A2DEAC1C237A}" srcOrd="0" destOrd="0" presId="urn:microsoft.com/office/officeart/2005/8/layout/list1"/>
    <dgm:cxn modelId="{29474B85-AF0C-46EB-BF3F-E7251001D73D}" type="presParOf" srcId="{D12B9923-D4C3-4FEE-B4C1-A2DEAC1C237A}" destId="{A087EEEC-6ABB-4402-AEA6-A006E2EF32D5}" srcOrd="0" destOrd="0" presId="urn:microsoft.com/office/officeart/2005/8/layout/list1"/>
    <dgm:cxn modelId="{ECF8E1ED-C1A0-4835-B613-274EA443013A}" type="presParOf" srcId="{D12B9923-D4C3-4FEE-B4C1-A2DEAC1C237A}" destId="{BEBB600B-9EBF-4E01-8814-09A42811356D}" srcOrd="1" destOrd="0" presId="urn:microsoft.com/office/officeart/2005/8/layout/list1"/>
    <dgm:cxn modelId="{C63A1943-71C0-4393-B147-E304AFA32B6A}" type="presParOf" srcId="{2FD006CE-A8E0-4092-813D-EF54C40D0C9C}" destId="{61C422AB-A08F-4EAB-9B8A-05129C55C8FC}" srcOrd="1" destOrd="0" presId="urn:microsoft.com/office/officeart/2005/8/layout/list1"/>
    <dgm:cxn modelId="{54B1F6FA-F283-4016-9F18-53FFA921F939}" type="presParOf" srcId="{2FD006CE-A8E0-4092-813D-EF54C40D0C9C}" destId="{34C63A7F-DC3E-4863-8E40-553F2A8C52D9}" srcOrd="2" destOrd="0" presId="urn:microsoft.com/office/officeart/2005/8/layout/list1"/>
    <dgm:cxn modelId="{E15051BF-7099-4256-BE6E-370AC3430B64}" type="presParOf" srcId="{2FD006CE-A8E0-4092-813D-EF54C40D0C9C}" destId="{A3A1003C-6ABC-47DC-9B47-BB6B4BFE6DBD}" srcOrd="3" destOrd="0" presId="urn:microsoft.com/office/officeart/2005/8/layout/list1"/>
    <dgm:cxn modelId="{EB2B8BA1-16E1-4E94-9279-B18425F5BEAF}" type="presParOf" srcId="{2FD006CE-A8E0-4092-813D-EF54C40D0C9C}" destId="{2712B912-1D51-400E-947B-6430BA76434C}" srcOrd="4" destOrd="0" presId="urn:microsoft.com/office/officeart/2005/8/layout/list1"/>
    <dgm:cxn modelId="{BF6CB829-4942-4DF1-95C4-7314F46D9A9B}" type="presParOf" srcId="{2712B912-1D51-400E-947B-6430BA76434C}" destId="{00B0C47B-F8C2-4C26-BB43-96C2FF6DD377}" srcOrd="0" destOrd="0" presId="urn:microsoft.com/office/officeart/2005/8/layout/list1"/>
    <dgm:cxn modelId="{FBD074AC-6EE9-44FA-957C-A7959DF3542C}" type="presParOf" srcId="{2712B912-1D51-400E-947B-6430BA76434C}" destId="{736F6DDE-F661-4688-A83C-DF75B86D34B9}" srcOrd="1" destOrd="0" presId="urn:microsoft.com/office/officeart/2005/8/layout/list1"/>
    <dgm:cxn modelId="{1F7562CA-E2B6-4C5A-B0B8-9689BC9805A5}" type="presParOf" srcId="{2FD006CE-A8E0-4092-813D-EF54C40D0C9C}" destId="{E9C584E6-87B6-4522-81F8-7BA7815EFB7A}" srcOrd="5" destOrd="0" presId="urn:microsoft.com/office/officeart/2005/8/layout/list1"/>
    <dgm:cxn modelId="{5E9D707B-0624-4952-94A8-208C29352418}" type="presParOf" srcId="{2FD006CE-A8E0-4092-813D-EF54C40D0C9C}" destId="{36E23B9F-141D-43E6-AE28-3E81F10CD0B2}" srcOrd="6" destOrd="0" presId="urn:microsoft.com/office/officeart/2005/8/layout/list1"/>
    <dgm:cxn modelId="{537F9F5E-FC3B-452C-8010-457168FD18FB}" type="presParOf" srcId="{2FD006CE-A8E0-4092-813D-EF54C40D0C9C}" destId="{3C7046CE-8E8E-4D3B-9D57-085E999EAA62}" srcOrd="7" destOrd="0" presId="urn:microsoft.com/office/officeart/2005/8/layout/list1"/>
    <dgm:cxn modelId="{528F018E-6EE7-4DC2-AC69-DBC86A6503D7}" type="presParOf" srcId="{2FD006CE-A8E0-4092-813D-EF54C40D0C9C}" destId="{622C097F-B26F-42F0-81BB-C53FE2C2BC45}" srcOrd="8" destOrd="0" presId="urn:microsoft.com/office/officeart/2005/8/layout/list1"/>
    <dgm:cxn modelId="{B9F79D40-214F-4274-A254-BDF6D0B9FA50}" type="presParOf" srcId="{622C097F-B26F-42F0-81BB-C53FE2C2BC45}" destId="{C5792A2A-1757-48F4-8457-647EB74406E0}" srcOrd="0" destOrd="0" presId="urn:microsoft.com/office/officeart/2005/8/layout/list1"/>
    <dgm:cxn modelId="{B62CD70B-4D19-451F-80A8-EAF0AD655A25}" type="presParOf" srcId="{622C097F-B26F-42F0-81BB-C53FE2C2BC45}" destId="{1DC8FFB2-CA25-4414-B5AA-97DB0EFE1E57}" srcOrd="1" destOrd="0" presId="urn:microsoft.com/office/officeart/2005/8/layout/list1"/>
    <dgm:cxn modelId="{3631F11F-791A-4E7E-BDA1-2B1FAC836F50}" type="presParOf" srcId="{2FD006CE-A8E0-4092-813D-EF54C40D0C9C}" destId="{D4757E01-B841-4192-8460-7B54E4ED0FA0}" srcOrd="9" destOrd="0" presId="urn:microsoft.com/office/officeart/2005/8/layout/list1"/>
    <dgm:cxn modelId="{31B566B6-7E4D-4040-8F10-9D280683651F}" type="presParOf" srcId="{2FD006CE-A8E0-4092-813D-EF54C40D0C9C}" destId="{06C18EC3-485E-4DDB-B407-3A4B8AF5933F}" srcOrd="10"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4C63A7F-DC3E-4863-8E40-553F2A8C52D9}">
      <dsp:nvSpPr>
        <dsp:cNvPr id="0" name=""/>
        <dsp:cNvSpPr/>
      </dsp:nvSpPr>
      <dsp:spPr>
        <a:xfrm>
          <a:off x="0" y="341090"/>
          <a:ext cx="6797675" cy="765450"/>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27575" tIns="374904" rIns="527575" bIns="128016" numCol="1" spcCol="1270" anchor="t" anchorCtr="0">
          <a:noAutofit/>
        </a:bodyPr>
        <a:lstStyle/>
        <a:p>
          <a:pPr marL="171450" lvl="1" indent="-171450" algn="l" defTabSz="800100">
            <a:lnSpc>
              <a:spcPct val="90000"/>
            </a:lnSpc>
            <a:spcBef>
              <a:spcPct val="0"/>
            </a:spcBef>
            <a:spcAft>
              <a:spcPct val="15000"/>
            </a:spcAft>
            <a:buChar char="•"/>
          </a:pPr>
          <a:r>
            <a:rPr lang="en-US" sz="1800" kern="1200"/>
            <a:t>Technique described on previous slides</a:t>
          </a:r>
        </a:p>
      </dsp:txBody>
      <dsp:txXfrm>
        <a:off x="0" y="341090"/>
        <a:ext cx="6797675" cy="765450"/>
      </dsp:txXfrm>
    </dsp:sp>
    <dsp:sp modelId="{BEBB600B-9EBF-4E01-8814-09A42811356D}">
      <dsp:nvSpPr>
        <dsp:cNvPr id="0" name=""/>
        <dsp:cNvSpPr/>
      </dsp:nvSpPr>
      <dsp:spPr>
        <a:xfrm>
          <a:off x="339883" y="75410"/>
          <a:ext cx="4758372" cy="53136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9855" tIns="0" rIns="179855" bIns="0" numCol="1" spcCol="1270" anchor="ctr" anchorCtr="0">
          <a:noAutofit/>
        </a:bodyPr>
        <a:lstStyle/>
        <a:p>
          <a:pPr marL="0" lvl="0" indent="0" algn="l" defTabSz="800100">
            <a:lnSpc>
              <a:spcPct val="90000"/>
            </a:lnSpc>
            <a:spcBef>
              <a:spcPct val="0"/>
            </a:spcBef>
            <a:spcAft>
              <a:spcPct val="35000"/>
            </a:spcAft>
            <a:buNone/>
          </a:pPr>
          <a:r>
            <a:rPr lang="en-US" sz="1800" b="1" kern="1200"/>
            <a:t>Basic 2PL</a:t>
          </a:r>
          <a:endParaRPr lang="en-US" sz="1800" kern="1200"/>
        </a:p>
      </dsp:txBody>
      <dsp:txXfrm>
        <a:off x="365822" y="101349"/>
        <a:ext cx="4706494" cy="479482"/>
      </dsp:txXfrm>
    </dsp:sp>
    <dsp:sp modelId="{36E23B9F-141D-43E6-AE28-3E81F10CD0B2}">
      <dsp:nvSpPr>
        <dsp:cNvPr id="0" name=""/>
        <dsp:cNvSpPr/>
      </dsp:nvSpPr>
      <dsp:spPr>
        <a:xfrm>
          <a:off x="0" y="1469420"/>
          <a:ext cx="6797675" cy="2438100"/>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27575" tIns="374904" rIns="527575" bIns="128016" numCol="1" spcCol="1270" anchor="t" anchorCtr="0">
          <a:noAutofit/>
        </a:bodyPr>
        <a:lstStyle/>
        <a:p>
          <a:pPr marL="171450" lvl="1" indent="-171450" algn="l" defTabSz="800100">
            <a:lnSpc>
              <a:spcPct val="90000"/>
            </a:lnSpc>
            <a:spcBef>
              <a:spcPct val="0"/>
            </a:spcBef>
            <a:spcAft>
              <a:spcPct val="15000"/>
            </a:spcAft>
            <a:buChar char="•"/>
          </a:pPr>
          <a:r>
            <a:rPr lang="en-US" sz="1800" kern="1200"/>
            <a:t>Requires a transaction to lock all the items it accesses before the transaction begins</a:t>
          </a:r>
        </a:p>
        <a:p>
          <a:pPr marL="342900" lvl="2" indent="-171450" algn="l" defTabSz="800100">
            <a:lnSpc>
              <a:spcPct val="90000"/>
            </a:lnSpc>
            <a:spcBef>
              <a:spcPct val="0"/>
            </a:spcBef>
            <a:spcAft>
              <a:spcPct val="15000"/>
            </a:spcAft>
            <a:buChar char="•"/>
          </a:pPr>
          <a:r>
            <a:rPr lang="en-US" sz="1800" kern="1200"/>
            <a:t>Predeclare read-set and write-set</a:t>
          </a:r>
        </a:p>
        <a:p>
          <a:pPr marL="171450" lvl="1" indent="-171450" algn="l" defTabSz="800100">
            <a:lnSpc>
              <a:spcPct val="90000"/>
            </a:lnSpc>
            <a:spcBef>
              <a:spcPct val="0"/>
            </a:spcBef>
            <a:spcAft>
              <a:spcPct val="15000"/>
            </a:spcAft>
            <a:buChar char="•"/>
          </a:pPr>
          <a:r>
            <a:rPr lang="en-US" sz="1800" kern="1200"/>
            <a:t>Deadlock-free protocol</a:t>
          </a:r>
        </a:p>
        <a:p>
          <a:pPr marL="171450" lvl="1" indent="-171450" algn="l" defTabSz="800100">
            <a:lnSpc>
              <a:spcPct val="90000"/>
            </a:lnSpc>
            <a:spcBef>
              <a:spcPct val="0"/>
            </a:spcBef>
            <a:spcAft>
              <a:spcPct val="15000"/>
            </a:spcAft>
            <a:buChar char="•"/>
          </a:pPr>
          <a:r>
            <a:rPr lang="en-US" sz="1800" kern="1200"/>
            <a:t>difficult to use in practice because of the need to predeclare the read-set and write-set, which is not possible in some situations.</a:t>
          </a:r>
        </a:p>
      </dsp:txBody>
      <dsp:txXfrm>
        <a:off x="0" y="1469420"/>
        <a:ext cx="6797675" cy="2438100"/>
      </dsp:txXfrm>
    </dsp:sp>
    <dsp:sp modelId="{736F6DDE-F661-4688-A83C-DF75B86D34B9}">
      <dsp:nvSpPr>
        <dsp:cNvPr id="0" name=""/>
        <dsp:cNvSpPr/>
      </dsp:nvSpPr>
      <dsp:spPr>
        <a:xfrm>
          <a:off x="339883" y="1203740"/>
          <a:ext cx="4758372" cy="53136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9855" tIns="0" rIns="179855" bIns="0" numCol="1" spcCol="1270" anchor="ctr" anchorCtr="0">
          <a:noAutofit/>
        </a:bodyPr>
        <a:lstStyle/>
        <a:p>
          <a:pPr marL="0" lvl="0" indent="0" algn="l" defTabSz="800100">
            <a:lnSpc>
              <a:spcPct val="90000"/>
            </a:lnSpc>
            <a:spcBef>
              <a:spcPct val="0"/>
            </a:spcBef>
            <a:spcAft>
              <a:spcPct val="35000"/>
            </a:spcAft>
            <a:buNone/>
          </a:pPr>
          <a:r>
            <a:rPr lang="en-US" sz="1800" b="1" kern="1200"/>
            <a:t>Conservative (static) 2PL</a:t>
          </a:r>
          <a:endParaRPr lang="en-US" sz="1800" kern="1200"/>
        </a:p>
      </dsp:txBody>
      <dsp:txXfrm>
        <a:off x="365822" y="1229679"/>
        <a:ext cx="4706494" cy="479482"/>
      </dsp:txXfrm>
    </dsp:sp>
    <dsp:sp modelId="{06C18EC3-485E-4DDB-B407-3A4B8AF5933F}">
      <dsp:nvSpPr>
        <dsp:cNvPr id="0" name=""/>
        <dsp:cNvSpPr/>
      </dsp:nvSpPr>
      <dsp:spPr>
        <a:xfrm>
          <a:off x="0" y="4270401"/>
          <a:ext cx="6797675" cy="1304100"/>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27575" tIns="374904" rIns="527575" bIns="128016" numCol="1" spcCol="1270" anchor="t" anchorCtr="0">
          <a:noAutofit/>
        </a:bodyPr>
        <a:lstStyle/>
        <a:p>
          <a:pPr marL="171450" lvl="1" indent="-171450" algn="l" defTabSz="800100">
            <a:lnSpc>
              <a:spcPct val="90000"/>
            </a:lnSpc>
            <a:spcBef>
              <a:spcPct val="0"/>
            </a:spcBef>
            <a:spcAft>
              <a:spcPct val="15000"/>
            </a:spcAft>
            <a:buChar char="•"/>
          </a:pPr>
          <a:r>
            <a:rPr lang="en-US" sz="1800" kern="1200"/>
            <a:t>Transaction does not release exclusive locks (write locks) until after it commits or aborts. It is not deadlock-free.</a:t>
          </a:r>
        </a:p>
        <a:p>
          <a:pPr marL="171450" lvl="1" indent="-171450" algn="l" defTabSz="800100">
            <a:lnSpc>
              <a:spcPct val="90000"/>
            </a:lnSpc>
            <a:spcBef>
              <a:spcPct val="0"/>
            </a:spcBef>
            <a:spcAft>
              <a:spcPct val="15000"/>
            </a:spcAft>
            <a:buChar char="•"/>
          </a:pPr>
          <a:r>
            <a:rPr lang="en-US" sz="1800" kern="1200"/>
            <a:t>It is always cascadeless and recoverable. </a:t>
          </a:r>
        </a:p>
      </dsp:txBody>
      <dsp:txXfrm>
        <a:off x="0" y="4270401"/>
        <a:ext cx="6797675" cy="1304100"/>
      </dsp:txXfrm>
    </dsp:sp>
    <dsp:sp modelId="{1DC8FFB2-CA25-4414-B5AA-97DB0EFE1E57}">
      <dsp:nvSpPr>
        <dsp:cNvPr id="0" name=""/>
        <dsp:cNvSpPr/>
      </dsp:nvSpPr>
      <dsp:spPr>
        <a:xfrm>
          <a:off x="339883" y="4004721"/>
          <a:ext cx="4758372" cy="53136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9855" tIns="0" rIns="179855" bIns="0" numCol="1" spcCol="1270" anchor="ctr" anchorCtr="0">
          <a:noAutofit/>
        </a:bodyPr>
        <a:lstStyle/>
        <a:p>
          <a:pPr marL="0" lvl="0" indent="0" algn="l" defTabSz="800100">
            <a:lnSpc>
              <a:spcPct val="90000"/>
            </a:lnSpc>
            <a:spcBef>
              <a:spcPct val="0"/>
            </a:spcBef>
            <a:spcAft>
              <a:spcPct val="35000"/>
            </a:spcAft>
            <a:buNone/>
          </a:pPr>
          <a:r>
            <a:rPr lang="en-US" sz="1800" b="1" kern="1200"/>
            <a:t>Strict 2PL</a:t>
          </a:r>
          <a:endParaRPr lang="en-US" sz="1800" kern="1200"/>
        </a:p>
      </dsp:txBody>
      <dsp:txXfrm>
        <a:off x="365822" y="4030660"/>
        <a:ext cx="4706494" cy="479482"/>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B90151-A221-46B3-A769-373FDD9A38FB}" type="datetimeFigureOut">
              <a:rPr lang="en-US" smtClean="0"/>
              <a:t>11/19/2024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C4BEA5B-0F90-491B-8570-2B3910989086}" type="slidenum">
              <a:rPr lang="en-US" smtClean="0"/>
              <a:t>‹#›</a:t>
            </a:fld>
            <a:endParaRPr lang="en-US"/>
          </a:p>
        </p:txBody>
      </p:sp>
    </p:spTree>
    <p:extLst>
      <p:ext uri="{BB962C8B-B14F-4D97-AF65-F5344CB8AC3E}">
        <p14:creationId xmlns:p14="http://schemas.microsoft.com/office/powerpoint/2010/main" val="30161351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C4BEA5B-0F90-491B-8570-2B3910989086}" type="slidenum">
              <a:rPr lang="en-US" smtClean="0"/>
              <a:t>1</a:t>
            </a:fld>
            <a:endParaRPr lang="en-US"/>
          </a:p>
        </p:txBody>
      </p:sp>
    </p:spTree>
    <p:extLst>
      <p:ext uri="{BB962C8B-B14F-4D97-AF65-F5344CB8AC3E}">
        <p14:creationId xmlns:p14="http://schemas.microsoft.com/office/powerpoint/2010/main" val="26001376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3:notes"/>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1" name="Google Shape;101;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4:notes"/>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8" name="Google Shape;108;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19a93c4210c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 name="Google Shape;116;g19a93c4210c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5:notes"/>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2" name="Google Shape;12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6:notes"/>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9" name="Google Shape;129;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7:notes"/>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8" name="Google Shape;138;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g19a93c4210c_0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5" name="Google Shape;145;g19a93c4210c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g19dd3b3a171_0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1" name="Google Shape;181;g19dd3b3a171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19dd3b3a171_0_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19dd3b3a171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19dd3b3a171_0_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3" name="Google Shape;193;g19dd3b3a171_0_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8:notes"/>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99" name="Google Shape;199;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p9:notes"/>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6" name="Google Shape;206;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10:notes"/>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15" name="Google Shape;215;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1:notes"/>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1" name="Google Shape;221;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12:notes"/>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8" name="Google Shape;228;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p13:notes"/>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33" name="Google Shape;233;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p14:notes"/>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40" name="Google Shape;240;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g19a93c4210c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7" name="Google Shape;247;g19a93c4210c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g1a212a27f36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3" name="Google Shape;253;g1a212a27f36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Shared lock: Imagine you are reading a book from the library (S-lock).If you decide to write notes in the book, you need to lock it so no one else can use it (X-lock).You can only do this if no one else is reading the book.</a:t>
            </a:r>
            <a:br>
              <a:rPr lang="en-US" dirty="0"/>
            </a:br>
            <a:r>
              <a:rPr lang="en-US" dirty="0"/>
              <a:t>exclusive lock; Imagine you are writing in the library book (X-lock).Once you are done writing, you can allow others to read the book (S-lock) while you continue reading it.</a:t>
            </a:r>
            <a:endParaRPr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p15:notes"/>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59" name="Google Shape;259;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6" name="Google Shape;266;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p17:notes"/>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73" name="Google Shape;273;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g1a212a27f36_1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0" name="Google Shape;280;g1a212a27f36_1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p18:notes"/>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87" name="Google Shape;287;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p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6" name="Google Shape;296;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3" name="Google Shape;303;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p:cNvGrpSpPr/>
        <p:nvPr/>
      </p:nvGrpSpPr>
      <p:grpSpPr>
        <a:xfrm>
          <a:off x="0" y="0"/>
          <a:ext cx="0" cy="0"/>
          <a:chOff x="0" y="0"/>
          <a:chExt cx="0" cy="0"/>
        </a:xfrm>
      </p:grpSpPr>
      <p:sp>
        <p:nvSpPr>
          <p:cNvPr id="308" name="Google Shape;308;p21:notes"/>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09" name="Google Shape;309;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Google Shape;317;p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8" name="Google Shape;318;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Google Shape;323;p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4" name="Google Shape;324;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8"/>
        <p:cNvGrpSpPr/>
        <p:nvPr/>
      </p:nvGrpSpPr>
      <p:grpSpPr>
        <a:xfrm>
          <a:off x="0" y="0"/>
          <a:ext cx="0" cy="0"/>
          <a:chOff x="0" y="0"/>
          <a:chExt cx="0" cy="0"/>
        </a:xfrm>
      </p:grpSpPr>
      <p:sp>
        <p:nvSpPr>
          <p:cNvPr id="329" name="Google Shape;329;p24:notes"/>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30" name="Google Shape;330;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5"/>
        <p:cNvGrpSpPr/>
        <p:nvPr/>
      </p:nvGrpSpPr>
      <p:grpSpPr>
        <a:xfrm>
          <a:off x="0" y="0"/>
          <a:ext cx="0" cy="0"/>
          <a:chOff x="0" y="0"/>
          <a:chExt cx="0" cy="0"/>
        </a:xfrm>
      </p:grpSpPr>
      <p:sp>
        <p:nvSpPr>
          <p:cNvPr id="336" name="Google Shape;336;p25:notes"/>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37" name="Google Shape;337;p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2"/>
        <p:cNvGrpSpPr/>
        <p:nvPr/>
      </p:nvGrpSpPr>
      <p:grpSpPr>
        <a:xfrm>
          <a:off x="0" y="0"/>
          <a:ext cx="0" cy="0"/>
          <a:chOff x="0" y="0"/>
          <a:chExt cx="0" cy="0"/>
        </a:xfrm>
      </p:grpSpPr>
      <p:sp>
        <p:nvSpPr>
          <p:cNvPr id="343" name="Google Shape;343;p26:notes"/>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b="1"/>
              <a:t>Wait-Die scheme</a:t>
            </a:r>
            <a:endParaRPr/>
          </a:p>
          <a:p>
            <a:pPr marL="0" lvl="0" indent="0" algn="l" rtl="0">
              <a:lnSpc>
                <a:spcPct val="100000"/>
              </a:lnSpc>
              <a:spcBef>
                <a:spcPts val="0"/>
              </a:spcBef>
              <a:spcAft>
                <a:spcPts val="0"/>
              </a:spcAft>
              <a:buSzPts val="1100"/>
              <a:buNone/>
            </a:pPr>
            <a:r>
              <a:rPr lang="en"/>
              <a:t>In this scheme, if a transaction requests for a resource which is already held with a conflicting lock by another transaction then the DBMS simply checks the timestamp of both transactions. It allows the older transaction to wait until the resource is available for execution.</a:t>
            </a: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r>
              <a:rPr lang="en"/>
              <a:t>Let's assume there are two transactions Ti and Tj and let TS(T) is a timestamp of any transaction T. If T2 holds a lock by some other transaction and T1 is requesting for resources held by T2 then the following actions are performed by DBMS:</a:t>
            </a: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r>
              <a:rPr lang="en"/>
              <a:t>Check if TS(Ti) &lt; TS(Tj) - If Ti is the older transaction and Tj has held some resource, then Ti is allowed to wait until the data-item is available for execution. That means if the older transaction is waiting for a resource which is locked by the younger transaction, then the older transaction is allowed to wait for resource until it is available.</a:t>
            </a:r>
            <a:endParaRPr/>
          </a:p>
          <a:p>
            <a:pPr marL="0" lvl="0" indent="0" algn="l" rtl="0">
              <a:lnSpc>
                <a:spcPct val="100000"/>
              </a:lnSpc>
              <a:spcBef>
                <a:spcPts val="0"/>
              </a:spcBef>
              <a:spcAft>
                <a:spcPts val="0"/>
              </a:spcAft>
              <a:buSzPts val="1100"/>
              <a:buNone/>
            </a:pPr>
            <a:r>
              <a:rPr lang="en"/>
              <a:t>Check if TS(Ti) &lt; TS(Tj) - If Ti is older transaction and has held some resource and if Tj is waiting for it, then Tj is killed and restarted later with the random delay but with the same timestamp.</a:t>
            </a:r>
            <a:endParaRPr/>
          </a:p>
          <a:p>
            <a:pPr marL="0" lvl="0" indent="0" algn="l" rtl="0">
              <a:lnSpc>
                <a:spcPct val="100000"/>
              </a:lnSpc>
              <a:spcBef>
                <a:spcPts val="0"/>
              </a:spcBef>
              <a:spcAft>
                <a:spcPts val="0"/>
              </a:spcAft>
              <a:buSzPts val="1100"/>
              <a:buNone/>
            </a:pPr>
            <a:r>
              <a:rPr lang="en" b="1"/>
              <a:t>Wound wait scheme</a:t>
            </a:r>
            <a:endParaRPr/>
          </a:p>
          <a:p>
            <a:pPr marL="0" lvl="0" indent="0" algn="l" rtl="0">
              <a:lnSpc>
                <a:spcPct val="100000"/>
              </a:lnSpc>
              <a:spcBef>
                <a:spcPts val="0"/>
              </a:spcBef>
              <a:spcAft>
                <a:spcPts val="0"/>
              </a:spcAft>
              <a:buSzPts val="1100"/>
              <a:buNone/>
            </a:pPr>
            <a:r>
              <a:rPr lang="en"/>
              <a:t>In wound wait scheme, if the older transaction requests for a resource which is held by the younger transaction, then older transaction forces younger one to kill the transaction and release the resource. After the minute delay, the younger transaction is restarted but with the same timestamp.</a:t>
            </a:r>
            <a:endParaRPr/>
          </a:p>
          <a:p>
            <a:pPr marL="0" lvl="0" indent="0" algn="l" rtl="0">
              <a:lnSpc>
                <a:spcPct val="100000"/>
              </a:lnSpc>
              <a:spcBef>
                <a:spcPts val="0"/>
              </a:spcBef>
              <a:spcAft>
                <a:spcPts val="0"/>
              </a:spcAft>
              <a:buSzPts val="1100"/>
              <a:buNone/>
            </a:pPr>
            <a:r>
              <a:rPr lang="en"/>
              <a:t>If the older transaction has held a resource which is requested by the Younger transaction, then the younger transaction is asked to wait until older releases it.</a:t>
            </a:r>
            <a:endParaRPr/>
          </a:p>
          <a:p>
            <a:pPr marL="0" lvl="0" indent="0" algn="l" rtl="0">
              <a:lnSpc>
                <a:spcPct val="100000"/>
              </a:lnSpc>
              <a:spcBef>
                <a:spcPts val="0"/>
              </a:spcBef>
              <a:spcAft>
                <a:spcPts val="0"/>
              </a:spcAft>
              <a:buSzPts val="1100"/>
              <a:buNone/>
            </a:pPr>
            <a:endParaRPr/>
          </a:p>
        </p:txBody>
      </p:sp>
      <p:sp>
        <p:nvSpPr>
          <p:cNvPr id="344" name="Google Shape;344;p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8"/>
        <p:cNvGrpSpPr/>
        <p:nvPr/>
      </p:nvGrpSpPr>
      <p:grpSpPr>
        <a:xfrm>
          <a:off x="0" y="0"/>
          <a:ext cx="0" cy="0"/>
          <a:chOff x="0" y="0"/>
          <a:chExt cx="0" cy="0"/>
        </a:xfrm>
      </p:grpSpPr>
      <p:sp>
        <p:nvSpPr>
          <p:cNvPr id="349" name="Google Shape;349;p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If TS(Ti) &lt; TS(</a:t>
            </a:r>
            <a:r>
              <a:rPr lang="en-US" dirty="0" err="1"/>
              <a:t>Tj</a:t>
            </a:r>
            <a:r>
              <a:rPr lang="en-US" dirty="0"/>
              <a:t>), then (Ti older than </a:t>
            </a:r>
            <a:r>
              <a:rPr lang="en-US" dirty="0" err="1"/>
              <a:t>Tj</a:t>
            </a:r>
            <a:r>
              <a:rPr lang="en-US" dirty="0"/>
              <a:t>) Ti is allowed to wait; otherwise (Ti younger than </a:t>
            </a:r>
            <a:r>
              <a:rPr lang="en-US" dirty="0" err="1"/>
              <a:t>Tj</a:t>
            </a:r>
            <a:r>
              <a:rPr lang="en-US" dirty="0"/>
              <a:t>) abort Ti (Ti dies) and restart it later with the same timestamp.</a:t>
            </a:r>
            <a:endParaRPr dirty="0"/>
          </a:p>
        </p:txBody>
      </p:sp>
      <p:sp>
        <p:nvSpPr>
          <p:cNvPr id="350" name="Google Shape;350;p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4"/>
        <p:cNvGrpSpPr/>
        <p:nvPr/>
      </p:nvGrpSpPr>
      <p:grpSpPr>
        <a:xfrm>
          <a:off x="0" y="0"/>
          <a:ext cx="0" cy="0"/>
          <a:chOff x="0" y="0"/>
          <a:chExt cx="0" cy="0"/>
        </a:xfrm>
      </p:grpSpPr>
      <p:sp>
        <p:nvSpPr>
          <p:cNvPr id="355" name="Google Shape;355;g1ae6f6cc1aa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6" name="Google Shape;356;g1ae6f6cc1aa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0"/>
        <p:cNvGrpSpPr/>
        <p:nvPr/>
      </p:nvGrpSpPr>
      <p:grpSpPr>
        <a:xfrm>
          <a:off x="0" y="0"/>
          <a:ext cx="0" cy="0"/>
          <a:chOff x="0" y="0"/>
          <a:chExt cx="0" cy="0"/>
        </a:xfrm>
      </p:grpSpPr>
      <p:sp>
        <p:nvSpPr>
          <p:cNvPr id="361" name="Google Shape;361;g1ae6f6cc1aa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2" name="Google Shape;362;g1ae6f6cc1aa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5"/>
        <p:cNvGrpSpPr/>
        <p:nvPr/>
      </p:nvGrpSpPr>
      <p:grpSpPr>
        <a:xfrm>
          <a:off x="0" y="0"/>
          <a:ext cx="0" cy="0"/>
          <a:chOff x="0" y="0"/>
          <a:chExt cx="0" cy="0"/>
        </a:xfrm>
      </p:grpSpPr>
      <p:sp>
        <p:nvSpPr>
          <p:cNvPr id="366" name="Google Shape;366;g1a212a27f3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7" name="Google Shape;367;g1a212a27f3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p:cNvGrpSpPr/>
        <p:nvPr/>
      </p:nvGrpSpPr>
      <p:grpSpPr>
        <a:xfrm>
          <a:off x="0" y="0"/>
          <a:ext cx="0" cy="0"/>
          <a:chOff x="0" y="0"/>
          <a:chExt cx="0" cy="0"/>
        </a:xfrm>
      </p:grpSpPr>
      <p:sp>
        <p:nvSpPr>
          <p:cNvPr id="371" name="Google Shape;371;g1a212a27f36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2" name="Google Shape;372;g1a212a27f36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6"/>
        <p:cNvGrpSpPr/>
        <p:nvPr/>
      </p:nvGrpSpPr>
      <p:grpSpPr>
        <a:xfrm>
          <a:off x="0" y="0"/>
          <a:ext cx="0" cy="0"/>
          <a:chOff x="0" y="0"/>
          <a:chExt cx="0" cy="0"/>
        </a:xfrm>
      </p:grpSpPr>
      <p:sp>
        <p:nvSpPr>
          <p:cNvPr id="377" name="Google Shape;377;g1a212a27f36_0_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8" name="Google Shape;378;g1a212a27f36_0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2"/>
        <p:cNvGrpSpPr/>
        <p:nvPr/>
      </p:nvGrpSpPr>
      <p:grpSpPr>
        <a:xfrm>
          <a:off x="0" y="0"/>
          <a:ext cx="0" cy="0"/>
          <a:chOff x="0" y="0"/>
          <a:chExt cx="0" cy="0"/>
        </a:xfrm>
      </p:grpSpPr>
      <p:sp>
        <p:nvSpPr>
          <p:cNvPr id="383" name="Google Shape;383;p29:notes"/>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84" name="Google Shape;384;p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Google Shape;390;p30:notes"/>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91" name="Google Shape;391;p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6"/>
        <p:cNvGrpSpPr/>
        <p:nvPr/>
      </p:nvGrpSpPr>
      <p:grpSpPr>
        <a:xfrm>
          <a:off x="0" y="0"/>
          <a:ext cx="0" cy="0"/>
          <a:chOff x="0" y="0"/>
          <a:chExt cx="0" cy="0"/>
        </a:xfrm>
      </p:grpSpPr>
      <p:sp>
        <p:nvSpPr>
          <p:cNvPr id="397" name="Google Shape;397;p31:notes"/>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98" name="Google Shape;398;p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3"/>
        <p:cNvGrpSpPr/>
        <p:nvPr/>
      </p:nvGrpSpPr>
      <p:grpSpPr>
        <a:xfrm>
          <a:off x="0" y="0"/>
          <a:ext cx="0" cy="0"/>
          <a:chOff x="0" y="0"/>
          <a:chExt cx="0" cy="0"/>
        </a:xfrm>
      </p:grpSpPr>
      <p:sp>
        <p:nvSpPr>
          <p:cNvPr id="404" name="Google Shape;404;p32:notes"/>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05" name="Google Shape;405;p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0"/>
        <p:cNvGrpSpPr/>
        <p:nvPr/>
      </p:nvGrpSpPr>
      <p:grpSpPr>
        <a:xfrm>
          <a:off x="0" y="0"/>
          <a:ext cx="0" cy="0"/>
          <a:chOff x="0" y="0"/>
          <a:chExt cx="0" cy="0"/>
        </a:xfrm>
      </p:grpSpPr>
      <p:sp>
        <p:nvSpPr>
          <p:cNvPr id="411" name="Google Shape;411;p33:notes"/>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12" name="Google Shape;412;p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8"/>
        <p:cNvGrpSpPr/>
        <p:nvPr/>
      </p:nvGrpSpPr>
      <p:grpSpPr>
        <a:xfrm>
          <a:off x="0" y="0"/>
          <a:ext cx="0" cy="0"/>
          <a:chOff x="0" y="0"/>
          <a:chExt cx="0" cy="0"/>
        </a:xfrm>
      </p:grpSpPr>
      <p:sp>
        <p:nvSpPr>
          <p:cNvPr id="419" name="Google Shape;419;p34:notes"/>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R1(A);R2(B);W1(C);R3(B);R1(C);W2(B);W3(A)</a:t>
            </a:r>
            <a:endParaRPr/>
          </a:p>
        </p:txBody>
      </p:sp>
      <p:sp>
        <p:nvSpPr>
          <p:cNvPr id="420" name="Google Shape;420;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6"/>
        <p:cNvGrpSpPr/>
        <p:nvPr/>
      </p:nvGrpSpPr>
      <p:grpSpPr>
        <a:xfrm>
          <a:off x="0" y="0"/>
          <a:ext cx="0" cy="0"/>
          <a:chOff x="0" y="0"/>
          <a:chExt cx="0" cy="0"/>
        </a:xfrm>
      </p:grpSpPr>
      <p:sp>
        <p:nvSpPr>
          <p:cNvPr id="427" name="Google Shape;427;p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28" name="Google Shape;428;p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2"/>
        <p:cNvGrpSpPr/>
        <p:nvPr/>
      </p:nvGrpSpPr>
      <p:grpSpPr>
        <a:xfrm>
          <a:off x="0" y="0"/>
          <a:ext cx="0" cy="0"/>
          <a:chOff x="0" y="0"/>
          <a:chExt cx="0" cy="0"/>
        </a:xfrm>
      </p:grpSpPr>
      <p:sp>
        <p:nvSpPr>
          <p:cNvPr id="433" name="Google Shape;433;p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34" name="Google Shape;434;p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98450" algn="l" rtl="0">
              <a:lnSpc>
                <a:spcPct val="100000"/>
              </a:lnSpc>
              <a:spcBef>
                <a:spcPts val="0"/>
              </a:spcBef>
              <a:spcAft>
                <a:spcPts val="0"/>
              </a:spcAft>
              <a:buSzPts val="1100"/>
              <a:buChar char="●"/>
            </a:pPr>
            <a:r>
              <a:rPr lang="en"/>
              <a:t>WHICH TRANSACTION WILL BE ROLLED BACK?</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37:notes"/>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43" name="Google Shape;443;p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8"/>
        <p:cNvGrpSpPr/>
        <p:nvPr/>
      </p:nvGrpSpPr>
      <p:grpSpPr>
        <a:xfrm>
          <a:off x="0" y="0"/>
          <a:ext cx="0" cy="0"/>
          <a:chOff x="0" y="0"/>
          <a:chExt cx="0" cy="0"/>
        </a:xfrm>
      </p:grpSpPr>
      <p:sp>
        <p:nvSpPr>
          <p:cNvPr id="449" name="Google Shape;449;p38:notes"/>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50" name="Google Shape;450;p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5"/>
        <p:cNvGrpSpPr/>
        <p:nvPr/>
      </p:nvGrpSpPr>
      <p:grpSpPr>
        <a:xfrm>
          <a:off x="0" y="0"/>
          <a:ext cx="0" cy="0"/>
          <a:chOff x="0" y="0"/>
          <a:chExt cx="0" cy="0"/>
        </a:xfrm>
      </p:grpSpPr>
      <p:sp>
        <p:nvSpPr>
          <p:cNvPr id="456" name="Google Shape;456;p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57" name="Google Shape;457;p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28600" algn="l" rtl="0">
              <a:lnSpc>
                <a:spcPct val="100000"/>
              </a:lnSpc>
              <a:spcBef>
                <a:spcPts val="0"/>
              </a:spcBef>
              <a:spcAft>
                <a:spcPts val="0"/>
              </a:spcAft>
              <a:buSzPts val="1100"/>
              <a:buNone/>
            </a:pP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1ae6f6cc1aa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1ae6f6cc1aa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69B51B5-5729-4227-8149-0FFB0D6660E2}" type="datetimeFigureOut">
              <a:rPr lang="en-US" smtClean="0"/>
              <a:t>11/19/2024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515440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169B51B5-5729-4227-8149-0FFB0D6660E2}" type="datetimeFigureOut">
              <a:rPr lang="en-US" smtClean="0"/>
              <a:t>11/19/2024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25736940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69B51B5-5729-4227-8149-0FFB0D6660E2}" type="datetimeFigureOut">
              <a:rPr lang="en-US" smtClean="0"/>
              <a:t>11/19/2024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007025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69B51B5-5729-4227-8149-0FFB0D6660E2}" type="datetimeFigureOut">
              <a:rPr lang="en-US" smtClean="0"/>
              <a:t>11/19/2024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650866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69B51B5-5729-4227-8149-0FFB0D6660E2}" type="datetimeFigureOut">
              <a:rPr lang="en-US" smtClean="0"/>
              <a:t>11/19/2024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2397107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69B51B5-5729-4227-8149-0FFB0D6660E2}" type="datetimeFigureOut">
              <a:rPr lang="en-US" smtClean="0"/>
              <a:t>11/19/2024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3411842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169B51B5-5729-4227-8149-0FFB0D6660E2}" type="datetimeFigureOut">
              <a:rPr lang="en-US" smtClean="0"/>
              <a:t>11/19/2024</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1949770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169B51B5-5729-4227-8149-0FFB0D6660E2}" type="datetimeFigureOut">
              <a:rPr lang="en-US" smtClean="0"/>
              <a:t>11/19/2024</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147AE719-0370-4FEF-9E76-542079ADE761}" type="slidenum">
              <a:rPr lang="en-US" smtClean="0"/>
              <a:t>‹#›</a:t>
            </a:fld>
            <a:endParaRPr lang="en-US"/>
          </a:p>
        </p:txBody>
      </p:sp>
    </p:spTree>
    <p:extLst>
      <p:ext uri="{BB962C8B-B14F-4D97-AF65-F5344CB8AC3E}">
        <p14:creationId xmlns:p14="http://schemas.microsoft.com/office/powerpoint/2010/main" val="33966847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69B51B5-5729-4227-8149-0FFB0D6660E2}" type="datetimeFigureOut">
              <a:rPr lang="en-US" smtClean="0"/>
              <a:t>11/19/2024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2484185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9B51B5-5729-4227-8149-0FFB0D6660E2}" type="datetimeFigureOut">
              <a:rPr lang="en-US" smtClean="0"/>
              <a:t>11/19/2024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24215447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9B51B5-5729-4227-8149-0FFB0D6660E2}" type="datetimeFigureOut">
              <a:rPr lang="en-US" smtClean="0"/>
              <a:t>11/19/2024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4026627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169B51B5-5729-4227-8149-0FFB0D6660E2}" type="datetimeFigureOut">
              <a:rPr lang="en-US" smtClean="0"/>
              <a:t>11/19/2024</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147AE719-0370-4FEF-9E76-542079ADE761}"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9000993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alina.arshad@nu.edu.pk"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2.xml"/><Relationship Id="rId1" Type="http://schemas.openxmlformats.org/officeDocument/2006/relationships/slideLayout" Target="../slideLayouts/slideLayout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6.xml"/><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3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74B019-E1ED-7643-5A50-74CEA7F41E88}"/>
              </a:ext>
            </a:extLst>
          </p:cNvPr>
          <p:cNvSpPr>
            <a:spLocks noGrp="1"/>
          </p:cNvSpPr>
          <p:nvPr>
            <p:ph type="ctrTitle"/>
          </p:nvPr>
        </p:nvSpPr>
        <p:spPr>
          <a:xfrm>
            <a:off x="90535" y="116380"/>
            <a:ext cx="11588435" cy="3065732"/>
          </a:xfrm>
        </p:spPr>
        <p:txBody>
          <a:bodyPr/>
          <a:lstStyle/>
          <a:p>
            <a:pPr algn="ctr"/>
            <a:br>
              <a:rPr lang="en-US" b="1" dirty="0">
                <a:solidFill>
                  <a:schemeClr val="tx1"/>
                </a:solidFill>
              </a:rPr>
            </a:br>
            <a:r>
              <a:rPr lang="en-US" b="1" dirty="0">
                <a:solidFill>
                  <a:schemeClr val="tx1"/>
                </a:solidFill>
              </a:rPr>
              <a:t>Database Systems</a:t>
            </a:r>
            <a:endParaRPr lang="en-US" sz="7200" dirty="0"/>
          </a:p>
        </p:txBody>
      </p:sp>
      <p:sp>
        <p:nvSpPr>
          <p:cNvPr id="3" name="Subtitle 2">
            <a:extLst>
              <a:ext uri="{FF2B5EF4-FFF2-40B4-BE49-F238E27FC236}">
                <a16:creationId xmlns:a16="http://schemas.microsoft.com/office/drawing/2014/main" id="{44E9F82C-BBA7-3495-1097-BEDB54FFFDF4}"/>
              </a:ext>
            </a:extLst>
          </p:cNvPr>
          <p:cNvSpPr>
            <a:spLocks noGrp="1"/>
          </p:cNvSpPr>
          <p:nvPr>
            <p:ph type="subTitle" idx="1"/>
          </p:nvPr>
        </p:nvSpPr>
        <p:spPr>
          <a:xfrm>
            <a:off x="2136709" y="3675889"/>
            <a:ext cx="8493967" cy="1922731"/>
          </a:xfrm>
        </p:spPr>
        <p:txBody>
          <a:bodyPr>
            <a:normAutofit/>
          </a:bodyPr>
          <a:lstStyle/>
          <a:p>
            <a:pPr algn="ctr"/>
            <a:r>
              <a:rPr lang="en-US" sz="4400" b="1" dirty="0">
                <a:solidFill>
                  <a:schemeClr val="tx1"/>
                </a:solidFill>
                <a:cs typeface="Times New Roman" panose="02020603050405020304" pitchFamily="18" charset="0"/>
              </a:rPr>
              <a:t>Lecture 1-</a:t>
            </a:r>
            <a:r>
              <a:rPr lang="en-US" sz="4400" b="1" dirty="0">
                <a:solidFill>
                  <a:schemeClr val="tx1"/>
                </a:solidFill>
              </a:rPr>
              <a:t>Chapter # 21</a:t>
            </a:r>
          </a:p>
          <a:p>
            <a:pPr algn="ctr">
              <a:spcBef>
                <a:spcPts val="1000"/>
              </a:spcBef>
              <a:spcAft>
                <a:spcPts val="0"/>
              </a:spcAft>
              <a:buSzPts val="2400"/>
            </a:pPr>
            <a:r>
              <a:rPr lang="en-US" sz="3200" b="1" dirty="0">
                <a:solidFill>
                  <a:schemeClr val="tx1"/>
                </a:solidFill>
              </a:rPr>
              <a:t>Concurrency Control Techniques</a:t>
            </a:r>
          </a:p>
        </p:txBody>
      </p:sp>
      <p:sp>
        <p:nvSpPr>
          <p:cNvPr id="5" name="TextBox 4">
            <a:extLst>
              <a:ext uri="{FF2B5EF4-FFF2-40B4-BE49-F238E27FC236}">
                <a16:creationId xmlns:a16="http://schemas.microsoft.com/office/drawing/2014/main" id="{75DE143E-53E3-798D-07E7-8D85DD770A95}"/>
              </a:ext>
            </a:extLst>
          </p:cNvPr>
          <p:cNvSpPr txBox="1"/>
          <p:nvPr/>
        </p:nvSpPr>
        <p:spPr>
          <a:xfrm>
            <a:off x="8094529" y="5374233"/>
            <a:ext cx="4397722" cy="954107"/>
          </a:xfrm>
          <a:prstGeom prst="rect">
            <a:avLst/>
          </a:prstGeom>
          <a:noFill/>
        </p:spPr>
        <p:txBody>
          <a:bodyPr wrap="square">
            <a:spAutoFit/>
          </a:bodyPr>
          <a:lstStyle/>
          <a:p>
            <a:pPr algn="ctr"/>
            <a:r>
              <a:rPr lang="en-US" sz="2800" dirty="0">
                <a:solidFill>
                  <a:schemeClr val="tx1"/>
                </a:solidFill>
                <a:cs typeface="Times New Roman" panose="02020603050405020304" pitchFamily="18" charset="0"/>
              </a:rPr>
              <a:t>Alina Arshad</a:t>
            </a:r>
          </a:p>
          <a:p>
            <a:pPr algn="ctr"/>
            <a:r>
              <a:rPr lang="en-US" sz="2800" dirty="0">
                <a:cs typeface="Times New Roman" panose="02020603050405020304" pitchFamily="18" charset="0"/>
                <a:hlinkClick r:id="rId3"/>
              </a:rPr>
              <a:t>alina.arshad@nu.edu.pk</a:t>
            </a:r>
            <a:endParaRPr lang="en-US" sz="2800" dirty="0">
              <a:cs typeface="Times New Roman" panose="02020603050405020304" pitchFamily="18" charset="0"/>
            </a:endParaRPr>
          </a:p>
        </p:txBody>
      </p:sp>
    </p:spTree>
    <p:extLst>
      <p:ext uri="{BB962C8B-B14F-4D97-AF65-F5344CB8AC3E}">
        <p14:creationId xmlns:p14="http://schemas.microsoft.com/office/powerpoint/2010/main" val="33223610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xfrm>
            <a:off x="1123951" y="871031"/>
            <a:ext cx="7886700" cy="994200"/>
          </a:xfrm>
          <a:prstGeom prst="rect">
            <a:avLst/>
          </a:prstGeom>
          <a:noFill/>
          <a:ln>
            <a:noFill/>
          </a:ln>
        </p:spPr>
        <p:txBody>
          <a:bodyPr spcFirstLastPara="1" vert="horz" wrap="square" lIns="91400" tIns="45700" rIns="91400" bIns="45700" rtlCol="0" anchor="b" anchorCtr="0">
            <a:normAutofit/>
          </a:bodyPr>
          <a:lstStyle/>
          <a:p>
            <a:pPr>
              <a:lnSpc>
                <a:spcPct val="90000"/>
              </a:lnSpc>
              <a:spcBef>
                <a:spcPts val="0"/>
              </a:spcBef>
              <a:buClr>
                <a:schemeClr val="dk1"/>
              </a:buClr>
              <a:buSzPts val="1800"/>
            </a:pPr>
            <a:r>
              <a:rPr lang="en" b="1" dirty="0">
                <a:solidFill>
                  <a:schemeClr val="tx1"/>
                </a:solidFill>
              </a:rPr>
              <a:t>Introduction</a:t>
            </a:r>
            <a:endParaRPr b="1" dirty="0">
              <a:solidFill>
                <a:schemeClr val="tx1"/>
              </a:solidFill>
            </a:endParaRPr>
          </a:p>
        </p:txBody>
      </p:sp>
      <p:sp>
        <p:nvSpPr>
          <p:cNvPr id="97" name="Google Shape;97;p2"/>
          <p:cNvSpPr txBox="1">
            <a:spLocks noGrp="1"/>
          </p:cNvSpPr>
          <p:nvPr>
            <p:ph idx="1"/>
          </p:nvPr>
        </p:nvSpPr>
        <p:spPr>
          <a:xfrm>
            <a:off x="1123951" y="1865231"/>
            <a:ext cx="9148094" cy="3263400"/>
          </a:xfrm>
          <a:prstGeom prst="rect">
            <a:avLst/>
          </a:prstGeom>
          <a:noFill/>
          <a:ln>
            <a:noFill/>
          </a:ln>
        </p:spPr>
        <p:txBody>
          <a:bodyPr spcFirstLastPara="1" vert="horz" wrap="square" lIns="91400" tIns="45700" rIns="0" bIns="45700" rtlCol="0" anchor="t" anchorCtr="0">
            <a:normAutofit/>
          </a:bodyPr>
          <a:lstStyle/>
          <a:p>
            <a:pPr>
              <a:spcBef>
                <a:spcPts val="0"/>
              </a:spcBef>
              <a:buSzPts val="1680"/>
            </a:pPr>
            <a:r>
              <a:rPr lang="en" sz="2400" dirty="0">
                <a:solidFill>
                  <a:schemeClr val="tx1"/>
                </a:solidFill>
              </a:rPr>
              <a:t>Concurrency control protocols</a:t>
            </a:r>
            <a:endParaRPr sz="2400" dirty="0">
              <a:solidFill>
                <a:schemeClr val="tx1"/>
              </a:solidFill>
            </a:endParaRPr>
          </a:p>
          <a:p>
            <a:pPr marL="838180" lvl="1" indent="-380990">
              <a:spcBef>
                <a:spcPts val="520"/>
              </a:spcBef>
              <a:buSzPts val="1430"/>
            </a:pPr>
            <a:r>
              <a:rPr lang="en" sz="2000" dirty="0">
                <a:solidFill>
                  <a:schemeClr val="tx1"/>
                </a:solidFill>
              </a:rPr>
              <a:t>Set of rules to guarantee serializability</a:t>
            </a:r>
            <a:endParaRPr sz="2000" dirty="0">
              <a:solidFill>
                <a:schemeClr val="tx1"/>
              </a:solidFill>
            </a:endParaRPr>
          </a:p>
          <a:p>
            <a:pPr>
              <a:spcBef>
                <a:spcPts val="560"/>
              </a:spcBef>
              <a:buSzPts val="1680"/>
            </a:pPr>
            <a:r>
              <a:rPr lang="en" sz="2400" dirty="0">
                <a:solidFill>
                  <a:schemeClr val="tx1"/>
                </a:solidFill>
              </a:rPr>
              <a:t>Two-phase locking protocols</a:t>
            </a:r>
            <a:endParaRPr sz="2400" dirty="0">
              <a:solidFill>
                <a:schemeClr val="tx1"/>
              </a:solidFill>
            </a:endParaRPr>
          </a:p>
          <a:p>
            <a:pPr marL="838180" lvl="1" indent="-380990">
              <a:spcBef>
                <a:spcPts val="520"/>
              </a:spcBef>
              <a:buSzPts val="1430"/>
            </a:pPr>
            <a:r>
              <a:rPr lang="en" sz="2000" dirty="0">
                <a:solidFill>
                  <a:schemeClr val="tx1"/>
                </a:solidFill>
              </a:rPr>
              <a:t>Lock data items to prevent concurrent access</a:t>
            </a:r>
            <a:endParaRPr sz="2000" dirty="0">
              <a:solidFill>
                <a:schemeClr val="tx1"/>
              </a:solidFill>
            </a:endParaRPr>
          </a:p>
          <a:p>
            <a:pPr>
              <a:spcBef>
                <a:spcPts val="560"/>
              </a:spcBef>
              <a:buSzPts val="1680"/>
            </a:pPr>
            <a:r>
              <a:rPr lang="en" sz="2400" dirty="0">
                <a:solidFill>
                  <a:schemeClr val="tx1"/>
                </a:solidFill>
              </a:rPr>
              <a:t>Timestamp</a:t>
            </a:r>
            <a:endParaRPr sz="2400" dirty="0">
              <a:solidFill>
                <a:schemeClr val="tx1"/>
              </a:solidFill>
            </a:endParaRPr>
          </a:p>
          <a:p>
            <a:pPr marL="838180" lvl="1" indent="-380990">
              <a:spcBef>
                <a:spcPts val="520"/>
              </a:spcBef>
              <a:buSzPts val="1430"/>
            </a:pPr>
            <a:r>
              <a:rPr lang="en" sz="2000" dirty="0">
                <a:solidFill>
                  <a:schemeClr val="tx1"/>
                </a:solidFill>
              </a:rPr>
              <a:t>Unique identifier for each transaction</a:t>
            </a:r>
            <a:endParaRPr sz="2000" dirty="0">
              <a:solidFill>
                <a:schemeClr val="tx1"/>
              </a:solidFill>
            </a:endParaRPr>
          </a:p>
        </p:txBody>
      </p:sp>
      <p:sp>
        <p:nvSpPr>
          <p:cNvPr id="98" name="Google Shape;98;p2"/>
          <p:cNvSpPr txBox="1">
            <a:spLocks noGrp="1"/>
          </p:cNvSpPr>
          <p:nvPr>
            <p:ph type="sldNum" sz="quarter" idx="12"/>
          </p:nvPr>
        </p:nvSpPr>
        <p:spPr>
          <a:xfrm>
            <a:off x="7981951" y="5624514"/>
            <a:ext cx="2057400" cy="273900"/>
          </a:xfrm>
          <a:prstGeom prst="rect">
            <a:avLst/>
          </a:prstGeom>
          <a:noFill/>
          <a:ln>
            <a:noFill/>
          </a:ln>
        </p:spPr>
        <p:txBody>
          <a:bodyPr spcFirstLastPara="1" vert="horz" wrap="square" lIns="91400" tIns="45700" rIns="91400" bIns="45700" rtlCol="0" anchor="b" anchorCtr="0">
            <a:noAutofit/>
          </a:bodyPr>
          <a:lstStyle/>
          <a:p>
            <a:pPr>
              <a:buClr>
                <a:srgbClr val="000000"/>
              </a:buClr>
              <a:buSzPts val="1200"/>
            </a:pPr>
            <a:fld id="{00000000-1234-1234-1234-123412341234}" type="slidenum">
              <a:rPr lang="en"/>
              <a:pPr>
                <a:buClr>
                  <a:srgbClr val="000000"/>
                </a:buClr>
                <a:buSzPts val="1200"/>
              </a:pPr>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3"/>
          <p:cNvSpPr txBox="1">
            <a:spLocks noGrp="1"/>
          </p:cNvSpPr>
          <p:nvPr>
            <p:ph type="title"/>
          </p:nvPr>
        </p:nvSpPr>
        <p:spPr>
          <a:xfrm>
            <a:off x="1123951" y="789263"/>
            <a:ext cx="7886700" cy="994200"/>
          </a:xfrm>
          <a:prstGeom prst="rect">
            <a:avLst/>
          </a:prstGeom>
          <a:noFill/>
          <a:ln>
            <a:noFill/>
          </a:ln>
        </p:spPr>
        <p:txBody>
          <a:bodyPr spcFirstLastPara="1" vert="horz" wrap="square" lIns="91400" tIns="45700" rIns="91400" bIns="45700" rtlCol="0" anchor="b" anchorCtr="0">
            <a:noAutofit/>
          </a:bodyPr>
          <a:lstStyle/>
          <a:p>
            <a:pPr>
              <a:lnSpc>
                <a:spcPct val="90000"/>
              </a:lnSpc>
              <a:spcBef>
                <a:spcPts val="0"/>
              </a:spcBef>
              <a:buClr>
                <a:schemeClr val="dk1"/>
              </a:buClr>
              <a:buSzPts val="1800"/>
            </a:pPr>
            <a:r>
              <a:rPr lang="en" sz="4267" b="1" dirty="0">
                <a:solidFill>
                  <a:schemeClr val="tx1"/>
                </a:solidFill>
              </a:rPr>
              <a:t>Binary locks</a:t>
            </a:r>
            <a:endParaRPr sz="4267" b="1" dirty="0">
              <a:solidFill>
                <a:schemeClr val="tx1"/>
              </a:solidFill>
            </a:endParaRPr>
          </a:p>
        </p:txBody>
      </p:sp>
      <p:sp>
        <p:nvSpPr>
          <p:cNvPr id="104" name="Google Shape;104;p3"/>
          <p:cNvSpPr txBox="1">
            <a:spLocks noGrp="1"/>
          </p:cNvSpPr>
          <p:nvPr>
            <p:ph idx="1"/>
          </p:nvPr>
        </p:nvSpPr>
        <p:spPr>
          <a:xfrm>
            <a:off x="1238251" y="1811138"/>
            <a:ext cx="7886700" cy="3263400"/>
          </a:xfrm>
          <a:prstGeom prst="rect">
            <a:avLst/>
          </a:prstGeom>
          <a:noFill/>
          <a:ln>
            <a:noFill/>
          </a:ln>
        </p:spPr>
        <p:txBody>
          <a:bodyPr spcFirstLastPara="1" vert="horz" wrap="square" lIns="91400" tIns="45700" rIns="0" bIns="45700" rtlCol="0" anchor="t" anchorCtr="0">
            <a:normAutofit fontScale="92500" lnSpcReduction="10000"/>
          </a:bodyPr>
          <a:lstStyle/>
          <a:p>
            <a:pPr marL="388993" indent="-380990">
              <a:spcBef>
                <a:spcPts val="0"/>
              </a:spcBef>
              <a:buSzPct val="59999"/>
            </a:pPr>
            <a:r>
              <a:rPr lang="en" sz="2200" dirty="0">
                <a:solidFill>
                  <a:schemeClr val="tx1"/>
                </a:solidFill>
              </a:rPr>
              <a:t>Lock</a:t>
            </a:r>
            <a:endParaRPr sz="2200" dirty="0">
              <a:solidFill>
                <a:schemeClr val="tx1"/>
              </a:solidFill>
            </a:endParaRPr>
          </a:p>
          <a:p>
            <a:pPr marL="844991" lvl="1" indent="-380990">
              <a:spcBef>
                <a:spcPts val="520"/>
              </a:spcBef>
              <a:buSzPct val="59583"/>
            </a:pPr>
            <a:r>
              <a:rPr lang="en" sz="2000" dirty="0">
                <a:solidFill>
                  <a:schemeClr val="tx1"/>
                </a:solidFill>
              </a:rPr>
              <a:t>Variable associated with a data item describing status for operations that can be applied</a:t>
            </a:r>
            <a:endParaRPr sz="2000" dirty="0">
              <a:solidFill>
                <a:schemeClr val="tx1"/>
              </a:solidFill>
            </a:endParaRPr>
          </a:p>
          <a:p>
            <a:pPr marL="844991" lvl="1" indent="-380990">
              <a:spcBef>
                <a:spcPts val="520"/>
              </a:spcBef>
              <a:buSzPct val="59583"/>
            </a:pPr>
            <a:r>
              <a:rPr lang="en" sz="2000" dirty="0">
                <a:solidFill>
                  <a:schemeClr val="tx1"/>
                </a:solidFill>
              </a:rPr>
              <a:t>One lock for each item in the database</a:t>
            </a:r>
            <a:endParaRPr sz="2000" dirty="0">
              <a:solidFill>
                <a:schemeClr val="tx1"/>
              </a:solidFill>
            </a:endParaRPr>
          </a:p>
          <a:p>
            <a:pPr marL="388993" indent="-380990">
              <a:spcBef>
                <a:spcPts val="560"/>
              </a:spcBef>
              <a:buSzPct val="59999"/>
            </a:pPr>
            <a:r>
              <a:rPr lang="en" sz="2400" dirty="0">
                <a:solidFill>
                  <a:schemeClr val="tx1"/>
                </a:solidFill>
              </a:rPr>
              <a:t>Binary locks</a:t>
            </a:r>
            <a:endParaRPr sz="2400" dirty="0">
              <a:solidFill>
                <a:schemeClr val="tx1"/>
              </a:solidFill>
            </a:endParaRPr>
          </a:p>
          <a:p>
            <a:pPr marL="844991" lvl="1" indent="-380990">
              <a:spcBef>
                <a:spcPts val="520"/>
              </a:spcBef>
              <a:buSzPct val="59583"/>
            </a:pPr>
            <a:r>
              <a:rPr lang="en" sz="2000" dirty="0">
                <a:solidFill>
                  <a:schemeClr val="tx1"/>
                </a:solidFill>
              </a:rPr>
              <a:t>Two states (values) </a:t>
            </a:r>
            <a:endParaRPr sz="2000" dirty="0">
              <a:solidFill>
                <a:schemeClr val="tx1"/>
              </a:solidFill>
            </a:endParaRPr>
          </a:p>
          <a:p>
            <a:pPr marL="1148686" lvl="2" indent="-228594">
              <a:spcBef>
                <a:spcPts val="480"/>
              </a:spcBef>
              <a:buSzPct val="60000"/>
            </a:pPr>
            <a:r>
              <a:rPr lang="en" sz="1600" dirty="0">
                <a:solidFill>
                  <a:schemeClr val="tx1"/>
                </a:solidFill>
              </a:rPr>
              <a:t>Locked (1)</a:t>
            </a:r>
            <a:endParaRPr sz="1600" dirty="0">
              <a:solidFill>
                <a:schemeClr val="tx1"/>
              </a:solidFill>
            </a:endParaRPr>
          </a:p>
          <a:p>
            <a:pPr marL="1605400" lvl="3" indent="-228594">
              <a:spcBef>
                <a:spcPts val="400"/>
              </a:spcBef>
              <a:buSzPct val="61110"/>
            </a:pPr>
            <a:r>
              <a:rPr lang="en" sz="1600" dirty="0">
                <a:solidFill>
                  <a:schemeClr val="tx1"/>
                </a:solidFill>
              </a:rPr>
              <a:t>Item cannot be accessed</a:t>
            </a:r>
            <a:endParaRPr sz="1600" dirty="0">
              <a:solidFill>
                <a:schemeClr val="tx1"/>
              </a:solidFill>
            </a:endParaRPr>
          </a:p>
          <a:p>
            <a:pPr marL="1148686" lvl="2" indent="-228594">
              <a:spcBef>
                <a:spcPts val="480"/>
              </a:spcBef>
              <a:buSzPct val="60000"/>
            </a:pPr>
            <a:r>
              <a:rPr lang="en" sz="1600" dirty="0">
                <a:solidFill>
                  <a:schemeClr val="tx1"/>
                </a:solidFill>
              </a:rPr>
              <a:t>Unlocked (0)</a:t>
            </a:r>
            <a:endParaRPr sz="1600" dirty="0">
              <a:solidFill>
                <a:schemeClr val="tx1"/>
              </a:solidFill>
            </a:endParaRPr>
          </a:p>
          <a:p>
            <a:pPr marL="1605400" lvl="3" indent="-228594">
              <a:spcBef>
                <a:spcPts val="400"/>
              </a:spcBef>
              <a:buSzPct val="61110"/>
            </a:pPr>
            <a:r>
              <a:rPr lang="en" sz="1600" dirty="0">
                <a:solidFill>
                  <a:schemeClr val="tx1"/>
                </a:solidFill>
              </a:rPr>
              <a:t>Item can be accessed when requested</a:t>
            </a:r>
            <a:endParaRPr sz="1600" dirty="0">
              <a:solidFill>
                <a:schemeClr val="tx1"/>
              </a:solidFill>
            </a:endParaRPr>
          </a:p>
          <a:p>
            <a:pPr marL="928985" lvl="1" indent="-380990">
              <a:spcBef>
                <a:spcPts val="520"/>
              </a:spcBef>
              <a:buSzPct val="59583"/>
            </a:pPr>
            <a:endParaRPr dirty="0"/>
          </a:p>
        </p:txBody>
      </p:sp>
      <p:sp>
        <p:nvSpPr>
          <p:cNvPr id="105" name="Google Shape;105;p3"/>
          <p:cNvSpPr txBox="1">
            <a:spLocks noGrp="1"/>
          </p:cNvSpPr>
          <p:nvPr>
            <p:ph type="sldNum" sz="quarter" idx="12"/>
          </p:nvPr>
        </p:nvSpPr>
        <p:spPr>
          <a:xfrm>
            <a:off x="7981951" y="5624514"/>
            <a:ext cx="2057400" cy="273900"/>
          </a:xfrm>
          <a:prstGeom prst="rect">
            <a:avLst/>
          </a:prstGeom>
          <a:noFill/>
          <a:ln>
            <a:noFill/>
          </a:ln>
        </p:spPr>
        <p:txBody>
          <a:bodyPr spcFirstLastPara="1" vert="horz" wrap="square" lIns="91400" tIns="45700" rIns="91400" bIns="45700" rtlCol="0" anchor="b" anchorCtr="0">
            <a:noAutofit/>
          </a:bodyPr>
          <a:lstStyle/>
          <a:p>
            <a:pPr>
              <a:buClr>
                <a:srgbClr val="000000"/>
              </a:buClr>
              <a:buSzPts val="1200"/>
            </a:pPr>
            <a:fld id="{00000000-1234-1234-1234-123412341234}" type="slidenum">
              <a:rPr lang="en"/>
              <a:pPr>
                <a:buClr>
                  <a:srgbClr val="000000"/>
                </a:buClr>
                <a:buSzPts val="1200"/>
              </a:pPr>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4"/>
          <p:cNvSpPr txBox="1">
            <a:spLocks noGrp="1"/>
          </p:cNvSpPr>
          <p:nvPr>
            <p:ph type="title"/>
          </p:nvPr>
        </p:nvSpPr>
        <p:spPr>
          <a:xfrm>
            <a:off x="1123951" y="736703"/>
            <a:ext cx="7886700" cy="994200"/>
          </a:xfrm>
          <a:prstGeom prst="rect">
            <a:avLst/>
          </a:prstGeom>
          <a:noFill/>
          <a:ln>
            <a:noFill/>
          </a:ln>
        </p:spPr>
        <p:txBody>
          <a:bodyPr spcFirstLastPara="1" vert="horz" wrap="square" lIns="91400" tIns="45700" rIns="91400" bIns="45700" rtlCol="0" anchor="b" anchorCtr="0">
            <a:normAutofit/>
          </a:bodyPr>
          <a:lstStyle/>
          <a:p>
            <a:pPr>
              <a:lnSpc>
                <a:spcPct val="90000"/>
              </a:lnSpc>
              <a:spcBef>
                <a:spcPts val="0"/>
              </a:spcBef>
              <a:buClr>
                <a:schemeClr val="dk1"/>
              </a:buClr>
              <a:buSzPts val="2000"/>
            </a:pPr>
            <a:r>
              <a:rPr lang="en" b="1" dirty="0">
                <a:solidFill>
                  <a:schemeClr val="tx1"/>
                </a:solidFill>
              </a:rPr>
              <a:t>Binary Locks</a:t>
            </a:r>
            <a:endParaRPr b="1" dirty="0">
              <a:solidFill>
                <a:schemeClr val="tx1"/>
              </a:solidFill>
            </a:endParaRPr>
          </a:p>
        </p:txBody>
      </p:sp>
      <p:sp>
        <p:nvSpPr>
          <p:cNvPr id="111" name="Google Shape;111;p4"/>
          <p:cNvSpPr txBox="1">
            <a:spLocks noGrp="1"/>
          </p:cNvSpPr>
          <p:nvPr>
            <p:ph idx="1"/>
          </p:nvPr>
        </p:nvSpPr>
        <p:spPr>
          <a:xfrm>
            <a:off x="1283192" y="1801359"/>
            <a:ext cx="8294687" cy="3429000"/>
          </a:xfrm>
          <a:prstGeom prst="rect">
            <a:avLst/>
          </a:prstGeom>
          <a:noFill/>
          <a:ln>
            <a:noFill/>
          </a:ln>
        </p:spPr>
        <p:txBody>
          <a:bodyPr spcFirstLastPara="1" vert="horz" wrap="square" lIns="91400" tIns="45700" rIns="0" bIns="45700" rtlCol="0" anchor="t" anchorCtr="0">
            <a:normAutofit/>
          </a:bodyPr>
          <a:lstStyle/>
          <a:p>
            <a:pPr>
              <a:spcBef>
                <a:spcPts val="0"/>
              </a:spcBef>
              <a:buSzPts val="1680"/>
            </a:pPr>
            <a:r>
              <a:rPr lang="en" b="1" dirty="0">
                <a:solidFill>
                  <a:schemeClr val="tx1"/>
                </a:solidFill>
              </a:rPr>
              <a:t>Transaction requests access by issuing a lock_item(X) operation</a:t>
            </a:r>
            <a:endParaRPr b="1" dirty="0">
              <a:solidFill>
                <a:schemeClr val="tx1"/>
              </a:solidFill>
            </a:endParaRPr>
          </a:p>
          <a:p>
            <a:pPr marL="742932" lvl="1" indent="-194938">
              <a:spcBef>
                <a:spcPts val="520"/>
              </a:spcBef>
              <a:spcAft>
                <a:spcPts val="0"/>
              </a:spcAft>
              <a:buSzPts val="1430"/>
              <a:buNone/>
            </a:pPr>
            <a:endParaRPr dirty="0"/>
          </a:p>
        </p:txBody>
      </p:sp>
      <p:sp>
        <p:nvSpPr>
          <p:cNvPr id="112" name="Google Shape;112;p4"/>
          <p:cNvSpPr txBox="1">
            <a:spLocks noGrp="1"/>
          </p:cNvSpPr>
          <p:nvPr>
            <p:ph type="sldNum" sz="quarter" idx="12"/>
          </p:nvPr>
        </p:nvSpPr>
        <p:spPr>
          <a:xfrm>
            <a:off x="7981951" y="5624514"/>
            <a:ext cx="2057400" cy="273900"/>
          </a:xfrm>
          <a:prstGeom prst="rect">
            <a:avLst/>
          </a:prstGeom>
          <a:noFill/>
          <a:ln>
            <a:noFill/>
          </a:ln>
        </p:spPr>
        <p:txBody>
          <a:bodyPr spcFirstLastPara="1" vert="horz" wrap="square" lIns="91400" tIns="45700" rIns="91400" bIns="45700" rtlCol="0" anchor="b" anchorCtr="0">
            <a:noAutofit/>
          </a:bodyPr>
          <a:lstStyle/>
          <a:p>
            <a:pPr>
              <a:buClr>
                <a:srgbClr val="000000"/>
              </a:buClr>
              <a:buSzPts val="1200"/>
            </a:pPr>
            <a:fld id="{00000000-1234-1234-1234-123412341234}" type="slidenum">
              <a:rPr lang="en"/>
              <a:pPr>
                <a:buClr>
                  <a:srgbClr val="000000"/>
                </a:buClr>
                <a:buSzPts val="1200"/>
              </a:pPr>
              <a:t>4</a:t>
            </a:fld>
            <a:endParaRPr/>
          </a:p>
        </p:txBody>
      </p:sp>
      <p:pic>
        <p:nvPicPr>
          <p:cNvPr id="113" name="Google Shape;113;p4"/>
          <p:cNvPicPr preferRelativeResize="0"/>
          <p:nvPr/>
        </p:nvPicPr>
        <p:blipFill rotWithShape="1">
          <a:blip r:embed="rId3">
            <a:alphaModFix/>
          </a:blip>
          <a:srcRect/>
          <a:stretch/>
        </p:blipFill>
        <p:spPr>
          <a:xfrm>
            <a:off x="3037140" y="2318553"/>
            <a:ext cx="5143500" cy="3169228"/>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g19a93c4210c_0_0"/>
          <p:cNvSpPr txBox="1">
            <a:spLocks noGrp="1"/>
          </p:cNvSpPr>
          <p:nvPr>
            <p:ph type="title"/>
          </p:nvPr>
        </p:nvSpPr>
        <p:spPr>
          <a:xfrm>
            <a:off x="1097280" y="534431"/>
            <a:ext cx="10058400" cy="1183274"/>
          </a:xfrm>
          <a:prstGeom prst="rect">
            <a:avLst/>
          </a:prstGeom>
        </p:spPr>
        <p:txBody>
          <a:bodyPr spcFirstLastPara="1" vert="horz" wrap="square" lIns="121900" tIns="60933" rIns="121900" bIns="60933" rtlCol="0" anchor="ctr" anchorCtr="0">
            <a:normAutofit/>
          </a:bodyPr>
          <a:lstStyle/>
          <a:p>
            <a:pPr>
              <a:spcBef>
                <a:spcPts val="0"/>
              </a:spcBef>
            </a:pPr>
            <a:r>
              <a:rPr lang="en" b="1" dirty="0">
                <a:solidFill>
                  <a:schemeClr val="tx1"/>
                </a:solidFill>
              </a:rPr>
              <a:t>Drawbacks of Binary Locks</a:t>
            </a:r>
            <a:endParaRPr b="1" dirty="0">
              <a:solidFill>
                <a:schemeClr val="tx1"/>
              </a:solidFill>
            </a:endParaRPr>
          </a:p>
        </p:txBody>
      </p:sp>
      <p:sp>
        <p:nvSpPr>
          <p:cNvPr id="119" name="Google Shape;119;g19a93c4210c_0_0"/>
          <p:cNvSpPr txBox="1">
            <a:spLocks noGrp="1"/>
          </p:cNvSpPr>
          <p:nvPr>
            <p:ph idx="1"/>
          </p:nvPr>
        </p:nvSpPr>
        <p:spPr>
          <a:xfrm>
            <a:off x="798176" y="1785913"/>
            <a:ext cx="10357503" cy="4023360"/>
          </a:xfrm>
          <a:prstGeom prst="rect">
            <a:avLst/>
          </a:prstGeom>
        </p:spPr>
        <p:txBody>
          <a:bodyPr spcFirstLastPara="1" vert="horz" wrap="square" lIns="121900" tIns="60933" rIns="121900" bIns="60933" rtlCol="0" anchor="t" anchorCtr="0">
            <a:normAutofit/>
          </a:bodyPr>
          <a:lstStyle/>
          <a:p>
            <a:pPr marL="914377" indent="-474121" algn="just">
              <a:lnSpc>
                <a:spcPct val="158000"/>
              </a:lnSpc>
              <a:spcBef>
                <a:spcPts val="0"/>
              </a:spcBef>
              <a:spcAft>
                <a:spcPts val="0"/>
              </a:spcAft>
              <a:buClr>
                <a:srgbClr val="273239"/>
              </a:buClr>
              <a:buSzPts val="2000"/>
              <a:buFont typeface="Calibri"/>
              <a:buChar char="●"/>
            </a:pPr>
            <a:r>
              <a:rPr lang="en" sz="2667" dirty="0">
                <a:solidFill>
                  <a:schemeClr val="tx1"/>
                </a:solidFill>
                <a:highlight>
                  <a:srgbClr val="FFFFFF"/>
                </a:highlight>
              </a:rPr>
              <a:t>Binary locks are highly restrictive.</a:t>
            </a:r>
            <a:endParaRPr sz="2667" dirty="0">
              <a:solidFill>
                <a:schemeClr val="tx1"/>
              </a:solidFill>
              <a:highlight>
                <a:srgbClr val="FFFFFF"/>
              </a:highlight>
            </a:endParaRPr>
          </a:p>
          <a:p>
            <a:pPr marL="914377" indent="-474121" algn="just">
              <a:lnSpc>
                <a:spcPct val="158000"/>
              </a:lnSpc>
              <a:spcBef>
                <a:spcPts val="0"/>
              </a:spcBef>
              <a:spcAft>
                <a:spcPts val="0"/>
              </a:spcAft>
              <a:buClr>
                <a:srgbClr val="273239"/>
              </a:buClr>
              <a:buSzPts val="2000"/>
              <a:buFont typeface="Calibri"/>
              <a:buChar char="●"/>
            </a:pPr>
            <a:r>
              <a:rPr lang="en" sz="2667" dirty="0">
                <a:solidFill>
                  <a:schemeClr val="tx1"/>
                </a:solidFill>
                <a:highlight>
                  <a:srgbClr val="FFFFFF"/>
                </a:highlight>
              </a:rPr>
              <a:t>They do not even permit reading of the contents of item X. As a result, they are not used commercially.</a:t>
            </a:r>
            <a:endParaRPr sz="2667" dirty="0">
              <a:solidFill>
                <a:schemeClr val="tx1"/>
              </a:solidFill>
              <a:highlight>
                <a:srgbClr val="FFFFFF"/>
              </a:highlight>
            </a:endParaRPr>
          </a:p>
          <a:p>
            <a:pPr marL="0" indent="0">
              <a:spcBef>
                <a:spcPts val="4800"/>
              </a:spcBef>
              <a:spcAft>
                <a:spcPts val="0"/>
              </a:spcAft>
              <a:buNone/>
            </a:pPr>
            <a:endParaRPr sz="2667" dirty="0">
              <a:solidFill>
                <a:schemeClr val="tx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5"/>
          <p:cNvSpPr txBox="1">
            <a:spLocks noGrp="1"/>
          </p:cNvSpPr>
          <p:nvPr>
            <p:ph type="title"/>
          </p:nvPr>
        </p:nvSpPr>
        <p:spPr>
          <a:xfrm>
            <a:off x="616098" y="363571"/>
            <a:ext cx="10959804" cy="1328761"/>
          </a:xfrm>
          <a:prstGeom prst="rect">
            <a:avLst/>
          </a:prstGeom>
          <a:noFill/>
          <a:ln>
            <a:noFill/>
          </a:ln>
        </p:spPr>
        <p:txBody>
          <a:bodyPr spcFirstLastPara="1" vert="horz" wrap="square" lIns="91400" tIns="45700" rIns="91400" bIns="45700" rtlCol="0" anchor="b" anchorCtr="0">
            <a:normAutofit fontScale="90000"/>
          </a:bodyPr>
          <a:lstStyle/>
          <a:p>
            <a:pPr>
              <a:lnSpc>
                <a:spcPct val="90000"/>
              </a:lnSpc>
              <a:spcBef>
                <a:spcPts val="0"/>
              </a:spcBef>
              <a:buClr>
                <a:schemeClr val="dk1"/>
              </a:buClr>
              <a:buSzPct val="55555"/>
            </a:pPr>
            <a:r>
              <a:rPr lang="en" b="1" dirty="0">
                <a:solidFill>
                  <a:schemeClr val="tx1"/>
                </a:solidFill>
              </a:rPr>
              <a:t>Two-Phase Locking Techniques for Concurrency Control (cont’d.)</a:t>
            </a:r>
            <a:endParaRPr b="1" dirty="0">
              <a:solidFill>
                <a:schemeClr val="tx1"/>
              </a:solidFill>
            </a:endParaRPr>
          </a:p>
        </p:txBody>
      </p:sp>
      <p:sp>
        <p:nvSpPr>
          <p:cNvPr id="125" name="Google Shape;125;p5"/>
          <p:cNvSpPr txBox="1">
            <a:spLocks noGrp="1"/>
          </p:cNvSpPr>
          <p:nvPr>
            <p:ph idx="1"/>
          </p:nvPr>
        </p:nvSpPr>
        <p:spPr>
          <a:xfrm>
            <a:off x="1012856" y="1797300"/>
            <a:ext cx="7886700" cy="3263400"/>
          </a:xfrm>
          <a:prstGeom prst="rect">
            <a:avLst/>
          </a:prstGeom>
          <a:noFill/>
          <a:ln>
            <a:noFill/>
          </a:ln>
        </p:spPr>
        <p:txBody>
          <a:bodyPr spcFirstLastPara="1" vert="horz" wrap="square" lIns="91400" tIns="45700" rIns="0" bIns="45700" rtlCol="0" anchor="t" anchorCtr="0">
            <a:normAutofit/>
          </a:bodyPr>
          <a:lstStyle/>
          <a:p>
            <a:pPr>
              <a:spcBef>
                <a:spcPts val="0"/>
              </a:spcBef>
              <a:buSzPct val="75675"/>
            </a:pPr>
            <a:r>
              <a:rPr lang="en" sz="2400" dirty="0">
                <a:solidFill>
                  <a:schemeClr val="tx1"/>
                </a:solidFill>
              </a:rPr>
              <a:t>Lock table specifies items that have locks</a:t>
            </a:r>
            <a:endParaRPr sz="2400" dirty="0">
              <a:solidFill>
                <a:schemeClr val="tx1"/>
              </a:solidFill>
            </a:endParaRPr>
          </a:p>
          <a:p>
            <a:pPr>
              <a:spcBef>
                <a:spcPts val="560"/>
              </a:spcBef>
              <a:buSzPct val="75675"/>
            </a:pPr>
            <a:r>
              <a:rPr lang="en" sz="2400" dirty="0">
                <a:solidFill>
                  <a:schemeClr val="tx1"/>
                </a:solidFill>
              </a:rPr>
              <a:t>Lock manager subsystem</a:t>
            </a:r>
            <a:endParaRPr sz="2400" dirty="0">
              <a:solidFill>
                <a:schemeClr val="tx1"/>
              </a:solidFill>
            </a:endParaRPr>
          </a:p>
          <a:p>
            <a:pPr marL="838180" lvl="1" indent="-380990">
              <a:spcBef>
                <a:spcPts val="520"/>
              </a:spcBef>
              <a:buSzPct val="64414"/>
            </a:pPr>
            <a:r>
              <a:rPr lang="en" sz="2000" dirty="0">
                <a:solidFill>
                  <a:schemeClr val="tx1"/>
                </a:solidFill>
              </a:rPr>
              <a:t>Keeps track of and controls access to locks</a:t>
            </a:r>
            <a:endParaRPr sz="2000" dirty="0">
              <a:solidFill>
                <a:schemeClr val="tx1"/>
              </a:solidFill>
            </a:endParaRPr>
          </a:p>
          <a:p>
            <a:pPr marL="838180" lvl="1" indent="-380990">
              <a:spcBef>
                <a:spcPts val="520"/>
              </a:spcBef>
              <a:buSzPct val="64414"/>
            </a:pPr>
            <a:r>
              <a:rPr lang="en" sz="2000" dirty="0">
                <a:solidFill>
                  <a:schemeClr val="tx1"/>
                </a:solidFill>
              </a:rPr>
              <a:t>Rules enforced by lock manager module</a:t>
            </a:r>
            <a:endParaRPr sz="2000" dirty="0">
              <a:solidFill>
                <a:schemeClr val="tx1"/>
              </a:solidFill>
            </a:endParaRPr>
          </a:p>
          <a:p>
            <a:pPr>
              <a:spcBef>
                <a:spcPts val="560"/>
              </a:spcBef>
              <a:buSzPct val="75675"/>
            </a:pPr>
            <a:r>
              <a:rPr lang="en" sz="2400" dirty="0">
                <a:solidFill>
                  <a:schemeClr val="tx1"/>
                </a:solidFill>
              </a:rPr>
              <a:t>At most one transaction can hold the lock on an item at a given time</a:t>
            </a:r>
            <a:endParaRPr sz="2400" dirty="0">
              <a:solidFill>
                <a:schemeClr val="tx1"/>
              </a:solidFill>
            </a:endParaRPr>
          </a:p>
          <a:p>
            <a:pPr>
              <a:spcBef>
                <a:spcPts val="560"/>
              </a:spcBef>
              <a:buSzPct val="75675"/>
            </a:pPr>
            <a:r>
              <a:rPr lang="en" sz="2400" dirty="0">
                <a:solidFill>
                  <a:schemeClr val="tx1"/>
                </a:solidFill>
              </a:rPr>
              <a:t>Binary locking too restrictive for database items</a:t>
            </a:r>
            <a:endParaRPr sz="2400" dirty="0">
              <a:solidFill>
                <a:schemeClr val="tx1"/>
              </a:solidFill>
            </a:endParaRPr>
          </a:p>
        </p:txBody>
      </p:sp>
      <p:sp>
        <p:nvSpPr>
          <p:cNvPr id="126" name="Google Shape;126;p5"/>
          <p:cNvSpPr txBox="1">
            <a:spLocks noGrp="1"/>
          </p:cNvSpPr>
          <p:nvPr>
            <p:ph type="sldNum" sz="quarter" idx="12"/>
          </p:nvPr>
        </p:nvSpPr>
        <p:spPr>
          <a:xfrm>
            <a:off x="7981951" y="5624514"/>
            <a:ext cx="2057400" cy="273900"/>
          </a:xfrm>
          <a:prstGeom prst="rect">
            <a:avLst/>
          </a:prstGeom>
          <a:noFill/>
          <a:ln>
            <a:noFill/>
          </a:ln>
        </p:spPr>
        <p:txBody>
          <a:bodyPr spcFirstLastPara="1" vert="horz" wrap="square" lIns="91400" tIns="45700" rIns="91400" bIns="45700" rtlCol="0" anchor="b" anchorCtr="0">
            <a:noAutofit/>
          </a:bodyPr>
          <a:lstStyle/>
          <a:p>
            <a:pPr>
              <a:buClr>
                <a:srgbClr val="000000"/>
              </a:buClr>
              <a:buSzPts val="1200"/>
            </a:pPr>
            <a:fld id="{00000000-1234-1234-1234-123412341234}" type="slidenum">
              <a:rPr lang="en"/>
              <a:pPr>
                <a:buClr>
                  <a:srgbClr val="000000"/>
                </a:buClr>
                <a:buSzPts val="1200"/>
              </a:pPr>
              <a:t>6</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6"/>
          <p:cNvSpPr txBox="1">
            <a:spLocks noGrp="1"/>
          </p:cNvSpPr>
          <p:nvPr>
            <p:ph type="title"/>
          </p:nvPr>
        </p:nvSpPr>
        <p:spPr>
          <a:xfrm>
            <a:off x="1016059" y="700755"/>
            <a:ext cx="10136203" cy="1164476"/>
          </a:xfrm>
          <a:prstGeom prst="rect">
            <a:avLst/>
          </a:prstGeom>
          <a:noFill/>
          <a:ln>
            <a:noFill/>
          </a:ln>
        </p:spPr>
        <p:txBody>
          <a:bodyPr spcFirstLastPara="1" vert="horz" wrap="square" lIns="91400" tIns="45700" rIns="91400" bIns="45700" rtlCol="0" anchor="b" anchorCtr="0">
            <a:normAutofit/>
          </a:bodyPr>
          <a:lstStyle/>
          <a:p>
            <a:pPr>
              <a:lnSpc>
                <a:spcPct val="90000"/>
              </a:lnSpc>
              <a:spcBef>
                <a:spcPts val="0"/>
              </a:spcBef>
              <a:buClr>
                <a:schemeClr val="dk1"/>
              </a:buClr>
              <a:buSzPct val="55555"/>
            </a:pPr>
            <a:r>
              <a:rPr lang="en" b="1" dirty="0">
                <a:solidFill>
                  <a:schemeClr val="tx1"/>
                </a:solidFill>
              </a:rPr>
              <a:t>Binary Locking </a:t>
            </a:r>
            <a:endParaRPr b="1" dirty="0">
              <a:solidFill>
                <a:schemeClr val="tx1"/>
              </a:solidFill>
            </a:endParaRPr>
          </a:p>
        </p:txBody>
      </p:sp>
      <p:sp>
        <p:nvSpPr>
          <p:cNvPr id="132" name="Google Shape;132;p6"/>
          <p:cNvSpPr txBox="1">
            <a:spLocks noGrp="1"/>
          </p:cNvSpPr>
          <p:nvPr>
            <p:ph idx="1"/>
          </p:nvPr>
        </p:nvSpPr>
        <p:spPr>
          <a:xfrm>
            <a:off x="1123950" y="1823666"/>
            <a:ext cx="10028311" cy="3263400"/>
          </a:xfrm>
          <a:prstGeom prst="rect">
            <a:avLst/>
          </a:prstGeom>
          <a:noFill/>
          <a:ln>
            <a:noFill/>
          </a:ln>
        </p:spPr>
        <p:txBody>
          <a:bodyPr spcFirstLastPara="1" vert="horz" wrap="square" lIns="91400" tIns="45700" rIns="0" bIns="45700" rtlCol="0" anchor="t" anchorCtr="0">
            <a:normAutofit/>
          </a:bodyPr>
          <a:lstStyle/>
          <a:p>
            <a:pPr marL="342891" indent="-342891">
              <a:spcBef>
                <a:spcPts val="0"/>
              </a:spcBef>
              <a:spcAft>
                <a:spcPts val="0"/>
              </a:spcAft>
              <a:buSzPts val="1680"/>
              <a:buChar char="•"/>
            </a:pPr>
            <a:r>
              <a:rPr lang="en" dirty="0">
                <a:solidFill>
                  <a:schemeClr val="tx1"/>
                </a:solidFill>
              </a:rPr>
              <a:t>If the simple binary locking scheme described is used, then every transaction must obey the following rules:</a:t>
            </a:r>
            <a:endParaRPr dirty="0">
              <a:solidFill>
                <a:schemeClr val="tx1"/>
              </a:solidFill>
            </a:endParaRPr>
          </a:p>
          <a:p>
            <a:pPr marL="742932" lvl="1" indent="-194938">
              <a:spcBef>
                <a:spcPts val="520"/>
              </a:spcBef>
              <a:spcAft>
                <a:spcPts val="0"/>
              </a:spcAft>
              <a:buSzPts val="1430"/>
              <a:buNone/>
            </a:pPr>
            <a:endParaRPr dirty="0">
              <a:solidFill>
                <a:schemeClr val="tx1"/>
              </a:solidFill>
            </a:endParaRPr>
          </a:p>
        </p:txBody>
      </p:sp>
      <p:sp>
        <p:nvSpPr>
          <p:cNvPr id="133" name="Google Shape;133;p6"/>
          <p:cNvSpPr txBox="1">
            <a:spLocks noGrp="1"/>
          </p:cNvSpPr>
          <p:nvPr>
            <p:ph type="sldNum" sz="quarter" idx="12"/>
          </p:nvPr>
        </p:nvSpPr>
        <p:spPr>
          <a:xfrm>
            <a:off x="7981951" y="5624514"/>
            <a:ext cx="2057400" cy="273900"/>
          </a:xfrm>
          <a:prstGeom prst="rect">
            <a:avLst/>
          </a:prstGeom>
          <a:noFill/>
          <a:ln>
            <a:noFill/>
          </a:ln>
        </p:spPr>
        <p:txBody>
          <a:bodyPr spcFirstLastPara="1" vert="horz" wrap="square" lIns="91400" tIns="45700" rIns="91400" bIns="45700" rtlCol="0" anchor="b" anchorCtr="0">
            <a:noAutofit/>
          </a:bodyPr>
          <a:lstStyle/>
          <a:p>
            <a:pPr>
              <a:buClr>
                <a:srgbClr val="000000"/>
              </a:buClr>
              <a:buSzPts val="1200"/>
            </a:pPr>
            <a:fld id="{00000000-1234-1234-1234-123412341234}" type="slidenum">
              <a:rPr lang="en"/>
              <a:pPr>
                <a:buClr>
                  <a:srgbClr val="000000"/>
                </a:buClr>
                <a:buSzPts val="1200"/>
              </a:pPr>
              <a:t>7</a:t>
            </a:fld>
            <a:endParaRPr/>
          </a:p>
        </p:txBody>
      </p:sp>
      <p:pic>
        <p:nvPicPr>
          <p:cNvPr id="134" name="Google Shape;134;p6"/>
          <p:cNvPicPr preferRelativeResize="0"/>
          <p:nvPr/>
        </p:nvPicPr>
        <p:blipFill rotWithShape="1">
          <a:blip r:embed="rId3">
            <a:alphaModFix/>
          </a:blip>
          <a:srcRect/>
          <a:stretch/>
        </p:blipFill>
        <p:spPr>
          <a:xfrm>
            <a:off x="1549370" y="2620693"/>
            <a:ext cx="8739765" cy="1616614"/>
          </a:xfrm>
          <a:prstGeom prst="rect">
            <a:avLst/>
          </a:prstGeom>
          <a:noFill/>
          <a:ln>
            <a:noFill/>
          </a:ln>
        </p:spPr>
      </p:pic>
      <p:pic>
        <p:nvPicPr>
          <p:cNvPr id="135" name="Google Shape;135;p6"/>
          <p:cNvPicPr preferRelativeResize="0"/>
          <p:nvPr/>
        </p:nvPicPr>
        <p:blipFill rotWithShape="1">
          <a:blip r:embed="rId4">
            <a:alphaModFix/>
          </a:blip>
          <a:srcRect/>
          <a:stretch/>
        </p:blipFill>
        <p:spPr>
          <a:xfrm>
            <a:off x="1549370" y="4283713"/>
            <a:ext cx="8739764" cy="147775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7"/>
          <p:cNvSpPr txBox="1">
            <a:spLocks noGrp="1"/>
          </p:cNvSpPr>
          <p:nvPr>
            <p:ph type="title"/>
          </p:nvPr>
        </p:nvSpPr>
        <p:spPr>
          <a:xfrm>
            <a:off x="1050243" y="418744"/>
            <a:ext cx="10640403" cy="1446487"/>
          </a:xfrm>
          <a:prstGeom prst="rect">
            <a:avLst/>
          </a:prstGeom>
          <a:noFill/>
          <a:ln>
            <a:noFill/>
          </a:ln>
        </p:spPr>
        <p:txBody>
          <a:bodyPr spcFirstLastPara="1" vert="horz" wrap="square" lIns="91400" tIns="45700" rIns="91400" bIns="45700" rtlCol="0" anchor="b" anchorCtr="0">
            <a:normAutofit/>
          </a:bodyPr>
          <a:lstStyle/>
          <a:p>
            <a:pPr>
              <a:lnSpc>
                <a:spcPct val="90000"/>
              </a:lnSpc>
              <a:spcBef>
                <a:spcPts val="0"/>
              </a:spcBef>
              <a:buClr>
                <a:schemeClr val="dk1"/>
              </a:buClr>
              <a:buSzPct val="55555"/>
            </a:pPr>
            <a:r>
              <a:rPr lang="en" b="1" dirty="0">
                <a:solidFill>
                  <a:schemeClr val="tx1"/>
                </a:solidFill>
              </a:rPr>
              <a:t>Two-Phase Locking Techniques for Concurrency Control (cont’d.)</a:t>
            </a:r>
            <a:endParaRPr b="1" dirty="0">
              <a:solidFill>
                <a:schemeClr val="tx1"/>
              </a:solidFill>
            </a:endParaRPr>
          </a:p>
        </p:txBody>
      </p:sp>
      <p:sp>
        <p:nvSpPr>
          <p:cNvPr id="141" name="Google Shape;141;p7"/>
          <p:cNvSpPr txBox="1">
            <a:spLocks noGrp="1"/>
          </p:cNvSpPr>
          <p:nvPr>
            <p:ph idx="1"/>
          </p:nvPr>
        </p:nvSpPr>
        <p:spPr>
          <a:xfrm>
            <a:off x="1123951" y="1865231"/>
            <a:ext cx="8915400" cy="3263400"/>
          </a:xfrm>
          <a:prstGeom prst="rect">
            <a:avLst/>
          </a:prstGeom>
          <a:noFill/>
          <a:ln>
            <a:noFill/>
          </a:ln>
        </p:spPr>
        <p:txBody>
          <a:bodyPr spcFirstLastPara="1" vert="horz" wrap="square" lIns="91400" tIns="45700" rIns="0" bIns="45700" rtlCol="0" anchor="t" anchorCtr="0">
            <a:normAutofit/>
          </a:bodyPr>
          <a:lstStyle/>
          <a:p>
            <a:pPr>
              <a:spcBef>
                <a:spcPts val="0"/>
              </a:spcBef>
              <a:buSzPct val="82352"/>
            </a:pPr>
            <a:r>
              <a:rPr lang="en" sz="2400" dirty="0">
                <a:solidFill>
                  <a:schemeClr val="tx1"/>
                </a:solidFill>
              </a:rPr>
              <a:t>Shared/exclusive or read/write locks or multi-mode locks</a:t>
            </a:r>
            <a:endParaRPr sz="2400" dirty="0">
              <a:solidFill>
                <a:schemeClr val="tx1"/>
              </a:solidFill>
            </a:endParaRPr>
          </a:p>
          <a:p>
            <a:pPr marL="838180" lvl="1" indent="-380990">
              <a:spcBef>
                <a:spcPts val="520"/>
              </a:spcBef>
              <a:buSzPct val="70098"/>
            </a:pPr>
            <a:r>
              <a:rPr lang="en" sz="2000" dirty="0">
                <a:solidFill>
                  <a:schemeClr val="tx1"/>
                </a:solidFill>
              </a:rPr>
              <a:t>Read operations on the same item are not conflicting</a:t>
            </a:r>
            <a:endParaRPr sz="2000" dirty="0">
              <a:solidFill>
                <a:schemeClr val="tx1"/>
              </a:solidFill>
            </a:endParaRPr>
          </a:p>
          <a:p>
            <a:pPr marL="838180" lvl="1" indent="-380990">
              <a:spcBef>
                <a:spcPts val="520"/>
              </a:spcBef>
              <a:buSzPct val="70098"/>
            </a:pPr>
            <a:r>
              <a:rPr lang="en" sz="2000" dirty="0">
                <a:solidFill>
                  <a:schemeClr val="tx1"/>
                </a:solidFill>
              </a:rPr>
              <a:t>Must have exclusive lock to write</a:t>
            </a:r>
            <a:endParaRPr sz="2000" dirty="0">
              <a:solidFill>
                <a:schemeClr val="tx1"/>
              </a:solidFill>
            </a:endParaRPr>
          </a:p>
          <a:p>
            <a:pPr marL="838180" lvl="1" indent="-380990">
              <a:spcBef>
                <a:spcPts val="520"/>
              </a:spcBef>
              <a:buSzPct val="70098"/>
            </a:pPr>
            <a:r>
              <a:rPr lang="en" sz="2000" dirty="0">
                <a:solidFill>
                  <a:schemeClr val="tx1"/>
                </a:solidFill>
              </a:rPr>
              <a:t>Three locking operations</a:t>
            </a:r>
            <a:endParaRPr sz="2000" dirty="0">
              <a:solidFill>
                <a:schemeClr val="tx1"/>
              </a:solidFill>
            </a:endParaRPr>
          </a:p>
          <a:p>
            <a:pPr marL="1142971" lvl="2" indent="-228594">
              <a:spcBef>
                <a:spcPts val="480"/>
              </a:spcBef>
              <a:buSzPct val="70588"/>
            </a:pPr>
            <a:r>
              <a:rPr lang="en" sz="1600" dirty="0">
                <a:solidFill>
                  <a:schemeClr val="tx1"/>
                </a:solidFill>
              </a:rPr>
              <a:t>read_lock(X)</a:t>
            </a:r>
            <a:endParaRPr sz="1600" dirty="0">
              <a:solidFill>
                <a:schemeClr val="tx1"/>
              </a:solidFill>
            </a:endParaRPr>
          </a:p>
          <a:p>
            <a:pPr marL="1142971" lvl="2" indent="-228594">
              <a:spcBef>
                <a:spcPts val="480"/>
              </a:spcBef>
              <a:buSzPct val="70588"/>
            </a:pPr>
            <a:r>
              <a:rPr lang="en" sz="1600" dirty="0">
                <a:solidFill>
                  <a:schemeClr val="tx1"/>
                </a:solidFill>
              </a:rPr>
              <a:t>write_lock(X)</a:t>
            </a:r>
            <a:endParaRPr sz="1600" dirty="0">
              <a:solidFill>
                <a:schemeClr val="tx1"/>
              </a:solidFill>
            </a:endParaRPr>
          </a:p>
          <a:p>
            <a:pPr marL="1142971" lvl="2" indent="-228594">
              <a:spcBef>
                <a:spcPts val="480"/>
              </a:spcBef>
              <a:buSzPct val="70588"/>
            </a:pPr>
            <a:r>
              <a:rPr lang="en" sz="1600" dirty="0">
                <a:solidFill>
                  <a:schemeClr val="tx1"/>
                </a:solidFill>
              </a:rPr>
              <a:t>unlock(X)</a:t>
            </a:r>
            <a:endParaRPr sz="1600" dirty="0">
              <a:solidFill>
                <a:schemeClr val="tx1"/>
              </a:solidFill>
            </a:endParaRPr>
          </a:p>
        </p:txBody>
      </p:sp>
      <p:sp>
        <p:nvSpPr>
          <p:cNvPr id="142" name="Google Shape;142;p7"/>
          <p:cNvSpPr txBox="1">
            <a:spLocks noGrp="1"/>
          </p:cNvSpPr>
          <p:nvPr>
            <p:ph type="sldNum" sz="quarter" idx="12"/>
          </p:nvPr>
        </p:nvSpPr>
        <p:spPr>
          <a:xfrm>
            <a:off x="7981951" y="5624514"/>
            <a:ext cx="2057400" cy="273900"/>
          </a:xfrm>
          <a:prstGeom prst="rect">
            <a:avLst/>
          </a:prstGeom>
          <a:noFill/>
          <a:ln>
            <a:noFill/>
          </a:ln>
        </p:spPr>
        <p:txBody>
          <a:bodyPr spcFirstLastPara="1" vert="horz" wrap="square" lIns="91400" tIns="45700" rIns="91400" bIns="45700" rtlCol="0" anchor="b" anchorCtr="0">
            <a:noAutofit/>
          </a:bodyPr>
          <a:lstStyle/>
          <a:p>
            <a:pPr>
              <a:buClr>
                <a:srgbClr val="000000"/>
              </a:buClr>
              <a:buSzPts val="1200"/>
            </a:pPr>
            <a:fld id="{00000000-1234-1234-1234-123412341234}" type="slidenum">
              <a:rPr lang="en"/>
              <a:pPr>
                <a:buClr>
                  <a:srgbClr val="000000"/>
                </a:buClr>
                <a:buSzPts val="1200"/>
              </a:pPr>
              <a:t>8</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g19a93c4210c_0_22"/>
          <p:cNvSpPr txBox="1">
            <a:spLocks noGrp="1"/>
          </p:cNvSpPr>
          <p:nvPr>
            <p:ph type="title"/>
          </p:nvPr>
        </p:nvSpPr>
        <p:spPr>
          <a:xfrm>
            <a:off x="1157101" y="508794"/>
            <a:ext cx="10058400" cy="1208911"/>
          </a:xfrm>
          <a:prstGeom prst="rect">
            <a:avLst/>
          </a:prstGeom>
        </p:spPr>
        <p:txBody>
          <a:bodyPr spcFirstLastPara="1" vert="horz" wrap="square" lIns="121900" tIns="60933" rIns="121900" bIns="60933" rtlCol="0" anchor="ctr" anchorCtr="0">
            <a:normAutofit/>
          </a:bodyPr>
          <a:lstStyle/>
          <a:p>
            <a:pPr>
              <a:spcBef>
                <a:spcPts val="0"/>
              </a:spcBef>
            </a:pPr>
            <a:r>
              <a:rPr lang="en" b="1" dirty="0">
                <a:solidFill>
                  <a:schemeClr val="tx1"/>
                </a:solidFill>
              </a:rPr>
              <a:t>Drawbacks of Read and write locks</a:t>
            </a:r>
            <a:endParaRPr b="1" dirty="0">
              <a:solidFill>
                <a:schemeClr val="tx1"/>
              </a:solidFill>
            </a:endParaRPr>
          </a:p>
        </p:txBody>
      </p:sp>
      <p:sp>
        <p:nvSpPr>
          <p:cNvPr id="148" name="Google Shape;148;g19a93c4210c_0_22"/>
          <p:cNvSpPr txBox="1">
            <a:spLocks noGrp="1"/>
          </p:cNvSpPr>
          <p:nvPr>
            <p:ph idx="1"/>
          </p:nvPr>
        </p:nvSpPr>
        <p:spPr>
          <a:xfrm>
            <a:off x="976499" y="1717705"/>
            <a:ext cx="10058400" cy="4023360"/>
          </a:xfrm>
          <a:prstGeom prst="rect">
            <a:avLst/>
          </a:prstGeom>
        </p:spPr>
        <p:txBody>
          <a:bodyPr spcFirstLastPara="1" vert="horz" wrap="square" lIns="121900" tIns="60933" rIns="121900" bIns="60933" rtlCol="0" anchor="t" anchorCtr="0">
            <a:normAutofit/>
          </a:bodyPr>
          <a:lstStyle/>
          <a:p>
            <a:pPr>
              <a:spcBef>
                <a:spcPts val="1000"/>
              </a:spcBef>
              <a:spcAft>
                <a:spcPts val="0"/>
              </a:spcAft>
              <a:buFont typeface="Arial" panose="020B0604020202020204" pitchFamily="34" charset="0"/>
              <a:buChar char="•"/>
            </a:pPr>
            <a:r>
              <a:rPr lang="en" dirty="0">
                <a:solidFill>
                  <a:schemeClr val="tx1"/>
                </a:solidFill>
              </a:rPr>
              <a:t>May not always produce serializable schedule</a:t>
            </a:r>
            <a:endParaRPr dirty="0">
              <a:solidFill>
                <a:schemeClr val="tx1"/>
              </a:solidFill>
            </a:endParaRPr>
          </a:p>
          <a:p>
            <a:pPr>
              <a:spcBef>
                <a:spcPts val="1000"/>
              </a:spcBef>
              <a:spcAft>
                <a:spcPts val="0"/>
              </a:spcAft>
              <a:buFont typeface="Arial" panose="020B0604020202020204" pitchFamily="34" charset="0"/>
              <a:buChar char="•"/>
            </a:pPr>
            <a:r>
              <a:rPr lang="en" dirty="0">
                <a:solidFill>
                  <a:schemeClr val="tx1"/>
                </a:solidFill>
              </a:rPr>
              <a:t>May not free from irrecoverability</a:t>
            </a:r>
            <a:endParaRPr dirty="0">
              <a:solidFill>
                <a:schemeClr val="tx1"/>
              </a:solidFill>
            </a:endParaRPr>
          </a:p>
          <a:p>
            <a:pPr>
              <a:spcBef>
                <a:spcPts val="1000"/>
              </a:spcBef>
              <a:spcAft>
                <a:spcPts val="0"/>
              </a:spcAft>
              <a:buFont typeface="Arial" panose="020B0604020202020204" pitchFamily="34" charset="0"/>
              <a:buChar char="•"/>
            </a:pPr>
            <a:r>
              <a:rPr lang="en" dirty="0">
                <a:solidFill>
                  <a:schemeClr val="tx1"/>
                </a:solidFill>
              </a:rPr>
              <a:t>May not free from deadlock and starvation</a:t>
            </a:r>
            <a:endParaRPr dirty="0">
              <a:solidFill>
                <a:schemeClr val="tx1"/>
              </a:solidFill>
            </a:endParaRPr>
          </a:p>
          <a:p>
            <a:pPr>
              <a:spcBef>
                <a:spcPts val="1000"/>
              </a:spcBef>
              <a:spcAft>
                <a:spcPts val="0"/>
              </a:spcAft>
              <a:buFont typeface="Arial" panose="020B0604020202020204" pitchFamily="34" charset="0"/>
              <a:buChar char="•"/>
            </a:pPr>
            <a:r>
              <a:rPr lang="en" dirty="0">
                <a:solidFill>
                  <a:schemeClr val="tx1"/>
                </a:solidFill>
              </a:rPr>
              <a:t>May not free from Cascade Rollback</a:t>
            </a:r>
            <a:endParaRPr dirty="0">
              <a:solidFill>
                <a:schemeClr val="tx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 name="Google Shape;158;g19dd3b3a171_0_73"/>
          <p:cNvSpPr txBox="1">
            <a:spLocks/>
          </p:cNvSpPr>
          <p:nvPr/>
        </p:nvSpPr>
        <p:spPr>
          <a:xfrm>
            <a:off x="2272241" y="2480030"/>
            <a:ext cx="7886800" cy="1719600"/>
          </a:xfrm>
          <a:prstGeom prst="rect">
            <a:avLst/>
          </a:prstGeom>
        </p:spPr>
        <p:txBody>
          <a:bodyPr spcFirstLastPara="1" vert="horz" wrap="square" lIns="121900" tIns="60933" rIns="121900" bIns="60933" rtlCol="0" anchor="t" anchorCtr="0">
            <a:normAutofit fontScale="85000" lnSpcReduction="20000"/>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lgn="ctr">
              <a:spcBef>
                <a:spcPts val="1000"/>
              </a:spcBef>
              <a:spcAft>
                <a:spcPts val="0"/>
              </a:spcAft>
              <a:buFont typeface="Calibri" panose="020F0502020204030204" pitchFamily="34" charset="0"/>
              <a:buNone/>
            </a:pPr>
            <a:r>
              <a:rPr lang="en-US" sz="7466" b="1" dirty="0">
                <a:solidFill>
                  <a:schemeClr val="tx1"/>
                </a:solidFill>
              </a:rPr>
              <a:t>Non-Serializable Schedules</a:t>
            </a:r>
          </a:p>
        </p:txBody>
      </p:sp>
    </p:spTree>
    <p:extLst>
      <p:ext uri="{BB962C8B-B14F-4D97-AF65-F5344CB8AC3E}">
        <p14:creationId xmlns:p14="http://schemas.microsoft.com/office/powerpoint/2010/main" val="12209634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3" name="Google Shape;163;g19dd3b3a171_0_0"/>
          <p:cNvGraphicFramePr/>
          <p:nvPr>
            <p:extLst>
              <p:ext uri="{D42A27DB-BD31-4B8C-83A1-F6EECF244321}">
                <p14:modId xmlns:p14="http://schemas.microsoft.com/office/powerpoint/2010/main" val="3615855004"/>
              </p:ext>
            </p:extLst>
          </p:nvPr>
        </p:nvGraphicFramePr>
        <p:xfrm>
          <a:off x="2751271" y="117669"/>
          <a:ext cx="6247452" cy="6400320"/>
        </p:xfrm>
        <a:graphic>
          <a:graphicData uri="http://schemas.openxmlformats.org/drawingml/2006/table">
            <a:tbl>
              <a:tblPr>
                <a:noFill/>
              </a:tblPr>
              <a:tblGrid>
                <a:gridCol w="3123726">
                  <a:extLst>
                    <a:ext uri="{9D8B030D-6E8A-4147-A177-3AD203B41FA5}">
                      <a16:colId xmlns:a16="http://schemas.microsoft.com/office/drawing/2014/main" val="20000"/>
                    </a:ext>
                  </a:extLst>
                </a:gridCol>
                <a:gridCol w="3123726">
                  <a:extLst>
                    <a:ext uri="{9D8B030D-6E8A-4147-A177-3AD203B41FA5}">
                      <a16:colId xmlns:a16="http://schemas.microsoft.com/office/drawing/2014/main" val="20001"/>
                    </a:ext>
                  </a:extLst>
                </a:gridCol>
              </a:tblGrid>
              <a:tr h="0">
                <a:tc>
                  <a:txBody>
                    <a:bodyPr/>
                    <a:lstStyle/>
                    <a:p>
                      <a:pPr marL="0" lvl="0" indent="0" algn="ctr" rtl="0">
                        <a:spcBef>
                          <a:spcPts val="0"/>
                        </a:spcBef>
                        <a:spcAft>
                          <a:spcPts val="0"/>
                        </a:spcAft>
                        <a:buNone/>
                      </a:pPr>
                      <a:r>
                        <a:rPr lang="en" sz="1900" b="1" dirty="0">
                          <a:solidFill>
                            <a:schemeClr val="tx1"/>
                          </a:solidFill>
                          <a:latin typeface="+mn-lt"/>
                        </a:rPr>
                        <a:t>T1</a:t>
                      </a:r>
                      <a:endParaRPr sz="1900" b="1" dirty="0">
                        <a:solidFill>
                          <a:schemeClr val="tx1"/>
                        </a:solidFill>
                        <a:latin typeface="+mn-lt"/>
                      </a:endParaRPr>
                    </a:p>
                  </a:txBody>
                  <a:tcPr marL="121900" marR="121900" marT="121900" marB="121900"/>
                </a:tc>
                <a:tc>
                  <a:txBody>
                    <a:bodyPr/>
                    <a:lstStyle/>
                    <a:p>
                      <a:pPr marL="0" lvl="0" indent="0" algn="ctr" rtl="0">
                        <a:spcBef>
                          <a:spcPts val="0"/>
                        </a:spcBef>
                        <a:spcAft>
                          <a:spcPts val="0"/>
                        </a:spcAft>
                        <a:buClr>
                          <a:schemeClr val="dk1"/>
                        </a:buClr>
                        <a:buSzPts val="1100"/>
                        <a:buFont typeface="Arial"/>
                        <a:buNone/>
                      </a:pPr>
                      <a:r>
                        <a:rPr lang="en" sz="1900" b="1" dirty="0">
                          <a:solidFill>
                            <a:schemeClr val="tx1"/>
                          </a:solidFill>
                          <a:latin typeface="+mn-lt"/>
                        </a:rPr>
                        <a:t>T2</a:t>
                      </a:r>
                      <a:endParaRPr sz="1900" b="1" dirty="0">
                        <a:solidFill>
                          <a:schemeClr val="tx1"/>
                        </a:solidFill>
                        <a:latin typeface="+mn-lt"/>
                      </a:endParaRPr>
                    </a:p>
                  </a:txBody>
                  <a:tcPr marL="121900" marR="121900" marT="121900" marB="121900"/>
                </a:tc>
                <a:extLst>
                  <a:ext uri="{0D108BD9-81ED-4DB2-BD59-A6C34878D82A}">
                    <a16:rowId xmlns:a16="http://schemas.microsoft.com/office/drawing/2014/main" val="10000"/>
                  </a:ext>
                </a:extLst>
              </a:tr>
              <a:tr h="404435">
                <a:tc>
                  <a:txBody>
                    <a:bodyPr/>
                    <a:lstStyle/>
                    <a:p>
                      <a:pPr marL="0" lvl="0" indent="0" algn="ctr" rtl="0">
                        <a:spcBef>
                          <a:spcPts val="0"/>
                        </a:spcBef>
                        <a:spcAft>
                          <a:spcPts val="0"/>
                        </a:spcAft>
                        <a:buNone/>
                      </a:pPr>
                      <a:r>
                        <a:rPr lang="en" sz="1900" b="1" dirty="0">
                          <a:solidFill>
                            <a:schemeClr val="tx1"/>
                          </a:solidFill>
                          <a:latin typeface="+mn-lt"/>
                        </a:rPr>
                        <a:t>write_lock(A)</a:t>
                      </a:r>
                      <a:endParaRPr sz="1900" b="1" dirty="0">
                        <a:solidFill>
                          <a:schemeClr val="tx1"/>
                        </a:solidFill>
                        <a:latin typeface="+mn-lt"/>
                      </a:endParaRPr>
                    </a:p>
                  </a:txBody>
                  <a:tcPr marL="121900" marR="121900" marT="121900" marB="121900"/>
                </a:tc>
                <a:tc>
                  <a:txBody>
                    <a:bodyPr/>
                    <a:lstStyle/>
                    <a:p>
                      <a:pPr marL="0" lvl="0" indent="0" algn="ctr" rtl="0">
                        <a:spcBef>
                          <a:spcPts val="0"/>
                        </a:spcBef>
                        <a:spcAft>
                          <a:spcPts val="0"/>
                        </a:spcAft>
                        <a:buNone/>
                      </a:pPr>
                      <a:endParaRPr sz="1900" b="1" dirty="0">
                        <a:solidFill>
                          <a:schemeClr val="tx1"/>
                        </a:solidFill>
                        <a:latin typeface="+mn-lt"/>
                      </a:endParaRPr>
                    </a:p>
                  </a:txBody>
                  <a:tcPr marL="121900" marR="121900" marT="121900" marB="121900"/>
                </a:tc>
                <a:extLst>
                  <a:ext uri="{0D108BD9-81ED-4DB2-BD59-A6C34878D82A}">
                    <a16:rowId xmlns:a16="http://schemas.microsoft.com/office/drawing/2014/main" val="10001"/>
                  </a:ext>
                </a:extLst>
              </a:tr>
              <a:tr h="494962">
                <a:tc>
                  <a:txBody>
                    <a:bodyPr/>
                    <a:lstStyle/>
                    <a:p>
                      <a:pPr marL="0" lvl="0" indent="0" algn="ctr" rtl="0">
                        <a:spcBef>
                          <a:spcPts val="0"/>
                        </a:spcBef>
                        <a:spcAft>
                          <a:spcPts val="0"/>
                        </a:spcAft>
                        <a:buNone/>
                      </a:pPr>
                      <a:r>
                        <a:rPr lang="en" sz="1900" b="1" dirty="0">
                          <a:solidFill>
                            <a:schemeClr val="tx1"/>
                          </a:solidFill>
                          <a:latin typeface="+mn-lt"/>
                        </a:rPr>
                        <a:t>read_item(A)</a:t>
                      </a:r>
                      <a:endParaRPr sz="1900" b="1" dirty="0">
                        <a:solidFill>
                          <a:schemeClr val="tx1"/>
                        </a:solidFill>
                        <a:latin typeface="+mn-lt"/>
                      </a:endParaRPr>
                    </a:p>
                  </a:txBody>
                  <a:tcPr marL="121900" marR="121900" marT="121900" marB="121900"/>
                </a:tc>
                <a:tc>
                  <a:txBody>
                    <a:bodyPr/>
                    <a:lstStyle/>
                    <a:p>
                      <a:pPr marL="0" lvl="0" indent="0" algn="ctr" rtl="0">
                        <a:spcBef>
                          <a:spcPts val="0"/>
                        </a:spcBef>
                        <a:spcAft>
                          <a:spcPts val="0"/>
                        </a:spcAft>
                        <a:buNone/>
                      </a:pPr>
                      <a:endParaRPr sz="1900" b="1" dirty="0">
                        <a:solidFill>
                          <a:schemeClr val="tx1"/>
                        </a:solidFill>
                        <a:latin typeface="+mn-lt"/>
                      </a:endParaRPr>
                    </a:p>
                  </a:txBody>
                  <a:tcPr marL="121900" marR="121900" marT="121900" marB="121900"/>
                </a:tc>
                <a:extLst>
                  <a:ext uri="{0D108BD9-81ED-4DB2-BD59-A6C34878D82A}">
                    <a16:rowId xmlns:a16="http://schemas.microsoft.com/office/drawing/2014/main" val="10002"/>
                  </a:ext>
                </a:extLst>
              </a:tr>
              <a:tr h="494962">
                <a:tc>
                  <a:txBody>
                    <a:bodyPr/>
                    <a:lstStyle/>
                    <a:p>
                      <a:pPr marL="0" lvl="0" indent="0" algn="ctr" rtl="0">
                        <a:spcBef>
                          <a:spcPts val="0"/>
                        </a:spcBef>
                        <a:spcAft>
                          <a:spcPts val="0"/>
                        </a:spcAft>
                        <a:buClr>
                          <a:schemeClr val="dk1"/>
                        </a:buClr>
                        <a:buSzPts val="1100"/>
                        <a:buFont typeface="Arial"/>
                        <a:buNone/>
                      </a:pPr>
                      <a:r>
                        <a:rPr lang="en" sz="1900" b="1">
                          <a:solidFill>
                            <a:schemeClr val="tx1"/>
                          </a:solidFill>
                          <a:latin typeface="+mn-lt"/>
                        </a:rPr>
                        <a:t>Write_item(A)</a:t>
                      </a:r>
                      <a:endParaRPr sz="1900" b="1">
                        <a:solidFill>
                          <a:schemeClr val="tx1"/>
                        </a:solidFill>
                        <a:latin typeface="+mn-lt"/>
                      </a:endParaRPr>
                    </a:p>
                  </a:txBody>
                  <a:tcPr marL="121900" marR="121900" marT="121900" marB="121900"/>
                </a:tc>
                <a:tc>
                  <a:txBody>
                    <a:bodyPr/>
                    <a:lstStyle/>
                    <a:p>
                      <a:pPr marL="0" lvl="0" indent="0" algn="ctr" rtl="0">
                        <a:spcBef>
                          <a:spcPts val="0"/>
                        </a:spcBef>
                        <a:spcAft>
                          <a:spcPts val="0"/>
                        </a:spcAft>
                        <a:buNone/>
                      </a:pPr>
                      <a:endParaRPr sz="1900" b="1" dirty="0">
                        <a:solidFill>
                          <a:schemeClr val="tx1"/>
                        </a:solidFill>
                        <a:latin typeface="+mn-lt"/>
                      </a:endParaRPr>
                    </a:p>
                  </a:txBody>
                  <a:tcPr marL="121900" marR="121900" marT="121900" marB="121900"/>
                </a:tc>
                <a:extLst>
                  <a:ext uri="{0D108BD9-81ED-4DB2-BD59-A6C34878D82A}">
                    <a16:rowId xmlns:a16="http://schemas.microsoft.com/office/drawing/2014/main" val="10003"/>
                  </a:ext>
                </a:extLst>
              </a:tr>
              <a:tr h="494962">
                <a:tc>
                  <a:txBody>
                    <a:bodyPr/>
                    <a:lstStyle/>
                    <a:p>
                      <a:pPr marL="0" lvl="0" indent="0" algn="ctr" rtl="0">
                        <a:spcBef>
                          <a:spcPts val="0"/>
                        </a:spcBef>
                        <a:spcAft>
                          <a:spcPts val="0"/>
                        </a:spcAft>
                        <a:buNone/>
                      </a:pPr>
                      <a:r>
                        <a:rPr lang="en" sz="1900" b="1">
                          <a:solidFill>
                            <a:schemeClr val="tx1"/>
                          </a:solidFill>
                          <a:latin typeface="+mn-lt"/>
                        </a:rPr>
                        <a:t>Unlock(A)</a:t>
                      </a:r>
                      <a:endParaRPr sz="1900" b="1">
                        <a:solidFill>
                          <a:schemeClr val="tx1"/>
                        </a:solidFill>
                        <a:latin typeface="+mn-lt"/>
                      </a:endParaRPr>
                    </a:p>
                  </a:txBody>
                  <a:tcPr marL="121900" marR="121900" marT="121900" marB="121900"/>
                </a:tc>
                <a:tc>
                  <a:txBody>
                    <a:bodyPr/>
                    <a:lstStyle/>
                    <a:p>
                      <a:pPr marL="0" lvl="0" indent="0" algn="ctr" rtl="0">
                        <a:spcBef>
                          <a:spcPts val="0"/>
                        </a:spcBef>
                        <a:spcAft>
                          <a:spcPts val="0"/>
                        </a:spcAft>
                        <a:buNone/>
                      </a:pPr>
                      <a:endParaRPr sz="1900" b="1" dirty="0">
                        <a:solidFill>
                          <a:schemeClr val="tx1"/>
                        </a:solidFill>
                        <a:latin typeface="+mn-lt"/>
                      </a:endParaRPr>
                    </a:p>
                  </a:txBody>
                  <a:tcPr marL="121900" marR="121900" marT="121900" marB="121900">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4"/>
                  </a:ext>
                </a:extLst>
              </a:tr>
              <a:tr h="494962">
                <a:tc>
                  <a:txBody>
                    <a:bodyPr/>
                    <a:lstStyle/>
                    <a:p>
                      <a:pPr marL="0" lvl="0" indent="0" algn="ctr" rtl="0">
                        <a:spcBef>
                          <a:spcPts val="0"/>
                        </a:spcBef>
                        <a:spcAft>
                          <a:spcPts val="0"/>
                        </a:spcAft>
                        <a:buNone/>
                      </a:pPr>
                      <a:endParaRPr sz="1900" b="1">
                        <a:solidFill>
                          <a:schemeClr val="tx1"/>
                        </a:solidFill>
                        <a:latin typeface="+mn-lt"/>
                      </a:endParaRPr>
                    </a:p>
                  </a:txBody>
                  <a:tcPr marL="121900" marR="121900" marT="121900" marB="121900">
                    <a:lnR w="9525" cap="flat" cmpd="sng">
                      <a:solidFill>
                        <a:srgbClr val="9E9E9E"/>
                      </a:solidFill>
                      <a:prstDash val="solid"/>
                      <a:round/>
                      <a:headEnd type="none" w="sm" len="sm"/>
                      <a:tailEnd type="none" w="sm" len="sm"/>
                    </a:lnR>
                  </a:tcPr>
                </a:tc>
                <a:tc>
                  <a:txBody>
                    <a:bodyPr/>
                    <a:lstStyle/>
                    <a:p>
                      <a:pPr marL="0" lvl="0" indent="0" algn="ctr" rtl="0">
                        <a:spcBef>
                          <a:spcPts val="0"/>
                        </a:spcBef>
                        <a:spcAft>
                          <a:spcPts val="0"/>
                        </a:spcAft>
                        <a:buNone/>
                      </a:pPr>
                      <a:r>
                        <a:rPr lang="en" sz="1900" b="1" dirty="0">
                          <a:solidFill>
                            <a:schemeClr val="tx1"/>
                          </a:solidFill>
                          <a:latin typeface="+mn-lt"/>
                        </a:rPr>
                        <a:t>write_lock(A)</a:t>
                      </a:r>
                      <a:endParaRPr sz="1900" b="1" dirty="0">
                        <a:solidFill>
                          <a:schemeClr val="tx1"/>
                        </a:solidFill>
                        <a:latin typeface="+mn-lt"/>
                      </a:endParaRPr>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5"/>
                  </a:ext>
                </a:extLst>
              </a:tr>
              <a:tr h="494962">
                <a:tc>
                  <a:txBody>
                    <a:bodyPr/>
                    <a:lstStyle/>
                    <a:p>
                      <a:pPr marL="0" lvl="0" indent="0" algn="ctr" rtl="0">
                        <a:spcBef>
                          <a:spcPts val="0"/>
                        </a:spcBef>
                        <a:spcAft>
                          <a:spcPts val="0"/>
                        </a:spcAft>
                        <a:buNone/>
                      </a:pPr>
                      <a:endParaRPr sz="1900" b="1">
                        <a:solidFill>
                          <a:schemeClr val="tx1"/>
                        </a:solidFill>
                        <a:latin typeface="+mn-lt"/>
                      </a:endParaRPr>
                    </a:p>
                  </a:txBody>
                  <a:tcPr marL="121900" marR="121900" marT="121900" marB="121900">
                    <a:lnR w="9525" cap="flat" cmpd="sng">
                      <a:solidFill>
                        <a:srgbClr val="9E9E9E"/>
                      </a:solidFill>
                      <a:prstDash val="solid"/>
                      <a:round/>
                      <a:headEnd type="none" w="sm" len="sm"/>
                      <a:tailEnd type="none" w="sm" len="sm"/>
                    </a:lnR>
                  </a:tcPr>
                </a:tc>
                <a:tc>
                  <a:txBody>
                    <a:bodyPr/>
                    <a:lstStyle/>
                    <a:p>
                      <a:pPr marL="0" lvl="0" indent="0" algn="ctr" rtl="0">
                        <a:spcBef>
                          <a:spcPts val="0"/>
                        </a:spcBef>
                        <a:spcAft>
                          <a:spcPts val="0"/>
                        </a:spcAft>
                        <a:buNone/>
                      </a:pPr>
                      <a:r>
                        <a:rPr lang="en" sz="1900" b="1" dirty="0">
                          <a:solidFill>
                            <a:schemeClr val="tx1"/>
                          </a:solidFill>
                          <a:latin typeface="+mn-lt"/>
                        </a:rPr>
                        <a:t>read_item(A)</a:t>
                      </a:r>
                      <a:endParaRPr sz="1900" b="1" dirty="0">
                        <a:solidFill>
                          <a:schemeClr val="tx1"/>
                        </a:solidFill>
                        <a:latin typeface="+mn-lt"/>
                      </a:endParaRPr>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6"/>
                  </a:ext>
                </a:extLst>
              </a:tr>
              <a:tr h="494962">
                <a:tc>
                  <a:txBody>
                    <a:bodyPr/>
                    <a:lstStyle/>
                    <a:p>
                      <a:pPr marL="0" lvl="0" indent="0" algn="ctr" rtl="0">
                        <a:spcBef>
                          <a:spcPts val="0"/>
                        </a:spcBef>
                        <a:spcAft>
                          <a:spcPts val="0"/>
                        </a:spcAft>
                        <a:buNone/>
                      </a:pPr>
                      <a:endParaRPr sz="1900" b="1">
                        <a:solidFill>
                          <a:schemeClr val="tx1"/>
                        </a:solidFill>
                        <a:latin typeface="+mn-lt"/>
                      </a:endParaRPr>
                    </a:p>
                  </a:txBody>
                  <a:tcPr marL="121900" marR="121900" marT="121900" marB="121900">
                    <a:lnR w="9525" cap="flat" cmpd="sng">
                      <a:solidFill>
                        <a:srgbClr val="9E9E9E"/>
                      </a:solidFill>
                      <a:prstDash val="solid"/>
                      <a:round/>
                      <a:headEnd type="none" w="sm" len="sm"/>
                      <a:tailEnd type="none" w="sm" len="sm"/>
                    </a:lnR>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sz="1900" b="1" dirty="0">
                          <a:solidFill>
                            <a:schemeClr val="tx1"/>
                          </a:solidFill>
                          <a:latin typeface="+mn-lt"/>
                        </a:rPr>
                        <a:t>Write_item(A)</a:t>
                      </a:r>
                      <a:endParaRPr sz="1900" b="1" dirty="0">
                        <a:solidFill>
                          <a:schemeClr val="tx1"/>
                        </a:solidFill>
                        <a:latin typeface="+mn-lt"/>
                      </a:endParaRPr>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7"/>
                  </a:ext>
                </a:extLst>
              </a:tr>
              <a:tr h="494962">
                <a:tc>
                  <a:txBody>
                    <a:bodyPr/>
                    <a:lstStyle/>
                    <a:p>
                      <a:pPr marL="0" lvl="0" indent="0" algn="ctr" rtl="0">
                        <a:spcBef>
                          <a:spcPts val="0"/>
                        </a:spcBef>
                        <a:spcAft>
                          <a:spcPts val="0"/>
                        </a:spcAft>
                        <a:buNone/>
                      </a:pPr>
                      <a:r>
                        <a:rPr lang="en" sz="1900" b="1">
                          <a:solidFill>
                            <a:schemeClr val="tx1"/>
                          </a:solidFill>
                          <a:latin typeface="+mn-lt"/>
                        </a:rPr>
                        <a:t>write_lock(B)</a:t>
                      </a:r>
                      <a:endParaRPr sz="1900" b="1">
                        <a:solidFill>
                          <a:schemeClr val="tx1"/>
                        </a:solidFill>
                        <a:latin typeface="+mn-lt"/>
                      </a:endParaRPr>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sz="1900" b="1" dirty="0">
                          <a:solidFill>
                            <a:schemeClr val="tx1"/>
                          </a:solidFill>
                          <a:latin typeface="+mn-lt"/>
                        </a:rPr>
                        <a:t>Unlock(A)</a:t>
                      </a:r>
                      <a:endParaRPr sz="1900" b="1" dirty="0">
                        <a:solidFill>
                          <a:schemeClr val="tx1"/>
                        </a:solidFill>
                        <a:latin typeface="+mn-lt"/>
                      </a:endParaRPr>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8"/>
                  </a:ext>
                </a:extLst>
              </a:tr>
              <a:tr h="494962">
                <a:tc>
                  <a:txBody>
                    <a:bodyPr/>
                    <a:lstStyle/>
                    <a:p>
                      <a:pPr marL="0" lvl="0" indent="0" algn="ctr" rtl="0">
                        <a:spcBef>
                          <a:spcPts val="0"/>
                        </a:spcBef>
                        <a:spcAft>
                          <a:spcPts val="0"/>
                        </a:spcAft>
                        <a:buNone/>
                      </a:pPr>
                      <a:r>
                        <a:rPr lang="en" sz="1900" b="1">
                          <a:solidFill>
                            <a:schemeClr val="tx1"/>
                          </a:solidFill>
                          <a:latin typeface="+mn-lt"/>
                        </a:rPr>
                        <a:t>read_item(B)</a:t>
                      </a:r>
                      <a:endParaRPr sz="1900" b="1">
                        <a:solidFill>
                          <a:schemeClr val="tx1"/>
                        </a:solidFill>
                        <a:latin typeface="+mn-lt"/>
                      </a:endParaRPr>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endParaRPr sz="1900" b="1" dirty="0">
                        <a:solidFill>
                          <a:schemeClr val="tx1"/>
                        </a:solidFill>
                        <a:latin typeface="+mn-lt"/>
                      </a:endParaRPr>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9"/>
                  </a:ext>
                </a:extLst>
              </a:tr>
              <a:tr h="494962">
                <a:tc>
                  <a:txBody>
                    <a:bodyPr/>
                    <a:lstStyle/>
                    <a:p>
                      <a:pPr marL="0" lvl="0" indent="0" algn="ctr" rtl="0">
                        <a:spcBef>
                          <a:spcPts val="0"/>
                        </a:spcBef>
                        <a:spcAft>
                          <a:spcPts val="0"/>
                        </a:spcAft>
                        <a:buNone/>
                      </a:pPr>
                      <a:r>
                        <a:rPr lang="en" sz="1900" b="1">
                          <a:solidFill>
                            <a:schemeClr val="tx1"/>
                          </a:solidFill>
                          <a:latin typeface="+mn-lt"/>
                        </a:rPr>
                        <a:t>Write_item(B)</a:t>
                      </a:r>
                      <a:endParaRPr sz="1900" b="1">
                        <a:solidFill>
                          <a:schemeClr val="tx1"/>
                        </a:solidFill>
                        <a:latin typeface="+mn-lt"/>
                      </a:endParaRPr>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endParaRPr sz="1900" b="1" dirty="0">
                        <a:solidFill>
                          <a:schemeClr val="tx1"/>
                        </a:solidFill>
                        <a:latin typeface="+mn-lt"/>
                      </a:endParaRPr>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10"/>
                  </a:ext>
                </a:extLst>
              </a:tr>
              <a:tr h="494962">
                <a:tc>
                  <a:txBody>
                    <a:bodyPr/>
                    <a:lstStyle/>
                    <a:p>
                      <a:pPr marL="0" lvl="0" indent="0" algn="ctr" rtl="0">
                        <a:spcBef>
                          <a:spcPts val="0"/>
                        </a:spcBef>
                        <a:spcAft>
                          <a:spcPts val="0"/>
                        </a:spcAft>
                        <a:buNone/>
                      </a:pPr>
                      <a:r>
                        <a:rPr lang="en" sz="1900" b="1" dirty="0">
                          <a:solidFill>
                            <a:schemeClr val="tx1"/>
                          </a:solidFill>
                          <a:latin typeface="+mn-lt"/>
                        </a:rPr>
                        <a:t>Unlock(B)</a:t>
                      </a:r>
                      <a:endParaRPr sz="1900" b="1" dirty="0">
                        <a:solidFill>
                          <a:schemeClr val="tx1"/>
                        </a:solidFill>
                        <a:latin typeface="+mn-lt"/>
                      </a:endParaRPr>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endParaRPr sz="1900" b="1" dirty="0">
                        <a:solidFill>
                          <a:schemeClr val="tx1"/>
                        </a:solidFill>
                        <a:latin typeface="+mn-lt"/>
                      </a:endParaRPr>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11"/>
                  </a:ext>
                </a:extLst>
              </a:tr>
            </a:tbl>
          </a:graphicData>
        </a:graphic>
      </p:graphicFrame>
    </p:spTree>
    <p:extLst>
      <p:ext uri="{BB962C8B-B14F-4D97-AF65-F5344CB8AC3E}">
        <p14:creationId xmlns:p14="http://schemas.microsoft.com/office/powerpoint/2010/main" val="12858303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8" name="Google Shape;168;g19dd3b3a171_0_12"/>
          <p:cNvGraphicFramePr/>
          <p:nvPr>
            <p:extLst>
              <p:ext uri="{D42A27DB-BD31-4B8C-83A1-F6EECF244321}">
                <p14:modId xmlns:p14="http://schemas.microsoft.com/office/powerpoint/2010/main" val="995730262"/>
              </p:ext>
            </p:extLst>
          </p:nvPr>
        </p:nvGraphicFramePr>
        <p:xfrm>
          <a:off x="2792813" y="228840"/>
          <a:ext cx="6606374" cy="6400320"/>
        </p:xfrm>
        <a:graphic>
          <a:graphicData uri="http://schemas.openxmlformats.org/drawingml/2006/table">
            <a:tbl>
              <a:tblPr>
                <a:noFill/>
              </a:tblPr>
              <a:tblGrid>
                <a:gridCol w="3303187">
                  <a:extLst>
                    <a:ext uri="{9D8B030D-6E8A-4147-A177-3AD203B41FA5}">
                      <a16:colId xmlns:a16="http://schemas.microsoft.com/office/drawing/2014/main" val="20000"/>
                    </a:ext>
                  </a:extLst>
                </a:gridCol>
                <a:gridCol w="3303187">
                  <a:extLst>
                    <a:ext uri="{9D8B030D-6E8A-4147-A177-3AD203B41FA5}">
                      <a16:colId xmlns:a16="http://schemas.microsoft.com/office/drawing/2014/main" val="20001"/>
                    </a:ext>
                  </a:extLst>
                </a:gridCol>
              </a:tblGrid>
              <a:tr h="494867">
                <a:tc>
                  <a:txBody>
                    <a:bodyPr/>
                    <a:lstStyle/>
                    <a:p>
                      <a:pPr marL="0" lvl="0" indent="0" algn="ctr" rtl="0">
                        <a:spcBef>
                          <a:spcPts val="0"/>
                        </a:spcBef>
                        <a:spcAft>
                          <a:spcPts val="0"/>
                        </a:spcAft>
                        <a:buNone/>
                      </a:pPr>
                      <a:r>
                        <a:rPr lang="en" sz="1900" b="1" dirty="0">
                          <a:solidFill>
                            <a:schemeClr val="tx1"/>
                          </a:solidFill>
                          <a:latin typeface="+mn-lt"/>
                        </a:rPr>
                        <a:t>T1</a:t>
                      </a:r>
                      <a:endParaRPr sz="1900" b="1" dirty="0">
                        <a:solidFill>
                          <a:schemeClr val="tx1"/>
                        </a:solidFill>
                        <a:latin typeface="+mn-lt"/>
                      </a:endParaRPr>
                    </a:p>
                  </a:txBody>
                  <a:tcPr marL="121900" marR="121900" marT="121900" marB="121900"/>
                </a:tc>
                <a:tc>
                  <a:txBody>
                    <a:bodyPr/>
                    <a:lstStyle/>
                    <a:p>
                      <a:pPr marL="0" lvl="0" indent="0" algn="ctr" rtl="0">
                        <a:spcBef>
                          <a:spcPts val="0"/>
                        </a:spcBef>
                        <a:spcAft>
                          <a:spcPts val="0"/>
                        </a:spcAft>
                        <a:buNone/>
                      </a:pPr>
                      <a:r>
                        <a:rPr lang="en" sz="1900" b="1">
                          <a:solidFill>
                            <a:schemeClr val="tx1"/>
                          </a:solidFill>
                          <a:latin typeface="+mn-lt"/>
                        </a:rPr>
                        <a:t>T2</a:t>
                      </a:r>
                      <a:endParaRPr sz="1900" b="1">
                        <a:solidFill>
                          <a:schemeClr val="tx1"/>
                        </a:solidFill>
                        <a:latin typeface="+mn-lt"/>
                      </a:endParaRPr>
                    </a:p>
                  </a:txBody>
                  <a:tcPr marL="121900" marR="121900" marT="121900" marB="121900"/>
                </a:tc>
                <a:extLst>
                  <a:ext uri="{0D108BD9-81ED-4DB2-BD59-A6C34878D82A}">
                    <a16:rowId xmlns:a16="http://schemas.microsoft.com/office/drawing/2014/main" val="10000"/>
                  </a:ext>
                </a:extLst>
              </a:tr>
              <a:tr h="494867">
                <a:tc>
                  <a:txBody>
                    <a:bodyPr/>
                    <a:lstStyle/>
                    <a:p>
                      <a:pPr marL="0" lvl="0" indent="0" algn="ctr" rtl="0">
                        <a:spcBef>
                          <a:spcPts val="0"/>
                        </a:spcBef>
                        <a:spcAft>
                          <a:spcPts val="0"/>
                        </a:spcAft>
                        <a:buNone/>
                      </a:pPr>
                      <a:r>
                        <a:rPr lang="en" sz="1900" b="1">
                          <a:solidFill>
                            <a:schemeClr val="tx1"/>
                          </a:solidFill>
                          <a:latin typeface="+mn-lt"/>
                        </a:rPr>
                        <a:t>write_lock(A)</a:t>
                      </a:r>
                      <a:endParaRPr sz="1900" b="1">
                        <a:solidFill>
                          <a:schemeClr val="tx1"/>
                        </a:solidFill>
                        <a:latin typeface="+mn-lt"/>
                      </a:endParaRPr>
                    </a:p>
                  </a:txBody>
                  <a:tcPr marL="121900" marR="121900" marT="121900" marB="121900"/>
                </a:tc>
                <a:tc>
                  <a:txBody>
                    <a:bodyPr/>
                    <a:lstStyle/>
                    <a:p>
                      <a:pPr marL="0" lvl="0" indent="0" algn="ctr" rtl="0">
                        <a:spcBef>
                          <a:spcPts val="0"/>
                        </a:spcBef>
                        <a:spcAft>
                          <a:spcPts val="0"/>
                        </a:spcAft>
                        <a:buNone/>
                      </a:pPr>
                      <a:endParaRPr sz="1900" b="1">
                        <a:solidFill>
                          <a:schemeClr val="tx1"/>
                        </a:solidFill>
                        <a:latin typeface="+mn-lt"/>
                      </a:endParaRPr>
                    </a:p>
                  </a:txBody>
                  <a:tcPr marL="121900" marR="121900" marT="121900" marB="121900"/>
                </a:tc>
                <a:extLst>
                  <a:ext uri="{0D108BD9-81ED-4DB2-BD59-A6C34878D82A}">
                    <a16:rowId xmlns:a16="http://schemas.microsoft.com/office/drawing/2014/main" val="10001"/>
                  </a:ext>
                </a:extLst>
              </a:tr>
              <a:tr h="494867">
                <a:tc>
                  <a:txBody>
                    <a:bodyPr/>
                    <a:lstStyle/>
                    <a:p>
                      <a:pPr marL="0" lvl="0" indent="0" algn="ctr" rtl="0">
                        <a:spcBef>
                          <a:spcPts val="0"/>
                        </a:spcBef>
                        <a:spcAft>
                          <a:spcPts val="0"/>
                        </a:spcAft>
                        <a:buNone/>
                      </a:pPr>
                      <a:r>
                        <a:rPr lang="en" sz="1900" b="1">
                          <a:solidFill>
                            <a:schemeClr val="tx1"/>
                          </a:solidFill>
                          <a:latin typeface="+mn-lt"/>
                        </a:rPr>
                        <a:t>read_item(A)</a:t>
                      </a:r>
                      <a:endParaRPr sz="1900" b="1">
                        <a:solidFill>
                          <a:schemeClr val="tx1"/>
                        </a:solidFill>
                        <a:latin typeface="+mn-lt"/>
                      </a:endParaRPr>
                    </a:p>
                  </a:txBody>
                  <a:tcPr marL="121900" marR="121900" marT="121900" marB="121900"/>
                </a:tc>
                <a:tc>
                  <a:txBody>
                    <a:bodyPr/>
                    <a:lstStyle/>
                    <a:p>
                      <a:pPr marL="0" lvl="0" indent="0" algn="ctr" rtl="0">
                        <a:spcBef>
                          <a:spcPts val="0"/>
                        </a:spcBef>
                        <a:spcAft>
                          <a:spcPts val="0"/>
                        </a:spcAft>
                        <a:buNone/>
                      </a:pPr>
                      <a:endParaRPr sz="1900" b="1">
                        <a:solidFill>
                          <a:schemeClr val="tx1"/>
                        </a:solidFill>
                        <a:latin typeface="+mn-lt"/>
                      </a:endParaRPr>
                    </a:p>
                  </a:txBody>
                  <a:tcPr marL="121900" marR="121900" marT="121900" marB="121900"/>
                </a:tc>
                <a:extLst>
                  <a:ext uri="{0D108BD9-81ED-4DB2-BD59-A6C34878D82A}">
                    <a16:rowId xmlns:a16="http://schemas.microsoft.com/office/drawing/2014/main" val="10002"/>
                  </a:ext>
                </a:extLst>
              </a:tr>
              <a:tr h="494867">
                <a:tc>
                  <a:txBody>
                    <a:bodyPr/>
                    <a:lstStyle/>
                    <a:p>
                      <a:pPr marL="0" lvl="0" indent="0" algn="ctr" rtl="0">
                        <a:spcBef>
                          <a:spcPts val="0"/>
                        </a:spcBef>
                        <a:spcAft>
                          <a:spcPts val="0"/>
                        </a:spcAft>
                        <a:buNone/>
                      </a:pPr>
                      <a:r>
                        <a:rPr lang="en" sz="1900" b="1">
                          <a:solidFill>
                            <a:schemeClr val="tx1"/>
                          </a:solidFill>
                          <a:latin typeface="+mn-lt"/>
                        </a:rPr>
                        <a:t>Write_item(A)</a:t>
                      </a:r>
                      <a:endParaRPr sz="1900" b="1">
                        <a:solidFill>
                          <a:schemeClr val="tx1"/>
                        </a:solidFill>
                        <a:latin typeface="+mn-lt"/>
                      </a:endParaRPr>
                    </a:p>
                  </a:txBody>
                  <a:tcPr marL="121900" marR="121900" marT="121900" marB="121900"/>
                </a:tc>
                <a:tc>
                  <a:txBody>
                    <a:bodyPr/>
                    <a:lstStyle/>
                    <a:p>
                      <a:pPr marL="0" lvl="0" indent="0" algn="ctr" rtl="0">
                        <a:spcBef>
                          <a:spcPts val="0"/>
                        </a:spcBef>
                        <a:spcAft>
                          <a:spcPts val="0"/>
                        </a:spcAft>
                        <a:buNone/>
                      </a:pPr>
                      <a:endParaRPr sz="1900" b="1">
                        <a:solidFill>
                          <a:schemeClr val="tx1"/>
                        </a:solidFill>
                        <a:latin typeface="+mn-lt"/>
                      </a:endParaRPr>
                    </a:p>
                  </a:txBody>
                  <a:tcPr marL="121900" marR="121900" marT="121900" marB="121900"/>
                </a:tc>
                <a:extLst>
                  <a:ext uri="{0D108BD9-81ED-4DB2-BD59-A6C34878D82A}">
                    <a16:rowId xmlns:a16="http://schemas.microsoft.com/office/drawing/2014/main" val="10003"/>
                  </a:ext>
                </a:extLst>
              </a:tr>
              <a:tr h="494867">
                <a:tc>
                  <a:txBody>
                    <a:bodyPr/>
                    <a:lstStyle/>
                    <a:p>
                      <a:pPr marL="0" lvl="0" indent="0" algn="ctr" rtl="0">
                        <a:spcBef>
                          <a:spcPts val="0"/>
                        </a:spcBef>
                        <a:spcAft>
                          <a:spcPts val="0"/>
                        </a:spcAft>
                        <a:buNone/>
                      </a:pPr>
                      <a:r>
                        <a:rPr lang="en" sz="1900" b="1">
                          <a:solidFill>
                            <a:schemeClr val="tx1"/>
                          </a:solidFill>
                          <a:latin typeface="+mn-lt"/>
                        </a:rPr>
                        <a:t>Unlock(A)</a:t>
                      </a:r>
                      <a:endParaRPr sz="1900" b="1">
                        <a:solidFill>
                          <a:schemeClr val="tx1"/>
                        </a:solidFill>
                        <a:latin typeface="+mn-lt"/>
                      </a:endParaRPr>
                    </a:p>
                  </a:txBody>
                  <a:tcPr marL="121900" marR="121900" marT="121900" marB="121900"/>
                </a:tc>
                <a:tc>
                  <a:txBody>
                    <a:bodyPr/>
                    <a:lstStyle/>
                    <a:p>
                      <a:pPr marL="0" lvl="0" indent="0" algn="ctr" rtl="0">
                        <a:spcBef>
                          <a:spcPts val="0"/>
                        </a:spcBef>
                        <a:spcAft>
                          <a:spcPts val="0"/>
                        </a:spcAft>
                        <a:buNone/>
                      </a:pPr>
                      <a:endParaRPr sz="1900" b="1">
                        <a:solidFill>
                          <a:schemeClr val="tx1"/>
                        </a:solidFill>
                        <a:latin typeface="+mn-lt"/>
                      </a:endParaRPr>
                    </a:p>
                  </a:txBody>
                  <a:tcPr marL="121900" marR="121900" marT="121900" marB="121900">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4"/>
                  </a:ext>
                </a:extLst>
              </a:tr>
              <a:tr h="494867">
                <a:tc>
                  <a:txBody>
                    <a:bodyPr/>
                    <a:lstStyle/>
                    <a:p>
                      <a:pPr marL="0" lvl="0" indent="0" algn="ctr" rtl="0">
                        <a:spcBef>
                          <a:spcPts val="0"/>
                        </a:spcBef>
                        <a:spcAft>
                          <a:spcPts val="0"/>
                        </a:spcAft>
                        <a:buNone/>
                      </a:pPr>
                      <a:endParaRPr sz="1900" b="1">
                        <a:solidFill>
                          <a:schemeClr val="tx1"/>
                        </a:solidFill>
                        <a:latin typeface="+mn-lt"/>
                      </a:endParaRPr>
                    </a:p>
                  </a:txBody>
                  <a:tcPr marL="121900" marR="121900" marT="121900" marB="121900">
                    <a:lnR w="9525" cap="flat" cmpd="sng">
                      <a:solidFill>
                        <a:srgbClr val="9E9E9E"/>
                      </a:solidFill>
                      <a:prstDash val="solid"/>
                      <a:round/>
                      <a:headEnd type="none" w="sm" len="sm"/>
                      <a:tailEnd type="none" w="sm" len="sm"/>
                    </a:lnR>
                  </a:tcPr>
                </a:tc>
                <a:tc>
                  <a:txBody>
                    <a:bodyPr/>
                    <a:lstStyle/>
                    <a:p>
                      <a:pPr marL="0" lvl="0" indent="0" algn="ctr" rtl="0">
                        <a:spcBef>
                          <a:spcPts val="0"/>
                        </a:spcBef>
                        <a:spcAft>
                          <a:spcPts val="0"/>
                        </a:spcAft>
                        <a:buNone/>
                      </a:pPr>
                      <a:r>
                        <a:rPr lang="en" sz="1900" b="1">
                          <a:solidFill>
                            <a:schemeClr val="tx1"/>
                          </a:solidFill>
                          <a:latin typeface="+mn-lt"/>
                        </a:rPr>
                        <a:t>write_lock(A)</a:t>
                      </a:r>
                      <a:endParaRPr sz="1900" b="1">
                        <a:solidFill>
                          <a:schemeClr val="tx1"/>
                        </a:solidFill>
                        <a:latin typeface="+mn-lt"/>
                      </a:endParaRPr>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5"/>
                  </a:ext>
                </a:extLst>
              </a:tr>
              <a:tr h="494867">
                <a:tc>
                  <a:txBody>
                    <a:bodyPr/>
                    <a:lstStyle/>
                    <a:p>
                      <a:pPr marL="0" lvl="0" indent="0" algn="ctr" rtl="0">
                        <a:spcBef>
                          <a:spcPts val="0"/>
                        </a:spcBef>
                        <a:spcAft>
                          <a:spcPts val="0"/>
                        </a:spcAft>
                        <a:buNone/>
                      </a:pPr>
                      <a:endParaRPr sz="1900" b="1">
                        <a:solidFill>
                          <a:schemeClr val="tx1"/>
                        </a:solidFill>
                        <a:latin typeface="+mn-lt"/>
                      </a:endParaRPr>
                    </a:p>
                  </a:txBody>
                  <a:tcPr marL="121900" marR="121900" marT="121900" marB="121900">
                    <a:lnR w="9525" cap="flat" cmpd="sng">
                      <a:solidFill>
                        <a:srgbClr val="9E9E9E"/>
                      </a:solidFill>
                      <a:prstDash val="solid"/>
                      <a:round/>
                      <a:headEnd type="none" w="sm" len="sm"/>
                      <a:tailEnd type="none" w="sm" len="sm"/>
                    </a:lnR>
                  </a:tcPr>
                </a:tc>
                <a:tc>
                  <a:txBody>
                    <a:bodyPr/>
                    <a:lstStyle/>
                    <a:p>
                      <a:pPr marL="0" lvl="0" indent="0" algn="ctr" rtl="0">
                        <a:spcBef>
                          <a:spcPts val="0"/>
                        </a:spcBef>
                        <a:spcAft>
                          <a:spcPts val="0"/>
                        </a:spcAft>
                        <a:buNone/>
                      </a:pPr>
                      <a:r>
                        <a:rPr lang="en" sz="1900" b="1">
                          <a:solidFill>
                            <a:schemeClr val="tx1"/>
                          </a:solidFill>
                          <a:latin typeface="+mn-lt"/>
                        </a:rPr>
                        <a:t>read_item(A)</a:t>
                      </a:r>
                      <a:endParaRPr sz="1900" b="1">
                        <a:solidFill>
                          <a:schemeClr val="tx1"/>
                        </a:solidFill>
                        <a:latin typeface="+mn-lt"/>
                      </a:endParaRPr>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6"/>
                  </a:ext>
                </a:extLst>
              </a:tr>
              <a:tr h="494867">
                <a:tc>
                  <a:txBody>
                    <a:bodyPr/>
                    <a:lstStyle/>
                    <a:p>
                      <a:pPr marL="0" lvl="0" indent="0" algn="ctr" rtl="0">
                        <a:spcBef>
                          <a:spcPts val="0"/>
                        </a:spcBef>
                        <a:spcAft>
                          <a:spcPts val="0"/>
                        </a:spcAft>
                        <a:buNone/>
                      </a:pPr>
                      <a:endParaRPr sz="1900" b="1">
                        <a:solidFill>
                          <a:schemeClr val="tx1"/>
                        </a:solidFill>
                        <a:latin typeface="+mn-lt"/>
                      </a:endParaRPr>
                    </a:p>
                  </a:txBody>
                  <a:tcPr marL="121900" marR="121900" marT="121900" marB="121900">
                    <a:lnR w="9525" cap="flat" cmpd="sng">
                      <a:solidFill>
                        <a:srgbClr val="9E9E9E"/>
                      </a:solidFill>
                      <a:prstDash val="solid"/>
                      <a:round/>
                      <a:headEnd type="none" w="sm" len="sm"/>
                      <a:tailEnd type="none" w="sm" len="sm"/>
                    </a:lnR>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sz="1900" b="1">
                          <a:solidFill>
                            <a:schemeClr val="tx1"/>
                          </a:solidFill>
                          <a:latin typeface="+mn-lt"/>
                        </a:rPr>
                        <a:t>Write_item(A)</a:t>
                      </a:r>
                      <a:endParaRPr sz="1900" b="1">
                        <a:solidFill>
                          <a:schemeClr val="tx1"/>
                        </a:solidFill>
                        <a:latin typeface="+mn-lt"/>
                      </a:endParaRPr>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7"/>
                  </a:ext>
                </a:extLst>
              </a:tr>
              <a:tr h="494867">
                <a:tc>
                  <a:txBody>
                    <a:bodyPr/>
                    <a:lstStyle/>
                    <a:p>
                      <a:pPr marL="0" lvl="0" indent="0" algn="l" rtl="0">
                        <a:spcBef>
                          <a:spcPts val="0"/>
                        </a:spcBef>
                        <a:spcAft>
                          <a:spcPts val="0"/>
                        </a:spcAft>
                        <a:buNone/>
                      </a:pPr>
                      <a:endParaRPr sz="1900" b="1">
                        <a:solidFill>
                          <a:schemeClr val="tx1"/>
                        </a:solidFill>
                        <a:latin typeface="+mn-lt"/>
                      </a:endParaRPr>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sz="1900" b="1">
                          <a:solidFill>
                            <a:schemeClr val="tx1"/>
                          </a:solidFill>
                          <a:latin typeface="+mn-lt"/>
                        </a:rPr>
                        <a:t>Unlock(A)</a:t>
                      </a:r>
                      <a:endParaRPr sz="1900" b="1">
                        <a:solidFill>
                          <a:schemeClr val="tx1"/>
                        </a:solidFill>
                        <a:latin typeface="+mn-lt"/>
                      </a:endParaRPr>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8"/>
                  </a:ext>
                </a:extLst>
              </a:tr>
              <a:tr h="494867">
                <a:tc>
                  <a:txBody>
                    <a:bodyPr/>
                    <a:lstStyle/>
                    <a:p>
                      <a:pPr marL="0" lvl="0" indent="0" algn="l" rtl="0">
                        <a:spcBef>
                          <a:spcPts val="0"/>
                        </a:spcBef>
                        <a:spcAft>
                          <a:spcPts val="0"/>
                        </a:spcAft>
                        <a:buNone/>
                      </a:pPr>
                      <a:endParaRPr sz="1900" b="1">
                        <a:solidFill>
                          <a:schemeClr val="tx1"/>
                        </a:solidFill>
                        <a:latin typeface="+mn-lt"/>
                      </a:endParaRPr>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sz="1900" b="1">
                          <a:solidFill>
                            <a:schemeClr val="tx1"/>
                          </a:solidFill>
                          <a:latin typeface="+mn-lt"/>
                        </a:rPr>
                        <a:t>commit</a:t>
                      </a:r>
                      <a:endParaRPr sz="1900" b="1">
                        <a:solidFill>
                          <a:schemeClr val="tx1"/>
                        </a:solidFill>
                        <a:latin typeface="+mn-lt"/>
                      </a:endParaRPr>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9"/>
                  </a:ext>
                </a:extLst>
              </a:tr>
              <a:tr h="494867">
                <a:tc>
                  <a:txBody>
                    <a:bodyPr/>
                    <a:lstStyle/>
                    <a:p>
                      <a:pPr marL="0" lvl="0" indent="0" algn="ctr" rtl="0">
                        <a:spcBef>
                          <a:spcPts val="0"/>
                        </a:spcBef>
                        <a:spcAft>
                          <a:spcPts val="0"/>
                        </a:spcAft>
                        <a:buNone/>
                      </a:pPr>
                      <a:r>
                        <a:rPr lang="en" sz="1900" b="1">
                          <a:solidFill>
                            <a:schemeClr val="tx1"/>
                          </a:solidFill>
                          <a:latin typeface="+mn-lt"/>
                        </a:rPr>
                        <a:t>Fail </a:t>
                      </a:r>
                      <a:endParaRPr sz="1900" b="1">
                        <a:solidFill>
                          <a:schemeClr val="tx1"/>
                        </a:solidFill>
                        <a:latin typeface="+mn-lt"/>
                      </a:endParaRPr>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endParaRPr sz="1900" b="1">
                        <a:solidFill>
                          <a:schemeClr val="tx1"/>
                        </a:solidFill>
                        <a:latin typeface="+mn-lt"/>
                      </a:endParaRPr>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10"/>
                  </a:ext>
                </a:extLst>
              </a:tr>
              <a:tr h="494867">
                <a:tc>
                  <a:txBody>
                    <a:bodyPr/>
                    <a:lstStyle/>
                    <a:p>
                      <a:pPr marL="0" lvl="0" indent="0" algn="l" rtl="0">
                        <a:spcBef>
                          <a:spcPts val="0"/>
                        </a:spcBef>
                        <a:spcAft>
                          <a:spcPts val="0"/>
                        </a:spcAft>
                        <a:buNone/>
                      </a:pPr>
                      <a:endParaRPr sz="1900" b="1" dirty="0">
                        <a:solidFill>
                          <a:schemeClr val="tx1"/>
                        </a:solidFill>
                        <a:latin typeface="+mn-lt"/>
                      </a:endParaRPr>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endParaRPr sz="1900" b="1" dirty="0">
                        <a:solidFill>
                          <a:schemeClr val="tx1"/>
                        </a:solidFill>
                        <a:latin typeface="+mn-lt"/>
                      </a:endParaRPr>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11"/>
                  </a:ext>
                </a:extLst>
              </a:tr>
            </a:tbl>
          </a:graphicData>
        </a:graphic>
      </p:graphicFrame>
    </p:spTree>
    <p:extLst>
      <p:ext uri="{BB962C8B-B14F-4D97-AF65-F5344CB8AC3E}">
        <p14:creationId xmlns:p14="http://schemas.microsoft.com/office/powerpoint/2010/main" val="25657459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 name="Google Shape;173;g19dd3b3a171_0_59"/>
          <p:cNvSpPr txBox="1">
            <a:spLocks/>
          </p:cNvSpPr>
          <p:nvPr/>
        </p:nvSpPr>
        <p:spPr>
          <a:xfrm>
            <a:off x="2152667" y="2685128"/>
            <a:ext cx="7886800" cy="1719600"/>
          </a:xfrm>
          <a:prstGeom prst="rect">
            <a:avLst/>
          </a:prstGeom>
        </p:spPr>
        <p:txBody>
          <a:bodyPr spcFirstLastPara="1" vert="horz" wrap="square" lIns="121900" tIns="60933" rIns="121900" bIns="60933" rtlCol="0" anchor="t" anchorCtr="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lgn="ctr">
              <a:spcBef>
                <a:spcPts val="1000"/>
              </a:spcBef>
              <a:spcAft>
                <a:spcPts val="0"/>
              </a:spcAft>
              <a:buFont typeface="Calibri" panose="020F0502020204030204" pitchFamily="34" charset="0"/>
              <a:buNone/>
            </a:pPr>
            <a:r>
              <a:rPr lang="en-US" sz="7466" b="1">
                <a:solidFill>
                  <a:schemeClr val="tx1"/>
                </a:solidFill>
              </a:rPr>
              <a:t>Cascading Rollback</a:t>
            </a:r>
            <a:endParaRPr lang="en-US" sz="7466" b="1" dirty="0">
              <a:solidFill>
                <a:schemeClr val="tx1"/>
              </a:solidFill>
            </a:endParaRPr>
          </a:p>
        </p:txBody>
      </p:sp>
    </p:spTree>
    <p:extLst>
      <p:ext uri="{BB962C8B-B14F-4D97-AF65-F5344CB8AC3E}">
        <p14:creationId xmlns:p14="http://schemas.microsoft.com/office/powerpoint/2010/main" val="26563964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8" name="Google Shape;178;g19dd3b3a171_0_18"/>
          <p:cNvGraphicFramePr/>
          <p:nvPr>
            <p:extLst>
              <p:ext uri="{D42A27DB-BD31-4B8C-83A1-F6EECF244321}">
                <p14:modId xmlns:p14="http://schemas.microsoft.com/office/powerpoint/2010/main" val="2709921687"/>
              </p:ext>
            </p:extLst>
          </p:nvPr>
        </p:nvGraphicFramePr>
        <p:xfrm>
          <a:off x="3556000" y="106017"/>
          <a:ext cx="4753370" cy="6423236"/>
        </p:xfrm>
        <a:graphic>
          <a:graphicData uri="http://schemas.openxmlformats.org/drawingml/2006/table">
            <a:tbl>
              <a:tblPr>
                <a:noFill/>
              </a:tblPr>
              <a:tblGrid>
                <a:gridCol w="2376685">
                  <a:extLst>
                    <a:ext uri="{9D8B030D-6E8A-4147-A177-3AD203B41FA5}">
                      <a16:colId xmlns:a16="http://schemas.microsoft.com/office/drawing/2014/main" val="20000"/>
                    </a:ext>
                  </a:extLst>
                </a:gridCol>
                <a:gridCol w="2376685">
                  <a:extLst>
                    <a:ext uri="{9D8B030D-6E8A-4147-A177-3AD203B41FA5}">
                      <a16:colId xmlns:a16="http://schemas.microsoft.com/office/drawing/2014/main" val="20002"/>
                    </a:ext>
                  </a:extLst>
                </a:gridCol>
              </a:tblGrid>
              <a:tr h="0">
                <a:tc>
                  <a:txBody>
                    <a:bodyPr/>
                    <a:lstStyle/>
                    <a:p>
                      <a:pPr marL="0" lvl="0" indent="0" algn="ctr" rtl="0">
                        <a:spcBef>
                          <a:spcPts val="0"/>
                        </a:spcBef>
                        <a:spcAft>
                          <a:spcPts val="0"/>
                        </a:spcAft>
                        <a:buNone/>
                      </a:pPr>
                      <a:r>
                        <a:rPr lang="en" sz="1600" b="1" dirty="0">
                          <a:solidFill>
                            <a:schemeClr val="tx1"/>
                          </a:solidFill>
                          <a:latin typeface="+mn-lt"/>
                        </a:rPr>
                        <a:t>T1</a:t>
                      </a:r>
                      <a:endParaRPr sz="1600" b="1" dirty="0">
                        <a:solidFill>
                          <a:schemeClr val="tx1"/>
                        </a:solidFill>
                        <a:latin typeface="+mn-lt"/>
                      </a:endParaRPr>
                    </a:p>
                  </a:txBody>
                  <a:tcPr marL="121900" marR="121900" marT="121900" marB="121900"/>
                </a:tc>
                <a:tc>
                  <a:txBody>
                    <a:bodyPr/>
                    <a:lstStyle/>
                    <a:p>
                      <a:pPr marL="0" lvl="0" indent="0" algn="ctr" rtl="0">
                        <a:spcBef>
                          <a:spcPts val="0"/>
                        </a:spcBef>
                        <a:spcAft>
                          <a:spcPts val="0"/>
                        </a:spcAft>
                        <a:buNone/>
                      </a:pPr>
                      <a:r>
                        <a:rPr lang="en" sz="1600" b="1" dirty="0">
                          <a:solidFill>
                            <a:schemeClr val="tx1"/>
                          </a:solidFill>
                          <a:latin typeface="+mn-lt"/>
                        </a:rPr>
                        <a:t>T2</a:t>
                      </a:r>
                      <a:endParaRPr sz="1600" b="1" dirty="0">
                        <a:solidFill>
                          <a:schemeClr val="tx1"/>
                        </a:solidFill>
                        <a:latin typeface="+mn-lt"/>
                      </a:endParaRPr>
                    </a:p>
                  </a:txBody>
                  <a:tcPr marL="121900" marR="121900" marT="121900" marB="121900"/>
                </a:tc>
                <a:extLst>
                  <a:ext uri="{0D108BD9-81ED-4DB2-BD59-A6C34878D82A}">
                    <a16:rowId xmlns:a16="http://schemas.microsoft.com/office/drawing/2014/main" val="10000"/>
                  </a:ext>
                </a:extLst>
              </a:tr>
              <a:tr h="494633">
                <a:tc>
                  <a:txBody>
                    <a:bodyPr/>
                    <a:lstStyle/>
                    <a:p>
                      <a:pPr marL="0" lvl="0" indent="0" algn="ctr" rtl="0">
                        <a:spcBef>
                          <a:spcPts val="0"/>
                        </a:spcBef>
                        <a:spcAft>
                          <a:spcPts val="0"/>
                        </a:spcAft>
                        <a:buNone/>
                      </a:pPr>
                      <a:r>
                        <a:rPr lang="en" sz="1600" b="1" dirty="0">
                          <a:solidFill>
                            <a:schemeClr val="tx1"/>
                          </a:solidFill>
                          <a:latin typeface="+mn-lt"/>
                        </a:rPr>
                        <a:t>write_lock(A)</a:t>
                      </a:r>
                      <a:endParaRPr sz="1600" b="1" dirty="0">
                        <a:solidFill>
                          <a:schemeClr val="tx1"/>
                        </a:solidFill>
                        <a:latin typeface="+mn-lt"/>
                      </a:endParaRPr>
                    </a:p>
                  </a:txBody>
                  <a:tcPr marL="121900" marR="121900" marT="121900" marB="121900"/>
                </a:tc>
                <a:tc>
                  <a:txBody>
                    <a:bodyPr/>
                    <a:lstStyle/>
                    <a:p>
                      <a:pPr marL="0" lvl="0" indent="0" algn="ctr" rtl="0">
                        <a:spcBef>
                          <a:spcPts val="0"/>
                        </a:spcBef>
                        <a:spcAft>
                          <a:spcPts val="0"/>
                        </a:spcAft>
                        <a:buNone/>
                      </a:pPr>
                      <a:endParaRPr sz="1600" b="1">
                        <a:solidFill>
                          <a:schemeClr val="tx1"/>
                        </a:solidFill>
                        <a:latin typeface="+mn-lt"/>
                      </a:endParaRPr>
                    </a:p>
                  </a:txBody>
                  <a:tcPr marL="121900" marR="121900" marT="121900" marB="121900"/>
                </a:tc>
                <a:extLst>
                  <a:ext uri="{0D108BD9-81ED-4DB2-BD59-A6C34878D82A}">
                    <a16:rowId xmlns:a16="http://schemas.microsoft.com/office/drawing/2014/main" val="10001"/>
                  </a:ext>
                </a:extLst>
              </a:tr>
              <a:tr h="494633">
                <a:tc>
                  <a:txBody>
                    <a:bodyPr/>
                    <a:lstStyle/>
                    <a:p>
                      <a:pPr marL="0" lvl="0" indent="0" algn="ctr" rtl="0">
                        <a:spcBef>
                          <a:spcPts val="0"/>
                        </a:spcBef>
                        <a:spcAft>
                          <a:spcPts val="0"/>
                        </a:spcAft>
                        <a:buNone/>
                      </a:pPr>
                      <a:r>
                        <a:rPr lang="en" sz="1600" b="1" dirty="0">
                          <a:solidFill>
                            <a:schemeClr val="tx1"/>
                          </a:solidFill>
                          <a:latin typeface="+mn-lt"/>
                        </a:rPr>
                        <a:t>read_item(A)</a:t>
                      </a:r>
                      <a:endParaRPr sz="1600" b="1" dirty="0">
                        <a:solidFill>
                          <a:schemeClr val="tx1"/>
                        </a:solidFill>
                        <a:latin typeface="+mn-lt"/>
                      </a:endParaRPr>
                    </a:p>
                  </a:txBody>
                  <a:tcPr marL="121900" marR="121900" marT="121900" marB="121900"/>
                </a:tc>
                <a:tc>
                  <a:txBody>
                    <a:bodyPr/>
                    <a:lstStyle/>
                    <a:p>
                      <a:pPr marL="0" lvl="0" indent="0" algn="ctr" rtl="0">
                        <a:spcBef>
                          <a:spcPts val="0"/>
                        </a:spcBef>
                        <a:spcAft>
                          <a:spcPts val="0"/>
                        </a:spcAft>
                        <a:buNone/>
                      </a:pPr>
                      <a:endParaRPr sz="1600" b="1">
                        <a:solidFill>
                          <a:schemeClr val="tx1"/>
                        </a:solidFill>
                        <a:latin typeface="+mn-lt"/>
                      </a:endParaRPr>
                    </a:p>
                  </a:txBody>
                  <a:tcPr marL="121900" marR="121900" marT="121900" marB="121900"/>
                </a:tc>
                <a:extLst>
                  <a:ext uri="{0D108BD9-81ED-4DB2-BD59-A6C34878D82A}">
                    <a16:rowId xmlns:a16="http://schemas.microsoft.com/office/drawing/2014/main" val="10002"/>
                  </a:ext>
                </a:extLst>
              </a:tr>
              <a:tr h="494633">
                <a:tc>
                  <a:txBody>
                    <a:bodyPr/>
                    <a:lstStyle/>
                    <a:p>
                      <a:pPr marL="0" lvl="0" indent="0" algn="ctr" rtl="0">
                        <a:spcBef>
                          <a:spcPts val="0"/>
                        </a:spcBef>
                        <a:spcAft>
                          <a:spcPts val="0"/>
                        </a:spcAft>
                        <a:buNone/>
                      </a:pPr>
                      <a:r>
                        <a:rPr lang="en" sz="1600" b="1" dirty="0">
                          <a:solidFill>
                            <a:schemeClr val="tx1"/>
                          </a:solidFill>
                          <a:latin typeface="+mn-lt"/>
                        </a:rPr>
                        <a:t>Write_item(A)</a:t>
                      </a:r>
                      <a:endParaRPr sz="1600" b="1" dirty="0">
                        <a:solidFill>
                          <a:schemeClr val="tx1"/>
                        </a:solidFill>
                        <a:latin typeface="+mn-lt"/>
                      </a:endParaRPr>
                    </a:p>
                  </a:txBody>
                  <a:tcPr marL="121900" marR="121900" marT="121900" marB="121900"/>
                </a:tc>
                <a:tc>
                  <a:txBody>
                    <a:bodyPr/>
                    <a:lstStyle/>
                    <a:p>
                      <a:pPr marL="0" lvl="0" indent="0" algn="ctr" rtl="0">
                        <a:spcBef>
                          <a:spcPts val="0"/>
                        </a:spcBef>
                        <a:spcAft>
                          <a:spcPts val="0"/>
                        </a:spcAft>
                        <a:buNone/>
                      </a:pPr>
                      <a:endParaRPr sz="1600" b="1">
                        <a:solidFill>
                          <a:schemeClr val="tx1"/>
                        </a:solidFill>
                        <a:latin typeface="+mn-lt"/>
                      </a:endParaRPr>
                    </a:p>
                  </a:txBody>
                  <a:tcPr marL="121900" marR="121900" marT="121900" marB="121900"/>
                </a:tc>
                <a:extLst>
                  <a:ext uri="{0D108BD9-81ED-4DB2-BD59-A6C34878D82A}">
                    <a16:rowId xmlns:a16="http://schemas.microsoft.com/office/drawing/2014/main" val="10003"/>
                  </a:ext>
                </a:extLst>
              </a:tr>
              <a:tr h="494633">
                <a:tc>
                  <a:txBody>
                    <a:bodyPr/>
                    <a:lstStyle/>
                    <a:p>
                      <a:pPr marL="0" lvl="0" indent="0" algn="ctr" rtl="0">
                        <a:spcBef>
                          <a:spcPts val="0"/>
                        </a:spcBef>
                        <a:spcAft>
                          <a:spcPts val="0"/>
                        </a:spcAft>
                        <a:buNone/>
                      </a:pPr>
                      <a:r>
                        <a:rPr lang="en" sz="1600" b="1" dirty="0">
                          <a:solidFill>
                            <a:schemeClr val="tx1"/>
                          </a:solidFill>
                          <a:latin typeface="+mn-lt"/>
                        </a:rPr>
                        <a:t>Unlock(A)</a:t>
                      </a:r>
                      <a:endParaRPr sz="1600" b="1" dirty="0">
                        <a:solidFill>
                          <a:schemeClr val="tx1"/>
                        </a:solidFill>
                        <a:latin typeface="+mn-lt"/>
                      </a:endParaRPr>
                    </a:p>
                  </a:txBody>
                  <a:tcPr marL="121900" marR="121900" marT="121900" marB="121900"/>
                </a:tc>
                <a:tc>
                  <a:txBody>
                    <a:bodyPr/>
                    <a:lstStyle/>
                    <a:p>
                      <a:pPr marL="0" lvl="0" indent="0" algn="ctr" rtl="0">
                        <a:spcBef>
                          <a:spcPts val="0"/>
                        </a:spcBef>
                        <a:spcAft>
                          <a:spcPts val="0"/>
                        </a:spcAft>
                        <a:buNone/>
                      </a:pPr>
                      <a:endParaRPr sz="1600" b="1">
                        <a:solidFill>
                          <a:schemeClr val="tx1"/>
                        </a:solidFill>
                        <a:latin typeface="+mn-lt"/>
                      </a:endParaRPr>
                    </a:p>
                  </a:txBody>
                  <a:tcPr marL="121900" marR="121900" marT="121900" marB="121900">
                    <a:lnB w="9525" cap="flat" cmpd="sng" algn="ctr">
                      <a:solidFill>
                        <a:srgbClr val="9E9E9E"/>
                      </a:solidFill>
                      <a:prstDash val="solid"/>
                      <a:round/>
                      <a:headEnd type="none" w="sm" len="sm"/>
                      <a:tailEnd type="none" w="sm" len="sm"/>
                    </a:lnB>
                  </a:tcPr>
                </a:tc>
                <a:extLst>
                  <a:ext uri="{0D108BD9-81ED-4DB2-BD59-A6C34878D82A}">
                    <a16:rowId xmlns:a16="http://schemas.microsoft.com/office/drawing/2014/main" val="10004"/>
                  </a:ext>
                </a:extLst>
              </a:tr>
              <a:tr h="494633">
                <a:tc>
                  <a:txBody>
                    <a:bodyPr/>
                    <a:lstStyle/>
                    <a:p>
                      <a:pPr marL="0" lvl="0" indent="0" algn="ctr" rtl="0">
                        <a:spcBef>
                          <a:spcPts val="0"/>
                        </a:spcBef>
                        <a:spcAft>
                          <a:spcPts val="0"/>
                        </a:spcAft>
                        <a:buNone/>
                      </a:pPr>
                      <a:endParaRPr sz="1600" b="1">
                        <a:solidFill>
                          <a:schemeClr val="tx1"/>
                        </a:solidFill>
                        <a:latin typeface="+mn-lt"/>
                      </a:endParaRPr>
                    </a:p>
                  </a:txBody>
                  <a:tcPr marL="121900" marR="121900" marT="121900" marB="121900">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endParaRPr sz="1600" b="1">
                        <a:solidFill>
                          <a:schemeClr val="tx1"/>
                        </a:solidFill>
                        <a:latin typeface="+mn-lt"/>
                      </a:endParaRPr>
                    </a:p>
                  </a:txBody>
                  <a:tcPr marL="121900" marR="121900" marT="121900" marB="121900">
                    <a:lnL w="9525" cap="flat" cmpd="sng" algn="ctr">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extLst>
                  <a:ext uri="{0D108BD9-81ED-4DB2-BD59-A6C34878D82A}">
                    <a16:rowId xmlns:a16="http://schemas.microsoft.com/office/drawing/2014/main" val="10005"/>
                  </a:ext>
                </a:extLst>
              </a:tr>
              <a:tr h="494633">
                <a:tc>
                  <a:txBody>
                    <a:bodyPr/>
                    <a:lstStyle/>
                    <a:p>
                      <a:pPr marL="0" lvl="0" indent="0" algn="ctr" rtl="0">
                        <a:spcBef>
                          <a:spcPts val="0"/>
                        </a:spcBef>
                        <a:spcAft>
                          <a:spcPts val="0"/>
                        </a:spcAft>
                        <a:buNone/>
                      </a:pPr>
                      <a:endParaRPr sz="1600" b="1">
                        <a:solidFill>
                          <a:schemeClr val="tx1"/>
                        </a:solidFill>
                        <a:latin typeface="+mn-lt"/>
                      </a:endParaRPr>
                    </a:p>
                  </a:txBody>
                  <a:tcPr marL="121900" marR="121900" marT="121900" marB="121900">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endParaRPr sz="1600" b="1">
                        <a:solidFill>
                          <a:schemeClr val="tx1"/>
                        </a:solidFill>
                        <a:latin typeface="+mn-lt"/>
                      </a:endParaRPr>
                    </a:p>
                  </a:txBody>
                  <a:tcPr marL="121900" marR="121900" marT="121900" marB="121900">
                    <a:lnL w="9525" cap="flat" cmpd="sng" algn="ctr">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extLst>
                  <a:ext uri="{0D108BD9-81ED-4DB2-BD59-A6C34878D82A}">
                    <a16:rowId xmlns:a16="http://schemas.microsoft.com/office/drawing/2014/main" val="10006"/>
                  </a:ext>
                </a:extLst>
              </a:tr>
              <a:tr h="494633">
                <a:tc>
                  <a:txBody>
                    <a:bodyPr/>
                    <a:lstStyle/>
                    <a:p>
                      <a:pPr marL="0" lvl="0" indent="0" algn="ctr" rtl="0">
                        <a:spcBef>
                          <a:spcPts val="0"/>
                        </a:spcBef>
                        <a:spcAft>
                          <a:spcPts val="0"/>
                        </a:spcAft>
                        <a:buNone/>
                      </a:pPr>
                      <a:endParaRPr sz="1600" b="1">
                        <a:solidFill>
                          <a:schemeClr val="tx1"/>
                        </a:solidFill>
                        <a:latin typeface="+mn-lt"/>
                      </a:endParaRPr>
                    </a:p>
                  </a:txBody>
                  <a:tcPr marL="121900" marR="121900" marT="121900" marB="121900">
                    <a:lnR w="9525" cap="flat" cmpd="sng">
                      <a:solidFill>
                        <a:srgbClr val="9E9E9E"/>
                      </a:solidFill>
                      <a:prstDash val="solid"/>
                      <a:round/>
                      <a:headEnd type="none" w="sm" len="sm"/>
                      <a:tailEnd type="none" w="sm" len="sm"/>
                    </a:lnR>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endParaRPr sz="1600" b="1">
                        <a:solidFill>
                          <a:schemeClr val="tx1"/>
                        </a:solidFill>
                        <a:latin typeface="+mn-lt"/>
                      </a:endParaRPr>
                    </a:p>
                  </a:txBody>
                  <a:tcPr marL="121900" marR="121900" marT="121900" marB="121900">
                    <a:lnL w="9525" cap="flat" cmpd="sng" algn="ctr">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extLst>
                  <a:ext uri="{0D108BD9-81ED-4DB2-BD59-A6C34878D82A}">
                    <a16:rowId xmlns:a16="http://schemas.microsoft.com/office/drawing/2014/main" val="10007"/>
                  </a:ext>
                </a:extLst>
              </a:tr>
              <a:tr h="494633">
                <a:tc>
                  <a:txBody>
                    <a:bodyPr/>
                    <a:lstStyle/>
                    <a:p>
                      <a:pPr marL="0" lvl="0" indent="0" algn="l" rtl="0">
                        <a:spcBef>
                          <a:spcPts val="0"/>
                        </a:spcBef>
                        <a:spcAft>
                          <a:spcPts val="0"/>
                        </a:spcAft>
                        <a:buNone/>
                      </a:pPr>
                      <a:endParaRPr sz="1600" b="1" dirty="0">
                        <a:solidFill>
                          <a:schemeClr val="tx1"/>
                        </a:solidFill>
                        <a:latin typeface="+mn-lt"/>
                      </a:endParaRPr>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endParaRPr sz="1600" b="1">
                        <a:solidFill>
                          <a:schemeClr val="tx1"/>
                        </a:solidFill>
                        <a:latin typeface="+mn-lt"/>
                      </a:endParaRPr>
                    </a:p>
                  </a:txBody>
                  <a:tcPr marL="121900" marR="121900" marT="121900" marB="121900">
                    <a:lnL w="9525" cap="flat" cmpd="sng" algn="ctr">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extLst>
                  <a:ext uri="{0D108BD9-81ED-4DB2-BD59-A6C34878D82A}">
                    <a16:rowId xmlns:a16="http://schemas.microsoft.com/office/drawing/2014/main" val="10008"/>
                  </a:ext>
                </a:extLst>
              </a:tr>
              <a:tr h="494633">
                <a:tc>
                  <a:txBody>
                    <a:bodyPr/>
                    <a:lstStyle/>
                    <a:p>
                      <a:pPr marL="0" lvl="0" indent="0" algn="l" rtl="0">
                        <a:spcBef>
                          <a:spcPts val="0"/>
                        </a:spcBef>
                        <a:spcAft>
                          <a:spcPts val="0"/>
                        </a:spcAft>
                        <a:buNone/>
                      </a:pPr>
                      <a:endParaRPr sz="1600" b="1">
                        <a:solidFill>
                          <a:schemeClr val="tx1"/>
                        </a:solidFill>
                        <a:latin typeface="+mn-lt"/>
                      </a:endParaRPr>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sz="1600" b="1">
                          <a:solidFill>
                            <a:schemeClr val="tx1"/>
                          </a:solidFill>
                          <a:latin typeface="+mn-lt"/>
                        </a:rPr>
                        <a:t>write_lock(A)</a:t>
                      </a:r>
                      <a:endParaRPr sz="1600" b="1">
                        <a:solidFill>
                          <a:schemeClr val="tx1"/>
                        </a:solidFill>
                        <a:latin typeface="+mn-lt"/>
                      </a:endParaRPr>
                    </a:p>
                  </a:txBody>
                  <a:tcPr marL="121900" marR="121900" marT="121900" marB="121900">
                    <a:lnL w="9525" cap="flat" cmpd="sng" algn="ctr">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extLst>
                  <a:ext uri="{0D108BD9-81ED-4DB2-BD59-A6C34878D82A}">
                    <a16:rowId xmlns:a16="http://schemas.microsoft.com/office/drawing/2014/main" val="10009"/>
                  </a:ext>
                </a:extLst>
              </a:tr>
              <a:tr h="494633">
                <a:tc>
                  <a:txBody>
                    <a:bodyPr/>
                    <a:lstStyle/>
                    <a:p>
                      <a:pPr marL="0" lvl="0" indent="0" algn="ctr" rtl="0">
                        <a:spcBef>
                          <a:spcPts val="0"/>
                        </a:spcBef>
                        <a:spcAft>
                          <a:spcPts val="0"/>
                        </a:spcAft>
                        <a:buNone/>
                      </a:pPr>
                      <a:r>
                        <a:rPr lang="en" sz="1600" b="1">
                          <a:solidFill>
                            <a:schemeClr val="tx1"/>
                          </a:solidFill>
                          <a:latin typeface="+mn-lt"/>
                        </a:rPr>
                        <a:t>Fail </a:t>
                      </a:r>
                      <a:endParaRPr sz="1600" b="1">
                        <a:solidFill>
                          <a:schemeClr val="tx1"/>
                        </a:solidFill>
                        <a:latin typeface="+mn-lt"/>
                      </a:endParaRPr>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sz="1600" b="1" dirty="0">
                          <a:solidFill>
                            <a:schemeClr val="tx1"/>
                          </a:solidFill>
                          <a:latin typeface="+mn-lt"/>
                        </a:rPr>
                        <a:t>read_item(A)</a:t>
                      </a:r>
                      <a:endParaRPr sz="1600" b="1" dirty="0">
                        <a:solidFill>
                          <a:schemeClr val="tx1"/>
                        </a:solidFill>
                        <a:latin typeface="+mn-lt"/>
                      </a:endParaRPr>
                    </a:p>
                  </a:txBody>
                  <a:tcPr marL="121900" marR="121900" marT="121900" marB="121900">
                    <a:lnL w="9525" cap="flat" cmpd="sng" algn="ctr">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extLst>
                  <a:ext uri="{0D108BD9-81ED-4DB2-BD59-A6C34878D82A}">
                    <a16:rowId xmlns:a16="http://schemas.microsoft.com/office/drawing/2014/main" val="10010"/>
                  </a:ext>
                </a:extLst>
              </a:tr>
              <a:tr h="494633">
                <a:tc>
                  <a:txBody>
                    <a:bodyPr/>
                    <a:lstStyle/>
                    <a:p>
                      <a:pPr marL="0" lvl="0" indent="0" algn="l" rtl="0">
                        <a:spcBef>
                          <a:spcPts val="0"/>
                        </a:spcBef>
                        <a:spcAft>
                          <a:spcPts val="0"/>
                        </a:spcAft>
                        <a:buNone/>
                      </a:pPr>
                      <a:endParaRPr sz="1600" b="1" dirty="0">
                        <a:solidFill>
                          <a:schemeClr val="tx1"/>
                        </a:solidFill>
                        <a:latin typeface="+mn-lt"/>
                      </a:endParaRPr>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sz="1600" b="1" dirty="0">
                          <a:solidFill>
                            <a:schemeClr val="tx1"/>
                          </a:solidFill>
                          <a:latin typeface="+mn-lt"/>
                        </a:rPr>
                        <a:t>Write_item(A)</a:t>
                      </a:r>
                      <a:endParaRPr sz="1600" b="1" dirty="0">
                        <a:solidFill>
                          <a:schemeClr val="tx1"/>
                        </a:solidFill>
                        <a:latin typeface="+mn-lt"/>
                      </a:endParaRPr>
                    </a:p>
                  </a:txBody>
                  <a:tcPr marL="121900" marR="121900" marT="121900" marB="121900">
                    <a:lnL w="9525" cap="flat" cmpd="sng" algn="ctr">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extLst>
                  <a:ext uri="{0D108BD9-81ED-4DB2-BD59-A6C34878D82A}">
                    <a16:rowId xmlns:a16="http://schemas.microsoft.com/office/drawing/2014/main" val="10011"/>
                  </a:ext>
                </a:extLst>
              </a:tr>
              <a:tr h="494633">
                <a:tc>
                  <a:txBody>
                    <a:bodyPr/>
                    <a:lstStyle/>
                    <a:p>
                      <a:pPr marL="0" lvl="0" indent="0" algn="l" rtl="0">
                        <a:spcBef>
                          <a:spcPts val="0"/>
                        </a:spcBef>
                        <a:spcAft>
                          <a:spcPts val="0"/>
                        </a:spcAft>
                        <a:buNone/>
                      </a:pPr>
                      <a:endParaRPr sz="1600" b="1" dirty="0">
                        <a:solidFill>
                          <a:schemeClr val="tx1"/>
                        </a:solidFill>
                        <a:latin typeface="+mn-lt"/>
                      </a:endParaRPr>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sz="1600" b="1" dirty="0">
                          <a:solidFill>
                            <a:schemeClr val="tx1"/>
                          </a:solidFill>
                          <a:latin typeface="+mn-lt"/>
                        </a:rPr>
                        <a:t>Unlock(A)</a:t>
                      </a:r>
                      <a:endParaRPr sz="1600" b="1" dirty="0">
                        <a:solidFill>
                          <a:schemeClr val="tx1"/>
                        </a:solidFill>
                        <a:latin typeface="+mn-lt"/>
                      </a:endParaRPr>
                    </a:p>
                  </a:txBody>
                  <a:tcPr marL="121900" marR="121900" marT="121900" marB="121900">
                    <a:lnL w="9525" cap="flat" cmpd="sng" algn="ctr">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38450753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graphicFrame>
        <p:nvGraphicFramePr>
          <p:cNvPr id="183" name="Google Shape;183;g19dd3b3a171_0_29"/>
          <p:cNvGraphicFramePr/>
          <p:nvPr>
            <p:extLst>
              <p:ext uri="{D42A27DB-BD31-4B8C-83A1-F6EECF244321}">
                <p14:modId xmlns:p14="http://schemas.microsoft.com/office/powerpoint/2010/main" val="3325879040"/>
              </p:ext>
            </p:extLst>
          </p:nvPr>
        </p:nvGraphicFramePr>
        <p:xfrm>
          <a:off x="5765411" y="359847"/>
          <a:ext cx="5484866" cy="5419433"/>
        </p:xfrm>
        <a:graphic>
          <a:graphicData uri="http://schemas.openxmlformats.org/drawingml/2006/table">
            <a:tbl>
              <a:tblPr>
                <a:noFill/>
              </a:tblPr>
              <a:tblGrid>
                <a:gridCol w="2742433">
                  <a:extLst>
                    <a:ext uri="{9D8B030D-6E8A-4147-A177-3AD203B41FA5}">
                      <a16:colId xmlns:a16="http://schemas.microsoft.com/office/drawing/2014/main" val="20000"/>
                    </a:ext>
                  </a:extLst>
                </a:gridCol>
                <a:gridCol w="2742433">
                  <a:extLst>
                    <a:ext uri="{9D8B030D-6E8A-4147-A177-3AD203B41FA5}">
                      <a16:colId xmlns:a16="http://schemas.microsoft.com/office/drawing/2014/main" val="20001"/>
                    </a:ext>
                  </a:extLst>
                </a:gridCol>
              </a:tblGrid>
              <a:tr h="543033">
                <a:tc>
                  <a:txBody>
                    <a:bodyPr/>
                    <a:lstStyle/>
                    <a:p>
                      <a:pPr marL="0" lvl="0" indent="0" algn="ctr" rtl="0">
                        <a:spcBef>
                          <a:spcPts val="0"/>
                        </a:spcBef>
                        <a:spcAft>
                          <a:spcPts val="0"/>
                        </a:spcAft>
                        <a:buNone/>
                      </a:pPr>
                      <a:r>
                        <a:rPr lang="en" sz="1600" b="1">
                          <a:solidFill>
                            <a:schemeClr val="tx1"/>
                          </a:solidFill>
                          <a:latin typeface="+mn-lt"/>
                        </a:rPr>
                        <a:t>T1</a:t>
                      </a:r>
                      <a:endParaRPr sz="1600" b="1">
                        <a:solidFill>
                          <a:schemeClr val="tx1"/>
                        </a:solidFill>
                        <a:latin typeface="+mn-lt"/>
                      </a:endParaRPr>
                    </a:p>
                  </a:txBody>
                  <a:tcPr marL="121900" marR="121900" marT="121900" marB="121900"/>
                </a:tc>
                <a:tc>
                  <a:txBody>
                    <a:bodyPr/>
                    <a:lstStyle/>
                    <a:p>
                      <a:pPr marL="0" lvl="0" indent="0" algn="ctr" rtl="0">
                        <a:spcBef>
                          <a:spcPts val="0"/>
                        </a:spcBef>
                        <a:spcAft>
                          <a:spcPts val="0"/>
                        </a:spcAft>
                        <a:buNone/>
                      </a:pPr>
                      <a:r>
                        <a:rPr lang="en" sz="1600" b="1">
                          <a:solidFill>
                            <a:schemeClr val="tx1"/>
                          </a:solidFill>
                          <a:latin typeface="+mn-lt"/>
                        </a:rPr>
                        <a:t>T2</a:t>
                      </a:r>
                      <a:endParaRPr sz="1600" b="1">
                        <a:solidFill>
                          <a:schemeClr val="tx1"/>
                        </a:solidFill>
                        <a:latin typeface="+mn-lt"/>
                      </a:endParaRPr>
                    </a:p>
                  </a:txBody>
                  <a:tcPr marL="121900" marR="121900" marT="121900" marB="121900"/>
                </a:tc>
                <a:extLst>
                  <a:ext uri="{0D108BD9-81ED-4DB2-BD59-A6C34878D82A}">
                    <a16:rowId xmlns:a16="http://schemas.microsoft.com/office/drawing/2014/main" val="10000"/>
                  </a:ext>
                </a:extLst>
              </a:tr>
              <a:tr h="487640">
                <a:tc>
                  <a:txBody>
                    <a:bodyPr/>
                    <a:lstStyle/>
                    <a:p>
                      <a:pPr marL="0" lvl="0" indent="0" algn="ctr" rtl="0">
                        <a:spcBef>
                          <a:spcPts val="0"/>
                        </a:spcBef>
                        <a:spcAft>
                          <a:spcPts val="0"/>
                        </a:spcAft>
                        <a:buNone/>
                      </a:pPr>
                      <a:r>
                        <a:rPr lang="en" sz="1600" b="1" dirty="0">
                          <a:solidFill>
                            <a:schemeClr val="tx1"/>
                          </a:solidFill>
                          <a:latin typeface="+mn-lt"/>
                        </a:rPr>
                        <a:t>write_lock(A)</a:t>
                      </a:r>
                      <a:endParaRPr sz="1600" b="1" dirty="0">
                        <a:solidFill>
                          <a:schemeClr val="tx1"/>
                        </a:solidFill>
                        <a:latin typeface="+mn-lt"/>
                      </a:endParaRPr>
                    </a:p>
                  </a:txBody>
                  <a:tcPr marL="121900" marR="121900" marT="121900" marB="121900"/>
                </a:tc>
                <a:tc>
                  <a:txBody>
                    <a:bodyPr/>
                    <a:lstStyle/>
                    <a:p>
                      <a:pPr marL="0" lvl="0" indent="0" algn="ctr" rtl="0">
                        <a:spcBef>
                          <a:spcPts val="0"/>
                        </a:spcBef>
                        <a:spcAft>
                          <a:spcPts val="0"/>
                        </a:spcAft>
                        <a:buNone/>
                      </a:pPr>
                      <a:endParaRPr sz="1600" b="1">
                        <a:solidFill>
                          <a:schemeClr val="tx1"/>
                        </a:solidFill>
                        <a:latin typeface="+mn-lt"/>
                      </a:endParaRPr>
                    </a:p>
                  </a:txBody>
                  <a:tcPr marL="121900" marR="121900" marT="121900" marB="121900"/>
                </a:tc>
                <a:extLst>
                  <a:ext uri="{0D108BD9-81ED-4DB2-BD59-A6C34878D82A}">
                    <a16:rowId xmlns:a16="http://schemas.microsoft.com/office/drawing/2014/main" val="10001"/>
                  </a:ext>
                </a:extLst>
              </a:tr>
              <a:tr h="487640">
                <a:tc>
                  <a:txBody>
                    <a:bodyPr/>
                    <a:lstStyle/>
                    <a:p>
                      <a:pPr marL="0" lvl="0" indent="0" algn="ctr" rtl="0">
                        <a:spcBef>
                          <a:spcPts val="0"/>
                        </a:spcBef>
                        <a:spcAft>
                          <a:spcPts val="0"/>
                        </a:spcAft>
                        <a:buNone/>
                      </a:pPr>
                      <a:r>
                        <a:rPr lang="en" sz="1600" b="1">
                          <a:solidFill>
                            <a:schemeClr val="tx1"/>
                          </a:solidFill>
                          <a:latin typeface="+mn-lt"/>
                        </a:rPr>
                        <a:t>read_item(A)</a:t>
                      </a:r>
                      <a:endParaRPr sz="1600" b="1">
                        <a:solidFill>
                          <a:schemeClr val="tx1"/>
                        </a:solidFill>
                        <a:latin typeface="+mn-lt"/>
                      </a:endParaRPr>
                    </a:p>
                  </a:txBody>
                  <a:tcPr marL="121900" marR="121900" marT="121900" marB="121900"/>
                </a:tc>
                <a:tc>
                  <a:txBody>
                    <a:bodyPr/>
                    <a:lstStyle/>
                    <a:p>
                      <a:pPr marL="0" lvl="0" indent="0" algn="ctr" rtl="0">
                        <a:spcBef>
                          <a:spcPts val="0"/>
                        </a:spcBef>
                        <a:spcAft>
                          <a:spcPts val="0"/>
                        </a:spcAft>
                        <a:buNone/>
                      </a:pPr>
                      <a:endParaRPr sz="1600" b="1">
                        <a:solidFill>
                          <a:schemeClr val="tx1"/>
                        </a:solidFill>
                        <a:latin typeface="+mn-lt"/>
                      </a:endParaRPr>
                    </a:p>
                  </a:txBody>
                  <a:tcPr marL="121900" marR="121900" marT="121900" marB="121900"/>
                </a:tc>
                <a:extLst>
                  <a:ext uri="{0D108BD9-81ED-4DB2-BD59-A6C34878D82A}">
                    <a16:rowId xmlns:a16="http://schemas.microsoft.com/office/drawing/2014/main" val="10002"/>
                  </a:ext>
                </a:extLst>
              </a:tr>
              <a:tr h="487640">
                <a:tc>
                  <a:txBody>
                    <a:bodyPr/>
                    <a:lstStyle/>
                    <a:p>
                      <a:pPr marL="0" lvl="0" indent="0" algn="ctr" rtl="0">
                        <a:spcBef>
                          <a:spcPts val="0"/>
                        </a:spcBef>
                        <a:spcAft>
                          <a:spcPts val="0"/>
                        </a:spcAft>
                        <a:buNone/>
                      </a:pPr>
                      <a:r>
                        <a:rPr lang="en" sz="1600" b="1">
                          <a:solidFill>
                            <a:schemeClr val="tx1"/>
                          </a:solidFill>
                          <a:latin typeface="+mn-lt"/>
                        </a:rPr>
                        <a:t>Write_item(A)</a:t>
                      </a:r>
                      <a:endParaRPr sz="1600" b="1">
                        <a:solidFill>
                          <a:schemeClr val="tx1"/>
                        </a:solidFill>
                        <a:latin typeface="+mn-lt"/>
                      </a:endParaRPr>
                    </a:p>
                  </a:txBody>
                  <a:tcPr marL="121900" marR="121900" marT="121900" marB="121900"/>
                </a:tc>
                <a:tc>
                  <a:txBody>
                    <a:bodyPr/>
                    <a:lstStyle/>
                    <a:p>
                      <a:pPr marL="0" lvl="0" indent="0" algn="ctr" rtl="0">
                        <a:spcBef>
                          <a:spcPts val="0"/>
                        </a:spcBef>
                        <a:spcAft>
                          <a:spcPts val="0"/>
                        </a:spcAft>
                        <a:buNone/>
                      </a:pPr>
                      <a:endParaRPr sz="1600" b="1">
                        <a:solidFill>
                          <a:schemeClr val="tx1"/>
                        </a:solidFill>
                        <a:latin typeface="+mn-lt"/>
                      </a:endParaRPr>
                    </a:p>
                  </a:txBody>
                  <a:tcPr marL="121900" marR="121900" marT="121900" marB="121900"/>
                </a:tc>
                <a:extLst>
                  <a:ext uri="{0D108BD9-81ED-4DB2-BD59-A6C34878D82A}">
                    <a16:rowId xmlns:a16="http://schemas.microsoft.com/office/drawing/2014/main" val="10003"/>
                  </a:ext>
                </a:extLst>
              </a:tr>
              <a:tr h="487640">
                <a:tc>
                  <a:txBody>
                    <a:bodyPr/>
                    <a:lstStyle/>
                    <a:p>
                      <a:pPr marL="0" lvl="0" indent="0" algn="ctr" rtl="0">
                        <a:spcBef>
                          <a:spcPts val="0"/>
                        </a:spcBef>
                        <a:spcAft>
                          <a:spcPts val="0"/>
                        </a:spcAft>
                        <a:buNone/>
                      </a:pPr>
                      <a:r>
                        <a:rPr lang="en" sz="1600" b="1">
                          <a:solidFill>
                            <a:schemeClr val="tx1"/>
                          </a:solidFill>
                          <a:latin typeface="+mn-lt"/>
                        </a:rPr>
                        <a:t>Unlock(A)</a:t>
                      </a:r>
                      <a:endParaRPr sz="1600" b="1">
                        <a:solidFill>
                          <a:schemeClr val="tx1"/>
                        </a:solidFill>
                        <a:latin typeface="+mn-lt"/>
                      </a:endParaRPr>
                    </a:p>
                  </a:txBody>
                  <a:tcPr marL="121900" marR="121900" marT="121900" marB="121900"/>
                </a:tc>
                <a:tc>
                  <a:txBody>
                    <a:bodyPr/>
                    <a:lstStyle/>
                    <a:p>
                      <a:pPr marL="0" lvl="0" indent="0" algn="ctr" rtl="0">
                        <a:spcBef>
                          <a:spcPts val="0"/>
                        </a:spcBef>
                        <a:spcAft>
                          <a:spcPts val="0"/>
                        </a:spcAft>
                        <a:buNone/>
                      </a:pPr>
                      <a:endParaRPr sz="1600" b="1">
                        <a:solidFill>
                          <a:schemeClr val="tx1"/>
                        </a:solidFill>
                        <a:latin typeface="+mn-lt"/>
                      </a:endParaRPr>
                    </a:p>
                  </a:txBody>
                  <a:tcPr marL="121900" marR="121900" marT="121900" marB="121900">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4"/>
                  </a:ext>
                </a:extLst>
              </a:tr>
              <a:tr h="487640">
                <a:tc>
                  <a:txBody>
                    <a:bodyPr/>
                    <a:lstStyle/>
                    <a:p>
                      <a:pPr marL="0" lvl="0" indent="0" algn="ctr" rtl="0">
                        <a:spcBef>
                          <a:spcPts val="0"/>
                        </a:spcBef>
                        <a:spcAft>
                          <a:spcPts val="0"/>
                        </a:spcAft>
                        <a:buNone/>
                      </a:pPr>
                      <a:endParaRPr sz="1600" b="1">
                        <a:solidFill>
                          <a:schemeClr val="tx1"/>
                        </a:solidFill>
                        <a:latin typeface="+mn-lt"/>
                      </a:endParaRPr>
                    </a:p>
                  </a:txBody>
                  <a:tcPr marL="121900" marR="121900" marT="121900" marB="121900">
                    <a:lnR w="9525" cap="flat" cmpd="sng">
                      <a:solidFill>
                        <a:srgbClr val="9E9E9E"/>
                      </a:solidFill>
                      <a:prstDash val="solid"/>
                      <a:round/>
                      <a:headEnd type="none" w="sm" len="sm"/>
                      <a:tailEnd type="none" w="sm" len="sm"/>
                    </a:lnR>
                  </a:tcPr>
                </a:tc>
                <a:tc>
                  <a:txBody>
                    <a:bodyPr/>
                    <a:lstStyle/>
                    <a:p>
                      <a:pPr marL="0" lvl="0" indent="0" algn="ctr" rtl="0">
                        <a:spcBef>
                          <a:spcPts val="0"/>
                        </a:spcBef>
                        <a:spcAft>
                          <a:spcPts val="0"/>
                        </a:spcAft>
                        <a:buNone/>
                      </a:pPr>
                      <a:r>
                        <a:rPr lang="en" sz="1600" b="1">
                          <a:solidFill>
                            <a:schemeClr val="tx1"/>
                          </a:solidFill>
                          <a:latin typeface="+mn-lt"/>
                        </a:rPr>
                        <a:t>write_lock(A)</a:t>
                      </a:r>
                      <a:endParaRPr sz="1600" b="1">
                        <a:solidFill>
                          <a:schemeClr val="tx1"/>
                        </a:solidFill>
                        <a:latin typeface="+mn-lt"/>
                      </a:endParaRPr>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5"/>
                  </a:ext>
                </a:extLst>
              </a:tr>
              <a:tr h="487640">
                <a:tc>
                  <a:txBody>
                    <a:bodyPr/>
                    <a:lstStyle/>
                    <a:p>
                      <a:pPr marL="0" lvl="0" indent="0" algn="ctr" rtl="0">
                        <a:spcBef>
                          <a:spcPts val="0"/>
                        </a:spcBef>
                        <a:spcAft>
                          <a:spcPts val="0"/>
                        </a:spcAft>
                        <a:buNone/>
                      </a:pPr>
                      <a:endParaRPr sz="1600" b="1">
                        <a:solidFill>
                          <a:schemeClr val="tx1"/>
                        </a:solidFill>
                        <a:latin typeface="+mn-lt"/>
                      </a:endParaRPr>
                    </a:p>
                  </a:txBody>
                  <a:tcPr marL="121900" marR="121900" marT="121900" marB="121900">
                    <a:lnR w="9525" cap="flat" cmpd="sng">
                      <a:solidFill>
                        <a:srgbClr val="9E9E9E"/>
                      </a:solidFill>
                      <a:prstDash val="solid"/>
                      <a:round/>
                      <a:headEnd type="none" w="sm" len="sm"/>
                      <a:tailEnd type="none" w="sm" len="sm"/>
                    </a:lnR>
                  </a:tcPr>
                </a:tc>
                <a:tc>
                  <a:txBody>
                    <a:bodyPr/>
                    <a:lstStyle/>
                    <a:p>
                      <a:pPr marL="0" lvl="0" indent="0" algn="ctr" rtl="0">
                        <a:spcBef>
                          <a:spcPts val="0"/>
                        </a:spcBef>
                        <a:spcAft>
                          <a:spcPts val="0"/>
                        </a:spcAft>
                        <a:buNone/>
                      </a:pPr>
                      <a:r>
                        <a:rPr lang="en" sz="1600" b="1">
                          <a:solidFill>
                            <a:schemeClr val="tx1"/>
                          </a:solidFill>
                          <a:latin typeface="+mn-lt"/>
                        </a:rPr>
                        <a:t>read_item(A)</a:t>
                      </a:r>
                      <a:endParaRPr sz="1600" b="1">
                        <a:solidFill>
                          <a:schemeClr val="tx1"/>
                        </a:solidFill>
                        <a:latin typeface="+mn-lt"/>
                      </a:endParaRPr>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6"/>
                  </a:ext>
                </a:extLst>
              </a:tr>
              <a:tr h="487640">
                <a:tc>
                  <a:txBody>
                    <a:bodyPr/>
                    <a:lstStyle/>
                    <a:p>
                      <a:pPr marL="0" lvl="0" indent="0" algn="ctr" rtl="0">
                        <a:spcBef>
                          <a:spcPts val="0"/>
                        </a:spcBef>
                        <a:spcAft>
                          <a:spcPts val="0"/>
                        </a:spcAft>
                        <a:buNone/>
                      </a:pPr>
                      <a:endParaRPr sz="1600" b="1">
                        <a:solidFill>
                          <a:schemeClr val="tx1"/>
                        </a:solidFill>
                        <a:latin typeface="+mn-lt"/>
                      </a:endParaRPr>
                    </a:p>
                  </a:txBody>
                  <a:tcPr marL="121900" marR="121900" marT="121900" marB="121900">
                    <a:lnR w="9525" cap="flat" cmpd="sng">
                      <a:solidFill>
                        <a:srgbClr val="9E9E9E"/>
                      </a:solidFill>
                      <a:prstDash val="solid"/>
                      <a:round/>
                      <a:headEnd type="none" w="sm" len="sm"/>
                      <a:tailEnd type="none" w="sm" len="sm"/>
                    </a:lnR>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sz="1600" b="1">
                          <a:solidFill>
                            <a:schemeClr val="tx1"/>
                          </a:solidFill>
                          <a:latin typeface="+mn-lt"/>
                        </a:rPr>
                        <a:t>Write_item(A)</a:t>
                      </a:r>
                      <a:endParaRPr sz="1600" b="1">
                        <a:solidFill>
                          <a:schemeClr val="tx1"/>
                        </a:solidFill>
                        <a:latin typeface="+mn-lt"/>
                      </a:endParaRPr>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7"/>
                  </a:ext>
                </a:extLst>
              </a:tr>
              <a:tr h="487640">
                <a:tc>
                  <a:txBody>
                    <a:bodyPr/>
                    <a:lstStyle/>
                    <a:p>
                      <a:pPr marL="0" lvl="0" indent="0" algn="l" rtl="0">
                        <a:spcBef>
                          <a:spcPts val="0"/>
                        </a:spcBef>
                        <a:spcAft>
                          <a:spcPts val="0"/>
                        </a:spcAft>
                        <a:buNone/>
                      </a:pPr>
                      <a:endParaRPr sz="1600" b="1">
                        <a:solidFill>
                          <a:schemeClr val="tx1"/>
                        </a:solidFill>
                        <a:latin typeface="+mn-lt"/>
                      </a:endParaRPr>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sz="1600" b="1">
                          <a:solidFill>
                            <a:schemeClr val="tx1"/>
                          </a:solidFill>
                          <a:latin typeface="+mn-lt"/>
                        </a:rPr>
                        <a:t>Unlock(A)</a:t>
                      </a:r>
                      <a:endParaRPr sz="1600" b="1">
                        <a:solidFill>
                          <a:schemeClr val="tx1"/>
                        </a:solidFill>
                        <a:latin typeface="+mn-lt"/>
                      </a:endParaRPr>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8"/>
                  </a:ext>
                </a:extLst>
              </a:tr>
              <a:tr h="487640">
                <a:tc>
                  <a:txBody>
                    <a:bodyPr/>
                    <a:lstStyle/>
                    <a:p>
                      <a:pPr marL="0" lvl="0" indent="0" algn="l" rtl="0">
                        <a:spcBef>
                          <a:spcPts val="0"/>
                        </a:spcBef>
                        <a:spcAft>
                          <a:spcPts val="0"/>
                        </a:spcAft>
                        <a:buNone/>
                      </a:pPr>
                      <a:endParaRPr sz="1600" b="1">
                        <a:solidFill>
                          <a:schemeClr val="tx1"/>
                        </a:solidFill>
                        <a:latin typeface="+mn-lt"/>
                      </a:endParaRPr>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sz="1600" b="1">
                          <a:solidFill>
                            <a:schemeClr val="tx1"/>
                          </a:solidFill>
                          <a:latin typeface="+mn-lt"/>
                        </a:rPr>
                        <a:t>commit</a:t>
                      </a:r>
                      <a:endParaRPr sz="1600" b="1">
                        <a:solidFill>
                          <a:schemeClr val="tx1"/>
                        </a:solidFill>
                        <a:latin typeface="+mn-lt"/>
                      </a:endParaRPr>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9"/>
                  </a:ext>
                </a:extLst>
              </a:tr>
              <a:tr h="487640">
                <a:tc>
                  <a:txBody>
                    <a:bodyPr/>
                    <a:lstStyle/>
                    <a:p>
                      <a:pPr marL="0" lvl="0" indent="0" algn="ctr" rtl="0">
                        <a:spcBef>
                          <a:spcPts val="0"/>
                        </a:spcBef>
                        <a:spcAft>
                          <a:spcPts val="0"/>
                        </a:spcAft>
                        <a:buNone/>
                      </a:pPr>
                      <a:r>
                        <a:rPr lang="en" sz="1600" b="1">
                          <a:solidFill>
                            <a:schemeClr val="tx1"/>
                          </a:solidFill>
                          <a:latin typeface="+mn-lt"/>
                        </a:rPr>
                        <a:t>Fail </a:t>
                      </a:r>
                      <a:endParaRPr sz="1600" b="1">
                        <a:solidFill>
                          <a:schemeClr val="tx1"/>
                        </a:solidFill>
                        <a:latin typeface="+mn-lt"/>
                      </a:endParaRPr>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endParaRPr sz="1600" b="1" dirty="0">
                        <a:solidFill>
                          <a:schemeClr val="tx1"/>
                        </a:solidFill>
                        <a:latin typeface="+mn-lt"/>
                      </a:endParaRPr>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10"/>
                  </a:ext>
                </a:extLst>
              </a:tr>
            </a:tbl>
          </a:graphicData>
        </a:graphic>
      </p:graphicFrame>
      <p:sp>
        <p:nvSpPr>
          <p:cNvPr id="184" name="Google Shape;184;g19dd3b3a171_0_29"/>
          <p:cNvSpPr txBox="1">
            <a:spLocks noGrp="1"/>
          </p:cNvSpPr>
          <p:nvPr>
            <p:ph type="title" idx="4294967295"/>
          </p:nvPr>
        </p:nvSpPr>
        <p:spPr>
          <a:xfrm>
            <a:off x="256374" y="207049"/>
            <a:ext cx="6194425" cy="889727"/>
          </a:xfrm>
          <a:prstGeom prst="rect">
            <a:avLst/>
          </a:prstGeom>
        </p:spPr>
        <p:txBody>
          <a:bodyPr spcFirstLastPara="1" vert="horz" wrap="square" lIns="121900" tIns="60933" rIns="121900" bIns="60933" rtlCol="0" anchor="ctr" anchorCtr="0">
            <a:normAutofit/>
          </a:bodyPr>
          <a:lstStyle/>
          <a:p>
            <a:pPr>
              <a:spcBef>
                <a:spcPts val="0"/>
              </a:spcBef>
            </a:pPr>
            <a:r>
              <a:rPr lang="en" b="1" dirty="0">
                <a:solidFill>
                  <a:schemeClr val="tx1"/>
                </a:solidFill>
              </a:rPr>
              <a:t>Irrecoverability</a:t>
            </a:r>
            <a:endParaRPr b="1" dirty="0">
              <a:solidFill>
                <a:schemeClr val="tx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graphicFrame>
        <p:nvGraphicFramePr>
          <p:cNvPr id="189" name="Google Shape;189;g19dd3b3a171_0_33"/>
          <p:cNvGraphicFramePr/>
          <p:nvPr>
            <p:extLst>
              <p:ext uri="{D42A27DB-BD31-4B8C-83A1-F6EECF244321}">
                <p14:modId xmlns:p14="http://schemas.microsoft.com/office/powerpoint/2010/main" val="1809266557"/>
              </p:ext>
            </p:extLst>
          </p:nvPr>
        </p:nvGraphicFramePr>
        <p:xfrm>
          <a:off x="4357881" y="773752"/>
          <a:ext cx="6604000" cy="4954153"/>
        </p:xfrm>
        <a:graphic>
          <a:graphicData uri="http://schemas.openxmlformats.org/drawingml/2006/table">
            <a:tbl>
              <a:tblPr>
                <a:noFill/>
              </a:tblPr>
              <a:tblGrid>
                <a:gridCol w="3302000">
                  <a:extLst>
                    <a:ext uri="{9D8B030D-6E8A-4147-A177-3AD203B41FA5}">
                      <a16:colId xmlns:a16="http://schemas.microsoft.com/office/drawing/2014/main" val="20000"/>
                    </a:ext>
                  </a:extLst>
                </a:gridCol>
                <a:gridCol w="3302000">
                  <a:extLst>
                    <a:ext uri="{9D8B030D-6E8A-4147-A177-3AD203B41FA5}">
                      <a16:colId xmlns:a16="http://schemas.microsoft.com/office/drawing/2014/main" val="20001"/>
                    </a:ext>
                  </a:extLst>
                </a:gridCol>
              </a:tblGrid>
              <a:tr h="687033">
                <a:tc>
                  <a:txBody>
                    <a:bodyPr/>
                    <a:lstStyle/>
                    <a:p>
                      <a:pPr marL="0" lvl="0" indent="0" algn="ctr" rtl="0">
                        <a:spcBef>
                          <a:spcPts val="0"/>
                        </a:spcBef>
                        <a:spcAft>
                          <a:spcPts val="0"/>
                        </a:spcAft>
                        <a:buNone/>
                      </a:pPr>
                      <a:r>
                        <a:rPr lang="en" sz="1600" b="1">
                          <a:solidFill>
                            <a:schemeClr val="tx1"/>
                          </a:solidFill>
                          <a:latin typeface="+mn-lt"/>
                        </a:rPr>
                        <a:t>T1</a:t>
                      </a:r>
                      <a:endParaRPr sz="1600" b="1">
                        <a:solidFill>
                          <a:schemeClr val="tx1"/>
                        </a:solidFill>
                        <a:latin typeface="+mn-lt"/>
                      </a:endParaRPr>
                    </a:p>
                  </a:txBody>
                  <a:tcPr marL="121900" marR="121900" marT="121900" marB="121900"/>
                </a:tc>
                <a:tc>
                  <a:txBody>
                    <a:bodyPr/>
                    <a:lstStyle/>
                    <a:p>
                      <a:pPr marL="0" lvl="0" indent="0" algn="ctr" rtl="0">
                        <a:spcBef>
                          <a:spcPts val="0"/>
                        </a:spcBef>
                        <a:spcAft>
                          <a:spcPts val="0"/>
                        </a:spcAft>
                        <a:buNone/>
                      </a:pPr>
                      <a:r>
                        <a:rPr lang="en" sz="1600" b="1">
                          <a:solidFill>
                            <a:schemeClr val="tx1"/>
                          </a:solidFill>
                          <a:latin typeface="+mn-lt"/>
                        </a:rPr>
                        <a:t>T2</a:t>
                      </a:r>
                      <a:endParaRPr sz="1600" b="1">
                        <a:solidFill>
                          <a:schemeClr val="tx1"/>
                        </a:solidFill>
                        <a:latin typeface="+mn-lt"/>
                      </a:endParaRPr>
                    </a:p>
                  </a:txBody>
                  <a:tcPr marL="121900" marR="121900" marT="121900" marB="121900"/>
                </a:tc>
                <a:extLst>
                  <a:ext uri="{0D108BD9-81ED-4DB2-BD59-A6C34878D82A}">
                    <a16:rowId xmlns:a16="http://schemas.microsoft.com/office/drawing/2014/main" val="10000"/>
                  </a:ext>
                </a:extLst>
              </a:tr>
              <a:tr h="508000">
                <a:tc>
                  <a:txBody>
                    <a:bodyPr/>
                    <a:lstStyle/>
                    <a:p>
                      <a:pPr marL="0" lvl="0" indent="0" algn="ctr" rtl="0">
                        <a:spcBef>
                          <a:spcPts val="0"/>
                        </a:spcBef>
                        <a:spcAft>
                          <a:spcPts val="0"/>
                        </a:spcAft>
                        <a:buNone/>
                      </a:pPr>
                      <a:r>
                        <a:rPr lang="en" sz="1600" b="1">
                          <a:solidFill>
                            <a:schemeClr val="tx1"/>
                          </a:solidFill>
                          <a:latin typeface="+mn-lt"/>
                        </a:rPr>
                        <a:t>read_lock(A)</a:t>
                      </a:r>
                      <a:endParaRPr sz="1600" b="1">
                        <a:solidFill>
                          <a:schemeClr val="tx1"/>
                        </a:solidFill>
                        <a:latin typeface="+mn-lt"/>
                      </a:endParaRPr>
                    </a:p>
                  </a:txBody>
                  <a:tcPr marL="121900" marR="121900" marT="121900" marB="121900"/>
                </a:tc>
                <a:tc>
                  <a:txBody>
                    <a:bodyPr/>
                    <a:lstStyle/>
                    <a:p>
                      <a:pPr marL="0" lvl="0" indent="0" algn="ctr" rtl="0">
                        <a:spcBef>
                          <a:spcPts val="0"/>
                        </a:spcBef>
                        <a:spcAft>
                          <a:spcPts val="0"/>
                        </a:spcAft>
                        <a:buNone/>
                      </a:pPr>
                      <a:endParaRPr sz="1600" b="1">
                        <a:solidFill>
                          <a:schemeClr val="tx1"/>
                        </a:solidFill>
                        <a:latin typeface="+mn-lt"/>
                      </a:endParaRPr>
                    </a:p>
                  </a:txBody>
                  <a:tcPr marL="121900" marR="121900" marT="121900" marB="121900"/>
                </a:tc>
                <a:extLst>
                  <a:ext uri="{0D108BD9-81ED-4DB2-BD59-A6C34878D82A}">
                    <a16:rowId xmlns:a16="http://schemas.microsoft.com/office/drawing/2014/main" val="10001"/>
                  </a:ext>
                </a:extLst>
              </a:tr>
              <a:tr h="508000">
                <a:tc>
                  <a:txBody>
                    <a:bodyPr/>
                    <a:lstStyle/>
                    <a:p>
                      <a:pPr marL="0" lvl="0" indent="0" algn="ctr" rtl="0">
                        <a:spcBef>
                          <a:spcPts val="0"/>
                        </a:spcBef>
                        <a:spcAft>
                          <a:spcPts val="0"/>
                        </a:spcAft>
                        <a:buNone/>
                      </a:pPr>
                      <a:r>
                        <a:rPr lang="en" sz="1600" b="1">
                          <a:solidFill>
                            <a:schemeClr val="tx1"/>
                          </a:solidFill>
                          <a:latin typeface="+mn-lt"/>
                        </a:rPr>
                        <a:t>read_item(A)</a:t>
                      </a:r>
                      <a:endParaRPr sz="1600" b="1">
                        <a:solidFill>
                          <a:schemeClr val="tx1"/>
                        </a:solidFill>
                        <a:latin typeface="+mn-lt"/>
                      </a:endParaRPr>
                    </a:p>
                  </a:txBody>
                  <a:tcPr marL="121900" marR="121900" marT="121900" marB="121900"/>
                </a:tc>
                <a:tc>
                  <a:txBody>
                    <a:bodyPr/>
                    <a:lstStyle/>
                    <a:p>
                      <a:pPr marL="0" lvl="0" indent="0" algn="ctr" rtl="0">
                        <a:spcBef>
                          <a:spcPts val="0"/>
                        </a:spcBef>
                        <a:spcAft>
                          <a:spcPts val="0"/>
                        </a:spcAft>
                        <a:buNone/>
                      </a:pPr>
                      <a:endParaRPr sz="1600" b="1">
                        <a:solidFill>
                          <a:schemeClr val="tx1"/>
                        </a:solidFill>
                        <a:latin typeface="+mn-lt"/>
                      </a:endParaRPr>
                    </a:p>
                  </a:txBody>
                  <a:tcPr marL="121900" marR="121900" marT="121900" marB="121900">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2"/>
                  </a:ext>
                </a:extLst>
              </a:tr>
              <a:tr h="508000">
                <a:tc>
                  <a:txBody>
                    <a:bodyPr/>
                    <a:lstStyle/>
                    <a:p>
                      <a:pPr marL="0" lvl="0" indent="0" algn="l" rtl="0">
                        <a:spcBef>
                          <a:spcPts val="0"/>
                        </a:spcBef>
                        <a:spcAft>
                          <a:spcPts val="0"/>
                        </a:spcAft>
                        <a:buNone/>
                      </a:pPr>
                      <a:endParaRPr sz="1600" b="1" dirty="0">
                        <a:solidFill>
                          <a:schemeClr val="tx1"/>
                        </a:solidFill>
                        <a:latin typeface="+mn-lt"/>
                      </a:endParaRPr>
                    </a:p>
                  </a:txBody>
                  <a:tcPr marL="121900" marR="121900" marT="121900" marB="121900">
                    <a:lnR w="9525" cap="flat" cmpd="sng">
                      <a:solidFill>
                        <a:srgbClr val="9E9E9E"/>
                      </a:solidFill>
                      <a:prstDash val="solid"/>
                      <a:round/>
                      <a:headEnd type="none" w="sm" len="sm"/>
                      <a:tailEnd type="none" w="sm" len="sm"/>
                    </a:lnR>
                  </a:tcPr>
                </a:tc>
                <a:tc>
                  <a:txBody>
                    <a:bodyPr/>
                    <a:lstStyle/>
                    <a:p>
                      <a:pPr marL="0" lvl="0" indent="0" algn="ctr" rtl="0">
                        <a:spcBef>
                          <a:spcPts val="0"/>
                        </a:spcBef>
                        <a:spcAft>
                          <a:spcPts val="0"/>
                        </a:spcAft>
                        <a:buNone/>
                      </a:pPr>
                      <a:r>
                        <a:rPr lang="en" sz="1600" b="1">
                          <a:solidFill>
                            <a:schemeClr val="tx1"/>
                          </a:solidFill>
                          <a:latin typeface="+mn-lt"/>
                        </a:rPr>
                        <a:t>read_lock(B)</a:t>
                      </a:r>
                      <a:endParaRPr sz="1600" b="1">
                        <a:solidFill>
                          <a:schemeClr val="tx1"/>
                        </a:solidFill>
                        <a:latin typeface="+mn-lt"/>
                      </a:endParaRPr>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3"/>
                  </a:ext>
                </a:extLst>
              </a:tr>
              <a:tr h="508000">
                <a:tc>
                  <a:txBody>
                    <a:bodyPr/>
                    <a:lstStyle/>
                    <a:p>
                      <a:pPr marL="0" lvl="0" indent="0" algn="l" rtl="0">
                        <a:spcBef>
                          <a:spcPts val="0"/>
                        </a:spcBef>
                        <a:spcAft>
                          <a:spcPts val="0"/>
                        </a:spcAft>
                        <a:buNone/>
                      </a:pPr>
                      <a:endParaRPr sz="1600" b="1">
                        <a:solidFill>
                          <a:schemeClr val="tx1"/>
                        </a:solidFill>
                        <a:latin typeface="+mn-lt"/>
                      </a:endParaRPr>
                    </a:p>
                  </a:txBody>
                  <a:tcPr marL="121900" marR="121900" marT="121900" marB="121900">
                    <a:lnR w="9525" cap="flat" cmpd="sng">
                      <a:solidFill>
                        <a:srgbClr val="9E9E9E"/>
                      </a:solidFill>
                      <a:prstDash val="solid"/>
                      <a:round/>
                      <a:headEnd type="none" w="sm" len="sm"/>
                      <a:tailEnd type="none" w="sm" len="sm"/>
                    </a:lnR>
                  </a:tcPr>
                </a:tc>
                <a:tc>
                  <a:txBody>
                    <a:bodyPr/>
                    <a:lstStyle/>
                    <a:p>
                      <a:pPr marL="0" lvl="0" indent="0" algn="ctr" rtl="0">
                        <a:spcBef>
                          <a:spcPts val="0"/>
                        </a:spcBef>
                        <a:spcAft>
                          <a:spcPts val="0"/>
                        </a:spcAft>
                        <a:buNone/>
                      </a:pPr>
                      <a:r>
                        <a:rPr lang="en" sz="1600" b="1">
                          <a:solidFill>
                            <a:schemeClr val="tx1"/>
                          </a:solidFill>
                          <a:latin typeface="+mn-lt"/>
                        </a:rPr>
                        <a:t>read_item(B)</a:t>
                      </a:r>
                      <a:endParaRPr sz="1600" b="1">
                        <a:solidFill>
                          <a:schemeClr val="tx1"/>
                        </a:solidFill>
                        <a:latin typeface="+mn-lt"/>
                      </a:endParaRPr>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4"/>
                  </a:ext>
                </a:extLst>
              </a:tr>
              <a:tr h="609560">
                <a:tc>
                  <a:txBody>
                    <a:bodyPr/>
                    <a:lstStyle/>
                    <a:p>
                      <a:pPr marL="0" lvl="0" indent="0" algn="ctr" rtl="0">
                        <a:spcBef>
                          <a:spcPts val="0"/>
                        </a:spcBef>
                        <a:spcAft>
                          <a:spcPts val="0"/>
                        </a:spcAft>
                        <a:buNone/>
                      </a:pPr>
                      <a:r>
                        <a:rPr lang="en" sz="1600" b="1">
                          <a:solidFill>
                            <a:schemeClr val="tx1"/>
                          </a:solidFill>
                          <a:latin typeface="+mn-lt"/>
                        </a:rPr>
                        <a:t>write_lock(B)</a:t>
                      </a:r>
                      <a:endParaRPr sz="1600" b="1">
                        <a:solidFill>
                          <a:schemeClr val="tx1"/>
                        </a:solidFill>
                        <a:latin typeface="+mn-lt"/>
                      </a:endParaRPr>
                    </a:p>
                  </a:txBody>
                  <a:tcPr marL="121900" marR="121900" marT="121900" marB="121900">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endParaRPr sz="2400" b="1">
                        <a:solidFill>
                          <a:schemeClr val="tx1"/>
                        </a:solidFill>
                        <a:latin typeface="+mn-lt"/>
                      </a:endParaRPr>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5"/>
                  </a:ext>
                </a:extLst>
              </a:tr>
              <a:tr h="609560">
                <a:tc>
                  <a:txBody>
                    <a:bodyPr/>
                    <a:lstStyle/>
                    <a:p>
                      <a:pPr marL="0" lvl="0" indent="0" algn="ctr" rtl="0">
                        <a:spcBef>
                          <a:spcPts val="0"/>
                        </a:spcBef>
                        <a:spcAft>
                          <a:spcPts val="0"/>
                        </a:spcAft>
                        <a:buNone/>
                      </a:pPr>
                      <a:r>
                        <a:rPr lang="en" sz="1600" b="1">
                          <a:solidFill>
                            <a:schemeClr val="tx1"/>
                          </a:solidFill>
                          <a:latin typeface="+mn-lt"/>
                        </a:rPr>
                        <a:t>write _item (B)</a:t>
                      </a:r>
                      <a:endParaRPr sz="1600" b="1">
                        <a:solidFill>
                          <a:schemeClr val="tx1"/>
                        </a:solidFill>
                        <a:latin typeface="+mn-lt"/>
                      </a:endParaRPr>
                    </a:p>
                  </a:txBody>
                  <a:tcPr marL="121900" marR="121900" marT="121900" marB="121900">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endParaRPr sz="2400" b="1">
                        <a:solidFill>
                          <a:schemeClr val="tx1"/>
                        </a:solidFill>
                        <a:latin typeface="+mn-lt"/>
                      </a:endParaRPr>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6"/>
                  </a:ext>
                </a:extLst>
              </a:tr>
              <a:tr h="508000">
                <a:tc>
                  <a:txBody>
                    <a:bodyPr/>
                    <a:lstStyle/>
                    <a:p>
                      <a:pPr marL="0" lvl="0" indent="0" algn="ctr" rtl="0">
                        <a:spcBef>
                          <a:spcPts val="0"/>
                        </a:spcBef>
                        <a:spcAft>
                          <a:spcPts val="0"/>
                        </a:spcAft>
                        <a:buNone/>
                      </a:pPr>
                      <a:endParaRPr sz="1600" b="1">
                        <a:solidFill>
                          <a:schemeClr val="tx1"/>
                        </a:solidFill>
                        <a:latin typeface="+mn-lt"/>
                      </a:endParaRPr>
                    </a:p>
                  </a:txBody>
                  <a:tcPr marL="121900" marR="121900" marT="121900" marB="121900">
                    <a:lnR w="9525" cap="flat" cmpd="sng">
                      <a:solidFill>
                        <a:srgbClr val="9E9E9E"/>
                      </a:solidFill>
                      <a:prstDash val="solid"/>
                      <a:round/>
                      <a:headEnd type="none" w="sm" len="sm"/>
                      <a:tailEnd type="none" w="sm" len="sm"/>
                    </a:lnR>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sz="1600" b="1">
                          <a:solidFill>
                            <a:schemeClr val="tx1"/>
                          </a:solidFill>
                          <a:latin typeface="+mn-lt"/>
                        </a:rPr>
                        <a:t>write_lock(A)</a:t>
                      </a:r>
                      <a:endParaRPr sz="1600" b="1">
                        <a:solidFill>
                          <a:schemeClr val="tx1"/>
                        </a:solidFill>
                        <a:latin typeface="+mn-lt"/>
                      </a:endParaRPr>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7"/>
                  </a:ext>
                </a:extLst>
              </a:tr>
              <a:tr h="508000">
                <a:tc>
                  <a:txBody>
                    <a:bodyPr/>
                    <a:lstStyle/>
                    <a:p>
                      <a:pPr marL="0" lvl="0" indent="0" algn="l" rtl="0">
                        <a:spcBef>
                          <a:spcPts val="0"/>
                        </a:spcBef>
                        <a:spcAft>
                          <a:spcPts val="0"/>
                        </a:spcAft>
                        <a:buNone/>
                      </a:pPr>
                      <a:endParaRPr sz="1600" b="1">
                        <a:solidFill>
                          <a:schemeClr val="tx1"/>
                        </a:solidFill>
                        <a:latin typeface="+mn-lt"/>
                      </a:endParaRPr>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sz="1600" b="1" dirty="0">
                          <a:solidFill>
                            <a:schemeClr val="tx1"/>
                          </a:solidFill>
                          <a:latin typeface="+mn-lt"/>
                        </a:rPr>
                        <a:t>write _item (A)</a:t>
                      </a:r>
                      <a:endParaRPr sz="1600" b="1" dirty="0">
                        <a:solidFill>
                          <a:schemeClr val="tx1"/>
                        </a:solidFill>
                        <a:latin typeface="+mn-lt"/>
                      </a:endParaRPr>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8"/>
                  </a:ext>
                </a:extLst>
              </a:tr>
            </a:tbl>
          </a:graphicData>
        </a:graphic>
      </p:graphicFrame>
      <p:sp>
        <p:nvSpPr>
          <p:cNvPr id="190" name="Google Shape;190;g19dd3b3a171_0_33"/>
          <p:cNvSpPr txBox="1">
            <a:spLocks noGrp="1"/>
          </p:cNvSpPr>
          <p:nvPr>
            <p:ph type="title" idx="4294967295"/>
          </p:nvPr>
        </p:nvSpPr>
        <p:spPr>
          <a:xfrm>
            <a:off x="439553" y="152257"/>
            <a:ext cx="10058400" cy="1449387"/>
          </a:xfrm>
          <a:prstGeom prst="rect">
            <a:avLst/>
          </a:prstGeom>
        </p:spPr>
        <p:txBody>
          <a:bodyPr spcFirstLastPara="1" vert="horz" wrap="square" lIns="121900" tIns="60933" rIns="121900" bIns="60933" rtlCol="0" anchor="ctr" anchorCtr="0">
            <a:normAutofit/>
          </a:bodyPr>
          <a:lstStyle/>
          <a:p>
            <a:pPr>
              <a:spcBef>
                <a:spcPts val="0"/>
              </a:spcBef>
            </a:pPr>
            <a:r>
              <a:rPr lang="en" b="1" dirty="0">
                <a:solidFill>
                  <a:schemeClr val="tx1"/>
                </a:solidFill>
              </a:rPr>
              <a:t>Deadlock</a:t>
            </a:r>
            <a:endParaRPr b="1" dirty="0">
              <a:solidFill>
                <a:schemeClr val="tx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graphicFrame>
        <p:nvGraphicFramePr>
          <p:cNvPr id="195" name="Google Shape;195;g19dd3b3a171_0_47"/>
          <p:cNvGraphicFramePr/>
          <p:nvPr>
            <p:extLst>
              <p:ext uri="{D42A27DB-BD31-4B8C-83A1-F6EECF244321}">
                <p14:modId xmlns:p14="http://schemas.microsoft.com/office/powerpoint/2010/main" val="2715218125"/>
              </p:ext>
            </p:extLst>
          </p:nvPr>
        </p:nvGraphicFramePr>
        <p:xfrm>
          <a:off x="3989695" y="588561"/>
          <a:ext cx="7705000" cy="5099553"/>
        </p:xfrm>
        <a:graphic>
          <a:graphicData uri="http://schemas.openxmlformats.org/drawingml/2006/table">
            <a:tbl>
              <a:tblPr>
                <a:noFill/>
              </a:tblPr>
              <a:tblGrid>
                <a:gridCol w="1541000">
                  <a:extLst>
                    <a:ext uri="{9D8B030D-6E8A-4147-A177-3AD203B41FA5}">
                      <a16:colId xmlns:a16="http://schemas.microsoft.com/office/drawing/2014/main" val="20000"/>
                    </a:ext>
                  </a:extLst>
                </a:gridCol>
                <a:gridCol w="1541000">
                  <a:extLst>
                    <a:ext uri="{9D8B030D-6E8A-4147-A177-3AD203B41FA5}">
                      <a16:colId xmlns:a16="http://schemas.microsoft.com/office/drawing/2014/main" val="20001"/>
                    </a:ext>
                  </a:extLst>
                </a:gridCol>
                <a:gridCol w="1541000">
                  <a:extLst>
                    <a:ext uri="{9D8B030D-6E8A-4147-A177-3AD203B41FA5}">
                      <a16:colId xmlns:a16="http://schemas.microsoft.com/office/drawing/2014/main" val="20002"/>
                    </a:ext>
                  </a:extLst>
                </a:gridCol>
                <a:gridCol w="1541000">
                  <a:extLst>
                    <a:ext uri="{9D8B030D-6E8A-4147-A177-3AD203B41FA5}">
                      <a16:colId xmlns:a16="http://schemas.microsoft.com/office/drawing/2014/main" val="20003"/>
                    </a:ext>
                  </a:extLst>
                </a:gridCol>
                <a:gridCol w="1541000">
                  <a:extLst>
                    <a:ext uri="{9D8B030D-6E8A-4147-A177-3AD203B41FA5}">
                      <a16:colId xmlns:a16="http://schemas.microsoft.com/office/drawing/2014/main" val="20004"/>
                    </a:ext>
                  </a:extLst>
                </a:gridCol>
              </a:tblGrid>
              <a:tr h="588833">
                <a:tc>
                  <a:txBody>
                    <a:bodyPr/>
                    <a:lstStyle/>
                    <a:p>
                      <a:pPr marL="0" lvl="0" indent="0" algn="ctr" rtl="0">
                        <a:spcBef>
                          <a:spcPts val="0"/>
                        </a:spcBef>
                        <a:spcAft>
                          <a:spcPts val="0"/>
                        </a:spcAft>
                        <a:buNone/>
                      </a:pPr>
                      <a:r>
                        <a:rPr lang="en" sz="1600" b="1">
                          <a:solidFill>
                            <a:schemeClr val="tx1"/>
                          </a:solidFill>
                          <a:latin typeface="+mn-lt"/>
                        </a:rPr>
                        <a:t>T1</a:t>
                      </a:r>
                      <a:endParaRPr sz="1600" b="1">
                        <a:solidFill>
                          <a:schemeClr val="tx1"/>
                        </a:solidFill>
                        <a:latin typeface="+mn-lt"/>
                      </a:endParaRPr>
                    </a:p>
                  </a:txBody>
                  <a:tcPr marL="121900" marR="121900" marT="121900" marB="121900"/>
                </a:tc>
                <a:tc>
                  <a:txBody>
                    <a:bodyPr/>
                    <a:lstStyle/>
                    <a:p>
                      <a:pPr marL="0" lvl="0" indent="0" algn="ctr" rtl="0">
                        <a:spcBef>
                          <a:spcPts val="0"/>
                        </a:spcBef>
                        <a:spcAft>
                          <a:spcPts val="0"/>
                        </a:spcAft>
                        <a:buNone/>
                      </a:pPr>
                      <a:r>
                        <a:rPr lang="en" sz="1600" b="1">
                          <a:solidFill>
                            <a:schemeClr val="tx1"/>
                          </a:solidFill>
                          <a:latin typeface="+mn-lt"/>
                        </a:rPr>
                        <a:t>T2</a:t>
                      </a:r>
                      <a:endParaRPr sz="1600" b="1">
                        <a:solidFill>
                          <a:schemeClr val="tx1"/>
                        </a:solidFill>
                        <a:latin typeface="+mn-lt"/>
                      </a:endParaRPr>
                    </a:p>
                  </a:txBody>
                  <a:tcPr marL="121900" marR="121900" marT="121900" marB="121900">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sz="1600" b="1">
                          <a:solidFill>
                            <a:schemeClr val="tx1"/>
                          </a:solidFill>
                          <a:latin typeface="+mn-lt"/>
                        </a:rPr>
                        <a:t>T3</a:t>
                      </a:r>
                      <a:endParaRPr sz="1600" b="1">
                        <a:solidFill>
                          <a:schemeClr val="tx1"/>
                        </a:solidFill>
                        <a:latin typeface="+mn-lt"/>
                      </a:endParaRPr>
                    </a:p>
                  </a:txBody>
                  <a:tcPr marL="121900" marR="121900" marT="121900" marB="121900"/>
                </a:tc>
                <a:tc>
                  <a:txBody>
                    <a:bodyPr/>
                    <a:lstStyle/>
                    <a:p>
                      <a:pPr marL="0" lvl="0" indent="0" algn="ctr" rtl="0">
                        <a:spcBef>
                          <a:spcPts val="0"/>
                        </a:spcBef>
                        <a:spcAft>
                          <a:spcPts val="0"/>
                        </a:spcAft>
                        <a:buNone/>
                      </a:pPr>
                      <a:endParaRPr sz="1600" b="1">
                        <a:solidFill>
                          <a:schemeClr val="tx1"/>
                        </a:solidFill>
                        <a:latin typeface="+mn-lt"/>
                      </a:endParaRPr>
                    </a:p>
                  </a:txBody>
                  <a:tcPr marL="121900" marR="121900" marT="121900" marB="121900"/>
                </a:tc>
                <a:tc>
                  <a:txBody>
                    <a:bodyPr/>
                    <a:lstStyle/>
                    <a:p>
                      <a:pPr marL="0" lvl="0" indent="0" algn="ctr" rtl="0">
                        <a:spcBef>
                          <a:spcPts val="0"/>
                        </a:spcBef>
                        <a:spcAft>
                          <a:spcPts val="0"/>
                        </a:spcAft>
                        <a:buNone/>
                      </a:pPr>
                      <a:endParaRPr sz="1600" b="1">
                        <a:solidFill>
                          <a:schemeClr val="tx1"/>
                        </a:solidFill>
                        <a:latin typeface="+mn-lt"/>
                      </a:endParaRPr>
                    </a:p>
                  </a:txBody>
                  <a:tcPr marL="121900" marR="121900" marT="121900" marB="121900"/>
                </a:tc>
                <a:extLst>
                  <a:ext uri="{0D108BD9-81ED-4DB2-BD59-A6C34878D82A}">
                    <a16:rowId xmlns:a16="http://schemas.microsoft.com/office/drawing/2014/main" val="10000"/>
                  </a:ext>
                </a:extLst>
              </a:tr>
              <a:tr h="609560">
                <a:tc>
                  <a:txBody>
                    <a:bodyPr/>
                    <a:lstStyle/>
                    <a:p>
                      <a:pPr marL="0" lvl="0" indent="0" algn="l" rtl="0">
                        <a:spcBef>
                          <a:spcPts val="0"/>
                        </a:spcBef>
                        <a:spcAft>
                          <a:spcPts val="0"/>
                        </a:spcAft>
                        <a:buNone/>
                      </a:pPr>
                      <a:endParaRPr sz="2400" b="1">
                        <a:solidFill>
                          <a:schemeClr val="tx1"/>
                        </a:solidFill>
                        <a:latin typeface="+mn-lt"/>
                      </a:endParaRPr>
                    </a:p>
                  </a:txBody>
                  <a:tcPr marL="121900" marR="121900" marT="121900" marB="121900">
                    <a:lnR w="9525" cap="flat" cmpd="sng">
                      <a:solidFill>
                        <a:srgbClr val="9E9E9E"/>
                      </a:solidFill>
                      <a:prstDash val="solid"/>
                      <a:round/>
                      <a:headEnd type="none" w="sm" len="sm"/>
                      <a:tailEnd type="none" w="sm" len="sm"/>
                    </a:lnR>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sz="1600" b="1">
                          <a:solidFill>
                            <a:schemeClr val="tx1"/>
                          </a:solidFill>
                          <a:latin typeface="+mn-lt"/>
                        </a:rPr>
                        <a:t>read_lock(A)</a:t>
                      </a:r>
                      <a:endParaRPr sz="1600" b="1">
                        <a:solidFill>
                          <a:schemeClr val="tx1"/>
                        </a:solidFill>
                        <a:latin typeface="+mn-lt"/>
                      </a:endParaRPr>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endParaRPr sz="1600" b="1">
                        <a:solidFill>
                          <a:schemeClr val="tx1"/>
                        </a:solidFill>
                        <a:latin typeface="+mn-lt"/>
                      </a:endParaRPr>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tcPr>
                </a:tc>
                <a:tc>
                  <a:txBody>
                    <a:bodyPr/>
                    <a:lstStyle/>
                    <a:p>
                      <a:pPr marL="0" lvl="0" indent="0" algn="ctr" rtl="0">
                        <a:spcBef>
                          <a:spcPts val="0"/>
                        </a:spcBef>
                        <a:spcAft>
                          <a:spcPts val="0"/>
                        </a:spcAft>
                        <a:buNone/>
                      </a:pPr>
                      <a:endParaRPr sz="1600" b="1">
                        <a:solidFill>
                          <a:schemeClr val="tx1"/>
                        </a:solidFill>
                        <a:latin typeface="+mn-lt"/>
                      </a:endParaRPr>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tcPr>
                </a:tc>
                <a:tc>
                  <a:txBody>
                    <a:bodyPr/>
                    <a:lstStyle/>
                    <a:p>
                      <a:pPr marL="0" lvl="0" indent="0" algn="ctr" rtl="0">
                        <a:spcBef>
                          <a:spcPts val="0"/>
                        </a:spcBef>
                        <a:spcAft>
                          <a:spcPts val="0"/>
                        </a:spcAft>
                        <a:buNone/>
                      </a:pPr>
                      <a:endParaRPr sz="1600" b="1">
                        <a:solidFill>
                          <a:schemeClr val="tx1"/>
                        </a:solidFill>
                        <a:latin typeface="+mn-lt"/>
                      </a:endParaRPr>
                    </a:p>
                  </a:txBody>
                  <a:tcPr marL="121900" marR="121900" marT="121900" marB="121900">
                    <a:lnL w="9525" cap="flat" cmpd="sng">
                      <a:solidFill>
                        <a:srgbClr val="9E9E9E"/>
                      </a:solidFill>
                      <a:prstDash val="solid"/>
                      <a:round/>
                      <a:headEnd type="none" w="sm" len="sm"/>
                      <a:tailEnd type="none" w="sm" len="sm"/>
                    </a:lnL>
                  </a:tcPr>
                </a:tc>
                <a:extLst>
                  <a:ext uri="{0D108BD9-81ED-4DB2-BD59-A6C34878D82A}">
                    <a16:rowId xmlns:a16="http://schemas.microsoft.com/office/drawing/2014/main" val="10001"/>
                  </a:ext>
                </a:extLst>
              </a:tr>
              <a:tr h="487640">
                <a:tc>
                  <a:txBody>
                    <a:bodyPr/>
                    <a:lstStyle/>
                    <a:p>
                      <a:pPr marL="0" lvl="0" indent="0" algn="ctr" rtl="0">
                        <a:spcBef>
                          <a:spcPts val="0"/>
                        </a:spcBef>
                        <a:spcAft>
                          <a:spcPts val="0"/>
                        </a:spcAft>
                        <a:buNone/>
                      </a:pPr>
                      <a:r>
                        <a:rPr lang="en" sz="1600" b="1">
                          <a:solidFill>
                            <a:schemeClr val="tx1"/>
                          </a:solidFill>
                          <a:latin typeface="+mn-lt"/>
                        </a:rPr>
                        <a:t>write_lock(A)</a:t>
                      </a:r>
                      <a:endParaRPr sz="1600" b="1">
                        <a:solidFill>
                          <a:schemeClr val="tx1"/>
                        </a:solidFill>
                        <a:latin typeface="+mn-lt"/>
                      </a:endParaRPr>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sz="1600" b="1">
                          <a:solidFill>
                            <a:schemeClr val="tx1"/>
                          </a:solidFill>
                          <a:latin typeface="+mn-lt"/>
                        </a:rPr>
                        <a:t>read_item(A)</a:t>
                      </a:r>
                      <a:endParaRPr sz="1600" b="1">
                        <a:solidFill>
                          <a:schemeClr val="tx1"/>
                        </a:solidFill>
                        <a:latin typeface="+mn-lt"/>
                      </a:endParaRPr>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endParaRPr sz="1600" b="1">
                        <a:solidFill>
                          <a:schemeClr val="tx1"/>
                        </a:solidFill>
                        <a:latin typeface="+mn-lt"/>
                      </a:endParaRPr>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endParaRPr sz="1600" b="1">
                        <a:solidFill>
                          <a:schemeClr val="tx1"/>
                        </a:solidFill>
                        <a:latin typeface="+mn-lt"/>
                      </a:endParaRPr>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endParaRPr sz="1600" b="1">
                        <a:solidFill>
                          <a:schemeClr val="tx1"/>
                        </a:solidFill>
                        <a:latin typeface="+mn-lt"/>
                      </a:endParaRPr>
                    </a:p>
                  </a:txBody>
                  <a:tcPr marL="121900" marR="121900" marT="121900" marB="121900">
                    <a:lnL w="9525" cap="flat" cmpd="sng">
                      <a:solidFill>
                        <a:srgbClr val="9E9E9E"/>
                      </a:solidFill>
                      <a:prstDash val="solid"/>
                      <a:round/>
                      <a:headEnd type="none" w="sm" len="sm"/>
                      <a:tailEnd type="none" w="sm" len="sm"/>
                    </a:lnL>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2"/>
                  </a:ext>
                </a:extLst>
              </a:tr>
              <a:tr h="487640">
                <a:tc>
                  <a:txBody>
                    <a:bodyPr/>
                    <a:lstStyle/>
                    <a:p>
                      <a:pPr marL="0" lvl="0" indent="0" algn="ctr" rtl="0">
                        <a:spcBef>
                          <a:spcPts val="0"/>
                        </a:spcBef>
                        <a:spcAft>
                          <a:spcPts val="0"/>
                        </a:spcAft>
                        <a:buNone/>
                      </a:pPr>
                      <a:r>
                        <a:rPr lang="en" sz="1600" b="1">
                          <a:solidFill>
                            <a:schemeClr val="tx1"/>
                          </a:solidFill>
                          <a:latin typeface="+mn-lt"/>
                        </a:rPr>
                        <a:t>read_item(A)</a:t>
                      </a:r>
                      <a:endParaRPr sz="1600" b="1">
                        <a:solidFill>
                          <a:schemeClr val="tx1"/>
                        </a:solidFill>
                        <a:latin typeface="+mn-lt"/>
                      </a:endParaRPr>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endParaRPr sz="1600" b="1">
                        <a:solidFill>
                          <a:schemeClr val="tx1"/>
                        </a:solidFill>
                        <a:latin typeface="+mn-lt"/>
                      </a:endParaRPr>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tcPr>
                </a:tc>
                <a:tc>
                  <a:txBody>
                    <a:bodyPr/>
                    <a:lstStyle/>
                    <a:p>
                      <a:pPr marL="0" lvl="0" indent="0" algn="ctr" rtl="0">
                        <a:spcBef>
                          <a:spcPts val="0"/>
                        </a:spcBef>
                        <a:spcAft>
                          <a:spcPts val="0"/>
                        </a:spcAft>
                        <a:buNone/>
                      </a:pPr>
                      <a:r>
                        <a:rPr lang="en" sz="1600" b="1">
                          <a:solidFill>
                            <a:schemeClr val="tx1"/>
                          </a:solidFill>
                          <a:latin typeface="+mn-lt"/>
                        </a:rPr>
                        <a:t>read_lock(A)</a:t>
                      </a:r>
                      <a:endParaRPr sz="1600" b="1">
                        <a:solidFill>
                          <a:schemeClr val="tx1"/>
                        </a:solidFill>
                        <a:latin typeface="+mn-lt"/>
                      </a:endParaRPr>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endParaRPr sz="1600" b="1">
                        <a:solidFill>
                          <a:schemeClr val="tx1"/>
                        </a:solidFill>
                        <a:latin typeface="+mn-lt"/>
                      </a:endParaRPr>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endParaRPr sz="1600" b="1">
                        <a:solidFill>
                          <a:schemeClr val="tx1"/>
                        </a:solidFill>
                        <a:latin typeface="+mn-lt"/>
                      </a:endParaRPr>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3"/>
                  </a:ext>
                </a:extLst>
              </a:tr>
              <a:tr h="487640">
                <a:tc>
                  <a:txBody>
                    <a:bodyPr/>
                    <a:lstStyle/>
                    <a:p>
                      <a:pPr marL="0" lvl="0" indent="0" algn="ctr" rtl="0">
                        <a:spcBef>
                          <a:spcPts val="0"/>
                        </a:spcBef>
                        <a:spcAft>
                          <a:spcPts val="0"/>
                        </a:spcAft>
                        <a:buNone/>
                      </a:pPr>
                      <a:r>
                        <a:rPr lang="en" sz="1600" b="1">
                          <a:solidFill>
                            <a:schemeClr val="tx1"/>
                          </a:solidFill>
                          <a:latin typeface="+mn-lt"/>
                        </a:rPr>
                        <a:t>Write_item(A)</a:t>
                      </a:r>
                      <a:endParaRPr sz="1600" b="1">
                        <a:solidFill>
                          <a:schemeClr val="tx1"/>
                        </a:solidFill>
                        <a:latin typeface="+mn-lt"/>
                      </a:endParaRPr>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endParaRPr sz="1600" b="1" dirty="0">
                        <a:solidFill>
                          <a:schemeClr val="tx1"/>
                        </a:solidFill>
                        <a:latin typeface="+mn-lt"/>
                      </a:endParaRPr>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sz="1600" b="1">
                          <a:solidFill>
                            <a:schemeClr val="tx1"/>
                          </a:solidFill>
                          <a:latin typeface="+mn-lt"/>
                        </a:rPr>
                        <a:t>read_item(A)</a:t>
                      </a:r>
                      <a:endParaRPr sz="1600" b="1">
                        <a:solidFill>
                          <a:schemeClr val="tx1"/>
                        </a:solidFill>
                        <a:latin typeface="+mn-lt"/>
                      </a:endParaRPr>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sz="1600" b="1">
                          <a:solidFill>
                            <a:schemeClr val="tx1"/>
                          </a:solidFill>
                          <a:latin typeface="+mn-lt"/>
                        </a:rPr>
                        <a:t>read_lock(A)</a:t>
                      </a:r>
                      <a:endParaRPr sz="1600" b="1">
                        <a:solidFill>
                          <a:schemeClr val="tx1"/>
                        </a:solidFill>
                        <a:latin typeface="+mn-lt"/>
                      </a:endParaRPr>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endParaRPr sz="1600" b="1">
                        <a:solidFill>
                          <a:schemeClr val="tx1"/>
                        </a:solidFill>
                        <a:latin typeface="+mn-lt"/>
                      </a:endParaRPr>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4"/>
                  </a:ext>
                </a:extLst>
              </a:tr>
              <a:tr h="609560">
                <a:tc>
                  <a:txBody>
                    <a:bodyPr/>
                    <a:lstStyle/>
                    <a:p>
                      <a:pPr marL="0" lvl="0" indent="0" algn="ctr" rtl="0">
                        <a:spcBef>
                          <a:spcPts val="0"/>
                        </a:spcBef>
                        <a:spcAft>
                          <a:spcPts val="0"/>
                        </a:spcAft>
                        <a:buNone/>
                      </a:pPr>
                      <a:r>
                        <a:rPr lang="en" sz="1600" b="1">
                          <a:solidFill>
                            <a:schemeClr val="tx1"/>
                          </a:solidFill>
                          <a:latin typeface="+mn-lt"/>
                        </a:rPr>
                        <a:t>Unlock(A)</a:t>
                      </a:r>
                      <a:endParaRPr sz="1600" b="1">
                        <a:solidFill>
                          <a:schemeClr val="tx1"/>
                        </a:solidFill>
                        <a:latin typeface="+mn-lt"/>
                      </a:endParaRPr>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endParaRPr sz="2400" b="1">
                        <a:solidFill>
                          <a:schemeClr val="tx1"/>
                        </a:solidFill>
                        <a:latin typeface="+mn-lt"/>
                      </a:endParaRPr>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endParaRPr sz="2400" b="1">
                        <a:solidFill>
                          <a:schemeClr val="tx1"/>
                        </a:solidFill>
                        <a:latin typeface="+mn-lt"/>
                      </a:endParaRPr>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sz="1600" b="1">
                          <a:solidFill>
                            <a:schemeClr val="tx1"/>
                          </a:solidFill>
                          <a:latin typeface="+mn-lt"/>
                        </a:rPr>
                        <a:t>read_item(A)</a:t>
                      </a:r>
                      <a:endParaRPr sz="1600" b="1">
                        <a:solidFill>
                          <a:schemeClr val="tx1"/>
                        </a:solidFill>
                        <a:latin typeface="+mn-lt"/>
                      </a:endParaRPr>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sz="1600" b="1">
                          <a:solidFill>
                            <a:schemeClr val="tx1"/>
                          </a:solidFill>
                          <a:latin typeface="+mn-lt"/>
                        </a:rPr>
                        <a:t>read_lock(A)</a:t>
                      </a:r>
                      <a:endParaRPr sz="1600" b="1">
                        <a:solidFill>
                          <a:schemeClr val="tx1"/>
                        </a:solidFill>
                        <a:latin typeface="+mn-lt"/>
                      </a:endParaRPr>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5"/>
                  </a:ext>
                </a:extLst>
              </a:tr>
              <a:tr h="609560">
                <a:tc>
                  <a:txBody>
                    <a:bodyPr/>
                    <a:lstStyle/>
                    <a:p>
                      <a:pPr marL="0" lvl="0" indent="0" algn="ctr" rtl="0">
                        <a:spcBef>
                          <a:spcPts val="0"/>
                        </a:spcBef>
                        <a:spcAft>
                          <a:spcPts val="0"/>
                        </a:spcAft>
                        <a:buNone/>
                      </a:pPr>
                      <a:endParaRPr sz="1600" b="1">
                        <a:solidFill>
                          <a:schemeClr val="tx1"/>
                        </a:solidFill>
                        <a:latin typeface="+mn-lt"/>
                      </a:endParaRPr>
                    </a:p>
                  </a:txBody>
                  <a:tcPr marL="121900" marR="121900" marT="121900" marB="121900">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tcPr>
                </a:tc>
                <a:tc>
                  <a:txBody>
                    <a:bodyPr/>
                    <a:lstStyle/>
                    <a:p>
                      <a:pPr marL="0" lvl="0" indent="0" algn="l" rtl="0">
                        <a:spcBef>
                          <a:spcPts val="0"/>
                        </a:spcBef>
                        <a:spcAft>
                          <a:spcPts val="0"/>
                        </a:spcAft>
                        <a:buNone/>
                      </a:pPr>
                      <a:endParaRPr sz="2400" b="1">
                        <a:solidFill>
                          <a:schemeClr val="tx1"/>
                        </a:solidFill>
                        <a:latin typeface="+mn-lt"/>
                      </a:endParaRPr>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endParaRPr sz="2400" b="1">
                        <a:solidFill>
                          <a:schemeClr val="tx1"/>
                        </a:solidFill>
                        <a:latin typeface="+mn-lt"/>
                      </a:endParaRPr>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endParaRPr sz="2400" b="1">
                        <a:solidFill>
                          <a:schemeClr val="tx1"/>
                        </a:solidFill>
                        <a:latin typeface="+mn-lt"/>
                      </a:endParaRPr>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sz="1600" b="1">
                          <a:solidFill>
                            <a:schemeClr val="tx1"/>
                          </a:solidFill>
                          <a:latin typeface="+mn-lt"/>
                        </a:rPr>
                        <a:t>read_item(A)</a:t>
                      </a:r>
                      <a:endParaRPr sz="1600" b="1">
                        <a:solidFill>
                          <a:schemeClr val="tx1"/>
                        </a:solidFill>
                        <a:latin typeface="+mn-lt"/>
                      </a:endParaRPr>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6"/>
                  </a:ext>
                </a:extLst>
              </a:tr>
              <a:tr h="609560">
                <a:tc>
                  <a:txBody>
                    <a:bodyPr/>
                    <a:lstStyle/>
                    <a:p>
                      <a:pPr marL="0" lvl="0" indent="0" algn="ctr" rtl="0">
                        <a:spcBef>
                          <a:spcPts val="0"/>
                        </a:spcBef>
                        <a:spcAft>
                          <a:spcPts val="0"/>
                        </a:spcAft>
                        <a:buNone/>
                      </a:pPr>
                      <a:endParaRPr sz="1600" b="1">
                        <a:solidFill>
                          <a:schemeClr val="tx1"/>
                        </a:solidFill>
                        <a:latin typeface="+mn-lt"/>
                      </a:endParaRPr>
                    </a:p>
                  </a:txBody>
                  <a:tcPr marL="121900" marR="121900" marT="121900" marB="121900">
                    <a:lnR w="9525" cap="flat" cmpd="sng">
                      <a:solidFill>
                        <a:srgbClr val="9E9E9E"/>
                      </a:solidFill>
                      <a:prstDash val="solid"/>
                      <a:round/>
                      <a:headEnd type="none" w="sm" len="sm"/>
                      <a:tailEnd type="none" w="sm" len="sm"/>
                    </a:lnR>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endParaRPr sz="2400" b="1">
                        <a:solidFill>
                          <a:schemeClr val="tx1"/>
                        </a:solidFill>
                        <a:latin typeface="+mn-lt"/>
                      </a:endParaRPr>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endParaRPr sz="2400" b="1">
                        <a:solidFill>
                          <a:schemeClr val="tx1"/>
                        </a:solidFill>
                        <a:latin typeface="+mn-lt"/>
                      </a:endParaRPr>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endParaRPr sz="2400" b="1">
                        <a:solidFill>
                          <a:schemeClr val="tx1"/>
                        </a:solidFill>
                        <a:latin typeface="+mn-lt"/>
                      </a:endParaRPr>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endParaRPr sz="2400" b="1">
                        <a:solidFill>
                          <a:schemeClr val="tx1"/>
                        </a:solidFill>
                        <a:latin typeface="+mn-lt"/>
                      </a:endParaRPr>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7"/>
                  </a:ext>
                </a:extLst>
              </a:tr>
              <a:tr h="609560">
                <a:tc>
                  <a:txBody>
                    <a:bodyPr/>
                    <a:lstStyle/>
                    <a:p>
                      <a:pPr marL="0" lvl="0" indent="0" algn="l" rtl="0">
                        <a:spcBef>
                          <a:spcPts val="0"/>
                        </a:spcBef>
                        <a:spcAft>
                          <a:spcPts val="0"/>
                        </a:spcAft>
                        <a:buNone/>
                      </a:pPr>
                      <a:endParaRPr sz="1600" b="1">
                        <a:solidFill>
                          <a:schemeClr val="tx1"/>
                        </a:solidFill>
                        <a:latin typeface="+mn-lt"/>
                      </a:endParaRPr>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endParaRPr sz="2400" b="1">
                        <a:solidFill>
                          <a:schemeClr val="tx1"/>
                        </a:solidFill>
                        <a:latin typeface="+mn-lt"/>
                      </a:endParaRPr>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endParaRPr sz="2400" b="1">
                        <a:solidFill>
                          <a:schemeClr val="tx1"/>
                        </a:solidFill>
                        <a:latin typeface="+mn-lt"/>
                      </a:endParaRPr>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endParaRPr sz="2400" b="1">
                        <a:solidFill>
                          <a:schemeClr val="tx1"/>
                        </a:solidFill>
                        <a:latin typeface="+mn-lt"/>
                      </a:endParaRPr>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endParaRPr sz="2400" b="1" dirty="0">
                        <a:solidFill>
                          <a:schemeClr val="tx1"/>
                        </a:solidFill>
                        <a:latin typeface="+mn-lt"/>
                      </a:endParaRPr>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8"/>
                  </a:ext>
                </a:extLst>
              </a:tr>
            </a:tbl>
          </a:graphicData>
        </a:graphic>
      </p:graphicFrame>
      <p:sp>
        <p:nvSpPr>
          <p:cNvPr id="196" name="Google Shape;196;g19dd3b3a171_0_47"/>
          <p:cNvSpPr txBox="1">
            <a:spLocks noGrp="1"/>
          </p:cNvSpPr>
          <p:nvPr>
            <p:ph type="title" idx="4294967295"/>
          </p:nvPr>
        </p:nvSpPr>
        <p:spPr>
          <a:xfrm>
            <a:off x="497305" y="212757"/>
            <a:ext cx="10058400" cy="1449387"/>
          </a:xfrm>
          <a:prstGeom prst="rect">
            <a:avLst/>
          </a:prstGeom>
        </p:spPr>
        <p:txBody>
          <a:bodyPr spcFirstLastPara="1" vert="horz" wrap="square" lIns="121900" tIns="60933" rIns="121900" bIns="60933" rtlCol="0" anchor="ctr" anchorCtr="0">
            <a:normAutofit/>
          </a:bodyPr>
          <a:lstStyle/>
          <a:p>
            <a:pPr>
              <a:spcBef>
                <a:spcPts val="0"/>
              </a:spcBef>
            </a:pPr>
            <a:r>
              <a:rPr lang="en" b="1" dirty="0">
                <a:solidFill>
                  <a:schemeClr val="tx1"/>
                </a:solidFill>
              </a:rPr>
              <a:t>Starvation</a:t>
            </a:r>
            <a:endParaRPr b="1" dirty="0">
              <a:solidFill>
                <a:schemeClr val="tx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8"/>
          <p:cNvSpPr txBox="1">
            <a:spLocks noGrp="1"/>
          </p:cNvSpPr>
          <p:nvPr>
            <p:ph type="sldNum" sz="quarter" idx="12"/>
          </p:nvPr>
        </p:nvSpPr>
        <p:spPr>
          <a:prstGeom prst="rect">
            <a:avLst/>
          </a:prstGeom>
          <a:noFill/>
          <a:ln>
            <a:noFill/>
          </a:ln>
        </p:spPr>
        <p:txBody>
          <a:bodyPr spcFirstLastPara="1" vert="horz" wrap="square" lIns="91400" tIns="45700" rIns="91400" bIns="45700" rtlCol="0" anchor="b" anchorCtr="0">
            <a:noAutofit/>
          </a:bodyPr>
          <a:lstStyle/>
          <a:p>
            <a:pPr>
              <a:buClr>
                <a:srgbClr val="000000"/>
              </a:buClr>
              <a:buSzPts val="1200"/>
            </a:pPr>
            <a:fld id="{00000000-1234-1234-1234-123412341234}" type="slidenum">
              <a:rPr lang="en"/>
              <a:pPr>
                <a:buClr>
                  <a:srgbClr val="000000"/>
                </a:buClr>
                <a:buSzPts val="1200"/>
              </a:pPr>
              <a:t>18</a:t>
            </a:fld>
            <a:endParaRPr/>
          </a:p>
        </p:txBody>
      </p:sp>
      <p:pic>
        <p:nvPicPr>
          <p:cNvPr id="202" name="Google Shape;202;p8"/>
          <p:cNvPicPr preferRelativeResize="0"/>
          <p:nvPr/>
        </p:nvPicPr>
        <p:blipFill rotWithShape="1">
          <a:blip r:embed="rId3">
            <a:alphaModFix/>
          </a:blip>
          <a:srcRect/>
          <a:stretch/>
        </p:blipFill>
        <p:spPr>
          <a:xfrm>
            <a:off x="5817552" y="165377"/>
            <a:ext cx="5394931" cy="6659533"/>
          </a:xfrm>
          <a:prstGeom prst="rect">
            <a:avLst/>
          </a:prstGeom>
          <a:noFill/>
          <a:ln>
            <a:noFill/>
          </a:ln>
        </p:spPr>
      </p:pic>
      <p:sp>
        <p:nvSpPr>
          <p:cNvPr id="203" name="Google Shape;203;p8"/>
          <p:cNvSpPr txBox="1"/>
          <p:nvPr/>
        </p:nvSpPr>
        <p:spPr>
          <a:xfrm>
            <a:off x="1479846" y="2598044"/>
            <a:ext cx="3476714" cy="1077178"/>
          </a:xfrm>
          <a:prstGeom prst="rect">
            <a:avLst/>
          </a:prstGeom>
          <a:noFill/>
          <a:ln>
            <a:noFill/>
          </a:ln>
        </p:spPr>
        <p:txBody>
          <a:bodyPr spcFirstLastPara="1" wrap="square" lIns="91400" tIns="45700" rIns="91400" bIns="45700" anchor="t" anchorCtr="0">
            <a:spAutoFit/>
          </a:bodyPr>
          <a:lstStyle/>
          <a:p>
            <a:r>
              <a:rPr lang="en" sz="1600" b="1" dirty="0">
                <a:latin typeface="Arial"/>
                <a:ea typeface="Arial"/>
                <a:cs typeface="Arial"/>
                <a:sym typeface="Arial"/>
              </a:rPr>
              <a:t>Figure 21.2 Locking and unlocking operations for two-mode (read/write, or shared/exclusive) locks</a:t>
            </a:r>
            <a:endParaRPr sz="1400" b="1" dirty="0">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9"/>
          <p:cNvSpPr txBox="1">
            <a:spLocks noGrp="1"/>
          </p:cNvSpPr>
          <p:nvPr>
            <p:ph type="title"/>
          </p:nvPr>
        </p:nvSpPr>
        <p:spPr>
          <a:xfrm>
            <a:off x="1123951" y="505634"/>
            <a:ext cx="10293230" cy="1165708"/>
          </a:xfrm>
          <a:prstGeom prst="rect">
            <a:avLst/>
          </a:prstGeom>
          <a:noFill/>
          <a:ln>
            <a:noFill/>
          </a:ln>
        </p:spPr>
        <p:txBody>
          <a:bodyPr spcFirstLastPara="1" vert="horz" wrap="square" lIns="91400" tIns="45700" rIns="91400" bIns="45700" rtlCol="0" anchor="b" anchorCtr="0">
            <a:normAutofit fontScale="90000"/>
          </a:bodyPr>
          <a:lstStyle/>
          <a:p>
            <a:pPr>
              <a:lnSpc>
                <a:spcPct val="90000"/>
              </a:lnSpc>
              <a:spcBef>
                <a:spcPts val="0"/>
              </a:spcBef>
              <a:buClr>
                <a:schemeClr val="dk1"/>
              </a:buClr>
              <a:buSzPct val="55555"/>
            </a:pPr>
            <a:r>
              <a:rPr lang="en" b="1" dirty="0">
                <a:solidFill>
                  <a:schemeClr val="tx1"/>
                </a:solidFill>
              </a:rPr>
              <a:t>Two-Phase Locking Techniques for Concurrency Control (cont’d.)</a:t>
            </a:r>
            <a:endParaRPr b="1" dirty="0">
              <a:solidFill>
                <a:schemeClr val="tx1"/>
              </a:solidFill>
            </a:endParaRPr>
          </a:p>
        </p:txBody>
      </p:sp>
      <p:sp>
        <p:nvSpPr>
          <p:cNvPr id="209" name="Google Shape;209;p9"/>
          <p:cNvSpPr txBox="1">
            <a:spLocks noGrp="1"/>
          </p:cNvSpPr>
          <p:nvPr>
            <p:ph idx="1"/>
          </p:nvPr>
        </p:nvSpPr>
        <p:spPr>
          <a:xfrm>
            <a:off x="1233875" y="1853745"/>
            <a:ext cx="10183306" cy="3082199"/>
          </a:xfrm>
          <a:prstGeom prst="rect">
            <a:avLst/>
          </a:prstGeom>
          <a:noFill/>
          <a:ln>
            <a:noFill/>
          </a:ln>
        </p:spPr>
        <p:txBody>
          <a:bodyPr spcFirstLastPara="1" vert="horz" wrap="square" lIns="91400" tIns="45700" rIns="0" bIns="45700" rtlCol="0" anchor="t" anchorCtr="0">
            <a:normAutofit/>
          </a:bodyPr>
          <a:lstStyle/>
          <a:p>
            <a:pPr>
              <a:spcBef>
                <a:spcPts val="0"/>
              </a:spcBef>
              <a:buSzPts val="1680"/>
            </a:pPr>
            <a:r>
              <a:rPr lang="en" dirty="0">
                <a:solidFill>
                  <a:schemeClr val="tx1"/>
                </a:solidFill>
              </a:rPr>
              <a:t>When we use the shared/exclusive locking scheme, the system must enforce the following rules:</a:t>
            </a:r>
            <a:endParaRPr dirty="0">
              <a:solidFill>
                <a:schemeClr val="tx1"/>
              </a:solidFill>
            </a:endParaRPr>
          </a:p>
          <a:p>
            <a:pPr marL="742932" lvl="1" indent="-194938">
              <a:spcBef>
                <a:spcPts val="520"/>
              </a:spcBef>
              <a:spcAft>
                <a:spcPts val="0"/>
              </a:spcAft>
              <a:buSzPts val="1430"/>
              <a:buNone/>
            </a:pPr>
            <a:endParaRPr dirty="0">
              <a:solidFill>
                <a:schemeClr val="tx1"/>
              </a:solidFill>
            </a:endParaRPr>
          </a:p>
        </p:txBody>
      </p:sp>
      <p:sp>
        <p:nvSpPr>
          <p:cNvPr id="210" name="Google Shape;210;p9"/>
          <p:cNvSpPr txBox="1">
            <a:spLocks noGrp="1"/>
          </p:cNvSpPr>
          <p:nvPr>
            <p:ph type="sldNum" sz="quarter" idx="12"/>
          </p:nvPr>
        </p:nvSpPr>
        <p:spPr>
          <a:xfrm>
            <a:off x="7981951" y="5624514"/>
            <a:ext cx="2057400" cy="273900"/>
          </a:xfrm>
          <a:prstGeom prst="rect">
            <a:avLst/>
          </a:prstGeom>
          <a:noFill/>
          <a:ln>
            <a:noFill/>
          </a:ln>
        </p:spPr>
        <p:txBody>
          <a:bodyPr spcFirstLastPara="1" vert="horz" wrap="square" lIns="91400" tIns="45700" rIns="91400" bIns="45700" rtlCol="0" anchor="b" anchorCtr="0">
            <a:noAutofit/>
          </a:bodyPr>
          <a:lstStyle/>
          <a:p>
            <a:pPr>
              <a:buClr>
                <a:srgbClr val="000000"/>
              </a:buClr>
              <a:buSzPts val="1200"/>
            </a:pPr>
            <a:fld id="{00000000-1234-1234-1234-123412341234}" type="slidenum">
              <a:rPr lang="en"/>
              <a:pPr>
                <a:buClr>
                  <a:srgbClr val="000000"/>
                </a:buClr>
                <a:buSzPts val="1200"/>
              </a:pPr>
              <a:t>19</a:t>
            </a:fld>
            <a:endParaRPr/>
          </a:p>
        </p:txBody>
      </p:sp>
      <p:pic>
        <p:nvPicPr>
          <p:cNvPr id="211" name="Google Shape;211;p9"/>
          <p:cNvPicPr preferRelativeResize="0"/>
          <p:nvPr/>
        </p:nvPicPr>
        <p:blipFill rotWithShape="1">
          <a:blip r:embed="rId3">
            <a:alphaModFix/>
          </a:blip>
          <a:srcRect/>
          <a:stretch/>
        </p:blipFill>
        <p:spPr>
          <a:xfrm>
            <a:off x="1383109" y="2374006"/>
            <a:ext cx="8656242" cy="1800225"/>
          </a:xfrm>
          <a:prstGeom prst="rect">
            <a:avLst/>
          </a:prstGeom>
          <a:noFill/>
          <a:ln>
            <a:noFill/>
          </a:ln>
        </p:spPr>
      </p:pic>
      <p:pic>
        <p:nvPicPr>
          <p:cNvPr id="212" name="Google Shape;212;p9"/>
          <p:cNvPicPr preferRelativeResize="0"/>
          <p:nvPr/>
        </p:nvPicPr>
        <p:blipFill rotWithShape="1">
          <a:blip r:embed="rId4">
            <a:alphaModFix/>
          </a:blip>
          <a:srcRect/>
          <a:stretch/>
        </p:blipFill>
        <p:spPr>
          <a:xfrm>
            <a:off x="1321331" y="4184049"/>
            <a:ext cx="8718020" cy="1926192"/>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p10"/>
          <p:cNvSpPr txBox="1">
            <a:spLocks noGrp="1"/>
          </p:cNvSpPr>
          <p:nvPr>
            <p:ph type="title"/>
          </p:nvPr>
        </p:nvSpPr>
        <p:spPr>
          <a:xfrm>
            <a:off x="1033151" y="659374"/>
            <a:ext cx="10734407" cy="994400"/>
          </a:xfrm>
          <a:prstGeom prst="rect">
            <a:avLst/>
          </a:prstGeom>
          <a:noFill/>
          <a:ln>
            <a:noFill/>
          </a:ln>
        </p:spPr>
        <p:txBody>
          <a:bodyPr spcFirstLastPara="1" vert="horz" wrap="square" lIns="91400" tIns="45700" rIns="91400" bIns="45700" rtlCol="0" anchor="b" anchorCtr="0">
            <a:normAutofit fontScale="90000"/>
          </a:bodyPr>
          <a:lstStyle/>
          <a:p>
            <a:pPr>
              <a:lnSpc>
                <a:spcPct val="90000"/>
              </a:lnSpc>
              <a:spcBef>
                <a:spcPts val="0"/>
              </a:spcBef>
              <a:buClr>
                <a:schemeClr val="dk1"/>
              </a:buClr>
              <a:buSzPct val="55555"/>
            </a:pPr>
            <a:r>
              <a:rPr lang="en" b="1" dirty="0">
                <a:solidFill>
                  <a:schemeClr val="tx1"/>
                </a:solidFill>
              </a:rPr>
              <a:t>Two-Phase Locking Techniques for Concurrency Control (cont’d.)</a:t>
            </a:r>
            <a:endParaRPr b="1" dirty="0">
              <a:solidFill>
                <a:schemeClr val="tx1"/>
              </a:solidFill>
            </a:endParaRPr>
          </a:p>
        </p:txBody>
      </p:sp>
      <p:sp>
        <p:nvSpPr>
          <p:cNvPr id="218" name="Google Shape;218;p10"/>
          <p:cNvSpPr txBox="1">
            <a:spLocks noGrp="1"/>
          </p:cNvSpPr>
          <p:nvPr>
            <p:ph idx="1"/>
          </p:nvPr>
        </p:nvSpPr>
        <p:spPr>
          <a:xfrm>
            <a:off x="1195522" y="1850455"/>
            <a:ext cx="10033652" cy="3398044"/>
          </a:xfrm>
          <a:prstGeom prst="rect">
            <a:avLst/>
          </a:prstGeom>
          <a:noFill/>
          <a:ln>
            <a:noFill/>
          </a:ln>
        </p:spPr>
        <p:txBody>
          <a:bodyPr spcFirstLastPara="1" vert="horz" wrap="square" lIns="91400" tIns="45700" rIns="0" bIns="45700" rtlCol="0" anchor="t" anchorCtr="0">
            <a:normAutofit/>
          </a:bodyPr>
          <a:lstStyle/>
          <a:p>
            <a:pPr>
              <a:spcBef>
                <a:spcPts val="0"/>
              </a:spcBef>
              <a:buSzPct val="75675"/>
            </a:pPr>
            <a:r>
              <a:rPr lang="en" sz="2400" dirty="0">
                <a:solidFill>
                  <a:schemeClr val="tx1"/>
                </a:solidFill>
              </a:rPr>
              <a:t>Lock conversion</a:t>
            </a:r>
            <a:endParaRPr sz="2400" dirty="0">
              <a:solidFill>
                <a:schemeClr val="tx1"/>
              </a:solidFill>
            </a:endParaRPr>
          </a:p>
          <a:p>
            <a:pPr marL="838180" lvl="1" indent="-380990">
              <a:spcBef>
                <a:spcPts val="520"/>
              </a:spcBef>
              <a:buSzPct val="64414"/>
            </a:pPr>
            <a:r>
              <a:rPr lang="en" sz="2000" dirty="0">
                <a:solidFill>
                  <a:schemeClr val="tx1"/>
                </a:solidFill>
              </a:rPr>
              <a:t>Transaction that already holds a lock allowed to convert the lock from one state to another</a:t>
            </a:r>
            <a:endParaRPr sz="2000" dirty="0">
              <a:solidFill>
                <a:schemeClr val="tx1"/>
              </a:solidFill>
            </a:endParaRPr>
          </a:p>
          <a:p>
            <a:pPr>
              <a:spcBef>
                <a:spcPts val="560"/>
              </a:spcBef>
              <a:buSzPct val="75675"/>
            </a:pPr>
            <a:r>
              <a:rPr lang="en" sz="2400" dirty="0">
                <a:solidFill>
                  <a:schemeClr val="tx1"/>
                </a:solidFill>
              </a:rPr>
              <a:t>Upgrading</a:t>
            </a:r>
            <a:endParaRPr sz="2400" dirty="0">
              <a:solidFill>
                <a:schemeClr val="tx1"/>
              </a:solidFill>
            </a:endParaRPr>
          </a:p>
          <a:p>
            <a:pPr marL="838180" lvl="1" indent="-380990">
              <a:spcBef>
                <a:spcPts val="520"/>
              </a:spcBef>
              <a:buSzPct val="64414"/>
            </a:pPr>
            <a:r>
              <a:rPr lang="en" sz="2000" dirty="0">
                <a:solidFill>
                  <a:schemeClr val="tx1"/>
                </a:solidFill>
              </a:rPr>
              <a:t>Issue a read_lock operation then a write_lock operation</a:t>
            </a:r>
            <a:endParaRPr sz="2000" dirty="0">
              <a:solidFill>
                <a:schemeClr val="tx1"/>
              </a:solidFill>
            </a:endParaRPr>
          </a:p>
          <a:p>
            <a:pPr>
              <a:spcBef>
                <a:spcPts val="560"/>
              </a:spcBef>
              <a:buSzPct val="75675"/>
            </a:pPr>
            <a:r>
              <a:rPr lang="en" sz="2400" dirty="0">
                <a:solidFill>
                  <a:schemeClr val="tx1"/>
                </a:solidFill>
              </a:rPr>
              <a:t>Downgrading</a:t>
            </a:r>
            <a:endParaRPr sz="2400" dirty="0">
              <a:solidFill>
                <a:schemeClr val="tx1"/>
              </a:solidFill>
            </a:endParaRPr>
          </a:p>
          <a:p>
            <a:pPr marL="838180" lvl="1" indent="-380990">
              <a:spcBef>
                <a:spcPts val="520"/>
              </a:spcBef>
              <a:buSzPct val="64414"/>
            </a:pPr>
            <a:r>
              <a:rPr lang="en" sz="2000" dirty="0">
                <a:solidFill>
                  <a:schemeClr val="tx1"/>
                </a:solidFill>
              </a:rPr>
              <a:t>Issue a read_lock operation after a write_lock operation</a:t>
            </a:r>
            <a:endParaRPr sz="2000" dirty="0">
              <a:solidFill>
                <a:schemeClr val="tx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11"/>
          <p:cNvSpPr txBox="1">
            <a:spLocks noGrp="1"/>
          </p:cNvSpPr>
          <p:nvPr>
            <p:ph type="title"/>
          </p:nvPr>
        </p:nvSpPr>
        <p:spPr>
          <a:xfrm>
            <a:off x="1123851" y="737988"/>
            <a:ext cx="10823170" cy="994400"/>
          </a:xfrm>
          <a:prstGeom prst="rect">
            <a:avLst/>
          </a:prstGeom>
          <a:noFill/>
          <a:ln>
            <a:noFill/>
          </a:ln>
        </p:spPr>
        <p:txBody>
          <a:bodyPr spcFirstLastPara="1" vert="horz" wrap="square" lIns="91400" tIns="45700" rIns="91400" bIns="45700" rtlCol="0" anchor="b" anchorCtr="0">
            <a:normAutofit fontScale="90000"/>
          </a:bodyPr>
          <a:lstStyle/>
          <a:p>
            <a:pPr>
              <a:spcBef>
                <a:spcPts val="0"/>
              </a:spcBef>
              <a:buClr>
                <a:schemeClr val="dk1"/>
              </a:buClr>
              <a:buSzPct val="55555"/>
            </a:pPr>
            <a:r>
              <a:rPr lang="en" b="1" dirty="0">
                <a:solidFill>
                  <a:schemeClr val="tx1"/>
                </a:solidFill>
              </a:rPr>
              <a:t>Two-Phase Locking Techniques for Concurrency Control (cont’d.)</a:t>
            </a:r>
            <a:endParaRPr b="1" dirty="0">
              <a:solidFill>
                <a:schemeClr val="tx1"/>
              </a:solidFill>
            </a:endParaRPr>
          </a:p>
        </p:txBody>
      </p:sp>
      <p:sp>
        <p:nvSpPr>
          <p:cNvPr id="224" name="Google Shape;224;p11"/>
          <p:cNvSpPr txBox="1">
            <a:spLocks noGrp="1"/>
          </p:cNvSpPr>
          <p:nvPr>
            <p:ph idx="1"/>
          </p:nvPr>
        </p:nvSpPr>
        <p:spPr>
          <a:xfrm>
            <a:off x="1204068" y="1984522"/>
            <a:ext cx="9914010" cy="3263400"/>
          </a:xfrm>
          <a:prstGeom prst="rect">
            <a:avLst/>
          </a:prstGeom>
          <a:noFill/>
          <a:ln>
            <a:noFill/>
          </a:ln>
        </p:spPr>
        <p:txBody>
          <a:bodyPr spcFirstLastPara="1" vert="horz" wrap="square" lIns="91400" tIns="45700" rIns="0" bIns="45700" rtlCol="0" anchor="t" anchorCtr="0">
            <a:normAutofit/>
          </a:bodyPr>
          <a:lstStyle/>
          <a:p>
            <a:pPr>
              <a:spcBef>
                <a:spcPts val="0"/>
              </a:spcBef>
              <a:buFont typeface="Arial" panose="020B0604020202020204" pitchFamily="34" charset="0"/>
              <a:buChar char="•"/>
            </a:pPr>
            <a:r>
              <a:rPr lang="en" dirty="0">
                <a:solidFill>
                  <a:schemeClr val="tx1"/>
                </a:solidFill>
              </a:rPr>
              <a:t>Using binary read/write locks in transactions, as described earlier, does not guarantee serializability of schedules on its own.</a:t>
            </a:r>
          </a:p>
          <a:p>
            <a:pPr marL="0" indent="0">
              <a:spcBef>
                <a:spcPts val="0"/>
              </a:spcBef>
              <a:buNone/>
            </a:pPr>
            <a:endParaRPr lang="en" dirty="0">
              <a:solidFill>
                <a:schemeClr val="tx1"/>
              </a:solidFill>
            </a:endParaRPr>
          </a:p>
          <a:p>
            <a:pPr>
              <a:spcBef>
                <a:spcPts val="0"/>
              </a:spcBef>
              <a:buFont typeface="Arial" panose="020B0604020202020204" pitchFamily="34" charset="0"/>
              <a:buChar char="•"/>
            </a:pPr>
            <a:r>
              <a:rPr lang="en" dirty="0">
                <a:solidFill>
                  <a:schemeClr val="tx1"/>
                </a:solidFill>
              </a:rPr>
              <a:t>Take an example in the next slide:</a:t>
            </a:r>
            <a:endParaRPr dirty="0">
              <a:solidFill>
                <a:schemeClr val="tx1"/>
              </a:solidFill>
            </a:endParaRPr>
          </a:p>
        </p:txBody>
      </p:sp>
      <p:sp>
        <p:nvSpPr>
          <p:cNvPr id="225" name="Google Shape;225;p11"/>
          <p:cNvSpPr txBox="1">
            <a:spLocks noGrp="1"/>
          </p:cNvSpPr>
          <p:nvPr>
            <p:ph type="sldNum" sz="quarter" idx="12"/>
          </p:nvPr>
        </p:nvSpPr>
        <p:spPr>
          <a:xfrm>
            <a:off x="7981951" y="5624514"/>
            <a:ext cx="2057400" cy="273900"/>
          </a:xfrm>
          <a:prstGeom prst="rect">
            <a:avLst/>
          </a:prstGeom>
          <a:noFill/>
          <a:ln>
            <a:noFill/>
          </a:ln>
        </p:spPr>
        <p:txBody>
          <a:bodyPr spcFirstLastPara="1" vert="horz" wrap="square" lIns="91400" tIns="45700" rIns="91400" bIns="45700" rtlCol="0" anchor="b" anchorCtr="0">
            <a:noAutofit/>
          </a:bodyPr>
          <a:lstStyle/>
          <a:p>
            <a:pPr>
              <a:buClr>
                <a:srgbClr val="000000"/>
              </a:buClr>
              <a:buSzPts val="1200"/>
            </a:pPr>
            <a:fld id="{00000000-1234-1234-1234-123412341234}" type="slidenum">
              <a:rPr lang="en"/>
              <a:pPr>
                <a:buClr>
                  <a:srgbClr val="000000"/>
                </a:buClr>
                <a:buSzPts val="1200"/>
              </a:pPr>
              <a:t>21</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pic>
        <p:nvPicPr>
          <p:cNvPr id="230" name="Google Shape;230;p12"/>
          <p:cNvPicPr preferRelativeResize="0"/>
          <p:nvPr/>
        </p:nvPicPr>
        <p:blipFill rotWithShape="1">
          <a:blip r:embed="rId3">
            <a:alphaModFix/>
          </a:blip>
          <a:srcRect/>
          <a:stretch/>
        </p:blipFill>
        <p:spPr>
          <a:xfrm>
            <a:off x="3133202" y="857250"/>
            <a:ext cx="5925595" cy="51435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13"/>
          <p:cNvSpPr txBox="1">
            <a:spLocks noGrp="1"/>
          </p:cNvSpPr>
          <p:nvPr>
            <p:ph type="title"/>
          </p:nvPr>
        </p:nvSpPr>
        <p:spPr>
          <a:xfrm>
            <a:off x="1123951" y="737989"/>
            <a:ext cx="10643608" cy="994200"/>
          </a:xfrm>
          <a:prstGeom prst="rect">
            <a:avLst/>
          </a:prstGeom>
          <a:noFill/>
          <a:ln>
            <a:noFill/>
          </a:ln>
        </p:spPr>
        <p:txBody>
          <a:bodyPr spcFirstLastPara="1" vert="horz" wrap="square" lIns="91400" tIns="45700" rIns="91400" bIns="45700" rtlCol="0" anchor="b" anchorCtr="0">
            <a:normAutofit fontScale="90000"/>
          </a:bodyPr>
          <a:lstStyle/>
          <a:p>
            <a:pPr>
              <a:lnSpc>
                <a:spcPct val="90000"/>
              </a:lnSpc>
              <a:spcBef>
                <a:spcPts val="0"/>
              </a:spcBef>
              <a:buClr>
                <a:schemeClr val="dk1"/>
              </a:buClr>
              <a:buSzPct val="55555"/>
            </a:pPr>
            <a:r>
              <a:rPr lang="en" b="1" dirty="0">
                <a:solidFill>
                  <a:schemeClr val="tx1"/>
                </a:solidFill>
              </a:rPr>
              <a:t>Guaranteeing Serializability by Two-Phase Locking (2PL)</a:t>
            </a:r>
            <a:endParaRPr b="1" dirty="0">
              <a:solidFill>
                <a:schemeClr val="tx1"/>
              </a:solidFill>
            </a:endParaRPr>
          </a:p>
        </p:txBody>
      </p:sp>
      <p:sp>
        <p:nvSpPr>
          <p:cNvPr id="236" name="Google Shape;236;p13"/>
          <p:cNvSpPr txBox="1">
            <a:spLocks noGrp="1"/>
          </p:cNvSpPr>
          <p:nvPr>
            <p:ph idx="1"/>
          </p:nvPr>
        </p:nvSpPr>
        <p:spPr>
          <a:xfrm>
            <a:off x="1280980" y="1862412"/>
            <a:ext cx="9939648" cy="3263400"/>
          </a:xfrm>
          <a:prstGeom prst="rect">
            <a:avLst/>
          </a:prstGeom>
          <a:noFill/>
          <a:ln>
            <a:noFill/>
          </a:ln>
        </p:spPr>
        <p:txBody>
          <a:bodyPr spcFirstLastPara="1" vert="horz" wrap="square" lIns="91400" tIns="45700" rIns="0" bIns="45700" rtlCol="0" anchor="t" anchorCtr="0">
            <a:normAutofit/>
          </a:bodyPr>
          <a:lstStyle/>
          <a:p>
            <a:pPr marL="0" indent="0">
              <a:spcBef>
                <a:spcPts val="0"/>
              </a:spcBef>
              <a:buNone/>
            </a:pPr>
            <a:r>
              <a:rPr lang="en" sz="2400" dirty="0">
                <a:solidFill>
                  <a:schemeClr val="tx1"/>
                </a:solidFill>
              </a:rPr>
              <a:t>Two-phase locking protocol</a:t>
            </a:r>
            <a:endParaRPr sz="2400" dirty="0">
              <a:solidFill>
                <a:schemeClr val="tx1"/>
              </a:solidFill>
            </a:endParaRPr>
          </a:p>
          <a:p>
            <a:pPr marL="838180" lvl="1" indent="-380990">
              <a:spcBef>
                <a:spcPts val="520"/>
              </a:spcBef>
              <a:buSzPct val="85119"/>
              <a:buFont typeface="Arial" panose="020B0604020202020204" pitchFamily="34" charset="0"/>
              <a:buChar char="•"/>
            </a:pPr>
            <a:r>
              <a:rPr lang="en" sz="2000" dirty="0">
                <a:solidFill>
                  <a:schemeClr val="tx1"/>
                </a:solidFill>
              </a:rPr>
              <a:t>All locking operations precede the first unlock operation in the transaction</a:t>
            </a:r>
            <a:endParaRPr sz="2000" dirty="0">
              <a:solidFill>
                <a:schemeClr val="tx1"/>
              </a:solidFill>
            </a:endParaRPr>
          </a:p>
          <a:p>
            <a:pPr marL="838180" lvl="1" indent="-380990">
              <a:spcBef>
                <a:spcPts val="520"/>
              </a:spcBef>
              <a:buSzPct val="85119"/>
              <a:buFont typeface="Arial" panose="020B0604020202020204" pitchFamily="34" charset="0"/>
              <a:buChar char="•"/>
            </a:pPr>
            <a:r>
              <a:rPr lang="en" sz="2000" dirty="0">
                <a:solidFill>
                  <a:schemeClr val="tx1"/>
                </a:solidFill>
              </a:rPr>
              <a:t>Phases</a:t>
            </a:r>
            <a:endParaRPr sz="2000" dirty="0">
              <a:solidFill>
                <a:schemeClr val="tx1"/>
              </a:solidFill>
            </a:endParaRPr>
          </a:p>
          <a:p>
            <a:pPr marL="1200127" lvl="2" indent="-285750">
              <a:spcBef>
                <a:spcPts val="480"/>
              </a:spcBef>
              <a:buSzPct val="85714"/>
              <a:buFont typeface="Arial" panose="020B0604020202020204" pitchFamily="34" charset="0"/>
              <a:buChar char="•"/>
            </a:pPr>
            <a:r>
              <a:rPr lang="en" sz="1600" dirty="0">
                <a:solidFill>
                  <a:schemeClr val="tx1"/>
                </a:solidFill>
              </a:rPr>
              <a:t>Expanding (growing) phase</a:t>
            </a:r>
            <a:endParaRPr sz="1600" dirty="0">
              <a:solidFill>
                <a:schemeClr val="tx1"/>
              </a:solidFill>
            </a:endParaRPr>
          </a:p>
          <a:p>
            <a:pPr marL="1657316" lvl="3" indent="-285750">
              <a:spcBef>
                <a:spcPts val="400"/>
              </a:spcBef>
              <a:buSzPct val="87301"/>
              <a:buFont typeface="Arial" panose="020B0604020202020204" pitchFamily="34" charset="0"/>
              <a:buChar char="•"/>
            </a:pPr>
            <a:r>
              <a:rPr lang="en" sz="1600" dirty="0">
                <a:solidFill>
                  <a:schemeClr val="tx1"/>
                </a:solidFill>
              </a:rPr>
              <a:t>New locks can be acquired but none can be released</a:t>
            </a:r>
            <a:endParaRPr sz="1600" dirty="0">
              <a:solidFill>
                <a:schemeClr val="tx1"/>
              </a:solidFill>
            </a:endParaRPr>
          </a:p>
          <a:p>
            <a:pPr marL="1657316" lvl="3" indent="-285750">
              <a:spcBef>
                <a:spcPts val="400"/>
              </a:spcBef>
              <a:buSzPct val="87301"/>
              <a:buFont typeface="Arial" panose="020B0604020202020204" pitchFamily="34" charset="0"/>
              <a:buChar char="•"/>
            </a:pPr>
            <a:r>
              <a:rPr lang="en" sz="1600" dirty="0">
                <a:solidFill>
                  <a:schemeClr val="tx1"/>
                </a:solidFill>
              </a:rPr>
              <a:t>Lock conversion upgrades (from read-locked to write-locked) must be done during this phase</a:t>
            </a:r>
            <a:endParaRPr sz="1600" dirty="0">
              <a:solidFill>
                <a:schemeClr val="tx1"/>
              </a:solidFill>
            </a:endParaRPr>
          </a:p>
          <a:p>
            <a:pPr marL="1200127" lvl="2" indent="-285750">
              <a:spcBef>
                <a:spcPts val="480"/>
              </a:spcBef>
              <a:buSzPct val="85714"/>
              <a:buFont typeface="Arial" panose="020B0604020202020204" pitchFamily="34" charset="0"/>
              <a:buChar char="•"/>
            </a:pPr>
            <a:r>
              <a:rPr lang="en" sz="1600" dirty="0">
                <a:solidFill>
                  <a:schemeClr val="tx1"/>
                </a:solidFill>
              </a:rPr>
              <a:t>Shrinking phase</a:t>
            </a:r>
            <a:endParaRPr sz="1600" dirty="0">
              <a:solidFill>
                <a:schemeClr val="tx1"/>
              </a:solidFill>
            </a:endParaRPr>
          </a:p>
          <a:p>
            <a:pPr marL="1657316" lvl="3" indent="-285750">
              <a:spcBef>
                <a:spcPts val="400"/>
              </a:spcBef>
              <a:buSzPct val="87301"/>
              <a:buFont typeface="Arial" panose="020B0604020202020204" pitchFamily="34" charset="0"/>
              <a:buChar char="•"/>
            </a:pPr>
            <a:r>
              <a:rPr lang="en" sz="1600" dirty="0">
                <a:solidFill>
                  <a:schemeClr val="tx1"/>
                </a:solidFill>
              </a:rPr>
              <a:t>Existing locks can be released but none can be acquired</a:t>
            </a:r>
            <a:endParaRPr sz="1600" dirty="0">
              <a:solidFill>
                <a:schemeClr val="tx1"/>
              </a:solidFill>
            </a:endParaRPr>
          </a:p>
          <a:p>
            <a:pPr marL="1657316" lvl="3" indent="-285750">
              <a:spcBef>
                <a:spcPts val="400"/>
              </a:spcBef>
              <a:buSzPct val="87301"/>
              <a:buFont typeface="Arial" panose="020B0604020202020204" pitchFamily="34" charset="0"/>
              <a:buChar char="•"/>
            </a:pPr>
            <a:r>
              <a:rPr lang="en" sz="1600" dirty="0">
                <a:solidFill>
                  <a:schemeClr val="tx1"/>
                </a:solidFill>
              </a:rPr>
              <a:t>Downgrades (from write-locked to read-locked) must be done during this phase</a:t>
            </a:r>
            <a:endParaRPr sz="1600" dirty="0">
              <a:solidFill>
                <a:schemeClr val="tx1"/>
              </a:solidFill>
            </a:endParaRPr>
          </a:p>
        </p:txBody>
      </p:sp>
      <p:sp>
        <p:nvSpPr>
          <p:cNvPr id="237" name="Google Shape;237;p13"/>
          <p:cNvSpPr txBox="1">
            <a:spLocks noGrp="1"/>
          </p:cNvSpPr>
          <p:nvPr>
            <p:ph type="sldNum" sz="quarter" idx="12"/>
          </p:nvPr>
        </p:nvSpPr>
        <p:spPr>
          <a:xfrm>
            <a:off x="7981951" y="5624514"/>
            <a:ext cx="2057400" cy="273900"/>
          </a:xfrm>
          <a:prstGeom prst="rect">
            <a:avLst/>
          </a:prstGeom>
          <a:noFill/>
          <a:ln>
            <a:noFill/>
          </a:ln>
        </p:spPr>
        <p:txBody>
          <a:bodyPr spcFirstLastPara="1" vert="horz" wrap="square" lIns="91400" tIns="45700" rIns="91400" bIns="45700" rtlCol="0" anchor="b" anchorCtr="0">
            <a:noAutofit/>
          </a:bodyPr>
          <a:lstStyle/>
          <a:p>
            <a:pPr>
              <a:buClr>
                <a:srgbClr val="000000"/>
              </a:buClr>
              <a:buSzPts val="1200"/>
            </a:pPr>
            <a:fld id="{00000000-1234-1234-1234-123412341234}" type="slidenum">
              <a:rPr lang="en"/>
              <a:pPr>
                <a:buClr>
                  <a:srgbClr val="000000"/>
                </a:buClr>
                <a:buSzPts val="1200"/>
              </a:pPr>
              <a:t>23</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sp>
        <p:nvSpPr>
          <p:cNvPr id="242" name="Google Shape;242;p14"/>
          <p:cNvSpPr txBox="1">
            <a:spLocks noGrp="1"/>
          </p:cNvSpPr>
          <p:nvPr>
            <p:ph type="title"/>
          </p:nvPr>
        </p:nvSpPr>
        <p:spPr>
          <a:xfrm>
            <a:off x="1047038" y="871031"/>
            <a:ext cx="10276139" cy="994200"/>
          </a:xfrm>
          <a:prstGeom prst="rect">
            <a:avLst/>
          </a:prstGeom>
          <a:noFill/>
          <a:ln>
            <a:noFill/>
          </a:ln>
        </p:spPr>
        <p:txBody>
          <a:bodyPr spcFirstLastPara="1" vert="horz" wrap="square" lIns="91400" tIns="45700" rIns="91400" bIns="45700" rtlCol="0" anchor="b" anchorCtr="0">
            <a:normAutofit fontScale="90000"/>
          </a:bodyPr>
          <a:lstStyle/>
          <a:p>
            <a:pPr>
              <a:lnSpc>
                <a:spcPct val="90000"/>
              </a:lnSpc>
              <a:spcBef>
                <a:spcPts val="0"/>
              </a:spcBef>
              <a:buClr>
                <a:schemeClr val="dk1"/>
              </a:buClr>
              <a:buSzPct val="55555"/>
            </a:pPr>
            <a:r>
              <a:rPr lang="en" b="1" dirty="0">
                <a:solidFill>
                  <a:schemeClr val="tx1"/>
                </a:solidFill>
              </a:rPr>
              <a:t>Guaranteeing Serializability by Two-Phase Locking (2PL)</a:t>
            </a:r>
            <a:endParaRPr b="1" dirty="0">
              <a:solidFill>
                <a:schemeClr val="tx1"/>
              </a:solidFill>
            </a:endParaRPr>
          </a:p>
        </p:txBody>
      </p:sp>
      <p:sp>
        <p:nvSpPr>
          <p:cNvPr id="243" name="Google Shape;243;p14"/>
          <p:cNvSpPr txBox="1">
            <a:spLocks noGrp="1"/>
          </p:cNvSpPr>
          <p:nvPr>
            <p:ph idx="1"/>
          </p:nvPr>
        </p:nvSpPr>
        <p:spPr>
          <a:xfrm>
            <a:off x="1123950" y="1865231"/>
            <a:ext cx="10105223" cy="3263400"/>
          </a:xfrm>
          <a:prstGeom prst="rect">
            <a:avLst/>
          </a:prstGeom>
          <a:noFill/>
          <a:ln>
            <a:noFill/>
          </a:ln>
        </p:spPr>
        <p:txBody>
          <a:bodyPr spcFirstLastPara="1" vert="horz" wrap="square" lIns="91400" tIns="45700" rIns="0" bIns="45700" rtlCol="0" anchor="t" anchorCtr="0">
            <a:normAutofit/>
          </a:bodyPr>
          <a:lstStyle/>
          <a:p>
            <a:pPr>
              <a:spcBef>
                <a:spcPts val="0"/>
              </a:spcBef>
              <a:buSzPct val="98000"/>
              <a:buFont typeface="Arial" panose="020B0604020202020204" pitchFamily="34" charset="0"/>
              <a:buChar char="•"/>
            </a:pPr>
            <a:r>
              <a:rPr lang="en" sz="2400" dirty="0">
                <a:solidFill>
                  <a:schemeClr val="tx1"/>
                </a:solidFill>
              </a:rPr>
              <a:t>If every</a:t>
            </a:r>
            <a:r>
              <a:rPr lang="en" sz="2400" i="1" dirty="0">
                <a:solidFill>
                  <a:schemeClr val="tx1"/>
                </a:solidFill>
              </a:rPr>
              <a:t> </a:t>
            </a:r>
            <a:r>
              <a:rPr lang="en" sz="2400" dirty="0">
                <a:solidFill>
                  <a:schemeClr val="tx1"/>
                </a:solidFill>
              </a:rPr>
              <a:t>transaction in a schedule follows the two-phase locking protocol, schedule guaranteed to be serializable</a:t>
            </a:r>
            <a:endParaRPr sz="2400" dirty="0">
              <a:solidFill>
                <a:schemeClr val="tx1"/>
              </a:solidFill>
            </a:endParaRPr>
          </a:p>
          <a:p>
            <a:pPr>
              <a:spcBef>
                <a:spcPts val="560"/>
              </a:spcBef>
              <a:buSzPct val="98000"/>
              <a:buFont typeface="Arial" panose="020B0604020202020204" pitchFamily="34" charset="0"/>
              <a:buChar char="•"/>
            </a:pPr>
            <a:r>
              <a:rPr lang="en" sz="2400" dirty="0">
                <a:solidFill>
                  <a:schemeClr val="tx1"/>
                </a:solidFill>
              </a:rPr>
              <a:t>Two-phase locking may limit the amount of concurrency that can occur in a schedule</a:t>
            </a:r>
            <a:endParaRPr sz="2400" dirty="0">
              <a:solidFill>
                <a:schemeClr val="tx1"/>
              </a:solidFill>
            </a:endParaRPr>
          </a:p>
          <a:p>
            <a:pPr>
              <a:spcBef>
                <a:spcPts val="560"/>
              </a:spcBef>
              <a:buSzPct val="98000"/>
              <a:buFont typeface="Arial" panose="020B0604020202020204" pitchFamily="34" charset="0"/>
              <a:buChar char="•"/>
            </a:pPr>
            <a:r>
              <a:rPr lang="en" sz="2400" dirty="0">
                <a:solidFill>
                  <a:schemeClr val="tx1"/>
                </a:solidFill>
              </a:rPr>
              <a:t>Some serializable schedules will be prohibited by two-phase locking protocol</a:t>
            </a:r>
            <a:endParaRPr sz="2400" dirty="0">
              <a:solidFill>
                <a:schemeClr val="tx1"/>
              </a:solidFill>
            </a:endParaRPr>
          </a:p>
        </p:txBody>
      </p:sp>
      <p:sp>
        <p:nvSpPr>
          <p:cNvPr id="244" name="Google Shape;244;p14"/>
          <p:cNvSpPr txBox="1">
            <a:spLocks noGrp="1"/>
          </p:cNvSpPr>
          <p:nvPr>
            <p:ph type="sldNum" sz="quarter" idx="12"/>
          </p:nvPr>
        </p:nvSpPr>
        <p:spPr>
          <a:xfrm>
            <a:off x="7981951" y="5624514"/>
            <a:ext cx="2057400" cy="273900"/>
          </a:xfrm>
          <a:prstGeom prst="rect">
            <a:avLst/>
          </a:prstGeom>
          <a:noFill/>
          <a:ln>
            <a:noFill/>
          </a:ln>
        </p:spPr>
        <p:txBody>
          <a:bodyPr spcFirstLastPara="1" vert="horz" wrap="square" lIns="91400" tIns="45700" rIns="91400" bIns="45700" rtlCol="0" anchor="b" anchorCtr="0">
            <a:noAutofit/>
          </a:bodyPr>
          <a:lstStyle/>
          <a:p>
            <a:pPr>
              <a:buClr>
                <a:srgbClr val="000000"/>
              </a:buClr>
              <a:buSzPts val="1200"/>
            </a:pPr>
            <a:fld id="{00000000-1234-1234-1234-123412341234}" type="slidenum">
              <a:rPr lang="en"/>
              <a:pPr>
                <a:buClr>
                  <a:srgbClr val="000000"/>
                </a:buClr>
                <a:buSzPts val="1200"/>
              </a:pPr>
              <a:t>24</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g19a93c4210c_0_7"/>
          <p:cNvSpPr txBox="1">
            <a:spLocks noGrp="1"/>
          </p:cNvSpPr>
          <p:nvPr>
            <p:ph type="title"/>
          </p:nvPr>
        </p:nvSpPr>
        <p:spPr>
          <a:xfrm>
            <a:off x="1066800" y="394977"/>
            <a:ext cx="10058400" cy="1450757"/>
          </a:xfrm>
          <a:prstGeom prst="rect">
            <a:avLst/>
          </a:prstGeom>
        </p:spPr>
        <p:txBody>
          <a:bodyPr spcFirstLastPara="1" vert="horz" wrap="square" lIns="121900" tIns="60933" rIns="121900" bIns="60933" rtlCol="0" anchor="ctr" anchorCtr="0">
            <a:normAutofit/>
          </a:bodyPr>
          <a:lstStyle/>
          <a:p>
            <a:pPr>
              <a:spcBef>
                <a:spcPts val="0"/>
              </a:spcBef>
            </a:pPr>
            <a:r>
              <a:rPr lang="en" b="1" dirty="0">
                <a:solidFill>
                  <a:schemeClr val="tx1"/>
                </a:solidFill>
              </a:rPr>
              <a:t>Drawbacks of 2PL</a:t>
            </a:r>
            <a:endParaRPr b="1" dirty="0">
              <a:solidFill>
                <a:schemeClr val="tx1"/>
              </a:solidFill>
            </a:endParaRPr>
          </a:p>
        </p:txBody>
      </p:sp>
      <p:sp>
        <p:nvSpPr>
          <p:cNvPr id="250" name="Google Shape;250;g19a93c4210c_0_7"/>
          <p:cNvSpPr txBox="1">
            <a:spLocks noGrp="1"/>
          </p:cNvSpPr>
          <p:nvPr>
            <p:ph idx="1"/>
          </p:nvPr>
        </p:nvSpPr>
        <p:spPr>
          <a:xfrm>
            <a:off x="1066800" y="1691909"/>
            <a:ext cx="10058400" cy="4023360"/>
          </a:xfrm>
          <a:prstGeom prst="rect">
            <a:avLst/>
          </a:prstGeom>
        </p:spPr>
        <p:txBody>
          <a:bodyPr spcFirstLastPara="1" vert="horz" wrap="square" lIns="121900" tIns="60933" rIns="121900" bIns="60933" rtlCol="0" anchor="t" anchorCtr="0">
            <a:normAutofit/>
          </a:bodyPr>
          <a:lstStyle/>
          <a:p>
            <a:pPr>
              <a:spcBef>
                <a:spcPts val="1000"/>
              </a:spcBef>
              <a:spcAft>
                <a:spcPts val="0"/>
              </a:spcAft>
              <a:buClr>
                <a:schemeClr val="accent2"/>
              </a:buClr>
              <a:buFont typeface="Arial" panose="020B0604020202020204" pitchFamily="34" charset="0"/>
              <a:buChar char="•"/>
            </a:pPr>
            <a:r>
              <a:rPr lang="en" dirty="0"/>
              <a:t>May not free from irrecoverability</a:t>
            </a:r>
          </a:p>
          <a:p>
            <a:pPr>
              <a:spcBef>
                <a:spcPts val="1000"/>
              </a:spcBef>
              <a:spcAft>
                <a:spcPts val="0"/>
              </a:spcAft>
              <a:buClr>
                <a:schemeClr val="accent2"/>
              </a:buClr>
              <a:buFont typeface="Arial" panose="020B0604020202020204" pitchFamily="34" charset="0"/>
              <a:buChar char="•"/>
            </a:pPr>
            <a:r>
              <a:rPr lang="en" dirty="0"/>
              <a:t>May not free from deadlock</a:t>
            </a:r>
          </a:p>
          <a:p>
            <a:pPr>
              <a:spcBef>
                <a:spcPts val="1000"/>
              </a:spcBef>
              <a:spcAft>
                <a:spcPts val="0"/>
              </a:spcAft>
              <a:buClr>
                <a:schemeClr val="accent2"/>
              </a:buClr>
              <a:buFont typeface="Arial" panose="020B0604020202020204" pitchFamily="34" charset="0"/>
              <a:buChar char="•"/>
            </a:pPr>
            <a:r>
              <a:rPr lang="en" dirty="0"/>
              <a:t>May not free from starvation</a:t>
            </a:r>
          </a:p>
          <a:p>
            <a:pPr>
              <a:spcBef>
                <a:spcPts val="1000"/>
              </a:spcBef>
              <a:spcAft>
                <a:spcPts val="0"/>
              </a:spcAft>
              <a:buClr>
                <a:schemeClr val="accent2"/>
              </a:buClr>
              <a:buFont typeface="Arial" panose="020B0604020202020204" pitchFamily="34" charset="0"/>
              <a:buChar char="•"/>
            </a:pPr>
            <a:r>
              <a:rPr lang="en" dirty="0"/>
              <a:t>May not free from cascading rollback</a:t>
            </a:r>
            <a:endParaRPr dirty="0"/>
          </a:p>
          <a:p>
            <a:pPr marL="0" indent="0">
              <a:spcBef>
                <a:spcPts val="1000"/>
              </a:spcBef>
              <a:spcAft>
                <a:spcPts val="0"/>
              </a:spcAft>
              <a:buNone/>
            </a:pPr>
            <a:endParaRPr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5" name="Google Shape;255;g1a212a27f36_0_8"/>
          <p:cNvSpPr txBox="1">
            <a:spLocks noGrp="1"/>
          </p:cNvSpPr>
          <p:nvPr>
            <p:ph type="title"/>
          </p:nvPr>
        </p:nvSpPr>
        <p:spPr>
          <a:prstGeom prst="rect">
            <a:avLst/>
          </a:prstGeom>
        </p:spPr>
        <p:txBody>
          <a:bodyPr spcFirstLastPara="1" vert="horz" wrap="square" lIns="121900" tIns="60933" rIns="121900" bIns="60933" rtlCol="0" anchor="ctr" anchorCtr="0">
            <a:normAutofit/>
          </a:bodyPr>
          <a:lstStyle/>
          <a:p>
            <a:pPr>
              <a:spcBef>
                <a:spcPts val="0"/>
              </a:spcBef>
            </a:pPr>
            <a:r>
              <a:rPr lang="en" b="1" dirty="0">
                <a:solidFill>
                  <a:schemeClr val="tx1"/>
                </a:solidFill>
              </a:rPr>
              <a:t>Upgrade / Downgrade locks:</a:t>
            </a:r>
            <a:endParaRPr b="1" dirty="0">
              <a:solidFill>
                <a:schemeClr val="tx1"/>
              </a:solidFill>
            </a:endParaRPr>
          </a:p>
        </p:txBody>
      </p:sp>
      <p:sp>
        <p:nvSpPr>
          <p:cNvPr id="256" name="Google Shape;256;g1a212a27f36_0_8"/>
          <p:cNvSpPr txBox="1">
            <a:spLocks noGrp="1"/>
          </p:cNvSpPr>
          <p:nvPr>
            <p:ph idx="1"/>
          </p:nvPr>
        </p:nvSpPr>
        <p:spPr>
          <a:prstGeom prst="rect">
            <a:avLst/>
          </a:prstGeom>
        </p:spPr>
        <p:txBody>
          <a:bodyPr spcFirstLastPara="1" vert="horz" wrap="square" lIns="121900" tIns="60933" rIns="121900" bIns="60933" rtlCol="0" anchor="t" anchorCtr="0">
            <a:normAutofit/>
          </a:bodyPr>
          <a:lstStyle/>
          <a:p>
            <a:pPr>
              <a:spcBef>
                <a:spcPts val="1000"/>
              </a:spcBef>
              <a:spcAft>
                <a:spcPts val="0"/>
              </a:spcAft>
              <a:buFont typeface="Arial" panose="020B0604020202020204" pitchFamily="34" charset="0"/>
              <a:buChar char="•"/>
            </a:pPr>
            <a:r>
              <a:rPr lang="en" dirty="0">
                <a:solidFill>
                  <a:schemeClr val="tx1"/>
                </a:solidFill>
              </a:rPr>
              <a:t>A transaction that holds a lock on an item A is allowed under certain condition to change the lock state from one state to another.</a:t>
            </a:r>
            <a:endParaRPr dirty="0">
              <a:solidFill>
                <a:schemeClr val="tx1"/>
              </a:solidFill>
            </a:endParaRPr>
          </a:p>
          <a:p>
            <a:pPr>
              <a:spcBef>
                <a:spcPts val="1000"/>
              </a:spcBef>
              <a:spcAft>
                <a:spcPts val="0"/>
              </a:spcAft>
              <a:buFont typeface="Arial" panose="020B0604020202020204" pitchFamily="34" charset="0"/>
              <a:buChar char="•"/>
            </a:pPr>
            <a:r>
              <a:rPr lang="en" dirty="0">
                <a:solidFill>
                  <a:schemeClr val="tx1"/>
                </a:solidFill>
              </a:rPr>
              <a:t>Upgrade: A S(A) can be upgraded to X(A) if Ti is the only transaction holding the S-lock on element A.</a:t>
            </a:r>
            <a:endParaRPr dirty="0">
              <a:solidFill>
                <a:schemeClr val="tx1"/>
              </a:solidFill>
            </a:endParaRPr>
          </a:p>
          <a:p>
            <a:pPr>
              <a:spcBef>
                <a:spcPts val="1000"/>
              </a:spcBef>
              <a:spcAft>
                <a:spcPts val="0"/>
              </a:spcAft>
              <a:buFont typeface="Arial" panose="020B0604020202020204" pitchFamily="34" charset="0"/>
              <a:buChar char="•"/>
            </a:pPr>
            <a:r>
              <a:rPr lang="en" dirty="0">
                <a:solidFill>
                  <a:schemeClr val="tx1"/>
                </a:solidFill>
              </a:rPr>
              <a:t>Downgrade: We may downgrade X(A) to S(A) when we feel that we no longer want to write on data-item A. As we were holding X-lock on A, we need not check any conditions.</a:t>
            </a:r>
            <a:endParaRPr dirty="0">
              <a:solidFill>
                <a:schemeClr val="tx1"/>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260"/>
        <p:cNvGrpSpPr/>
        <p:nvPr/>
      </p:nvGrpSpPr>
      <p:grpSpPr>
        <a:xfrm>
          <a:off x="0" y="0"/>
          <a:ext cx="0" cy="0"/>
          <a:chOff x="0" y="0"/>
          <a:chExt cx="0" cy="0"/>
        </a:xfrm>
      </p:grpSpPr>
      <p:sp>
        <p:nvSpPr>
          <p:cNvPr id="265" name="Rectangle 264">
            <a:extLst>
              <a:ext uri="{FF2B5EF4-FFF2-40B4-BE49-F238E27FC236}">
                <a16:creationId xmlns:a16="http://schemas.microsoft.com/office/drawing/2014/main" id="{36D16D1E-4205-49F5-BD2A-DA769947C1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66" name="Rectangle 265">
            <a:extLst>
              <a:ext uri="{FF2B5EF4-FFF2-40B4-BE49-F238E27FC236}">
                <a16:creationId xmlns:a16="http://schemas.microsoft.com/office/drawing/2014/main" id="{012FD100-C039-4E03-B5E4-2EDFA7290A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4193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267" name="Straight Connector 266">
            <a:extLst>
              <a:ext uri="{FF2B5EF4-FFF2-40B4-BE49-F238E27FC236}">
                <a16:creationId xmlns:a16="http://schemas.microsoft.com/office/drawing/2014/main" id="{4418FCD2-8448-4A81-8EB4-72250F7827B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269" name="Rectangle 268">
            <a:extLst>
              <a:ext uri="{FF2B5EF4-FFF2-40B4-BE49-F238E27FC236}">
                <a16:creationId xmlns:a16="http://schemas.microsoft.com/office/drawing/2014/main" id="{FB5993E2-C02B-4335-ABA5-D8EC465551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271" name="Rectangle 270">
            <a:extLst>
              <a:ext uri="{FF2B5EF4-FFF2-40B4-BE49-F238E27FC236}">
                <a16:creationId xmlns:a16="http://schemas.microsoft.com/office/drawing/2014/main" id="{C0B801A2-5622-4BE8-9AD2-C337A2CD00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61" name="Google Shape;261;p15"/>
          <p:cNvSpPr txBox="1">
            <a:spLocks noGrp="1"/>
          </p:cNvSpPr>
          <p:nvPr>
            <p:ph type="title" idx="4294967295"/>
          </p:nvPr>
        </p:nvSpPr>
        <p:spPr>
          <a:xfrm>
            <a:off x="492370" y="516835"/>
            <a:ext cx="3084844" cy="5772840"/>
          </a:xfrm>
          <a:prstGeom prst="rect">
            <a:avLst/>
          </a:prstGeom>
        </p:spPr>
        <p:txBody>
          <a:bodyPr spcFirstLastPara="1" vert="horz" lIns="91440" tIns="45720" rIns="91440" bIns="45720" rtlCol="0" anchor="ctr" anchorCtr="0">
            <a:normAutofit/>
          </a:bodyPr>
          <a:lstStyle/>
          <a:p>
            <a:pPr>
              <a:buClr>
                <a:schemeClr val="dk1"/>
              </a:buClr>
              <a:buSzPct val="55555"/>
            </a:pPr>
            <a:r>
              <a:rPr lang="en-US" sz="3600" b="1">
                <a:solidFill>
                  <a:srgbClr val="FFFFFF"/>
                </a:solidFill>
              </a:rPr>
              <a:t>Variations of Two-Phase Locking (2PL)</a:t>
            </a:r>
          </a:p>
        </p:txBody>
      </p:sp>
      <p:sp>
        <p:nvSpPr>
          <p:cNvPr id="273" name="Rectangle 272">
            <a:extLst>
              <a:ext uri="{FF2B5EF4-FFF2-40B4-BE49-F238E27FC236}">
                <a16:creationId xmlns:a16="http://schemas.microsoft.com/office/drawing/2014/main" id="{B7AF614F-5BC3-4086-99F5-B87C5847A0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aphicFrame>
        <p:nvGraphicFramePr>
          <p:cNvPr id="275" name="Google Shape;262;p15">
            <a:extLst>
              <a:ext uri="{FF2B5EF4-FFF2-40B4-BE49-F238E27FC236}">
                <a16:creationId xmlns:a16="http://schemas.microsoft.com/office/drawing/2014/main" id="{0E3AFC86-58E4-C7F9-EFCE-299193F22CFB}"/>
              </a:ext>
            </a:extLst>
          </p:cNvPr>
          <p:cNvGraphicFramePr>
            <a:graphicFrameLocks noGrp="1"/>
          </p:cNvGraphicFramePr>
          <p:nvPr>
            <p:ph idx="4294967295"/>
            <p:extLst>
              <p:ext uri="{D42A27DB-BD31-4B8C-83A1-F6EECF244321}">
                <p14:modId xmlns:p14="http://schemas.microsoft.com/office/powerpoint/2010/main" val="2616064531"/>
              </p:ext>
            </p:extLst>
          </p:nvPr>
        </p:nvGraphicFramePr>
        <p:xfrm>
          <a:off x="4741863" y="639763"/>
          <a:ext cx="6797675" cy="56499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267"/>
        <p:cNvGrpSpPr/>
        <p:nvPr/>
      </p:nvGrpSpPr>
      <p:grpSpPr>
        <a:xfrm>
          <a:off x="0" y="0"/>
          <a:ext cx="0" cy="0"/>
          <a:chOff x="0" y="0"/>
          <a:chExt cx="0" cy="0"/>
        </a:xfrm>
      </p:grpSpPr>
      <p:sp>
        <p:nvSpPr>
          <p:cNvPr id="275" name="Rectangle 274">
            <a:extLst>
              <a:ext uri="{FF2B5EF4-FFF2-40B4-BE49-F238E27FC236}">
                <a16:creationId xmlns:a16="http://schemas.microsoft.com/office/drawing/2014/main" id="{7D379150-F6B4-45C8-BE10-6B278AD400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77" name="Rectangle 276">
            <a:extLst>
              <a:ext uri="{FF2B5EF4-FFF2-40B4-BE49-F238E27FC236}">
                <a16:creationId xmlns:a16="http://schemas.microsoft.com/office/drawing/2014/main" id="{5FFCF544-A370-4A5D-A95F-CA6E0E7191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279" name="Straight Connector 278">
            <a:extLst>
              <a:ext uri="{FF2B5EF4-FFF2-40B4-BE49-F238E27FC236}">
                <a16:creationId xmlns:a16="http://schemas.microsoft.com/office/drawing/2014/main" id="{6EEB3B97-A638-498B-8083-54191CE71E0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68" name="Google Shape;268;p16"/>
          <p:cNvSpPr txBox="1">
            <a:spLocks noGrp="1"/>
          </p:cNvSpPr>
          <p:nvPr>
            <p:ph type="title" idx="4294967295"/>
          </p:nvPr>
        </p:nvSpPr>
        <p:spPr>
          <a:xfrm>
            <a:off x="1097280" y="286603"/>
            <a:ext cx="10058400" cy="1450757"/>
          </a:xfrm>
          <a:prstGeom prst="rect">
            <a:avLst/>
          </a:prstGeom>
        </p:spPr>
        <p:txBody>
          <a:bodyPr spcFirstLastPara="1" vert="horz" lIns="91440" tIns="45720" rIns="91440" bIns="45720" rtlCol="0" anchor="b" anchorCtr="0">
            <a:normAutofit/>
          </a:bodyPr>
          <a:lstStyle/>
          <a:p>
            <a:pPr>
              <a:buClr>
                <a:schemeClr val="dk1"/>
              </a:buClr>
              <a:buSzPts val="1800"/>
            </a:pPr>
            <a:r>
              <a:rPr lang="en-US" b="1" dirty="0">
                <a:solidFill>
                  <a:schemeClr val="tx1"/>
                </a:solidFill>
              </a:rPr>
              <a:t>Strict 2PL</a:t>
            </a:r>
          </a:p>
        </p:txBody>
      </p:sp>
      <p:sp>
        <p:nvSpPr>
          <p:cNvPr id="269" name="Google Shape;269;p16"/>
          <p:cNvSpPr txBox="1">
            <a:spLocks noGrp="1"/>
          </p:cNvSpPr>
          <p:nvPr>
            <p:ph idx="4294967295"/>
          </p:nvPr>
        </p:nvSpPr>
        <p:spPr>
          <a:xfrm>
            <a:off x="1097279" y="1845734"/>
            <a:ext cx="6454987" cy="4023360"/>
          </a:xfrm>
          <a:prstGeom prst="rect">
            <a:avLst/>
          </a:prstGeom>
        </p:spPr>
        <p:txBody>
          <a:bodyPr spcFirstLastPara="1" vert="horz" lIns="0" tIns="45720" rIns="0" bIns="45720" rtlCol="0" anchorCtr="0">
            <a:normAutofit/>
          </a:bodyPr>
          <a:lstStyle/>
          <a:p>
            <a:pPr marL="457189" indent="-342891">
              <a:spcBef>
                <a:spcPts val="1000"/>
              </a:spcBef>
              <a:spcAft>
                <a:spcPts val="0"/>
              </a:spcAft>
              <a:buSzPts val="1800"/>
              <a:buFont typeface="Calibri" panose="020F0502020204030204" pitchFamily="34" charset="0"/>
              <a:buChar char="•"/>
            </a:pPr>
            <a:r>
              <a:rPr lang="en-US" b="1" i="0" dirty="0">
                <a:sym typeface="Inter"/>
              </a:rPr>
              <a:t>Strict-2PL waits until the whole transaction to commit, and then it releases all the locks at a time.</a:t>
            </a:r>
            <a:endParaRPr lang="en-US" b="1" dirty="0"/>
          </a:p>
          <a:p>
            <a:pPr marL="457189" indent="-342891">
              <a:spcBef>
                <a:spcPts val="1000"/>
              </a:spcBef>
              <a:spcAft>
                <a:spcPts val="0"/>
              </a:spcAft>
              <a:buSzPts val="1800"/>
              <a:buFont typeface="Calibri" panose="020F0502020204030204" pitchFamily="34" charset="0"/>
              <a:buChar char="•"/>
            </a:pPr>
            <a:r>
              <a:rPr lang="en-US" b="1" i="0" dirty="0">
                <a:sym typeface="Inter"/>
              </a:rPr>
              <a:t>Strict-2PL protocol does not have shrinking phase of lock release.</a:t>
            </a:r>
            <a:endParaRPr lang="en-US" b="1" dirty="0"/>
          </a:p>
          <a:p>
            <a:pPr marL="457189" indent="-190495">
              <a:spcBef>
                <a:spcPts val="1000"/>
              </a:spcBef>
              <a:spcAft>
                <a:spcPts val="0"/>
              </a:spcAft>
              <a:buSzPts val="1800"/>
              <a:buFont typeface="Calibri" panose="020F0502020204030204" pitchFamily="34" charset="0"/>
              <a:buNone/>
            </a:pPr>
            <a:endParaRPr lang="en-US" b="1" dirty="0"/>
          </a:p>
        </p:txBody>
      </p:sp>
      <p:pic>
        <p:nvPicPr>
          <p:cNvPr id="270" name="Google Shape;270;p16"/>
          <p:cNvPicPr preferRelativeResize="0"/>
          <p:nvPr/>
        </p:nvPicPr>
        <p:blipFill>
          <a:blip r:embed="rId3"/>
          <a:stretch>
            <a:fillRect/>
          </a:stretch>
        </p:blipFill>
        <p:spPr>
          <a:xfrm>
            <a:off x="8667828" y="1779658"/>
            <a:ext cx="2920989" cy="4561481"/>
          </a:xfrm>
          <a:prstGeom prst="rect">
            <a:avLst/>
          </a:prstGeom>
          <a:noFill/>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5" name="Google Shape;275;p17"/>
          <p:cNvSpPr txBox="1">
            <a:spLocks noGrp="1"/>
          </p:cNvSpPr>
          <p:nvPr>
            <p:ph type="title"/>
          </p:nvPr>
        </p:nvSpPr>
        <p:spPr>
          <a:xfrm>
            <a:off x="1016870" y="746084"/>
            <a:ext cx="10350566" cy="994200"/>
          </a:xfrm>
          <a:prstGeom prst="rect">
            <a:avLst/>
          </a:prstGeom>
          <a:noFill/>
          <a:ln>
            <a:noFill/>
          </a:ln>
        </p:spPr>
        <p:txBody>
          <a:bodyPr spcFirstLastPara="1" vert="horz" wrap="square" lIns="91400" tIns="45700" rIns="91400" bIns="45700" rtlCol="0" anchor="b" anchorCtr="0">
            <a:normAutofit/>
          </a:bodyPr>
          <a:lstStyle/>
          <a:p>
            <a:pPr>
              <a:lnSpc>
                <a:spcPct val="90000"/>
              </a:lnSpc>
              <a:spcBef>
                <a:spcPts val="0"/>
              </a:spcBef>
              <a:buClr>
                <a:schemeClr val="dk1"/>
              </a:buClr>
              <a:buSzPct val="55555"/>
            </a:pPr>
            <a:r>
              <a:rPr lang="en" b="1" dirty="0">
                <a:solidFill>
                  <a:schemeClr val="tx1"/>
                </a:solidFill>
              </a:rPr>
              <a:t>Variations of Two-Phase Locking (cont’d.)</a:t>
            </a:r>
            <a:endParaRPr b="1" dirty="0">
              <a:solidFill>
                <a:schemeClr val="tx1"/>
              </a:solidFill>
            </a:endParaRPr>
          </a:p>
        </p:txBody>
      </p:sp>
      <p:sp>
        <p:nvSpPr>
          <p:cNvPr id="276" name="Google Shape;276;p17"/>
          <p:cNvSpPr txBox="1">
            <a:spLocks noGrp="1"/>
          </p:cNvSpPr>
          <p:nvPr>
            <p:ph idx="1"/>
          </p:nvPr>
        </p:nvSpPr>
        <p:spPr>
          <a:xfrm>
            <a:off x="1123950" y="1854317"/>
            <a:ext cx="10079585" cy="3263400"/>
          </a:xfrm>
          <a:prstGeom prst="rect">
            <a:avLst/>
          </a:prstGeom>
          <a:noFill/>
          <a:ln>
            <a:noFill/>
          </a:ln>
        </p:spPr>
        <p:txBody>
          <a:bodyPr spcFirstLastPara="1" vert="horz" wrap="square" lIns="91400" tIns="45700" rIns="0" bIns="45700" rtlCol="0" anchor="t" anchorCtr="0">
            <a:normAutofit/>
          </a:bodyPr>
          <a:lstStyle/>
          <a:p>
            <a:pPr>
              <a:spcBef>
                <a:spcPts val="0"/>
              </a:spcBef>
              <a:buSzPct val="82352"/>
            </a:pPr>
            <a:r>
              <a:rPr lang="en" sz="2400" dirty="0">
                <a:solidFill>
                  <a:schemeClr val="tx1"/>
                </a:solidFill>
              </a:rPr>
              <a:t>Rigorous 2PL</a:t>
            </a:r>
            <a:endParaRPr sz="2400" dirty="0">
              <a:solidFill>
                <a:schemeClr val="tx1"/>
              </a:solidFill>
            </a:endParaRPr>
          </a:p>
          <a:p>
            <a:pPr marL="838180" lvl="1" indent="-380990">
              <a:spcBef>
                <a:spcPts val="520"/>
              </a:spcBef>
              <a:buSzPct val="70098"/>
            </a:pPr>
            <a:r>
              <a:rPr lang="en" sz="2000" dirty="0">
                <a:solidFill>
                  <a:schemeClr val="tx1"/>
                </a:solidFill>
              </a:rPr>
              <a:t>Transaction does not release any locks (exclusive or shared) until after it commits or aborts</a:t>
            </a:r>
            <a:endParaRPr sz="2000" dirty="0">
              <a:solidFill>
                <a:schemeClr val="tx1"/>
              </a:solidFill>
            </a:endParaRPr>
          </a:p>
          <a:p>
            <a:pPr>
              <a:spcBef>
                <a:spcPts val="560"/>
              </a:spcBef>
              <a:buSzPct val="82352"/>
            </a:pPr>
            <a:r>
              <a:rPr lang="en" sz="2400" dirty="0">
                <a:solidFill>
                  <a:schemeClr val="tx1"/>
                </a:solidFill>
              </a:rPr>
              <a:t>Concurrency control subsystem responsible for generating read_lock and write_lock requests</a:t>
            </a:r>
            <a:endParaRPr sz="2400" dirty="0">
              <a:solidFill>
                <a:schemeClr val="tx1"/>
              </a:solidFill>
            </a:endParaRPr>
          </a:p>
          <a:p>
            <a:pPr>
              <a:spcBef>
                <a:spcPts val="560"/>
              </a:spcBef>
              <a:buSzPct val="82352"/>
            </a:pPr>
            <a:r>
              <a:rPr lang="en" sz="2400" dirty="0">
                <a:solidFill>
                  <a:schemeClr val="tx1"/>
                </a:solidFill>
              </a:rPr>
              <a:t>Locking generally considered to have high overhead</a:t>
            </a:r>
            <a:endParaRPr sz="2400" dirty="0">
              <a:solidFill>
                <a:schemeClr val="tx1"/>
              </a:solidFill>
            </a:endParaRPr>
          </a:p>
          <a:p>
            <a:pPr marL="838180" lvl="1" indent="-380990">
              <a:spcBef>
                <a:spcPts val="520"/>
              </a:spcBef>
              <a:buSzPct val="70098"/>
            </a:pPr>
            <a:r>
              <a:rPr lang="en" sz="2000" dirty="0">
                <a:solidFill>
                  <a:schemeClr val="tx1"/>
                </a:solidFill>
              </a:rPr>
              <a:t>because every read or write operation is preceded by a system locking request</a:t>
            </a:r>
            <a:endParaRPr sz="2000" dirty="0">
              <a:solidFill>
                <a:schemeClr val="tx1"/>
              </a:solidFill>
            </a:endParaRPr>
          </a:p>
          <a:p>
            <a:pPr marL="487668" indent="-380990">
              <a:spcBef>
                <a:spcPts val="560"/>
              </a:spcBef>
              <a:buSzPct val="82352"/>
            </a:pPr>
            <a:endParaRPr sz="2400" dirty="0">
              <a:solidFill>
                <a:schemeClr val="tx1"/>
              </a:solidFill>
            </a:endParaRPr>
          </a:p>
        </p:txBody>
      </p:sp>
      <p:sp>
        <p:nvSpPr>
          <p:cNvPr id="277" name="Google Shape;277;p17"/>
          <p:cNvSpPr txBox="1">
            <a:spLocks noGrp="1"/>
          </p:cNvSpPr>
          <p:nvPr>
            <p:ph type="sldNum" sz="quarter" idx="12"/>
          </p:nvPr>
        </p:nvSpPr>
        <p:spPr>
          <a:xfrm>
            <a:off x="7981951" y="5624514"/>
            <a:ext cx="2057400" cy="273900"/>
          </a:xfrm>
          <a:prstGeom prst="rect">
            <a:avLst/>
          </a:prstGeom>
          <a:noFill/>
          <a:ln>
            <a:noFill/>
          </a:ln>
        </p:spPr>
        <p:txBody>
          <a:bodyPr spcFirstLastPara="1" vert="horz" wrap="square" lIns="91400" tIns="45700" rIns="91400" bIns="45700" rtlCol="0" anchor="b" anchorCtr="0">
            <a:noAutofit/>
          </a:bodyPr>
          <a:lstStyle/>
          <a:p>
            <a:pPr>
              <a:buClr>
                <a:srgbClr val="000000"/>
              </a:buClr>
              <a:buSzPts val="1200"/>
            </a:pPr>
            <a:fld id="{00000000-1234-1234-1234-123412341234}" type="slidenum">
              <a:rPr lang="en"/>
              <a:pPr>
                <a:buClr>
                  <a:srgbClr val="000000"/>
                </a:buClr>
                <a:buSzPts val="1200"/>
              </a:pPr>
              <a:t>29</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pic>
        <p:nvPicPr>
          <p:cNvPr id="284" name="Google Shape;284;g1a212a27f36_1_1"/>
          <p:cNvPicPr preferRelativeResize="0"/>
          <p:nvPr/>
        </p:nvPicPr>
        <p:blipFill>
          <a:blip r:embed="rId3">
            <a:alphaModFix/>
          </a:blip>
          <a:stretch>
            <a:fillRect/>
          </a:stretch>
        </p:blipFill>
        <p:spPr>
          <a:xfrm>
            <a:off x="4439591" y="238878"/>
            <a:ext cx="3086100" cy="59436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88"/>
        <p:cNvGrpSpPr/>
        <p:nvPr/>
      </p:nvGrpSpPr>
      <p:grpSpPr>
        <a:xfrm>
          <a:off x="0" y="0"/>
          <a:ext cx="0" cy="0"/>
          <a:chOff x="0" y="0"/>
          <a:chExt cx="0" cy="0"/>
        </a:xfrm>
      </p:grpSpPr>
      <p:pic>
        <p:nvPicPr>
          <p:cNvPr id="290" name="Google Shape;290;p18"/>
          <p:cNvPicPr preferRelativeResize="0"/>
          <p:nvPr/>
        </p:nvPicPr>
        <p:blipFill rotWithShape="1">
          <a:blip r:embed="rId3">
            <a:alphaModFix/>
          </a:blip>
          <a:srcRect/>
          <a:stretch/>
        </p:blipFill>
        <p:spPr>
          <a:xfrm>
            <a:off x="848647" y="468770"/>
            <a:ext cx="3901672" cy="2617331"/>
          </a:xfrm>
          <a:prstGeom prst="rect">
            <a:avLst/>
          </a:prstGeom>
          <a:noFill/>
          <a:ln>
            <a:noFill/>
          </a:ln>
        </p:spPr>
      </p:pic>
      <p:pic>
        <p:nvPicPr>
          <p:cNvPr id="291" name="Google Shape;291;p18"/>
          <p:cNvPicPr preferRelativeResize="0"/>
          <p:nvPr/>
        </p:nvPicPr>
        <p:blipFill rotWithShape="1">
          <a:blip r:embed="rId4">
            <a:alphaModFix/>
          </a:blip>
          <a:srcRect/>
          <a:stretch/>
        </p:blipFill>
        <p:spPr>
          <a:xfrm>
            <a:off x="4880010" y="1640022"/>
            <a:ext cx="5765532" cy="578644"/>
          </a:xfrm>
          <a:prstGeom prst="rect">
            <a:avLst/>
          </a:prstGeom>
          <a:noFill/>
          <a:ln>
            <a:noFill/>
          </a:ln>
        </p:spPr>
      </p:pic>
      <p:pic>
        <p:nvPicPr>
          <p:cNvPr id="292" name="Google Shape;292;p18"/>
          <p:cNvPicPr preferRelativeResize="0"/>
          <p:nvPr/>
        </p:nvPicPr>
        <p:blipFill rotWithShape="1">
          <a:blip r:embed="rId5">
            <a:alphaModFix/>
          </a:blip>
          <a:srcRect/>
          <a:stretch/>
        </p:blipFill>
        <p:spPr>
          <a:xfrm>
            <a:off x="7679110" y="3086101"/>
            <a:ext cx="3397828" cy="2889113"/>
          </a:xfrm>
          <a:prstGeom prst="rect">
            <a:avLst/>
          </a:prstGeom>
          <a:noFill/>
          <a:ln>
            <a:noFill/>
          </a:ln>
        </p:spPr>
      </p:pic>
      <p:pic>
        <p:nvPicPr>
          <p:cNvPr id="293" name="Google Shape;293;p18"/>
          <p:cNvPicPr preferRelativeResize="0"/>
          <p:nvPr/>
        </p:nvPicPr>
        <p:blipFill rotWithShape="1">
          <a:blip r:embed="rId6">
            <a:alphaModFix/>
          </a:blip>
          <a:srcRect/>
          <a:stretch/>
        </p:blipFill>
        <p:spPr>
          <a:xfrm>
            <a:off x="2561221" y="4639335"/>
            <a:ext cx="5021636" cy="957263"/>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97"/>
        <p:cNvGrpSpPr/>
        <p:nvPr/>
      </p:nvGrpSpPr>
      <p:grpSpPr>
        <a:xfrm>
          <a:off x="0" y="0"/>
          <a:ext cx="0" cy="0"/>
          <a:chOff x="0" y="0"/>
          <a:chExt cx="0" cy="0"/>
        </a:xfrm>
      </p:grpSpPr>
      <p:sp>
        <p:nvSpPr>
          <p:cNvPr id="298" name="Google Shape;298;p19"/>
          <p:cNvSpPr txBox="1">
            <a:spLocks noGrp="1"/>
          </p:cNvSpPr>
          <p:nvPr>
            <p:ph type="title"/>
          </p:nvPr>
        </p:nvSpPr>
        <p:spPr>
          <a:xfrm>
            <a:off x="1034048" y="651869"/>
            <a:ext cx="7055380" cy="1400531"/>
          </a:xfrm>
          <a:prstGeom prst="rect">
            <a:avLst/>
          </a:prstGeom>
          <a:noFill/>
          <a:ln>
            <a:noFill/>
          </a:ln>
        </p:spPr>
        <p:txBody>
          <a:bodyPr spcFirstLastPara="1" vert="horz" wrap="square" lIns="121900" tIns="60933" rIns="121900" bIns="60933" rtlCol="0" anchor="ctr" anchorCtr="0">
            <a:normAutofit/>
          </a:bodyPr>
          <a:lstStyle/>
          <a:p>
            <a:pPr>
              <a:lnSpc>
                <a:spcPct val="90000"/>
              </a:lnSpc>
              <a:spcBef>
                <a:spcPts val="0"/>
              </a:spcBef>
              <a:buClr>
                <a:schemeClr val="dk1"/>
              </a:buClr>
              <a:buSzPts val="1800"/>
            </a:pPr>
            <a:r>
              <a:rPr lang="en" dirty="0">
                <a:solidFill>
                  <a:schemeClr val="tx1"/>
                </a:solidFill>
              </a:rPr>
              <a:t>EXAMPLE(Past Paper 2020)</a:t>
            </a:r>
            <a:endParaRPr dirty="0">
              <a:solidFill>
                <a:schemeClr val="tx1"/>
              </a:solidFill>
            </a:endParaRPr>
          </a:p>
        </p:txBody>
      </p:sp>
      <p:pic>
        <p:nvPicPr>
          <p:cNvPr id="299" name="Google Shape;299;p19"/>
          <p:cNvPicPr preferRelativeResize="0"/>
          <p:nvPr/>
        </p:nvPicPr>
        <p:blipFill rotWithShape="1">
          <a:blip r:embed="rId3">
            <a:alphaModFix/>
          </a:blip>
          <a:srcRect l="7169" t="4666" r="12186" b="13410"/>
          <a:stretch/>
        </p:blipFill>
        <p:spPr>
          <a:xfrm>
            <a:off x="7431044" y="1869332"/>
            <a:ext cx="2857500" cy="3568700"/>
          </a:xfrm>
          <a:prstGeom prst="rect">
            <a:avLst/>
          </a:prstGeom>
          <a:noFill/>
          <a:ln>
            <a:noFill/>
          </a:ln>
        </p:spPr>
      </p:pic>
      <p:sp>
        <p:nvSpPr>
          <p:cNvPr id="300" name="Google Shape;300;p19"/>
          <p:cNvSpPr/>
          <p:nvPr/>
        </p:nvSpPr>
        <p:spPr>
          <a:xfrm>
            <a:off x="1164483" y="1869332"/>
            <a:ext cx="9927958" cy="985023"/>
          </a:xfrm>
          <a:prstGeom prst="rect">
            <a:avLst/>
          </a:prstGeom>
          <a:noFill/>
          <a:ln>
            <a:noFill/>
          </a:ln>
        </p:spPr>
        <p:txBody>
          <a:bodyPr spcFirstLastPara="1" wrap="square" lIns="121900" tIns="60933" rIns="121900" bIns="60933" anchor="t" anchorCtr="0">
            <a:spAutoFit/>
          </a:bodyPr>
          <a:lstStyle/>
          <a:p>
            <a:r>
              <a:rPr lang="en" sz="1867" dirty="0">
                <a:sym typeface="Arial"/>
              </a:rPr>
              <a:t>Add lock and unlock instructions to that particular</a:t>
            </a:r>
            <a:endParaRPr sz="2400" dirty="0"/>
          </a:p>
          <a:p>
            <a:r>
              <a:rPr lang="en" sz="1867" dirty="0">
                <a:sym typeface="Arial"/>
              </a:rPr>
              <a:t>transaction in such a way that they observe the two-phase</a:t>
            </a:r>
            <a:endParaRPr sz="2400" dirty="0"/>
          </a:p>
          <a:p>
            <a:r>
              <a:rPr lang="en" sz="1867" dirty="0">
                <a:sym typeface="Arial"/>
              </a:rPr>
              <a:t>locking protocol.</a:t>
            </a:r>
            <a:endParaRPr sz="2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p20"/>
          <p:cNvSpPr txBox="1">
            <a:spLocks noGrp="1"/>
          </p:cNvSpPr>
          <p:nvPr>
            <p:ph type="title" idx="4294967295"/>
          </p:nvPr>
        </p:nvSpPr>
        <p:spPr>
          <a:xfrm>
            <a:off x="988193" y="2530024"/>
            <a:ext cx="10058400" cy="1449387"/>
          </a:xfrm>
          <a:prstGeom prst="rect">
            <a:avLst/>
          </a:prstGeom>
          <a:noFill/>
          <a:ln>
            <a:noFill/>
          </a:ln>
        </p:spPr>
        <p:txBody>
          <a:bodyPr spcFirstLastPara="1" vert="horz" wrap="square" lIns="121900" tIns="60933" rIns="121900" bIns="60933" rtlCol="0" anchor="ctr" anchorCtr="0">
            <a:normAutofit/>
          </a:bodyPr>
          <a:lstStyle/>
          <a:p>
            <a:pPr>
              <a:lnSpc>
                <a:spcPct val="90000"/>
              </a:lnSpc>
              <a:spcBef>
                <a:spcPts val="0"/>
              </a:spcBef>
              <a:buClr>
                <a:schemeClr val="dk1"/>
              </a:buClr>
              <a:buSzPts val="1800"/>
            </a:pPr>
            <a:r>
              <a:rPr lang="en" dirty="0"/>
              <a:t>SOLUTION</a:t>
            </a:r>
            <a:endParaRPr dirty="0"/>
          </a:p>
        </p:txBody>
      </p:sp>
      <p:pic>
        <p:nvPicPr>
          <p:cNvPr id="306" name="Google Shape;306;p20"/>
          <p:cNvPicPr preferRelativeResize="0"/>
          <p:nvPr/>
        </p:nvPicPr>
        <p:blipFill rotWithShape="1">
          <a:blip r:embed="rId3">
            <a:alphaModFix/>
          </a:blip>
          <a:srcRect/>
          <a:stretch/>
        </p:blipFill>
        <p:spPr>
          <a:xfrm>
            <a:off x="5398035" y="187692"/>
            <a:ext cx="3708400" cy="596900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10"/>
        <p:cNvGrpSpPr/>
        <p:nvPr/>
      </p:nvGrpSpPr>
      <p:grpSpPr>
        <a:xfrm>
          <a:off x="0" y="0"/>
          <a:ext cx="0" cy="0"/>
          <a:chOff x="0" y="0"/>
          <a:chExt cx="0" cy="0"/>
        </a:xfrm>
      </p:grpSpPr>
      <p:sp>
        <p:nvSpPr>
          <p:cNvPr id="311" name="Google Shape;311;p21"/>
          <p:cNvSpPr txBox="1">
            <a:spLocks noGrp="1"/>
          </p:cNvSpPr>
          <p:nvPr>
            <p:ph type="title"/>
          </p:nvPr>
        </p:nvSpPr>
        <p:spPr>
          <a:xfrm>
            <a:off x="1123950" y="871031"/>
            <a:ext cx="9925761" cy="994200"/>
          </a:xfrm>
          <a:prstGeom prst="rect">
            <a:avLst/>
          </a:prstGeom>
          <a:noFill/>
          <a:ln>
            <a:noFill/>
          </a:ln>
        </p:spPr>
        <p:txBody>
          <a:bodyPr spcFirstLastPara="1" vert="horz" wrap="square" lIns="91400" tIns="45700" rIns="91400" bIns="45700" rtlCol="0" anchor="b" anchorCtr="0">
            <a:normAutofit/>
          </a:bodyPr>
          <a:lstStyle/>
          <a:p>
            <a:pPr>
              <a:lnSpc>
                <a:spcPct val="90000"/>
              </a:lnSpc>
              <a:spcBef>
                <a:spcPts val="0"/>
              </a:spcBef>
              <a:buClr>
                <a:schemeClr val="dk1"/>
              </a:buClr>
              <a:buSzPct val="55555"/>
            </a:pPr>
            <a:r>
              <a:rPr lang="en" b="1" dirty="0">
                <a:solidFill>
                  <a:schemeClr val="tx1"/>
                </a:solidFill>
              </a:rPr>
              <a:t>Dealing with Deadlock and Starvation</a:t>
            </a:r>
            <a:endParaRPr b="1" dirty="0">
              <a:solidFill>
                <a:schemeClr val="tx1"/>
              </a:solidFill>
            </a:endParaRPr>
          </a:p>
        </p:txBody>
      </p:sp>
      <p:sp>
        <p:nvSpPr>
          <p:cNvPr id="312" name="Google Shape;312;p21"/>
          <p:cNvSpPr txBox="1">
            <a:spLocks noGrp="1"/>
          </p:cNvSpPr>
          <p:nvPr>
            <p:ph idx="1"/>
          </p:nvPr>
        </p:nvSpPr>
        <p:spPr>
          <a:xfrm>
            <a:off x="1238251" y="1797300"/>
            <a:ext cx="10272934" cy="3263400"/>
          </a:xfrm>
          <a:prstGeom prst="rect">
            <a:avLst/>
          </a:prstGeom>
          <a:noFill/>
          <a:ln>
            <a:noFill/>
          </a:ln>
        </p:spPr>
        <p:txBody>
          <a:bodyPr spcFirstLastPara="1" vert="horz" wrap="square" lIns="91400" tIns="45700" rIns="0" bIns="45700" rtlCol="0" anchor="t" anchorCtr="0">
            <a:normAutofit/>
          </a:bodyPr>
          <a:lstStyle/>
          <a:p>
            <a:pPr>
              <a:spcBef>
                <a:spcPts val="0"/>
              </a:spcBef>
              <a:buSzPts val="1680"/>
            </a:pPr>
            <a:r>
              <a:rPr lang="en" dirty="0">
                <a:solidFill>
                  <a:schemeClr val="tx1"/>
                </a:solidFill>
              </a:rPr>
              <a:t>Deadlock</a:t>
            </a:r>
            <a:endParaRPr dirty="0">
              <a:solidFill>
                <a:schemeClr val="tx1"/>
              </a:solidFill>
            </a:endParaRPr>
          </a:p>
          <a:p>
            <a:pPr marL="838180" lvl="1" indent="-380990">
              <a:spcBef>
                <a:spcPts val="520"/>
              </a:spcBef>
              <a:buSzPts val="1430"/>
            </a:pPr>
            <a:r>
              <a:rPr lang="en" dirty="0">
                <a:solidFill>
                  <a:schemeClr val="tx1"/>
                </a:solidFill>
              </a:rPr>
              <a:t>Occurs when each transaction T in a set is waiting for some item locked by some other transaction </a:t>
            </a:r>
            <a:r>
              <a:rPr lang="en" i="1" dirty="0">
                <a:solidFill>
                  <a:schemeClr val="tx1"/>
                </a:solidFill>
              </a:rPr>
              <a:t>T’</a:t>
            </a:r>
            <a:endParaRPr dirty="0">
              <a:solidFill>
                <a:schemeClr val="tx1"/>
              </a:solidFill>
            </a:endParaRPr>
          </a:p>
          <a:p>
            <a:pPr marL="838180" lvl="1" indent="-380990">
              <a:spcBef>
                <a:spcPts val="520"/>
              </a:spcBef>
              <a:buSzPts val="1430"/>
            </a:pPr>
            <a:r>
              <a:rPr lang="en" dirty="0">
                <a:solidFill>
                  <a:schemeClr val="tx1"/>
                </a:solidFill>
              </a:rPr>
              <a:t>Both transactions stuck in a waiting queue</a:t>
            </a:r>
            <a:endParaRPr dirty="0">
              <a:solidFill>
                <a:schemeClr val="tx1"/>
              </a:solidFill>
            </a:endParaRPr>
          </a:p>
        </p:txBody>
      </p:sp>
      <p:sp>
        <p:nvSpPr>
          <p:cNvPr id="313" name="Google Shape;313;p21"/>
          <p:cNvSpPr txBox="1">
            <a:spLocks noGrp="1"/>
          </p:cNvSpPr>
          <p:nvPr>
            <p:ph type="sldNum" sz="quarter" idx="12"/>
          </p:nvPr>
        </p:nvSpPr>
        <p:spPr>
          <a:xfrm>
            <a:off x="7981951" y="5624514"/>
            <a:ext cx="2057400" cy="273900"/>
          </a:xfrm>
          <a:prstGeom prst="rect">
            <a:avLst/>
          </a:prstGeom>
          <a:noFill/>
          <a:ln>
            <a:noFill/>
          </a:ln>
        </p:spPr>
        <p:txBody>
          <a:bodyPr spcFirstLastPara="1" vert="horz" wrap="square" lIns="91400" tIns="45700" rIns="91400" bIns="45700" rtlCol="0" anchor="b" anchorCtr="0">
            <a:noAutofit/>
          </a:bodyPr>
          <a:lstStyle/>
          <a:p>
            <a:pPr>
              <a:buClr>
                <a:srgbClr val="000000"/>
              </a:buClr>
              <a:buSzPts val="1200"/>
            </a:pPr>
            <a:fld id="{00000000-1234-1234-1234-123412341234}" type="slidenum">
              <a:rPr lang="en"/>
              <a:pPr>
                <a:buClr>
                  <a:srgbClr val="000000"/>
                </a:buClr>
                <a:buSzPts val="1200"/>
              </a:pPr>
              <a:t>34</a:t>
            </a:fld>
            <a:endParaRPr/>
          </a:p>
        </p:txBody>
      </p:sp>
      <p:pic>
        <p:nvPicPr>
          <p:cNvPr id="314" name="Google Shape;314;p21"/>
          <p:cNvPicPr preferRelativeResize="0"/>
          <p:nvPr/>
        </p:nvPicPr>
        <p:blipFill rotWithShape="1">
          <a:blip r:embed="rId3">
            <a:alphaModFix/>
          </a:blip>
          <a:srcRect/>
          <a:stretch/>
        </p:blipFill>
        <p:spPr>
          <a:xfrm>
            <a:off x="3337918" y="2990065"/>
            <a:ext cx="5672733" cy="1485900"/>
          </a:xfrm>
          <a:prstGeom prst="rect">
            <a:avLst/>
          </a:prstGeom>
          <a:noFill/>
          <a:ln>
            <a:noFill/>
          </a:ln>
        </p:spPr>
      </p:pic>
      <p:sp>
        <p:nvSpPr>
          <p:cNvPr id="315" name="Google Shape;315;p21"/>
          <p:cNvSpPr txBox="1"/>
          <p:nvPr/>
        </p:nvSpPr>
        <p:spPr>
          <a:xfrm>
            <a:off x="2786385" y="4871103"/>
            <a:ext cx="8167364" cy="584735"/>
          </a:xfrm>
          <a:prstGeom prst="rect">
            <a:avLst/>
          </a:prstGeom>
          <a:noFill/>
          <a:ln>
            <a:noFill/>
          </a:ln>
        </p:spPr>
        <p:txBody>
          <a:bodyPr spcFirstLastPara="1" wrap="square" lIns="91400" tIns="45700" rIns="91400" bIns="45700" anchor="t" anchorCtr="0">
            <a:spAutoFit/>
          </a:bodyPr>
          <a:lstStyle/>
          <a:p>
            <a:r>
              <a:rPr lang="en" sz="1600" dirty="0">
                <a:latin typeface="Arial"/>
                <a:ea typeface="Arial"/>
                <a:cs typeface="Arial"/>
                <a:sym typeface="Arial"/>
              </a:rPr>
              <a:t>Figure 21.5 Illustrating the deadlock problem (a) A partial schedule of </a:t>
            </a:r>
            <a:r>
              <a:rPr lang="en" sz="1600" i="1" dirty="0">
                <a:latin typeface="Arial"/>
                <a:ea typeface="Arial"/>
                <a:cs typeface="Arial"/>
                <a:sym typeface="Arial"/>
              </a:rPr>
              <a:t>T</a:t>
            </a:r>
            <a:r>
              <a:rPr lang="en" sz="1600" dirty="0">
                <a:latin typeface="Arial"/>
                <a:ea typeface="Arial"/>
                <a:cs typeface="Arial"/>
                <a:sym typeface="Arial"/>
              </a:rPr>
              <a:t>1′ and </a:t>
            </a:r>
            <a:r>
              <a:rPr lang="en" sz="1600" i="1" dirty="0">
                <a:latin typeface="Arial"/>
                <a:ea typeface="Arial"/>
                <a:cs typeface="Arial"/>
                <a:sym typeface="Arial"/>
              </a:rPr>
              <a:t>T</a:t>
            </a:r>
            <a:r>
              <a:rPr lang="en" sz="1600" dirty="0">
                <a:latin typeface="Arial"/>
                <a:ea typeface="Arial"/>
                <a:cs typeface="Arial"/>
                <a:sym typeface="Arial"/>
              </a:rPr>
              <a:t>2′ that is</a:t>
            </a:r>
            <a:endParaRPr sz="1400" dirty="0">
              <a:latin typeface="Arial"/>
              <a:ea typeface="Arial"/>
              <a:cs typeface="Arial"/>
              <a:sym typeface="Arial"/>
            </a:endParaRPr>
          </a:p>
          <a:p>
            <a:r>
              <a:rPr lang="en" sz="1600" dirty="0">
                <a:latin typeface="Arial"/>
                <a:ea typeface="Arial"/>
                <a:cs typeface="Arial"/>
                <a:sym typeface="Arial"/>
              </a:rPr>
              <a:t>in a state of deadlock (b) A wait-for graph (WFG) for the partial schedule in (a)</a:t>
            </a:r>
            <a:endParaRPr sz="1400" dirty="0">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19"/>
        <p:cNvGrpSpPr/>
        <p:nvPr/>
      </p:nvGrpSpPr>
      <p:grpSpPr>
        <a:xfrm>
          <a:off x="0" y="0"/>
          <a:ext cx="0" cy="0"/>
          <a:chOff x="0" y="0"/>
          <a:chExt cx="0" cy="0"/>
        </a:xfrm>
      </p:grpSpPr>
      <p:sp>
        <p:nvSpPr>
          <p:cNvPr id="320" name="Google Shape;320;p22"/>
          <p:cNvSpPr txBox="1">
            <a:spLocks noGrp="1"/>
          </p:cNvSpPr>
          <p:nvPr>
            <p:ph type="title"/>
          </p:nvPr>
        </p:nvSpPr>
        <p:spPr>
          <a:prstGeom prst="rect">
            <a:avLst/>
          </a:prstGeom>
          <a:noFill/>
          <a:ln>
            <a:noFill/>
          </a:ln>
        </p:spPr>
        <p:txBody>
          <a:bodyPr spcFirstLastPara="1" vert="horz" wrap="square" lIns="121900" tIns="60933" rIns="121900" bIns="60933" rtlCol="0" anchor="ctr" anchorCtr="0">
            <a:normAutofit/>
          </a:bodyPr>
          <a:lstStyle/>
          <a:p>
            <a:pPr>
              <a:lnSpc>
                <a:spcPct val="90000"/>
              </a:lnSpc>
              <a:spcBef>
                <a:spcPts val="0"/>
              </a:spcBef>
              <a:buClr>
                <a:schemeClr val="dk1"/>
              </a:buClr>
              <a:buSzPts val="1800"/>
            </a:pPr>
            <a:r>
              <a:rPr lang="en" b="1">
                <a:solidFill>
                  <a:schemeClr val="tx1"/>
                </a:solidFill>
              </a:rPr>
              <a:t>EXAMPLE(Past Paper 2020)</a:t>
            </a:r>
            <a:endParaRPr b="1">
              <a:solidFill>
                <a:schemeClr val="tx1"/>
              </a:solidFill>
            </a:endParaRPr>
          </a:p>
        </p:txBody>
      </p:sp>
      <p:pic>
        <p:nvPicPr>
          <p:cNvPr id="321" name="Google Shape;321;p22"/>
          <p:cNvPicPr preferRelativeResize="0"/>
          <p:nvPr/>
        </p:nvPicPr>
        <p:blipFill rotWithShape="1">
          <a:blip r:embed="rId3">
            <a:alphaModFix/>
          </a:blip>
          <a:srcRect/>
          <a:stretch/>
        </p:blipFill>
        <p:spPr>
          <a:xfrm>
            <a:off x="5846868" y="1899722"/>
            <a:ext cx="4457700" cy="431800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pic>
        <p:nvPicPr>
          <p:cNvPr id="326" name="Google Shape;326;p23"/>
          <p:cNvPicPr preferRelativeResize="0"/>
          <p:nvPr/>
        </p:nvPicPr>
        <p:blipFill rotWithShape="1">
          <a:blip r:embed="rId3">
            <a:alphaModFix/>
          </a:blip>
          <a:srcRect/>
          <a:stretch/>
        </p:blipFill>
        <p:spPr>
          <a:xfrm>
            <a:off x="5270026" y="1022350"/>
            <a:ext cx="5562600" cy="4813300"/>
          </a:xfrm>
          <a:prstGeom prst="rect">
            <a:avLst/>
          </a:prstGeom>
          <a:noFill/>
          <a:ln>
            <a:noFill/>
          </a:ln>
        </p:spPr>
      </p:pic>
      <p:sp>
        <p:nvSpPr>
          <p:cNvPr id="327" name="Google Shape;327;p23"/>
          <p:cNvSpPr/>
          <p:nvPr/>
        </p:nvSpPr>
        <p:spPr>
          <a:xfrm>
            <a:off x="1211812" y="3284468"/>
            <a:ext cx="3394370" cy="410379"/>
          </a:xfrm>
          <a:prstGeom prst="rect">
            <a:avLst/>
          </a:prstGeom>
          <a:noFill/>
          <a:ln>
            <a:noFill/>
          </a:ln>
        </p:spPr>
        <p:txBody>
          <a:bodyPr spcFirstLastPara="1" wrap="square" lIns="121900" tIns="60933" rIns="121900" bIns="60933" anchor="t" anchorCtr="0">
            <a:spAutoFit/>
          </a:bodyPr>
          <a:lstStyle/>
          <a:p>
            <a:r>
              <a:rPr lang="en" sz="1867" dirty="0">
                <a:latin typeface="Arial"/>
                <a:ea typeface="Arial"/>
                <a:cs typeface="Arial"/>
                <a:sym typeface="Arial"/>
              </a:rPr>
              <a:t>T1, T2, T4, T6, and T7.</a:t>
            </a:r>
            <a:endParaRPr sz="1867" dirty="0">
              <a:latin typeface="Arial"/>
              <a:ea typeface="Arial"/>
              <a:cs typeface="Arial"/>
              <a:sym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31"/>
        <p:cNvGrpSpPr/>
        <p:nvPr/>
      </p:nvGrpSpPr>
      <p:grpSpPr>
        <a:xfrm>
          <a:off x="0" y="0"/>
          <a:ext cx="0" cy="0"/>
          <a:chOff x="0" y="0"/>
          <a:chExt cx="0" cy="0"/>
        </a:xfrm>
      </p:grpSpPr>
      <p:sp>
        <p:nvSpPr>
          <p:cNvPr id="332" name="Google Shape;332;p24"/>
          <p:cNvSpPr txBox="1">
            <a:spLocks noGrp="1"/>
          </p:cNvSpPr>
          <p:nvPr>
            <p:ph type="title"/>
          </p:nvPr>
        </p:nvSpPr>
        <p:spPr>
          <a:xfrm>
            <a:off x="1195521" y="789264"/>
            <a:ext cx="10503671" cy="994200"/>
          </a:xfrm>
          <a:prstGeom prst="rect">
            <a:avLst/>
          </a:prstGeom>
          <a:noFill/>
          <a:ln>
            <a:noFill/>
          </a:ln>
        </p:spPr>
        <p:txBody>
          <a:bodyPr spcFirstLastPara="1" vert="horz" wrap="square" lIns="91400" tIns="45700" rIns="91400" bIns="45700" rtlCol="0" anchor="b" anchorCtr="0">
            <a:normAutofit fontScale="90000"/>
          </a:bodyPr>
          <a:lstStyle/>
          <a:p>
            <a:pPr>
              <a:lnSpc>
                <a:spcPct val="90000"/>
              </a:lnSpc>
              <a:spcBef>
                <a:spcPts val="0"/>
              </a:spcBef>
              <a:buClr>
                <a:schemeClr val="dk1"/>
              </a:buClr>
              <a:buSzPct val="55555"/>
            </a:pPr>
            <a:r>
              <a:rPr lang="en" b="1" dirty="0">
                <a:solidFill>
                  <a:schemeClr val="tx1"/>
                </a:solidFill>
              </a:rPr>
              <a:t>Dealing with Deadlock and Starvation (cont’d.)</a:t>
            </a:r>
            <a:endParaRPr b="1" dirty="0">
              <a:solidFill>
                <a:schemeClr val="tx1"/>
              </a:solidFill>
            </a:endParaRPr>
          </a:p>
        </p:txBody>
      </p:sp>
      <p:sp>
        <p:nvSpPr>
          <p:cNvPr id="333" name="Google Shape;333;p24"/>
          <p:cNvSpPr txBox="1">
            <a:spLocks noGrp="1"/>
          </p:cNvSpPr>
          <p:nvPr>
            <p:ph idx="1"/>
          </p:nvPr>
        </p:nvSpPr>
        <p:spPr>
          <a:xfrm>
            <a:off x="1280979" y="1811137"/>
            <a:ext cx="10213113" cy="3263400"/>
          </a:xfrm>
          <a:prstGeom prst="rect">
            <a:avLst/>
          </a:prstGeom>
          <a:noFill/>
          <a:ln>
            <a:noFill/>
          </a:ln>
        </p:spPr>
        <p:txBody>
          <a:bodyPr spcFirstLastPara="1" vert="horz" wrap="square" lIns="91400" tIns="45700" rIns="0" bIns="45700" rtlCol="0" anchor="t" anchorCtr="0">
            <a:normAutofit/>
          </a:bodyPr>
          <a:lstStyle/>
          <a:p>
            <a:pPr>
              <a:spcBef>
                <a:spcPts val="0"/>
              </a:spcBef>
              <a:buSzPts val="1680"/>
            </a:pPr>
            <a:r>
              <a:rPr lang="en" sz="2400" dirty="0">
                <a:solidFill>
                  <a:schemeClr val="tx1"/>
                </a:solidFill>
              </a:rPr>
              <a:t>Deadlock prevention protocols</a:t>
            </a:r>
            <a:endParaRPr sz="2400" dirty="0">
              <a:solidFill>
                <a:schemeClr val="tx1"/>
              </a:solidFill>
            </a:endParaRPr>
          </a:p>
          <a:p>
            <a:pPr marL="838180" lvl="1" indent="-380990">
              <a:spcBef>
                <a:spcPts val="520"/>
              </a:spcBef>
              <a:buSzPts val="1430"/>
            </a:pPr>
            <a:r>
              <a:rPr lang="en" sz="2400" dirty="0">
                <a:solidFill>
                  <a:schemeClr val="tx1"/>
                </a:solidFill>
              </a:rPr>
              <a:t>Every transaction locks all items it needs in advance</a:t>
            </a:r>
            <a:endParaRPr sz="2400" dirty="0">
              <a:solidFill>
                <a:schemeClr val="tx1"/>
              </a:solidFill>
            </a:endParaRPr>
          </a:p>
          <a:p>
            <a:pPr marL="838180" lvl="1" indent="-380990">
              <a:spcBef>
                <a:spcPts val="520"/>
              </a:spcBef>
              <a:buSzPts val="1430"/>
            </a:pPr>
            <a:r>
              <a:rPr lang="en" sz="2400" dirty="0">
                <a:solidFill>
                  <a:schemeClr val="tx1"/>
                </a:solidFill>
              </a:rPr>
              <a:t>Ordering all items in the database</a:t>
            </a:r>
            <a:endParaRPr sz="2400" dirty="0">
              <a:solidFill>
                <a:schemeClr val="tx1"/>
              </a:solidFill>
            </a:endParaRPr>
          </a:p>
          <a:p>
            <a:pPr marL="1142971" lvl="2" indent="-228594">
              <a:spcBef>
                <a:spcPts val="480"/>
              </a:spcBef>
              <a:buSzPts val="1200"/>
            </a:pPr>
            <a:r>
              <a:rPr lang="en" sz="1800" dirty="0">
                <a:solidFill>
                  <a:schemeClr val="tx1"/>
                </a:solidFill>
              </a:rPr>
              <a:t>Transaction that needs several items will lock them in that order</a:t>
            </a:r>
            <a:endParaRPr sz="1800" dirty="0">
              <a:solidFill>
                <a:schemeClr val="tx1"/>
              </a:solidFill>
            </a:endParaRPr>
          </a:p>
          <a:p>
            <a:pPr marL="838180" lvl="1" indent="-380990">
              <a:spcBef>
                <a:spcPts val="520"/>
              </a:spcBef>
              <a:buSzPts val="1430"/>
            </a:pPr>
            <a:r>
              <a:rPr lang="en" sz="2400" dirty="0">
                <a:solidFill>
                  <a:schemeClr val="tx1"/>
                </a:solidFill>
              </a:rPr>
              <a:t>Both approaches impractical</a:t>
            </a:r>
            <a:endParaRPr sz="2400" dirty="0">
              <a:solidFill>
                <a:schemeClr val="tx1"/>
              </a:solidFill>
            </a:endParaRPr>
          </a:p>
          <a:p>
            <a:pPr marL="487668" indent="-380990">
              <a:spcBef>
                <a:spcPts val="560"/>
              </a:spcBef>
              <a:buSzPts val="1680"/>
            </a:pPr>
            <a:endParaRPr sz="2400" dirty="0">
              <a:solidFill>
                <a:schemeClr val="tx1"/>
              </a:solidFill>
            </a:endParaRPr>
          </a:p>
        </p:txBody>
      </p:sp>
      <p:sp>
        <p:nvSpPr>
          <p:cNvPr id="334" name="Google Shape;334;p24"/>
          <p:cNvSpPr txBox="1">
            <a:spLocks noGrp="1"/>
          </p:cNvSpPr>
          <p:nvPr>
            <p:ph type="sldNum" sz="quarter" idx="12"/>
          </p:nvPr>
        </p:nvSpPr>
        <p:spPr>
          <a:xfrm>
            <a:off x="7981951" y="5624514"/>
            <a:ext cx="2057400" cy="273900"/>
          </a:xfrm>
          <a:prstGeom prst="rect">
            <a:avLst/>
          </a:prstGeom>
          <a:noFill/>
          <a:ln>
            <a:noFill/>
          </a:ln>
        </p:spPr>
        <p:txBody>
          <a:bodyPr spcFirstLastPara="1" vert="horz" wrap="square" lIns="91400" tIns="45700" rIns="91400" bIns="45700" rtlCol="0" anchor="b" anchorCtr="0">
            <a:noAutofit/>
          </a:bodyPr>
          <a:lstStyle/>
          <a:p>
            <a:pPr>
              <a:buClr>
                <a:srgbClr val="000000"/>
              </a:buClr>
              <a:buSzPts val="1200"/>
            </a:pPr>
            <a:fld id="{00000000-1234-1234-1234-123412341234}" type="slidenum">
              <a:rPr lang="en"/>
              <a:pPr>
                <a:buClr>
                  <a:srgbClr val="000000"/>
                </a:buClr>
                <a:buSzPts val="1200"/>
              </a:pPr>
              <a:t>37</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38"/>
        <p:cNvGrpSpPr/>
        <p:nvPr/>
      </p:nvGrpSpPr>
      <p:grpSpPr>
        <a:xfrm>
          <a:off x="0" y="0"/>
          <a:ext cx="0" cy="0"/>
          <a:chOff x="0" y="0"/>
          <a:chExt cx="0" cy="0"/>
        </a:xfrm>
      </p:grpSpPr>
      <p:sp>
        <p:nvSpPr>
          <p:cNvPr id="339" name="Google Shape;339;p25"/>
          <p:cNvSpPr txBox="1">
            <a:spLocks noGrp="1"/>
          </p:cNvSpPr>
          <p:nvPr>
            <p:ph type="title"/>
          </p:nvPr>
        </p:nvSpPr>
        <p:spPr>
          <a:xfrm>
            <a:off x="1081221" y="868258"/>
            <a:ext cx="10515421" cy="994200"/>
          </a:xfrm>
          <a:prstGeom prst="rect">
            <a:avLst/>
          </a:prstGeom>
          <a:noFill/>
          <a:ln>
            <a:noFill/>
          </a:ln>
        </p:spPr>
        <p:txBody>
          <a:bodyPr spcFirstLastPara="1" vert="horz" wrap="square" lIns="91400" tIns="45700" rIns="91400" bIns="45700" rtlCol="0" anchor="b" anchorCtr="0">
            <a:normAutofit fontScale="90000"/>
          </a:bodyPr>
          <a:lstStyle/>
          <a:p>
            <a:pPr>
              <a:lnSpc>
                <a:spcPct val="90000"/>
              </a:lnSpc>
              <a:spcBef>
                <a:spcPts val="0"/>
              </a:spcBef>
              <a:buClr>
                <a:schemeClr val="dk1"/>
              </a:buClr>
              <a:buSzPct val="55555"/>
            </a:pPr>
            <a:r>
              <a:rPr lang="en" dirty="0">
                <a:solidFill>
                  <a:schemeClr val="tx1"/>
                </a:solidFill>
              </a:rPr>
              <a:t>Dealing with Deadlock and Starvation (cont’d.)</a:t>
            </a:r>
            <a:endParaRPr dirty="0">
              <a:solidFill>
                <a:schemeClr val="tx1"/>
              </a:solidFill>
            </a:endParaRPr>
          </a:p>
        </p:txBody>
      </p:sp>
      <p:sp>
        <p:nvSpPr>
          <p:cNvPr id="340" name="Google Shape;340;p25"/>
          <p:cNvSpPr txBox="1">
            <a:spLocks noGrp="1"/>
          </p:cNvSpPr>
          <p:nvPr>
            <p:ph idx="1"/>
          </p:nvPr>
        </p:nvSpPr>
        <p:spPr>
          <a:xfrm>
            <a:off x="1147273" y="1862458"/>
            <a:ext cx="10210088" cy="3429000"/>
          </a:xfrm>
          <a:prstGeom prst="rect">
            <a:avLst/>
          </a:prstGeom>
          <a:noFill/>
          <a:ln>
            <a:noFill/>
          </a:ln>
        </p:spPr>
        <p:txBody>
          <a:bodyPr spcFirstLastPara="1" vert="horz" wrap="square" lIns="91400" tIns="45700" rIns="0" bIns="45700" rtlCol="0" anchor="t" anchorCtr="0">
            <a:normAutofit/>
          </a:bodyPr>
          <a:lstStyle/>
          <a:p>
            <a:pPr marL="0" indent="0">
              <a:spcBef>
                <a:spcPts val="0"/>
              </a:spcBef>
              <a:buSzPct val="74000"/>
              <a:buNone/>
            </a:pPr>
            <a:r>
              <a:rPr lang="en" sz="2400" dirty="0">
                <a:solidFill>
                  <a:schemeClr val="tx1"/>
                </a:solidFill>
              </a:rPr>
              <a:t>A number of other deadlock prevention schemes have been proposed that make a decision about what to do with a transaction involved in a possible deadlock situation:</a:t>
            </a:r>
            <a:endParaRPr dirty="0">
              <a:solidFill>
                <a:schemeClr val="tx1"/>
              </a:solidFill>
            </a:endParaRPr>
          </a:p>
          <a:p>
            <a:pPr>
              <a:spcBef>
                <a:spcPts val="480"/>
              </a:spcBef>
              <a:buSzPct val="74000"/>
              <a:buFont typeface="Arial" panose="020B0604020202020204" pitchFamily="34" charset="0"/>
              <a:buChar char="•"/>
            </a:pPr>
            <a:r>
              <a:rPr lang="en" sz="2400" dirty="0">
                <a:solidFill>
                  <a:schemeClr val="tx1"/>
                </a:solidFill>
              </a:rPr>
              <a:t>these techniques use the concept of </a:t>
            </a:r>
            <a:r>
              <a:rPr lang="en" sz="2400" b="1" dirty="0">
                <a:solidFill>
                  <a:schemeClr val="tx1"/>
                </a:solidFill>
              </a:rPr>
              <a:t>transaction timestamp </a:t>
            </a:r>
            <a:r>
              <a:rPr lang="en" sz="2400" dirty="0">
                <a:solidFill>
                  <a:schemeClr val="tx1"/>
                </a:solidFill>
              </a:rPr>
              <a:t>TS(</a:t>
            </a:r>
            <a:r>
              <a:rPr lang="en" sz="2400" i="1" dirty="0">
                <a:solidFill>
                  <a:schemeClr val="tx1"/>
                </a:solidFill>
              </a:rPr>
              <a:t>T</a:t>
            </a:r>
            <a:r>
              <a:rPr lang="en" sz="2400" dirty="0">
                <a:solidFill>
                  <a:schemeClr val="tx1"/>
                </a:solidFill>
              </a:rPr>
              <a:t>′), which is a unique identifier assigned to each transaction.</a:t>
            </a:r>
            <a:endParaRPr dirty="0">
              <a:solidFill>
                <a:schemeClr val="tx1"/>
              </a:solidFill>
            </a:endParaRPr>
          </a:p>
          <a:p>
            <a:pPr>
              <a:spcBef>
                <a:spcPts val="480"/>
              </a:spcBef>
              <a:buSzPct val="74000"/>
              <a:buFont typeface="Arial" panose="020B0604020202020204" pitchFamily="34" charset="0"/>
              <a:buChar char="•"/>
            </a:pPr>
            <a:r>
              <a:rPr lang="en" sz="2400" dirty="0">
                <a:solidFill>
                  <a:schemeClr val="tx1"/>
                </a:solidFill>
              </a:rPr>
              <a:t>if transaction T</a:t>
            </a:r>
            <a:r>
              <a:rPr lang="en" sz="2400" baseline="-25000" dirty="0">
                <a:solidFill>
                  <a:schemeClr val="tx1"/>
                </a:solidFill>
              </a:rPr>
              <a:t>1</a:t>
            </a:r>
            <a:r>
              <a:rPr lang="en" sz="2400" dirty="0">
                <a:solidFill>
                  <a:schemeClr val="tx1"/>
                </a:solidFill>
              </a:rPr>
              <a:t> starts before transaction T</a:t>
            </a:r>
            <a:r>
              <a:rPr lang="en" sz="2400" baseline="-25000" dirty="0">
                <a:solidFill>
                  <a:schemeClr val="tx1"/>
                </a:solidFill>
              </a:rPr>
              <a:t>2</a:t>
            </a:r>
            <a:r>
              <a:rPr lang="en" sz="2400" dirty="0">
                <a:solidFill>
                  <a:schemeClr val="tx1"/>
                </a:solidFill>
              </a:rPr>
              <a:t>, </a:t>
            </a:r>
            <a:endParaRPr dirty="0">
              <a:solidFill>
                <a:schemeClr val="tx1"/>
              </a:solidFill>
            </a:endParaRPr>
          </a:p>
          <a:p>
            <a:pPr>
              <a:spcBef>
                <a:spcPts val="480"/>
              </a:spcBef>
              <a:spcAft>
                <a:spcPts val="0"/>
              </a:spcAft>
              <a:buSzPts val="1440"/>
              <a:buFont typeface="Arial" panose="020B0604020202020204" pitchFamily="34" charset="0"/>
              <a:buChar char="•"/>
            </a:pPr>
            <a:r>
              <a:rPr lang="en" sz="2400" dirty="0">
                <a:solidFill>
                  <a:schemeClr val="tx1"/>
                </a:solidFill>
              </a:rPr>
              <a:t>		then TS(T</a:t>
            </a:r>
            <a:r>
              <a:rPr lang="en" sz="2400" baseline="-25000" dirty="0">
                <a:solidFill>
                  <a:schemeClr val="tx1"/>
                </a:solidFill>
              </a:rPr>
              <a:t>1</a:t>
            </a:r>
            <a:r>
              <a:rPr lang="en" sz="2400" dirty="0">
                <a:solidFill>
                  <a:schemeClr val="tx1"/>
                </a:solidFill>
              </a:rPr>
              <a:t>) &lt; TS(T</a:t>
            </a:r>
            <a:r>
              <a:rPr lang="en" sz="2400" baseline="-25000" dirty="0">
                <a:solidFill>
                  <a:schemeClr val="tx1"/>
                </a:solidFill>
              </a:rPr>
              <a:t>2</a:t>
            </a:r>
            <a:r>
              <a:rPr lang="en" sz="2400" dirty="0">
                <a:solidFill>
                  <a:schemeClr val="tx1"/>
                </a:solidFill>
              </a:rPr>
              <a:t>).</a:t>
            </a:r>
            <a:endParaRPr dirty="0">
              <a:solidFill>
                <a:schemeClr val="tx1"/>
              </a:solidFill>
            </a:endParaRPr>
          </a:p>
          <a:p>
            <a:pPr>
              <a:spcBef>
                <a:spcPts val="480"/>
              </a:spcBef>
              <a:spcAft>
                <a:spcPts val="0"/>
              </a:spcAft>
              <a:buSzPts val="1440"/>
              <a:buFont typeface="Arial" panose="020B0604020202020204" pitchFamily="34" charset="0"/>
              <a:buChar char="•"/>
            </a:pPr>
            <a:r>
              <a:rPr lang="en" sz="2400" dirty="0">
                <a:solidFill>
                  <a:schemeClr val="tx1"/>
                </a:solidFill>
              </a:rPr>
              <a:t>NOTE: </a:t>
            </a:r>
            <a:r>
              <a:rPr lang="en" sz="2400" i="1" dirty="0">
                <a:solidFill>
                  <a:schemeClr val="tx1"/>
                </a:solidFill>
              </a:rPr>
              <a:t>older</a:t>
            </a:r>
            <a:r>
              <a:rPr lang="en" sz="2400" dirty="0">
                <a:solidFill>
                  <a:schemeClr val="tx1"/>
                </a:solidFill>
              </a:rPr>
              <a:t> transaction (which starts first) has the smaller timestamp value</a:t>
            </a:r>
            <a:endParaRPr dirty="0">
              <a:solidFill>
                <a:schemeClr val="tx1"/>
              </a:solidFill>
            </a:endParaRPr>
          </a:p>
        </p:txBody>
      </p:sp>
      <p:sp>
        <p:nvSpPr>
          <p:cNvPr id="341" name="Google Shape;341;p25"/>
          <p:cNvSpPr txBox="1">
            <a:spLocks noGrp="1"/>
          </p:cNvSpPr>
          <p:nvPr>
            <p:ph type="sldNum" sz="quarter" idx="12"/>
          </p:nvPr>
        </p:nvSpPr>
        <p:spPr>
          <a:xfrm>
            <a:off x="7981951" y="5624514"/>
            <a:ext cx="2057400" cy="273900"/>
          </a:xfrm>
          <a:prstGeom prst="rect">
            <a:avLst/>
          </a:prstGeom>
          <a:noFill/>
          <a:ln>
            <a:noFill/>
          </a:ln>
        </p:spPr>
        <p:txBody>
          <a:bodyPr spcFirstLastPara="1" vert="horz" wrap="square" lIns="91400" tIns="45700" rIns="91400" bIns="45700" rtlCol="0" anchor="b" anchorCtr="0">
            <a:noAutofit/>
          </a:bodyPr>
          <a:lstStyle/>
          <a:p>
            <a:pPr>
              <a:buClr>
                <a:srgbClr val="000000"/>
              </a:buClr>
              <a:buSzPts val="1200"/>
            </a:pPr>
            <a:fld id="{00000000-1234-1234-1234-123412341234}" type="slidenum">
              <a:rPr lang="en"/>
              <a:pPr>
                <a:buClr>
                  <a:srgbClr val="000000"/>
                </a:buClr>
                <a:buSzPts val="1200"/>
              </a:pPr>
              <a:t>38</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45"/>
        <p:cNvGrpSpPr/>
        <p:nvPr/>
      </p:nvGrpSpPr>
      <p:grpSpPr>
        <a:xfrm>
          <a:off x="0" y="0"/>
          <a:ext cx="0" cy="0"/>
          <a:chOff x="0" y="0"/>
          <a:chExt cx="0" cy="0"/>
        </a:xfrm>
      </p:grpSpPr>
      <p:sp>
        <p:nvSpPr>
          <p:cNvPr id="346" name="Google Shape;346;p26"/>
          <p:cNvSpPr txBox="1">
            <a:spLocks noGrp="1"/>
          </p:cNvSpPr>
          <p:nvPr>
            <p:ph type="title"/>
          </p:nvPr>
        </p:nvSpPr>
        <p:spPr>
          <a:xfrm>
            <a:off x="1058789" y="814901"/>
            <a:ext cx="10700224" cy="994200"/>
          </a:xfrm>
          <a:prstGeom prst="rect">
            <a:avLst/>
          </a:prstGeom>
          <a:noFill/>
          <a:ln>
            <a:noFill/>
          </a:ln>
        </p:spPr>
        <p:txBody>
          <a:bodyPr spcFirstLastPara="1" vert="horz" wrap="square" lIns="91400" tIns="45700" rIns="91400" bIns="45700" rtlCol="0" anchor="b" anchorCtr="0">
            <a:normAutofit fontScale="90000"/>
          </a:bodyPr>
          <a:lstStyle/>
          <a:p>
            <a:pPr>
              <a:lnSpc>
                <a:spcPct val="90000"/>
              </a:lnSpc>
              <a:spcBef>
                <a:spcPts val="0"/>
              </a:spcBef>
              <a:buClr>
                <a:schemeClr val="dk1"/>
              </a:buClr>
              <a:buSzPct val="55555"/>
            </a:pPr>
            <a:r>
              <a:rPr lang="en" b="1" dirty="0">
                <a:solidFill>
                  <a:schemeClr val="tx1"/>
                </a:solidFill>
              </a:rPr>
              <a:t>Dealing with Deadlock and Starvation (cont’d.)</a:t>
            </a:r>
            <a:endParaRPr b="1" dirty="0">
              <a:solidFill>
                <a:schemeClr val="tx1"/>
              </a:solidFill>
            </a:endParaRPr>
          </a:p>
        </p:txBody>
      </p:sp>
      <p:sp>
        <p:nvSpPr>
          <p:cNvPr id="347" name="Google Shape;347;p26"/>
          <p:cNvSpPr txBox="1">
            <a:spLocks noGrp="1"/>
          </p:cNvSpPr>
          <p:nvPr>
            <p:ph idx="1"/>
          </p:nvPr>
        </p:nvSpPr>
        <p:spPr>
          <a:xfrm>
            <a:off x="1212615" y="1973009"/>
            <a:ext cx="10076379" cy="3429000"/>
          </a:xfrm>
          <a:prstGeom prst="rect">
            <a:avLst/>
          </a:prstGeom>
          <a:noFill/>
          <a:ln>
            <a:noFill/>
          </a:ln>
        </p:spPr>
        <p:txBody>
          <a:bodyPr spcFirstLastPara="1" vert="horz" wrap="square" lIns="91400" tIns="45700" rIns="0" bIns="45700" rtlCol="0" anchor="t" anchorCtr="0">
            <a:normAutofit/>
          </a:bodyPr>
          <a:lstStyle/>
          <a:p>
            <a:pPr marL="415280" indent="-380990">
              <a:spcBef>
                <a:spcPts val="0"/>
              </a:spcBef>
              <a:buSzPts val="1080"/>
            </a:pPr>
            <a:r>
              <a:rPr lang="en" sz="2400" dirty="0">
                <a:solidFill>
                  <a:schemeClr val="tx1"/>
                </a:solidFill>
              </a:rPr>
              <a:t>2 Protocols based on a timestamp</a:t>
            </a:r>
            <a:endParaRPr dirty="0">
              <a:solidFill>
                <a:schemeClr val="tx1"/>
              </a:solidFill>
            </a:endParaRPr>
          </a:p>
          <a:p>
            <a:pPr marL="415280" indent="-380990">
              <a:spcBef>
                <a:spcPts val="480"/>
              </a:spcBef>
              <a:buSzPts val="1080"/>
            </a:pPr>
            <a:r>
              <a:rPr lang="en" sz="2400" dirty="0">
                <a:solidFill>
                  <a:schemeClr val="tx1"/>
                </a:solidFill>
              </a:rPr>
              <a:t>Suppose that transaction </a:t>
            </a:r>
            <a:r>
              <a:rPr lang="en" sz="2400" i="1" dirty="0">
                <a:solidFill>
                  <a:schemeClr val="tx1"/>
                </a:solidFill>
              </a:rPr>
              <a:t>T</a:t>
            </a:r>
            <a:r>
              <a:rPr lang="en" sz="2400" i="1" baseline="-25000" dirty="0">
                <a:solidFill>
                  <a:schemeClr val="tx1"/>
                </a:solidFill>
              </a:rPr>
              <a:t>i</a:t>
            </a:r>
            <a:r>
              <a:rPr lang="en" sz="2400" dirty="0">
                <a:solidFill>
                  <a:schemeClr val="tx1"/>
                </a:solidFill>
              </a:rPr>
              <a:t> tries to lock an item X but is not able to because X is locked by some other transaction </a:t>
            </a:r>
            <a:r>
              <a:rPr lang="en" sz="2400" i="1" dirty="0">
                <a:solidFill>
                  <a:schemeClr val="tx1"/>
                </a:solidFill>
              </a:rPr>
              <a:t>T</a:t>
            </a:r>
            <a:r>
              <a:rPr lang="en" sz="2400" i="1" baseline="-25000" dirty="0">
                <a:solidFill>
                  <a:schemeClr val="tx1"/>
                </a:solidFill>
              </a:rPr>
              <a:t>j</a:t>
            </a:r>
            <a:endParaRPr sz="2400" i="1" baseline="-25000" dirty="0">
              <a:solidFill>
                <a:schemeClr val="tx1"/>
              </a:solidFill>
            </a:endParaRPr>
          </a:p>
          <a:p>
            <a:pPr marL="472430" indent="-380990">
              <a:spcBef>
                <a:spcPts val="480"/>
              </a:spcBef>
              <a:buSzPts val="1080"/>
            </a:pPr>
            <a:endParaRPr sz="2400" i="1" baseline="-25000" dirty="0">
              <a:solidFill>
                <a:schemeClr val="tx1"/>
              </a:solidFill>
            </a:endParaRPr>
          </a:p>
          <a:p>
            <a:pPr>
              <a:spcBef>
                <a:spcPts val="480"/>
              </a:spcBef>
              <a:buSzPts val="1080"/>
            </a:pPr>
            <a:endParaRPr sz="2400" i="1" baseline="-25000" dirty="0">
              <a:solidFill>
                <a:schemeClr val="tx1"/>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51"/>
        <p:cNvGrpSpPr/>
        <p:nvPr/>
      </p:nvGrpSpPr>
      <p:grpSpPr>
        <a:xfrm>
          <a:off x="0" y="0"/>
          <a:ext cx="0" cy="0"/>
          <a:chOff x="0" y="0"/>
          <a:chExt cx="0" cy="0"/>
        </a:xfrm>
      </p:grpSpPr>
      <p:sp>
        <p:nvSpPr>
          <p:cNvPr id="352" name="Google Shape;352;p27"/>
          <p:cNvSpPr txBox="1">
            <a:spLocks noGrp="1"/>
          </p:cNvSpPr>
          <p:nvPr>
            <p:ph type="title"/>
          </p:nvPr>
        </p:nvSpPr>
        <p:spPr>
          <a:prstGeom prst="rect">
            <a:avLst/>
          </a:prstGeom>
          <a:noFill/>
          <a:ln>
            <a:noFill/>
          </a:ln>
        </p:spPr>
        <p:txBody>
          <a:bodyPr spcFirstLastPara="1" vert="horz" wrap="square" lIns="121900" tIns="60933" rIns="121900" bIns="60933" rtlCol="0" anchor="ctr" anchorCtr="0">
            <a:normAutofit/>
          </a:bodyPr>
          <a:lstStyle/>
          <a:p>
            <a:pPr>
              <a:lnSpc>
                <a:spcPct val="90000"/>
              </a:lnSpc>
              <a:spcBef>
                <a:spcPts val="0"/>
              </a:spcBef>
              <a:buClr>
                <a:schemeClr val="dk1"/>
              </a:buClr>
              <a:buSzPts val="1800"/>
            </a:pPr>
            <a:r>
              <a:rPr lang="en" sz="7200" b="1" baseline="-25000" dirty="0"/>
              <a:t>Wait-Die </a:t>
            </a:r>
            <a:r>
              <a:rPr lang="en" sz="7200" b="1" baseline="-25000" dirty="0">
                <a:solidFill>
                  <a:schemeClr val="tx1"/>
                </a:solidFill>
              </a:rPr>
              <a:t>scheme</a:t>
            </a:r>
            <a:endParaRPr sz="7200" b="1" dirty="0">
              <a:solidFill>
                <a:schemeClr val="tx1"/>
              </a:solidFill>
            </a:endParaRPr>
          </a:p>
        </p:txBody>
      </p:sp>
      <p:sp>
        <p:nvSpPr>
          <p:cNvPr id="353" name="Google Shape;353;p27"/>
          <p:cNvSpPr txBox="1">
            <a:spLocks noGrp="1"/>
          </p:cNvSpPr>
          <p:nvPr>
            <p:ph idx="1"/>
          </p:nvPr>
        </p:nvSpPr>
        <p:spPr>
          <a:xfrm>
            <a:off x="379614" y="1737360"/>
            <a:ext cx="11618422" cy="4725663"/>
          </a:xfrm>
          <a:prstGeom prst="rect">
            <a:avLst/>
          </a:prstGeom>
          <a:noFill/>
          <a:ln>
            <a:noFill/>
          </a:ln>
        </p:spPr>
        <p:txBody>
          <a:bodyPr spcFirstLastPara="1" vert="horz" wrap="square" lIns="121900" tIns="60933" rIns="121900" bIns="60933" rtlCol="0" anchor="t" anchorCtr="0">
            <a:normAutofit fontScale="92500"/>
          </a:bodyPr>
          <a:lstStyle/>
          <a:p>
            <a:pPr>
              <a:spcBef>
                <a:spcPts val="0"/>
              </a:spcBef>
              <a:spcAft>
                <a:spcPts val="0"/>
              </a:spcAft>
              <a:buSzPct val="119999"/>
              <a:buFont typeface="Arial" panose="020B0604020202020204" pitchFamily="34" charset="0"/>
              <a:buChar char="•"/>
            </a:pPr>
            <a:r>
              <a:rPr lang="en" sz="2400" dirty="0">
                <a:solidFill>
                  <a:schemeClr val="tx1"/>
                </a:solidFill>
              </a:rPr>
              <a:t>In this scheme, if a transaction requests for a resource which is already held with a conflicting lock by another transaction then the DBMS simply checks the timestamp of both transactions. It allows the older transaction to wait until the resource is available for execution.</a:t>
            </a:r>
            <a:endParaRPr sz="2400" dirty="0">
              <a:solidFill>
                <a:schemeClr val="tx1"/>
              </a:solidFill>
            </a:endParaRPr>
          </a:p>
          <a:p>
            <a:pPr>
              <a:spcBef>
                <a:spcPts val="0"/>
              </a:spcBef>
              <a:spcAft>
                <a:spcPts val="0"/>
              </a:spcAft>
              <a:buSzPct val="119999"/>
              <a:buFont typeface="Arial" panose="020B0604020202020204" pitchFamily="34" charset="0"/>
              <a:buChar char="•"/>
            </a:pPr>
            <a:endParaRPr sz="2400" dirty="0">
              <a:solidFill>
                <a:schemeClr val="tx1"/>
              </a:solidFill>
            </a:endParaRPr>
          </a:p>
          <a:p>
            <a:pPr>
              <a:spcBef>
                <a:spcPts val="0"/>
              </a:spcBef>
              <a:spcAft>
                <a:spcPts val="0"/>
              </a:spcAft>
              <a:buSzPct val="119999"/>
              <a:buFont typeface="Arial" panose="020B0604020202020204" pitchFamily="34" charset="0"/>
              <a:buChar char="•"/>
            </a:pPr>
            <a:r>
              <a:rPr lang="en" sz="2400" dirty="0">
                <a:solidFill>
                  <a:schemeClr val="tx1"/>
                </a:solidFill>
              </a:rPr>
              <a:t>Let's assume there are two transactions Ti and Tj and let TS(T) is a timestamp of any transaction T. If T2 holds a lock by some other transaction and T1 is requesting for resources held by T2 then the following actions are performed by DBMS:</a:t>
            </a:r>
            <a:endParaRPr sz="2400" dirty="0">
              <a:solidFill>
                <a:schemeClr val="tx1"/>
              </a:solidFill>
            </a:endParaRPr>
          </a:p>
          <a:p>
            <a:pPr>
              <a:spcBef>
                <a:spcPts val="0"/>
              </a:spcBef>
              <a:spcAft>
                <a:spcPts val="0"/>
              </a:spcAft>
              <a:buSzPct val="119999"/>
              <a:buFont typeface="Arial" panose="020B0604020202020204" pitchFamily="34" charset="0"/>
              <a:buChar char="•"/>
            </a:pPr>
            <a:endParaRPr sz="2400" dirty="0">
              <a:solidFill>
                <a:schemeClr val="tx1"/>
              </a:solidFill>
            </a:endParaRPr>
          </a:p>
          <a:p>
            <a:pPr>
              <a:spcBef>
                <a:spcPts val="0"/>
              </a:spcBef>
              <a:spcAft>
                <a:spcPts val="0"/>
              </a:spcAft>
              <a:buSzPct val="119999"/>
              <a:buFont typeface="Arial" panose="020B0604020202020204" pitchFamily="34" charset="0"/>
              <a:buChar char="•"/>
            </a:pPr>
            <a:r>
              <a:rPr lang="en" sz="2400" dirty="0">
                <a:solidFill>
                  <a:schemeClr val="tx1"/>
                </a:solidFill>
              </a:rPr>
              <a:t>Check if </a:t>
            </a:r>
            <a:r>
              <a:rPr lang="en" sz="2400" b="1" dirty="0">
                <a:solidFill>
                  <a:schemeClr val="tx1"/>
                </a:solidFill>
              </a:rPr>
              <a:t>TS(Ti) &lt; TS(Tj) - If Ti </a:t>
            </a:r>
            <a:r>
              <a:rPr lang="en" sz="2400" dirty="0">
                <a:solidFill>
                  <a:schemeClr val="tx1"/>
                </a:solidFill>
              </a:rPr>
              <a:t>is the older transaction and Tj has held some resource, then Ti is allowed to wait until the data-item is available for execution. That means if the older transaction is waiting for a resource which is locked by the younger transaction, then the older transaction is allowed to wait for resource until it is available.</a:t>
            </a:r>
            <a:endParaRPr sz="2400" dirty="0">
              <a:solidFill>
                <a:schemeClr val="tx1"/>
              </a:solidFill>
            </a:endParaRPr>
          </a:p>
          <a:p>
            <a:pPr>
              <a:spcBef>
                <a:spcPts val="0"/>
              </a:spcBef>
              <a:spcAft>
                <a:spcPts val="0"/>
              </a:spcAft>
              <a:buSzPct val="119999"/>
              <a:buFont typeface="Arial" panose="020B0604020202020204" pitchFamily="34" charset="0"/>
              <a:buChar char="•"/>
            </a:pPr>
            <a:endParaRPr sz="2400" dirty="0">
              <a:solidFill>
                <a:schemeClr val="tx1"/>
              </a:solidFill>
            </a:endParaRPr>
          </a:p>
          <a:p>
            <a:pPr>
              <a:spcBef>
                <a:spcPts val="0"/>
              </a:spcBef>
              <a:spcAft>
                <a:spcPts val="0"/>
              </a:spcAft>
              <a:buSzPct val="119999"/>
              <a:buFont typeface="Arial" panose="020B0604020202020204" pitchFamily="34" charset="0"/>
              <a:buChar char="•"/>
            </a:pPr>
            <a:r>
              <a:rPr lang="en" sz="2400" dirty="0">
                <a:solidFill>
                  <a:schemeClr val="tx1"/>
                </a:solidFill>
              </a:rPr>
              <a:t>Check if </a:t>
            </a:r>
            <a:r>
              <a:rPr lang="en" sz="2400" b="1" dirty="0">
                <a:solidFill>
                  <a:schemeClr val="tx1"/>
                </a:solidFill>
              </a:rPr>
              <a:t>TS(Ti) &lt; TS(Tj) </a:t>
            </a:r>
            <a:r>
              <a:rPr lang="en" sz="2400" dirty="0">
                <a:solidFill>
                  <a:schemeClr val="tx1"/>
                </a:solidFill>
              </a:rPr>
              <a:t>- If Ti is older transaction and has held some resource and if Tj is waiting for it, then Tj is killed and restarted later with the random delay but with the same timestamp. </a:t>
            </a:r>
            <a:endParaRPr sz="2400" dirty="0">
              <a:solidFill>
                <a:schemeClr val="tx1"/>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57"/>
        <p:cNvGrpSpPr/>
        <p:nvPr/>
      </p:nvGrpSpPr>
      <p:grpSpPr>
        <a:xfrm>
          <a:off x="0" y="0"/>
          <a:ext cx="0" cy="0"/>
          <a:chOff x="0" y="0"/>
          <a:chExt cx="0" cy="0"/>
        </a:xfrm>
      </p:grpSpPr>
      <p:sp>
        <p:nvSpPr>
          <p:cNvPr id="358" name="Google Shape;358;g1ae6f6cc1aa_0_0"/>
          <p:cNvSpPr txBox="1">
            <a:spLocks noGrp="1"/>
          </p:cNvSpPr>
          <p:nvPr>
            <p:ph type="title"/>
          </p:nvPr>
        </p:nvSpPr>
        <p:spPr>
          <a:prstGeom prst="rect">
            <a:avLst/>
          </a:prstGeom>
        </p:spPr>
        <p:txBody>
          <a:bodyPr spcFirstLastPara="1" vert="horz" wrap="square" lIns="121900" tIns="60933" rIns="121900" bIns="60933" rtlCol="0" anchor="ctr" anchorCtr="0">
            <a:normAutofit/>
          </a:bodyPr>
          <a:lstStyle/>
          <a:p>
            <a:pPr>
              <a:spcBef>
                <a:spcPts val="1000"/>
              </a:spcBef>
              <a:buClr>
                <a:schemeClr val="dk1"/>
              </a:buClr>
              <a:buSzPts val="1100"/>
            </a:pPr>
            <a:r>
              <a:rPr lang="en" sz="4400" b="1" dirty="0">
                <a:solidFill>
                  <a:schemeClr val="tx1"/>
                </a:solidFill>
              </a:rPr>
              <a:t>Wound wait scheme</a:t>
            </a:r>
            <a:endParaRPr sz="6600" b="1" dirty="0">
              <a:solidFill>
                <a:schemeClr val="tx1"/>
              </a:solidFill>
            </a:endParaRPr>
          </a:p>
        </p:txBody>
      </p:sp>
      <p:sp>
        <p:nvSpPr>
          <p:cNvPr id="359" name="Google Shape;359;g1ae6f6cc1aa_0_0"/>
          <p:cNvSpPr txBox="1">
            <a:spLocks noGrp="1"/>
          </p:cNvSpPr>
          <p:nvPr>
            <p:ph idx="1"/>
          </p:nvPr>
        </p:nvSpPr>
        <p:spPr>
          <a:prstGeom prst="rect">
            <a:avLst/>
          </a:prstGeom>
        </p:spPr>
        <p:txBody>
          <a:bodyPr spcFirstLastPara="1" vert="horz" wrap="square" lIns="121900" tIns="60933" rIns="121900" bIns="60933" rtlCol="0" anchor="t" anchorCtr="0">
            <a:normAutofit/>
          </a:bodyPr>
          <a:lstStyle/>
          <a:p>
            <a:pPr marL="0" indent="0" algn="just">
              <a:spcBef>
                <a:spcPts val="1000"/>
              </a:spcBef>
              <a:spcAft>
                <a:spcPts val="0"/>
              </a:spcAft>
              <a:buNone/>
            </a:pPr>
            <a:r>
              <a:rPr lang="en" sz="2400" dirty="0">
                <a:solidFill>
                  <a:schemeClr val="tx1"/>
                </a:solidFill>
              </a:rPr>
              <a:t>In wound wait scheme, if the older transaction requests for a resource which is held by the younger transaction, then older transaction forces younger one to kill the transaction and release the resource. After the minute delay, the younger transaction is restarted but with the same timestamp.</a:t>
            </a:r>
          </a:p>
          <a:p>
            <a:pPr marL="0" indent="0" algn="just">
              <a:spcBef>
                <a:spcPts val="1000"/>
              </a:spcBef>
              <a:spcAft>
                <a:spcPts val="0"/>
              </a:spcAft>
              <a:buNone/>
            </a:pPr>
            <a:endParaRPr sz="2400" dirty="0">
              <a:solidFill>
                <a:schemeClr val="tx1"/>
              </a:solidFill>
            </a:endParaRPr>
          </a:p>
          <a:p>
            <a:pPr marL="0" indent="0" algn="just">
              <a:spcBef>
                <a:spcPts val="1000"/>
              </a:spcBef>
              <a:spcAft>
                <a:spcPts val="0"/>
              </a:spcAft>
              <a:buNone/>
            </a:pPr>
            <a:r>
              <a:rPr lang="en" sz="2400" dirty="0">
                <a:solidFill>
                  <a:schemeClr val="tx1"/>
                </a:solidFill>
              </a:rPr>
              <a:t>If the older transaction has held a resource which is requested by the Younger transaction, then the younger transaction is asked to wait until older releases it.</a:t>
            </a:r>
            <a:endParaRPr sz="2400" dirty="0">
              <a:solidFill>
                <a:schemeClr val="tx1"/>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63"/>
        <p:cNvGrpSpPr/>
        <p:nvPr/>
      </p:nvGrpSpPr>
      <p:grpSpPr>
        <a:xfrm>
          <a:off x="0" y="0"/>
          <a:ext cx="0" cy="0"/>
          <a:chOff x="0" y="0"/>
          <a:chExt cx="0" cy="0"/>
        </a:xfrm>
      </p:grpSpPr>
      <p:sp>
        <p:nvSpPr>
          <p:cNvPr id="364" name="Google Shape;364;g1ae6f6cc1aa_0_11"/>
          <p:cNvSpPr txBox="1">
            <a:spLocks noGrp="1"/>
          </p:cNvSpPr>
          <p:nvPr>
            <p:ph type="title" idx="4294967295"/>
          </p:nvPr>
        </p:nvSpPr>
        <p:spPr>
          <a:xfrm>
            <a:off x="1886551" y="2468562"/>
            <a:ext cx="7886700" cy="1920875"/>
          </a:xfrm>
          <a:prstGeom prst="rect">
            <a:avLst/>
          </a:prstGeom>
        </p:spPr>
        <p:txBody>
          <a:bodyPr spcFirstLastPara="1" vert="horz" wrap="square" lIns="121900" tIns="60933" rIns="121900" bIns="60933" rtlCol="0" anchor="ctr" anchorCtr="0">
            <a:normAutofit/>
          </a:bodyPr>
          <a:lstStyle/>
          <a:p>
            <a:pPr algn="ctr">
              <a:spcBef>
                <a:spcPts val="0"/>
              </a:spcBef>
            </a:pPr>
            <a:r>
              <a:rPr lang="en" b="1" dirty="0">
                <a:solidFill>
                  <a:schemeClr val="tx1"/>
                </a:solidFill>
              </a:rPr>
              <a:t>Other Methods for Deadlock Prevention</a:t>
            </a:r>
            <a:endParaRPr b="1" dirty="0">
              <a:solidFill>
                <a:schemeClr val="tx1"/>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68"/>
        <p:cNvGrpSpPr/>
        <p:nvPr/>
      </p:nvGrpSpPr>
      <p:grpSpPr>
        <a:xfrm>
          <a:off x="0" y="0"/>
          <a:ext cx="0" cy="0"/>
          <a:chOff x="0" y="0"/>
          <a:chExt cx="0" cy="0"/>
        </a:xfrm>
      </p:grpSpPr>
      <p:graphicFrame>
        <p:nvGraphicFramePr>
          <p:cNvPr id="369" name="Google Shape;369;g1a212a27f36_0_0"/>
          <p:cNvGraphicFramePr/>
          <p:nvPr>
            <p:extLst>
              <p:ext uri="{D42A27DB-BD31-4B8C-83A1-F6EECF244321}">
                <p14:modId xmlns:p14="http://schemas.microsoft.com/office/powerpoint/2010/main" val="551429163"/>
              </p:ext>
            </p:extLst>
          </p:nvPr>
        </p:nvGraphicFramePr>
        <p:xfrm>
          <a:off x="2187816" y="435836"/>
          <a:ext cx="7603000" cy="5625772"/>
        </p:xfrm>
        <a:graphic>
          <a:graphicData uri="http://schemas.openxmlformats.org/drawingml/2006/table">
            <a:tbl>
              <a:tblPr>
                <a:noFill/>
              </a:tblPr>
              <a:tblGrid>
                <a:gridCol w="3801500">
                  <a:extLst>
                    <a:ext uri="{9D8B030D-6E8A-4147-A177-3AD203B41FA5}">
                      <a16:colId xmlns:a16="http://schemas.microsoft.com/office/drawing/2014/main" val="20000"/>
                    </a:ext>
                  </a:extLst>
                </a:gridCol>
                <a:gridCol w="3801500">
                  <a:extLst>
                    <a:ext uri="{9D8B030D-6E8A-4147-A177-3AD203B41FA5}">
                      <a16:colId xmlns:a16="http://schemas.microsoft.com/office/drawing/2014/main" val="20001"/>
                    </a:ext>
                  </a:extLst>
                </a:gridCol>
              </a:tblGrid>
              <a:tr h="765505">
                <a:tc>
                  <a:txBody>
                    <a:bodyPr/>
                    <a:lstStyle/>
                    <a:p>
                      <a:pPr marL="0" lvl="0" indent="0" algn="ctr" rtl="0">
                        <a:lnSpc>
                          <a:spcPct val="115000"/>
                        </a:lnSpc>
                        <a:spcBef>
                          <a:spcPts val="0"/>
                        </a:spcBef>
                        <a:spcAft>
                          <a:spcPts val="0"/>
                        </a:spcAft>
                        <a:buNone/>
                      </a:pPr>
                      <a:r>
                        <a:rPr lang="en" sz="3200" b="1" dirty="0">
                          <a:solidFill>
                            <a:schemeClr val="tx1"/>
                          </a:solidFill>
                          <a:highlight>
                            <a:srgbClr val="FFFFFF"/>
                          </a:highlight>
                        </a:rPr>
                        <a:t>Wait – Die </a:t>
                      </a:r>
                      <a:endParaRPr sz="3200" b="1" dirty="0">
                        <a:solidFill>
                          <a:schemeClr val="tx1"/>
                        </a:solidFill>
                        <a:highlight>
                          <a:srgbClr val="FFFFFF"/>
                        </a:highlight>
                      </a:endParaRPr>
                    </a:p>
                  </a:txBody>
                  <a:tcPr marL="127000" marR="127000" marT="127000" marB="127000" anchor="ctr"/>
                </a:tc>
                <a:tc>
                  <a:txBody>
                    <a:bodyPr/>
                    <a:lstStyle/>
                    <a:p>
                      <a:pPr marL="0" lvl="0" indent="0" algn="ctr" rtl="0">
                        <a:lnSpc>
                          <a:spcPct val="115000"/>
                        </a:lnSpc>
                        <a:spcBef>
                          <a:spcPts val="0"/>
                        </a:spcBef>
                        <a:spcAft>
                          <a:spcPts val="0"/>
                        </a:spcAft>
                        <a:buNone/>
                      </a:pPr>
                      <a:r>
                        <a:rPr lang="en" sz="3200" b="1" dirty="0">
                          <a:solidFill>
                            <a:schemeClr val="tx1"/>
                          </a:solidFill>
                          <a:highlight>
                            <a:srgbClr val="FFFFFF"/>
                          </a:highlight>
                        </a:rPr>
                        <a:t>Wound -Wait</a:t>
                      </a:r>
                      <a:endParaRPr sz="3200" b="1" dirty="0">
                        <a:solidFill>
                          <a:schemeClr val="tx1"/>
                        </a:solidFill>
                        <a:highlight>
                          <a:srgbClr val="FFFFFF"/>
                        </a:highlight>
                      </a:endParaRPr>
                    </a:p>
                  </a:txBody>
                  <a:tcPr marL="127000" marR="127000" marT="127000" marB="127000" anchor="ctr"/>
                </a:tc>
                <a:extLst>
                  <a:ext uri="{0D108BD9-81ED-4DB2-BD59-A6C34878D82A}">
                    <a16:rowId xmlns:a16="http://schemas.microsoft.com/office/drawing/2014/main" val="10000"/>
                  </a:ext>
                </a:extLst>
              </a:tr>
              <a:tr h="1327833">
                <a:tc>
                  <a:txBody>
                    <a:bodyPr/>
                    <a:lstStyle/>
                    <a:p>
                      <a:pPr marL="0" lvl="0" indent="0" algn="l" rtl="0">
                        <a:lnSpc>
                          <a:spcPct val="115000"/>
                        </a:lnSpc>
                        <a:spcBef>
                          <a:spcPts val="0"/>
                        </a:spcBef>
                        <a:spcAft>
                          <a:spcPts val="0"/>
                        </a:spcAft>
                        <a:buNone/>
                      </a:pPr>
                      <a:r>
                        <a:rPr lang="en" sz="2000">
                          <a:solidFill>
                            <a:schemeClr val="tx1"/>
                          </a:solidFill>
                          <a:highlight>
                            <a:srgbClr val="FFFFFF"/>
                          </a:highlight>
                        </a:rPr>
                        <a:t>It is based on a non-preemptive technique.</a:t>
                      </a:r>
                      <a:endParaRPr sz="2000">
                        <a:solidFill>
                          <a:schemeClr val="tx1"/>
                        </a:solidFill>
                        <a:highlight>
                          <a:srgbClr val="FFFFFF"/>
                        </a:highlight>
                      </a:endParaRPr>
                    </a:p>
                  </a:txBody>
                  <a:tcPr marL="127000" marR="127000" marT="177800" marB="177800" anchor="ctr"/>
                </a:tc>
                <a:tc>
                  <a:txBody>
                    <a:bodyPr/>
                    <a:lstStyle/>
                    <a:p>
                      <a:pPr marL="0" lvl="0" indent="0" algn="l" rtl="0">
                        <a:lnSpc>
                          <a:spcPct val="115000"/>
                        </a:lnSpc>
                        <a:spcBef>
                          <a:spcPts val="0"/>
                        </a:spcBef>
                        <a:spcAft>
                          <a:spcPts val="0"/>
                        </a:spcAft>
                        <a:buNone/>
                      </a:pPr>
                      <a:r>
                        <a:rPr lang="en" sz="2000" dirty="0">
                          <a:solidFill>
                            <a:schemeClr val="tx1"/>
                          </a:solidFill>
                          <a:highlight>
                            <a:srgbClr val="FFFFFF"/>
                          </a:highlight>
                        </a:rPr>
                        <a:t>It is based on a preemptive technique.</a:t>
                      </a:r>
                      <a:endParaRPr sz="2000" dirty="0">
                        <a:solidFill>
                          <a:schemeClr val="tx1"/>
                        </a:solidFill>
                        <a:highlight>
                          <a:srgbClr val="FFFFFF"/>
                        </a:highlight>
                      </a:endParaRPr>
                    </a:p>
                  </a:txBody>
                  <a:tcPr marL="127000" marR="127000" marT="177800" marB="177800" anchor="ctr"/>
                </a:tc>
                <a:extLst>
                  <a:ext uri="{0D108BD9-81ED-4DB2-BD59-A6C34878D82A}">
                    <a16:rowId xmlns:a16="http://schemas.microsoft.com/office/drawing/2014/main" val="10001"/>
                  </a:ext>
                </a:extLst>
              </a:tr>
              <a:tr h="1758000">
                <a:tc>
                  <a:txBody>
                    <a:bodyPr/>
                    <a:lstStyle/>
                    <a:p>
                      <a:pPr marL="0" lvl="0" indent="0" algn="l" rtl="0">
                        <a:lnSpc>
                          <a:spcPct val="115000"/>
                        </a:lnSpc>
                        <a:spcBef>
                          <a:spcPts val="0"/>
                        </a:spcBef>
                        <a:spcAft>
                          <a:spcPts val="0"/>
                        </a:spcAft>
                        <a:buNone/>
                      </a:pPr>
                      <a:r>
                        <a:rPr lang="en" sz="2000">
                          <a:solidFill>
                            <a:schemeClr val="tx1"/>
                          </a:solidFill>
                          <a:highlight>
                            <a:srgbClr val="FFFFFF"/>
                          </a:highlight>
                        </a:rPr>
                        <a:t>In this, older transactions must wait for the younger one to release its data items.</a:t>
                      </a:r>
                      <a:endParaRPr sz="2000">
                        <a:solidFill>
                          <a:schemeClr val="tx1"/>
                        </a:solidFill>
                        <a:highlight>
                          <a:srgbClr val="FFFFFF"/>
                        </a:highlight>
                      </a:endParaRPr>
                    </a:p>
                  </a:txBody>
                  <a:tcPr marL="127000" marR="127000" marT="177800" marB="177800" anchor="ctr"/>
                </a:tc>
                <a:tc>
                  <a:txBody>
                    <a:bodyPr/>
                    <a:lstStyle/>
                    <a:p>
                      <a:pPr marL="0" lvl="0" indent="0" algn="l" rtl="0">
                        <a:lnSpc>
                          <a:spcPct val="115000"/>
                        </a:lnSpc>
                        <a:spcBef>
                          <a:spcPts val="0"/>
                        </a:spcBef>
                        <a:spcAft>
                          <a:spcPts val="0"/>
                        </a:spcAft>
                        <a:buNone/>
                      </a:pPr>
                      <a:r>
                        <a:rPr lang="en" sz="2000">
                          <a:solidFill>
                            <a:schemeClr val="tx1"/>
                          </a:solidFill>
                          <a:highlight>
                            <a:srgbClr val="FFFFFF"/>
                          </a:highlight>
                        </a:rPr>
                        <a:t>In this, older transactions never wait for younger transactions. </a:t>
                      </a:r>
                      <a:endParaRPr sz="2000">
                        <a:solidFill>
                          <a:schemeClr val="tx1"/>
                        </a:solidFill>
                        <a:highlight>
                          <a:srgbClr val="FFFFFF"/>
                        </a:highlight>
                      </a:endParaRPr>
                    </a:p>
                  </a:txBody>
                  <a:tcPr marL="127000" marR="127000" marT="177800" marB="177800" anchor="ctr"/>
                </a:tc>
                <a:extLst>
                  <a:ext uri="{0D108BD9-81ED-4DB2-BD59-A6C34878D82A}">
                    <a16:rowId xmlns:a16="http://schemas.microsoft.com/office/drawing/2014/main" val="10002"/>
                  </a:ext>
                </a:extLst>
              </a:tr>
              <a:tr h="1758000">
                <a:tc>
                  <a:txBody>
                    <a:bodyPr/>
                    <a:lstStyle/>
                    <a:p>
                      <a:pPr marL="0" lvl="0" indent="0" algn="l" rtl="0">
                        <a:lnSpc>
                          <a:spcPct val="115000"/>
                        </a:lnSpc>
                        <a:spcBef>
                          <a:spcPts val="0"/>
                        </a:spcBef>
                        <a:spcAft>
                          <a:spcPts val="0"/>
                        </a:spcAft>
                        <a:buNone/>
                      </a:pPr>
                      <a:r>
                        <a:rPr lang="en" sz="2000">
                          <a:solidFill>
                            <a:schemeClr val="tx1"/>
                          </a:solidFill>
                          <a:highlight>
                            <a:srgbClr val="FFFFFF"/>
                          </a:highlight>
                        </a:rPr>
                        <a:t>The number of aborts and rollback is higher in these techniques.</a:t>
                      </a:r>
                      <a:endParaRPr sz="2000">
                        <a:solidFill>
                          <a:schemeClr val="tx1"/>
                        </a:solidFill>
                        <a:highlight>
                          <a:srgbClr val="FFFFFF"/>
                        </a:highlight>
                      </a:endParaRPr>
                    </a:p>
                  </a:txBody>
                  <a:tcPr marL="127000" marR="127000" marT="177800" marB="177800" anchor="ctr"/>
                </a:tc>
                <a:tc>
                  <a:txBody>
                    <a:bodyPr/>
                    <a:lstStyle/>
                    <a:p>
                      <a:pPr marL="0" lvl="0" indent="0" algn="l" rtl="0">
                        <a:lnSpc>
                          <a:spcPct val="115000"/>
                        </a:lnSpc>
                        <a:spcBef>
                          <a:spcPts val="0"/>
                        </a:spcBef>
                        <a:spcAft>
                          <a:spcPts val="0"/>
                        </a:spcAft>
                        <a:buNone/>
                      </a:pPr>
                      <a:r>
                        <a:rPr lang="en" sz="2000" dirty="0">
                          <a:solidFill>
                            <a:schemeClr val="tx1"/>
                          </a:solidFill>
                          <a:highlight>
                            <a:srgbClr val="FFFFFF"/>
                          </a:highlight>
                        </a:rPr>
                        <a:t>In this, the number of aborts and rollback is lesser.</a:t>
                      </a:r>
                      <a:endParaRPr sz="2000" dirty="0">
                        <a:solidFill>
                          <a:schemeClr val="tx1"/>
                        </a:solidFill>
                        <a:highlight>
                          <a:srgbClr val="FFFFFF"/>
                        </a:highlight>
                      </a:endParaRPr>
                    </a:p>
                  </a:txBody>
                  <a:tcPr marL="127000" marR="127000" marT="177800" marB="177800" anchor="ctr"/>
                </a:tc>
                <a:extLst>
                  <a:ext uri="{0D108BD9-81ED-4DB2-BD59-A6C34878D82A}">
                    <a16:rowId xmlns:a16="http://schemas.microsoft.com/office/drawing/2014/main" val="10003"/>
                  </a:ext>
                </a:extLst>
              </a:tr>
            </a:tbl>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73"/>
        <p:cNvGrpSpPr/>
        <p:nvPr/>
      </p:nvGrpSpPr>
      <p:grpSpPr>
        <a:xfrm>
          <a:off x="0" y="0"/>
          <a:ext cx="0" cy="0"/>
          <a:chOff x="0" y="0"/>
          <a:chExt cx="0" cy="0"/>
        </a:xfrm>
      </p:grpSpPr>
      <p:sp>
        <p:nvSpPr>
          <p:cNvPr id="374" name="Google Shape;374;g1a212a27f36_0_23"/>
          <p:cNvSpPr txBox="1">
            <a:spLocks noGrp="1"/>
          </p:cNvSpPr>
          <p:nvPr>
            <p:ph type="title"/>
          </p:nvPr>
        </p:nvSpPr>
        <p:spPr>
          <a:xfrm>
            <a:off x="1097280" y="568618"/>
            <a:ext cx="10058400" cy="1450757"/>
          </a:xfrm>
          <a:prstGeom prst="rect">
            <a:avLst/>
          </a:prstGeom>
        </p:spPr>
        <p:txBody>
          <a:bodyPr spcFirstLastPara="1" vert="horz" wrap="square" lIns="121900" tIns="60933" rIns="121900" bIns="60933" rtlCol="0" anchor="ctr" anchorCtr="0">
            <a:normAutofit/>
          </a:bodyPr>
          <a:lstStyle/>
          <a:p>
            <a:pPr>
              <a:spcBef>
                <a:spcPts val="0"/>
              </a:spcBef>
            </a:pPr>
            <a:r>
              <a:rPr lang="en" b="1" dirty="0">
                <a:solidFill>
                  <a:schemeClr val="tx1"/>
                </a:solidFill>
              </a:rPr>
              <a:t>No Waiting (NW)</a:t>
            </a:r>
            <a:endParaRPr b="1" dirty="0">
              <a:solidFill>
                <a:schemeClr val="tx1"/>
              </a:solidFill>
            </a:endParaRPr>
          </a:p>
        </p:txBody>
      </p:sp>
      <p:sp>
        <p:nvSpPr>
          <p:cNvPr id="375" name="Google Shape;375;g1a212a27f36_0_23"/>
          <p:cNvSpPr txBox="1">
            <a:spLocks noGrp="1"/>
          </p:cNvSpPr>
          <p:nvPr>
            <p:ph idx="1"/>
          </p:nvPr>
        </p:nvSpPr>
        <p:spPr>
          <a:prstGeom prst="rect">
            <a:avLst/>
          </a:prstGeom>
        </p:spPr>
        <p:txBody>
          <a:bodyPr spcFirstLastPara="1" vert="horz" wrap="square" lIns="121900" tIns="60933" rIns="121900" bIns="60933" rtlCol="0" anchor="t" anchorCtr="0">
            <a:normAutofit/>
          </a:bodyPr>
          <a:lstStyle/>
          <a:p>
            <a:pPr>
              <a:spcBef>
                <a:spcPts val="1000"/>
              </a:spcBef>
              <a:spcAft>
                <a:spcPts val="0"/>
              </a:spcAft>
              <a:buFont typeface="Arial" panose="020B0604020202020204" pitchFamily="34" charset="0"/>
              <a:buChar char="•"/>
            </a:pPr>
            <a:r>
              <a:rPr lang="en" sz="2400" dirty="0">
                <a:solidFill>
                  <a:schemeClr val="tx1"/>
                </a:solidFill>
              </a:rPr>
              <a:t>Another group of protocols that prevent deadlock do not require timestamps.</a:t>
            </a:r>
            <a:endParaRPr sz="2400" dirty="0">
              <a:solidFill>
                <a:schemeClr val="tx1"/>
              </a:solidFill>
            </a:endParaRPr>
          </a:p>
          <a:p>
            <a:pPr>
              <a:spcBef>
                <a:spcPts val="1000"/>
              </a:spcBef>
              <a:spcAft>
                <a:spcPts val="0"/>
              </a:spcAft>
              <a:buFont typeface="Arial" panose="020B0604020202020204" pitchFamily="34" charset="0"/>
              <a:buChar char="•"/>
            </a:pPr>
            <a:r>
              <a:rPr lang="en" sz="2400" dirty="0">
                <a:solidFill>
                  <a:schemeClr val="tx1"/>
                </a:solidFill>
              </a:rPr>
              <a:t>These include the no waiting (NW) and cautious waiting (CW) algorithms. </a:t>
            </a:r>
            <a:endParaRPr sz="2400" dirty="0">
              <a:solidFill>
                <a:schemeClr val="tx1"/>
              </a:solidFill>
            </a:endParaRPr>
          </a:p>
          <a:p>
            <a:pPr>
              <a:spcBef>
                <a:spcPts val="1000"/>
              </a:spcBef>
              <a:spcAft>
                <a:spcPts val="0"/>
              </a:spcAft>
              <a:buFont typeface="Arial" panose="020B0604020202020204" pitchFamily="34" charset="0"/>
              <a:buChar char="•"/>
            </a:pPr>
            <a:r>
              <a:rPr lang="en" sz="2400" dirty="0">
                <a:solidFill>
                  <a:schemeClr val="tx1"/>
                </a:solidFill>
              </a:rPr>
              <a:t>In the no waiting algorithm, if a transaction is unable to obtain a lock, it is immediately aborted and then restarted after a certain time delay without checking whether a deadlock will actually occur or not. </a:t>
            </a:r>
            <a:endParaRPr sz="2400" dirty="0">
              <a:solidFill>
                <a:schemeClr val="tx1"/>
              </a:solidFill>
            </a:endParaRPr>
          </a:p>
          <a:p>
            <a:pPr>
              <a:spcBef>
                <a:spcPts val="1000"/>
              </a:spcBef>
              <a:spcAft>
                <a:spcPts val="0"/>
              </a:spcAft>
              <a:buFont typeface="Arial" panose="020B0604020202020204" pitchFamily="34" charset="0"/>
              <a:buChar char="•"/>
            </a:pPr>
            <a:r>
              <a:rPr lang="en" sz="2400" dirty="0">
                <a:solidFill>
                  <a:schemeClr val="tx1"/>
                </a:solidFill>
              </a:rPr>
              <a:t>In this case, no transaction ever waits, so no deadlock will occur. </a:t>
            </a:r>
            <a:endParaRPr sz="2400" dirty="0">
              <a:solidFill>
                <a:schemeClr val="tx1"/>
              </a:solidFill>
            </a:endParaRPr>
          </a:p>
          <a:p>
            <a:pPr>
              <a:spcBef>
                <a:spcPts val="1000"/>
              </a:spcBef>
              <a:spcAft>
                <a:spcPts val="0"/>
              </a:spcAft>
              <a:buFont typeface="Arial" panose="020B0604020202020204" pitchFamily="34" charset="0"/>
              <a:buChar char="•"/>
            </a:pPr>
            <a:r>
              <a:rPr lang="en" sz="2400" dirty="0">
                <a:solidFill>
                  <a:schemeClr val="tx1"/>
                </a:solidFill>
              </a:rPr>
              <a:t>However, this scheme can cause transactions to abort and restart needlessly.</a:t>
            </a:r>
            <a:endParaRPr sz="2400" dirty="0">
              <a:solidFill>
                <a:schemeClr val="tx1"/>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379"/>
        <p:cNvGrpSpPr/>
        <p:nvPr/>
      </p:nvGrpSpPr>
      <p:grpSpPr>
        <a:xfrm>
          <a:off x="0" y="0"/>
          <a:ext cx="0" cy="0"/>
          <a:chOff x="0" y="0"/>
          <a:chExt cx="0" cy="0"/>
        </a:xfrm>
      </p:grpSpPr>
      <p:sp>
        <p:nvSpPr>
          <p:cNvPr id="380" name="Google Shape;380;g1a212a27f36_0_28"/>
          <p:cNvSpPr txBox="1">
            <a:spLocks noGrp="1"/>
          </p:cNvSpPr>
          <p:nvPr>
            <p:ph type="title"/>
          </p:nvPr>
        </p:nvSpPr>
        <p:spPr>
          <a:xfrm>
            <a:off x="1036320" y="602798"/>
            <a:ext cx="10058400" cy="1450757"/>
          </a:xfrm>
          <a:prstGeom prst="rect">
            <a:avLst/>
          </a:prstGeom>
        </p:spPr>
        <p:txBody>
          <a:bodyPr spcFirstLastPara="1" vert="horz" wrap="square" lIns="121900" tIns="60933" rIns="121900" bIns="60933" rtlCol="0" anchor="ctr" anchorCtr="0">
            <a:normAutofit/>
          </a:bodyPr>
          <a:lstStyle/>
          <a:p>
            <a:pPr>
              <a:spcBef>
                <a:spcPts val="0"/>
              </a:spcBef>
            </a:pPr>
            <a:r>
              <a:rPr lang="en" b="1" dirty="0">
                <a:solidFill>
                  <a:schemeClr val="tx1"/>
                </a:solidFill>
              </a:rPr>
              <a:t>Cautious Waiting</a:t>
            </a:r>
            <a:endParaRPr b="1" dirty="0">
              <a:solidFill>
                <a:schemeClr val="tx1"/>
              </a:solidFill>
            </a:endParaRPr>
          </a:p>
        </p:txBody>
      </p:sp>
      <p:sp>
        <p:nvSpPr>
          <p:cNvPr id="381" name="Google Shape;381;g1a212a27f36_0_28"/>
          <p:cNvSpPr txBox="1">
            <a:spLocks noGrp="1"/>
          </p:cNvSpPr>
          <p:nvPr>
            <p:ph idx="1"/>
          </p:nvPr>
        </p:nvSpPr>
        <p:spPr>
          <a:prstGeom prst="rect">
            <a:avLst/>
          </a:prstGeom>
        </p:spPr>
        <p:txBody>
          <a:bodyPr spcFirstLastPara="1" vert="horz" wrap="square" lIns="121900" tIns="60933" rIns="121900" bIns="60933" rtlCol="0" anchor="t" anchorCtr="0">
            <a:normAutofit/>
          </a:bodyPr>
          <a:lstStyle/>
          <a:p>
            <a:pPr>
              <a:spcBef>
                <a:spcPts val="1000"/>
              </a:spcBef>
              <a:spcAft>
                <a:spcPts val="0"/>
              </a:spcAft>
              <a:buFont typeface="Arial" panose="020B0604020202020204" pitchFamily="34" charset="0"/>
              <a:buChar char="•"/>
            </a:pPr>
            <a:r>
              <a:rPr lang="en" sz="2400" dirty="0">
                <a:solidFill>
                  <a:schemeClr val="tx1"/>
                </a:solidFill>
              </a:rPr>
              <a:t>The cautious waiting algorithm was proposed to try to reduce the number of needless aborts/restarts. </a:t>
            </a:r>
            <a:endParaRPr sz="2400" dirty="0">
              <a:solidFill>
                <a:schemeClr val="tx1"/>
              </a:solidFill>
            </a:endParaRPr>
          </a:p>
          <a:p>
            <a:pPr>
              <a:spcBef>
                <a:spcPts val="1000"/>
              </a:spcBef>
              <a:spcAft>
                <a:spcPts val="0"/>
              </a:spcAft>
              <a:buFont typeface="Arial" panose="020B0604020202020204" pitchFamily="34" charset="0"/>
              <a:buChar char="•"/>
            </a:pPr>
            <a:r>
              <a:rPr lang="en" sz="2400" dirty="0">
                <a:solidFill>
                  <a:schemeClr val="tx1"/>
                </a:solidFill>
              </a:rPr>
              <a:t>Suppose that transaction Ti tries to lock an item X but is not able to do so because X is locked by some other transaction Tj with a conflicting lock. The cautious waiting rule is as follows:</a:t>
            </a:r>
            <a:endParaRPr sz="2400" dirty="0">
              <a:solidFill>
                <a:schemeClr val="tx1"/>
              </a:solidFill>
            </a:endParaRPr>
          </a:p>
          <a:p>
            <a:pPr>
              <a:spcBef>
                <a:spcPts val="1000"/>
              </a:spcBef>
              <a:spcAft>
                <a:spcPts val="0"/>
              </a:spcAft>
              <a:buFont typeface="Arial" panose="020B0604020202020204" pitchFamily="34" charset="0"/>
              <a:buChar char="•"/>
            </a:pPr>
            <a:r>
              <a:rPr lang="en" sz="2400" dirty="0">
                <a:solidFill>
                  <a:schemeClr val="tx1"/>
                </a:solidFill>
              </a:rPr>
              <a:t>■ </a:t>
            </a:r>
            <a:r>
              <a:rPr lang="en" sz="2400" dirty="0">
                <a:solidFill>
                  <a:schemeClr val="accent2"/>
                </a:solidFill>
              </a:rPr>
              <a:t>Cautious waiting</a:t>
            </a:r>
            <a:r>
              <a:rPr lang="en" sz="2400" dirty="0">
                <a:solidFill>
                  <a:schemeClr val="tx1"/>
                </a:solidFill>
              </a:rPr>
              <a:t>. If Tj is not blocked (not waiting for some other locked item), then Ti is blocked and allowed to wait; otherwise abort Ti.</a:t>
            </a:r>
            <a:endParaRPr sz="2400" dirty="0">
              <a:solidFill>
                <a:schemeClr val="tx1"/>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385"/>
        <p:cNvGrpSpPr/>
        <p:nvPr/>
      </p:nvGrpSpPr>
      <p:grpSpPr>
        <a:xfrm>
          <a:off x="0" y="0"/>
          <a:ext cx="0" cy="0"/>
          <a:chOff x="0" y="0"/>
          <a:chExt cx="0" cy="0"/>
        </a:xfrm>
      </p:grpSpPr>
      <p:sp>
        <p:nvSpPr>
          <p:cNvPr id="386" name="Google Shape;386;p29"/>
          <p:cNvSpPr txBox="1">
            <a:spLocks noGrp="1"/>
          </p:cNvSpPr>
          <p:nvPr>
            <p:ph type="title"/>
          </p:nvPr>
        </p:nvSpPr>
        <p:spPr>
          <a:xfrm>
            <a:off x="1007515" y="746535"/>
            <a:ext cx="10742952" cy="994200"/>
          </a:xfrm>
          <a:prstGeom prst="rect">
            <a:avLst/>
          </a:prstGeom>
          <a:noFill/>
          <a:ln>
            <a:noFill/>
          </a:ln>
        </p:spPr>
        <p:txBody>
          <a:bodyPr spcFirstLastPara="1" vert="horz" wrap="square" lIns="91400" tIns="45700" rIns="91400" bIns="45700" rtlCol="0" anchor="b" anchorCtr="0">
            <a:normAutofit fontScale="90000"/>
          </a:bodyPr>
          <a:lstStyle/>
          <a:p>
            <a:pPr>
              <a:lnSpc>
                <a:spcPct val="90000"/>
              </a:lnSpc>
              <a:spcBef>
                <a:spcPts val="0"/>
              </a:spcBef>
              <a:buClr>
                <a:schemeClr val="dk1"/>
              </a:buClr>
              <a:buSzPct val="55555"/>
            </a:pPr>
            <a:r>
              <a:rPr lang="en" b="1" dirty="0">
                <a:solidFill>
                  <a:schemeClr val="tx1"/>
                </a:solidFill>
              </a:rPr>
              <a:t>Dealing with Deadlock and Starvation (cont’d.)</a:t>
            </a:r>
            <a:endParaRPr b="1" dirty="0">
              <a:solidFill>
                <a:schemeClr val="tx1"/>
              </a:solidFill>
            </a:endParaRPr>
          </a:p>
        </p:txBody>
      </p:sp>
      <p:sp>
        <p:nvSpPr>
          <p:cNvPr id="387" name="Google Shape;387;p29"/>
          <p:cNvSpPr txBox="1">
            <a:spLocks noGrp="1"/>
          </p:cNvSpPr>
          <p:nvPr>
            <p:ph idx="1"/>
          </p:nvPr>
        </p:nvSpPr>
        <p:spPr>
          <a:xfrm>
            <a:off x="1092973" y="1853866"/>
            <a:ext cx="10572036" cy="3263400"/>
          </a:xfrm>
          <a:prstGeom prst="rect">
            <a:avLst/>
          </a:prstGeom>
          <a:noFill/>
          <a:ln>
            <a:noFill/>
          </a:ln>
        </p:spPr>
        <p:txBody>
          <a:bodyPr spcFirstLastPara="1" vert="horz" wrap="square" lIns="91400" tIns="45700" rIns="0" bIns="45700" rtlCol="0" anchor="t" anchorCtr="0">
            <a:normAutofit/>
          </a:bodyPr>
          <a:lstStyle/>
          <a:p>
            <a:pPr marL="8003" indent="0">
              <a:spcBef>
                <a:spcPts val="0"/>
              </a:spcBef>
              <a:buSzPct val="59999"/>
              <a:buNone/>
            </a:pPr>
            <a:r>
              <a:rPr lang="en" sz="2800" dirty="0">
                <a:solidFill>
                  <a:schemeClr val="tx1"/>
                </a:solidFill>
              </a:rPr>
              <a:t>No waiting algorithm</a:t>
            </a:r>
            <a:endParaRPr sz="2800" dirty="0">
              <a:solidFill>
                <a:schemeClr val="tx1"/>
              </a:solidFill>
            </a:endParaRPr>
          </a:p>
          <a:p>
            <a:pPr marL="844991" lvl="1" indent="-380990">
              <a:spcBef>
                <a:spcPts val="520"/>
              </a:spcBef>
              <a:buSzPct val="59583"/>
              <a:buFont typeface="Arial" panose="020B0604020202020204" pitchFamily="34" charset="0"/>
              <a:buChar char="•"/>
            </a:pPr>
            <a:r>
              <a:rPr lang="en" sz="2400" dirty="0">
                <a:solidFill>
                  <a:schemeClr val="tx1"/>
                </a:solidFill>
              </a:rPr>
              <a:t>If transaction unable to obtain a lock, immediately aborted and restarted later</a:t>
            </a:r>
            <a:endParaRPr sz="2400" dirty="0">
              <a:solidFill>
                <a:schemeClr val="tx1"/>
              </a:solidFill>
            </a:endParaRPr>
          </a:p>
          <a:p>
            <a:pPr marL="487668" indent="-380990">
              <a:spcBef>
                <a:spcPts val="560"/>
              </a:spcBef>
              <a:buSzPct val="59999"/>
              <a:buFont typeface="Arial" panose="020B0604020202020204" pitchFamily="34" charset="0"/>
              <a:buChar char="•"/>
            </a:pPr>
            <a:endParaRPr sz="2800" dirty="0">
              <a:solidFill>
                <a:schemeClr val="tx1"/>
              </a:solidFill>
            </a:endParaRPr>
          </a:p>
          <a:p>
            <a:pPr marL="8003" indent="0">
              <a:spcBef>
                <a:spcPts val="560"/>
              </a:spcBef>
              <a:buSzPct val="59999"/>
              <a:buNone/>
            </a:pPr>
            <a:r>
              <a:rPr lang="en" sz="2800" dirty="0">
                <a:solidFill>
                  <a:schemeClr val="tx1"/>
                </a:solidFill>
              </a:rPr>
              <a:t>Deadlock detection</a:t>
            </a:r>
            <a:endParaRPr sz="2800" dirty="0">
              <a:solidFill>
                <a:schemeClr val="tx1"/>
              </a:solidFill>
            </a:endParaRPr>
          </a:p>
          <a:p>
            <a:pPr marL="844991" lvl="1" indent="-380990">
              <a:spcBef>
                <a:spcPts val="520"/>
              </a:spcBef>
              <a:buSzPct val="59583"/>
              <a:buFont typeface="Arial" panose="020B0604020202020204" pitchFamily="34" charset="0"/>
              <a:buChar char="•"/>
            </a:pPr>
            <a:r>
              <a:rPr lang="en" sz="2400" dirty="0">
                <a:solidFill>
                  <a:schemeClr val="tx1"/>
                </a:solidFill>
              </a:rPr>
              <a:t>System checks to see if a state of deadlock exists</a:t>
            </a:r>
            <a:endParaRPr sz="2400" dirty="0">
              <a:solidFill>
                <a:schemeClr val="tx1"/>
              </a:solidFill>
            </a:endParaRPr>
          </a:p>
          <a:p>
            <a:pPr marL="844991" lvl="1" indent="-380990">
              <a:spcBef>
                <a:spcPts val="520"/>
              </a:spcBef>
              <a:buSzPct val="59583"/>
              <a:buFont typeface="Arial" panose="020B0604020202020204" pitchFamily="34" charset="0"/>
              <a:buChar char="•"/>
            </a:pPr>
            <a:r>
              <a:rPr lang="en" sz="2400" dirty="0">
                <a:solidFill>
                  <a:schemeClr val="tx1"/>
                </a:solidFill>
              </a:rPr>
              <a:t>Wait-for graph (a state of deadlock if and only if the wait-for graph has a cycle)</a:t>
            </a:r>
            <a:endParaRPr sz="2400" dirty="0">
              <a:solidFill>
                <a:schemeClr val="tx1"/>
              </a:solidFill>
            </a:endParaRPr>
          </a:p>
        </p:txBody>
      </p:sp>
      <p:sp>
        <p:nvSpPr>
          <p:cNvPr id="388" name="Google Shape;388;p29"/>
          <p:cNvSpPr txBox="1">
            <a:spLocks noGrp="1"/>
          </p:cNvSpPr>
          <p:nvPr>
            <p:ph type="sldNum" sz="quarter" idx="12"/>
          </p:nvPr>
        </p:nvSpPr>
        <p:spPr>
          <a:xfrm>
            <a:off x="7981951" y="5624514"/>
            <a:ext cx="2057400" cy="273900"/>
          </a:xfrm>
          <a:prstGeom prst="rect">
            <a:avLst/>
          </a:prstGeom>
          <a:noFill/>
          <a:ln>
            <a:noFill/>
          </a:ln>
        </p:spPr>
        <p:txBody>
          <a:bodyPr spcFirstLastPara="1" vert="horz" wrap="square" lIns="91400" tIns="45700" rIns="91400" bIns="45700" rtlCol="0" anchor="b" anchorCtr="0">
            <a:noAutofit/>
          </a:bodyPr>
          <a:lstStyle/>
          <a:p>
            <a:pPr>
              <a:buClr>
                <a:srgbClr val="000000"/>
              </a:buClr>
              <a:buSzPts val="1200"/>
            </a:pPr>
            <a:fld id="{00000000-1234-1234-1234-123412341234}" type="slidenum">
              <a:rPr lang="en"/>
              <a:pPr>
                <a:buClr>
                  <a:srgbClr val="000000"/>
                </a:buClr>
                <a:buSzPts val="1200"/>
              </a:pPr>
              <a:t>46</a:t>
            </a:fld>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392"/>
        <p:cNvGrpSpPr/>
        <p:nvPr/>
      </p:nvGrpSpPr>
      <p:grpSpPr>
        <a:xfrm>
          <a:off x="0" y="0"/>
          <a:ext cx="0" cy="0"/>
          <a:chOff x="0" y="0"/>
          <a:chExt cx="0" cy="0"/>
        </a:xfrm>
      </p:grpSpPr>
      <p:sp>
        <p:nvSpPr>
          <p:cNvPr id="393" name="Google Shape;393;p30"/>
          <p:cNvSpPr txBox="1">
            <a:spLocks noGrp="1"/>
          </p:cNvSpPr>
          <p:nvPr>
            <p:ph type="title"/>
          </p:nvPr>
        </p:nvSpPr>
        <p:spPr>
          <a:xfrm>
            <a:off x="957129" y="797809"/>
            <a:ext cx="10818976" cy="994200"/>
          </a:xfrm>
          <a:prstGeom prst="rect">
            <a:avLst/>
          </a:prstGeom>
          <a:noFill/>
          <a:ln>
            <a:noFill/>
          </a:ln>
        </p:spPr>
        <p:txBody>
          <a:bodyPr spcFirstLastPara="1" vert="horz" wrap="square" lIns="91400" tIns="45700" rIns="91400" bIns="45700" rtlCol="0" anchor="b" anchorCtr="0">
            <a:normAutofit fontScale="90000"/>
          </a:bodyPr>
          <a:lstStyle/>
          <a:p>
            <a:pPr>
              <a:lnSpc>
                <a:spcPct val="90000"/>
              </a:lnSpc>
              <a:spcBef>
                <a:spcPts val="0"/>
              </a:spcBef>
              <a:buClr>
                <a:schemeClr val="dk1"/>
              </a:buClr>
              <a:buSzPct val="55555"/>
            </a:pPr>
            <a:r>
              <a:rPr lang="en" b="1" dirty="0">
                <a:solidFill>
                  <a:schemeClr val="tx1"/>
                </a:solidFill>
              </a:rPr>
              <a:t>Dealing with Deadlock and Starvation (cont’d.)</a:t>
            </a:r>
            <a:endParaRPr b="1" dirty="0">
              <a:solidFill>
                <a:schemeClr val="tx1"/>
              </a:solidFill>
            </a:endParaRPr>
          </a:p>
        </p:txBody>
      </p:sp>
      <p:sp>
        <p:nvSpPr>
          <p:cNvPr id="394" name="Google Shape;394;p30"/>
          <p:cNvSpPr txBox="1">
            <a:spLocks noGrp="1"/>
          </p:cNvSpPr>
          <p:nvPr>
            <p:ph idx="1"/>
          </p:nvPr>
        </p:nvSpPr>
        <p:spPr>
          <a:xfrm>
            <a:off x="621960" y="1882666"/>
            <a:ext cx="10818976" cy="4615116"/>
          </a:xfrm>
          <a:prstGeom prst="rect">
            <a:avLst/>
          </a:prstGeom>
          <a:noFill/>
          <a:ln>
            <a:noFill/>
          </a:ln>
        </p:spPr>
        <p:txBody>
          <a:bodyPr spcFirstLastPara="1" vert="horz" wrap="square" lIns="91400" tIns="45700" rIns="0" bIns="45700" rtlCol="0" anchor="t" anchorCtr="0">
            <a:normAutofit/>
          </a:bodyPr>
          <a:lstStyle/>
          <a:p>
            <a:pPr marL="387848" indent="-380990">
              <a:spcBef>
                <a:spcPts val="0"/>
              </a:spcBef>
              <a:buSzPct val="59999"/>
            </a:pPr>
            <a:r>
              <a:rPr lang="en" sz="2400" b="1" dirty="0">
                <a:solidFill>
                  <a:schemeClr val="tx1"/>
                </a:solidFill>
              </a:rPr>
              <a:t>Victim selection</a:t>
            </a:r>
            <a:endParaRPr b="1" dirty="0">
              <a:solidFill>
                <a:schemeClr val="tx1"/>
              </a:solidFill>
            </a:endParaRPr>
          </a:p>
          <a:p>
            <a:pPr marL="844467" lvl="1" indent="-380990">
              <a:spcBef>
                <a:spcPts val="480"/>
              </a:spcBef>
              <a:buSzPct val="54999"/>
            </a:pPr>
            <a:r>
              <a:rPr lang="en" sz="2400" dirty="0">
                <a:solidFill>
                  <a:schemeClr val="tx1"/>
                </a:solidFill>
              </a:rPr>
              <a:t>Deciding which transaction to abort in case of deadlock (avoid selecting transactions that have been running for a long time)</a:t>
            </a:r>
            <a:endParaRPr dirty="0">
              <a:solidFill>
                <a:schemeClr val="tx1"/>
              </a:solidFill>
            </a:endParaRPr>
          </a:p>
          <a:p>
            <a:pPr marL="387848" indent="-380990">
              <a:spcBef>
                <a:spcPts val="480"/>
              </a:spcBef>
              <a:buSzPct val="59999"/>
            </a:pPr>
            <a:r>
              <a:rPr lang="en" sz="2400" b="1" dirty="0">
                <a:solidFill>
                  <a:schemeClr val="tx1"/>
                </a:solidFill>
              </a:rPr>
              <a:t>Timeouts</a:t>
            </a:r>
            <a:endParaRPr b="1" dirty="0">
              <a:solidFill>
                <a:schemeClr val="tx1"/>
              </a:solidFill>
            </a:endParaRPr>
          </a:p>
          <a:p>
            <a:pPr marL="844467" lvl="1" indent="-380990">
              <a:spcBef>
                <a:spcPts val="480"/>
              </a:spcBef>
              <a:buSzPct val="54999"/>
            </a:pPr>
            <a:r>
              <a:rPr lang="en" sz="2400" dirty="0">
                <a:solidFill>
                  <a:schemeClr val="tx1"/>
                </a:solidFill>
              </a:rPr>
              <a:t>If system waits longer than a predefined time, it aborts the transaction</a:t>
            </a:r>
            <a:endParaRPr dirty="0">
              <a:solidFill>
                <a:schemeClr val="tx1"/>
              </a:solidFill>
            </a:endParaRPr>
          </a:p>
          <a:p>
            <a:pPr marL="387848" indent="-380990">
              <a:spcBef>
                <a:spcPts val="480"/>
              </a:spcBef>
              <a:buSzPct val="59999"/>
            </a:pPr>
            <a:r>
              <a:rPr lang="en" sz="2400" b="1" dirty="0">
                <a:solidFill>
                  <a:schemeClr val="tx1"/>
                </a:solidFill>
              </a:rPr>
              <a:t>Starvation</a:t>
            </a:r>
            <a:endParaRPr b="1" dirty="0">
              <a:solidFill>
                <a:schemeClr val="tx1"/>
              </a:solidFill>
            </a:endParaRPr>
          </a:p>
          <a:p>
            <a:pPr marL="844467" lvl="1" indent="-380990">
              <a:spcBef>
                <a:spcPts val="480"/>
              </a:spcBef>
              <a:buSzPct val="54999"/>
            </a:pPr>
            <a:r>
              <a:rPr lang="en" sz="2400" dirty="0">
                <a:solidFill>
                  <a:schemeClr val="tx1"/>
                </a:solidFill>
              </a:rPr>
              <a:t>Occurs if a transaction cannot proceed for an indefinite period of time while other transactions continue normally</a:t>
            </a:r>
            <a:endParaRPr dirty="0">
              <a:solidFill>
                <a:schemeClr val="tx1"/>
              </a:solidFill>
            </a:endParaRPr>
          </a:p>
          <a:p>
            <a:pPr marL="844467" lvl="1" indent="-380990">
              <a:spcBef>
                <a:spcPts val="480"/>
              </a:spcBef>
              <a:buSzPct val="54999"/>
            </a:pPr>
            <a:r>
              <a:rPr lang="en" sz="2400" dirty="0">
                <a:solidFill>
                  <a:schemeClr val="tx1"/>
                </a:solidFill>
              </a:rPr>
              <a:t>Solution: first-come-first-served queue</a:t>
            </a:r>
            <a:endParaRPr dirty="0">
              <a:solidFill>
                <a:schemeClr val="tx1"/>
              </a:solidFill>
            </a:endParaRPr>
          </a:p>
        </p:txBody>
      </p:sp>
      <p:sp>
        <p:nvSpPr>
          <p:cNvPr id="395" name="Google Shape;395;p30"/>
          <p:cNvSpPr txBox="1">
            <a:spLocks noGrp="1"/>
          </p:cNvSpPr>
          <p:nvPr>
            <p:ph type="sldNum" sz="quarter" idx="12"/>
          </p:nvPr>
        </p:nvSpPr>
        <p:spPr>
          <a:xfrm>
            <a:off x="7981951" y="5624514"/>
            <a:ext cx="2057400" cy="273900"/>
          </a:xfrm>
          <a:prstGeom prst="rect">
            <a:avLst/>
          </a:prstGeom>
          <a:noFill/>
          <a:ln>
            <a:noFill/>
          </a:ln>
        </p:spPr>
        <p:txBody>
          <a:bodyPr spcFirstLastPara="1" vert="horz" wrap="square" lIns="91400" tIns="45700" rIns="91400" bIns="45700" rtlCol="0" anchor="b" anchorCtr="0">
            <a:noAutofit/>
          </a:bodyPr>
          <a:lstStyle/>
          <a:p>
            <a:pPr>
              <a:buClr>
                <a:srgbClr val="000000"/>
              </a:buClr>
              <a:buSzPts val="1200"/>
            </a:pPr>
            <a:fld id="{00000000-1234-1234-1234-123412341234}" type="slidenum">
              <a:rPr lang="en"/>
              <a:pPr>
                <a:buClr>
                  <a:srgbClr val="000000"/>
                </a:buClr>
                <a:buSzPts val="1200"/>
              </a:pPr>
              <a:t>47</a:t>
            </a:fld>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399"/>
        <p:cNvGrpSpPr/>
        <p:nvPr/>
      </p:nvGrpSpPr>
      <p:grpSpPr>
        <a:xfrm>
          <a:off x="0" y="0"/>
          <a:ext cx="0" cy="0"/>
          <a:chOff x="0" y="0"/>
          <a:chExt cx="0" cy="0"/>
        </a:xfrm>
      </p:grpSpPr>
      <p:sp>
        <p:nvSpPr>
          <p:cNvPr id="400" name="Google Shape;400;p31"/>
          <p:cNvSpPr txBox="1">
            <a:spLocks noGrp="1"/>
          </p:cNvSpPr>
          <p:nvPr>
            <p:ph type="title"/>
          </p:nvPr>
        </p:nvSpPr>
        <p:spPr>
          <a:xfrm>
            <a:off x="1145136" y="709302"/>
            <a:ext cx="10075492" cy="1176650"/>
          </a:xfrm>
          <a:prstGeom prst="rect">
            <a:avLst/>
          </a:prstGeom>
          <a:noFill/>
          <a:ln>
            <a:noFill/>
          </a:ln>
        </p:spPr>
        <p:txBody>
          <a:bodyPr spcFirstLastPara="1" vert="horz" wrap="square" lIns="91400" tIns="45700" rIns="91400" bIns="45700" rtlCol="0" anchor="b" anchorCtr="0">
            <a:noAutofit/>
          </a:bodyPr>
          <a:lstStyle/>
          <a:p>
            <a:pPr>
              <a:lnSpc>
                <a:spcPct val="90000"/>
              </a:lnSpc>
              <a:spcBef>
                <a:spcPts val="0"/>
              </a:spcBef>
              <a:buClr>
                <a:schemeClr val="dk1"/>
              </a:buClr>
              <a:buSzPct val="55555"/>
            </a:pPr>
            <a:r>
              <a:rPr lang="en" sz="4400" b="1" dirty="0">
                <a:solidFill>
                  <a:schemeClr val="tx1"/>
                </a:solidFill>
              </a:rPr>
              <a:t>Concurrency Control Based on Timestamp Ordering</a:t>
            </a:r>
            <a:endParaRPr sz="4400" b="1" dirty="0">
              <a:solidFill>
                <a:schemeClr val="tx1"/>
              </a:solidFill>
            </a:endParaRPr>
          </a:p>
        </p:txBody>
      </p:sp>
      <p:sp>
        <p:nvSpPr>
          <p:cNvPr id="401" name="Google Shape;401;p31"/>
          <p:cNvSpPr txBox="1">
            <a:spLocks noGrp="1"/>
          </p:cNvSpPr>
          <p:nvPr>
            <p:ph idx="1"/>
          </p:nvPr>
        </p:nvSpPr>
        <p:spPr>
          <a:xfrm>
            <a:off x="1212613" y="1885952"/>
            <a:ext cx="10203531" cy="4012462"/>
          </a:xfrm>
          <a:prstGeom prst="rect">
            <a:avLst/>
          </a:prstGeom>
          <a:noFill/>
          <a:ln>
            <a:noFill/>
          </a:ln>
        </p:spPr>
        <p:txBody>
          <a:bodyPr spcFirstLastPara="1" vert="horz" wrap="square" lIns="91400" tIns="45700" rIns="0" bIns="45700" rtlCol="0" anchor="t" anchorCtr="0">
            <a:normAutofit/>
          </a:bodyPr>
          <a:lstStyle/>
          <a:p>
            <a:pPr>
              <a:spcBef>
                <a:spcPts val="0"/>
              </a:spcBef>
              <a:buSzPct val="75675"/>
            </a:pPr>
            <a:r>
              <a:rPr lang="en" sz="2800" dirty="0">
                <a:solidFill>
                  <a:schemeClr val="tx1"/>
                </a:solidFill>
              </a:rPr>
              <a:t>Timestamp</a:t>
            </a:r>
            <a:endParaRPr sz="2800" dirty="0">
              <a:solidFill>
                <a:schemeClr val="tx1"/>
              </a:solidFill>
            </a:endParaRPr>
          </a:p>
          <a:p>
            <a:pPr marL="838180" lvl="1" indent="-380990">
              <a:spcBef>
                <a:spcPts val="520"/>
              </a:spcBef>
              <a:buSzPct val="64414"/>
            </a:pPr>
            <a:r>
              <a:rPr lang="en" sz="2400" dirty="0">
                <a:solidFill>
                  <a:schemeClr val="tx1"/>
                </a:solidFill>
              </a:rPr>
              <a:t>Unique identifier assigned by the DBMS to identify a transaction</a:t>
            </a:r>
            <a:endParaRPr sz="2400" dirty="0">
              <a:solidFill>
                <a:schemeClr val="tx1"/>
              </a:solidFill>
            </a:endParaRPr>
          </a:p>
          <a:p>
            <a:pPr marL="838180" lvl="1" indent="-380990">
              <a:spcBef>
                <a:spcPts val="520"/>
              </a:spcBef>
              <a:buSzPct val="64414"/>
            </a:pPr>
            <a:r>
              <a:rPr lang="en" sz="2400" dirty="0">
                <a:solidFill>
                  <a:schemeClr val="tx1"/>
                </a:solidFill>
              </a:rPr>
              <a:t>Assigned in the order submitted</a:t>
            </a:r>
            <a:endParaRPr sz="2400" dirty="0">
              <a:solidFill>
                <a:schemeClr val="tx1"/>
              </a:solidFill>
            </a:endParaRPr>
          </a:p>
          <a:p>
            <a:pPr marL="838180" lvl="1" indent="-380990">
              <a:spcBef>
                <a:spcPts val="520"/>
              </a:spcBef>
              <a:buSzPct val="64414"/>
            </a:pPr>
            <a:r>
              <a:rPr lang="en" sz="2400" dirty="0">
                <a:solidFill>
                  <a:schemeClr val="tx1"/>
                </a:solidFill>
              </a:rPr>
              <a:t>Transaction start time</a:t>
            </a:r>
            <a:endParaRPr sz="2400" dirty="0">
              <a:solidFill>
                <a:schemeClr val="tx1"/>
              </a:solidFill>
            </a:endParaRPr>
          </a:p>
          <a:p>
            <a:pPr>
              <a:spcBef>
                <a:spcPts val="560"/>
              </a:spcBef>
              <a:buSzPct val="75675"/>
            </a:pPr>
            <a:r>
              <a:rPr lang="en" sz="2800" dirty="0">
                <a:solidFill>
                  <a:schemeClr val="tx1"/>
                </a:solidFill>
              </a:rPr>
              <a:t>Concurrency control techniques based on timestamps do not use locks, so</a:t>
            </a:r>
            <a:endParaRPr sz="2800" dirty="0">
              <a:solidFill>
                <a:schemeClr val="tx1"/>
              </a:solidFill>
            </a:endParaRPr>
          </a:p>
          <a:p>
            <a:pPr marL="838180" lvl="1" indent="-380990">
              <a:spcBef>
                <a:spcPts val="520"/>
              </a:spcBef>
              <a:buSzPct val="64414"/>
            </a:pPr>
            <a:r>
              <a:rPr lang="en" sz="2400" dirty="0">
                <a:solidFill>
                  <a:schemeClr val="tx1"/>
                </a:solidFill>
              </a:rPr>
              <a:t>Deadlocks cannot occur</a:t>
            </a:r>
            <a:endParaRPr sz="2400" dirty="0">
              <a:solidFill>
                <a:schemeClr val="tx1"/>
              </a:solidFill>
            </a:endParaRPr>
          </a:p>
        </p:txBody>
      </p:sp>
      <p:sp>
        <p:nvSpPr>
          <p:cNvPr id="402" name="Google Shape;402;p31"/>
          <p:cNvSpPr txBox="1">
            <a:spLocks noGrp="1"/>
          </p:cNvSpPr>
          <p:nvPr>
            <p:ph type="sldNum" sz="quarter" idx="12"/>
          </p:nvPr>
        </p:nvSpPr>
        <p:spPr>
          <a:xfrm>
            <a:off x="7981951" y="5624514"/>
            <a:ext cx="2057400" cy="273900"/>
          </a:xfrm>
          <a:prstGeom prst="rect">
            <a:avLst/>
          </a:prstGeom>
          <a:noFill/>
          <a:ln>
            <a:noFill/>
          </a:ln>
        </p:spPr>
        <p:txBody>
          <a:bodyPr spcFirstLastPara="1" vert="horz" wrap="square" lIns="91400" tIns="45700" rIns="91400" bIns="45700" rtlCol="0" anchor="b" anchorCtr="0">
            <a:noAutofit/>
          </a:bodyPr>
          <a:lstStyle/>
          <a:p>
            <a:pPr>
              <a:buClr>
                <a:srgbClr val="000000"/>
              </a:buClr>
              <a:buSzPts val="1200"/>
            </a:pPr>
            <a:fld id="{00000000-1234-1234-1234-123412341234}" type="slidenum">
              <a:rPr lang="en"/>
              <a:pPr>
                <a:buClr>
                  <a:srgbClr val="000000"/>
                </a:buClr>
                <a:buSzPts val="1200"/>
              </a:pPr>
              <a:t>48</a:t>
            </a:fld>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406"/>
        <p:cNvGrpSpPr/>
        <p:nvPr/>
      </p:nvGrpSpPr>
      <p:grpSpPr>
        <a:xfrm>
          <a:off x="0" y="0"/>
          <a:ext cx="0" cy="0"/>
          <a:chOff x="0" y="0"/>
          <a:chExt cx="0" cy="0"/>
        </a:xfrm>
      </p:grpSpPr>
      <p:sp>
        <p:nvSpPr>
          <p:cNvPr id="407" name="Google Shape;407;p32"/>
          <p:cNvSpPr txBox="1">
            <a:spLocks noGrp="1"/>
          </p:cNvSpPr>
          <p:nvPr>
            <p:ph type="title"/>
          </p:nvPr>
        </p:nvSpPr>
        <p:spPr>
          <a:xfrm>
            <a:off x="706582" y="235527"/>
            <a:ext cx="10903527" cy="1650425"/>
          </a:xfrm>
          <a:prstGeom prst="rect">
            <a:avLst/>
          </a:prstGeom>
          <a:noFill/>
          <a:ln>
            <a:noFill/>
          </a:ln>
        </p:spPr>
        <p:txBody>
          <a:bodyPr spcFirstLastPara="1" vert="horz" wrap="square" lIns="91400" tIns="45700" rIns="91400" bIns="45700" rtlCol="0" anchor="b" anchorCtr="0">
            <a:normAutofit/>
          </a:bodyPr>
          <a:lstStyle/>
          <a:p>
            <a:pPr>
              <a:lnSpc>
                <a:spcPct val="90000"/>
              </a:lnSpc>
              <a:spcBef>
                <a:spcPts val="0"/>
              </a:spcBef>
              <a:buClr>
                <a:schemeClr val="dk1"/>
              </a:buClr>
              <a:buSzPct val="55555"/>
            </a:pPr>
            <a:r>
              <a:rPr lang="en" sz="4400" b="1" dirty="0"/>
              <a:t>Concurrency Control Based on Timestamp Ordering (cont’d.)</a:t>
            </a:r>
            <a:endParaRPr sz="4400" b="1" dirty="0"/>
          </a:p>
        </p:txBody>
      </p:sp>
      <p:sp>
        <p:nvSpPr>
          <p:cNvPr id="408" name="Google Shape;408;p32"/>
          <p:cNvSpPr txBox="1">
            <a:spLocks noGrp="1"/>
          </p:cNvSpPr>
          <p:nvPr>
            <p:ph idx="1"/>
          </p:nvPr>
        </p:nvSpPr>
        <p:spPr>
          <a:xfrm>
            <a:off x="1182833" y="1952569"/>
            <a:ext cx="10108622" cy="3263400"/>
          </a:xfrm>
          <a:prstGeom prst="rect">
            <a:avLst/>
          </a:prstGeom>
          <a:noFill/>
          <a:ln>
            <a:noFill/>
          </a:ln>
        </p:spPr>
        <p:txBody>
          <a:bodyPr spcFirstLastPara="1" vert="horz" wrap="square" lIns="91400" tIns="45700" rIns="0" bIns="45700" rtlCol="0" anchor="t" anchorCtr="0">
            <a:normAutofit/>
          </a:bodyPr>
          <a:lstStyle/>
          <a:p>
            <a:pPr>
              <a:spcBef>
                <a:spcPts val="0"/>
              </a:spcBef>
              <a:buSzPct val="75675"/>
            </a:pPr>
            <a:r>
              <a:rPr lang="en" sz="2800" dirty="0">
                <a:solidFill>
                  <a:schemeClr val="tx1"/>
                </a:solidFill>
              </a:rPr>
              <a:t>Generating timestamps</a:t>
            </a:r>
            <a:endParaRPr sz="2800" dirty="0">
              <a:solidFill>
                <a:schemeClr val="tx1"/>
              </a:solidFill>
            </a:endParaRPr>
          </a:p>
          <a:p>
            <a:pPr marL="838180" lvl="1" indent="-380990">
              <a:spcBef>
                <a:spcPts val="520"/>
              </a:spcBef>
              <a:buSzPct val="64414"/>
            </a:pPr>
            <a:r>
              <a:rPr lang="en" sz="2400" dirty="0">
                <a:solidFill>
                  <a:schemeClr val="tx1"/>
                </a:solidFill>
              </a:rPr>
              <a:t>Counter incremented each time its value is assigned to a transaction</a:t>
            </a:r>
            <a:endParaRPr sz="2400" dirty="0">
              <a:solidFill>
                <a:schemeClr val="tx1"/>
              </a:solidFill>
            </a:endParaRPr>
          </a:p>
          <a:p>
            <a:pPr marL="838180" lvl="1" indent="-380990">
              <a:spcBef>
                <a:spcPts val="520"/>
              </a:spcBef>
              <a:buSzPct val="64414"/>
            </a:pPr>
            <a:r>
              <a:rPr lang="en" sz="2400" dirty="0">
                <a:solidFill>
                  <a:schemeClr val="tx1"/>
                </a:solidFill>
              </a:rPr>
              <a:t>Current date/time value of the system clock</a:t>
            </a:r>
            <a:endParaRPr sz="2400" dirty="0">
              <a:solidFill>
                <a:schemeClr val="tx1"/>
              </a:solidFill>
            </a:endParaRPr>
          </a:p>
          <a:p>
            <a:pPr marL="1142971" lvl="2" indent="-228594">
              <a:spcBef>
                <a:spcPts val="480"/>
              </a:spcBef>
              <a:buSzPct val="64864"/>
            </a:pPr>
            <a:r>
              <a:rPr lang="en" sz="1800" dirty="0">
                <a:solidFill>
                  <a:schemeClr val="tx1"/>
                </a:solidFill>
              </a:rPr>
              <a:t>Ensure no two timestamps are generated during the same tick of the clock</a:t>
            </a:r>
            <a:endParaRPr sz="1800" dirty="0">
              <a:solidFill>
                <a:schemeClr val="tx1"/>
              </a:solidFill>
            </a:endParaRPr>
          </a:p>
          <a:p>
            <a:pPr>
              <a:spcBef>
                <a:spcPts val="560"/>
              </a:spcBef>
              <a:buSzPct val="75675"/>
            </a:pPr>
            <a:r>
              <a:rPr lang="en" sz="2800" dirty="0">
                <a:solidFill>
                  <a:schemeClr val="tx1"/>
                </a:solidFill>
              </a:rPr>
              <a:t>General approach</a:t>
            </a:r>
            <a:endParaRPr sz="2800" dirty="0">
              <a:solidFill>
                <a:schemeClr val="tx1"/>
              </a:solidFill>
            </a:endParaRPr>
          </a:p>
          <a:p>
            <a:pPr marL="838180" lvl="1" indent="-380990">
              <a:spcBef>
                <a:spcPts val="520"/>
              </a:spcBef>
              <a:buSzPct val="64414"/>
            </a:pPr>
            <a:r>
              <a:rPr lang="en" sz="2400" dirty="0">
                <a:solidFill>
                  <a:schemeClr val="tx1"/>
                </a:solidFill>
              </a:rPr>
              <a:t>Enforce equivalent serial order on the transactions based on their timestamps</a:t>
            </a:r>
            <a:endParaRPr sz="2400" dirty="0">
              <a:solidFill>
                <a:schemeClr val="tx1"/>
              </a:solidFill>
            </a:endParaRPr>
          </a:p>
        </p:txBody>
      </p:sp>
      <p:sp>
        <p:nvSpPr>
          <p:cNvPr id="409" name="Google Shape;409;p32"/>
          <p:cNvSpPr txBox="1">
            <a:spLocks noGrp="1"/>
          </p:cNvSpPr>
          <p:nvPr>
            <p:ph type="sldNum" sz="quarter" idx="12"/>
          </p:nvPr>
        </p:nvSpPr>
        <p:spPr>
          <a:xfrm>
            <a:off x="7981951" y="5624514"/>
            <a:ext cx="2057400" cy="273900"/>
          </a:xfrm>
          <a:prstGeom prst="rect">
            <a:avLst/>
          </a:prstGeom>
          <a:noFill/>
          <a:ln>
            <a:noFill/>
          </a:ln>
        </p:spPr>
        <p:txBody>
          <a:bodyPr spcFirstLastPara="1" vert="horz" wrap="square" lIns="91400" tIns="45700" rIns="91400" bIns="45700" rtlCol="0" anchor="b" anchorCtr="0">
            <a:noAutofit/>
          </a:bodyPr>
          <a:lstStyle/>
          <a:p>
            <a:pPr>
              <a:buClr>
                <a:srgbClr val="000000"/>
              </a:buClr>
              <a:buSzPts val="1200"/>
            </a:pPr>
            <a:fld id="{00000000-1234-1234-1234-123412341234}" type="slidenum">
              <a:rPr lang="en"/>
              <a:pPr>
                <a:buClr>
                  <a:srgbClr val="000000"/>
                </a:buClr>
                <a:buSzPts val="1200"/>
              </a:pPr>
              <a:t>49</a:t>
            </a:fld>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413"/>
        <p:cNvGrpSpPr/>
        <p:nvPr/>
      </p:nvGrpSpPr>
      <p:grpSpPr>
        <a:xfrm>
          <a:off x="0" y="0"/>
          <a:ext cx="0" cy="0"/>
          <a:chOff x="0" y="0"/>
          <a:chExt cx="0" cy="0"/>
        </a:xfrm>
      </p:grpSpPr>
      <p:sp>
        <p:nvSpPr>
          <p:cNvPr id="414" name="Google Shape;414;p33"/>
          <p:cNvSpPr txBox="1">
            <a:spLocks noGrp="1"/>
          </p:cNvSpPr>
          <p:nvPr>
            <p:ph type="title"/>
          </p:nvPr>
        </p:nvSpPr>
        <p:spPr>
          <a:xfrm>
            <a:off x="1066802" y="387927"/>
            <a:ext cx="10778834" cy="1324764"/>
          </a:xfrm>
          <a:prstGeom prst="rect">
            <a:avLst/>
          </a:prstGeom>
          <a:noFill/>
          <a:ln>
            <a:noFill/>
          </a:ln>
        </p:spPr>
        <p:txBody>
          <a:bodyPr spcFirstLastPara="1" vert="horz" wrap="square" lIns="91400" tIns="45700" rIns="91400" bIns="45700" rtlCol="0" anchor="b" anchorCtr="0">
            <a:noAutofit/>
          </a:bodyPr>
          <a:lstStyle/>
          <a:p>
            <a:pPr>
              <a:lnSpc>
                <a:spcPct val="90000"/>
              </a:lnSpc>
              <a:spcBef>
                <a:spcPts val="0"/>
              </a:spcBef>
              <a:buClr>
                <a:schemeClr val="dk1"/>
              </a:buClr>
              <a:buSzPct val="111111"/>
            </a:pPr>
            <a:r>
              <a:rPr lang="en" sz="4400" b="1" dirty="0">
                <a:solidFill>
                  <a:schemeClr val="tx1"/>
                </a:solidFill>
              </a:rPr>
              <a:t>Concurrency Control Based on Timestamp Ordering (cont’d.)</a:t>
            </a:r>
            <a:endParaRPr sz="7200" b="1" dirty="0">
              <a:solidFill>
                <a:schemeClr val="tx1"/>
              </a:solidFill>
            </a:endParaRPr>
          </a:p>
        </p:txBody>
      </p:sp>
      <p:sp>
        <p:nvSpPr>
          <p:cNvPr id="415" name="Google Shape;415;p33"/>
          <p:cNvSpPr txBox="1">
            <a:spLocks noGrp="1"/>
          </p:cNvSpPr>
          <p:nvPr>
            <p:ph idx="1"/>
          </p:nvPr>
        </p:nvSpPr>
        <p:spPr>
          <a:xfrm>
            <a:off x="678872" y="1814959"/>
            <a:ext cx="11305310" cy="4655114"/>
          </a:xfrm>
          <a:prstGeom prst="rect">
            <a:avLst/>
          </a:prstGeom>
          <a:noFill/>
          <a:ln>
            <a:noFill/>
          </a:ln>
        </p:spPr>
        <p:txBody>
          <a:bodyPr spcFirstLastPara="1" vert="horz" wrap="square" lIns="91400" tIns="45700" rIns="0" bIns="45700" rtlCol="0" anchor="t" anchorCtr="0">
            <a:normAutofit/>
          </a:bodyPr>
          <a:lstStyle/>
          <a:p>
            <a:pPr>
              <a:spcBef>
                <a:spcPts val="0"/>
              </a:spcBef>
              <a:buSzPts val="1440"/>
            </a:pPr>
            <a:r>
              <a:rPr lang="en" sz="2400" dirty="0">
                <a:solidFill>
                  <a:schemeClr val="tx1"/>
                </a:solidFill>
              </a:rPr>
              <a:t>Timestamp ordering (TO)</a:t>
            </a:r>
            <a:endParaRPr dirty="0">
              <a:solidFill>
                <a:schemeClr val="tx1"/>
              </a:solidFill>
            </a:endParaRPr>
          </a:p>
          <a:p>
            <a:pPr marL="838179" lvl="1" indent="-380990">
              <a:spcBef>
                <a:spcPts val="480"/>
              </a:spcBef>
              <a:buSzPts val="1320"/>
            </a:pPr>
            <a:r>
              <a:rPr lang="en" sz="2400" dirty="0">
                <a:solidFill>
                  <a:schemeClr val="tx1"/>
                </a:solidFill>
              </a:rPr>
              <a:t>Allows interleaving of transaction operations</a:t>
            </a:r>
            <a:endParaRPr dirty="0">
              <a:solidFill>
                <a:schemeClr val="tx1"/>
              </a:solidFill>
            </a:endParaRPr>
          </a:p>
          <a:p>
            <a:pPr marL="838179" lvl="1" indent="-380990">
              <a:spcBef>
                <a:spcPts val="480"/>
              </a:spcBef>
              <a:buSzPts val="1320"/>
            </a:pPr>
            <a:r>
              <a:rPr lang="en" sz="2400" dirty="0">
                <a:solidFill>
                  <a:schemeClr val="tx1"/>
                </a:solidFill>
              </a:rPr>
              <a:t>Must ensure timestamp order is followed for each pair of conflicting operations</a:t>
            </a:r>
            <a:endParaRPr dirty="0">
              <a:solidFill>
                <a:schemeClr val="tx1"/>
              </a:solidFill>
            </a:endParaRPr>
          </a:p>
          <a:p>
            <a:pPr>
              <a:spcBef>
                <a:spcPts val="480"/>
              </a:spcBef>
              <a:buSzPts val="1440"/>
            </a:pPr>
            <a:r>
              <a:rPr lang="en" sz="2400" dirty="0">
                <a:solidFill>
                  <a:schemeClr val="tx1"/>
                </a:solidFill>
              </a:rPr>
              <a:t>Each database item assigned two timestamp values </a:t>
            </a:r>
          </a:p>
          <a:p>
            <a:pPr marL="0" indent="0">
              <a:spcBef>
                <a:spcPts val="480"/>
              </a:spcBef>
              <a:buSzPts val="1440"/>
              <a:buNone/>
            </a:pPr>
            <a:r>
              <a:rPr lang="en" sz="2400" dirty="0">
                <a:solidFill>
                  <a:schemeClr val="tx1"/>
                </a:solidFill>
              </a:rPr>
              <a:t>               </a:t>
            </a:r>
            <a:r>
              <a:rPr lang="en" sz="2400" b="1" dirty="0">
                <a:solidFill>
                  <a:schemeClr val="tx1"/>
                </a:solidFill>
                <a:effectLst>
                  <a:outerShdw blurRad="38100" dist="38100" dir="2700000" algn="tl">
                    <a:srgbClr val="000000">
                      <a:alpha val="43137"/>
                    </a:srgbClr>
                  </a:outerShdw>
                </a:effectLst>
              </a:rPr>
              <a:t>1) read_TS(X)     and      2) write_TS(X)</a:t>
            </a:r>
          </a:p>
          <a:p>
            <a:pPr marL="0" indent="0">
              <a:spcBef>
                <a:spcPts val="480"/>
              </a:spcBef>
              <a:buSzPts val="1440"/>
              <a:buNone/>
            </a:pPr>
            <a:r>
              <a:rPr lang="en-US" sz="2200" b="1" dirty="0" err="1">
                <a:solidFill>
                  <a:schemeClr val="tx1"/>
                </a:solidFill>
              </a:rPr>
              <a:t>read_TS</a:t>
            </a:r>
            <a:r>
              <a:rPr lang="en-US" sz="2200" b="1" dirty="0">
                <a:solidFill>
                  <a:schemeClr val="tx1"/>
                </a:solidFill>
              </a:rPr>
              <a:t>(X). </a:t>
            </a:r>
            <a:r>
              <a:rPr lang="en-US" sz="2200" dirty="0">
                <a:solidFill>
                  <a:schemeClr val="tx1"/>
                </a:solidFill>
              </a:rPr>
              <a:t>The read timestamp of item X is the largest timestamp among all the timestamps of transactions that have successfully read item X—that is, </a:t>
            </a:r>
            <a:r>
              <a:rPr lang="en-US" sz="2200" dirty="0" err="1">
                <a:solidFill>
                  <a:schemeClr val="tx1"/>
                </a:solidFill>
              </a:rPr>
              <a:t>read_TS</a:t>
            </a:r>
            <a:r>
              <a:rPr lang="en-US" sz="2200" dirty="0">
                <a:solidFill>
                  <a:schemeClr val="tx1"/>
                </a:solidFill>
              </a:rPr>
              <a:t>(X) = TS(T), where T is the youngest transaction that has read X successfully.</a:t>
            </a:r>
          </a:p>
          <a:p>
            <a:pPr marL="0" indent="0">
              <a:spcBef>
                <a:spcPts val="480"/>
              </a:spcBef>
              <a:buSzPts val="1440"/>
              <a:buNone/>
            </a:pPr>
            <a:r>
              <a:rPr lang="en-US" sz="2200" b="1" dirty="0" err="1">
                <a:solidFill>
                  <a:schemeClr val="tx1"/>
                </a:solidFill>
              </a:rPr>
              <a:t>write_TS</a:t>
            </a:r>
            <a:r>
              <a:rPr lang="en-US" sz="2200" b="1" dirty="0">
                <a:solidFill>
                  <a:schemeClr val="tx1"/>
                </a:solidFill>
              </a:rPr>
              <a:t>(X). </a:t>
            </a:r>
            <a:r>
              <a:rPr lang="en-US" sz="2200" dirty="0">
                <a:solidFill>
                  <a:schemeClr val="tx1"/>
                </a:solidFill>
              </a:rPr>
              <a:t>The write timestamp of item X is the largest of all the time stamps of transactions that have successfully written item X—that is, </a:t>
            </a:r>
            <a:r>
              <a:rPr lang="en-US" sz="2200" dirty="0" err="1">
                <a:solidFill>
                  <a:schemeClr val="tx1"/>
                </a:solidFill>
              </a:rPr>
              <a:t>write_TS</a:t>
            </a:r>
            <a:r>
              <a:rPr lang="en-US" sz="2200" dirty="0">
                <a:solidFill>
                  <a:schemeClr val="tx1"/>
                </a:solidFill>
              </a:rPr>
              <a:t>(X) = TS(T), where T is the youngest transaction that has written X successfully. Based on the algorithm, T will also be the last transaction to write item X, as we shall see</a:t>
            </a:r>
            <a:endParaRPr sz="2200" b="1" dirty="0">
              <a:solidFill>
                <a:schemeClr val="tx1"/>
              </a:solidFill>
              <a:effectLst>
                <a:outerShdw blurRad="38100" dist="38100" dir="2700000" algn="tl">
                  <a:srgbClr val="000000">
                    <a:alpha val="43137"/>
                  </a:srgbClr>
                </a:outerShdw>
              </a:effectLst>
            </a:endParaRPr>
          </a:p>
        </p:txBody>
      </p:sp>
      <p:sp>
        <p:nvSpPr>
          <p:cNvPr id="416" name="Google Shape;416;p33"/>
          <p:cNvSpPr txBox="1">
            <a:spLocks noGrp="1"/>
          </p:cNvSpPr>
          <p:nvPr>
            <p:ph type="sldNum" sz="quarter" idx="12"/>
          </p:nvPr>
        </p:nvSpPr>
        <p:spPr>
          <a:xfrm>
            <a:off x="7981951" y="5624514"/>
            <a:ext cx="2057400" cy="273900"/>
          </a:xfrm>
          <a:prstGeom prst="rect">
            <a:avLst/>
          </a:prstGeom>
          <a:noFill/>
          <a:ln>
            <a:noFill/>
          </a:ln>
        </p:spPr>
        <p:txBody>
          <a:bodyPr spcFirstLastPara="1" vert="horz" wrap="square" lIns="91400" tIns="45700" rIns="91400" bIns="45700" rtlCol="0" anchor="b" anchorCtr="0">
            <a:noAutofit/>
          </a:bodyPr>
          <a:lstStyle/>
          <a:p>
            <a:pPr>
              <a:buClr>
                <a:srgbClr val="000000"/>
              </a:buClr>
              <a:buSzPts val="1200"/>
            </a:pPr>
            <a:fld id="{00000000-1234-1234-1234-123412341234}" type="slidenum">
              <a:rPr lang="en"/>
              <a:pPr>
                <a:buClr>
                  <a:srgbClr val="000000"/>
                </a:buClr>
                <a:buSzPts val="1200"/>
              </a:pPr>
              <a:t>50</a:t>
            </a:fld>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421"/>
        <p:cNvGrpSpPr/>
        <p:nvPr/>
      </p:nvGrpSpPr>
      <p:grpSpPr>
        <a:xfrm>
          <a:off x="0" y="0"/>
          <a:ext cx="0" cy="0"/>
          <a:chOff x="0" y="0"/>
          <a:chExt cx="0" cy="0"/>
        </a:xfrm>
      </p:grpSpPr>
      <p:sp>
        <p:nvSpPr>
          <p:cNvPr id="422" name="Google Shape;422;p34"/>
          <p:cNvSpPr txBox="1">
            <a:spLocks noGrp="1"/>
          </p:cNvSpPr>
          <p:nvPr>
            <p:ph type="title"/>
          </p:nvPr>
        </p:nvSpPr>
        <p:spPr>
          <a:xfrm>
            <a:off x="944880" y="140086"/>
            <a:ext cx="9888575" cy="1268231"/>
          </a:xfrm>
          <a:prstGeom prst="rect">
            <a:avLst/>
          </a:prstGeom>
          <a:noFill/>
          <a:ln>
            <a:noFill/>
          </a:ln>
        </p:spPr>
        <p:txBody>
          <a:bodyPr spcFirstLastPara="1" vert="horz" wrap="square" lIns="91400" tIns="45700" rIns="91400" bIns="45700" rtlCol="0" anchor="b" anchorCtr="0">
            <a:noAutofit/>
          </a:bodyPr>
          <a:lstStyle/>
          <a:p>
            <a:pPr>
              <a:lnSpc>
                <a:spcPct val="90000"/>
              </a:lnSpc>
              <a:spcBef>
                <a:spcPts val="0"/>
              </a:spcBef>
              <a:buClr>
                <a:schemeClr val="dk1"/>
              </a:buClr>
              <a:buSzPts val="1800"/>
            </a:pPr>
            <a:r>
              <a:rPr lang="en" sz="4267" b="1" dirty="0">
                <a:solidFill>
                  <a:schemeClr val="tx1"/>
                </a:solidFill>
              </a:rPr>
              <a:t>Concurrency Control Based on Timestamp Ordering (cont’d.)</a:t>
            </a:r>
            <a:endParaRPr sz="4267" b="1" dirty="0">
              <a:solidFill>
                <a:schemeClr val="tx1"/>
              </a:solidFill>
            </a:endParaRPr>
          </a:p>
        </p:txBody>
      </p:sp>
      <p:sp>
        <p:nvSpPr>
          <p:cNvPr id="424" name="Google Shape;424;p34"/>
          <p:cNvSpPr txBox="1">
            <a:spLocks noGrp="1"/>
          </p:cNvSpPr>
          <p:nvPr>
            <p:ph type="sldNum" sz="quarter" idx="12"/>
          </p:nvPr>
        </p:nvSpPr>
        <p:spPr>
          <a:xfrm>
            <a:off x="7981951" y="5624514"/>
            <a:ext cx="2057400" cy="273900"/>
          </a:xfrm>
          <a:prstGeom prst="rect">
            <a:avLst/>
          </a:prstGeom>
          <a:noFill/>
          <a:ln>
            <a:noFill/>
          </a:ln>
        </p:spPr>
        <p:txBody>
          <a:bodyPr spcFirstLastPara="1" vert="horz" wrap="square" lIns="91400" tIns="45700" rIns="91400" bIns="45700" rtlCol="0" anchor="b" anchorCtr="0">
            <a:noAutofit/>
          </a:bodyPr>
          <a:lstStyle/>
          <a:p>
            <a:pPr>
              <a:buClr>
                <a:srgbClr val="000000"/>
              </a:buClr>
              <a:buSzPts val="1200"/>
            </a:pPr>
            <a:fld id="{00000000-1234-1234-1234-123412341234}" type="slidenum">
              <a:rPr lang="en"/>
              <a:pPr>
                <a:buClr>
                  <a:srgbClr val="000000"/>
                </a:buClr>
                <a:buSzPts val="1200"/>
              </a:pPr>
              <a:t>51</a:t>
            </a:fld>
            <a:endParaRPr/>
          </a:p>
        </p:txBody>
      </p:sp>
      <p:sp>
        <p:nvSpPr>
          <p:cNvPr id="3" name="TextBox 2">
            <a:extLst>
              <a:ext uri="{FF2B5EF4-FFF2-40B4-BE49-F238E27FC236}">
                <a16:creationId xmlns:a16="http://schemas.microsoft.com/office/drawing/2014/main" id="{56761B53-889C-AFFD-241D-25B06BCCE4CF}"/>
              </a:ext>
            </a:extLst>
          </p:cNvPr>
          <p:cNvSpPr txBox="1"/>
          <p:nvPr/>
        </p:nvSpPr>
        <p:spPr>
          <a:xfrm>
            <a:off x="1101317" y="1408317"/>
            <a:ext cx="10896719" cy="369332"/>
          </a:xfrm>
          <a:prstGeom prst="rect">
            <a:avLst/>
          </a:prstGeom>
          <a:noFill/>
        </p:spPr>
        <p:txBody>
          <a:bodyPr wrap="square">
            <a:spAutoFit/>
          </a:bodyPr>
          <a:lstStyle/>
          <a:p>
            <a:r>
              <a:rPr lang="en-US" sz="1800" b="1" dirty="0">
                <a:solidFill>
                  <a:schemeClr val="tx1"/>
                </a:solidFill>
              </a:rPr>
              <a:t>Basic TO algorithm:</a:t>
            </a:r>
            <a:endParaRPr lang="en-US" dirty="0"/>
          </a:p>
        </p:txBody>
      </p:sp>
      <p:pic>
        <p:nvPicPr>
          <p:cNvPr id="7" name="Picture 6">
            <a:extLst>
              <a:ext uri="{FF2B5EF4-FFF2-40B4-BE49-F238E27FC236}">
                <a16:creationId xmlns:a16="http://schemas.microsoft.com/office/drawing/2014/main" id="{76770E3C-048B-B32D-18EE-5C5A10D3E4FF}"/>
              </a:ext>
            </a:extLst>
          </p:cNvPr>
          <p:cNvPicPr>
            <a:picLocks noChangeAspect="1"/>
          </p:cNvPicPr>
          <p:nvPr/>
        </p:nvPicPr>
        <p:blipFill>
          <a:blip r:embed="rId3"/>
          <a:stretch>
            <a:fillRect/>
          </a:stretch>
        </p:blipFill>
        <p:spPr>
          <a:xfrm>
            <a:off x="1341752" y="1777649"/>
            <a:ext cx="10415847" cy="4954833"/>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429"/>
        <p:cNvGrpSpPr/>
        <p:nvPr/>
      </p:nvGrpSpPr>
      <p:grpSpPr>
        <a:xfrm>
          <a:off x="0" y="0"/>
          <a:ext cx="0" cy="0"/>
          <a:chOff x="0" y="0"/>
          <a:chExt cx="0" cy="0"/>
        </a:xfrm>
      </p:grpSpPr>
      <p:sp>
        <p:nvSpPr>
          <p:cNvPr id="430" name="Google Shape;430;p35"/>
          <p:cNvSpPr txBox="1">
            <a:spLocks noGrp="1"/>
          </p:cNvSpPr>
          <p:nvPr>
            <p:ph type="title"/>
          </p:nvPr>
        </p:nvSpPr>
        <p:spPr>
          <a:xfrm>
            <a:off x="1097280" y="640935"/>
            <a:ext cx="10058400" cy="1096425"/>
          </a:xfrm>
          <a:prstGeom prst="rect">
            <a:avLst/>
          </a:prstGeom>
          <a:noFill/>
          <a:ln>
            <a:noFill/>
          </a:ln>
        </p:spPr>
        <p:txBody>
          <a:bodyPr spcFirstLastPara="1" vert="horz" wrap="square" lIns="121900" tIns="60933" rIns="121900" bIns="60933" rtlCol="0" anchor="ctr" anchorCtr="0">
            <a:normAutofit/>
          </a:bodyPr>
          <a:lstStyle/>
          <a:p>
            <a:pPr>
              <a:lnSpc>
                <a:spcPct val="90000"/>
              </a:lnSpc>
              <a:spcBef>
                <a:spcPts val="0"/>
              </a:spcBef>
              <a:buClr>
                <a:schemeClr val="dk1"/>
              </a:buClr>
              <a:buSzPts val="1800"/>
            </a:pPr>
            <a:r>
              <a:rPr lang="en" b="1" dirty="0">
                <a:solidFill>
                  <a:schemeClr val="tx1"/>
                </a:solidFill>
              </a:rPr>
              <a:t>RULES</a:t>
            </a:r>
            <a:endParaRPr b="1" dirty="0">
              <a:solidFill>
                <a:schemeClr val="tx1"/>
              </a:solidFill>
            </a:endParaRPr>
          </a:p>
        </p:txBody>
      </p:sp>
      <p:sp>
        <p:nvSpPr>
          <p:cNvPr id="431" name="Google Shape;431;p35"/>
          <p:cNvSpPr txBox="1">
            <a:spLocks noGrp="1"/>
          </p:cNvSpPr>
          <p:nvPr>
            <p:ph idx="1"/>
          </p:nvPr>
        </p:nvSpPr>
        <p:spPr>
          <a:xfrm>
            <a:off x="1066800" y="1811550"/>
            <a:ext cx="10058400" cy="4023360"/>
          </a:xfrm>
          <a:prstGeom prst="rect">
            <a:avLst/>
          </a:prstGeom>
          <a:noFill/>
          <a:ln>
            <a:noFill/>
          </a:ln>
        </p:spPr>
        <p:txBody>
          <a:bodyPr spcFirstLastPara="1" vert="horz" wrap="square" lIns="121900" tIns="60933" rIns="121900" bIns="60933" rtlCol="0" anchor="t" anchorCtr="0">
            <a:normAutofit lnSpcReduction="10000"/>
          </a:bodyPr>
          <a:lstStyle/>
          <a:p>
            <a:pPr marL="114298" indent="0">
              <a:buClr>
                <a:schemeClr val="dk1"/>
              </a:buClr>
              <a:buSzPct val="81081"/>
              <a:buNone/>
            </a:pPr>
            <a:r>
              <a:rPr lang="en" sz="2800" dirty="0">
                <a:solidFill>
                  <a:schemeClr val="tx1"/>
                </a:solidFill>
              </a:rPr>
              <a:t>Transaction Ti issues a Read(item) operation. </a:t>
            </a:r>
            <a:endParaRPr sz="2800" dirty="0">
              <a:solidFill>
                <a:schemeClr val="tx1"/>
              </a:solidFill>
            </a:endParaRPr>
          </a:p>
          <a:p>
            <a:pPr marL="952476" lvl="1" indent="-380990">
              <a:spcBef>
                <a:spcPts val="500"/>
              </a:spcBef>
              <a:buSzPct val="81081"/>
              <a:buFont typeface="Arial" panose="020B0604020202020204" pitchFamily="34" charset="0"/>
              <a:buChar char="•"/>
            </a:pPr>
            <a:r>
              <a:rPr lang="en" sz="2400" dirty="0">
                <a:solidFill>
                  <a:schemeClr val="tx1"/>
                </a:solidFill>
              </a:rPr>
              <a:t> if WTS(item)&gt;Ts(Ti) then Rollback Ti</a:t>
            </a:r>
            <a:endParaRPr sz="2400" dirty="0">
              <a:solidFill>
                <a:schemeClr val="tx1"/>
              </a:solidFill>
            </a:endParaRPr>
          </a:p>
          <a:p>
            <a:pPr marL="952476" lvl="1" indent="-380990">
              <a:spcBef>
                <a:spcPts val="500"/>
              </a:spcBef>
              <a:buSzPct val="81081"/>
              <a:buFont typeface="Arial" panose="020B0604020202020204" pitchFamily="34" charset="0"/>
              <a:buChar char="•"/>
            </a:pPr>
            <a:r>
              <a:rPr lang="en" sz="2400" dirty="0">
                <a:solidFill>
                  <a:schemeClr val="tx1"/>
                </a:solidFill>
              </a:rPr>
              <a:t>Else excecute R(A) operation.</a:t>
            </a:r>
            <a:endParaRPr sz="2400" dirty="0">
              <a:solidFill>
                <a:schemeClr val="tx1"/>
              </a:solidFill>
            </a:endParaRPr>
          </a:p>
          <a:p>
            <a:pPr marL="1314425" lvl="2" indent="-285750">
              <a:spcBef>
                <a:spcPts val="500"/>
              </a:spcBef>
              <a:buSzPct val="97297"/>
              <a:buFont typeface="Arial" panose="020B0604020202020204" pitchFamily="34" charset="0"/>
              <a:buChar char="•"/>
            </a:pPr>
            <a:r>
              <a:rPr lang="en" sz="1800" dirty="0">
                <a:solidFill>
                  <a:schemeClr val="tx1"/>
                </a:solidFill>
              </a:rPr>
              <a:t>Set RTS(item)=Max(RTS(item), Ts(Ti))</a:t>
            </a:r>
            <a:endParaRPr sz="1800" dirty="0">
              <a:solidFill>
                <a:schemeClr val="tx1"/>
              </a:solidFill>
            </a:endParaRPr>
          </a:p>
          <a:p>
            <a:pPr marL="114298" indent="0">
              <a:buClr>
                <a:schemeClr val="dk1"/>
              </a:buClr>
              <a:buSzPct val="81081"/>
              <a:buNone/>
            </a:pPr>
            <a:r>
              <a:rPr lang="en" sz="2800" dirty="0">
                <a:solidFill>
                  <a:schemeClr val="tx1"/>
                </a:solidFill>
              </a:rPr>
              <a:t>Transaction Ti issues Write(item) operation</a:t>
            </a:r>
            <a:endParaRPr sz="2800" dirty="0">
              <a:solidFill>
                <a:schemeClr val="tx1"/>
              </a:solidFill>
            </a:endParaRPr>
          </a:p>
          <a:p>
            <a:pPr marL="952476" lvl="1" indent="-380990">
              <a:spcBef>
                <a:spcPts val="500"/>
              </a:spcBef>
              <a:buSzPct val="81081"/>
              <a:buFont typeface="Arial" panose="020B0604020202020204" pitchFamily="34" charset="0"/>
              <a:buChar char="•"/>
            </a:pPr>
            <a:r>
              <a:rPr lang="en" sz="2400" dirty="0">
                <a:solidFill>
                  <a:schemeClr val="tx1"/>
                </a:solidFill>
              </a:rPr>
              <a:t>If RTS(item)&gt;Ts(Ti) then Rollback Ti</a:t>
            </a:r>
            <a:endParaRPr sz="2400" dirty="0">
              <a:solidFill>
                <a:schemeClr val="tx1"/>
              </a:solidFill>
            </a:endParaRPr>
          </a:p>
          <a:p>
            <a:pPr marL="952476" lvl="1" indent="-380990">
              <a:spcBef>
                <a:spcPts val="500"/>
              </a:spcBef>
              <a:buSzPct val="81081"/>
              <a:buFont typeface="Arial" panose="020B0604020202020204" pitchFamily="34" charset="0"/>
              <a:buChar char="•"/>
            </a:pPr>
            <a:r>
              <a:rPr lang="en" sz="2400" dirty="0">
                <a:solidFill>
                  <a:schemeClr val="tx1"/>
                </a:solidFill>
              </a:rPr>
              <a:t>If WTS(item)&gt;Ts(Ti) then Rollback Ti</a:t>
            </a:r>
            <a:endParaRPr sz="2400" dirty="0">
              <a:solidFill>
                <a:schemeClr val="tx1"/>
              </a:solidFill>
            </a:endParaRPr>
          </a:p>
          <a:p>
            <a:pPr marL="952476" lvl="1" indent="-380990">
              <a:spcBef>
                <a:spcPts val="500"/>
              </a:spcBef>
              <a:buSzPct val="81081"/>
              <a:buFont typeface="Arial" panose="020B0604020202020204" pitchFamily="34" charset="0"/>
              <a:buChar char="•"/>
            </a:pPr>
            <a:r>
              <a:rPr lang="en" sz="2400" dirty="0">
                <a:solidFill>
                  <a:schemeClr val="tx1"/>
                </a:solidFill>
              </a:rPr>
              <a:t>ELSE execute write operation </a:t>
            </a:r>
            <a:endParaRPr sz="2400" dirty="0">
              <a:solidFill>
                <a:schemeClr val="tx1"/>
              </a:solidFill>
            </a:endParaRPr>
          </a:p>
          <a:p>
            <a:pPr marL="1314425" lvl="2" indent="-285750">
              <a:spcBef>
                <a:spcPts val="500"/>
              </a:spcBef>
              <a:buSzPct val="97297"/>
              <a:buFont typeface="Arial" panose="020B0604020202020204" pitchFamily="34" charset="0"/>
              <a:buChar char="•"/>
            </a:pPr>
            <a:r>
              <a:rPr lang="en" sz="1800" dirty="0">
                <a:solidFill>
                  <a:schemeClr val="tx1"/>
                </a:solidFill>
              </a:rPr>
              <a:t>SET WTS(Item)=Ts(Ti)</a:t>
            </a:r>
            <a:endParaRPr sz="1800" dirty="0">
              <a:solidFill>
                <a:schemeClr val="tx1"/>
              </a:solidFill>
            </a:endParaRPr>
          </a:p>
          <a:p>
            <a:pPr marL="647684" indent="-380990">
              <a:buClr>
                <a:schemeClr val="dk1"/>
              </a:buClr>
              <a:buSzPct val="81081"/>
            </a:pPr>
            <a:endParaRPr sz="2800" dirty="0">
              <a:solidFill>
                <a:schemeClr val="tx1"/>
              </a:solidFill>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435"/>
        <p:cNvGrpSpPr/>
        <p:nvPr/>
      </p:nvGrpSpPr>
      <p:grpSpPr>
        <a:xfrm>
          <a:off x="0" y="0"/>
          <a:ext cx="0" cy="0"/>
          <a:chOff x="0" y="0"/>
          <a:chExt cx="0" cy="0"/>
        </a:xfrm>
      </p:grpSpPr>
      <p:sp>
        <p:nvSpPr>
          <p:cNvPr id="436" name="Google Shape;436;p36"/>
          <p:cNvSpPr txBox="1">
            <a:spLocks noGrp="1"/>
          </p:cNvSpPr>
          <p:nvPr>
            <p:ph type="title" idx="4294967295"/>
          </p:nvPr>
        </p:nvSpPr>
        <p:spPr>
          <a:xfrm>
            <a:off x="868822" y="161128"/>
            <a:ext cx="10058400" cy="1449387"/>
          </a:xfrm>
          <a:prstGeom prst="rect">
            <a:avLst/>
          </a:prstGeom>
          <a:noFill/>
          <a:ln>
            <a:noFill/>
          </a:ln>
        </p:spPr>
        <p:txBody>
          <a:bodyPr spcFirstLastPara="1" vert="horz" wrap="square" lIns="121900" tIns="60933" rIns="121900" bIns="60933" rtlCol="0" anchor="ctr" anchorCtr="0">
            <a:normAutofit/>
          </a:bodyPr>
          <a:lstStyle/>
          <a:p>
            <a:pPr>
              <a:lnSpc>
                <a:spcPct val="90000"/>
              </a:lnSpc>
              <a:spcBef>
                <a:spcPts val="0"/>
              </a:spcBef>
              <a:buClr>
                <a:schemeClr val="dk1"/>
              </a:buClr>
              <a:buSzPts val="1800"/>
            </a:pPr>
            <a:r>
              <a:rPr lang="en" dirty="0">
                <a:solidFill>
                  <a:schemeClr val="tx1"/>
                </a:solidFill>
              </a:rPr>
              <a:t>EXAMPLE</a:t>
            </a:r>
            <a:endParaRPr dirty="0">
              <a:solidFill>
                <a:schemeClr val="tx1"/>
              </a:solidFill>
            </a:endParaRPr>
          </a:p>
        </p:txBody>
      </p:sp>
      <p:graphicFrame>
        <p:nvGraphicFramePr>
          <p:cNvPr id="437" name="Google Shape;437;p36"/>
          <p:cNvGraphicFramePr/>
          <p:nvPr>
            <p:extLst>
              <p:ext uri="{D42A27DB-BD31-4B8C-83A1-F6EECF244321}">
                <p14:modId xmlns:p14="http://schemas.microsoft.com/office/powerpoint/2010/main" val="2983634722"/>
              </p:ext>
            </p:extLst>
          </p:nvPr>
        </p:nvGraphicFramePr>
        <p:xfrm>
          <a:off x="1358306" y="1305316"/>
          <a:ext cx="4216401" cy="3938470"/>
        </p:xfrm>
        <a:graphic>
          <a:graphicData uri="http://schemas.openxmlformats.org/drawingml/2006/table">
            <a:tbl>
              <a:tblPr firstRow="1" bandRow="1">
                <a:noFill/>
              </a:tblPr>
              <a:tblGrid>
                <a:gridCol w="1405467">
                  <a:extLst>
                    <a:ext uri="{9D8B030D-6E8A-4147-A177-3AD203B41FA5}">
                      <a16:colId xmlns:a16="http://schemas.microsoft.com/office/drawing/2014/main" val="20000"/>
                    </a:ext>
                  </a:extLst>
                </a:gridCol>
                <a:gridCol w="1405467">
                  <a:extLst>
                    <a:ext uri="{9D8B030D-6E8A-4147-A177-3AD203B41FA5}">
                      <a16:colId xmlns:a16="http://schemas.microsoft.com/office/drawing/2014/main" val="20001"/>
                    </a:ext>
                  </a:extLst>
                </a:gridCol>
                <a:gridCol w="1405467">
                  <a:extLst>
                    <a:ext uri="{9D8B030D-6E8A-4147-A177-3AD203B41FA5}">
                      <a16:colId xmlns:a16="http://schemas.microsoft.com/office/drawing/2014/main" val="20002"/>
                    </a:ext>
                  </a:extLst>
                </a:gridCol>
              </a:tblGrid>
              <a:tr h="398400">
                <a:tc>
                  <a:txBody>
                    <a:bodyPr/>
                    <a:lstStyle/>
                    <a:p>
                      <a:pPr marL="0" marR="0" lvl="0" indent="0" algn="ctr" rtl="0">
                        <a:lnSpc>
                          <a:spcPct val="100000"/>
                        </a:lnSpc>
                        <a:spcBef>
                          <a:spcPts val="0"/>
                        </a:spcBef>
                        <a:spcAft>
                          <a:spcPts val="0"/>
                        </a:spcAft>
                        <a:buNone/>
                      </a:pPr>
                      <a:r>
                        <a:rPr lang="en" sz="1400" u="none" strike="noStrike" cap="none">
                          <a:solidFill>
                            <a:schemeClr val="tx1"/>
                          </a:solidFill>
                        </a:rPr>
                        <a:t>T1(100)</a:t>
                      </a:r>
                      <a:endParaRPr sz="2400">
                        <a:solidFill>
                          <a:schemeClr val="tx1"/>
                        </a:solidFill>
                      </a:endParaRPr>
                    </a:p>
                  </a:txBody>
                  <a:tcPr marL="121933" marR="121933" marT="60967" marB="60967"/>
                </a:tc>
                <a:tc>
                  <a:txBody>
                    <a:bodyPr/>
                    <a:lstStyle/>
                    <a:p>
                      <a:pPr marL="0" marR="0" lvl="0" indent="0" algn="ctr" rtl="0">
                        <a:lnSpc>
                          <a:spcPct val="100000"/>
                        </a:lnSpc>
                        <a:spcBef>
                          <a:spcPts val="0"/>
                        </a:spcBef>
                        <a:spcAft>
                          <a:spcPts val="0"/>
                        </a:spcAft>
                        <a:buNone/>
                      </a:pPr>
                      <a:r>
                        <a:rPr lang="en" sz="1400" u="none" strike="noStrike" cap="none">
                          <a:solidFill>
                            <a:schemeClr val="tx1"/>
                          </a:solidFill>
                        </a:rPr>
                        <a:t>T2(200)</a:t>
                      </a:r>
                      <a:endParaRPr sz="2400">
                        <a:solidFill>
                          <a:schemeClr val="tx1"/>
                        </a:solidFill>
                      </a:endParaRPr>
                    </a:p>
                  </a:txBody>
                  <a:tcPr marL="121933" marR="121933" marT="60967" marB="60967"/>
                </a:tc>
                <a:tc>
                  <a:txBody>
                    <a:bodyPr/>
                    <a:lstStyle/>
                    <a:p>
                      <a:pPr marL="0" marR="0" lvl="0" indent="0" algn="ctr" rtl="0">
                        <a:lnSpc>
                          <a:spcPct val="100000"/>
                        </a:lnSpc>
                        <a:spcBef>
                          <a:spcPts val="0"/>
                        </a:spcBef>
                        <a:spcAft>
                          <a:spcPts val="0"/>
                        </a:spcAft>
                        <a:buNone/>
                      </a:pPr>
                      <a:r>
                        <a:rPr lang="en" sz="1400" u="none" strike="noStrike" cap="none">
                          <a:solidFill>
                            <a:schemeClr val="tx1"/>
                          </a:solidFill>
                        </a:rPr>
                        <a:t>T3(300)</a:t>
                      </a:r>
                      <a:endParaRPr sz="2400">
                        <a:solidFill>
                          <a:schemeClr val="tx1"/>
                        </a:solidFill>
                      </a:endParaRPr>
                    </a:p>
                  </a:txBody>
                  <a:tcPr marL="121933" marR="121933" marT="60967" marB="60967"/>
                </a:tc>
                <a:extLst>
                  <a:ext uri="{0D108BD9-81ED-4DB2-BD59-A6C34878D82A}">
                    <a16:rowId xmlns:a16="http://schemas.microsoft.com/office/drawing/2014/main" val="10000"/>
                  </a:ext>
                </a:extLst>
              </a:tr>
              <a:tr h="398400">
                <a:tc>
                  <a:txBody>
                    <a:bodyPr/>
                    <a:lstStyle/>
                    <a:p>
                      <a:pPr marL="0" marR="0" lvl="0" indent="0" algn="ctr" rtl="0">
                        <a:lnSpc>
                          <a:spcPct val="100000"/>
                        </a:lnSpc>
                        <a:spcBef>
                          <a:spcPts val="0"/>
                        </a:spcBef>
                        <a:spcAft>
                          <a:spcPts val="0"/>
                        </a:spcAft>
                        <a:buNone/>
                      </a:pPr>
                      <a:r>
                        <a:rPr lang="en" sz="1400" b="1" u="none" strike="noStrike" cap="none">
                          <a:solidFill>
                            <a:schemeClr val="tx1"/>
                          </a:solidFill>
                        </a:rPr>
                        <a:t>R(A)</a:t>
                      </a:r>
                      <a:endParaRPr sz="2400">
                        <a:solidFill>
                          <a:schemeClr val="tx1"/>
                        </a:solidFill>
                      </a:endParaRPr>
                    </a:p>
                  </a:txBody>
                  <a:tcPr marL="121933" marR="121933" marT="60967" marB="60967"/>
                </a:tc>
                <a:tc>
                  <a:txBody>
                    <a:bodyPr/>
                    <a:lstStyle/>
                    <a:p>
                      <a:pPr marL="0" marR="0" lvl="0" indent="0" algn="ctr" rtl="0">
                        <a:lnSpc>
                          <a:spcPct val="100000"/>
                        </a:lnSpc>
                        <a:spcBef>
                          <a:spcPts val="0"/>
                        </a:spcBef>
                        <a:spcAft>
                          <a:spcPts val="0"/>
                        </a:spcAft>
                        <a:buNone/>
                      </a:pPr>
                      <a:endParaRPr sz="1400" b="1" u="none" strike="noStrike" cap="none" dirty="0">
                        <a:solidFill>
                          <a:schemeClr val="tx1"/>
                        </a:solidFill>
                      </a:endParaRPr>
                    </a:p>
                  </a:txBody>
                  <a:tcPr marL="121933" marR="121933" marT="60967" marB="60967"/>
                </a:tc>
                <a:tc>
                  <a:txBody>
                    <a:bodyPr/>
                    <a:lstStyle/>
                    <a:p>
                      <a:pPr marL="0" marR="0" lvl="0" indent="0" algn="ctr" rtl="0">
                        <a:lnSpc>
                          <a:spcPct val="100000"/>
                        </a:lnSpc>
                        <a:spcBef>
                          <a:spcPts val="0"/>
                        </a:spcBef>
                        <a:spcAft>
                          <a:spcPts val="0"/>
                        </a:spcAft>
                        <a:buNone/>
                      </a:pPr>
                      <a:endParaRPr sz="1400" b="1" u="none" strike="noStrike" cap="none">
                        <a:solidFill>
                          <a:schemeClr val="tx1"/>
                        </a:solidFill>
                      </a:endParaRPr>
                    </a:p>
                  </a:txBody>
                  <a:tcPr marL="121933" marR="121933" marT="60967" marB="60967"/>
                </a:tc>
                <a:extLst>
                  <a:ext uri="{0D108BD9-81ED-4DB2-BD59-A6C34878D82A}">
                    <a16:rowId xmlns:a16="http://schemas.microsoft.com/office/drawing/2014/main" val="10001"/>
                  </a:ext>
                </a:extLst>
              </a:tr>
              <a:tr h="548653">
                <a:tc>
                  <a:txBody>
                    <a:bodyPr/>
                    <a:lstStyle/>
                    <a:p>
                      <a:pPr marL="0" marR="0" lvl="0" indent="0" algn="ctr" rtl="0">
                        <a:lnSpc>
                          <a:spcPct val="100000"/>
                        </a:lnSpc>
                        <a:spcBef>
                          <a:spcPts val="0"/>
                        </a:spcBef>
                        <a:spcAft>
                          <a:spcPts val="0"/>
                        </a:spcAft>
                        <a:buNone/>
                      </a:pPr>
                      <a:endParaRPr sz="1400" b="1" u="none" strike="noStrike" cap="none">
                        <a:solidFill>
                          <a:schemeClr val="tx1"/>
                        </a:solidFill>
                      </a:endParaRPr>
                    </a:p>
                  </a:txBody>
                  <a:tcPr marL="121933" marR="121933" marT="60967" marB="60967"/>
                </a:tc>
                <a:tc>
                  <a:txBody>
                    <a:bodyPr/>
                    <a:lstStyle/>
                    <a:p>
                      <a:pPr marL="0" marR="0" lvl="0" indent="0" algn="ctr" rtl="0">
                        <a:lnSpc>
                          <a:spcPct val="100000"/>
                        </a:lnSpc>
                        <a:spcBef>
                          <a:spcPts val="0"/>
                        </a:spcBef>
                        <a:spcAft>
                          <a:spcPts val="0"/>
                        </a:spcAft>
                        <a:buClr>
                          <a:srgbClr val="000000"/>
                        </a:buClr>
                        <a:buSzPts val="1050"/>
                        <a:buFont typeface="Arial"/>
                        <a:buNone/>
                      </a:pPr>
                      <a:r>
                        <a:rPr lang="en" sz="1400" b="1" u="none" strike="noStrike" cap="none">
                          <a:solidFill>
                            <a:schemeClr val="tx1"/>
                          </a:solidFill>
                        </a:rPr>
                        <a:t>R(B)</a:t>
                      </a:r>
                      <a:endParaRPr sz="2400">
                        <a:solidFill>
                          <a:schemeClr val="tx1"/>
                        </a:solidFill>
                      </a:endParaRPr>
                    </a:p>
                    <a:p>
                      <a:pPr marL="0" marR="0" lvl="0" indent="0" algn="ctr" rtl="0">
                        <a:lnSpc>
                          <a:spcPct val="100000"/>
                        </a:lnSpc>
                        <a:spcBef>
                          <a:spcPts val="0"/>
                        </a:spcBef>
                        <a:spcAft>
                          <a:spcPts val="0"/>
                        </a:spcAft>
                        <a:buNone/>
                      </a:pPr>
                      <a:endParaRPr sz="1400" b="1" u="none" strike="noStrike" cap="none">
                        <a:solidFill>
                          <a:schemeClr val="tx1"/>
                        </a:solidFill>
                      </a:endParaRPr>
                    </a:p>
                  </a:txBody>
                  <a:tcPr marL="121933" marR="121933" marT="60967" marB="60967"/>
                </a:tc>
                <a:tc>
                  <a:txBody>
                    <a:bodyPr/>
                    <a:lstStyle/>
                    <a:p>
                      <a:pPr marL="0" marR="0" lvl="0" indent="0" algn="ctr" rtl="0">
                        <a:lnSpc>
                          <a:spcPct val="100000"/>
                        </a:lnSpc>
                        <a:spcBef>
                          <a:spcPts val="0"/>
                        </a:spcBef>
                        <a:spcAft>
                          <a:spcPts val="0"/>
                        </a:spcAft>
                        <a:buNone/>
                      </a:pPr>
                      <a:endParaRPr sz="1400" b="1" u="none" strike="noStrike" cap="none">
                        <a:solidFill>
                          <a:schemeClr val="tx1"/>
                        </a:solidFill>
                      </a:endParaRPr>
                    </a:p>
                  </a:txBody>
                  <a:tcPr marL="121933" marR="121933" marT="60967" marB="60967"/>
                </a:tc>
                <a:extLst>
                  <a:ext uri="{0D108BD9-81ED-4DB2-BD59-A6C34878D82A}">
                    <a16:rowId xmlns:a16="http://schemas.microsoft.com/office/drawing/2014/main" val="10002"/>
                  </a:ext>
                </a:extLst>
              </a:tr>
              <a:tr h="548653">
                <a:tc>
                  <a:txBody>
                    <a:bodyPr/>
                    <a:lstStyle/>
                    <a:p>
                      <a:pPr marL="0" marR="0" lvl="0" indent="0" algn="ctr" rtl="0">
                        <a:lnSpc>
                          <a:spcPct val="100000"/>
                        </a:lnSpc>
                        <a:spcBef>
                          <a:spcPts val="0"/>
                        </a:spcBef>
                        <a:spcAft>
                          <a:spcPts val="0"/>
                        </a:spcAft>
                        <a:buClr>
                          <a:srgbClr val="000000"/>
                        </a:buClr>
                        <a:buSzPts val="1050"/>
                        <a:buFont typeface="Arial"/>
                        <a:buNone/>
                      </a:pPr>
                      <a:r>
                        <a:rPr lang="en" sz="1400" b="1" u="none" strike="noStrike" cap="none">
                          <a:solidFill>
                            <a:schemeClr val="tx1"/>
                          </a:solidFill>
                        </a:rPr>
                        <a:t>W(C)</a:t>
                      </a:r>
                      <a:endParaRPr sz="2400">
                        <a:solidFill>
                          <a:schemeClr val="tx1"/>
                        </a:solidFill>
                      </a:endParaRPr>
                    </a:p>
                    <a:p>
                      <a:pPr marL="0" marR="0" lvl="0" indent="0" algn="ctr" rtl="0">
                        <a:lnSpc>
                          <a:spcPct val="100000"/>
                        </a:lnSpc>
                        <a:spcBef>
                          <a:spcPts val="0"/>
                        </a:spcBef>
                        <a:spcAft>
                          <a:spcPts val="0"/>
                        </a:spcAft>
                        <a:buNone/>
                      </a:pPr>
                      <a:endParaRPr sz="1400" b="1" u="none" strike="noStrike" cap="none">
                        <a:solidFill>
                          <a:schemeClr val="tx1"/>
                        </a:solidFill>
                      </a:endParaRPr>
                    </a:p>
                  </a:txBody>
                  <a:tcPr marL="121933" marR="121933" marT="60967" marB="60967"/>
                </a:tc>
                <a:tc>
                  <a:txBody>
                    <a:bodyPr/>
                    <a:lstStyle/>
                    <a:p>
                      <a:pPr marL="0" marR="0" lvl="0" indent="0" algn="ctr" rtl="0">
                        <a:lnSpc>
                          <a:spcPct val="100000"/>
                        </a:lnSpc>
                        <a:spcBef>
                          <a:spcPts val="0"/>
                        </a:spcBef>
                        <a:spcAft>
                          <a:spcPts val="0"/>
                        </a:spcAft>
                        <a:buNone/>
                      </a:pPr>
                      <a:endParaRPr sz="1400" b="1" u="none" strike="noStrike" cap="none">
                        <a:solidFill>
                          <a:schemeClr val="tx1"/>
                        </a:solidFill>
                      </a:endParaRPr>
                    </a:p>
                  </a:txBody>
                  <a:tcPr marL="121933" marR="121933" marT="60967" marB="60967"/>
                </a:tc>
                <a:tc>
                  <a:txBody>
                    <a:bodyPr/>
                    <a:lstStyle/>
                    <a:p>
                      <a:pPr marL="0" marR="0" lvl="0" indent="0" algn="ctr" rtl="0">
                        <a:lnSpc>
                          <a:spcPct val="100000"/>
                        </a:lnSpc>
                        <a:spcBef>
                          <a:spcPts val="0"/>
                        </a:spcBef>
                        <a:spcAft>
                          <a:spcPts val="0"/>
                        </a:spcAft>
                        <a:buNone/>
                      </a:pPr>
                      <a:endParaRPr sz="1400" b="1" u="none" strike="noStrike" cap="none">
                        <a:solidFill>
                          <a:schemeClr val="tx1"/>
                        </a:solidFill>
                      </a:endParaRPr>
                    </a:p>
                  </a:txBody>
                  <a:tcPr marL="121933" marR="121933" marT="60967" marB="60967"/>
                </a:tc>
                <a:extLst>
                  <a:ext uri="{0D108BD9-81ED-4DB2-BD59-A6C34878D82A}">
                    <a16:rowId xmlns:a16="http://schemas.microsoft.com/office/drawing/2014/main" val="10003"/>
                  </a:ext>
                </a:extLst>
              </a:tr>
              <a:tr h="398400">
                <a:tc>
                  <a:txBody>
                    <a:bodyPr/>
                    <a:lstStyle/>
                    <a:p>
                      <a:pPr marL="0" marR="0" lvl="0" indent="0" algn="ctr" rtl="0">
                        <a:lnSpc>
                          <a:spcPct val="100000"/>
                        </a:lnSpc>
                        <a:spcBef>
                          <a:spcPts val="0"/>
                        </a:spcBef>
                        <a:spcAft>
                          <a:spcPts val="0"/>
                        </a:spcAft>
                        <a:buNone/>
                      </a:pPr>
                      <a:endParaRPr sz="1400" b="1" u="none" strike="noStrike" cap="none">
                        <a:solidFill>
                          <a:schemeClr val="tx1"/>
                        </a:solidFill>
                      </a:endParaRPr>
                    </a:p>
                  </a:txBody>
                  <a:tcPr marL="121933" marR="121933" marT="60967" marB="60967"/>
                </a:tc>
                <a:tc>
                  <a:txBody>
                    <a:bodyPr/>
                    <a:lstStyle/>
                    <a:p>
                      <a:pPr marL="0" marR="0" lvl="0" indent="0" algn="ctr" rtl="0">
                        <a:lnSpc>
                          <a:spcPct val="100000"/>
                        </a:lnSpc>
                        <a:spcBef>
                          <a:spcPts val="0"/>
                        </a:spcBef>
                        <a:spcAft>
                          <a:spcPts val="0"/>
                        </a:spcAft>
                        <a:buNone/>
                      </a:pPr>
                      <a:endParaRPr sz="1400" b="1" u="none" strike="noStrike" cap="none">
                        <a:solidFill>
                          <a:schemeClr val="tx1"/>
                        </a:solidFill>
                      </a:endParaRPr>
                    </a:p>
                  </a:txBody>
                  <a:tcPr marL="121933" marR="121933" marT="60967" marB="60967"/>
                </a:tc>
                <a:tc>
                  <a:txBody>
                    <a:bodyPr/>
                    <a:lstStyle/>
                    <a:p>
                      <a:pPr marL="0" marR="0" lvl="0" indent="0" algn="ctr" rtl="0">
                        <a:lnSpc>
                          <a:spcPct val="100000"/>
                        </a:lnSpc>
                        <a:spcBef>
                          <a:spcPts val="0"/>
                        </a:spcBef>
                        <a:spcAft>
                          <a:spcPts val="0"/>
                        </a:spcAft>
                        <a:buClr>
                          <a:srgbClr val="000000"/>
                        </a:buClr>
                        <a:buSzPts val="1050"/>
                        <a:buFont typeface="Arial"/>
                        <a:buNone/>
                      </a:pPr>
                      <a:r>
                        <a:rPr lang="en" sz="1400" b="1" u="none" strike="noStrike" cap="none">
                          <a:solidFill>
                            <a:schemeClr val="tx1"/>
                          </a:solidFill>
                        </a:rPr>
                        <a:t>R(B)</a:t>
                      </a:r>
                      <a:endParaRPr sz="2400">
                        <a:solidFill>
                          <a:schemeClr val="tx1"/>
                        </a:solidFill>
                      </a:endParaRPr>
                    </a:p>
                  </a:txBody>
                  <a:tcPr marL="121933" marR="121933" marT="60967" marB="60967"/>
                </a:tc>
                <a:extLst>
                  <a:ext uri="{0D108BD9-81ED-4DB2-BD59-A6C34878D82A}">
                    <a16:rowId xmlns:a16="http://schemas.microsoft.com/office/drawing/2014/main" val="10004"/>
                  </a:ext>
                </a:extLst>
              </a:tr>
              <a:tr h="548653">
                <a:tc>
                  <a:txBody>
                    <a:bodyPr/>
                    <a:lstStyle/>
                    <a:p>
                      <a:pPr marL="0" marR="0" lvl="0" indent="0" algn="ctr" rtl="0">
                        <a:lnSpc>
                          <a:spcPct val="100000"/>
                        </a:lnSpc>
                        <a:spcBef>
                          <a:spcPts val="0"/>
                        </a:spcBef>
                        <a:spcAft>
                          <a:spcPts val="0"/>
                        </a:spcAft>
                        <a:buClr>
                          <a:srgbClr val="000000"/>
                        </a:buClr>
                        <a:buSzPts val="1050"/>
                        <a:buFont typeface="Arial"/>
                        <a:buNone/>
                      </a:pPr>
                      <a:r>
                        <a:rPr lang="en" sz="1400" b="1" u="none" strike="noStrike" cap="none">
                          <a:solidFill>
                            <a:schemeClr val="tx1"/>
                          </a:solidFill>
                        </a:rPr>
                        <a:t>R(C)</a:t>
                      </a:r>
                      <a:endParaRPr sz="2400">
                        <a:solidFill>
                          <a:schemeClr val="tx1"/>
                        </a:solidFill>
                      </a:endParaRPr>
                    </a:p>
                    <a:p>
                      <a:pPr marL="0" marR="0" lvl="0" indent="0" algn="ctr" rtl="0">
                        <a:lnSpc>
                          <a:spcPct val="100000"/>
                        </a:lnSpc>
                        <a:spcBef>
                          <a:spcPts val="0"/>
                        </a:spcBef>
                        <a:spcAft>
                          <a:spcPts val="0"/>
                        </a:spcAft>
                        <a:buNone/>
                      </a:pPr>
                      <a:endParaRPr sz="1400" b="1" u="none" strike="noStrike" cap="none">
                        <a:solidFill>
                          <a:schemeClr val="tx1"/>
                        </a:solidFill>
                      </a:endParaRPr>
                    </a:p>
                  </a:txBody>
                  <a:tcPr marL="121933" marR="121933" marT="60967" marB="60967"/>
                </a:tc>
                <a:tc>
                  <a:txBody>
                    <a:bodyPr/>
                    <a:lstStyle/>
                    <a:p>
                      <a:pPr marL="0" marR="0" lvl="0" indent="0" algn="ctr" rtl="0">
                        <a:lnSpc>
                          <a:spcPct val="100000"/>
                        </a:lnSpc>
                        <a:spcBef>
                          <a:spcPts val="0"/>
                        </a:spcBef>
                        <a:spcAft>
                          <a:spcPts val="0"/>
                        </a:spcAft>
                        <a:buNone/>
                      </a:pPr>
                      <a:endParaRPr sz="1400" b="1" u="none" strike="noStrike" cap="none">
                        <a:solidFill>
                          <a:schemeClr val="tx1"/>
                        </a:solidFill>
                      </a:endParaRPr>
                    </a:p>
                  </a:txBody>
                  <a:tcPr marL="121933" marR="121933" marT="60967" marB="60967"/>
                </a:tc>
                <a:tc>
                  <a:txBody>
                    <a:bodyPr/>
                    <a:lstStyle/>
                    <a:p>
                      <a:pPr marL="0" marR="0" lvl="0" indent="0" algn="ctr" rtl="0">
                        <a:lnSpc>
                          <a:spcPct val="100000"/>
                        </a:lnSpc>
                        <a:spcBef>
                          <a:spcPts val="0"/>
                        </a:spcBef>
                        <a:spcAft>
                          <a:spcPts val="0"/>
                        </a:spcAft>
                        <a:buNone/>
                      </a:pPr>
                      <a:endParaRPr sz="1400" b="1" u="none" strike="noStrike" cap="none">
                        <a:solidFill>
                          <a:schemeClr val="tx1"/>
                        </a:solidFill>
                      </a:endParaRPr>
                    </a:p>
                  </a:txBody>
                  <a:tcPr marL="121933" marR="121933" marT="60967" marB="60967"/>
                </a:tc>
                <a:extLst>
                  <a:ext uri="{0D108BD9-81ED-4DB2-BD59-A6C34878D82A}">
                    <a16:rowId xmlns:a16="http://schemas.microsoft.com/office/drawing/2014/main" val="10005"/>
                  </a:ext>
                </a:extLst>
              </a:tr>
              <a:tr h="548653">
                <a:tc>
                  <a:txBody>
                    <a:bodyPr/>
                    <a:lstStyle/>
                    <a:p>
                      <a:pPr marL="0" marR="0" lvl="0" indent="0" algn="ctr" rtl="0">
                        <a:lnSpc>
                          <a:spcPct val="100000"/>
                        </a:lnSpc>
                        <a:spcBef>
                          <a:spcPts val="0"/>
                        </a:spcBef>
                        <a:spcAft>
                          <a:spcPts val="0"/>
                        </a:spcAft>
                        <a:buNone/>
                      </a:pPr>
                      <a:endParaRPr sz="1400" b="1" u="none" strike="noStrike" cap="none">
                        <a:solidFill>
                          <a:schemeClr val="tx1"/>
                        </a:solidFill>
                      </a:endParaRPr>
                    </a:p>
                  </a:txBody>
                  <a:tcPr marL="121933" marR="121933" marT="60967" marB="60967"/>
                </a:tc>
                <a:tc>
                  <a:txBody>
                    <a:bodyPr/>
                    <a:lstStyle/>
                    <a:p>
                      <a:pPr marL="0" marR="0" lvl="0" indent="0" algn="ctr" rtl="0">
                        <a:lnSpc>
                          <a:spcPct val="100000"/>
                        </a:lnSpc>
                        <a:spcBef>
                          <a:spcPts val="0"/>
                        </a:spcBef>
                        <a:spcAft>
                          <a:spcPts val="0"/>
                        </a:spcAft>
                        <a:buClr>
                          <a:srgbClr val="000000"/>
                        </a:buClr>
                        <a:buSzPts val="1050"/>
                        <a:buFont typeface="Arial"/>
                        <a:buNone/>
                      </a:pPr>
                      <a:r>
                        <a:rPr lang="en" sz="1400" b="1" u="none" strike="noStrike" cap="none">
                          <a:solidFill>
                            <a:schemeClr val="tx1"/>
                          </a:solidFill>
                        </a:rPr>
                        <a:t>W(B)</a:t>
                      </a:r>
                      <a:endParaRPr sz="2400">
                        <a:solidFill>
                          <a:schemeClr val="tx1"/>
                        </a:solidFill>
                      </a:endParaRPr>
                    </a:p>
                    <a:p>
                      <a:pPr marL="0" marR="0" lvl="0" indent="0" algn="ctr" rtl="0">
                        <a:lnSpc>
                          <a:spcPct val="100000"/>
                        </a:lnSpc>
                        <a:spcBef>
                          <a:spcPts val="0"/>
                        </a:spcBef>
                        <a:spcAft>
                          <a:spcPts val="0"/>
                        </a:spcAft>
                        <a:buNone/>
                      </a:pPr>
                      <a:endParaRPr sz="1400" b="1" u="none" strike="noStrike" cap="none">
                        <a:solidFill>
                          <a:schemeClr val="tx1"/>
                        </a:solidFill>
                      </a:endParaRPr>
                    </a:p>
                  </a:txBody>
                  <a:tcPr marL="121933" marR="121933" marT="60967" marB="60967"/>
                </a:tc>
                <a:tc>
                  <a:txBody>
                    <a:bodyPr/>
                    <a:lstStyle/>
                    <a:p>
                      <a:pPr marL="0" marR="0" lvl="0" indent="0" algn="ctr" rtl="0">
                        <a:lnSpc>
                          <a:spcPct val="100000"/>
                        </a:lnSpc>
                        <a:spcBef>
                          <a:spcPts val="0"/>
                        </a:spcBef>
                        <a:spcAft>
                          <a:spcPts val="0"/>
                        </a:spcAft>
                        <a:buNone/>
                      </a:pPr>
                      <a:endParaRPr sz="1400" b="1" u="none" strike="noStrike" cap="none">
                        <a:solidFill>
                          <a:schemeClr val="tx1"/>
                        </a:solidFill>
                      </a:endParaRPr>
                    </a:p>
                  </a:txBody>
                  <a:tcPr marL="121933" marR="121933" marT="60967" marB="60967"/>
                </a:tc>
                <a:extLst>
                  <a:ext uri="{0D108BD9-81ED-4DB2-BD59-A6C34878D82A}">
                    <a16:rowId xmlns:a16="http://schemas.microsoft.com/office/drawing/2014/main" val="10006"/>
                  </a:ext>
                </a:extLst>
              </a:tr>
              <a:tr h="548653">
                <a:tc>
                  <a:txBody>
                    <a:bodyPr/>
                    <a:lstStyle/>
                    <a:p>
                      <a:pPr marL="0" marR="0" lvl="0" indent="0" algn="ctr" rtl="0">
                        <a:lnSpc>
                          <a:spcPct val="100000"/>
                        </a:lnSpc>
                        <a:spcBef>
                          <a:spcPts val="0"/>
                        </a:spcBef>
                        <a:spcAft>
                          <a:spcPts val="0"/>
                        </a:spcAft>
                        <a:buNone/>
                      </a:pPr>
                      <a:endParaRPr sz="1400" b="1" u="none" strike="noStrike" cap="none">
                        <a:solidFill>
                          <a:schemeClr val="tx1"/>
                        </a:solidFill>
                      </a:endParaRPr>
                    </a:p>
                  </a:txBody>
                  <a:tcPr marL="121933" marR="121933" marT="60967" marB="60967"/>
                </a:tc>
                <a:tc>
                  <a:txBody>
                    <a:bodyPr/>
                    <a:lstStyle/>
                    <a:p>
                      <a:pPr marL="0" marR="0" lvl="0" indent="0" algn="ctr" rtl="0">
                        <a:lnSpc>
                          <a:spcPct val="100000"/>
                        </a:lnSpc>
                        <a:spcBef>
                          <a:spcPts val="0"/>
                        </a:spcBef>
                        <a:spcAft>
                          <a:spcPts val="0"/>
                        </a:spcAft>
                        <a:buNone/>
                      </a:pPr>
                      <a:endParaRPr sz="1400" b="1" u="none" strike="noStrike" cap="none">
                        <a:solidFill>
                          <a:schemeClr val="tx1"/>
                        </a:solidFill>
                      </a:endParaRPr>
                    </a:p>
                  </a:txBody>
                  <a:tcPr marL="121933" marR="121933" marT="60967" marB="60967"/>
                </a:tc>
                <a:tc>
                  <a:txBody>
                    <a:bodyPr/>
                    <a:lstStyle/>
                    <a:p>
                      <a:pPr marL="0" marR="0" lvl="0" indent="0" algn="ctr" rtl="0">
                        <a:lnSpc>
                          <a:spcPct val="100000"/>
                        </a:lnSpc>
                        <a:spcBef>
                          <a:spcPts val="0"/>
                        </a:spcBef>
                        <a:spcAft>
                          <a:spcPts val="0"/>
                        </a:spcAft>
                        <a:buClr>
                          <a:srgbClr val="000000"/>
                        </a:buClr>
                        <a:buSzPts val="1050"/>
                        <a:buFont typeface="Arial"/>
                        <a:buNone/>
                      </a:pPr>
                      <a:r>
                        <a:rPr lang="en" sz="1400" b="1" u="none" strike="noStrike" cap="none" dirty="0">
                          <a:solidFill>
                            <a:schemeClr val="tx1"/>
                          </a:solidFill>
                        </a:rPr>
                        <a:t>W(A)</a:t>
                      </a:r>
                      <a:endParaRPr sz="2400" dirty="0">
                        <a:solidFill>
                          <a:schemeClr val="tx1"/>
                        </a:solidFill>
                      </a:endParaRPr>
                    </a:p>
                    <a:p>
                      <a:pPr marL="0" marR="0" lvl="0" indent="0" algn="ctr" rtl="0">
                        <a:lnSpc>
                          <a:spcPct val="100000"/>
                        </a:lnSpc>
                        <a:spcBef>
                          <a:spcPts val="0"/>
                        </a:spcBef>
                        <a:spcAft>
                          <a:spcPts val="0"/>
                        </a:spcAft>
                        <a:buNone/>
                      </a:pPr>
                      <a:endParaRPr sz="1400" b="1" u="none" strike="noStrike" cap="none" dirty="0">
                        <a:solidFill>
                          <a:schemeClr val="tx1"/>
                        </a:solidFill>
                      </a:endParaRPr>
                    </a:p>
                  </a:txBody>
                  <a:tcPr marL="121933" marR="121933" marT="60967" marB="60967"/>
                </a:tc>
                <a:extLst>
                  <a:ext uri="{0D108BD9-81ED-4DB2-BD59-A6C34878D82A}">
                    <a16:rowId xmlns:a16="http://schemas.microsoft.com/office/drawing/2014/main" val="10007"/>
                  </a:ext>
                </a:extLst>
              </a:tr>
            </a:tbl>
          </a:graphicData>
        </a:graphic>
      </p:graphicFrame>
      <p:sp>
        <p:nvSpPr>
          <p:cNvPr id="438" name="Google Shape;438;p36"/>
          <p:cNvSpPr/>
          <p:nvPr/>
        </p:nvSpPr>
        <p:spPr>
          <a:xfrm>
            <a:off x="1854199" y="5861488"/>
            <a:ext cx="6083300" cy="410379"/>
          </a:xfrm>
          <a:prstGeom prst="rect">
            <a:avLst/>
          </a:prstGeom>
          <a:noFill/>
          <a:ln>
            <a:noFill/>
          </a:ln>
        </p:spPr>
        <p:txBody>
          <a:bodyPr spcFirstLastPara="1" wrap="square" lIns="121900" tIns="60933" rIns="121900" bIns="60933" anchor="t" anchorCtr="0">
            <a:spAutoFit/>
          </a:bodyPr>
          <a:lstStyle/>
          <a:p>
            <a:r>
              <a:rPr lang="en" sz="1867">
                <a:solidFill>
                  <a:srgbClr val="000000"/>
                </a:solidFill>
                <a:latin typeface="Arial"/>
                <a:ea typeface="Arial"/>
                <a:cs typeface="Arial"/>
                <a:sym typeface="Arial"/>
              </a:rPr>
              <a:t>WHICH TRANSACTION WILL BE ROLLED BACK? T2</a:t>
            </a:r>
            <a:endParaRPr sz="2400"/>
          </a:p>
        </p:txBody>
      </p:sp>
      <p:graphicFrame>
        <p:nvGraphicFramePr>
          <p:cNvPr id="439" name="Google Shape;439;p36"/>
          <p:cNvGraphicFramePr/>
          <p:nvPr>
            <p:extLst>
              <p:ext uri="{D42A27DB-BD31-4B8C-83A1-F6EECF244321}">
                <p14:modId xmlns:p14="http://schemas.microsoft.com/office/powerpoint/2010/main" val="2342422932"/>
              </p:ext>
            </p:extLst>
          </p:nvPr>
        </p:nvGraphicFramePr>
        <p:xfrm>
          <a:off x="6280151" y="1604950"/>
          <a:ext cx="4159200" cy="1420701"/>
        </p:xfrm>
        <a:graphic>
          <a:graphicData uri="http://schemas.openxmlformats.org/drawingml/2006/table">
            <a:tbl>
              <a:tblPr firstRow="1" bandRow="1">
                <a:noFill/>
              </a:tblPr>
              <a:tblGrid>
                <a:gridCol w="1039800">
                  <a:extLst>
                    <a:ext uri="{9D8B030D-6E8A-4147-A177-3AD203B41FA5}">
                      <a16:colId xmlns:a16="http://schemas.microsoft.com/office/drawing/2014/main" val="20000"/>
                    </a:ext>
                  </a:extLst>
                </a:gridCol>
                <a:gridCol w="1039800">
                  <a:extLst>
                    <a:ext uri="{9D8B030D-6E8A-4147-A177-3AD203B41FA5}">
                      <a16:colId xmlns:a16="http://schemas.microsoft.com/office/drawing/2014/main" val="20001"/>
                    </a:ext>
                  </a:extLst>
                </a:gridCol>
                <a:gridCol w="1039800">
                  <a:extLst>
                    <a:ext uri="{9D8B030D-6E8A-4147-A177-3AD203B41FA5}">
                      <a16:colId xmlns:a16="http://schemas.microsoft.com/office/drawing/2014/main" val="20002"/>
                    </a:ext>
                  </a:extLst>
                </a:gridCol>
                <a:gridCol w="1039800">
                  <a:extLst>
                    <a:ext uri="{9D8B030D-6E8A-4147-A177-3AD203B41FA5}">
                      <a16:colId xmlns:a16="http://schemas.microsoft.com/office/drawing/2014/main" val="20003"/>
                    </a:ext>
                  </a:extLst>
                </a:gridCol>
              </a:tblGrid>
              <a:tr h="473567">
                <a:tc>
                  <a:txBody>
                    <a:bodyPr/>
                    <a:lstStyle/>
                    <a:p>
                      <a:pPr marL="0" marR="0" lvl="0" indent="0" algn="l" rtl="0">
                        <a:lnSpc>
                          <a:spcPct val="100000"/>
                        </a:lnSpc>
                        <a:spcBef>
                          <a:spcPts val="0"/>
                        </a:spcBef>
                        <a:spcAft>
                          <a:spcPts val="0"/>
                        </a:spcAft>
                        <a:buNone/>
                      </a:pPr>
                      <a:endParaRPr sz="1400" u="none" strike="noStrike" cap="none" dirty="0">
                        <a:solidFill>
                          <a:schemeClr val="tx1"/>
                        </a:solidFill>
                      </a:endParaRPr>
                    </a:p>
                  </a:txBody>
                  <a:tcPr marL="121933" marR="121933" marT="60967" marB="60967"/>
                </a:tc>
                <a:tc>
                  <a:txBody>
                    <a:bodyPr/>
                    <a:lstStyle/>
                    <a:p>
                      <a:pPr marL="0" marR="0" lvl="0" indent="0" algn="l" rtl="0">
                        <a:lnSpc>
                          <a:spcPct val="100000"/>
                        </a:lnSpc>
                        <a:spcBef>
                          <a:spcPts val="0"/>
                        </a:spcBef>
                        <a:spcAft>
                          <a:spcPts val="0"/>
                        </a:spcAft>
                        <a:buNone/>
                      </a:pPr>
                      <a:r>
                        <a:rPr lang="en" sz="1400" u="none" strike="noStrike" cap="none">
                          <a:solidFill>
                            <a:schemeClr val="tx1"/>
                          </a:solidFill>
                        </a:rPr>
                        <a:t>A</a:t>
                      </a:r>
                      <a:endParaRPr sz="1400" u="none" strike="noStrike" cap="none">
                        <a:solidFill>
                          <a:schemeClr val="tx1"/>
                        </a:solidFill>
                      </a:endParaRPr>
                    </a:p>
                  </a:txBody>
                  <a:tcPr marL="121933" marR="121933" marT="60967" marB="60967"/>
                </a:tc>
                <a:tc>
                  <a:txBody>
                    <a:bodyPr/>
                    <a:lstStyle/>
                    <a:p>
                      <a:pPr marL="0" marR="0" lvl="0" indent="0" algn="l" rtl="0">
                        <a:lnSpc>
                          <a:spcPct val="100000"/>
                        </a:lnSpc>
                        <a:spcBef>
                          <a:spcPts val="0"/>
                        </a:spcBef>
                        <a:spcAft>
                          <a:spcPts val="0"/>
                        </a:spcAft>
                        <a:buNone/>
                      </a:pPr>
                      <a:r>
                        <a:rPr lang="en" sz="1400" u="none" strike="noStrike" cap="none">
                          <a:solidFill>
                            <a:schemeClr val="tx1"/>
                          </a:solidFill>
                        </a:rPr>
                        <a:t>B</a:t>
                      </a:r>
                      <a:endParaRPr sz="1400" u="none" strike="noStrike" cap="none">
                        <a:solidFill>
                          <a:schemeClr val="tx1"/>
                        </a:solidFill>
                      </a:endParaRPr>
                    </a:p>
                  </a:txBody>
                  <a:tcPr marL="121933" marR="121933" marT="60967" marB="60967"/>
                </a:tc>
                <a:tc>
                  <a:txBody>
                    <a:bodyPr/>
                    <a:lstStyle/>
                    <a:p>
                      <a:pPr marL="0" marR="0" lvl="0" indent="0" algn="l" rtl="0">
                        <a:lnSpc>
                          <a:spcPct val="100000"/>
                        </a:lnSpc>
                        <a:spcBef>
                          <a:spcPts val="0"/>
                        </a:spcBef>
                        <a:spcAft>
                          <a:spcPts val="0"/>
                        </a:spcAft>
                        <a:buNone/>
                      </a:pPr>
                      <a:r>
                        <a:rPr lang="en" sz="1400" u="none" strike="noStrike" cap="none">
                          <a:solidFill>
                            <a:schemeClr val="tx1"/>
                          </a:solidFill>
                        </a:rPr>
                        <a:t>C</a:t>
                      </a:r>
                      <a:endParaRPr sz="1400" u="none" strike="noStrike" cap="none">
                        <a:solidFill>
                          <a:schemeClr val="tx1"/>
                        </a:solidFill>
                      </a:endParaRPr>
                    </a:p>
                  </a:txBody>
                  <a:tcPr marL="121933" marR="121933" marT="60967" marB="60967"/>
                </a:tc>
                <a:extLst>
                  <a:ext uri="{0D108BD9-81ED-4DB2-BD59-A6C34878D82A}">
                    <a16:rowId xmlns:a16="http://schemas.microsoft.com/office/drawing/2014/main" val="10000"/>
                  </a:ext>
                </a:extLst>
              </a:tr>
              <a:tr h="473567">
                <a:tc>
                  <a:txBody>
                    <a:bodyPr/>
                    <a:lstStyle/>
                    <a:p>
                      <a:pPr marL="0" marR="0" lvl="0" indent="0" algn="l" rtl="0">
                        <a:lnSpc>
                          <a:spcPct val="100000"/>
                        </a:lnSpc>
                        <a:spcBef>
                          <a:spcPts val="0"/>
                        </a:spcBef>
                        <a:spcAft>
                          <a:spcPts val="0"/>
                        </a:spcAft>
                        <a:buNone/>
                      </a:pPr>
                      <a:r>
                        <a:rPr lang="en" sz="1400" u="none" strike="noStrike" cap="none">
                          <a:solidFill>
                            <a:schemeClr val="tx1"/>
                          </a:solidFill>
                        </a:rPr>
                        <a:t>RTS(Ti)</a:t>
                      </a:r>
                      <a:endParaRPr sz="1400" u="none" strike="noStrike" cap="none">
                        <a:solidFill>
                          <a:schemeClr val="tx1"/>
                        </a:solidFill>
                      </a:endParaRPr>
                    </a:p>
                  </a:txBody>
                  <a:tcPr marL="121933" marR="121933" marT="60967" marB="60967"/>
                </a:tc>
                <a:tc>
                  <a:txBody>
                    <a:bodyPr/>
                    <a:lstStyle/>
                    <a:p>
                      <a:pPr marL="0" marR="0" lvl="0" indent="0" algn="l" rtl="0">
                        <a:lnSpc>
                          <a:spcPct val="100000"/>
                        </a:lnSpc>
                        <a:spcBef>
                          <a:spcPts val="0"/>
                        </a:spcBef>
                        <a:spcAft>
                          <a:spcPts val="0"/>
                        </a:spcAft>
                        <a:buNone/>
                      </a:pPr>
                      <a:r>
                        <a:rPr lang="en" sz="1400" u="none" strike="noStrike" cap="none">
                          <a:solidFill>
                            <a:schemeClr val="tx1"/>
                          </a:solidFill>
                        </a:rPr>
                        <a:t>0</a:t>
                      </a:r>
                      <a:endParaRPr sz="1400" u="none" strike="noStrike" cap="none">
                        <a:solidFill>
                          <a:schemeClr val="tx1"/>
                        </a:solidFill>
                      </a:endParaRPr>
                    </a:p>
                  </a:txBody>
                  <a:tcPr marL="121933" marR="121933" marT="60967" marB="60967"/>
                </a:tc>
                <a:tc>
                  <a:txBody>
                    <a:bodyPr/>
                    <a:lstStyle/>
                    <a:p>
                      <a:pPr marL="0" marR="0" lvl="0" indent="0" algn="l" rtl="0">
                        <a:lnSpc>
                          <a:spcPct val="100000"/>
                        </a:lnSpc>
                        <a:spcBef>
                          <a:spcPts val="0"/>
                        </a:spcBef>
                        <a:spcAft>
                          <a:spcPts val="0"/>
                        </a:spcAft>
                        <a:buNone/>
                      </a:pPr>
                      <a:r>
                        <a:rPr lang="en" sz="1400" u="none" strike="noStrike" cap="none">
                          <a:solidFill>
                            <a:schemeClr val="tx1"/>
                          </a:solidFill>
                        </a:rPr>
                        <a:t>0</a:t>
                      </a:r>
                      <a:endParaRPr sz="1400" u="none" strike="noStrike" cap="none">
                        <a:solidFill>
                          <a:schemeClr val="tx1"/>
                        </a:solidFill>
                      </a:endParaRPr>
                    </a:p>
                  </a:txBody>
                  <a:tcPr marL="121933" marR="121933" marT="60967" marB="60967"/>
                </a:tc>
                <a:tc>
                  <a:txBody>
                    <a:bodyPr/>
                    <a:lstStyle/>
                    <a:p>
                      <a:pPr marL="0" marR="0" lvl="0" indent="0" algn="l" rtl="0">
                        <a:lnSpc>
                          <a:spcPct val="100000"/>
                        </a:lnSpc>
                        <a:spcBef>
                          <a:spcPts val="0"/>
                        </a:spcBef>
                        <a:spcAft>
                          <a:spcPts val="0"/>
                        </a:spcAft>
                        <a:buNone/>
                      </a:pPr>
                      <a:r>
                        <a:rPr lang="en" sz="1400" u="none" strike="noStrike" cap="none">
                          <a:solidFill>
                            <a:schemeClr val="tx1"/>
                          </a:solidFill>
                        </a:rPr>
                        <a:t>0</a:t>
                      </a:r>
                      <a:endParaRPr sz="1400" u="none" strike="noStrike" cap="none">
                        <a:solidFill>
                          <a:schemeClr val="tx1"/>
                        </a:solidFill>
                      </a:endParaRPr>
                    </a:p>
                  </a:txBody>
                  <a:tcPr marL="121933" marR="121933" marT="60967" marB="60967"/>
                </a:tc>
                <a:extLst>
                  <a:ext uri="{0D108BD9-81ED-4DB2-BD59-A6C34878D82A}">
                    <a16:rowId xmlns:a16="http://schemas.microsoft.com/office/drawing/2014/main" val="10001"/>
                  </a:ext>
                </a:extLst>
              </a:tr>
              <a:tr h="473567">
                <a:tc>
                  <a:txBody>
                    <a:bodyPr/>
                    <a:lstStyle/>
                    <a:p>
                      <a:pPr marL="0" marR="0" lvl="0" indent="0" algn="l" rtl="0">
                        <a:lnSpc>
                          <a:spcPct val="100000"/>
                        </a:lnSpc>
                        <a:spcBef>
                          <a:spcPts val="0"/>
                        </a:spcBef>
                        <a:spcAft>
                          <a:spcPts val="0"/>
                        </a:spcAft>
                        <a:buNone/>
                      </a:pPr>
                      <a:r>
                        <a:rPr lang="en" sz="1400" u="none" strike="noStrike" cap="none">
                          <a:solidFill>
                            <a:schemeClr val="tx1"/>
                          </a:solidFill>
                        </a:rPr>
                        <a:t>WTS(Ti)</a:t>
                      </a:r>
                      <a:endParaRPr sz="1400" u="none" strike="noStrike" cap="none">
                        <a:solidFill>
                          <a:schemeClr val="tx1"/>
                        </a:solidFill>
                      </a:endParaRPr>
                    </a:p>
                  </a:txBody>
                  <a:tcPr marL="121933" marR="121933" marT="60967" marB="60967"/>
                </a:tc>
                <a:tc>
                  <a:txBody>
                    <a:bodyPr/>
                    <a:lstStyle/>
                    <a:p>
                      <a:pPr marL="0" marR="0" lvl="0" indent="0" algn="l" rtl="0">
                        <a:lnSpc>
                          <a:spcPct val="100000"/>
                        </a:lnSpc>
                        <a:spcBef>
                          <a:spcPts val="0"/>
                        </a:spcBef>
                        <a:spcAft>
                          <a:spcPts val="0"/>
                        </a:spcAft>
                        <a:buNone/>
                      </a:pPr>
                      <a:r>
                        <a:rPr lang="en" sz="1400" u="none" strike="noStrike" cap="none">
                          <a:solidFill>
                            <a:schemeClr val="tx1"/>
                          </a:solidFill>
                        </a:rPr>
                        <a:t>0</a:t>
                      </a:r>
                      <a:endParaRPr sz="1400" u="none" strike="noStrike" cap="none">
                        <a:solidFill>
                          <a:schemeClr val="tx1"/>
                        </a:solidFill>
                      </a:endParaRPr>
                    </a:p>
                  </a:txBody>
                  <a:tcPr marL="121933" marR="121933" marT="60967" marB="60967"/>
                </a:tc>
                <a:tc>
                  <a:txBody>
                    <a:bodyPr/>
                    <a:lstStyle/>
                    <a:p>
                      <a:pPr marL="0" marR="0" lvl="0" indent="0" algn="l" rtl="0">
                        <a:lnSpc>
                          <a:spcPct val="100000"/>
                        </a:lnSpc>
                        <a:spcBef>
                          <a:spcPts val="0"/>
                        </a:spcBef>
                        <a:spcAft>
                          <a:spcPts val="0"/>
                        </a:spcAft>
                        <a:buNone/>
                      </a:pPr>
                      <a:r>
                        <a:rPr lang="en" sz="1400" u="none" strike="noStrike" cap="none">
                          <a:solidFill>
                            <a:schemeClr val="tx1"/>
                          </a:solidFill>
                        </a:rPr>
                        <a:t>0</a:t>
                      </a:r>
                      <a:endParaRPr sz="1400" u="none" strike="noStrike" cap="none">
                        <a:solidFill>
                          <a:schemeClr val="tx1"/>
                        </a:solidFill>
                      </a:endParaRPr>
                    </a:p>
                  </a:txBody>
                  <a:tcPr marL="121933" marR="121933" marT="60967" marB="60967"/>
                </a:tc>
                <a:tc>
                  <a:txBody>
                    <a:bodyPr/>
                    <a:lstStyle/>
                    <a:p>
                      <a:pPr marL="0" marR="0" lvl="0" indent="0" algn="l" rtl="0">
                        <a:lnSpc>
                          <a:spcPct val="100000"/>
                        </a:lnSpc>
                        <a:spcBef>
                          <a:spcPts val="0"/>
                        </a:spcBef>
                        <a:spcAft>
                          <a:spcPts val="0"/>
                        </a:spcAft>
                        <a:buNone/>
                      </a:pPr>
                      <a:r>
                        <a:rPr lang="en" sz="1400" u="none" strike="noStrike" cap="none" dirty="0">
                          <a:solidFill>
                            <a:schemeClr val="tx1"/>
                          </a:solidFill>
                        </a:rPr>
                        <a:t>0</a:t>
                      </a:r>
                      <a:endParaRPr sz="1400" u="none" strike="noStrike" cap="none" dirty="0">
                        <a:solidFill>
                          <a:schemeClr val="tx1"/>
                        </a:solidFill>
                      </a:endParaRPr>
                    </a:p>
                  </a:txBody>
                  <a:tcPr marL="121933" marR="121933" marT="60967" marB="60967"/>
                </a:tc>
                <a:extLst>
                  <a:ext uri="{0D108BD9-81ED-4DB2-BD59-A6C34878D82A}">
                    <a16:rowId xmlns:a16="http://schemas.microsoft.com/office/drawing/2014/main" val="10002"/>
                  </a:ext>
                </a:extLst>
              </a:tr>
            </a:tbl>
          </a:graphicData>
        </a:graphic>
      </p:graphicFrame>
      <p:graphicFrame>
        <p:nvGraphicFramePr>
          <p:cNvPr id="440" name="Google Shape;440;p36"/>
          <p:cNvGraphicFramePr/>
          <p:nvPr>
            <p:extLst>
              <p:ext uri="{D42A27DB-BD31-4B8C-83A1-F6EECF244321}">
                <p14:modId xmlns:p14="http://schemas.microsoft.com/office/powerpoint/2010/main" val="4009710665"/>
              </p:ext>
            </p:extLst>
          </p:nvPr>
        </p:nvGraphicFramePr>
        <p:xfrm>
          <a:off x="6280151" y="3475563"/>
          <a:ext cx="4159200" cy="1457999"/>
        </p:xfrm>
        <a:graphic>
          <a:graphicData uri="http://schemas.openxmlformats.org/drawingml/2006/table">
            <a:tbl>
              <a:tblPr firstRow="1" bandRow="1">
                <a:noFill/>
              </a:tblPr>
              <a:tblGrid>
                <a:gridCol w="1039800">
                  <a:extLst>
                    <a:ext uri="{9D8B030D-6E8A-4147-A177-3AD203B41FA5}">
                      <a16:colId xmlns:a16="http://schemas.microsoft.com/office/drawing/2014/main" val="20000"/>
                    </a:ext>
                  </a:extLst>
                </a:gridCol>
                <a:gridCol w="1039800">
                  <a:extLst>
                    <a:ext uri="{9D8B030D-6E8A-4147-A177-3AD203B41FA5}">
                      <a16:colId xmlns:a16="http://schemas.microsoft.com/office/drawing/2014/main" val="20001"/>
                    </a:ext>
                  </a:extLst>
                </a:gridCol>
                <a:gridCol w="1039800">
                  <a:extLst>
                    <a:ext uri="{9D8B030D-6E8A-4147-A177-3AD203B41FA5}">
                      <a16:colId xmlns:a16="http://schemas.microsoft.com/office/drawing/2014/main" val="20002"/>
                    </a:ext>
                  </a:extLst>
                </a:gridCol>
                <a:gridCol w="1039800">
                  <a:extLst>
                    <a:ext uri="{9D8B030D-6E8A-4147-A177-3AD203B41FA5}">
                      <a16:colId xmlns:a16="http://schemas.microsoft.com/office/drawing/2014/main" val="20003"/>
                    </a:ext>
                  </a:extLst>
                </a:gridCol>
              </a:tblGrid>
              <a:tr h="510865">
                <a:tc>
                  <a:txBody>
                    <a:bodyPr/>
                    <a:lstStyle/>
                    <a:p>
                      <a:pPr marL="0" marR="0" lvl="0" indent="0" algn="l" rtl="0">
                        <a:lnSpc>
                          <a:spcPct val="100000"/>
                        </a:lnSpc>
                        <a:spcBef>
                          <a:spcPts val="0"/>
                        </a:spcBef>
                        <a:spcAft>
                          <a:spcPts val="0"/>
                        </a:spcAft>
                        <a:buNone/>
                      </a:pPr>
                      <a:endParaRPr sz="1400" u="none" strike="noStrike" cap="none"/>
                    </a:p>
                  </a:txBody>
                  <a:tcPr marL="121933" marR="121933" marT="60967" marB="60967"/>
                </a:tc>
                <a:tc>
                  <a:txBody>
                    <a:bodyPr/>
                    <a:lstStyle/>
                    <a:p>
                      <a:pPr marL="0" marR="0" lvl="0" indent="0" algn="l" rtl="0">
                        <a:lnSpc>
                          <a:spcPct val="100000"/>
                        </a:lnSpc>
                        <a:spcBef>
                          <a:spcPts val="0"/>
                        </a:spcBef>
                        <a:spcAft>
                          <a:spcPts val="0"/>
                        </a:spcAft>
                        <a:buNone/>
                      </a:pPr>
                      <a:r>
                        <a:rPr lang="en" sz="1400" u="none" strike="noStrike" cap="none"/>
                        <a:t>A</a:t>
                      </a:r>
                      <a:endParaRPr sz="1400" u="none" strike="noStrike" cap="none"/>
                    </a:p>
                  </a:txBody>
                  <a:tcPr marL="121933" marR="121933" marT="60967" marB="60967"/>
                </a:tc>
                <a:tc>
                  <a:txBody>
                    <a:bodyPr/>
                    <a:lstStyle/>
                    <a:p>
                      <a:pPr marL="0" marR="0" lvl="0" indent="0" algn="l" rtl="0">
                        <a:lnSpc>
                          <a:spcPct val="100000"/>
                        </a:lnSpc>
                        <a:spcBef>
                          <a:spcPts val="0"/>
                        </a:spcBef>
                        <a:spcAft>
                          <a:spcPts val="0"/>
                        </a:spcAft>
                        <a:buNone/>
                      </a:pPr>
                      <a:r>
                        <a:rPr lang="en" sz="1400" u="none" strike="noStrike" cap="none"/>
                        <a:t>B</a:t>
                      </a:r>
                      <a:endParaRPr sz="1400" u="none" strike="noStrike" cap="none"/>
                    </a:p>
                  </a:txBody>
                  <a:tcPr marL="121933" marR="121933" marT="60967" marB="60967"/>
                </a:tc>
                <a:tc>
                  <a:txBody>
                    <a:bodyPr/>
                    <a:lstStyle/>
                    <a:p>
                      <a:pPr marL="0" marR="0" lvl="0" indent="0" algn="l" rtl="0">
                        <a:lnSpc>
                          <a:spcPct val="100000"/>
                        </a:lnSpc>
                        <a:spcBef>
                          <a:spcPts val="0"/>
                        </a:spcBef>
                        <a:spcAft>
                          <a:spcPts val="0"/>
                        </a:spcAft>
                        <a:buNone/>
                      </a:pPr>
                      <a:r>
                        <a:rPr lang="en" sz="1400" u="none" strike="noStrike" cap="none"/>
                        <a:t>C</a:t>
                      </a:r>
                      <a:endParaRPr sz="1400" u="none" strike="noStrike" cap="none"/>
                    </a:p>
                  </a:txBody>
                  <a:tcPr marL="121933" marR="121933" marT="60967" marB="60967"/>
                </a:tc>
                <a:extLst>
                  <a:ext uri="{0D108BD9-81ED-4DB2-BD59-A6C34878D82A}">
                    <a16:rowId xmlns:a16="http://schemas.microsoft.com/office/drawing/2014/main" val="10000"/>
                  </a:ext>
                </a:extLst>
              </a:tr>
              <a:tr h="473567">
                <a:tc>
                  <a:txBody>
                    <a:bodyPr/>
                    <a:lstStyle/>
                    <a:p>
                      <a:pPr marL="0" marR="0" lvl="0" indent="0" algn="l" rtl="0">
                        <a:lnSpc>
                          <a:spcPct val="100000"/>
                        </a:lnSpc>
                        <a:spcBef>
                          <a:spcPts val="0"/>
                        </a:spcBef>
                        <a:spcAft>
                          <a:spcPts val="0"/>
                        </a:spcAft>
                        <a:buNone/>
                      </a:pPr>
                      <a:r>
                        <a:rPr lang="en" sz="1400" u="none" strike="noStrike" cap="none"/>
                        <a:t>RTS(Ti)</a:t>
                      </a:r>
                      <a:endParaRPr sz="1400" u="none" strike="noStrike" cap="none"/>
                    </a:p>
                  </a:txBody>
                  <a:tcPr marL="121933" marR="121933" marT="60967" marB="60967"/>
                </a:tc>
                <a:tc>
                  <a:txBody>
                    <a:bodyPr/>
                    <a:lstStyle/>
                    <a:p>
                      <a:pPr marL="0" marR="0" lvl="0" indent="0" algn="l" rtl="0">
                        <a:lnSpc>
                          <a:spcPct val="100000"/>
                        </a:lnSpc>
                        <a:spcBef>
                          <a:spcPts val="0"/>
                        </a:spcBef>
                        <a:spcAft>
                          <a:spcPts val="0"/>
                        </a:spcAft>
                        <a:buNone/>
                      </a:pPr>
                      <a:r>
                        <a:rPr lang="en" sz="1400" u="none" strike="noStrike" cap="none"/>
                        <a:t>0 100</a:t>
                      </a:r>
                      <a:endParaRPr sz="1400" u="none" strike="noStrike" cap="none"/>
                    </a:p>
                  </a:txBody>
                  <a:tcPr marL="121933" marR="121933" marT="60967" marB="60967"/>
                </a:tc>
                <a:tc>
                  <a:txBody>
                    <a:bodyPr/>
                    <a:lstStyle/>
                    <a:p>
                      <a:pPr marL="0" marR="0" lvl="0" indent="0" algn="l" rtl="0">
                        <a:lnSpc>
                          <a:spcPct val="100000"/>
                        </a:lnSpc>
                        <a:spcBef>
                          <a:spcPts val="0"/>
                        </a:spcBef>
                        <a:spcAft>
                          <a:spcPts val="0"/>
                        </a:spcAft>
                        <a:buNone/>
                      </a:pPr>
                      <a:r>
                        <a:rPr lang="en" sz="1400" u="none" strike="noStrike" cap="none"/>
                        <a:t>0 200 300</a:t>
                      </a:r>
                      <a:endParaRPr sz="1400" u="none" strike="noStrike" cap="none"/>
                    </a:p>
                  </a:txBody>
                  <a:tcPr marL="121933" marR="121933" marT="60967" marB="60967"/>
                </a:tc>
                <a:tc>
                  <a:txBody>
                    <a:bodyPr/>
                    <a:lstStyle/>
                    <a:p>
                      <a:pPr marL="0" marR="0" lvl="0" indent="0" algn="l" rtl="0">
                        <a:lnSpc>
                          <a:spcPct val="100000"/>
                        </a:lnSpc>
                        <a:spcBef>
                          <a:spcPts val="0"/>
                        </a:spcBef>
                        <a:spcAft>
                          <a:spcPts val="0"/>
                        </a:spcAft>
                        <a:buNone/>
                      </a:pPr>
                      <a:r>
                        <a:rPr lang="en" sz="1400" u="none" strike="noStrike" cap="none"/>
                        <a:t>0 100</a:t>
                      </a:r>
                      <a:endParaRPr sz="1400" u="none" strike="noStrike" cap="none"/>
                    </a:p>
                  </a:txBody>
                  <a:tcPr marL="121933" marR="121933" marT="60967" marB="60967"/>
                </a:tc>
                <a:extLst>
                  <a:ext uri="{0D108BD9-81ED-4DB2-BD59-A6C34878D82A}">
                    <a16:rowId xmlns:a16="http://schemas.microsoft.com/office/drawing/2014/main" val="10001"/>
                  </a:ext>
                </a:extLst>
              </a:tr>
              <a:tr h="473567">
                <a:tc>
                  <a:txBody>
                    <a:bodyPr/>
                    <a:lstStyle/>
                    <a:p>
                      <a:pPr marL="0" marR="0" lvl="0" indent="0" algn="l" rtl="0">
                        <a:lnSpc>
                          <a:spcPct val="100000"/>
                        </a:lnSpc>
                        <a:spcBef>
                          <a:spcPts val="0"/>
                        </a:spcBef>
                        <a:spcAft>
                          <a:spcPts val="0"/>
                        </a:spcAft>
                        <a:buNone/>
                      </a:pPr>
                      <a:r>
                        <a:rPr lang="en" sz="1400" u="none" strike="noStrike" cap="none"/>
                        <a:t>WTS(Ti)</a:t>
                      </a:r>
                      <a:endParaRPr sz="1400" u="none" strike="noStrike" cap="none"/>
                    </a:p>
                  </a:txBody>
                  <a:tcPr marL="121933" marR="121933" marT="60967" marB="60967"/>
                </a:tc>
                <a:tc>
                  <a:txBody>
                    <a:bodyPr/>
                    <a:lstStyle/>
                    <a:p>
                      <a:pPr marL="0" marR="0" lvl="0" indent="0" algn="l" rtl="0">
                        <a:lnSpc>
                          <a:spcPct val="100000"/>
                        </a:lnSpc>
                        <a:spcBef>
                          <a:spcPts val="0"/>
                        </a:spcBef>
                        <a:spcAft>
                          <a:spcPts val="0"/>
                        </a:spcAft>
                        <a:buNone/>
                      </a:pPr>
                      <a:r>
                        <a:rPr lang="en" sz="1400" u="none" strike="noStrike" cap="none"/>
                        <a:t>0 </a:t>
                      </a:r>
                      <a:r>
                        <a:rPr lang="en" sz="1400"/>
                        <a:t>3</a:t>
                      </a:r>
                      <a:r>
                        <a:rPr lang="en" sz="1400" u="none" strike="noStrike" cap="none"/>
                        <a:t>00</a:t>
                      </a:r>
                      <a:endParaRPr sz="1400" u="none" strike="noStrike" cap="none"/>
                    </a:p>
                  </a:txBody>
                  <a:tcPr marL="121933" marR="121933" marT="60967" marB="60967"/>
                </a:tc>
                <a:tc>
                  <a:txBody>
                    <a:bodyPr/>
                    <a:lstStyle/>
                    <a:p>
                      <a:pPr marL="0" marR="0" lvl="0" indent="0" algn="l" rtl="0">
                        <a:lnSpc>
                          <a:spcPct val="100000"/>
                        </a:lnSpc>
                        <a:spcBef>
                          <a:spcPts val="0"/>
                        </a:spcBef>
                        <a:spcAft>
                          <a:spcPts val="0"/>
                        </a:spcAft>
                        <a:buNone/>
                      </a:pPr>
                      <a:r>
                        <a:rPr lang="en" sz="1400" u="none" strike="noStrike" cap="none"/>
                        <a:t>0</a:t>
                      </a:r>
                      <a:endParaRPr sz="1400" u="none" strike="noStrike" cap="none"/>
                    </a:p>
                  </a:txBody>
                  <a:tcPr marL="121933" marR="121933" marT="60967" marB="60967"/>
                </a:tc>
                <a:tc>
                  <a:txBody>
                    <a:bodyPr/>
                    <a:lstStyle/>
                    <a:p>
                      <a:pPr marL="0" marR="0" lvl="0" indent="0" algn="l" rtl="0">
                        <a:lnSpc>
                          <a:spcPct val="100000"/>
                        </a:lnSpc>
                        <a:spcBef>
                          <a:spcPts val="0"/>
                        </a:spcBef>
                        <a:spcAft>
                          <a:spcPts val="0"/>
                        </a:spcAft>
                        <a:buNone/>
                      </a:pPr>
                      <a:r>
                        <a:rPr lang="en" sz="1400" u="none" strike="noStrike" cap="none" dirty="0"/>
                        <a:t>0 100</a:t>
                      </a:r>
                      <a:endParaRPr sz="1400" u="none" strike="noStrike" cap="none" dirty="0"/>
                    </a:p>
                  </a:txBody>
                  <a:tcPr marL="121933" marR="121933" marT="60967" marB="60967"/>
                </a:tc>
                <a:extLst>
                  <a:ext uri="{0D108BD9-81ED-4DB2-BD59-A6C34878D82A}">
                    <a16:rowId xmlns:a16="http://schemas.microsoft.com/office/drawing/2014/main" val="10002"/>
                  </a:ext>
                </a:extLst>
              </a:tr>
            </a:tbl>
          </a:graphicData>
        </a:graphic>
      </p:graphicFrame>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444"/>
        <p:cNvGrpSpPr/>
        <p:nvPr/>
      </p:nvGrpSpPr>
      <p:grpSpPr>
        <a:xfrm>
          <a:off x="0" y="0"/>
          <a:ext cx="0" cy="0"/>
          <a:chOff x="0" y="0"/>
          <a:chExt cx="0" cy="0"/>
        </a:xfrm>
      </p:grpSpPr>
      <p:sp>
        <p:nvSpPr>
          <p:cNvPr id="445" name="Google Shape;445;p37"/>
          <p:cNvSpPr txBox="1">
            <a:spLocks noGrp="1"/>
          </p:cNvSpPr>
          <p:nvPr>
            <p:ph type="title"/>
          </p:nvPr>
        </p:nvSpPr>
        <p:spPr>
          <a:xfrm>
            <a:off x="1034752" y="967485"/>
            <a:ext cx="10365337" cy="801291"/>
          </a:xfrm>
          <a:prstGeom prst="rect">
            <a:avLst/>
          </a:prstGeom>
          <a:noFill/>
          <a:ln>
            <a:noFill/>
          </a:ln>
        </p:spPr>
        <p:txBody>
          <a:bodyPr spcFirstLastPara="1" vert="horz" wrap="square" lIns="91400" tIns="45700" rIns="91400" bIns="45700" rtlCol="0" anchor="b" anchorCtr="0">
            <a:normAutofit fontScale="90000"/>
          </a:bodyPr>
          <a:lstStyle/>
          <a:p>
            <a:pPr>
              <a:lnSpc>
                <a:spcPct val="90000"/>
              </a:lnSpc>
              <a:spcBef>
                <a:spcPts val="0"/>
              </a:spcBef>
              <a:buClr>
                <a:schemeClr val="dk1"/>
              </a:buClr>
              <a:buSzPct val="55555"/>
            </a:pPr>
            <a:r>
              <a:rPr lang="en" b="1" dirty="0">
                <a:solidFill>
                  <a:schemeClr val="tx1"/>
                </a:solidFill>
              </a:rPr>
              <a:t>Concurrency Control Based</a:t>
            </a:r>
            <a:br>
              <a:rPr lang="en" b="1" dirty="0">
                <a:solidFill>
                  <a:schemeClr val="tx1"/>
                </a:solidFill>
              </a:rPr>
            </a:br>
            <a:r>
              <a:rPr lang="en" b="1" dirty="0">
                <a:solidFill>
                  <a:schemeClr val="tx1"/>
                </a:solidFill>
              </a:rPr>
              <a:t>on Timestamp Ordering (cont’d.)</a:t>
            </a:r>
            <a:endParaRPr b="1" dirty="0">
              <a:solidFill>
                <a:schemeClr val="tx1"/>
              </a:solidFill>
            </a:endParaRPr>
          </a:p>
        </p:txBody>
      </p:sp>
      <p:sp>
        <p:nvSpPr>
          <p:cNvPr id="446" name="Google Shape;446;p37"/>
          <p:cNvSpPr txBox="1">
            <a:spLocks noGrp="1"/>
          </p:cNvSpPr>
          <p:nvPr>
            <p:ph idx="1"/>
          </p:nvPr>
        </p:nvSpPr>
        <p:spPr>
          <a:xfrm>
            <a:off x="1212613" y="1927367"/>
            <a:ext cx="7886700" cy="3263400"/>
          </a:xfrm>
          <a:prstGeom prst="rect">
            <a:avLst/>
          </a:prstGeom>
          <a:noFill/>
          <a:ln>
            <a:noFill/>
          </a:ln>
        </p:spPr>
        <p:txBody>
          <a:bodyPr spcFirstLastPara="1" vert="horz" wrap="square" lIns="91400" tIns="45700" rIns="0" bIns="45700" rtlCol="0" anchor="t" anchorCtr="0">
            <a:normAutofit/>
          </a:bodyPr>
          <a:lstStyle/>
          <a:p>
            <a:pPr>
              <a:spcBef>
                <a:spcPts val="0"/>
              </a:spcBef>
              <a:buSzPts val="1680"/>
            </a:pPr>
            <a:r>
              <a:rPr lang="en" sz="2400" dirty="0">
                <a:solidFill>
                  <a:schemeClr val="tx1"/>
                </a:solidFill>
              </a:rPr>
              <a:t>Strict TO algorithm</a:t>
            </a:r>
            <a:endParaRPr sz="2400" dirty="0">
              <a:solidFill>
                <a:schemeClr val="tx1"/>
              </a:solidFill>
            </a:endParaRPr>
          </a:p>
          <a:p>
            <a:pPr marL="838180" lvl="1" indent="-380990">
              <a:spcBef>
                <a:spcPts val="520"/>
              </a:spcBef>
              <a:buSzPts val="1430"/>
            </a:pPr>
            <a:r>
              <a:rPr lang="en" sz="2000" dirty="0">
                <a:solidFill>
                  <a:schemeClr val="tx1"/>
                </a:solidFill>
              </a:rPr>
              <a:t>Ensures schedules are both strict and conflict serializable</a:t>
            </a:r>
            <a:endParaRPr sz="2000" dirty="0">
              <a:solidFill>
                <a:schemeClr val="tx1"/>
              </a:solidFill>
            </a:endParaRPr>
          </a:p>
        </p:txBody>
      </p:sp>
      <p:sp>
        <p:nvSpPr>
          <p:cNvPr id="447" name="Google Shape;447;p37"/>
          <p:cNvSpPr txBox="1">
            <a:spLocks noGrp="1"/>
          </p:cNvSpPr>
          <p:nvPr>
            <p:ph type="sldNum" sz="quarter" idx="12"/>
          </p:nvPr>
        </p:nvSpPr>
        <p:spPr>
          <a:xfrm>
            <a:off x="7981951" y="5624514"/>
            <a:ext cx="2057400" cy="273900"/>
          </a:xfrm>
          <a:prstGeom prst="rect">
            <a:avLst/>
          </a:prstGeom>
          <a:noFill/>
          <a:ln>
            <a:noFill/>
          </a:ln>
        </p:spPr>
        <p:txBody>
          <a:bodyPr spcFirstLastPara="1" vert="horz" wrap="square" lIns="91400" tIns="45700" rIns="91400" bIns="45700" rtlCol="0" anchor="b" anchorCtr="0">
            <a:noAutofit/>
          </a:bodyPr>
          <a:lstStyle/>
          <a:p>
            <a:pPr>
              <a:buClr>
                <a:srgbClr val="000000"/>
              </a:buClr>
              <a:buSzPts val="1200"/>
            </a:pPr>
            <a:fld id="{00000000-1234-1234-1234-123412341234}" type="slidenum">
              <a:rPr lang="en"/>
              <a:pPr>
                <a:buClr>
                  <a:srgbClr val="000000"/>
                </a:buClr>
                <a:buSzPts val="1200"/>
              </a:pPr>
              <a:t>54</a:t>
            </a:fld>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451"/>
        <p:cNvGrpSpPr/>
        <p:nvPr/>
      </p:nvGrpSpPr>
      <p:grpSpPr>
        <a:xfrm>
          <a:off x="0" y="0"/>
          <a:ext cx="0" cy="0"/>
          <a:chOff x="0" y="0"/>
          <a:chExt cx="0" cy="0"/>
        </a:xfrm>
      </p:grpSpPr>
      <p:sp>
        <p:nvSpPr>
          <p:cNvPr id="452" name="Google Shape;452;p38"/>
          <p:cNvSpPr txBox="1">
            <a:spLocks noGrp="1"/>
          </p:cNvSpPr>
          <p:nvPr>
            <p:ph type="title"/>
          </p:nvPr>
        </p:nvSpPr>
        <p:spPr>
          <a:xfrm>
            <a:off x="589660" y="970859"/>
            <a:ext cx="11602340" cy="801291"/>
          </a:xfrm>
          <a:prstGeom prst="rect">
            <a:avLst/>
          </a:prstGeom>
          <a:noFill/>
          <a:ln>
            <a:noFill/>
          </a:ln>
        </p:spPr>
        <p:txBody>
          <a:bodyPr spcFirstLastPara="1" vert="horz" wrap="square" lIns="91400" tIns="45700" rIns="91400" bIns="45700" rtlCol="0" anchor="b" anchorCtr="0">
            <a:normAutofit fontScale="90000"/>
          </a:bodyPr>
          <a:lstStyle/>
          <a:p>
            <a:pPr>
              <a:lnSpc>
                <a:spcPct val="90000"/>
              </a:lnSpc>
              <a:spcBef>
                <a:spcPts val="0"/>
              </a:spcBef>
              <a:buClr>
                <a:schemeClr val="dk1"/>
              </a:buClr>
              <a:buSzPct val="55555"/>
            </a:pPr>
            <a:r>
              <a:rPr lang="en" b="1" dirty="0">
                <a:solidFill>
                  <a:schemeClr val="tx1"/>
                </a:solidFill>
              </a:rPr>
              <a:t>Concurrency Control Based on Timestamp Ordering (cont’d.)</a:t>
            </a:r>
            <a:endParaRPr b="1" dirty="0">
              <a:solidFill>
                <a:schemeClr val="tx1"/>
              </a:solidFill>
            </a:endParaRPr>
          </a:p>
        </p:txBody>
      </p:sp>
      <p:sp>
        <p:nvSpPr>
          <p:cNvPr id="453" name="Google Shape;453;p38"/>
          <p:cNvSpPr txBox="1">
            <a:spLocks noGrp="1"/>
          </p:cNvSpPr>
          <p:nvPr>
            <p:ph idx="1"/>
          </p:nvPr>
        </p:nvSpPr>
        <p:spPr>
          <a:xfrm>
            <a:off x="1123950" y="1822451"/>
            <a:ext cx="10105223" cy="3263400"/>
          </a:xfrm>
          <a:prstGeom prst="rect">
            <a:avLst/>
          </a:prstGeom>
          <a:noFill/>
          <a:ln>
            <a:noFill/>
          </a:ln>
        </p:spPr>
        <p:txBody>
          <a:bodyPr spcFirstLastPara="1" vert="horz" wrap="square" lIns="91400" tIns="45700" rIns="0" bIns="45700" rtlCol="0" anchor="t" anchorCtr="0">
            <a:normAutofit/>
          </a:bodyPr>
          <a:lstStyle/>
          <a:p>
            <a:pPr>
              <a:spcBef>
                <a:spcPts val="0"/>
              </a:spcBef>
              <a:buSzPts val="1680"/>
            </a:pPr>
            <a:r>
              <a:rPr lang="en" sz="2800" dirty="0">
                <a:solidFill>
                  <a:schemeClr val="tx1"/>
                </a:solidFill>
              </a:rPr>
              <a:t>Thomas’s write rule</a:t>
            </a:r>
            <a:endParaRPr sz="2800" dirty="0">
              <a:solidFill>
                <a:schemeClr val="tx1"/>
              </a:solidFill>
            </a:endParaRPr>
          </a:p>
          <a:p>
            <a:pPr marL="838180" lvl="1" indent="-380990">
              <a:spcBef>
                <a:spcPts val="520"/>
              </a:spcBef>
              <a:buSzPts val="1430"/>
              <a:buFont typeface="Arial" panose="020B0604020202020204" pitchFamily="34" charset="0"/>
              <a:buChar char="•"/>
            </a:pPr>
            <a:r>
              <a:rPr lang="en" sz="2400" dirty="0">
                <a:solidFill>
                  <a:schemeClr val="tx1"/>
                </a:solidFill>
              </a:rPr>
              <a:t>Modification of basic TO algorithm</a:t>
            </a:r>
            <a:endParaRPr sz="2400" dirty="0">
              <a:solidFill>
                <a:schemeClr val="tx1"/>
              </a:solidFill>
            </a:endParaRPr>
          </a:p>
          <a:p>
            <a:pPr marL="838180" lvl="1" indent="-380990">
              <a:spcBef>
                <a:spcPts val="520"/>
              </a:spcBef>
              <a:buSzPts val="1430"/>
              <a:buFont typeface="Arial" panose="020B0604020202020204" pitchFamily="34" charset="0"/>
              <a:buChar char="•"/>
            </a:pPr>
            <a:r>
              <a:rPr lang="en" sz="2400" dirty="0">
                <a:solidFill>
                  <a:schemeClr val="tx1"/>
                </a:solidFill>
              </a:rPr>
              <a:t>Does not enforce conflict serializability</a:t>
            </a:r>
            <a:endParaRPr sz="2400" dirty="0">
              <a:solidFill>
                <a:schemeClr val="tx1"/>
              </a:solidFill>
            </a:endParaRPr>
          </a:p>
          <a:p>
            <a:pPr marL="838180" lvl="1" indent="-380990">
              <a:spcBef>
                <a:spcPts val="520"/>
              </a:spcBef>
              <a:buSzPts val="1430"/>
              <a:buFont typeface="Arial" panose="020B0604020202020204" pitchFamily="34" charset="0"/>
              <a:buChar char="•"/>
            </a:pPr>
            <a:r>
              <a:rPr lang="en" sz="2400" dirty="0">
                <a:solidFill>
                  <a:schemeClr val="tx1"/>
                </a:solidFill>
              </a:rPr>
              <a:t>Rejects fewer write operations by modifying checks for write_item(X) operation</a:t>
            </a:r>
            <a:endParaRPr sz="2400" dirty="0">
              <a:solidFill>
                <a:schemeClr val="tx1"/>
              </a:solidFill>
            </a:endParaRPr>
          </a:p>
        </p:txBody>
      </p:sp>
      <p:sp>
        <p:nvSpPr>
          <p:cNvPr id="454" name="Google Shape;454;p38"/>
          <p:cNvSpPr txBox="1">
            <a:spLocks noGrp="1"/>
          </p:cNvSpPr>
          <p:nvPr>
            <p:ph type="sldNum" sz="quarter" idx="12"/>
          </p:nvPr>
        </p:nvSpPr>
        <p:spPr>
          <a:xfrm>
            <a:off x="7981951" y="5624514"/>
            <a:ext cx="2057400" cy="273900"/>
          </a:xfrm>
          <a:prstGeom prst="rect">
            <a:avLst/>
          </a:prstGeom>
          <a:noFill/>
          <a:ln>
            <a:noFill/>
          </a:ln>
        </p:spPr>
        <p:txBody>
          <a:bodyPr spcFirstLastPara="1" vert="horz" wrap="square" lIns="91400" tIns="45700" rIns="91400" bIns="45700" rtlCol="0" anchor="b" anchorCtr="0">
            <a:noAutofit/>
          </a:bodyPr>
          <a:lstStyle/>
          <a:p>
            <a:pPr>
              <a:buClr>
                <a:srgbClr val="000000"/>
              </a:buClr>
              <a:buSzPts val="1200"/>
            </a:pPr>
            <a:fld id="{00000000-1234-1234-1234-123412341234}" type="slidenum">
              <a:rPr lang="en"/>
              <a:pPr>
                <a:buClr>
                  <a:srgbClr val="000000"/>
                </a:buClr>
                <a:buSzPts val="1200"/>
              </a:pPr>
              <a:t>55</a:t>
            </a:fld>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458"/>
        <p:cNvGrpSpPr/>
        <p:nvPr/>
      </p:nvGrpSpPr>
      <p:grpSpPr>
        <a:xfrm>
          <a:off x="0" y="0"/>
          <a:ext cx="0" cy="0"/>
          <a:chOff x="0" y="0"/>
          <a:chExt cx="0" cy="0"/>
        </a:xfrm>
      </p:grpSpPr>
      <p:sp>
        <p:nvSpPr>
          <p:cNvPr id="459" name="Google Shape;459;p39"/>
          <p:cNvSpPr txBox="1">
            <a:spLocks noGrp="1"/>
          </p:cNvSpPr>
          <p:nvPr>
            <p:ph type="title"/>
          </p:nvPr>
        </p:nvSpPr>
        <p:spPr>
          <a:xfrm>
            <a:off x="1097280" y="642737"/>
            <a:ext cx="10058400" cy="1450757"/>
          </a:xfrm>
          <a:prstGeom prst="rect">
            <a:avLst/>
          </a:prstGeom>
          <a:noFill/>
          <a:ln>
            <a:noFill/>
          </a:ln>
        </p:spPr>
        <p:txBody>
          <a:bodyPr spcFirstLastPara="1" vert="horz" wrap="square" lIns="121900" tIns="60933" rIns="121900" bIns="60933" rtlCol="0" anchor="ctr" anchorCtr="0">
            <a:normAutofit/>
          </a:bodyPr>
          <a:lstStyle/>
          <a:p>
            <a:pPr>
              <a:lnSpc>
                <a:spcPct val="90000"/>
              </a:lnSpc>
              <a:spcBef>
                <a:spcPts val="0"/>
              </a:spcBef>
              <a:buClr>
                <a:schemeClr val="dk1"/>
              </a:buClr>
              <a:buSzPts val="1800"/>
            </a:pPr>
            <a:r>
              <a:rPr lang="en" b="1" dirty="0">
                <a:solidFill>
                  <a:schemeClr val="tx1"/>
                </a:solidFill>
              </a:rPr>
              <a:t>Thomas write rule</a:t>
            </a:r>
            <a:endParaRPr b="1" dirty="0">
              <a:solidFill>
                <a:schemeClr val="tx1"/>
              </a:solidFill>
            </a:endParaRPr>
          </a:p>
        </p:txBody>
      </p:sp>
      <p:sp>
        <p:nvSpPr>
          <p:cNvPr id="460" name="Google Shape;460;p39"/>
          <p:cNvSpPr txBox="1">
            <a:spLocks noGrp="1"/>
          </p:cNvSpPr>
          <p:nvPr>
            <p:ph idx="1"/>
          </p:nvPr>
        </p:nvSpPr>
        <p:spPr>
          <a:xfrm>
            <a:off x="763993" y="1803005"/>
            <a:ext cx="10661733" cy="4023360"/>
          </a:xfrm>
          <a:prstGeom prst="rect">
            <a:avLst/>
          </a:prstGeom>
          <a:noFill/>
          <a:ln>
            <a:noFill/>
          </a:ln>
        </p:spPr>
        <p:txBody>
          <a:bodyPr spcFirstLastPara="1" vert="horz" wrap="square" lIns="121900" tIns="60933" rIns="121900" bIns="60933" rtlCol="0" anchor="t" anchorCtr="0">
            <a:normAutofit/>
          </a:bodyPr>
          <a:lstStyle/>
          <a:p>
            <a:pPr marL="495288" indent="-380990">
              <a:buClr>
                <a:schemeClr val="accent2"/>
              </a:buClr>
              <a:buSzPct val="81081"/>
              <a:buFont typeface="Arial" panose="020B0604020202020204" pitchFamily="34" charset="0"/>
              <a:buChar char="•"/>
            </a:pPr>
            <a:r>
              <a:rPr lang="en" sz="2400" dirty="0">
                <a:solidFill>
                  <a:schemeClr val="tx1"/>
                </a:solidFill>
              </a:rPr>
              <a:t>If TS(T) &lt; R_TS(X) then transaction T is aborted and rolled back, and operation is rejected.</a:t>
            </a:r>
            <a:endParaRPr sz="2400" dirty="0">
              <a:solidFill>
                <a:schemeClr val="tx1"/>
              </a:solidFill>
            </a:endParaRPr>
          </a:p>
          <a:p>
            <a:pPr marL="495288" indent="-380990">
              <a:buClr>
                <a:schemeClr val="accent2"/>
              </a:buClr>
              <a:buSzPct val="81081"/>
              <a:buFont typeface="Arial" panose="020B0604020202020204" pitchFamily="34" charset="0"/>
              <a:buChar char="•"/>
            </a:pPr>
            <a:r>
              <a:rPr lang="en" sz="2400" dirty="0">
                <a:solidFill>
                  <a:schemeClr val="tx1"/>
                </a:solidFill>
              </a:rPr>
              <a:t>If TS(T) &lt; W_TS(X) then don't execute the W_item(X) operation of the transaction and continue processing.</a:t>
            </a:r>
            <a:endParaRPr sz="2400" dirty="0">
              <a:solidFill>
                <a:schemeClr val="tx1"/>
              </a:solidFill>
            </a:endParaRPr>
          </a:p>
          <a:p>
            <a:pPr marL="495288" indent="-380990">
              <a:buClr>
                <a:schemeClr val="accent2"/>
              </a:buClr>
              <a:buSzPct val="81081"/>
              <a:buFont typeface="Arial" panose="020B0604020202020204" pitchFamily="34" charset="0"/>
              <a:buChar char="•"/>
            </a:pPr>
            <a:r>
              <a:rPr lang="en" sz="2400" dirty="0">
                <a:solidFill>
                  <a:schemeClr val="tx1"/>
                </a:solidFill>
              </a:rPr>
              <a:t>If neither condition 1 nor condition 2 occurs, then allowed to execute the WRITE operation by transaction Ti and set W_TS(X) to TS(T).</a:t>
            </a:r>
            <a:endParaRPr sz="2400" dirty="0">
              <a:solidFill>
                <a:schemeClr val="tx1"/>
              </a:solidFill>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pic>
        <p:nvPicPr>
          <p:cNvPr id="467" name="Google Shape;467;g1ae6f6cc1aa_0_5"/>
          <p:cNvPicPr preferRelativeResize="0"/>
          <p:nvPr/>
        </p:nvPicPr>
        <p:blipFill>
          <a:blip r:embed="rId3">
            <a:alphaModFix/>
          </a:blip>
          <a:stretch>
            <a:fillRect/>
          </a:stretch>
        </p:blipFill>
        <p:spPr>
          <a:xfrm>
            <a:off x="1726658" y="1067040"/>
            <a:ext cx="9144001" cy="4050632"/>
          </a:xfrm>
          <a:prstGeom prst="rect">
            <a:avLst/>
          </a:prstGeom>
          <a:noFill/>
          <a:ln>
            <a:noFill/>
          </a:ln>
        </p:spPr>
      </p:pic>
    </p:spTree>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Office 2007 - 2010">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Retrospect</Template>
  <TotalTime>4363</TotalTime>
  <Words>3331</Words>
  <Application>Microsoft Office PowerPoint</Application>
  <PresentationFormat>Widescreen</PresentationFormat>
  <Paragraphs>377</Paragraphs>
  <Slides>57</Slides>
  <Notes>52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57</vt:i4>
      </vt:variant>
    </vt:vector>
  </HeadingPairs>
  <TitlesOfParts>
    <vt:vector size="63" baseType="lpstr">
      <vt:lpstr>Aptos</vt:lpstr>
      <vt:lpstr>Arial</vt:lpstr>
      <vt:lpstr>Calibri</vt:lpstr>
      <vt:lpstr>Inter</vt:lpstr>
      <vt:lpstr>Times New Roman</vt:lpstr>
      <vt:lpstr>Retrospect</vt:lpstr>
      <vt:lpstr> Database Systems</vt:lpstr>
      <vt:lpstr>Introduction</vt:lpstr>
      <vt:lpstr>Binary locks</vt:lpstr>
      <vt:lpstr>Binary Locks</vt:lpstr>
      <vt:lpstr>Drawbacks of Binary Locks</vt:lpstr>
      <vt:lpstr>Two-Phase Locking Techniques for Concurrency Control (cont’d.)</vt:lpstr>
      <vt:lpstr>Binary Locking </vt:lpstr>
      <vt:lpstr>Two-Phase Locking Techniques for Concurrency Control (cont’d.)</vt:lpstr>
      <vt:lpstr>Drawbacks of Read and write locks</vt:lpstr>
      <vt:lpstr>PowerPoint Presentation</vt:lpstr>
      <vt:lpstr>PowerPoint Presentation</vt:lpstr>
      <vt:lpstr>PowerPoint Presentation</vt:lpstr>
      <vt:lpstr>PowerPoint Presentation</vt:lpstr>
      <vt:lpstr>PowerPoint Presentation</vt:lpstr>
      <vt:lpstr>Irrecoverability</vt:lpstr>
      <vt:lpstr>Deadlock</vt:lpstr>
      <vt:lpstr>Starvation</vt:lpstr>
      <vt:lpstr>PowerPoint Presentation</vt:lpstr>
      <vt:lpstr>Two-Phase Locking Techniques for Concurrency Control (cont’d.)</vt:lpstr>
      <vt:lpstr>Two-Phase Locking Techniques for Concurrency Control (cont’d.)</vt:lpstr>
      <vt:lpstr>Two-Phase Locking Techniques for Concurrency Control (cont’d.)</vt:lpstr>
      <vt:lpstr>PowerPoint Presentation</vt:lpstr>
      <vt:lpstr>Guaranteeing Serializability by Two-Phase Locking (2PL)</vt:lpstr>
      <vt:lpstr>Guaranteeing Serializability by Two-Phase Locking (2PL)</vt:lpstr>
      <vt:lpstr>Drawbacks of 2PL</vt:lpstr>
      <vt:lpstr>Upgrade / Downgrade locks:</vt:lpstr>
      <vt:lpstr>Variations of Two-Phase Locking (2PL)</vt:lpstr>
      <vt:lpstr>Strict 2PL</vt:lpstr>
      <vt:lpstr>Variations of Two-Phase Locking (cont’d.)</vt:lpstr>
      <vt:lpstr>PowerPoint Presentation</vt:lpstr>
      <vt:lpstr>PowerPoint Presentation</vt:lpstr>
      <vt:lpstr>EXAMPLE(Past Paper 2020)</vt:lpstr>
      <vt:lpstr>SOLUTION</vt:lpstr>
      <vt:lpstr>Dealing with Deadlock and Starvation</vt:lpstr>
      <vt:lpstr>EXAMPLE(Past Paper 2020)</vt:lpstr>
      <vt:lpstr>PowerPoint Presentation</vt:lpstr>
      <vt:lpstr>Dealing with Deadlock and Starvation (cont’d.)</vt:lpstr>
      <vt:lpstr>Dealing with Deadlock and Starvation (cont’d.)</vt:lpstr>
      <vt:lpstr>Dealing with Deadlock and Starvation (cont’d.)</vt:lpstr>
      <vt:lpstr>Wait-Die scheme</vt:lpstr>
      <vt:lpstr>Wound wait scheme</vt:lpstr>
      <vt:lpstr>Other Methods for Deadlock Prevention</vt:lpstr>
      <vt:lpstr>PowerPoint Presentation</vt:lpstr>
      <vt:lpstr>No Waiting (NW)</vt:lpstr>
      <vt:lpstr>Cautious Waiting</vt:lpstr>
      <vt:lpstr>Dealing with Deadlock and Starvation (cont’d.)</vt:lpstr>
      <vt:lpstr>Dealing with Deadlock and Starvation (cont’d.)</vt:lpstr>
      <vt:lpstr>Concurrency Control Based on Timestamp Ordering</vt:lpstr>
      <vt:lpstr>Concurrency Control Based on Timestamp Ordering (cont’d.)</vt:lpstr>
      <vt:lpstr>Concurrency Control Based on Timestamp Ordering (cont’d.)</vt:lpstr>
      <vt:lpstr>Concurrency Control Based on Timestamp Ordering (cont’d.)</vt:lpstr>
      <vt:lpstr>RULES</vt:lpstr>
      <vt:lpstr>EXAMPLE</vt:lpstr>
      <vt:lpstr>Concurrency Control Based on Timestamp Ordering (cont’d.)</vt:lpstr>
      <vt:lpstr>Concurrency Control Based on Timestamp Ordering (cont’d.)</vt:lpstr>
      <vt:lpstr>Thomas write rule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Alina Arshad</dc:creator>
  <cp:lastModifiedBy>Ms Alina Arshad</cp:lastModifiedBy>
  <cp:revision>60</cp:revision>
  <dcterms:created xsi:type="dcterms:W3CDTF">2024-08-09T06:58:16Z</dcterms:created>
  <dcterms:modified xsi:type="dcterms:W3CDTF">2024-11-19T15:32:45Z</dcterms:modified>
</cp:coreProperties>
</file>