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76" r:id="rId3"/>
    <p:sldId id="277" r:id="rId4"/>
    <p:sldId id="279" r:id="rId5"/>
    <p:sldId id="280" r:id="rId6"/>
    <p:sldId id="281" r:id="rId7"/>
    <p:sldId id="282" r:id="rId8"/>
    <p:sldId id="283" r:id="rId9"/>
    <p:sldId id="284" r:id="rId10"/>
    <p:sldId id="285" r:id="rId11"/>
    <p:sldId id="286" r:id="rId12"/>
    <p:sldId id="287" r:id="rId13"/>
    <p:sldId id="288" r:id="rId14"/>
    <p:sldId id="289" r:id="rId15"/>
    <p:sldId id="290" r:id="rId16"/>
    <p:sldId id="291" r:id="rId17"/>
    <p:sldId id="317" r:id="rId18"/>
    <p:sldId id="292" r:id="rId19"/>
    <p:sldId id="31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9979"/>
    <a:srgbClr val="BF59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3" autoAdjust="0"/>
    <p:restoredTop sz="94061" autoAdjust="0"/>
  </p:normalViewPr>
  <p:slideViewPr>
    <p:cSldViewPr snapToGrid="0">
      <p:cViewPr varScale="1">
        <p:scale>
          <a:sx n="69" d="100"/>
          <a:sy n="69" d="100"/>
        </p:scale>
        <p:origin x="68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57485560-A1FA-415A-BF02-476F12996002}"/>
    <pc:docChg chg="undo custSel addSld modSld sldOrd">
      <pc:chgData name="Ms Alina Arshad" userId="cccdfd85-d35d-4453-9c6f-a463aae40722" providerId="ADAL" clId="{57485560-A1FA-415A-BF02-476F12996002}" dt="2024-09-01T05:25:33.551" v="283" actId="20577"/>
      <pc:docMkLst>
        <pc:docMk/>
      </pc:docMkLst>
      <pc:sldChg chg="addSp delSp mod">
        <pc:chgData name="Ms Alina Arshad" userId="cccdfd85-d35d-4453-9c6f-a463aae40722" providerId="ADAL" clId="{57485560-A1FA-415A-BF02-476F12996002}" dt="2024-09-01T04:11:14.245" v="2" actId="22"/>
        <pc:sldMkLst>
          <pc:docMk/>
          <pc:sldMk cId="0" sldId="259"/>
        </pc:sldMkLst>
        <pc:picChg chg="add del">
          <ac:chgData name="Ms Alina Arshad" userId="cccdfd85-d35d-4453-9c6f-a463aae40722" providerId="ADAL" clId="{57485560-A1FA-415A-BF02-476F12996002}" dt="2024-09-01T04:11:14.245" v="2" actId="22"/>
          <ac:picMkLst>
            <pc:docMk/>
            <pc:sldMk cId="0" sldId="259"/>
            <ac:picMk id="5" creationId="{057F4995-001D-925F-66AC-88924EEB93E7}"/>
          </ac:picMkLst>
        </pc:picChg>
      </pc:sldChg>
      <pc:sldChg chg="modSp mod">
        <pc:chgData name="Ms Alina Arshad" userId="cccdfd85-d35d-4453-9c6f-a463aae40722" providerId="ADAL" clId="{57485560-A1FA-415A-BF02-476F12996002}" dt="2024-09-01T04:14:43.156" v="8" actId="1076"/>
        <pc:sldMkLst>
          <pc:docMk/>
          <pc:sldMk cId="0" sldId="260"/>
        </pc:sldMkLst>
        <pc:picChg chg="mod">
          <ac:chgData name="Ms Alina Arshad" userId="cccdfd85-d35d-4453-9c6f-a463aae40722" providerId="ADAL" clId="{57485560-A1FA-415A-BF02-476F12996002}" dt="2024-09-01T04:14:43.156" v="8" actId="1076"/>
          <ac:picMkLst>
            <pc:docMk/>
            <pc:sldMk cId="0" sldId="260"/>
            <ac:picMk id="2" creationId="{00000000-0000-0000-0000-000000000000}"/>
          </ac:picMkLst>
        </pc:picChg>
      </pc:sldChg>
      <pc:sldChg chg="modSp mod">
        <pc:chgData name="Ms Alina Arshad" userId="cccdfd85-d35d-4453-9c6f-a463aae40722" providerId="ADAL" clId="{57485560-A1FA-415A-BF02-476F12996002}" dt="2024-09-01T04:18:18.107" v="52" actId="113"/>
        <pc:sldMkLst>
          <pc:docMk/>
          <pc:sldMk cId="0" sldId="261"/>
        </pc:sldMkLst>
        <pc:spChg chg="mod">
          <ac:chgData name="Ms Alina Arshad" userId="cccdfd85-d35d-4453-9c6f-a463aae40722" providerId="ADAL" clId="{57485560-A1FA-415A-BF02-476F12996002}" dt="2024-09-01T04:18:18.107" v="52" actId="113"/>
          <ac:spMkLst>
            <pc:docMk/>
            <pc:sldMk cId="0" sldId="261"/>
            <ac:spMk id="3" creationId="{00000000-0000-0000-0000-000000000000}"/>
          </ac:spMkLst>
        </pc:spChg>
      </pc:sldChg>
      <pc:sldChg chg="modSp mod modNotesTx">
        <pc:chgData name="Ms Alina Arshad" userId="cccdfd85-d35d-4453-9c6f-a463aae40722" providerId="ADAL" clId="{57485560-A1FA-415A-BF02-476F12996002}" dt="2024-09-01T05:00:40.446" v="208" actId="1076"/>
        <pc:sldMkLst>
          <pc:docMk/>
          <pc:sldMk cId="0" sldId="262"/>
        </pc:sldMkLst>
        <pc:spChg chg="mod">
          <ac:chgData name="Ms Alina Arshad" userId="cccdfd85-d35d-4453-9c6f-a463aae40722" providerId="ADAL" clId="{57485560-A1FA-415A-BF02-476F12996002}" dt="2024-09-01T05:00:40.446" v="208" actId="1076"/>
          <ac:spMkLst>
            <pc:docMk/>
            <pc:sldMk cId="0" sldId="262"/>
            <ac:spMk id="2" creationId="{00000000-0000-0000-0000-000000000000}"/>
          </ac:spMkLst>
        </pc:spChg>
        <pc:spChg chg="mod">
          <ac:chgData name="Ms Alina Arshad" userId="cccdfd85-d35d-4453-9c6f-a463aae40722" providerId="ADAL" clId="{57485560-A1FA-415A-BF02-476F12996002}" dt="2024-09-01T05:00:34.321" v="207" actId="14100"/>
          <ac:spMkLst>
            <pc:docMk/>
            <pc:sldMk cId="0" sldId="262"/>
            <ac:spMk id="3" creationId="{00000000-0000-0000-0000-000000000000}"/>
          </ac:spMkLst>
        </pc:spChg>
      </pc:sldChg>
      <pc:sldChg chg="modSp mod">
        <pc:chgData name="Ms Alina Arshad" userId="cccdfd85-d35d-4453-9c6f-a463aae40722" providerId="ADAL" clId="{57485560-A1FA-415A-BF02-476F12996002}" dt="2024-09-01T04:58:20.337" v="187" actId="113"/>
        <pc:sldMkLst>
          <pc:docMk/>
          <pc:sldMk cId="0" sldId="264"/>
        </pc:sldMkLst>
        <pc:spChg chg="mod">
          <ac:chgData name="Ms Alina Arshad" userId="cccdfd85-d35d-4453-9c6f-a463aae40722" providerId="ADAL" clId="{57485560-A1FA-415A-BF02-476F12996002}" dt="2024-09-01T04:58:20.337" v="187" actId="113"/>
          <ac:spMkLst>
            <pc:docMk/>
            <pc:sldMk cId="0" sldId="264"/>
            <ac:spMk id="3" creationId="{00000000-0000-0000-0000-000000000000}"/>
          </ac:spMkLst>
        </pc:spChg>
      </pc:sldChg>
      <pc:sldChg chg="modSp mod">
        <pc:chgData name="Ms Alina Arshad" userId="cccdfd85-d35d-4453-9c6f-a463aae40722" providerId="ADAL" clId="{57485560-A1FA-415A-BF02-476F12996002}" dt="2024-09-01T04:58:29.544" v="188" actId="113"/>
        <pc:sldMkLst>
          <pc:docMk/>
          <pc:sldMk cId="1577505814" sldId="265"/>
        </pc:sldMkLst>
        <pc:spChg chg="mod">
          <ac:chgData name="Ms Alina Arshad" userId="cccdfd85-d35d-4453-9c6f-a463aae40722" providerId="ADAL" clId="{57485560-A1FA-415A-BF02-476F12996002}" dt="2024-09-01T04:58:29.544" v="188" actId="113"/>
          <ac:spMkLst>
            <pc:docMk/>
            <pc:sldMk cId="1577505814" sldId="265"/>
            <ac:spMk id="3" creationId="{00000000-0000-0000-0000-000000000000}"/>
          </ac:spMkLst>
        </pc:spChg>
      </pc:sldChg>
      <pc:sldChg chg="modSp mod">
        <pc:chgData name="Ms Alina Arshad" userId="cccdfd85-d35d-4453-9c6f-a463aae40722" providerId="ADAL" clId="{57485560-A1FA-415A-BF02-476F12996002}" dt="2024-09-01T05:04:23.703" v="211" actId="20577"/>
        <pc:sldMkLst>
          <pc:docMk/>
          <pc:sldMk cId="1582826008" sldId="266"/>
        </pc:sldMkLst>
        <pc:spChg chg="mod">
          <ac:chgData name="Ms Alina Arshad" userId="cccdfd85-d35d-4453-9c6f-a463aae40722" providerId="ADAL" clId="{57485560-A1FA-415A-BF02-476F12996002}" dt="2024-09-01T05:03:09.408" v="210" actId="20577"/>
          <ac:spMkLst>
            <pc:docMk/>
            <pc:sldMk cId="1582826008" sldId="266"/>
            <ac:spMk id="11" creationId="{00000000-0000-0000-0000-000000000000}"/>
          </ac:spMkLst>
        </pc:spChg>
        <pc:spChg chg="mod">
          <ac:chgData name="Ms Alina Arshad" userId="cccdfd85-d35d-4453-9c6f-a463aae40722" providerId="ADAL" clId="{57485560-A1FA-415A-BF02-476F12996002}" dt="2024-09-01T05:04:23.703" v="211" actId="20577"/>
          <ac:spMkLst>
            <pc:docMk/>
            <pc:sldMk cId="1582826008" sldId="266"/>
            <ac:spMk id="12" creationId="{00000000-0000-0000-0000-000000000000}"/>
          </ac:spMkLst>
        </pc:spChg>
      </pc:sldChg>
      <pc:sldChg chg="modSp mod">
        <pc:chgData name="Ms Alina Arshad" userId="cccdfd85-d35d-4453-9c6f-a463aae40722" providerId="ADAL" clId="{57485560-A1FA-415A-BF02-476F12996002}" dt="2024-09-01T05:05:30.761" v="212" actId="20577"/>
        <pc:sldMkLst>
          <pc:docMk/>
          <pc:sldMk cId="731299161" sldId="267"/>
        </pc:sldMkLst>
        <pc:spChg chg="mod">
          <ac:chgData name="Ms Alina Arshad" userId="cccdfd85-d35d-4453-9c6f-a463aae40722" providerId="ADAL" clId="{57485560-A1FA-415A-BF02-476F12996002}" dt="2024-09-01T05:05:30.761" v="212" actId="20577"/>
          <ac:spMkLst>
            <pc:docMk/>
            <pc:sldMk cId="731299161" sldId="267"/>
            <ac:spMk id="4" creationId="{00000000-0000-0000-0000-000000000000}"/>
          </ac:spMkLst>
        </pc:spChg>
      </pc:sldChg>
      <pc:sldChg chg="modSp mod">
        <pc:chgData name="Ms Alina Arshad" userId="cccdfd85-d35d-4453-9c6f-a463aae40722" providerId="ADAL" clId="{57485560-A1FA-415A-BF02-476F12996002}" dt="2024-09-01T05:09:01.570" v="220" actId="255"/>
        <pc:sldMkLst>
          <pc:docMk/>
          <pc:sldMk cId="90329638" sldId="268"/>
        </pc:sldMkLst>
        <pc:spChg chg="mod">
          <ac:chgData name="Ms Alina Arshad" userId="cccdfd85-d35d-4453-9c6f-a463aae40722" providerId="ADAL" clId="{57485560-A1FA-415A-BF02-476F12996002}" dt="2024-09-01T05:09:01.570" v="220" actId="255"/>
          <ac:spMkLst>
            <pc:docMk/>
            <pc:sldMk cId="90329638" sldId="268"/>
            <ac:spMk id="3" creationId="{00000000-0000-0000-0000-000000000000}"/>
          </ac:spMkLst>
        </pc:spChg>
      </pc:sldChg>
      <pc:sldChg chg="modSp mod">
        <pc:chgData name="Ms Alina Arshad" userId="cccdfd85-d35d-4453-9c6f-a463aae40722" providerId="ADAL" clId="{57485560-A1FA-415A-BF02-476F12996002}" dt="2024-09-01T05:11:03.383" v="223" actId="20577"/>
        <pc:sldMkLst>
          <pc:docMk/>
          <pc:sldMk cId="2295129282" sldId="269"/>
        </pc:sldMkLst>
        <pc:spChg chg="mod">
          <ac:chgData name="Ms Alina Arshad" userId="cccdfd85-d35d-4453-9c6f-a463aae40722" providerId="ADAL" clId="{57485560-A1FA-415A-BF02-476F12996002}" dt="2024-09-01T05:11:03.383" v="223" actId="20577"/>
          <ac:spMkLst>
            <pc:docMk/>
            <pc:sldMk cId="2295129282" sldId="269"/>
            <ac:spMk id="3" creationId="{00000000-0000-0000-0000-000000000000}"/>
          </ac:spMkLst>
        </pc:spChg>
      </pc:sldChg>
      <pc:sldChg chg="modSp mod">
        <pc:chgData name="Ms Alina Arshad" userId="cccdfd85-d35d-4453-9c6f-a463aae40722" providerId="ADAL" clId="{57485560-A1FA-415A-BF02-476F12996002}" dt="2024-09-01T05:11:51.067" v="229" actId="5793"/>
        <pc:sldMkLst>
          <pc:docMk/>
          <pc:sldMk cId="2090315159" sldId="270"/>
        </pc:sldMkLst>
        <pc:spChg chg="mod">
          <ac:chgData name="Ms Alina Arshad" userId="cccdfd85-d35d-4453-9c6f-a463aae40722" providerId="ADAL" clId="{57485560-A1FA-415A-BF02-476F12996002}" dt="2024-09-01T05:11:09.635" v="224" actId="207"/>
          <ac:spMkLst>
            <pc:docMk/>
            <pc:sldMk cId="2090315159" sldId="270"/>
            <ac:spMk id="2" creationId="{00000000-0000-0000-0000-000000000000}"/>
          </ac:spMkLst>
        </pc:spChg>
        <pc:spChg chg="mod">
          <ac:chgData name="Ms Alina Arshad" userId="cccdfd85-d35d-4453-9c6f-a463aae40722" providerId="ADAL" clId="{57485560-A1FA-415A-BF02-476F12996002}" dt="2024-09-01T05:11:51.067" v="229" actId="5793"/>
          <ac:spMkLst>
            <pc:docMk/>
            <pc:sldMk cId="2090315159" sldId="270"/>
            <ac:spMk id="3" creationId="{00000000-0000-0000-0000-000000000000}"/>
          </ac:spMkLst>
        </pc:spChg>
      </pc:sldChg>
      <pc:sldChg chg="modSp mod">
        <pc:chgData name="Ms Alina Arshad" userId="cccdfd85-d35d-4453-9c6f-a463aae40722" providerId="ADAL" clId="{57485560-A1FA-415A-BF02-476F12996002}" dt="2024-09-01T05:21:52.328" v="235" actId="20577"/>
        <pc:sldMkLst>
          <pc:docMk/>
          <pc:sldMk cId="3034138166" sldId="271"/>
        </pc:sldMkLst>
        <pc:spChg chg="mod">
          <ac:chgData name="Ms Alina Arshad" userId="cccdfd85-d35d-4453-9c6f-a463aae40722" providerId="ADAL" clId="{57485560-A1FA-415A-BF02-476F12996002}" dt="2024-08-31T05:25:06.082" v="0" actId="207"/>
          <ac:spMkLst>
            <pc:docMk/>
            <pc:sldMk cId="3034138166" sldId="271"/>
            <ac:spMk id="2" creationId="{00000000-0000-0000-0000-000000000000}"/>
          </ac:spMkLst>
        </pc:spChg>
        <pc:spChg chg="mod">
          <ac:chgData name="Ms Alina Arshad" userId="cccdfd85-d35d-4453-9c6f-a463aae40722" providerId="ADAL" clId="{57485560-A1FA-415A-BF02-476F12996002}" dt="2024-09-01T05:21:52.328" v="235" actId="20577"/>
          <ac:spMkLst>
            <pc:docMk/>
            <pc:sldMk cId="3034138166" sldId="271"/>
            <ac:spMk id="3" creationId="{00000000-0000-0000-0000-000000000000}"/>
          </ac:spMkLst>
        </pc:spChg>
      </pc:sldChg>
      <pc:sldChg chg="add">
        <pc:chgData name="Ms Alina Arshad" userId="cccdfd85-d35d-4453-9c6f-a463aae40722" providerId="ADAL" clId="{57485560-A1FA-415A-BF02-476F12996002}" dt="2024-09-01T05:22:47.975" v="236"/>
        <pc:sldMkLst>
          <pc:docMk/>
          <pc:sldMk cId="0" sldId="395"/>
        </pc:sldMkLst>
      </pc:sldChg>
      <pc:sldChg chg="add">
        <pc:chgData name="Ms Alina Arshad" userId="cccdfd85-d35d-4453-9c6f-a463aae40722" providerId="ADAL" clId="{57485560-A1FA-415A-BF02-476F12996002}" dt="2024-09-01T05:22:47.975" v="236"/>
        <pc:sldMkLst>
          <pc:docMk/>
          <pc:sldMk cId="0" sldId="396"/>
        </pc:sldMkLst>
      </pc:sldChg>
      <pc:sldChg chg="addSp modSp add mod ord">
        <pc:chgData name="Ms Alina Arshad" userId="cccdfd85-d35d-4453-9c6f-a463aae40722" providerId="ADAL" clId="{57485560-A1FA-415A-BF02-476F12996002}" dt="2024-09-01T05:25:33.551" v="283" actId="20577"/>
        <pc:sldMkLst>
          <pc:docMk/>
          <pc:sldMk cId="1634129650" sldId="397"/>
        </pc:sldMkLst>
        <pc:spChg chg="add mod">
          <ac:chgData name="Ms Alina Arshad" userId="cccdfd85-d35d-4453-9c6f-a463aae40722" providerId="ADAL" clId="{57485560-A1FA-415A-BF02-476F12996002}" dt="2024-09-01T05:25:12.124" v="266" actId="1076"/>
          <ac:spMkLst>
            <pc:docMk/>
            <pc:sldMk cId="1634129650" sldId="397"/>
            <ac:spMk id="9" creationId="{9D0D359F-C3E9-3846-8DB7-AD3581B08C6B}"/>
          </ac:spMkLst>
        </pc:spChg>
        <pc:spChg chg="add mod">
          <ac:chgData name="Ms Alina Arshad" userId="cccdfd85-d35d-4453-9c6f-a463aae40722" providerId="ADAL" clId="{57485560-A1FA-415A-BF02-476F12996002}" dt="2024-09-01T05:25:33.551" v="283" actId="20577"/>
          <ac:spMkLst>
            <pc:docMk/>
            <pc:sldMk cId="1634129650" sldId="397"/>
            <ac:spMk id="11" creationId="{39892B7B-C278-B430-2B7F-DE54CB5DF6B8}"/>
          </ac:spMkLst>
        </pc:spChg>
        <pc:cxnChg chg="add mod">
          <ac:chgData name="Ms Alina Arshad" userId="cccdfd85-d35d-4453-9c6f-a463aae40722" providerId="ADAL" clId="{57485560-A1FA-415A-BF02-476F12996002}" dt="2024-09-01T05:25:07.018" v="265" actId="1076"/>
          <ac:cxnSpMkLst>
            <pc:docMk/>
            <pc:sldMk cId="1634129650" sldId="397"/>
            <ac:cxnSpMk id="7" creationId="{84E759F7-FE21-D60C-031A-2B938FAD14BD}"/>
          </ac:cxnSpMkLst>
        </pc:cxnChg>
        <pc:cxnChg chg="add mod">
          <ac:chgData name="Ms Alina Arshad" userId="cccdfd85-d35d-4453-9c6f-a463aae40722" providerId="ADAL" clId="{57485560-A1FA-415A-BF02-476F12996002}" dt="2024-09-01T05:25:18.356" v="268" actId="14100"/>
          <ac:cxnSpMkLst>
            <pc:docMk/>
            <pc:sldMk cId="1634129650" sldId="397"/>
            <ac:cxnSpMk id="10" creationId="{8A2E3792-997B-B08B-40C7-96693FDD8B19}"/>
          </ac:cxnSpMkLst>
        </pc:cxnChg>
      </pc:sldChg>
    </pc:docChg>
  </pc:docChgLst>
  <pc:docChgLst>
    <pc:chgData name="Ms Alina Arshad" userId="cccdfd85-d35d-4453-9c6f-a463aae40722" providerId="ADAL" clId="{27FFBBA8-E41E-486F-ACF9-6DF27E2472E7}"/>
    <pc:docChg chg="undo custSel delSld modSld">
      <pc:chgData name="Ms Alina Arshad" userId="cccdfd85-d35d-4453-9c6f-a463aae40722" providerId="ADAL" clId="{27FFBBA8-E41E-486F-ACF9-6DF27E2472E7}" dt="2024-11-12T13:37:18.211" v="153" actId="403"/>
      <pc:docMkLst>
        <pc:docMk/>
      </pc:docMkLst>
      <pc:sldChg chg="modSp mod">
        <pc:chgData name="Ms Alina Arshad" userId="cccdfd85-d35d-4453-9c6f-a463aae40722" providerId="ADAL" clId="{27FFBBA8-E41E-486F-ACF9-6DF27E2472E7}" dt="2024-11-11T16:13:48.115" v="60" actId="14100"/>
        <pc:sldMkLst>
          <pc:docMk/>
          <pc:sldMk cId="0" sldId="276"/>
        </pc:sldMkLst>
        <pc:spChg chg="mod">
          <ac:chgData name="Ms Alina Arshad" userId="cccdfd85-d35d-4453-9c6f-a463aae40722" providerId="ADAL" clId="{27FFBBA8-E41E-486F-ACF9-6DF27E2472E7}" dt="2024-11-11T15:53:28.586" v="26" actId="403"/>
          <ac:spMkLst>
            <pc:docMk/>
            <pc:sldMk cId="0" sldId="276"/>
            <ac:spMk id="3" creationId="{00000000-0000-0000-0000-000000000000}"/>
          </ac:spMkLst>
        </pc:spChg>
        <pc:spChg chg="mod">
          <ac:chgData name="Ms Alina Arshad" userId="cccdfd85-d35d-4453-9c6f-a463aae40722" providerId="ADAL" clId="{27FFBBA8-E41E-486F-ACF9-6DF27E2472E7}" dt="2024-11-11T16:13:48.115" v="60" actId="14100"/>
          <ac:spMkLst>
            <pc:docMk/>
            <pc:sldMk cId="0" sldId="276"/>
            <ac:spMk id="239" creationId="{00000000-0000-0000-0000-000000000000}"/>
          </ac:spMkLst>
        </pc:spChg>
        <pc:spChg chg="mod">
          <ac:chgData name="Ms Alina Arshad" userId="cccdfd85-d35d-4453-9c6f-a463aae40722" providerId="ADAL" clId="{27FFBBA8-E41E-486F-ACF9-6DF27E2472E7}" dt="2024-11-11T15:53:13.326" v="0" actId="403"/>
          <ac:spMkLst>
            <pc:docMk/>
            <pc:sldMk cId="0" sldId="276"/>
            <ac:spMk id="240" creationId="{00000000-0000-0000-0000-000000000000}"/>
          </ac:spMkLst>
        </pc:spChg>
        <pc:picChg chg="mod">
          <ac:chgData name="Ms Alina Arshad" userId="cccdfd85-d35d-4453-9c6f-a463aae40722" providerId="ADAL" clId="{27FFBBA8-E41E-486F-ACF9-6DF27E2472E7}" dt="2024-11-11T15:53:33.614" v="40" actId="1036"/>
          <ac:picMkLst>
            <pc:docMk/>
            <pc:sldMk cId="0" sldId="276"/>
            <ac:picMk id="2" creationId="{00000000-0000-0000-0000-000000000000}"/>
          </ac:picMkLst>
        </pc:picChg>
      </pc:sldChg>
      <pc:sldChg chg="modSp mod">
        <pc:chgData name="Ms Alina Arshad" userId="cccdfd85-d35d-4453-9c6f-a463aae40722" providerId="ADAL" clId="{27FFBBA8-E41E-486F-ACF9-6DF27E2472E7}" dt="2024-11-11T16:21:57.242" v="114" actId="20577"/>
        <pc:sldMkLst>
          <pc:docMk/>
          <pc:sldMk cId="0" sldId="277"/>
        </pc:sldMkLst>
        <pc:spChg chg="mod">
          <ac:chgData name="Ms Alina Arshad" userId="cccdfd85-d35d-4453-9c6f-a463aae40722" providerId="ADAL" clId="{27FFBBA8-E41E-486F-ACF9-6DF27E2472E7}" dt="2024-11-11T16:21:57.242" v="114" actId="20577"/>
          <ac:spMkLst>
            <pc:docMk/>
            <pc:sldMk cId="0" sldId="277"/>
            <ac:spMk id="247" creationId="{00000000-0000-0000-0000-000000000000}"/>
          </ac:spMkLst>
        </pc:spChg>
      </pc:sldChg>
      <pc:sldChg chg="modSp del mod">
        <pc:chgData name="Ms Alina Arshad" userId="cccdfd85-d35d-4453-9c6f-a463aae40722" providerId="ADAL" clId="{27FFBBA8-E41E-486F-ACF9-6DF27E2472E7}" dt="2024-11-11T16:20:54.048" v="87" actId="47"/>
        <pc:sldMkLst>
          <pc:docMk/>
          <pc:sldMk cId="0" sldId="278"/>
        </pc:sldMkLst>
        <pc:spChg chg="mod">
          <ac:chgData name="Ms Alina Arshad" userId="cccdfd85-d35d-4453-9c6f-a463aae40722" providerId="ADAL" clId="{27FFBBA8-E41E-486F-ACF9-6DF27E2472E7}" dt="2024-11-11T16:20:49.563" v="86" actId="21"/>
          <ac:spMkLst>
            <pc:docMk/>
            <pc:sldMk cId="0" sldId="278"/>
            <ac:spMk id="254" creationId="{00000000-0000-0000-0000-000000000000}"/>
          </ac:spMkLst>
        </pc:spChg>
      </pc:sldChg>
      <pc:sldChg chg="modSp mod">
        <pc:chgData name="Ms Alina Arshad" userId="cccdfd85-d35d-4453-9c6f-a463aae40722" providerId="ADAL" clId="{27FFBBA8-E41E-486F-ACF9-6DF27E2472E7}" dt="2024-11-11T16:29:48.830" v="116" actId="403"/>
        <pc:sldMkLst>
          <pc:docMk/>
          <pc:sldMk cId="0" sldId="279"/>
        </pc:sldMkLst>
        <pc:spChg chg="mod">
          <ac:chgData name="Ms Alina Arshad" userId="cccdfd85-d35d-4453-9c6f-a463aae40722" providerId="ADAL" clId="{27FFBBA8-E41E-486F-ACF9-6DF27E2472E7}" dt="2024-11-11T16:29:48.830" v="116" actId="403"/>
          <ac:spMkLst>
            <pc:docMk/>
            <pc:sldMk cId="0" sldId="279"/>
            <ac:spMk id="261" creationId="{00000000-0000-0000-0000-000000000000}"/>
          </ac:spMkLst>
        </pc:spChg>
      </pc:sldChg>
      <pc:sldChg chg="modSp mod">
        <pc:chgData name="Ms Alina Arshad" userId="cccdfd85-d35d-4453-9c6f-a463aae40722" providerId="ADAL" clId="{27FFBBA8-E41E-486F-ACF9-6DF27E2472E7}" dt="2024-11-11T16:30:54.930" v="126" actId="207"/>
        <pc:sldMkLst>
          <pc:docMk/>
          <pc:sldMk cId="0" sldId="280"/>
        </pc:sldMkLst>
        <pc:spChg chg="mod">
          <ac:chgData name="Ms Alina Arshad" userId="cccdfd85-d35d-4453-9c6f-a463aae40722" providerId="ADAL" clId="{27FFBBA8-E41E-486F-ACF9-6DF27E2472E7}" dt="2024-11-11T16:30:54.930" v="126" actId="207"/>
          <ac:spMkLst>
            <pc:docMk/>
            <pc:sldMk cId="0" sldId="280"/>
            <ac:spMk id="267" creationId="{00000000-0000-0000-0000-000000000000}"/>
          </ac:spMkLst>
        </pc:spChg>
        <pc:spChg chg="mod">
          <ac:chgData name="Ms Alina Arshad" userId="cccdfd85-d35d-4453-9c6f-a463aae40722" providerId="ADAL" clId="{27FFBBA8-E41E-486F-ACF9-6DF27E2472E7}" dt="2024-11-11T16:30:44.299" v="124" actId="1076"/>
          <ac:spMkLst>
            <pc:docMk/>
            <pc:sldMk cId="0" sldId="280"/>
            <ac:spMk id="270" creationId="{00000000-0000-0000-0000-000000000000}"/>
          </ac:spMkLst>
        </pc:spChg>
        <pc:picChg chg="mod">
          <ac:chgData name="Ms Alina Arshad" userId="cccdfd85-d35d-4453-9c6f-a463aae40722" providerId="ADAL" clId="{27FFBBA8-E41E-486F-ACF9-6DF27E2472E7}" dt="2024-11-11T16:30:49.491" v="125" actId="1076"/>
          <ac:picMkLst>
            <pc:docMk/>
            <pc:sldMk cId="0" sldId="280"/>
            <ac:picMk id="269" creationId="{00000000-0000-0000-0000-000000000000}"/>
          </ac:picMkLst>
        </pc:picChg>
      </pc:sldChg>
      <pc:sldChg chg="modSp mod">
        <pc:chgData name="Ms Alina Arshad" userId="cccdfd85-d35d-4453-9c6f-a463aae40722" providerId="ADAL" clId="{27FFBBA8-E41E-486F-ACF9-6DF27E2472E7}" dt="2024-11-11T16:31:37.224" v="131" actId="27636"/>
        <pc:sldMkLst>
          <pc:docMk/>
          <pc:sldMk cId="0" sldId="281"/>
        </pc:sldMkLst>
        <pc:spChg chg="mod">
          <ac:chgData name="Ms Alina Arshad" userId="cccdfd85-d35d-4453-9c6f-a463aae40722" providerId="ADAL" clId="{27FFBBA8-E41E-486F-ACF9-6DF27E2472E7}" dt="2024-11-11T16:31:37.224" v="131" actId="27636"/>
          <ac:spMkLst>
            <pc:docMk/>
            <pc:sldMk cId="0" sldId="281"/>
            <ac:spMk id="276" creationId="{00000000-0000-0000-0000-000000000000}"/>
          </ac:spMkLst>
        </pc:spChg>
      </pc:sldChg>
      <pc:sldChg chg="modSp mod">
        <pc:chgData name="Ms Alina Arshad" userId="cccdfd85-d35d-4453-9c6f-a463aae40722" providerId="ADAL" clId="{27FFBBA8-E41E-486F-ACF9-6DF27E2472E7}" dt="2024-11-11T16:48:49.628" v="136" actId="403"/>
        <pc:sldMkLst>
          <pc:docMk/>
          <pc:sldMk cId="0" sldId="282"/>
        </pc:sldMkLst>
        <pc:spChg chg="mod">
          <ac:chgData name="Ms Alina Arshad" userId="cccdfd85-d35d-4453-9c6f-a463aae40722" providerId="ADAL" clId="{27FFBBA8-E41E-486F-ACF9-6DF27E2472E7}" dt="2024-11-11T16:48:49.628" v="136" actId="403"/>
          <ac:spMkLst>
            <pc:docMk/>
            <pc:sldMk cId="0" sldId="282"/>
            <ac:spMk id="283" creationId="{00000000-0000-0000-0000-000000000000}"/>
          </ac:spMkLst>
        </pc:spChg>
      </pc:sldChg>
      <pc:sldChg chg="modSp mod">
        <pc:chgData name="Ms Alina Arshad" userId="cccdfd85-d35d-4453-9c6f-a463aae40722" providerId="ADAL" clId="{27FFBBA8-E41E-486F-ACF9-6DF27E2472E7}" dt="2024-11-11T16:53:38.991" v="141" actId="14100"/>
        <pc:sldMkLst>
          <pc:docMk/>
          <pc:sldMk cId="0" sldId="283"/>
        </pc:sldMkLst>
        <pc:spChg chg="mod">
          <ac:chgData name="Ms Alina Arshad" userId="cccdfd85-d35d-4453-9c6f-a463aae40722" providerId="ADAL" clId="{27FFBBA8-E41E-486F-ACF9-6DF27E2472E7}" dt="2024-11-11T16:53:30.676" v="137" actId="207"/>
          <ac:spMkLst>
            <pc:docMk/>
            <pc:sldMk cId="0" sldId="283"/>
            <ac:spMk id="289" creationId="{00000000-0000-0000-0000-000000000000}"/>
          </ac:spMkLst>
        </pc:spChg>
        <pc:spChg chg="mod">
          <ac:chgData name="Ms Alina Arshad" userId="cccdfd85-d35d-4453-9c6f-a463aae40722" providerId="ADAL" clId="{27FFBBA8-E41E-486F-ACF9-6DF27E2472E7}" dt="2024-11-11T16:53:38.991" v="141" actId="14100"/>
          <ac:spMkLst>
            <pc:docMk/>
            <pc:sldMk cId="0" sldId="283"/>
            <ac:spMk id="290" creationId="{00000000-0000-0000-0000-000000000000}"/>
          </ac:spMkLst>
        </pc:spChg>
      </pc:sldChg>
      <pc:sldChg chg="modSp mod">
        <pc:chgData name="Ms Alina Arshad" userId="cccdfd85-d35d-4453-9c6f-a463aae40722" providerId="ADAL" clId="{27FFBBA8-E41E-486F-ACF9-6DF27E2472E7}" dt="2024-11-11T16:55:22.478" v="144" actId="27636"/>
        <pc:sldMkLst>
          <pc:docMk/>
          <pc:sldMk cId="0" sldId="284"/>
        </pc:sldMkLst>
        <pc:spChg chg="mod">
          <ac:chgData name="Ms Alina Arshad" userId="cccdfd85-d35d-4453-9c6f-a463aae40722" providerId="ADAL" clId="{27FFBBA8-E41E-486F-ACF9-6DF27E2472E7}" dt="2024-11-11T16:55:22.478" v="144" actId="27636"/>
          <ac:spMkLst>
            <pc:docMk/>
            <pc:sldMk cId="0" sldId="284"/>
            <ac:spMk id="297" creationId="{00000000-0000-0000-0000-000000000000}"/>
          </ac:spMkLst>
        </pc:spChg>
      </pc:sldChg>
      <pc:sldChg chg="modSp mod">
        <pc:chgData name="Ms Alina Arshad" userId="cccdfd85-d35d-4453-9c6f-a463aae40722" providerId="ADAL" clId="{27FFBBA8-E41E-486F-ACF9-6DF27E2472E7}" dt="2024-11-11T16:56:36.765" v="152" actId="14100"/>
        <pc:sldMkLst>
          <pc:docMk/>
          <pc:sldMk cId="0" sldId="286"/>
        </pc:sldMkLst>
        <pc:spChg chg="mod">
          <ac:chgData name="Ms Alina Arshad" userId="cccdfd85-d35d-4453-9c6f-a463aae40722" providerId="ADAL" clId="{27FFBBA8-E41E-486F-ACF9-6DF27E2472E7}" dt="2024-11-11T16:56:36.765" v="152" actId="14100"/>
          <ac:spMkLst>
            <pc:docMk/>
            <pc:sldMk cId="0" sldId="286"/>
            <ac:spMk id="312" creationId="{00000000-0000-0000-0000-000000000000}"/>
          </ac:spMkLst>
        </pc:spChg>
      </pc:sldChg>
      <pc:sldChg chg="modSp mod">
        <pc:chgData name="Ms Alina Arshad" userId="cccdfd85-d35d-4453-9c6f-a463aae40722" providerId="ADAL" clId="{27FFBBA8-E41E-486F-ACF9-6DF27E2472E7}" dt="2024-11-12T13:37:18.211" v="153" actId="403"/>
        <pc:sldMkLst>
          <pc:docMk/>
          <pc:sldMk cId="0" sldId="291"/>
        </pc:sldMkLst>
        <pc:spChg chg="mod">
          <ac:chgData name="Ms Alina Arshad" userId="cccdfd85-d35d-4453-9c6f-a463aae40722" providerId="ADAL" clId="{27FFBBA8-E41E-486F-ACF9-6DF27E2472E7}" dt="2024-11-12T13:37:18.211" v="153" actId="403"/>
          <ac:spMkLst>
            <pc:docMk/>
            <pc:sldMk cId="0" sldId="291"/>
            <ac:spMk id="347" creationId="{00000000-0000-0000-0000-000000000000}"/>
          </ac:spMkLst>
        </pc:spChg>
      </pc:sldChg>
    </pc:docChg>
  </pc:docChgLst>
  <pc:docChgLst>
    <pc:chgData name="Ms Alina Arshad" userId="cccdfd85-d35d-4453-9c6f-a463aae40722" providerId="ADAL" clId="{6EDDA1BD-D3CC-45E4-ACF9-6AC323ACE8EB}"/>
    <pc:docChg chg="modSld">
      <pc:chgData name="Ms Alina Arshad" userId="cccdfd85-d35d-4453-9c6f-a463aae40722" providerId="ADAL" clId="{6EDDA1BD-D3CC-45E4-ACF9-6AC323ACE8EB}" dt="2024-10-01T05:29:43.597" v="2" actId="478"/>
      <pc:docMkLst>
        <pc:docMk/>
      </pc:docMkLst>
      <pc:sldChg chg="modSp mod">
        <pc:chgData name="Ms Alina Arshad" userId="cccdfd85-d35d-4453-9c6f-a463aae40722" providerId="ADAL" clId="{6EDDA1BD-D3CC-45E4-ACF9-6AC323ACE8EB}" dt="2024-10-01T05:14:42.548" v="1" actId="20577"/>
        <pc:sldMkLst>
          <pc:docMk/>
          <pc:sldMk cId="0" sldId="352"/>
        </pc:sldMkLst>
        <pc:spChg chg="mod">
          <ac:chgData name="Ms Alina Arshad" userId="cccdfd85-d35d-4453-9c6f-a463aae40722" providerId="ADAL" clId="{6EDDA1BD-D3CC-45E4-ACF9-6AC323ACE8EB}" dt="2024-10-01T05:14:42.548" v="1" actId="20577"/>
          <ac:spMkLst>
            <pc:docMk/>
            <pc:sldMk cId="0" sldId="352"/>
            <ac:spMk id="64516" creationId="{D2D679A3-2E8D-4632-948B-DAF7F009B134}"/>
          </ac:spMkLst>
        </pc:spChg>
      </pc:sldChg>
      <pc:sldChg chg="delSp">
        <pc:chgData name="Ms Alina Arshad" userId="cccdfd85-d35d-4453-9c6f-a463aae40722" providerId="ADAL" clId="{6EDDA1BD-D3CC-45E4-ACF9-6AC323ACE8EB}" dt="2024-10-01T05:29:43.597" v="2" actId="478"/>
        <pc:sldMkLst>
          <pc:docMk/>
          <pc:sldMk cId="0" sldId="368"/>
        </pc:sldMkLst>
        <pc:spChg chg="del">
          <ac:chgData name="Ms Alina Arshad" userId="cccdfd85-d35d-4453-9c6f-a463aae40722" providerId="ADAL" clId="{6EDDA1BD-D3CC-45E4-ACF9-6AC323ACE8EB}" dt="2024-10-01T05:29:43.597" v="2" actId="478"/>
          <ac:spMkLst>
            <pc:docMk/>
            <pc:sldMk cId="0" sldId="368"/>
            <ac:spMk id="80898" creationId="{52ED864D-0629-4251-9D8E-CE2EF8458A4D}"/>
          </ac:spMkLst>
        </pc:spChg>
      </pc:sldChg>
    </pc:docChg>
  </pc:docChgLst>
  <pc:docChgLst>
    <pc:chgData name="Ms Alina Arshad" userId="cccdfd85-d35d-4453-9c6f-a463aae40722" providerId="ADAL" clId="{CC6B5282-6613-48F0-886F-796865211BB0}"/>
    <pc:docChg chg="custSel addSld delSld modSld">
      <pc:chgData name="Ms Alina Arshad" userId="cccdfd85-d35d-4453-9c6f-a463aae40722" providerId="ADAL" clId="{CC6B5282-6613-48F0-886F-796865211BB0}" dt="2024-09-11T13:33:58.825" v="122" actId="47"/>
      <pc:docMkLst>
        <pc:docMk/>
      </pc:docMkLst>
      <pc:sldChg chg="modSp mod">
        <pc:chgData name="Ms Alina Arshad" userId="cccdfd85-d35d-4453-9c6f-a463aae40722" providerId="ADAL" clId="{CC6B5282-6613-48F0-886F-796865211BB0}" dt="2024-09-11T12:42:56.927" v="41" actId="207"/>
        <pc:sldMkLst>
          <pc:docMk/>
          <pc:sldMk cId="3322361034" sldId="256"/>
        </pc:sldMkLst>
        <pc:spChg chg="mod">
          <ac:chgData name="Ms Alina Arshad" userId="cccdfd85-d35d-4453-9c6f-a463aae40722" providerId="ADAL" clId="{CC6B5282-6613-48F0-886F-796865211BB0}" dt="2024-09-11T12:42:56.927" v="41" actId="207"/>
          <ac:spMkLst>
            <pc:docMk/>
            <pc:sldMk cId="3322361034" sldId="256"/>
            <ac:spMk id="3" creationId="{44E9F82C-BBA7-3495-1097-BEDB54FFFDF4}"/>
          </ac:spMkLst>
        </pc:spChg>
      </pc:sldChg>
      <pc:sldChg chg="add del">
        <pc:chgData name="Ms Alina Arshad" userId="cccdfd85-d35d-4453-9c6f-a463aae40722" providerId="ADAL" clId="{CC6B5282-6613-48F0-886F-796865211BB0}" dt="2024-09-11T12:43:01.209" v="42" actId="47"/>
        <pc:sldMkLst>
          <pc:docMk/>
          <pc:sldMk cId="0" sldId="257"/>
        </pc:sldMkLst>
      </pc:sldChg>
      <pc:sldChg chg="modSp add del mod">
        <pc:chgData name="Ms Alina Arshad" userId="cccdfd85-d35d-4453-9c6f-a463aae40722" providerId="ADAL" clId="{CC6B5282-6613-48F0-886F-796865211BB0}" dt="2024-09-11T12:43:46.054" v="48" actId="113"/>
        <pc:sldMkLst>
          <pc:docMk/>
          <pc:sldMk cId="0" sldId="258"/>
        </pc:sldMkLst>
        <pc:spChg chg="mod">
          <ac:chgData name="Ms Alina Arshad" userId="cccdfd85-d35d-4453-9c6f-a463aae40722" providerId="ADAL" clId="{CC6B5282-6613-48F0-886F-796865211BB0}" dt="2024-09-11T12:43:28.260" v="44" actId="1076"/>
          <ac:spMkLst>
            <pc:docMk/>
            <pc:sldMk cId="0" sldId="258"/>
            <ac:spMk id="106" creationId="{00000000-0000-0000-0000-000000000000}"/>
          </ac:spMkLst>
        </pc:spChg>
        <pc:spChg chg="mod">
          <ac:chgData name="Ms Alina Arshad" userId="cccdfd85-d35d-4453-9c6f-a463aae40722" providerId="ADAL" clId="{CC6B5282-6613-48F0-886F-796865211BB0}" dt="2024-09-11T12:43:46.054" v="48" actId="113"/>
          <ac:spMkLst>
            <pc:docMk/>
            <pc:sldMk cId="0" sldId="258"/>
            <ac:spMk id="107" creationId="{00000000-0000-0000-0000-000000000000}"/>
          </ac:spMkLst>
        </pc:spChg>
      </pc:sldChg>
      <pc:sldChg chg="modSp add del mod">
        <pc:chgData name="Ms Alina Arshad" userId="cccdfd85-d35d-4453-9c6f-a463aae40722" providerId="ADAL" clId="{CC6B5282-6613-48F0-886F-796865211BB0}" dt="2024-09-11T12:51:30.146" v="76" actId="1076"/>
        <pc:sldMkLst>
          <pc:docMk/>
          <pc:sldMk cId="0" sldId="261"/>
        </pc:sldMkLst>
        <pc:spChg chg="mod">
          <ac:chgData name="Ms Alina Arshad" userId="cccdfd85-d35d-4453-9c6f-a463aae40722" providerId="ADAL" clId="{CC6B5282-6613-48F0-886F-796865211BB0}" dt="2024-09-11T12:51:16.602" v="71" actId="1076"/>
          <ac:spMkLst>
            <pc:docMk/>
            <pc:sldMk cId="0" sldId="261"/>
            <ac:spMk id="127" creationId="{00000000-0000-0000-0000-000000000000}"/>
          </ac:spMkLst>
        </pc:spChg>
        <pc:spChg chg="mod">
          <ac:chgData name="Ms Alina Arshad" userId="cccdfd85-d35d-4453-9c6f-a463aae40722" providerId="ADAL" clId="{CC6B5282-6613-48F0-886F-796865211BB0}" dt="2024-09-11T12:51:13.184" v="70" actId="1076"/>
          <ac:spMkLst>
            <pc:docMk/>
            <pc:sldMk cId="0" sldId="261"/>
            <ac:spMk id="128" creationId="{00000000-0000-0000-0000-000000000000}"/>
          </ac:spMkLst>
        </pc:spChg>
        <pc:picChg chg="mod">
          <ac:chgData name="Ms Alina Arshad" userId="cccdfd85-d35d-4453-9c6f-a463aae40722" providerId="ADAL" clId="{CC6B5282-6613-48F0-886F-796865211BB0}" dt="2024-09-11T12:51:30.146" v="76" actId="1076"/>
          <ac:picMkLst>
            <pc:docMk/>
            <pc:sldMk cId="0" sldId="261"/>
            <ac:picMk id="129" creationId="{00000000-0000-0000-0000-000000000000}"/>
          </ac:picMkLst>
        </pc:picChg>
        <pc:picChg chg="mod">
          <ac:chgData name="Ms Alina Arshad" userId="cccdfd85-d35d-4453-9c6f-a463aae40722" providerId="ADAL" clId="{CC6B5282-6613-48F0-886F-796865211BB0}" dt="2024-09-11T12:51:25.307" v="74" actId="1076"/>
          <ac:picMkLst>
            <pc:docMk/>
            <pc:sldMk cId="0" sldId="261"/>
            <ac:picMk id="130" creationId="{00000000-0000-0000-0000-000000000000}"/>
          </ac:picMkLst>
        </pc:picChg>
      </pc:sldChg>
      <pc:sldChg chg="modSp add del mod">
        <pc:chgData name="Ms Alina Arshad" userId="cccdfd85-d35d-4453-9c6f-a463aae40722" providerId="ADAL" clId="{CC6B5282-6613-48F0-886F-796865211BB0}" dt="2024-09-11T13:01:30.026" v="88" actId="1036"/>
        <pc:sldMkLst>
          <pc:docMk/>
          <pc:sldMk cId="0" sldId="263"/>
        </pc:sldMkLst>
        <pc:spChg chg="mod">
          <ac:chgData name="Ms Alina Arshad" userId="cccdfd85-d35d-4453-9c6f-a463aae40722" providerId="ADAL" clId="{CC6B5282-6613-48F0-886F-796865211BB0}" dt="2024-09-11T13:01:30.026" v="88" actId="1036"/>
          <ac:spMkLst>
            <pc:docMk/>
            <pc:sldMk cId="0" sldId="263"/>
            <ac:spMk id="144" creationId="{00000000-0000-0000-0000-000000000000}"/>
          </ac:spMkLst>
        </pc:spChg>
        <pc:spChg chg="mod">
          <ac:chgData name="Ms Alina Arshad" userId="cccdfd85-d35d-4453-9c6f-a463aae40722" providerId="ADAL" clId="{CC6B5282-6613-48F0-886F-796865211BB0}" dt="2024-09-11T12:53:36.609" v="85" actId="1076"/>
          <ac:spMkLst>
            <pc:docMk/>
            <pc:sldMk cId="0" sldId="263"/>
            <ac:spMk id="146" creationId="{00000000-0000-0000-0000-000000000000}"/>
          </ac:spMkLst>
        </pc:spChg>
        <pc:picChg chg="mod">
          <ac:chgData name="Ms Alina Arshad" userId="cccdfd85-d35d-4453-9c6f-a463aae40722" providerId="ADAL" clId="{CC6B5282-6613-48F0-886F-796865211BB0}" dt="2024-09-11T12:53:29.518" v="83" actId="1076"/>
          <ac:picMkLst>
            <pc:docMk/>
            <pc:sldMk cId="0" sldId="263"/>
            <ac:picMk id="145" creationId="{00000000-0000-0000-0000-000000000000}"/>
          </ac:picMkLst>
        </pc:picChg>
      </pc:sldChg>
      <pc:sldChg chg="modSp add del mod">
        <pc:chgData name="Ms Alina Arshad" userId="cccdfd85-d35d-4453-9c6f-a463aae40722" providerId="ADAL" clId="{CC6B5282-6613-48F0-886F-796865211BB0}" dt="2024-09-11T13:05:23.098" v="91" actId="1076"/>
        <pc:sldMkLst>
          <pc:docMk/>
          <pc:sldMk cId="0" sldId="264"/>
        </pc:sldMkLst>
        <pc:spChg chg="mod">
          <ac:chgData name="Ms Alina Arshad" userId="cccdfd85-d35d-4453-9c6f-a463aae40722" providerId="ADAL" clId="{CC6B5282-6613-48F0-886F-796865211BB0}" dt="2024-09-11T12:42:03.318" v="21" actId="27636"/>
          <ac:spMkLst>
            <pc:docMk/>
            <pc:sldMk cId="0" sldId="264"/>
            <ac:spMk id="154" creationId="{00000000-0000-0000-0000-000000000000}"/>
          </ac:spMkLst>
        </pc:spChg>
        <pc:picChg chg="mod">
          <ac:chgData name="Ms Alina Arshad" userId="cccdfd85-d35d-4453-9c6f-a463aae40722" providerId="ADAL" clId="{CC6B5282-6613-48F0-886F-796865211BB0}" dt="2024-09-11T13:05:18.520" v="90" actId="1076"/>
          <ac:picMkLst>
            <pc:docMk/>
            <pc:sldMk cId="0" sldId="264"/>
            <ac:picMk id="152" creationId="{00000000-0000-0000-0000-000000000000}"/>
          </ac:picMkLst>
        </pc:picChg>
        <pc:picChg chg="mod">
          <ac:chgData name="Ms Alina Arshad" userId="cccdfd85-d35d-4453-9c6f-a463aae40722" providerId="ADAL" clId="{CC6B5282-6613-48F0-886F-796865211BB0}" dt="2024-09-11T13:05:23.098" v="91" actId="1076"/>
          <ac:picMkLst>
            <pc:docMk/>
            <pc:sldMk cId="0" sldId="264"/>
            <ac:picMk id="153" creationId="{00000000-0000-0000-0000-000000000000}"/>
          </ac:picMkLst>
        </pc:picChg>
      </pc:sldChg>
      <pc:sldChg chg="modSp add del mod">
        <pc:chgData name="Ms Alina Arshad" userId="cccdfd85-d35d-4453-9c6f-a463aae40722" providerId="ADAL" clId="{CC6B5282-6613-48F0-886F-796865211BB0}" dt="2024-09-11T13:33:58.825" v="122" actId="47"/>
        <pc:sldMkLst>
          <pc:docMk/>
          <pc:sldMk cId="1577505814" sldId="265"/>
        </pc:sldMkLst>
        <pc:spChg chg="mod">
          <ac:chgData name="Ms Alina Arshad" userId="cccdfd85-d35d-4453-9c6f-a463aae40722" providerId="ADAL" clId="{CC6B5282-6613-48F0-886F-796865211BB0}" dt="2024-09-11T13:05:48.001" v="98" actId="14100"/>
          <ac:spMkLst>
            <pc:docMk/>
            <pc:sldMk cId="1577505814" sldId="265"/>
            <ac:spMk id="160" creationId="{00000000-0000-0000-0000-000000000000}"/>
          </ac:spMkLst>
        </pc:spChg>
        <pc:picChg chg="mod">
          <ac:chgData name="Ms Alina Arshad" userId="cccdfd85-d35d-4453-9c6f-a463aae40722" providerId="ADAL" clId="{CC6B5282-6613-48F0-886F-796865211BB0}" dt="2024-09-11T13:05:35.798" v="95" actId="1076"/>
          <ac:picMkLst>
            <pc:docMk/>
            <pc:sldMk cId="1577505814" sldId="265"/>
            <ac:picMk id="161" creationId="{00000000-0000-0000-0000-000000000000}"/>
          </ac:picMkLst>
        </pc:picChg>
      </pc:sldChg>
      <pc:sldChg chg="modSp add del mod">
        <pc:chgData name="Ms Alina Arshad" userId="cccdfd85-d35d-4453-9c6f-a463aae40722" providerId="ADAL" clId="{CC6B5282-6613-48F0-886F-796865211BB0}" dt="2024-09-11T13:06:25.138" v="106" actId="1076"/>
        <pc:sldMkLst>
          <pc:docMk/>
          <pc:sldMk cId="1582826008" sldId="266"/>
        </pc:sldMkLst>
        <pc:spChg chg="mod">
          <ac:chgData name="Ms Alina Arshad" userId="cccdfd85-d35d-4453-9c6f-a463aae40722" providerId="ADAL" clId="{CC6B5282-6613-48F0-886F-796865211BB0}" dt="2024-09-11T13:06:03.598" v="101" actId="1076"/>
          <ac:spMkLst>
            <pc:docMk/>
            <pc:sldMk cId="1582826008" sldId="266"/>
            <ac:spMk id="167" creationId="{00000000-0000-0000-0000-000000000000}"/>
          </ac:spMkLst>
        </pc:spChg>
        <pc:spChg chg="mod">
          <ac:chgData name="Ms Alina Arshad" userId="cccdfd85-d35d-4453-9c6f-a463aae40722" providerId="ADAL" clId="{CC6B5282-6613-48F0-886F-796865211BB0}" dt="2024-09-11T13:06:13.318" v="103" actId="403"/>
          <ac:spMkLst>
            <pc:docMk/>
            <pc:sldMk cId="1582826008" sldId="266"/>
            <ac:spMk id="168" creationId="{00000000-0000-0000-0000-000000000000}"/>
          </ac:spMkLst>
        </pc:spChg>
        <pc:picChg chg="mod">
          <ac:chgData name="Ms Alina Arshad" userId="cccdfd85-d35d-4453-9c6f-a463aae40722" providerId="ADAL" clId="{CC6B5282-6613-48F0-886F-796865211BB0}" dt="2024-09-11T13:06:25.138" v="106" actId="1076"/>
          <ac:picMkLst>
            <pc:docMk/>
            <pc:sldMk cId="1582826008" sldId="266"/>
            <ac:picMk id="169" creationId="{00000000-0000-0000-0000-000000000000}"/>
          </ac:picMkLst>
        </pc:picChg>
      </pc:sldChg>
      <pc:sldChg chg="modSp add del mod">
        <pc:chgData name="Ms Alina Arshad" userId="cccdfd85-d35d-4453-9c6f-a463aae40722" providerId="ADAL" clId="{CC6B5282-6613-48F0-886F-796865211BB0}" dt="2024-09-11T13:06:55.957" v="114" actId="1076"/>
        <pc:sldMkLst>
          <pc:docMk/>
          <pc:sldMk cId="731299161" sldId="267"/>
        </pc:sldMkLst>
        <pc:spChg chg="mod">
          <ac:chgData name="Ms Alina Arshad" userId="cccdfd85-d35d-4453-9c6f-a463aae40722" providerId="ADAL" clId="{CC6B5282-6613-48F0-886F-796865211BB0}" dt="2024-09-11T13:06:55.957" v="114" actId="1076"/>
          <ac:spMkLst>
            <pc:docMk/>
            <pc:sldMk cId="731299161" sldId="267"/>
            <ac:spMk id="175" creationId="{00000000-0000-0000-0000-000000000000}"/>
          </ac:spMkLst>
        </pc:spChg>
        <pc:spChg chg="mod">
          <ac:chgData name="Ms Alina Arshad" userId="cccdfd85-d35d-4453-9c6f-a463aae40722" providerId="ADAL" clId="{CC6B5282-6613-48F0-886F-796865211BB0}" dt="2024-09-11T13:06:51.496" v="113" actId="14100"/>
          <ac:spMkLst>
            <pc:docMk/>
            <pc:sldMk cId="731299161" sldId="267"/>
            <ac:spMk id="177" creationId="{00000000-0000-0000-0000-000000000000}"/>
          </ac:spMkLst>
        </pc:spChg>
        <pc:picChg chg="mod">
          <ac:chgData name="Ms Alina Arshad" userId="cccdfd85-d35d-4453-9c6f-a463aae40722" providerId="ADAL" clId="{CC6B5282-6613-48F0-886F-796865211BB0}" dt="2024-09-11T13:06:47.359" v="112" actId="1076"/>
          <ac:picMkLst>
            <pc:docMk/>
            <pc:sldMk cId="731299161" sldId="267"/>
            <ac:picMk id="176" creationId="{00000000-0000-0000-0000-000000000000}"/>
          </ac:picMkLst>
        </pc:picChg>
      </pc:sldChg>
      <pc:sldChg chg="modSp add del mod">
        <pc:chgData name="Ms Alina Arshad" userId="cccdfd85-d35d-4453-9c6f-a463aae40722" providerId="ADAL" clId="{CC6B5282-6613-48F0-886F-796865211BB0}" dt="2024-09-11T13:07:19.043" v="121" actId="1076"/>
        <pc:sldMkLst>
          <pc:docMk/>
          <pc:sldMk cId="90329638" sldId="268"/>
        </pc:sldMkLst>
        <pc:spChg chg="mod">
          <ac:chgData name="Ms Alina Arshad" userId="cccdfd85-d35d-4453-9c6f-a463aae40722" providerId="ADAL" clId="{CC6B5282-6613-48F0-886F-796865211BB0}" dt="2024-09-11T13:07:15.560" v="120" actId="1076"/>
          <ac:spMkLst>
            <pc:docMk/>
            <pc:sldMk cId="90329638" sldId="268"/>
            <ac:spMk id="185" creationId="{00000000-0000-0000-0000-000000000000}"/>
          </ac:spMkLst>
        </pc:spChg>
        <pc:picChg chg="mod">
          <ac:chgData name="Ms Alina Arshad" userId="cccdfd85-d35d-4453-9c6f-a463aae40722" providerId="ADAL" clId="{CC6B5282-6613-48F0-886F-796865211BB0}" dt="2024-09-11T13:07:06.044" v="117" actId="1076"/>
          <ac:picMkLst>
            <pc:docMk/>
            <pc:sldMk cId="90329638" sldId="268"/>
            <ac:picMk id="183" creationId="{00000000-0000-0000-0000-000000000000}"/>
          </ac:picMkLst>
        </pc:picChg>
        <pc:picChg chg="mod">
          <ac:chgData name="Ms Alina Arshad" userId="cccdfd85-d35d-4453-9c6f-a463aae40722" providerId="ADAL" clId="{CC6B5282-6613-48F0-886F-796865211BB0}" dt="2024-09-11T13:07:19.043" v="121" actId="1076"/>
          <ac:picMkLst>
            <pc:docMk/>
            <pc:sldMk cId="90329638" sldId="268"/>
            <ac:picMk id="184" creationId="{00000000-0000-0000-0000-000000000000}"/>
          </ac:picMkLst>
        </pc:picChg>
      </pc:sldChg>
      <pc:sldChg chg="add del">
        <pc:chgData name="Ms Alina Arshad" userId="cccdfd85-d35d-4453-9c6f-a463aae40722" providerId="ADAL" clId="{CC6B5282-6613-48F0-886F-796865211BB0}" dt="2024-09-11T12:42:03.189" v="17"/>
        <pc:sldMkLst>
          <pc:docMk/>
          <pc:sldMk cId="2295129282" sldId="269"/>
        </pc:sldMkLst>
      </pc:sldChg>
      <pc:sldChg chg="add del">
        <pc:chgData name="Ms Alina Arshad" userId="cccdfd85-d35d-4453-9c6f-a463aae40722" providerId="ADAL" clId="{CC6B5282-6613-48F0-886F-796865211BB0}" dt="2024-09-11T12:42:03.189" v="17"/>
        <pc:sldMkLst>
          <pc:docMk/>
          <pc:sldMk cId="2090315159" sldId="270"/>
        </pc:sldMkLst>
      </pc:sldChg>
      <pc:sldChg chg="add del">
        <pc:chgData name="Ms Alina Arshad" userId="cccdfd85-d35d-4453-9c6f-a463aae40722" providerId="ADAL" clId="{CC6B5282-6613-48F0-886F-796865211BB0}" dt="2024-09-11T12:42:03.189" v="17"/>
        <pc:sldMkLst>
          <pc:docMk/>
          <pc:sldMk cId="3034138166" sldId="271"/>
        </pc:sldMkLst>
      </pc:sldChg>
      <pc:sldChg chg="add del">
        <pc:chgData name="Ms Alina Arshad" userId="cccdfd85-d35d-4453-9c6f-a463aae40722" providerId="ADAL" clId="{CC6B5282-6613-48F0-886F-796865211BB0}" dt="2024-09-11T12:42:03.189" v="17"/>
        <pc:sldMkLst>
          <pc:docMk/>
          <pc:sldMk cId="2504047100" sldId="272"/>
        </pc:sldMkLst>
      </pc:sldChg>
      <pc:sldChg chg="add del">
        <pc:chgData name="Ms Alina Arshad" userId="cccdfd85-d35d-4453-9c6f-a463aae40722" providerId="ADAL" clId="{CC6B5282-6613-48F0-886F-796865211BB0}" dt="2024-09-11T12:42:03.189" v="17"/>
        <pc:sldMkLst>
          <pc:docMk/>
          <pc:sldMk cId="4283755204" sldId="273"/>
        </pc:sldMkLst>
      </pc:sldChg>
      <pc:sldChg chg="add del">
        <pc:chgData name="Ms Alina Arshad" userId="cccdfd85-d35d-4453-9c6f-a463aae40722" providerId="ADAL" clId="{CC6B5282-6613-48F0-886F-796865211BB0}" dt="2024-09-11T12:42:03.189" v="17"/>
        <pc:sldMkLst>
          <pc:docMk/>
          <pc:sldMk cId="2935103945" sldId="274"/>
        </pc:sldMkLst>
      </pc:sldChg>
      <pc:sldChg chg="modSp add mod">
        <pc:chgData name="Ms Alina Arshad" userId="cccdfd85-d35d-4453-9c6f-a463aae40722" providerId="ADAL" clId="{CC6B5282-6613-48F0-886F-796865211BB0}" dt="2024-09-11T12:42:03.381" v="23" actId="27636"/>
        <pc:sldMkLst>
          <pc:docMk/>
          <pc:sldMk cId="1497646456" sldId="275"/>
        </pc:sldMkLst>
        <pc:spChg chg="mod">
          <ac:chgData name="Ms Alina Arshad" userId="cccdfd85-d35d-4453-9c6f-a463aae40722" providerId="ADAL" clId="{CC6B5282-6613-48F0-886F-796865211BB0}" dt="2024-09-11T12:42:03.381" v="23" actId="27636"/>
          <ac:spMkLst>
            <pc:docMk/>
            <pc:sldMk cId="1497646456" sldId="275"/>
            <ac:spMk id="240" creationId="{00000000-0000-0000-0000-000000000000}"/>
          </ac:spMkLst>
        </pc:spChg>
      </pc:sldChg>
      <pc:sldChg chg="add">
        <pc:chgData name="Ms Alina Arshad" userId="cccdfd85-d35d-4453-9c6f-a463aae40722" providerId="ADAL" clId="{CC6B5282-6613-48F0-886F-796865211BB0}" dt="2024-09-11T12:42:03.189" v="17"/>
        <pc:sldMkLst>
          <pc:docMk/>
          <pc:sldMk cId="3993717517" sldId="276"/>
        </pc:sldMkLst>
      </pc:sldChg>
      <pc:sldChg chg="add">
        <pc:chgData name="Ms Alina Arshad" userId="cccdfd85-d35d-4453-9c6f-a463aae40722" providerId="ADAL" clId="{CC6B5282-6613-48F0-886F-796865211BB0}" dt="2024-09-11T12:42:03.189" v="17"/>
        <pc:sldMkLst>
          <pc:docMk/>
          <pc:sldMk cId="0" sldId="277"/>
        </pc:sldMkLst>
      </pc:sldChg>
      <pc:sldChg chg="add">
        <pc:chgData name="Ms Alina Arshad" userId="cccdfd85-d35d-4453-9c6f-a463aae40722" providerId="ADAL" clId="{CC6B5282-6613-48F0-886F-796865211BB0}" dt="2024-09-11T12:42:03.189" v="17"/>
        <pc:sldMkLst>
          <pc:docMk/>
          <pc:sldMk cId="2668593764" sldId="278"/>
        </pc:sldMkLst>
      </pc:sldChg>
      <pc:sldChg chg="modSp add del mod">
        <pc:chgData name="Ms Alina Arshad" userId="cccdfd85-d35d-4453-9c6f-a463aae40722" providerId="ADAL" clId="{CC6B5282-6613-48F0-886F-796865211BB0}" dt="2024-09-11T12:42:44.828" v="35" actId="47"/>
        <pc:sldMkLst>
          <pc:docMk/>
          <pc:sldMk cId="1821615422" sldId="280"/>
        </pc:sldMkLst>
        <pc:spChg chg="mod">
          <ac:chgData name="Ms Alina Arshad" userId="cccdfd85-d35d-4453-9c6f-a463aae40722" providerId="ADAL" clId="{CC6B5282-6613-48F0-886F-796865211BB0}" dt="2024-09-11T12:42:42.317" v="34" actId="6549"/>
          <ac:spMkLst>
            <pc:docMk/>
            <pc:sldMk cId="1821615422" sldId="280"/>
            <ac:spMk id="95" creationId="{00000000-0000-0000-0000-000000000000}"/>
          </ac:spMkLst>
        </pc:spChg>
      </pc:sldChg>
      <pc:sldChg chg="add">
        <pc:chgData name="Ms Alina Arshad" userId="cccdfd85-d35d-4453-9c6f-a463aae40722" providerId="ADAL" clId="{CC6B5282-6613-48F0-886F-796865211BB0}" dt="2024-09-11T12:42:03.189" v="17"/>
        <pc:sldMkLst>
          <pc:docMk/>
          <pc:sldMk cId="3605066316" sldId="281"/>
        </pc:sldMkLst>
      </pc:sldChg>
      <pc:sldChg chg="add">
        <pc:chgData name="Ms Alina Arshad" userId="cccdfd85-d35d-4453-9c6f-a463aae40722" providerId="ADAL" clId="{CC6B5282-6613-48F0-886F-796865211BB0}" dt="2024-09-11T12:42:03.189" v="17"/>
        <pc:sldMkLst>
          <pc:docMk/>
          <pc:sldMk cId="24697311" sldId="282"/>
        </pc:sldMkLst>
      </pc:sldChg>
      <pc:sldChg chg="add">
        <pc:chgData name="Ms Alina Arshad" userId="cccdfd85-d35d-4453-9c6f-a463aae40722" providerId="ADAL" clId="{CC6B5282-6613-48F0-886F-796865211BB0}" dt="2024-09-11T12:42:03.189" v="17"/>
        <pc:sldMkLst>
          <pc:docMk/>
          <pc:sldMk cId="3289392637" sldId="283"/>
        </pc:sldMkLst>
      </pc:sldChg>
      <pc:sldChg chg="add">
        <pc:chgData name="Ms Alina Arshad" userId="cccdfd85-d35d-4453-9c6f-a463aae40722" providerId="ADAL" clId="{CC6B5282-6613-48F0-886F-796865211BB0}" dt="2024-09-11T12:42:03.189" v="17"/>
        <pc:sldMkLst>
          <pc:docMk/>
          <pc:sldMk cId="800652809" sldId="284"/>
        </pc:sldMkLst>
      </pc:sldChg>
      <pc:sldChg chg="add">
        <pc:chgData name="Ms Alina Arshad" userId="cccdfd85-d35d-4453-9c6f-a463aae40722" providerId="ADAL" clId="{CC6B5282-6613-48F0-886F-796865211BB0}" dt="2024-09-11T12:42:03.189" v="17"/>
        <pc:sldMkLst>
          <pc:docMk/>
          <pc:sldMk cId="1402144616" sldId="285"/>
        </pc:sldMkLst>
      </pc:sldChg>
      <pc:sldChg chg="add">
        <pc:chgData name="Ms Alina Arshad" userId="cccdfd85-d35d-4453-9c6f-a463aae40722" providerId="ADAL" clId="{CC6B5282-6613-48F0-886F-796865211BB0}" dt="2024-09-11T12:42:03.189" v="17"/>
        <pc:sldMkLst>
          <pc:docMk/>
          <pc:sldMk cId="0" sldId="286"/>
        </pc:sldMkLst>
      </pc:sldChg>
      <pc:sldChg chg="add">
        <pc:chgData name="Ms Alina Arshad" userId="cccdfd85-d35d-4453-9c6f-a463aae40722" providerId="ADAL" clId="{CC6B5282-6613-48F0-886F-796865211BB0}" dt="2024-09-11T12:42:03.189" v="17"/>
        <pc:sldMkLst>
          <pc:docMk/>
          <pc:sldMk cId="3229345964" sldId="287"/>
        </pc:sldMkLst>
      </pc:sldChg>
      <pc:sldChg chg="add">
        <pc:chgData name="Ms Alina Arshad" userId="cccdfd85-d35d-4453-9c6f-a463aae40722" providerId="ADAL" clId="{CC6B5282-6613-48F0-886F-796865211BB0}" dt="2024-09-11T12:42:03.189" v="17"/>
        <pc:sldMkLst>
          <pc:docMk/>
          <pc:sldMk cId="2002870935" sldId="288"/>
        </pc:sldMkLst>
      </pc:sldChg>
      <pc:sldChg chg="modSp add mod">
        <pc:chgData name="Ms Alina Arshad" userId="cccdfd85-d35d-4453-9c6f-a463aae40722" providerId="ADAL" clId="{CC6B5282-6613-48F0-886F-796865211BB0}" dt="2024-09-11T12:42:03.393" v="24" actId="27636"/>
        <pc:sldMkLst>
          <pc:docMk/>
          <pc:sldMk cId="0" sldId="289"/>
        </pc:sldMkLst>
        <pc:spChg chg="mod">
          <ac:chgData name="Ms Alina Arshad" userId="cccdfd85-d35d-4453-9c6f-a463aae40722" providerId="ADAL" clId="{CC6B5282-6613-48F0-886F-796865211BB0}" dt="2024-09-11T12:42:03.393" v="24" actId="27636"/>
          <ac:spMkLst>
            <pc:docMk/>
            <pc:sldMk cId="0" sldId="289"/>
            <ac:spMk id="327" creationId="{00000000-0000-0000-0000-000000000000}"/>
          </ac:spMkLst>
        </pc:spChg>
      </pc:sldChg>
      <pc:sldChg chg="add">
        <pc:chgData name="Ms Alina Arshad" userId="cccdfd85-d35d-4453-9c6f-a463aae40722" providerId="ADAL" clId="{CC6B5282-6613-48F0-886F-796865211BB0}" dt="2024-09-11T12:42:03.189" v="17"/>
        <pc:sldMkLst>
          <pc:docMk/>
          <pc:sldMk cId="0" sldId="290"/>
        </pc:sldMkLst>
      </pc:sldChg>
      <pc:sldChg chg="add">
        <pc:chgData name="Ms Alina Arshad" userId="cccdfd85-d35d-4453-9c6f-a463aae40722" providerId="ADAL" clId="{CC6B5282-6613-48F0-886F-796865211BB0}" dt="2024-09-11T12:42:03.189" v="17"/>
        <pc:sldMkLst>
          <pc:docMk/>
          <pc:sldMk cId="0" sldId="291"/>
        </pc:sldMkLst>
      </pc:sldChg>
      <pc:sldChg chg="add">
        <pc:chgData name="Ms Alina Arshad" userId="cccdfd85-d35d-4453-9c6f-a463aae40722" providerId="ADAL" clId="{CC6B5282-6613-48F0-886F-796865211BB0}" dt="2024-09-11T12:42:03.189" v="17"/>
        <pc:sldMkLst>
          <pc:docMk/>
          <pc:sldMk cId="0" sldId="292"/>
        </pc:sldMkLst>
      </pc:sldChg>
      <pc:sldChg chg="add">
        <pc:chgData name="Ms Alina Arshad" userId="cccdfd85-d35d-4453-9c6f-a463aae40722" providerId="ADAL" clId="{CC6B5282-6613-48F0-886F-796865211BB0}" dt="2024-09-11T12:42:03.189" v="17"/>
        <pc:sldMkLst>
          <pc:docMk/>
          <pc:sldMk cId="0" sldId="293"/>
        </pc:sldMkLst>
      </pc:sldChg>
      <pc:sldChg chg="add">
        <pc:chgData name="Ms Alina Arshad" userId="cccdfd85-d35d-4453-9c6f-a463aae40722" providerId="ADAL" clId="{CC6B5282-6613-48F0-886F-796865211BB0}" dt="2024-09-11T12:42:03.189" v="17"/>
        <pc:sldMkLst>
          <pc:docMk/>
          <pc:sldMk cId="0" sldId="294"/>
        </pc:sldMkLst>
      </pc:sldChg>
      <pc:sldChg chg="add">
        <pc:chgData name="Ms Alina Arshad" userId="cccdfd85-d35d-4453-9c6f-a463aae40722" providerId="ADAL" clId="{CC6B5282-6613-48F0-886F-796865211BB0}" dt="2024-09-11T12:42:03.189" v="17"/>
        <pc:sldMkLst>
          <pc:docMk/>
          <pc:sldMk cId="0" sldId="295"/>
        </pc:sldMkLst>
      </pc:sldChg>
      <pc:sldChg chg="add">
        <pc:chgData name="Ms Alina Arshad" userId="cccdfd85-d35d-4453-9c6f-a463aae40722" providerId="ADAL" clId="{CC6B5282-6613-48F0-886F-796865211BB0}" dt="2024-09-11T12:42:03.189" v="17"/>
        <pc:sldMkLst>
          <pc:docMk/>
          <pc:sldMk cId="0" sldId="296"/>
        </pc:sldMkLst>
      </pc:sldChg>
      <pc:sldChg chg="add">
        <pc:chgData name="Ms Alina Arshad" userId="cccdfd85-d35d-4453-9c6f-a463aae40722" providerId="ADAL" clId="{CC6B5282-6613-48F0-886F-796865211BB0}" dt="2024-09-11T12:42:03.189" v="17"/>
        <pc:sldMkLst>
          <pc:docMk/>
          <pc:sldMk cId="0" sldId="297"/>
        </pc:sldMkLst>
      </pc:sldChg>
      <pc:sldChg chg="add">
        <pc:chgData name="Ms Alina Arshad" userId="cccdfd85-d35d-4453-9c6f-a463aae40722" providerId="ADAL" clId="{CC6B5282-6613-48F0-886F-796865211BB0}" dt="2024-09-11T12:42:03.189" v="17"/>
        <pc:sldMkLst>
          <pc:docMk/>
          <pc:sldMk cId="0" sldId="298"/>
        </pc:sldMkLst>
      </pc:sldChg>
      <pc:sldChg chg="add">
        <pc:chgData name="Ms Alina Arshad" userId="cccdfd85-d35d-4453-9c6f-a463aae40722" providerId="ADAL" clId="{CC6B5282-6613-48F0-886F-796865211BB0}" dt="2024-09-11T12:42:03.189" v="17"/>
        <pc:sldMkLst>
          <pc:docMk/>
          <pc:sldMk cId="0" sldId="299"/>
        </pc:sldMkLst>
      </pc:sldChg>
      <pc:sldChg chg="add">
        <pc:chgData name="Ms Alina Arshad" userId="cccdfd85-d35d-4453-9c6f-a463aae40722" providerId="ADAL" clId="{CC6B5282-6613-48F0-886F-796865211BB0}" dt="2024-09-11T12:42:03.189" v="17"/>
        <pc:sldMkLst>
          <pc:docMk/>
          <pc:sldMk cId="0" sldId="300"/>
        </pc:sldMkLst>
      </pc:sldChg>
      <pc:sldChg chg="add">
        <pc:chgData name="Ms Alina Arshad" userId="cccdfd85-d35d-4453-9c6f-a463aae40722" providerId="ADAL" clId="{CC6B5282-6613-48F0-886F-796865211BB0}" dt="2024-09-11T12:42:03.189" v="17"/>
        <pc:sldMkLst>
          <pc:docMk/>
          <pc:sldMk cId="0" sldId="301"/>
        </pc:sldMkLst>
      </pc:sldChg>
      <pc:sldChg chg="add">
        <pc:chgData name="Ms Alina Arshad" userId="cccdfd85-d35d-4453-9c6f-a463aae40722" providerId="ADAL" clId="{CC6B5282-6613-48F0-886F-796865211BB0}" dt="2024-09-11T12:42:03.189" v="17"/>
        <pc:sldMkLst>
          <pc:docMk/>
          <pc:sldMk cId="0" sldId="302"/>
        </pc:sldMkLst>
      </pc:sldChg>
      <pc:sldChg chg="add">
        <pc:chgData name="Ms Alina Arshad" userId="cccdfd85-d35d-4453-9c6f-a463aae40722" providerId="ADAL" clId="{CC6B5282-6613-48F0-886F-796865211BB0}" dt="2024-09-11T12:42:03.189" v="17"/>
        <pc:sldMkLst>
          <pc:docMk/>
          <pc:sldMk cId="0" sldId="303"/>
        </pc:sldMkLst>
      </pc:sldChg>
      <pc:sldChg chg="add">
        <pc:chgData name="Ms Alina Arshad" userId="cccdfd85-d35d-4453-9c6f-a463aae40722" providerId="ADAL" clId="{CC6B5282-6613-48F0-886F-796865211BB0}" dt="2024-09-11T12:42:03.189" v="17"/>
        <pc:sldMkLst>
          <pc:docMk/>
          <pc:sldMk cId="0" sldId="304"/>
        </pc:sldMkLst>
      </pc:sldChg>
      <pc:sldChg chg="add">
        <pc:chgData name="Ms Alina Arshad" userId="cccdfd85-d35d-4453-9c6f-a463aae40722" providerId="ADAL" clId="{CC6B5282-6613-48F0-886F-796865211BB0}" dt="2024-09-11T12:42:03.189" v="17"/>
        <pc:sldMkLst>
          <pc:docMk/>
          <pc:sldMk cId="0" sldId="305"/>
        </pc:sldMkLst>
      </pc:sldChg>
      <pc:sldChg chg="add">
        <pc:chgData name="Ms Alina Arshad" userId="cccdfd85-d35d-4453-9c6f-a463aae40722" providerId="ADAL" clId="{CC6B5282-6613-48F0-886F-796865211BB0}" dt="2024-09-11T12:42:03.189" v="17"/>
        <pc:sldMkLst>
          <pc:docMk/>
          <pc:sldMk cId="0" sldId="306"/>
        </pc:sldMkLst>
      </pc:sldChg>
      <pc:sldChg chg="add">
        <pc:chgData name="Ms Alina Arshad" userId="cccdfd85-d35d-4453-9c6f-a463aae40722" providerId="ADAL" clId="{CC6B5282-6613-48F0-886F-796865211BB0}" dt="2024-09-11T12:42:03.189" v="17"/>
        <pc:sldMkLst>
          <pc:docMk/>
          <pc:sldMk cId="0" sldId="307"/>
        </pc:sldMkLst>
      </pc:sldChg>
      <pc:sldChg chg="add">
        <pc:chgData name="Ms Alina Arshad" userId="cccdfd85-d35d-4453-9c6f-a463aae40722" providerId="ADAL" clId="{CC6B5282-6613-48F0-886F-796865211BB0}" dt="2024-09-11T12:42:03.189" v="17"/>
        <pc:sldMkLst>
          <pc:docMk/>
          <pc:sldMk cId="0" sldId="308"/>
        </pc:sldMkLst>
      </pc:sldChg>
      <pc:sldChg chg="add">
        <pc:chgData name="Ms Alina Arshad" userId="cccdfd85-d35d-4453-9c6f-a463aae40722" providerId="ADAL" clId="{CC6B5282-6613-48F0-886F-796865211BB0}" dt="2024-09-11T12:42:03.189" v="17"/>
        <pc:sldMkLst>
          <pc:docMk/>
          <pc:sldMk cId="0" sldId="309"/>
        </pc:sldMkLst>
      </pc:sldChg>
      <pc:sldChg chg="add">
        <pc:chgData name="Ms Alina Arshad" userId="cccdfd85-d35d-4453-9c6f-a463aae40722" providerId="ADAL" clId="{CC6B5282-6613-48F0-886F-796865211BB0}" dt="2024-09-11T12:42:03.189" v="17"/>
        <pc:sldMkLst>
          <pc:docMk/>
          <pc:sldMk cId="0" sldId="310"/>
        </pc:sldMkLst>
      </pc:sldChg>
      <pc:sldChg chg="add">
        <pc:chgData name="Ms Alina Arshad" userId="cccdfd85-d35d-4453-9c6f-a463aae40722" providerId="ADAL" clId="{CC6B5282-6613-48F0-886F-796865211BB0}" dt="2024-09-11T12:42:03.189" v="17"/>
        <pc:sldMkLst>
          <pc:docMk/>
          <pc:sldMk cId="0" sldId="311"/>
        </pc:sldMkLst>
      </pc:sldChg>
      <pc:sldChg chg="add">
        <pc:chgData name="Ms Alina Arshad" userId="cccdfd85-d35d-4453-9c6f-a463aae40722" providerId="ADAL" clId="{CC6B5282-6613-48F0-886F-796865211BB0}" dt="2024-09-11T12:42:03.189" v="17"/>
        <pc:sldMkLst>
          <pc:docMk/>
          <pc:sldMk cId="0" sldId="312"/>
        </pc:sldMkLst>
      </pc:sldChg>
      <pc:sldChg chg="add">
        <pc:chgData name="Ms Alina Arshad" userId="cccdfd85-d35d-4453-9c6f-a463aae40722" providerId="ADAL" clId="{CC6B5282-6613-48F0-886F-796865211BB0}" dt="2024-09-11T12:42:03.189" v="17"/>
        <pc:sldMkLst>
          <pc:docMk/>
          <pc:sldMk cId="0" sldId="313"/>
        </pc:sldMkLst>
      </pc:sldChg>
      <pc:sldChg chg="add">
        <pc:chgData name="Ms Alina Arshad" userId="cccdfd85-d35d-4453-9c6f-a463aae40722" providerId="ADAL" clId="{CC6B5282-6613-48F0-886F-796865211BB0}" dt="2024-09-11T12:42:03.189" v="17"/>
        <pc:sldMkLst>
          <pc:docMk/>
          <pc:sldMk cId="0" sldId="314"/>
        </pc:sldMkLst>
      </pc:sldChg>
      <pc:sldChg chg="add">
        <pc:chgData name="Ms Alina Arshad" userId="cccdfd85-d35d-4453-9c6f-a463aae40722" providerId="ADAL" clId="{CC6B5282-6613-48F0-886F-796865211BB0}" dt="2024-09-11T12:42:03.189" v="17"/>
        <pc:sldMkLst>
          <pc:docMk/>
          <pc:sldMk cId="0" sldId="315"/>
        </pc:sldMkLst>
      </pc:sldChg>
      <pc:sldChg chg="add">
        <pc:chgData name="Ms Alina Arshad" userId="cccdfd85-d35d-4453-9c6f-a463aae40722" providerId="ADAL" clId="{CC6B5282-6613-48F0-886F-796865211BB0}" dt="2024-09-11T12:42:03.189" v="17"/>
        <pc:sldMkLst>
          <pc:docMk/>
          <pc:sldMk cId="0" sldId="316"/>
        </pc:sldMkLst>
      </pc:sldChg>
      <pc:sldChg chg="add">
        <pc:chgData name="Ms Alina Arshad" userId="cccdfd85-d35d-4453-9c6f-a463aae40722" providerId="ADAL" clId="{CC6B5282-6613-48F0-886F-796865211BB0}" dt="2024-09-11T12:42:03.189" v="17"/>
        <pc:sldMkLst>
          <pc:docMk/>
          <pc:sldMk cId="0" sldId="317"/>
        </pc:sldMkLst>
      </pc:sldChg>
      <pc:sldChg chg="add">
        <pc:chgData name="Ms Alina Arshad" userId="cccdfd85-d35d-4453-9c6f-a463aae40722" providerId="ADAL" clId="{CC6B5282-6613-48F0-886F-796865211BB0}" dt="2024-09-11T12:42:03.189" v="17"/>
        <pc:sldMkLst>
          <pc:docMk/>
          <pc:sldMk cId="0" sldId="318"/>
        </pc:sldMkLst>
      </pc:sldChg>
      <pc:sldChg chg="add">
        <pc:chgData name="Ms Alina Arshad" userId="cccdfd85-d35d-4453-9c6f-a463aae40722" providerId="ADAL" clId="{CC6B5282-6613-48F0-886F-796865211BB0}" dt="2024-09-11T12:42:03.189" v="17"/>
        <pc:sldMkLst>
          <pc:docMk/>
          <pc:sldMk cId="0" sldId="319"/>
        </pc:sldMkLst>
      </pc:sldChg>
      <pc:sldChg chg="modSp add mod">
        <pc:chgData name="Ms Alina Arshad" userId="cccdfd85-d35d-4453-9c6f-a463aae40722" providerId="ADAL" clId="{CC6B5282-6613-48F0-886F-796865211BB0}" dt="2024-09-11T12:42:03.479" v="25" actId="27636"/>
        <pc:sldMkLst>
          <pc:docMk/>
          <pc:sldMk cId="0" sldId="320"/>
        </pc:sldMkLst>
        <pc:spChg chg="mod">
          <ac:chgData name="Ms Alina Arshad" userId="cccdfd85-d35d-4453-9c6f-a463aae40722" providerId="ADAL" clId="{CC6B5282-6613-48F0-886F-796865211BB0}" dt="2024-09-11T12:42:03.479" v="25" actId="27636"/>
          <ac:spMkLst>
            <pc:docMk/>
            <pc:sldMk cId="0" sldId="320"/>
            <ac:spMk id="549" creationId="{00000000-0000-0000-0000-000000000000}"/>
          </ac:spMkLst>
        </pc:spChg>
      </pc:sldChg>
      <pc:sldChg chg="add">
        <pc:chgData name="Ms Alina Arshad" userId="cccdfd85-d35d-4453-9c6f-a463aae40722" providerId="ADAL" clId="{CC6B5282-6613-48F0-886F-796865211BB0}" dt="2024-09-11T12:42:03.189" v="17"/>
        <pc:sldMkLst>
          <pc:docMk/>
          <pc:sldMk cId="0" sldId="321"/>
        </pc:sldMkLst>
      </pc:sldChg>
      <pc:sldChg chg="add">
        <pc:chgData name="Ms Alina Arshad" userId="cccdfd85-d35d-4453-9c6f-a463aae40722" providerId="ADAL" clId="{CC6B5282-6613-48F0-886F-796865211BB0}" dt="2024-09-11T12:42:03.189" v="17"/>
        <pc:sldMkLst>
          <pc:docMk/>
          <pc:sldMk cId="0" sldId="322"/>
        </pc:sldMkLst>
      </pc:sldChg>
      <pc:sldChg chg="add">
        <pc:chgData name="Ms Alina Arshad" userId="cccdfd85-d35d-4453-9c6f-a463aae40722" providerId="ADAL" clId="{CC6B5282-6613-48F0-886F-796865211BB0}" dt="2024-09-11T12:42:03.189" v="17"/>
        <pc:sldMkLst>
          <pc:docMk/>
          <pc:sldMk cId="0" sldId="323"/>
        </pc:sldMkLst>
      </pc:sldChg>
      <pc:sldChg chg="add">
        <pc:chgData name="Ms Alina Arshad" userId="cccdfd85-d35d-4453-9c6f-a463aae40722" providerId="ADAL" clId="{CC6B5282-6613-48F0-886F-796865211BB0}" dt="2024-09-11T12:42:03.189" v="17"/>
        <pc:sldMkLst>
          <pc:docMk/>
          <pc:sldMk cId="0" sldId="324"/>
        </pc:sldMkLst>
      </pc:sldChg>
      <pc:sldChg chg="add">
        <pc:chgData name="Ms Alina Arshad" userId="cccdfd85-d35d-4453-9c6f-a463aae40722" providerId="ADAL" clId="{CC6B5282-6613-48F0-886F-796865211BB0}" dt="2024-09-11T12:42:03.189" v="17"/>
        <pc:sldMkLst>
          <pc:docMk/>
          <pc:sldMk cId="0" sldId="325"/>
        </pc:sldMkLst>
      </pc:sldChg>
      <pc:sldChg chg="add">
        <pc:chgData name="Ms Alina Arshad" userId="cccdfd85-d35d-4453-9c6f-a463aae40722" providerId="ADAL" clId="{CC6B5282-6613-48F0-886F-796865211BB0}" dt="2024-09-11T12:42:03.189" v="17"/>
        <pc:sldMkLst>
          <pc:docMk/>
          <pc:sldMk cId="0" sldId="326"/>
        </pc:sldMkLst>
      </pc:sldChg>
      <pc:sldChg chg="modSp add mod">
        <pc:chgData name="Ms Alina Arshad" userId="cccdfd85-d35d-4453-9c6f-a463aae40722" providerId="ADAL" clId="{CC6B5282-6613-48F0-886F-796865211BB0}" dt="2024-09-11T12:42:03.520" v="26" actId="27636"/>
        <pc:sldMkLst>
          <pc:docMk/>
          <pc:sldMk cId="0" sldId="327"/>
        </pc:sldMkLst>
        <pc:spChg chg="mod">
          <ac:chgData name="Ms Alina Arshad" userId="cccdfd85-d35d-4453-9c6f-a463aae40722" providerId="ADAL" clId="{CC6B5282-6613-48F0-886F-796865211BB0}" dt="2024-09-11T12:42:03.520" v="26" actId="27636"/>
          <ac:spMkLst>
            <pc:docMk/>
            <pc:sldMk cId="0" sldId="327"/>
            <ac:spMk id="597" creationId="{00000000-0000-0000-0000-000000000000}"/>
          </ac:spMkLst>
        </pc:spChg>
      </pc:sldChg>
      <pc:sldChg chg="add">
        <pc:chgData name="Ms Alina Arshad" userId="cccdfd85-d35d-4453-9c6f-a463aae40722" providerId="ADAL" clId="{CC6B5282-6613-48F0-886F-796865211BB0}" dt="2024-09-11T12:42:03.189" v="17"/>
        <pc:sldMkLst>
          <pc:docMk/>
          <pc:sldMk cId="0" sldId="328"/>
        </pc:sldMkLst>
      </pc:sldChg>
      <pc:sldChg chg="add">
        <pc:chgData name="Ms Alina Arshad" userId="cccdfd85-d35d-4453-9c6f-a463aae40722" providerId="ADAL" clId="{CC6B5282-6613-48F0-886F-796865211BB0}" dt="2024-09-11T12:42:03.189" v="17"/>
        <pc:sldMkLst>
          <pc:docMk/>
          <pc:sldMk cId="0" sldId="329"/>
        </pc:sldMkLst>
      </pc:sldChg>
      <pc:sldChg chg="add">
        <pc:chgData name="Ms Alina Arshad" userId="cccdfd85-d35d-4453-9c6f-a463aae40722" providerId="ADAL" clId="{CC6B5282-6613-48F0-886F-796865211BB0}" dt="2024-09-11T12:42:03.189" v="17"/>
        <pc:sldMkLst>
          <pc:docMk/>
          <pc:sldMk cId="0" sldId="330"/>
        </pc:sldMkLst>
      </pc:sldChg>
      <pc:sldChg chg="add">
        <pc:chgData name="Ms Alina Arshad" userId="cccdfd85-d35d-4453-9c6f-a463aae40722" providerId="ADAL" clId="{CC6B5282-6613-48F0-886F-796865211BB0}" dt="2024-09-11T12:42:03.189" v="17"/>
        <pc:sldMkLst>
          <pc:docMk/>
          <pc:sldMk cId="0" sldId="331"/>
        </pc:sldMkLst>
      </pc:sldChg>
      <pc:sldChg chg="add">
        <pc:chgData name="Ms Alina Arshad" userId="cccdfd85-d35d-4453-9c6f-a463aae40722" providerId="ADAL" clId="{CC6B5282-6613-48F0-886F-796865211BB0}" dt="2024-09-11T12:42:03.189" v="17"/>
        <pc:sldMkLst>
          <pc:docMk/>
          <pc:sldMk cId="0" sldId="332"/>
        </pc:sldMkLst>
      </pc:sldChg>
      <pc:sldChg chg="add">
        <pc:chgData name="Ms Alina Arshad" userId="cccdfd85-d35d-4453-9c6f-a463aae40722" providerId="ADAL" clId="{CC6B5282-6613-48F0-886F-796865211BB0}" dt="2024-09-11T12:42:03.189" v="17"/>
        <pc:sldMkLst>
          <pc:docMk/>
          <pc:sldMk cId="0" sldId="333"/>
        </pc:sldMkLst>
      </pc:sldChg>
      <pc:sldChg chg="add">
        <pc:chgData name="Ms Alina Arshad" userId="cccdfd85-d35d-4453-9c6f-a463aae40722" providerId="ADAL" clId="{CC6B5282-6613-48F0-886F-796865211BB0}" dt="2024-09-11T12:42:03.189" v="17"/>
        <pc:sldMkLst>
          <pc:docMk/>
          <pc:sldMk cId="0" sldId="334"/>
        </pc:sldMkLst>
      </pc:sldChg>
      <pc:sldChg chg="add">
        <pc:chgData name="Ms Alina Arshad" userId="cccdfd85-d35d-4453-9c6f-a463aae40722" providerId="ADAL" clId="{CC6B5282-6613-48F0-886F-796865211BB0}" dt="2024-09-11T12:42:03.189" v="17"/>
        <pc:sldMkLst>
          <pc:docMk/>
          <pc:sldMk cId="0" sldId="335"/>
        </pc:sldMkLst>
      </pc:sldChg>
      <pc:sldChg chg="add">
        <pc:chgData name="Ms Alina Arshad" userId="cccdfd85-d35d-4453-9c6f-a463aae40722" providerId="ADAL" clId="{CC6B5282-6613-48F0-886F-796865211BB0}" dt="2024-09-11T12:42:03.189" v="17"/>
        <pc:sldMkLst>
          <pc:docMk/>
          <pc:sldMk cId="0" sldId="336"/>
        </pc:sldMkLst>
      </pc:sldChg>
      <pc:sldChg chg="add">
        <pc:chgData name="Ms Alina Arshad" userId="cccdfd85-d35d-4453-9c6f-a463aae40722" providerId="ADAL" clId="{CC6B5282-6613-48F0-886F-796865211BB0}" dt="2024-09-11T12:42:03.189" v="17"/>
        <pc:sldMkLst>
          <pc:docMk/>
          <pc:sldMk cId="0" sldId="337"/>
        </pc:sldMkLst>
      </pc:sldChg>
    </pc:docChg>
  </pc:docChgLst>
  <pc:docChgLst>
    <pc:chgData name="Ms Alina Arshad" userId="cccdfd85-d35d-4453-9c6f-a463aae40722" providerId="ADAL" clId="{18B0CDA4-F1C6-4A2D-A27C-52286B3C7AD7}"/>
    <pc:docChg chg="custSel addSld delSld modSld sldOrd">
      <pc:chgData name="Ms Alina Arshad" userId="cccdfd85-d35d-4453-9c6f-a463aae40722" providerId="ADAL" clId="{18B0CDA4-F1C6-4A2D-A27C-52286B3C7AD7}" dt="2024-10-21T09:01:48.458" v="105" actId="20577"/>
      <pc:docMkLst>
        <pc:docMk/>
      </pc:docMkLst>
      <pc:sldChg chg="modSp mod">
        <pc:chgData name="Ms Alina Arshad" userId="cccdfd85-d35d-4453-9c6f-a463aae40722" providerId="ADAL" clId="{18B0CDA4-F1C6-4A2D-A27C-52286B3C7AD7}" dt="2024-10-21T09:01:48.458" v="105" actId="20577"/>
        <pc:sldMkLst>
          <pc:docMk/>
          <pc:sldMk cId="3322361034" sldId="256"/>
        </pc:sldMkLst>
        <pc:spChg chg="mod">
          <ac:chgData name="Ms Alina Arshad" userId="cccdfd85-d35d-4453-9c6f-a463aae40722" providerId="ADAL" clId="{18B0CDA4-F1C6-4A2D-A27C-52286B3C7AD7}" dt="2024-10-21T09:01:48.458" v="105" actId="20577"/>
          <ac:spMkLst>
            <pc:docMk/>
            <pc:sldMk cId="3322361034" sldId="256"/>
            <ac:spMk id="3" creationId="{44E9F82C-BBA7-3495-1097-BEDB54FFFDF4}"/>
          </ac:spMkLst>
        </pc:spChg>
      </pc:sldChg>
      <pc:sldChg chg="modSp add mod">
        <pc:chgData name="Ms Alina Arshad" userId="cccdfd85-d35d-4453-9c6f-a463aae40722" providerId="ADAL" clId="{18B0CDA4-F1C6-4A2D-A27C-52286B3C7AD7}" dt="2024-10-21T08:48:03.608" v="102" actId="20577"/>
        <pc:sldMkLst>
          <pc:docMk/>
          <pc:sldMk cId="0" sldId="262"/>
        </pc:sldMkLst>
        <pc:spChg chg="mod">
          <ac:chgData name="Ms Alina Arshad" userId="cccdfd85-d35d-4453-9c6f-a463aae40722" providerId="ADAL" clId="{18B0CDA4-F1C6-4A2D-A27C-52286B3C7AD7}" dt="2024-10-21T08:47:47.282" v="98" actId="1076"/>
          <ac:spMkLst>
            <pc:docMk/>
            <pc:sldMk cId="0" sldId="262"/>
            <ac:spMk id="2" creationId="{00000000-0000-0000-0000-000000000000}"/>
          </ac:spMkLst>
        </pc:spChg>
        <pc:spChg chg="mod">
          <ac:chgData name="Ms Alina Arshad" userId="cccdfd85-d35d-4453-9c6f-a463aae40722" providerId="ADAL" clId="{18B0CDA4-F1C6-4A2D-A27C-52286B3C7AD7}" dt="2024-10-21T08:48:03.608" v="102" actId="20577"/>
          <ac:spMkLst>
            <pc:docMk/>
            <pc:sldMk cId="0" sldId="262"/>
            <ac:spMk id="3" creationId="{00000000-0000-0000-0000-000000000000}"/>
          </ac:spMkLst>
        </pc:spChg>
      </pc:sldChg>
      <pc:sldChg chg="modSp mod">
        <pc:chgData name="Ms Alina Arshad" userId="cccdfd85-d35d-4453-9c6f-a463aae40722" providerId="ADAL" clId="{18B0CDA4-F1C6-4A2D-A27C-52286B3C7AD7}" dt="2024-10-21T03:50:06.316" v="0" actId="1076"/>
        <pc:sldMkLst>
          <pc:docMk/>
          <pc:sldMk cId="0" sldId="273"/>
        </pc:sldMkLst>
        <pc:picChg chg="mod">
          <ac:chgData name="Ms Alina Arshad" userId="cccdfd85-d35d-4453-9c6f-a463aae40722" providerId="ADAL" clId="{18B0CDA4-F1C6-4A2D-A27C-52286B3C7AD7}" dt="2024-10-21T03:50:06.316" v="0" actId="1076"/>
          <ac:picMkLst>
            <pc:docMk/>
            <pc:sldMk cId="0" sldId="273"/>
            <ac:picMk id="7" creationId="{00000000-0000-0000-0000-000000000000}"/>
          </ac:picMkLst>
        </pc:picChg>
      </pc:sldChg>
      <pc:sldChg chg="del">
        <pc:chgData name="Ms Alina Arshad" userId="cccdfd85-d35d-4453-9c6f-a463aae40722" providerId="ADAL" clId="{18B0CDA4-F1C6-4A2D-A27C-52286B3C7AD7}" dt="2024-10-21T08:00:55.288" v="2" actId="47"/>
        <pc:sldMkLst>
          <pc:docMk/>
          <pc:sldMk cId="0" sldId="275"/>
        </pc:sldMkLst>
      </pc:sldChg>
      <pc:sldChg chg="modSp del mod">
        <pc:chgData name="Ms Alina Arshad" userId="cccdfd85-d35d-4453-9c6f-a463aae40722" providerId="ADAL" clId="{18B0CDA4-F1C6-4A2D-A27C-52286B3C7AD7}" dt="2024-10-21T08:00:56.132" v="3" actId="47"/>
        <pc:sldMkLst>
          <pc:docMk/>
          <pc:sldMk cId="0" sldId="276"/>
        </pc:sldMkLst>
        <pc:spChg chg="mod">
          <ac:chgData name="Ms Alina Arshad" userId="cccdfd85-d35d-4453-9c6f-a463aae40722" providerId="ADAL" clId="{18B0CDA4-F1C6-4A2D-A27C-52286B3C7AD7}" dt="2024-10-21T07:58:57.353" v="1" actId="20577"/>
          <ac:spMkLst>
            <pc:docMk/>
            <pc:sldMk cId="0" sldId="276"/>
            <ac:spMk id="3" creationId="{00000000-0000-0000-0000-000000000000}"/>
          </ac:spMkLst>
        </pc:spChg>
      </pc:sldChg>
      <pc:sldChg chg="del">
        <pc:chgData name="Ms Alina Arshad" userId="cccdfd85-d35d-4453-9c6f-a463aae40722" providerId="ADAL" clId="{18B0CDA4-F1C6-4A2D-A27C-52286B3C7AD7}" dt="2024-10-21T08:00:56.819" v="4" actId="47"/>
        <pc:sldMkLst>
          <pc:docMk/>
          <pc:sldMk cId="0" sldId="277"/>
        </pc:sldMkLst>
      </pc:sldChg>
      <pc:sldChg chg="del">
        <pc:chgData name="Ms Alina Arshad" userId="cccdfd85-d35d-4453-9c6f-a463aae40722" providerId="ADAL" clId="{18B0CDA4-F1C6-4A2D-A27C-52286B3C7AD7}" dt="2024-10-21T08:00:58.803" v="5" actId="47"/>
        <pc:sldMkLst>
          <pc:docMk/>
          <pc:sldMk cId="0" sldId="278"/>
        </pc:sldMkLst>
      </pc:sldChg>
      <pc:sldChg chg="modSp add mod ord">
        <pc:chgData name="Ms Alina Arshad" userId="cccdfd85-d35d-4453-9c6f-a463aae40722" providerId="ADAL" clId="{18B0CDA4-F1C6-4A2D-A27C-52286B3C7AD7}" dt="2024-10-21T08:43:13.970" v="35"/>
        <pc:sldMkLst>
          <pc:docMk/>
          <pc:sldMk cId="0" sldId="280"/>
        </pc:sldMkLst>
        <pc:spChg chg="mod">
          <ac:chgData name="Ms Alina Arshad" userId="cccdfd85-d35d-4453-9c6f-a463aae40722" providerId="ADAL" clId="{18B0CDA4-F1C6-4A2D-A27C-52286B3C7AD7}" dt="2024-10-21T08:42:28.934" v="13" actId="113"/>
          <ac:spMkLst>
            <pc:docMk/>
            <pc:sldMk cId="0" sldId="280"/>
            <ac:spMk id="2" creationId="{00000000-0000-0000-0000-000000000000}"/>
          </ac:spMkLst>
        </pc:spChg>
        <pc:spChg chg="mod">
          <ac:chgData name="Ms Alina Arshad" userId="cccdfd85-d35d-4453-9c6f-a463aae40722" providerId="ADAL" clId="{18B0CDA4-F1C6-4A2D-A27C-52286B3C7AD7}" dt="2024-10-21T08:43:02.926" v="26" actId="1076"/>
          <ac:spMkLst>
            <pc:docMk/>
            <pc:sldMk cId="0" sldId="280"/>
            <ac:spMk id="3" creationId="{00000000-0000-0000-0000-000000000000}"/>
          </ac:spMkLst>
        </pc:spChg>
        <pc:picChg chg="mod modCrop">
          <ac:chgData name="Ms Alina Arshad" userId="cccdfd85-d35d-4453-9c6f-a463aae40722" providerId="ADAL" clId="{18B0CDA4-F1C6-4A2D-A27C-52286B3C7AD7}" dt="2024-10-21T08:43:04.613" v="27" actId="1076"/>
          <ac:picMkLst>
            <pc:docMk/>
            <pc:sldMk cId="0" sldId="280"/>
            <ac:picMk id="4" creationId="{00000000-0000-0000-0000-000000000000}"/>
          </ac:picMkLst>
        </pc:picChg>
      </pc:sldChg>
      <pc:sldChg chg="addSp modSp add mod">
        <pc:chgData name="Ms Alina Arshad" userId="cccdfd85-d35d-4453-9c6f-a463aae40722" providerId="ADAL" clId="{18B0CDA4-F1C6-4A2D-A27C-52286B3C7AD7}" dt="2024-10-21T08:45:11.338" v="56" actId="14100"/>
        <pc:sldMkLst>
          <pc:docMk/>
          <pc:sldMk cId="0" sldId="281"/>
        </pc:sldMkLst>
        <pc:spChg chg="mod">
          <ac:chgData name="Ms Alina Arshad" userId="cccdfd85-d35d-4453-9c6f-a463aae40722" providerId="ADAL" clId="{18B0CDA4-F1C6-4A2D-A27C-52286B3C7AD7}" dt="2024-10-21T08:44:33.222" v="44" actId="113"/>
          <ac:spMkLst>
            <pc:docMk/>
            <pc:sldMk cId="0" sldId="281"/>
            <ac:spMk id="2" creationId="{00000000-0000-0000-0000-000000000000}"/>
          </ac:spMkLst>
        </pc:spChg>
        <pc:spChg chg="mod">
          <ac:chgData name="Ms Alina Arshad" userId="cccdfd85-d35d-4453-9c6f-a463aae40722" providerId="ADAL" clId="{18B0CDA4-F1C6-4A2D-A27C-52286B3C7AD7}" dt="2024-10-21T08:45:02.543" v="53" actId="21"/>
          <ac:spMkLst>
            <pc:docMk/>
            <pc:sldMk cId="0" sldId="281"/>
            <ac:spMk id="5" creationId="{00000000-0000-0000-0000-000000000000}"/>
          </ac:spMkLst>
        </pc:spChg>
        <pc:spChg chg="add mod">
          <ac:chgData name="Ms Alina Arshad" userId="cccdfd85-d35d-4453-9c6f-a463aae40722" providerId="ADAL" clId="{18B0CDA4-F1C6-4A2D-A27C-52286B3C7AD7}" dt="2024-10-21T08:45:11.338" v="56" actId="14100"/>
          <ac:spMkLst>
            <pc:docMk/>
            <pc:sldMk cId="0" sldId="281"/>
            <ac:spMk id="7" creationId="{ECECE344-5F93-41C3-0E5E-27047EDD8D5A}"/>
          </ac:spMkLst>
        </pc:spChg>
        <pc:graphicFrameChg chg="mod modGraphic">
          <ac:chgData name="Ms Alina Arshad" userId="cccdfd85-d35d-4453-9c6f-a463aae40722" providerId="ADAL" clId="{18B0CDA4-F1C6-4A2D-A27C-52286B3C7AD7}" dt="2024-10-21T08:44:39.674" v="46" actId="1076"/>
          <ac:graphicFrameMkLst>
            <pc:docMk/>
            <pc:sldMk cId="0" sldId="281"/>
            <ac:graphicFrameMk id="3" creationId="{00000000-0000-0000-0000-000000000000}"/>
          </ac:graphicFrameMkLst>
        </pc:graphicFrameChg>
        <pc:graphicFrameChg chg="mod modGraphic">
          <ac:chgData name="Ms Alina Arshad" userId="cccdfd85-d35d-4453-9c6f-a463aae40722" providerId="ADAL" clId="{18B0CDA4-F1C6-4A2D-A27C-52286B3C7AD7}" dt="2024-10-21T08:44:29.442" v="42" actId="1076"/>
          <ac:graphicFrameMkLst>
            <pc:docMk/>
            <pc:sldMk cId="0" sldId="281"/>
            <ac:graphicFrameMk id="4" creationId="{00000000-0000-0000-0000-000000000000}"/>
          </ac:graphicFrameMkLst>
        </pc:graphicFrameChg>
      </pc:sldChg>
      <pc:sldChg chg="modSp add mod">
        <pc:chgData name="Ms Alina Arshad" userId="cccdfd85-d35d-4453-9c6f-a463aae40722" providerId="ADAL" clId="{18B0CDA4-F1C6-4A2D-A27C-52286B3C7AD7}" dt="2024-10-21T08:46:34.288" v="79" actId="207"/>
        <pc:sldMkLst>
          <pc:docMk/>
          <pc:sldMk cId="0" sldId="282"/>
        </pc:sldMkLst>
        <pc:spChg chg="mod">
          <ac:chgData name="Ms Alina Arshad" userId="cccdfd85-d35d-4453-9c6f-a463aae40722" providerId="ADAL" clId="{18B0CDA4-F1C6-4A2D-A27C-52286B3C7AD7}" dt="2024-10-21T08:46:10.387" v="68" actId="1076"/>
          <ac:spMkLst>
            <pc:docMk/>
            <pc:sldMk cId="0" sldId="282"/>
            <ac:spMk id="2" creationId="{00000000-0000-0000-0000-000000000000}"/>
          </ac:spMkLst>
        </pc:spChg>
        <pc:spChg chg="mod">
          <ac:chgData name="Ms Alina Arshad" userId="cccdfd85-d35d-4453-9c6f-a463aae40722" providerId="ADAL" clId="{18B0CDA4-F1C6-4A2D-A27C-52286B3C7AD7}" dt="2024-10-21T08:46:17.105" v="70" actId="1076"/>
          <ac:spMkLst>
            <pc:docMk/>
            <pc:sldMk cId="0" sldId="282"/>
            <ac:spMk id="5" creationId="{00000000-0000-0000-0000-000000000000}"/>
          </ac:spMkLst>
        </pc:spChg>
        <pc:spChg chg="mod">
          <ac:chgData name="Ms Alina Arshad" userId="cccdfd85-d35d-4453-9c6f-a463aae40722" providerId="ADAL" clId="{18B0CDA4-F1C6-4A2D-A27C-52286B3C7AD7}" dt="2024-10-21T08:46:30.539" v="78" actId="14100"/>
          <ac:spMkLst>
            <pc:docMk/>
            <pc:sldMk cId="0" sldId="282"/>
            <ac:spMk id="6" creationId="{00000000-0000-0000-0000-000000000000}"/>
          </ac:spMkLst>
        </pc:spChg>
        <pc:spChg chg="mod">
          <ac:chgData name="Ms Alina Arshad" userId="cccdfd85-d35d-4453-9c6f-a463aae40722" providerId="ADAL" clId="{18B0CDA4-F1C6-4A2D-A27C-52286B3C7AD7}" dt="2024-10-21T08:46:34.288" v="79" actId="207"/>
          <ac:spMkLst>
            <pc:docMk/>
            <pc:sldMk cId="0" sldId="282"/>
            <ac:spMk id="7" creationId="{00000000-0000-0000-0000-000000000000}"/>
          </ac:spMkLst>
        </pc:spChg>
        <pc:graphicFrameChg chg="mod">
          <ac:chgData name="Ms Alina Arshad" userId="cccdfd85-d35d-4453-9c6f-a463aae40722" providerId="ADAL" clId="{18B0CDA4-F1C6-4A2D-A27C-52286B3C7AD7}" dt="2024-10-21T08:46:12.668" v="69" actId="1076"/>
          <ac:graphicFrameMkLst>
            <pc:docMk/>
            <pc:sldMk cId="0" sldId="282"/>
            <ac:graphicFrameMk id="3" creationId="{00000000-0000-0000-0000-000000000000}"/>
          </ac:graphicFrameMkLst>
        </pc:graphicFrameChg>
        <pc:graphicFrameChg chg="mod">
          <ac:chgData name="Ms Alina Arshad" userId="cccdfd85-d35d-4453-9c6f-a463aae40722" providerId="ADAL" clId="{18B0CDA4-F1C6-4A2D-A27C-52286B3C7AD7}" dt="2024-10-21T08:46:17.558" v="71" actId="1076"/>
          <ac:graphicFrameMkLst>
            <pc:docMk/>
            <pc:sldMk cId="0" sldId="282"/>
            <ac:graphicFrameMk id="4" creationId="{00000000-0000-0000-0000-000000000000}"/>
          </ac:graphicFrameMkLst>
        </pc:graphicFrameChg>
      </pc:sldChg>
    </pc:docChg>
  </pc:docChgLst>
  <pc:docChgLst>
    <pc:chgData name="Ms Alina Arshad" userId="cccdfd85-d35d-4453-9c6f-a463aae40722" providerId="ADAL" clId="{417B393C-5BBF-40B2-9CAE-46793AC3F42F}"/>
    <pc:docChg chg="delSld modSld">
      <pc:chgData name="Ms Alina Arshad" userId="cccdfd85-d35d-4453-9c6f-a463aae40722" providerId="ADAL" clId="{417B393C-5BBF-40B2-9CAE-46793AC3F42F}" dt="2024-11-12T04:50:42.934" v="47" actId="207"/>
      <pc:docMkLst>
        <pc:docMk/>
      </pc:docMkLst>
      <pc:sldChg chg="modSp mod">
        <pc:chgData name="Ms Alina Arshad" userId="cccdfd85-d35d-4453-9c6f-a463aae40722" providerId="ADAL" clId="{417B393C-5BBF-40B2-9CAE-46793AC3F42F}" dt="2024-11-08T04:23:07.490" v="45" actId="20577"/>
        <pc:sldMkLst>
          <pc:docMk/>
          <pc:sldMk cId="3322361034" sldId="256"/>
        </pc:sldMkLst>
        <pc:spChg chg="mod">
          <ac:chgData name="Ms Alina Arshad" userId="cccdfd85-d35d-4453-9c6f-a463aae40722" providerId="ADAL" clId="{417B393C-5BBF-40B2-9CAE-46793AC3F42F}" dt="2024-11-08T04:23:07.490" v="45" actId="20577"/>
          <ac:spMkLst>
            <pc:docMk/>
            <pc:sldMk cId="3322361034" sldId="256"/>
            <ac:spMk id="3" creationId="{44E9F82C-BBA7-3495-1097-BEDB54FFFDF4}"/>
          </ac:spMkLst>
        </pc:spChg>
      </pc:sldChg>
      <pc:sldChg chg="del">
        <pc:chgData name="Ms Alina Arshad" userId="cccdfd85-d35d-4453-9c6f-a463aae40722" providerId="ADAL" clId="{417B393C-5BBF-40B2-9CAE-46793AC3F42F}" dt="2024-11-08T04:21:22.267" v="0" actId="47"/>
        <pc:sldMkLst>
          <pc:docMk/>
          <pc:sldMk cId="0" sldId="259"/>
        </pc:sldMkLst>
      </pc:sldChg>
      <pc:sldChg chg="del">
        <pc:chgData name="Ms Alina Arshad" userId="cccdfd85-d35d-4453-9c6f-a463aae40722" providerId="ADAL" clId="{417B393C-5BBF-40B2-9CAE-46793AC3F42F}" dt="2024-11-08T04:21:22.681" v="1" actId="47"/>
        <pc:sldMkLst>
          <pc:docMk/>
          <pc:sldMk cId="0" sldId="260"/>
        </pc:sldMkLst>
      </pc:sldChg>
      <pc:sldChg chg="del">
        <pc:chgData name="Ms Alina Arshad" userId="cccdfd85-d35d-4453-9c6f-a463aae40722" providerId="ADAL" clId="{417B393C-5BBF-40B2-9CAE-46793AC3F42F}" dt="2024-11-08T04:21:23.059" v="2" actId="47"/>
        <pc:sldMkLst>
          <pc:docMk/>
          <pc:sldMk cId="0" sldId="261"/>
        </pc:sldMkLst>
      </pc:sldChg>
      <pc:sldChg chg="del">
        <pc:chgData name="Ms Alina Arshad" userId="cccdfd85-d35d-4453-9c6f-a463aae40722" providerId="ADAL" clId="{417B393C-5BBF-40B2-9CAE-46793AC3F42F}" dt="2024-11-08T04:21:23.859" v="4" actId="47"/>
        <pc:sldMkLst>
          <pc:docMk/>
          <pc:sldMk cId="0" sldId="263"/>
        </pc:sldMkLst>
      </pc:sldChg>
      <pc:sldChg chg="del">
        <pc:chgData name="Ms Alina Arshad" userId="cccdfd85-d35d-4453-9c6f-a463aae40722" providerId="ADAL" clId="{417B393C-5BBF-40B2-9CAE-46793AC3F42F}" dt="2024-11-08T04:21:24.681" v="6" actId="47"/>
        <pc:sldMkLst>
          <pc:docMk/>
          <pc:sldMk cId="0" sldId="265"/>
        </pc:sldMkLst>
      </pc:sldChg>
      <pc:sldChg chg="del">
        <pc:chgData name="Ms Alina Arshad" userId="cccdfd85-d35d-4453-9c6f-a463aae40722" providerId="ADAL" clId="{417B393C-5BBF-40B2-9CAE-46793AC3F42F}" dt="2024-11-08T04:21:25.041" v="7" actId="47"/>
        <pc:sldMkLst>
          <pc:docMk/>
          <pc:sldMk cId="0" sldId="266"/>
        </pc:sldMkLst>
      </pc:sldChg>
      <pc:sldChg chg="del">
        <pc:chgData name="Ms Alina Arshad" userId="cccdfd85-d35d-4453-9c6f-a463aae40722" providerId="ADAL" clId="{417B393C-5BBF-40B2-9CAE-46793AC3F42F}" dt="2024-11-08T04:21:25.909" v="8" actId="47"/>
        <pc:sldMkLst>
          <pc:docMk/>
          <pc:sldMk cId="0" sldId="267"/>
        </pc:sldMkLst>
      </pc:sldChg>
      <pc:sldChg chg="del">
        <pc:chgData name="Ms Alina Arshad" userId="cccdfd85-d35d-4453-9c6f-a463aae40722" providerId="ADAL" clId="{417B393C-5BBF-40B2-9CAE-46793AC3F42F}" dt="2024-11-08T04:21:26.835" v="9" actId="47"/>
        <pc:sldMkLst>
          <pc:docMk/>
          <pc:sldMk cId="0" sldId="268"/>
        </pc:sldMkLst>
      </pc:sldChg>
      <pc:sldChg chg="del">
        <pc:chgData name="Ms Alina Arshad" userId="cccdfd85-d35d-4453-9c6f-a463aae40722" providerId="ADAL" clId="{417B393C-5BBF-40B2-9CAE-46793AC3F42F}" dt="2024-11-08T04:21:31.554" v="10" actId="47"/>
        <pc:sldMkLst>
          <pc:docMk/>
          <pc:sldMk cId="0" sldId="269"/>
        </pc:sldMkLst>
      </pc:sldChg>
      <pc:sldChg chg="del">
        <pc:chgData name="Ms Alina Arshad" userId="cccdfd85-d35d-4453-9c6f-a463aae40722" providerId="ADAL" clId="{417B393C-5BBF-40B2-9CAE-46793AC3F42F}" dt="2024-11-08T04:22:10.136" v="11" actId="47"/>
        <pc:sldMkLst>
          <pc:docMk/>
          <pc:sldMk cId="0" sldId="270"/>
        </pc:sldMkLst>
      </pc:sldChg>
      <pc:sldChg chg="del">
        <pc:chgData name="Ms Alina Arshad" userId="cccdfd85-d35d-4453-9c6f-a463aae40722" providerId="ADAL" clId="{417B393C-5BBF-40B2-9CAE-46793AC3F42F}" dt="2024-11-08T04:22:12.289" v="17" actId="47"/>
        <pc:sldMkLst>
          <pc:docMk/>
          <pc:sldMk cId="0" sldId="271"/>
        </pc:sldMkLst>
      </pc:sldChg>
      <pc:sldChg chg="del">
        <pc:chgData name="Ms Alina Arshad" userId="cccdfd85-d35d-4453-9c6f-a463aae40722" providerId="ADAL" clId="{417B393C-5BBF-40B2-9CAE-46793AC3F42F}" dt="2024-11-08T04:22:12.946" v="18" actId="47"/>
        <pc:sldMkLst>
          <pc:docMk/>
          <pc:sldMk cId="0" sldId="272"/>
        </pc:sldMkLst>
      </pc:sldChg>
      <pc:sldChg chg="del">
        <pc:chgData name="Ms Alina Arshad" userId="cccdfd85-d35d-4453-9c6f-a463aae40722" providerId="ADAL" clId="{417B393C-5BBF-40B2-9CAE-46793AC3F42F}" dt="2024-11-08T04:22:14.064" v="19" actId="47"/>
        <pc:sldMkLst>
          <pc:docMk/>
          <pc:sldMk cId="0" sldId="273"/>
        </pc:sldMkLst>
      </pc:sldChg>
      <pc:sldChg chg="del">
        <pc:chgData name="Ms Alina Arshad" userId="cccdfd85-d35d-4453-9c6f-a463aae40722" providerId="ADAL" clId="{417B393C-5BBF-40B2-9CAE-46793AC3F42F}" dt="2024-11-08T04:22:15.606" v="22" actId="47"/>
        <pc:sldMkLst>
          <pc:docMk/>
          <pc:sldMk cId="0" sldId="274"/>
        </pc:sldMkLst>
      </pc:sldChg>
      <pc:sldChg chg="del">
        <pc:chgData name="Ms Alina Arshad" userId="cccdfd85-d35d-4453-9c6f-a463aae40722" providerId="ADAL" clId="{417B393C-5BBF-40B2-9CAE-46793AC3F42F}" dt="2024-11-08T04:22:16.840" v="23" actId="47"/>
        <pc:sldMkLst>
          <pc:docMk/>
          <pc:sldMk cId="0" sldId="275"/>
        </pc:sldMkLst>
      </pc:sldChg>
      <pc:sldChg chg="modSp mod">
        <pc:chgData name="Ms Alina Arshad" userId="cccdfd85-d35d-4453-9c6f-a463aae40722" providerId="ADAL" clId="{417B393C-5BBF-40B2-9CAE-46793AC3F42F}" dt="2024-11-12T04:06:50.331" v="46" actId="1076"/>
        <pc:sldMkLst>
          <pc:docMk/>
          <pc:sldMk cId="0" sldId="285"/>
        </pc:sldMkLst>
        <pc:picChg chg="mod">
          <ac:chgData name="Ms Alina Arshad" userId="cccdfd85-d35d-4453-9c6f-a463aae40722" providerId="ADAL" clId="{417B393C-5BBF-40B2-9CAE-46793AC3F42F}" dt="2024-11-12T04:06:50.331" v="46" actId="1076"/>
          <ac:picMkLst>
            <pc:docMk/>
            <pc:sldMk cId="0" sldId="285"/>
            <ac:picMk id="306" creationId="{00000000-0000-0000-0000-000000000000}"/>
          </ac:picMkLst>
        </pc:picChg>
      </pc:sldChg>
      <pc:sldChg chg="del">
        <pc:chgData name="Ms Alina Arshad" userId="cccdfd85-d35d-4453-9c6f-a463aae40722" providerId="ADAL" clId="{417B393C-5BBF-40B2-9CAE-46793AC3F42F}" dt="2024-11-08T04:22:52.847" v="26" actId="47"/>
        <pc:sldMkLst>
          <pc:docMk/>
          <pc:sldMk cId="0" sldId="293"/>
        </pc:sldMkLst>
      </pc:sldChg>
      <pc:sldChg chg="del">
        <pc:chgData name="Ms Alina Arshad" userId="cccdfd85-d35d-4453-9c6f-a463aae40722" providerId="ADAL" clId="{417B393C-5BBF-40B2-9CAE-46793AC3F42F}" dt="2024-11-08T04:22:53.565" v="28" actId="47"/>
        <pc:sldMkLst>
          <pc:docMk/>
          <pc:sldMk cId="0" sldId="294"/>
        </pc:sldMkLst>
      </pc:sldChg>
      <pc:sldChg chg="del">
        <pc:chgData name="Ms Alina Arshad" userId="cccdfd85-d35d-4453-9c6f-a463aae40722" providerId="ADAL" clId="{417B393C-5BBF-40B2-9CAE-46793AC3F42F}" dt="2024-11-08T04:22:53.800" v="29" actId="47"/>
        <pc:sldMkLst>
          <pc:docMk/>
          <pc:sldMk cId="0" sldId="295"/>
        </pc:sldMkLst>
      </pc:sldChg>
      <pc:sldChg chg="del">
        <pc:chgData name="Ms Alina Arshad" userId="cccdfd85-d35d-4453-9c6f-a463aae40722" providerId="ADAL" clId="{417B393C-5BBF-40B2-9CAE-46793AC3F42F}" dt="2024-11-08T04:22:54.016" v="30" actId="47"/>
        <pc:sldMkLst>
          <pc:docMk/>
          <pc:sldMk cId="0" sldId="296"/>
        </pc:sldMkLst>
      </pc:sldChg>
      <pc:sldChg chg="del">
        <pc:chgData name="Ms Alina Arshad" userId="cccdfd85-d35d-4453-9c6f-a463aae40722" providerId="ADAL" clId="{417B393C-5BBF-40B2-9CAE-46793AC3F42F}" dt="2024-11-08T04:22:54.436" v="31" actId="47"/>
        <pc:sldMkLst>
          <pc:docMk/>
          <pc:sldMk cId="0" sldId="297"/>
        </pc:sldMkLst>
      </pc:sldChg>
      <pc:sldChg chg="del">
        <pc:chgData name="Ms Alina Arshad" userId="cccdfd85-d35d-4453-9c6f-a463aae40722" providerId="ADAL" clId="{417B393C-5BBF-40B2-9CAE-46793AC3F42F}" dt="2024-11-08T04:22:54.741" v="32" actId="47"/>
        <pc:sldMkLst>
          <pc:docMk/>
          <pc:sldMk cId="0" sldId="298"/>
        </pc:sldMkLst>
      </pc:sldChg>
      <pc:sldChg chg="del">
        <pc:chgData name="Ms Alina Arshad" userId="cccdfd85-d35d-4453-9c6f-a463aae40722" providerId="ADAL" clId="{417B393C-5BBF-40B2-9CAE-46793AC3F42F}" dt="2024-11-08T04:22:54.961" v="33" actId="47"/>
        <pc:sldMkLst>
          <pc:docMk/>
          <pc:sldMk cId="0" sldId="299"/>
        </pc:sldMkLst>
      </pc:sldChg>
      <pc:sldChg chg="del">
        <pc:chgData name="Ms Alina Arshad" userId="cccdfd85-d35d-4453-9c6f-a463aae40722" providerId="ADAL" clId="{417B393C-5BBF-40B2-9CAE-46793AC3F42F}" dt="2024-11-08T04:22:55.136" v="34" actId="47"/>
        <pc:sldMkLst>
          <pc:docMk/>
          <pc:sldMk cId="0" sldId="300"/>
        </pc:sldMkLst>
      </pc:sldChg>
      <pc:sldChg chg="del">
        <pc:chgData name="Ms Alina Arshad" userId="cccdfd85-d35d-4453-9c6f-a463aae40722" providerId="ADAL" clId="{417B393C-5BBF-40B2-9CAE-46793AC3F42F}" dt="2024-11-08T04:22:55.286" v="35" actId="47"/>
        <pc:sldMkLst>
          <pc:docMk/>
          <pc:sldMk cId="0" sldId="301"/>
        </pc:sldMkLst>
      </pc:sldChg>
      <pc:sldChg chg="del">
        <pc:chgData name="Ms Alina Arshad" userId="cccdfd85-d35d-4453-9c6f-a463aae40722" providerId="ADAL" clId="{417B393C-5BBF-40B2-9CAE-46793AC3F42F}" dt="2024-11-08T04:22:55.627" v="36" actId="47"/>
        <pc:sldMkLst>
          <pc:docMk/>
          <pc:sldMk cId="0" sldId="302"/>
        </pc:sldMkLst>
      </pc:sldChg>
      <pc:sldChg chg="del">
        <pc:chgData name="Ms Alina Arshad" userId="cccdfd85-d35d-4453-9c6f-a463aae40722" providerId="ADAL" clId="{417B393C-5BBF-40B2-9CAE-46793AC3F42F}" dt="2024-11-08T04:22:55.817" v="37" actId="47"/>
        <pc:sldMkLst>
          <pc:docMk/>
          <pc:sldMk cId="0" sldId="303"/>
        </pc:sldMkLst>
      </pc:sldChg>
      <pc:sldChg chg="del">
        <pc:chgData name="Ms Alina Arshad" userId="cccdfd85-d35d-4453-9c6f-a463aae40722" providerId="ADAL" clId="{417B393C-5BBF-40B2-9CAE-46793AC3F42F}" dt="2024-11-08T04:22:55.971" v="38" actId="47"/>
        <pc:sldMkLst>
          <pc:docMk/>
          <pc:sldMk cId="0" sldId="304"/>
        </pc:sldMkLst>
      </pc:sldChg>
      <pc:sldChg chg="del">
        <pc:chgData name="Ms Alina Arshad" userId="cccdfd85-d35d-4453-9c6f-a463aae40722" providerId="ADAL" clId="{417B393C-5BBF-40B2-9CAE-46793AC3F42F}" dt="2024-11-08T04:22:56.173" v="39" actId="47"/>
        <pc:sldMkLst>
          <pc:docMk/>
          <pc:sldMk cId="0" sldId="305"/>
        </pc:sldMkLst>
      </pc:sldChg>
      <pc:sldChg chg="del">
        <pc:chgData name="Ms Alina Arshad" userId="cccdfd85-d35d-4453-9c6f-a463aae40722" providerId="ADAL" clId="{417B393C-5BBF-40B2-9CAE-46793AC3F42F}" dt="2024-11-08T04:22:56.691" v="40" actId="47"/>
        <pc:sldMkLst>
          <pc:docMk/>
          <pc:sldMk cId="951193008" sldId="306"/>
        </pc:sldMkLst>
      </pc:sldChg>
      <pc:sldChg chg="del">
        <pc:chgData name="Ms Alina Arshad" userId="cccdfd85-d35d-4453-9c6f-a463aae40722" providerId="ADAL" clId="{417B393C-5BBF-40B2-9CAE-46793AC3F42F}" dt="2024-11-08T04:22:57.159" v="41" actId="47"/>
        <pc:sldMkLst>
          <pc:docMk/>
          <pc:sldMk cId="1801707573" sldId="307"/>
        </pc:sldMkLst>
      </pc:sldChg>
      <pc:sldChg chg="del">
        <pc:chgData name="Ms Alina Arshad" userId="cccdfd85-d35d-4453-9c6f-a463aae40722" providerId="ADAL" clId="{417B393C-5BBF-40B2-9CAE-46793AC3F42F}" dt="2024-11-08T04:22:10.556" v="12" actId="47"/>
        <pc:sldMkLst>
          <pc:docMk/>
          <pc:sldMk cId="1819283757" sldId="308"/>
        </pc:sldMkLst>
      </pc:sldChg>
      <pc:sldChg chg="del">
        <pc:chgData name="Ms Alina Arshad" userId="cccdfd85-d35d-4453-9c6f-a463aae40722" providerId="ADAL" clId="{417B393C-5BBF-40B2-9CAE-46793AC3F42F}" dt="2024-11-08T04:22:10.950" v="13" actId="47"/>
        <pc:sldMkLst>
          <pc:docMk/>
          <pc:sldMk cId="911303533" sldId="309"/>
        </pc:sldMkLst>
      </pc:sldChg>
      <pc:sldChg chg="del">
        <pc:chgData name="Ms Alina Arshad" userId="cccdfd85-d35d-4453-9c6f-a463aae40722" providerId="ADAL" clId="{417B393C-5BBF-40B2-9CAE-46793AC3F42F}" dt="2024-11-08T04:22:11.287" v="14" actId="47"/>
        <pc:sldMkLst>
          <pc:docMk/>
          <pc:sldMk cId="3774863996" sldId="310"/>
        </pc:sldMkLst>
      </pc:sldChg>
      <pc:sldChg chg="del">
        <pc:chgData name="Ms Alina Arshad" userId="cccdfd85-d35d-4453-9c6f-a463aae40722" providerId="ADAL" clId="{417B393C-5BBF-40B2-9CAE-46793AC3F42F}" dt="2024-11-08T04:22:11.662" v="15" actId="47"/>
        <pc:sldMkLst>
          <pc:docMk/>
          <pc:sldMk cId="1336404918" sldId="311"/>
        </pc:sldMkLst>
      </pc:sldChg>
      <pc:sldChg chg="del">
        <pc:chgData name="Ms Alina Arshad" userId="cccdfd85-d35d-4453-9c6f-a463aae40722" providerId="ADAL" clId="{417B393C-5BBF-40B2-9CAE-46793AC3F42F}" dt="2024-11-08T04:22:11.942" v="16" actId="47"/>
        <pc:sldMkLst>
          <pc:docMk/>
          <pc:sldMk cId="3984117074" sldId="312"/>
        </pc:sldMkLst>
      </pc:sldChg>
      <pc:sldChg chg="del">
        <pc:chgData name="Ms Alina Arshad" userId="cccdfd85-d35d-4453-9c6f-a463aae40722" providerId="ADAL" clId="{417B393C-5BBF-40B2-9CAE-46793AC3F42F}" dt="2024-11-08T04:22:15.016" v="21" actId="47"/>
        <pc:sldMkLst>
          <pc:docMk/>
          <pc:sldMk cId="579877513" sldId="313"/>
        </pc:sldMkLst>
      </pc:sldChg>
      <pc:sldChg chg="del">
        <pc:chgData name="Ms Alina Arshad" userId="cccdfd85-d35d-4453-9c6f-a463aae40722" providerId="ADAL" clId="{417B393C-5BBF-40B2-9CAE-46793AC3F42F}" dt="2024-11-08T04:22:14.444" v="20" actId="47"/>
        <pc:sldMkLst>
          <pc:docMk/>
          <pc:sldMk cId="2008118679" sldId="314"/>
        </pc:sldMkLst>
      </pc:sldChg>
      <pc:sldChg chg="del">
        <pc:chgData name="Ms Alina Arshad" userId="cccdfd85-d35d-4453-9c6f-a463aae40722" providerId="ADAL" clId="{417B393C-5BBF-40B2-9CAE-46793AC3F42F}" dt="2024-11-08T04:22:17.362" v="24" actId="47"/>
        <pc:sldMkLst>
          <pc:docMk/>
          <pc:sldMk cId="702345561" sldId="315"/>
        </pc:sldMkLst>
      </pc:sldChg>
      <pc:sldChg chg="del">
        <pc:chgData name="Ms Alina Arshad" userId="cccdfd85-d35d-4453-9c6f-a463aae40722" providerId="ADAL" clId="{417B393C-5BBF-40B2-9CAE-46793AC3F42F}" dt="2024-11-08T04:22:17.953" v="25" actId="47"/>
        <pc:sldMkLst>
          <pc:docMk/>
          <pc:sldMk cId="3394757724" sldId="316"/>
        </pc:sldMkLst>
      </pc:sldChg>
      <pc:sldChg chg="modSp mod">
        <pc:chgData name="Ms Alina Arshad" userId="cccdfd85-d35d-4453-9c6f-a463aae40722" providerId="ADAL" clId="{417B393C-5BBF-40B2-9CAE-46793AC3F42F}" dt="2024-11-12T04:50:42.934" v="47" actId="207"/>
        <pc:sldMkLst>
          <pc:docMk/>
          <pc:sldMk cId="928914230" sldId="318"/>
        </pc:sldMkLst>
        <pc:spChg chg="mod">
          <ac:chgData name="Ms Alina Arshad" userId="cccdfd85-d35d-4453-9c6f-a463aae40722" providerId="ADAL" clId="{417B393C-5BBF-40B2-9CAE-46793AC3F42F}" dt="2024-11-12T04:50:42.934" v="47" actId="207"/>
          <ac:spMkLst>
            <pc:docMk/>
            <pc:sldMk cId="928914230" sldId="318"/>
            <ac:spMk id="2" creationId="{9E9281A8-C33D-11C4-AE01-6A7653629539}"/>
          </ac:spMkLst>
        </pc:spChg>
      </pc:sldChg>
      <pc:sldChg chg="del">
        <pc:chgData name="Ms Alina Arshad" userId="cccdfd85-d35d-4453-9c6f-a463aae40722" providerId="ADAL" clId="{417B393C-5BBF-40B2-9CAE-46793AC3F42F}" dt="2024-11-08T04:22:53.197" v="27" actId="47"/>
        <pc:sldMkLst>
          <pc:docMk/>
          <pc:sldMk cId="2649099385" sldId="320"/>
        </pc:sldMkLst>
      </pc:sldChg>
    </pc:docChg>
  </pc:docChgLst>
  <pc:docChgLst>
    <pc:chgData name="Ms Alina Arshad" userId="cccdfd85-d35d-4453-9c6f-a463aae40722" providerId="ADAL" clId="{5B8A6D22-27A2-4EF9-83C4-9A1491FF93A7}"/>
    <pc:docChg chg="undo custSel addSld delSld modSld">
      <pc:chgData name="Ms Alina Arshad" userId="cccdfd85-d35d-4453-9c6f-a463aae40722" providerId="ADAL" clId="{5B8A6D22-27A2-4EF9-83C4-9A1491FF93A7}" dt="2024-09-16T08:06:46.187" v="660" actId="22"/>
      <pc:docMkLst>
        <pc:docMk/>
      </pc:docMkLst>
      <pc:sldChg chg="modSp mod">
        <pc:chgData name="Ms Alina Arshad" userId="cccdfd85-d35d-4453-9c6f-a463aae40722" providerId="ADAL" clId="{5B8A6D22-27A2-4EF9-83C4-9A1491FF93A7}" dt="2024-09-13T05:11:00.601" v="148" actId="1076"/>
        <pc:sldMkLst>
          <pc:docMk/>
          <pc:sldMk cId="90329638" sldId="268"/>
        </pc:sldMkLst>
        <pc:spChg chg="mod">
          <ac:chgData name="Ms Alina Arshad" userId="cccdfd85-d35d-4453-9c6f-a463aae40722" providerId="ADAL" clId="{5B8A6D22-27A2-4EF9-83C4-9A1491FF93A7}" dt="2024-09-13T05:11:00.601" v="148" actId="1076"/>
          <ac:spMkLst>
            <pc:docMk/>
            <pc:sldMk cId="90329638" sldId="268"/>
            <ac:spMk id="185" creationId="{00000000-0000-0000-0000-000000000000}"/>
          </ac:spMkLst>
        </pc:spChg>
        <pc:picChg chg="mod">
          <ac:chgData name="Ms Alina Arshad" userId="cccdfd85-d35d-4453-9c6f-a463aae40722" providerId="ADAL" clId="{5B8A6D22-27A2-4EF9-83C4-9A1491FF93A7}" dt="2024-09-13T05:10:58.274" v="147" actId="1076"/>
          <ac:picMkLst>
            <pc:docMk/>
            <pc:sldMk cId="90329638" sldId="268"/>
            <ac:picMk id="183" creationId="{00000000-0000-0000-0000-000000000000}"/>
          </ac:picMkLst>
        </pc:picChg>
      </pc:sldChg>
      <pc:sldChg chg="modSp mod">
        <pc:chgData name="Ms Alina Arshad" userId="cccdfd85-d35d-4453-9c6f-a463aae40722" providerId="ADAL" clId="{5B8A6D22-27A2-4EF9-83C4-9A1491FF93A7}" dt="2024-09-12T06:50:35.182" v="24" actId="1076"/>
        <pc:sldMkLst>
          <pc:docMk/>
          <pc:sldMk cId="2295129282" sldId="269"/>
        </pc:sldMkLst>
        <pc:spChg chg="mod">
          <ac:chgData name="Ms Alina Arshad" userId="cccdfd85-d35d-4453-9c6f-a463aae40722" providerId="ADAL" clId="{5B8A6D22-27A2-4EF9-83C4-9A1491FF93A7}" dt="2024-09-12T06:49:19.888" v="4" actId="1076"/>
          <ac:spMkLst>
            <pc:docMk/>
            <pc:sldMk cId="2295129282" sldId="269"/>
            <ac:spMk id="191" creationId="{00000000-0000-0000-0000-000000000000}"/>
          </ac:spMkLst>
        </pc:spChg>
        <pc:spChg chg="mod">
          <ac:chgData name="Ms Alina Arshad" userId="cccdfd85-d35d-4453-9c6f-a463aae40722" providerId="ADAL" clId="{5B8A6D22-27A2-4EF9-83C4-9A1491FF93A7}" dt="2024-09-12T06:50:23.120" v="20" actId="403"/>
          <ac:spMkLst>
            <pc:docMk/>
            <pc:sldMk cId="2295129282" sldId="269"/>
            <ac:spMk id="192" creationId="{00000000-0000-0000-0000-000000000000}"/>
          </ac:spMkLst>
        </pc:spChg>
        <pc:spChg chg="mod">
          <ac:chgData name="Ms Alina Arshad" userId="cccdfd85-d35d-4453-9c6f-a463aae40722" providerId="ADAL" clId="{5B8A6D22-27A2-4EF9-83C4-9A1491FF93A7}" dt="2024-09-12T06:50:35.182" v="24" actId="1076"/>
          <ac:spMkLst>
            <pc:docMk/>
            <pc:sldMk cId="2295129282" sldId="269"/>
            <ac:spMk id="194" creationId="{00000000-0000-0000-0000-000000000000}"/>
          </ac:spMkLst>
        </pc:spChg>
        <pc:spChg chg="mod">
          <ac:chgData name="Ms Alina Arshad" userId="cccdfd85-d35d-4453-9c6f-a463aae40722" providerId="ADAL" clId="{5B8A6D22-27A2-4EF9-83C4-9A1491FF93A7}" dt="2024-09-12T06:50:29.260" v="22" actId="1076"/>
          <ac:spMkLst>
            <pc:docMk/>
            <pc:sldMk cId="2295129282" sldId="269"/>
            <ac:spMk id="195" creationId="{00000000-0000-0000-0000-000000000000}"/>
          </ac:spMkLst>
        </pc:spChg>
        <pc:picChg chg="mod">
          <ac:chgData name="Ms Alina Arshad" userId="cccdfd85-d35d-4453-9c6f-a463aae40722" providerId="ADAL" clId="{5B8A6D22-27A2-4EF9-83C4-9A1491FF93A7}" dt="2024-09-12T06:49:25.084" v="7" actId="1076"/>
          <ac:picMkLst>
            <pc:docMk/>
            <pc:sldMk cId="2295129282" sldId="269"/>
            <ac:picMk id="193" creationId="{00000000-0000-0000-0000-000000000000}"/>
          </ac:picMkLst>
        </pc:picChg>
      </pc:sldChg>
      <pc:sldChg chg="modSp mod">
        <pc:chgData name="Ms Alina Arshad" userId="cccdfd85-d35d-4453-9c6f-a463aae40722" providerId="ADAL" clId="{5B8A6D22-27A2-4EF9-83C4-9A1491FF93A7}" dt="2024-09-12T06:51:44.971" v="36" actId="1076"/>
        <pc:sldMkLst>
          <pc:docMk/>
          <pc:sldMk cId="2090315159" sldId="270"/>
        </pc:sldMkLst>
        <pc:spChg chg="mod">
          <ac:chgData name="Ms Alina Arshad" userId="cccdfd85-d35d-4453-9c6f-a463aae40722" providerId="ADAL" clId="{5B8A6D22-27A2-4EF9-83C4-9A1491FF93A7}" dt="2024-09-12T06:51:01.318" v="30" actId="113"/>
          <ac:spMkLst>
            <pc:docMk/>
            <pc:sldMk cId="2090315159" sldId="270"/>
            <ac:spMk id="201" creationId="{00000000-0000-0000-0000-000000000000}"/>
          </ac:spMkLst>
        </pc:spChg>
        <pc:spChg chg="mod">
          <ac:chgData name="Ms Alina Arshad" userId="cccdfd85-d35d-4453-9c6f-a463aae40722" providerId="ADAL" clId="{5B8A6D22-27A2-4EF9-83C4-9A1491FF93A7}" dt="2024-09-12T06:51:04.077" v="31" actId="207"/>
          <ac:spMkLst>
            <pc:docMk/>
            <pc:sldMk cId="2090315159" sldId="270"/>
            <ac:spMk id="202" creationId="{00000000-0000-0000-0000-000000000000}"/>
          </ac:spMkLst>
        </pc:spChg>
        <pc:spChg chg="mod">
          <ac:chgData name="Ms Alina Arshad" userId="cccdfd85-d35d-4453-9c6f-a463aae40722" providerId="ADAL" clId="{5B8A6D22-27A2-4EF9-83C4-9A1491FF93A7}" dt="2024-09-12T06:51:44.971" v="36" actId="1076"/>
          <ac:spMkLst>
            <pc:docMk/>
            <pc:sldMk cId="2090315159" sldId="270"/>
            <ac:spMk id="203" creationId="{00000000-0000-0000-0000-000000000000}"/>
          </ac:spMkLst>
        </pc:spChg>
      </pc:sldChg>
      <pc:sldChg chg="modSp mod">
        <pc:chgData name="Ms Alina Arshad" userId="cccdfd85-d35d-4453-9c6f-a463aae40722" providerId="ADAL" clId="{5B8A6D22-27A2-4EF9-83C4-9A1491FF93A7}" dt="2024-09-12T06:52:07.621" v="43" actId="1076"/>
        <pc:sldMkLst>
          <pc:docMk/>
          <pc:sldMk cId="3034138166" sldId="271"/>
        </pc:sldMkLst>
        <pc:spChg chg="mod">
          <ac:chgData name="Ms Alina Arshad" userId="cccdfd85-d35d-4453-9c6f-a463aae40722" providerId="ADAL" clId="{5B8A6D22-27A2-4EF9-83C4-9A1491FF93A7}" dt="2024-09-12T06:51:52.566" v="40" actId="1076"/>
          <ac:spMkLst>
            <pc:docMk/>
            <pc:sldMk cId="3034138166" sldId="271"/>
            <ac:spMk id="209" creationId="{00000000-0000-0000-0000-000000000000}"/>
          </ac:spMkLst>
        </pc:spChg>
        <pc:spChg chg="mod">
          <ac:chgData name="Ms Alina Arshad" userId="cccdfd85-d35d-4453-9c6f-a463aae40722" providerId="ADAL" clId="{5B8A6D22-27A2-4EF9-83C4-9A1491FF93A7}" dt="2024-09-12T06:52:03.347" v="42" actId="207"/>
          <ac:spMkLst>
            <pc:docMk/>
            <pc:sldMk cId="3034138166" sldId="271"/>
            <ac:spMk id="210" creationId="{00000000-0000-0000-0000-000000000000}"/>
          </ac:spMkLst>
        </pc:spChg>
        <pc:picChg chg="mod">
          <ac:chgData name="Ms Alina Arshad" userId="cccdfd85-d35d-4453-9c6f-a463aae40722" providerId="ADAL" clId="{5B8A6D22-27A2-4EF9-83C4-9A1491FF93A7}" dt="2024-09-12T06:52:07.621" v="43" actId="1076"/>
          <ac:picMkLst>
            <pc:docMk/>
            <pc:sldMk cId="3034138166" sldId="271"/>
            <ac:picMk id="211" creationId="{00000000-0000-0000-0000-000000000000}"/>
          </ac:picMkLst>
        </pc:picChg>
      </pc:sldChg>
      <pc:sldChg chg="modSp mod">
        <pc:chgData name="Ms Alina Arshad" userId="cccdfd85-d35d-4453-9c6f-a463aae40722" providerId="ADAL" clId="{5B8A6D22-27A2-4EF9-83C4-9A1491FF93A7}" dt="2024-09-12T06:52:35.218" v="50" actId="1076"/>
        <pc:sldMkLst>
          <pc:docMk/>
          <pc:sldMk cId="2504047100" sldId="272"/>
        </pc:sldMkLst>
        <pc:spChg chg="mod">
          <ac:chgData name="Ms Alina Arshad" userId="cccdfd85-d35d-4453-9c6f-a463aae40722" providerId="ADAL" clId="{5B8A6D22-27A2-4EF9-83C4-9A1491FF93A7}" dt="2024-09-12T06:52:22.609" v="47" actId="207"/>
          <ac:spMkLst>
            <pc:docMk/>
            <pc:sldMk cId="2504047100" sldId="272"/>
            <ac:spMk id="216" creationId="{00000000-0000-0000-0000-000000000000}"/>
          </ac:spMkLst>
        </pc:spChg>
        <pc:spChg chg="mod">
          <ac:chgData name="Ms Alina Arshad" userId="cccdfd85-d35d-4453-9c6f-a463aae40722" providerId="ADAL" clId="{5B8A6D22-27A2-4EF9-83C4-9A1491FF93A7}" dt="2024-09-12T06:52:30.200" v="49" actId="207"/>
          <ac:spMkLst>
            <pc:docMk/>
            <pc:sldMk cId="2504047100" sldId="272"/>
            <ac:spMk id="217" creationId="{00000000-0000-0000-0000-000000000000}"/>
          </ac:spMkLst>
        </pc:spChg>
        <pc:picChg chg="mod">
          <ac:chgData name="Ms Alina Arshad" userId="cccdfd85-d35d-4453-9c6f-a463aae40722" providerId="ADAL" clId="{5B8A6D22-27A2-4EF9-83C4-9A1491FF93A7}" dt="2024-09-12T06:52:26.794" v="48" actId="1076"/>
          <ac:picMkLst>
            <pc:docMk/>
            <pc:sldMk cId="2504047100" sldId="272"/>
            <ac:picMk id="218" creationId="{00000000-0000-0000-0000-000000000000}"/>
          </ac:picMkLst>
        </pc:picChg>
        <pc:picChg chg="mod">
          <ac:chgData name="Ms Alina Arshad" userId="cccdfd85-d35d-4453-9c6f-a463aae40722" providerId="ADAL" clId="{5B8A6D22-27A2-4EF9-83C4-9A1491FF93A7}" dt="2024-09-12T06:52:35.218" v="50" actId="1076"/>
          <ac:picMkLst>
            <pc:docMk/>
            <pc:sldMk cId="2504047100" sldId="272"/>
            <ac:picMk id="219" creationId="{00000000-0000-0000-0000-000000000000}"/>
          </ac:picMkLst>
        </pc:picChg>
      </pc:sldChg>
      <pc:sldChg chg="modSp mod">
        <pc:chgData name="Ms Alina Arshad" userId="cccdfd85-d35d-4453-9c6f-a463aae40722" providerId="ADAL" clId="{5B8A6D22-27A2-4EF9-83C4-9A1491FF93A7}" dt="2024-09-13T05:11:12.755" v="149" actId="1076"/>
        <pc:sldMkLst>
          <pc:docMk/>
          <pc:sldMk cId="4283755204" sldId="273"/>
        </pc:sldMkLst>
        <pc:spChg chg="mod">
          <ac:chgData name="Ms Alina Arshad" userId="cccdfd85-d35d-4453-9c6f-a463aae40722" providerId="ADAL" clId="{5B8A6D22-27A2-4EF9-83C4-9A1491FF93A7}" dt="2024-09-12T06:54:22.495" v="54" actId="1076"/>
          <ac:spMkLst>
            <pc:docMk/>
            <pc:sldMk cId="4283755204" sldId="273"/>
            <ac:spMk id="225" creationId="{00000000-0000-0000-0000-000000000000}"/>
          </ac:spMkLst>
        </pc:spChg>
        <pc:picChg chg="mod">
          <ac:chgData name="Ms Alina Arshad" userId="cccdfd85-d35d-4453-9c6f-a463aae40722" providerId="ADAL" clId="{5B8A6D22-27A2-4EF9-83C4-9A1491FF93A7}" dt="2024-09-13T05:11:12.755" v="149" actId="1076"/>
          <ac:picMkLst>
            <pc:docMk/>
            <pc:sldMk cId="4283755204" sldId="273"/>
            <ac:picMk id="226" creationId="{00000000-0000-0000-0000-000000000000}"/>
          </ac:picMkLst>
        </pc:picChg>
        <pc:picChg chg="mod">
          <ac:chgData name="Ms Alina Arshad" userId="cccdfd85-d35d-4453-9c6f-a463aae40722" providerId="ADAL" clId="{5B8A6D22-27A2-4EF9-83C4-9A1491FF93A7}" dt="2024-09-12T06:55:15.540" v="59" actId="1076"/>
          <ac:picMkLst>
            <pc:docMk/>
            <pc:sldMk cId="4283755204" sldId="273"/>
            <ac:picMk id="227" creationId="{00000000-0000-0000-0000-000000000000}"/>
          </ac:picMkLst>
        </pc:picChg>
      </pc:sldChg>
      <pc:sldChg chg="modSp mod">
        <pc:chgData name="Ms Alina Arshad" userId="cccdfd85-d35d-4453-9c6f-a463aae40722" providerId="ADAL" clId="{5B8A6D22-27A2-4EF9-83C4-9A1491FF93A7}" dt="2024-09-13T05:11:20.577" v="150" actId="1076"/>
        <pc:sldMkLst>
          <pc:docMk/>
          <pc:sldMk cId="2935103945" sldId="274"/>
        </pc:sldMkLst>
        <pc:spChg chg="mod">
          <ac:chgData name="Ms Alina Arshad" userId="cccdfd85-d35d-4453-9c6f-a463aae40722" providerId="ADAL" clId="{5B8A6D22-27A2-4EF9-83C4-9A1491FF93A7}" dt="2024-09-12T06:55:27.971" v="63" actId="1076"/>
          <ac:spMkLst>
            <pc:docMk/>
            <pc:sldMk cId="2935103945" sldId="274"/>
            <ac:spMk id="232" creationId="{00000000-0000-0000-0000-000000000000}"/>
          </ac:spMkLst>
        </pc:spChg>
        <pc:spChg chg="mod">
          <ac:chgData name="Ms Alina Arshad" userId="cccdfd85-d35d-4453-9c6f-a463aae40722" providerId="ADAL" clId="{5B8A6D22-27A2-4EF9-83C4-9A1491FF93A7}" dt="2024-09-12T06:55:38.863" v="64" actId="207"/>
          <ac:spMkLst>
            <pc:docMk/>
            <pc:sldMk cId="2935103945" sldId="274"/>
            <ac:spMk id="233" creationId="{00000000-0000-0000-0000-000000000000}"/>
          </ac:spMkLst>
        </pc:spChg>
        <pc:picChg chg="mod">
          <ac:chgData name="Ms Alina Arshad" userId="cccdfd85-d35d-4453-9c6f-a463aae40722" providerId="ADAL" clId="{5B8A6D22-27A2-4EF9-83C4-9A1491FF93A7}" dt="2024-09-13T05:11:20.577" v="150" actId="1076"/>
          <ac:picMkLst>
            <pc:docMk/>
            <pc:sldMk cId="2935103945" sldId="274"/>
            <ac:picMk id="234" creationId="{00000000-0000-0000-0000-000000000000}"/>
          </ac:picMkLst>
        </pc:picChg>
      </pc:sldChg>
      <pc:sldChg chg="modSp mod">
        <pc:chgData name="Ms Alina Arshad" userId="cccdfd85-d35d-4453-9c6f-a463aae40722" providerId="ADAL" clId="{5B8A6D22-27A2-4EF9-83C4-9A1491FF93A7}" dt="2024-09-12T06:55:59.781" v="71" actId="207"/>
        <pc:sldMkLst>
          <pc:docMk/>
          <pc:sldMk cId="1497646456" sldId="275"/>
        </pc:sldMkLst>
        <pc:spChg chg="mod">
          <ac:chgData name="Ms Alina Arshad" userId="cccdfd85-d35d-4453-9c6f-a463aae40722" providerId="ADAL" clId="{5B8A6D22-27A2-4EF9-83C4-9A1491FF93A7}" dt="2024-09-12T06:55:57.639" v="70" actId="1076"/>
          <ac:spMkLst>
            <pc:docMk/>
            <pc:sldMk cId="1497646456" sldId="275"/>
            <ac:spMk id="239" creationId="{00000000-0000-0000-0000-000000000000}"/>
          </ac:spMkLst>
        </pc:spChg>
        <pc:spChg chg="mod">
          <ac:chgData name="Ms Alina Arshad" userId="cccdfd85-d35d-4453-9c6f-a463aae40722" providerId="ADAL" clId="{5B8A6D22-27A2-4EF9-83C4-9A1491FF93A7}" dt="2024-09-12T06:55:59.781" v="71" actId="207"/>
          <ac:spMkLst>
            <pc:docMk/>
            <pc:sldMk cId="1497646456" sldId="275"/>
            <ac:spMk id="240" creationId="{00000000-0000-0000-0000-000000000000}"/>
          </ac:spMkLst>
        </pc:spChg>
      </pc:sldChg>
      <pc:sldChg chg="modSp mod">
        <pc:chgData name="Ms Alina Arshad" userId="cccdfd85-d35d-4453-9c6f-a463aae40722" providerId="ADAL" clId="{5B8A6D22-27A2-4EF9-83C4-9A1491FF93A7}" dt="2024-09-13T05:11:35.304" v="153" actId="113"/>
        <pc:sldMkLst>
          <pc:docMk/>
          <pc:sldMk cId="3993717517" sldId="276"/>
        </pc:sldMkLst>
        <pc:spChg chg="mod">
          <ac:chgData name="Ms Alina Arshad" userId="cccdfd85-d35d-4453-9c6f-a463aae40722" providerId="ADAL" clId="{5B8A6D22-27A2-4EF9-83C4-9A1491FF93A7}" dt="2024-09-12T06:56:16.816" v="74" actId="27636"/>
          <ac:spMkLst>
            <pc:docMk/>
            <pc:sldMk cId="3993717517" sldId="276"/>
            <ac:spMk id="246" creationId="{00000000-0000-0000-0000-000000000000}"/>
          </ac:spMkLst>
        </pc:spChg>
        <pc:spChg chg="mod">
          <ac:chgData name="Ms Alina Arshad" userId="cccdfd85-d35d-4453-9c6f-a463aae40722" providerId="ADAL" clId="{5B8A6D22-27A2-4EF9-83C4-9A1491FF93A7}" dt="2024-09-13T05:11:35.304" v="153" actId="113"/>
          <ac:spMkLst>
            <pc:docMk/>
            <pc:sldMk cId="3993717517" sldId="276"/>
            <ac:spMk id="247" creationId="{00000000-0000-0000-0000-000000000000}"/>
          </ac:spMkLst>
        </pc:spChg>
      </pc:sldChg>
      <pc:sldChg chg="modSp mod">
        <pc:chgData name="Ms Alina Arshad" userId="cccdfd85-d35d-4453-9c6f-a463aae40722" providerId="ADAL" clId="{5B8A6D22-27A2-4EF9-83C4-9A1491FF93A7}" dt="2024-09-16T03:47:58.286" v="651" actId="20577"/>
        <pc:sldMkLst>
          <pc:docMk/>
          <pc:sldMk cId="0" sldId="277"/>
        </pc:sldMkLst>
        <pc:spChg chg="mod">
          <ac:chgData name="Ms Alina Arshad" userId="cccdfd85-d35d-4453-9c6f-a463aae40722" providerId="ADAL" clId="{5B8A6D22-27A2-4EF9-83C4-9A1491FF93A7}" dt="2024-09-12T06:57:57.575" v="84" actId="1076"/>
          <ac:spMkLst>
            <pc:docMk/>
            <pc:sldMk cId="0" sldId="277"/>
            <ac:spMk id="253" creationId="{00000000-0000-0000-0000-000000000000}"/>
          </ac:spMkLst>
        </pc:spChg>
        <pc:spChg chg="mod">
          <ac:chgData name="Ms Alina Arshad" userId="cccdfd85-d35d-4453-9c6f-a463aae40722" providerId="ADAL" clId="{5B8A6D22-27A2-4EF9-83C4-9A1491FF93A7}" dt="2024-09-12T06:57:53.172" v="83" actId="1076"/>
          <ac:spMkLst>
            <pc:docMk/>
            <pc:sldMk cId="0" sldId="277"/>
            <ac:spMk id="255" creationId="{00000000-0000-0000-0000-000000000000}"/>
          </ac:spMkLst>
        </pc:spChg>
        <pc:graphicFrameChg chg="mod modGraphic">
          <ac:chgData name="Ms Alina Arshad" userId="cccdfd85-d35d-4453-9c6f-a463aae40722" providerId="ADAL" clId="{5B8A6D22-27A2-4EF9-83C4-9A1491FF93A7}" dt="2024-09-16T03:47:58.286" v="651" actId="20577"/>
          <ac:graphicFrameMkLst>
            <pc:docMk/>
            <pc:sldMk cId="0" sldId="277"/>
            <ac:graphicFrameMk id="254" creationId="{00000000-0000-0000-0000-000000000000}"/>
          </ac:graphicFrameMkLst>
        </pc:graphicFrameChg>
      </pc:sldChg>
      <pc:sldChg chg="modSp mod">
        <pc:chgData name="Ms Alina Arshad" userId="cccdfd85-d35d-4453-9c6f-a463aae40722" providerId="ADAL" clId="{5B8A6D22-27A2-4EF9-83C4-9A1491FF93A7}" dt="2024-09-12T07:01:38.473" v="100" actId="1076"/>
        <pc:sldMkLst>
          <pc:docMk/>
          <pc:sldMk cId="2668593764" sldId="278"/>
        </pc:sldMkLst>
        <pc:spChg chg="mod">
          <ac:chgData name="Ms Alina Arshad" userId="cccdfd85-d35d-4453-9c6f-a463aae40722" providerId="ADAL" clId="{5B8A6D22-27A2-4EF9-83C4-9A1491FF93A7}" dt="2024-09-12T06:58:59.110" v="95" actId="1076"/>
          <ac:spMkLst>
            <pc:docMk/>
            <pc:sldMk cId="2668593764" sldId="278"/>
            <ac:spMk id="261" creationId="{00000000-0000-0000-0000-000000000000}"/>
          </ac:spMkLst>
        </pc:spChg>
        <pc:spChg chg="mod">
          <ac:chgData name="Ms Alina Arshad" userId="cccdfd85-d35d-4453-9c6f-a463aae40722" providerId="ADAL" clId="{5B8A6D22-27A2-4EF9-83C4-9A1491FF93A7}" dt="2024-09-12T06:58:57.039" v="94" actId="1076"/>
          <ac:spMkLst>
            <pc:docMk/>
            <pc:sldMk cId="2668593764" sldId="278"/>
            <ac:spMk id="262" creationId="{00000000-0000-0000-0000-000000000000}"/>
          </ac:spMkLst>
        </pc:spChg>
        <pc:spChg chg="mod">
          <ac:chgData name="Ms Alina Arshad" userId="cccdfd85-d35d-4453-9c6f-a463aae40722" providerId="ADAL" clId="{5B8A6D22-27A2-4EF9-83C4-9A1491FF93A7}" dt="2024-09-12T06:59:18.334" v="98" actId="1076"/>
          <ac:spMkLst>
            <pc:docMk/>
            <pc:sldMk cId="2668593764" sldId="278"/>
            <ac:spMk id="263" creationId="{00000000-0000-0000-0000-000000000000}"/>
          </ac:spMkLst>
        </pc:spChg>
        <pc:graphicFrameChg chg="mod">
          <ac:chgData name="Ms Alina Arshad" userId="cccdfd85-d35d-4453-9c6f-a463aae40722" providerId="ADAL" clId="{5B8A6D22-27A2-4EF9-83C4-9A1491FF93A7}" dt="2024-09-12T06:59:08.736" v="96" actId="1076"/>
          <ac:graphicFrameMkLst>
            <pc:docMk/>
            <pc:sldMk cId="2668593764" sldId="278"/>
            <ac:graphicFrameMk id="264" creationId="{00000000-0000-0000-0000-000000000000}"/>
          </ac:graphicFrameMkLst>
        </pc:graphicFrameChg>
        <pc:graphicFrameChg chg="mod">
          <ac:chgData name="Ms Alina Arshad" userId="cccdfd85-d35d-4453-9c6f-a463aae40722" providerId="ADAL" clId="{5B8A6D22-27A2-4EF9-83C4-9A1491FF93A7}" dt="2024-09-12T07:01:38.473" v="100" actId="1076"/>
          <ac:graphicFrameMkLst>
            <pc:docMk/>
            <pc:sldMk cId="2668593764" sldId="278"/>
            <ac:graphicFrameMk id="265" creationId="{00000000-0000-0000-0000-000000000000}"/>
          </ac:graphicFrameMkLst>
        </pc:graphicFrameChg>
      </pc:sldChg>
      <pc:sldChg chg="modSp mod">
        <pc:chgData name="Ms Alina Arshad" userId="cccdfd85-d35d-4453-9c6f-a463aae40722" providerId="ADAL" clId="{5B8A6D22-27A2-4EF9-83C4-9A1491FF93A7}" dt="2024-09-12T07:01:59.359" v="108" actId="1076"/>
        <pc:sldMkLst>
          <pc:docMk/>
          <pc:sldMk cId="3605066316" sldId="281"/>
        </pc:sldMkLst>
        <pc:spChg chg="mod">
          <ac:chgData name="Ms Alina Arshad" userId="cccdfd85-d35d-4453-9c6f-a463aae40722" providerId="ADAL" clId="{5B8A6D22-27A2-4EF9-83C4-9A1491FF93A7}" dt="2024-09-12T07:01:57.063" v="107" actId="1076"/>
          <ac:spMkLst>
            <pc:docMk/>
            <pc:sldMk cId="3605066316" sldId="281"/>
            <ac:spMk id="271" creationId="{00000000-0000-0000-0000-000000000000}"/>
          </ac:spMkLst>
        </pc:spChg>
        <pc:picChg chg="mod">
          <ac:chgData name="Ms Alina Arshad" userId="cccdfd85-d35d-4453-9c6f-a463aae40722" providerId="ADAL" clId="{5B8A6D22-27A2-4EF9-83C4-9A1491FF93A7}" dt="2024-09-12T07:01:59.359" v="108" actId="1076"/>
          <ac:picMkLst>
            <pc:docMk/>
            <pc:sldMk cId="3605066316" sldId="281"/>
            <ac:picMk id="272" creationId="{00000000-0000-0000-0000-000000000000}"/>
          </ac:picMkLst>
        </pc:picChg>
      </pc:sldChg>
      <pc:sldChg chg="modSp mod">
        <pc:chgData name="Ms Alina Arshad" userId="cccdfd85-d35d-4453-9c6f-a463aae40722" providerId="ADAL" clId="{5B8A6D22-27A2-4EF9-83C4-9A1491FF93A7}" dt="2024-09-12T07:02:13.645" v="113" actId="14100"/>
        <pc:sldMkLst>
          <pc:docMk/>
          <pc:sldMk cId="24697311" sldId="282"/>
        </pc:sldMkLst>
        <pc:spChg chg="mod">
          <ac:chgData name="Ms Alina Arshad" userId="cccdfd85-d35d-4453-9c6f-a463aae40722" providerId="ADAL" clId="{5B8A6D22-27A2-4EF9-83C4-9A1491FF93A7}" dt="2024-09-12T07:02:13.645" v="113" actId="14100"/>
          <ac:spMkLst>
            <pc:docMk/>
            <pc:sldMk cId="24697311" sldId="282"/>
            <ac:spMk id="278" creationId="{00000000-0000-0000-0000-000000000000}"/>
          </ac:spMkLst>
        </pc:spChg>
        <pc:picChg chg="mod">
          <ac:chgData name="Ms Alina Arshad" userId="cccdfd85-d35d-4453-9c6f-a463aae40722" providerId="ADAL" clId="{5B8A6D22-27A2-4EF9-83C4-9A1491FF93A7}" dt="2024-09-12T07:02:09.818" v="112" actId="1076"/>
          <ac:picMkLst>
            <pc:docMk/>
            <pc:sldMk cId="24697311" sldId="282"/>
            <ac:picMk id="279" creationId="{00000000-0000-0000-0000-000000000000}"/>
          </ac:picMkLst>
        </pc:picChg>
      </pc:sldChg>
      <pc:sldChg chg="modSp mod">
        <pc:chgData name="Ms Alina Arshad" userId="cccdfd85-d35d-4453-9c6f-a463aae40722" providerId="ADAL" clId="{5B8A6D22-27A2-4EF9-83C4-9A1491FF93A7}" dt="2024-09-12T07:02:32.578" v="122" actId="27636"/>
        <pc:sldMkLst>
          <pc:docMk/>
          <pc:sldMk cId="3289392637" sldId="283"/>
        </pc:sldMkLst>
        <pc:spChg chg="mod">
          <ac:chgData name="Ms Alina Arshad" userId="cccdfd85-d35d-4453-9c6f-a463aae40722" providerId="ADAL" clId="{5B8A6D22-27A2-4EF9-83C4-9A1491FF93A7}" dt="2024-09-12T07:02:32.578" v="122" actId="27636"/>
          <ac:spMkLst>
            <pc:docMk/>
            <pc:sldMk cId="3289392637" sldId="283"/>
            <ac:spMk id="285" creationId="{00000000-0000-0000-0000-000000000000}"/>
          </ac:spMkLst>
        </pc:spChg>
        <pc:picChg chg="mod">
          <ac:chgData name="Ms Alina Arshad" userId="cccdfd85-d35d-4453-9c6f-a463aae40722" providerId="ADAL" clId="{5B8A6D22-27A2-4EF9-83C4-9A1491FF93A7}" dt="2024-09-12T07:02:28.146" v="120" actId="1076"/>
          <ac:picMkLst>
            <pc:docMk/>
            <pc:sldMk cId="3289392637" sldId="283"/>
            <ac:picMk id="286" creationId="{00000000-0000-0000-0000-000000000000}"/>
          </ac:picMkLst>
        </pc:picChg>
      </pc:sldChg>
      <pc:sldChg chg="modSp mod modShow">
        <pc:chgData name="Ms Alina Arshad" userId="cccdfd85-d35d-4453-9c6f-a463aae40722" providerId="ADAL" clId="{5B8A6D22-27A2-4EF9-83C4-9A1491FF93A7}" dt="2024-09-13T05:13:51.900" v="187" actId="729"/>
        <pc:sldMkLst>
          <pc:docMk/>
          <pc:sldMk cId="800652809" sldId="284"/>
        </pc:sldMkLst>
        <pc:spChg chg="mod">
          <ac:chgData name="Ms Alina Arshad" userId="cccdfd85-d35d-4453-9c6f-a463aae40722" providerId="ADAL" clId="{5B8A6D22-27A2-4EF9-83C4-9A1491FF93A7}" dt="2024-09-12T07:02:45.877" v="129" actId="14100"/>
          <ac:spMkLst>
            <pc:docMk/>
            <pc:sldMk cId="800652809" sldId="284"/>
            <ac:spMk id="292" creationId="{00000000-0000-0000-0000-000000000000}"/>
          </ac:spMkLst>
        </pc:spChg>
        <pc:picChg chg="mod">
          <ac:chgData name="Ms Alina Arshad" userId="cccdfd85-d35d-4453-9c6f-a463aae40722" providerId="ADAL" clId="{5B8A6D22-27A2-4EF9-83C4-9A1491FF93A7}" dt="2024-09-12T07:02:36.504" v="123" actId="1076"/>
          <ac:picMkLst>
            <pc:docMk/>
            <pc:sldMk cId="800652809" sldId="284"/>
            <ac:picMk id="293" creationId="{00000000-0000-0000-0000-000000000000}"/>
          </ac:picMkLst>
        </pc:picChg>
      </pc:sldChg>
      <pc:sldChg chg="modSp del mod modShow">
        <pc:chgData name="Ms Alina Arshad" userId="cccdfd85-d35d-4453-9c6f-a463aae40722" providerId="ADAL" clId="{5B8A6D22-27A2-4EF9-83C4-9A1491FF93A7}" dt="2024-09-13T05:14:16.175" v="189" actId="47"/>
        <pc:sldMkLst>
          <pc:docMk/>
          <pc:sldMk cId="1402144616" sldId="285"/>
        </pc:sldMkLst>
        <pc:spChg chg="mod">
          <ac:chgData name="Ms Alina Arshad" userId="cccdfd85-d35d-4453-9c6f-a463aae40722" providerId="ADAL" clId="{5B8A6D22-27A2-4EF9-83C4-9A1491FF93A7}" dt="2024-09-12T07:06:10.037" v="136" actId="113"/>
          <ac:spMkLst>
            <pc:docMk/>
            <pc:sldMk cId="1402144616" sldId="285"/>
            <ac:spMk id="298" creationId="{00000000-0000-0000-0000-000000000000}"/>
          </ac:spMkLst>
        </pc:spChg>
        <pc:spChg chg="mod">
          <ac:chgData name="Ms Alina Arshad" userId="cccdfd85-d35d-4453-9c6f-a463aae40722" providerId="ADAL" clId="{5B8A6D22-27A2-4EF9-83C4-9A1491FF93A7}" dt="2024-09-12T07:02:58.581" v="134" actId="14100"/>
          <ac:spMkLst>
            <pc:docMk/>
            <pc:sldMk cId="1402144616" sldId="285"/>
            <ac:spMk id="299" creationId="{00000000-0000-0000-0000-000000000000}"/>
          </ac:spMkLst>
        </pc:spChg>
      </pc:sldChg>
      <pc:sldChg chg="modSp mod">
        <pc:chgData name="Ms Alina Arshad" userId="cccdfd85-d35d-4453-9c6f-a463aae40722" providerId="ADAL" clId="{5B8A6D22-27A2-4EF9-83C4-9A1491FF93A7}" dt="2024-09-13T05:14:33.451" v="203" actId="404"/>
        <pc:sldMkLst>
          <pc:docMk/>
          <pc:sldMk cId="0" sldId="286"/>
        </pc:sldMkLst>
        <pc:spChg chg="mod">
          <ac:chgData name="Ms Alina Arshad" userId="cccdfd85-d35d-4453-9c6f-a463aae40722" providerId="ADAL" clId="{5B8A6D22-27A2-4EF9-83C4-9A1491FF93A7}" dt="2024-09-13T05:14:33.451" v="203" actId="404"/>
          <ac:spMkLst>
            <pc:docMk/>
            <pc:sldMk cId="0" sldId="286"/>
            <ac:spMk id="304" creationId="{00000000-0000-0000-0000-000000000000}"/>
          </ac:spMkLst>
        </pc:spChg>
        <pc:spChg chg="mod">
          <ac:chgData name="Ms Alina Arshad" userId="cccdfd85-d35d-4453-9c6f-a463aae40722" providerId="ADAL" clId="{5B8A6D22-27A2-4EF9-83C4-9A1491FF93A7}" dt="2024-09-12T07:09:06.008" v="141" actId="14100"/>
          <ac:spMkLst>
            <pc:docMk/>
            <pc:sldMk cId="0" sldId="286"/>
            <ac:spMk id="305" creationId="{00000000-0000-0000-0000-000000000000}"/>
          </ac:spMkLst>
        </pc:spChg>
      </pc:sldChg>
      <pc:sldChg chg="modSp mod">
        <pc:chgData name="Ms Alina Arshad" userId="cccdfd85-d35d-4453-9c6f-a463aae40722" providerId="ADAL" clId="{5B8A6D22-27A2-4EF9-83C4-9A1491FF93A7}" dt="2024-09-12T07:09:18.339" v="146" actId="207"/>
        <pc:sldMkLst>
          <pc:docMk/>
          <pc:sldMk cId="3229345964" sldId="287"/>
        </pc:sldMkLst>
        <pc:spChg chg="mod">
          <ac:chgData name="Ms Alina Arshad" userId="cccdfd85-d35d-4453-9c6f-a463aae40722" providerId="ADAL" clId="{5B8A6D22-27A2-4EF9-83C4-9A1491FF93A7}" dt="2024-09-12T07:09:15.575" v="145" actId="1076"/>
          <ac:spMkLst>
            <pc:docMk/>
            <pc:sldMk cId="3229345964" sldId="287"/>
            <ac:spMk id="311" creationId="{00000000-0000-0000-0000-000000000000}"/>
          </ac:spMkLst>
        </pc:spChg>
        <pc:spChg chg="mod">
          <ac:chgData name="Ms Alina Arshad" userId="cccdfd85-d35d-4453-9c6f-a463aae40722" providerId="ADAL" clId="{5B8A6D22-27A2-4EF9-83C4-9A1491FF93A7}" dt="2024-09-12T07:09:18.339" v="146" actId="207"/>
          <ac:spMkLst>
            <pc:docMk/>
            <pc:sldMk cId="3229345964" sldId="287"/>
            <ac:spMk id="312" creationId="{00000000-0000-0000-0000-000000000000}"/>
          </ac:spMkLst>
        </pc:spChg>
      </pc:sldChg>
      <pc:sldChg chg="modSp mod modShow">
        <pc:chgData name="Ms Alina Arshad" userId="cccdfd85-d35d-4453-9c6f-a463aae40722" providerId="ADAL" clId="{5B8A6D22-27A2-4EF9-83C4-9A1491FF93A7}" dt="2024-09-13T05:15:12.439" v="210" actId="1076"/>
        <pc:sldMkLst>
          <pc:docMk/>
          <pc:sldMk cId="2002870935" sldId="288"/>
        </pc:sldMkLst>
        <pc:spChg chg="mod">
          <ac:chgData name="Ms Alina Arshad" userId="cccdfd85-d35d-4453-9c6f-a463aae40722" providerId="ADAL" clId="{5B8A6D22-27A2-4EF9-83C4-9A1491FF93A7}" dt="2024-09-13T05:15:04.952" v="208" actId="14100"/>
          <ac:spMkLst>
            <pc:docMk/>
            <pc:sldMk cId="2002870935" sldId="288"/>
            <ac:spMk id="317" creationId="{00000000-0000-0000-0000-000000000000}"/>
          </ac:spMkLst>
        </pc:spChg>
        <pc:picChg chg="mod">
          <ac:chgData name="Ms Alina Arshad" userId="cccdfd85-d35d-4453-9c6f-a463aae40722" providerId="ADAL" clId="{5B8A6D22-27A2-4EF9-83C4-9A1491FF93A7}" dt="2024-09-13T05:15:07.951" v="209" actId="1076"/>
          <ac:picMkLst>
            <pc:docMk/>
            <pc:sldMk cId="2002870935" sldId="288"/>
            <ac:picMk id="320" creationId="{00000000-0000-0000-0000-000000000000}"/>
          </ac:picMkLst>
        </pc:picChg>
        <pc:picChg chg="mod">
          <ac:chgData name="Ms Alina Arshad" userId="cccdfd85-d35d-4453-9c6f-a463aae40722" providerId="ADAL" clId="{5B8A6D22-27A2-4EF9-83C4-9A1491FF93A7}" dt="2024-09-13T05:15:12.439" v="210" actId="1076"/>
          <ac:picMkLst>
            <pc:docMk/>
            <pc:sldMk cId="2002870935" sldId="288"/>
            <ac:picMk id="321" creationId="{00000000-0000-0000-0000-000000000000}"/>
          </ac:picMkLst>
        </pc:picChg>
      </pc:sldChg>
      <pc:sldChg chg="modSp mod">
        <pc:chgData name="Ms Alina Arshad" userId="cccdfd85-d35d-4453-9c6f-a463aae40722" providerId="ADAL" clId="{5B8A6D22-27A2-4EF9-83C4-9A1491FF93A7}" dt="2024-09-13T05:15:39.437" v="223" actId="207"/>
        <pc:sldMkLst>
          <pc:docMk/>
          <pc:sldMk cId="0" sldId="289"/>
        </pc:sldMkLst>
        <pc:spChg chg="mod">
          <ac:chgData name="Ms Alina Arshad" userId="cccdfd85-d35d-4453-9c6f-a463aae40722" providerId="ADAL" clId="{5B8A6D22-27A2-4EF9-83C4-9A1491FF93A7}" dt="2024-09-13T05:15:28.059" v="218" actId="27636"/>
          <ac:spMkLst>
            <pc:docMk/>
            <pc:sldMk cId="0" sldId="289"/>
            <ac:spMk id="326" creationId="{00000000-0000-0000-0000-000000000000}"/>
          </ac:spMkLst>
        </pc:spChg>
        <pc:spChg chg="mod">
          <ac:chgData name="Ms Alina Arshad" userId="cccdfd85-d35d-4453-9c6f-a463aae40722" providerId="ADAL" clId="{5B8A6D22-27A2-4EF9-83C4-9A1491FF93A7}" dt="2024-09-13T05:15:39.437" v="223" actId="207"/>
          <ac:spMkLst>
            <pc:docMk/>
            <pc:sldMk cId="0" sldId="289"/>
            <ac:spMk id="327" creationId="{00000000-0000-0000-0000-000000000000}"/>
          </ac:spMkLst>
        </pc:spChg>
      </pc:sldChg>
      <pc:sldChg chg="modSp mod">
        <pc:chgData name="Ms Alina Arshad" userId="cccdfd85-d35d-4453-9c6f-a463aae40722" providerId="ADAL" clId="{5B8A6D22-27A2-4EF9-83C4-9A1491FF93A7}" dt="2024-09-13T05:16:09.657" v="229" actId="2711"/>
        <pc:sldMkLst>
          <pc:docMk/>
          <pc:sldMk cId="0" sldId="290"/>
        </pc:sldMkLst>
        <pc:spChg chg="mod">
          <ac:chgData name="Ms Alina Arshad" userId="cccdfd85-d35d-4453-9c6f-a463aae40722" providerId="ADAL" clId="{5B8A6D22-27A2-4EF9-83C4-9A1491FF93A7}" dt="2024-09-13T05:16:09.657" v="229" actId="2711"/>
          <ac:spMkLst>
            <pc:docMk/>
            <pc:sldMk cId="0" sldId="290"/>
            <ac:spMk id="333" creationId="{00000000-0000-0000-0000-000000000000}"/>
          </ac:spMkLst>
        </pc:spChg>
        <pc:picChg chg="mod">
          <ac:chgData name="Ms Alina Arshad" userId="cccdfd85-d35d-4453-9c6f-a463aae40722" providerId="ADAL" clId="{5B8A6D22-27A2-4EF9-83C4-9A1491FF93A7}" dt="2024-09-13T05:15:48.330" v="225" actId="14100"/>
          <ac:picMkLst>
            <pc:docMk/>
            <pc:sldMk cId="0" sldId="290"/>
            <ac:picMk id="332" creationId="{00000000-0000-0000-0000-000000000000}"/>
          </ac:picMkLst>
        </pc:picChg>
      </pc:sldChg>
      <pc:sldChg chg="modSp mod">
        <pc:chgData name="Ms Alina Arshad" userId="cccdfd85-d35d-4453-9c6f-a463aae40722" providerId="ADAL" clId="{5B8A6D22-27A2-4EF9-83C4-9A1491FF93A7}" dt="2024-09-13T05:16:46.897" v="250" actId="1076"/>
        <pc:sldMkLst>
          <pc:docMk/>
          <pc:sldMk cId="0" sldId="291"/>
        </pc:sldMkLst>
        <pc:spChg chg="mod">
          <ac:chgData name="Ms Alina Arshad" userId="cccdfd85-d35d-4453-9c6f-a463aae40722" providerId="ADAL" clId="{5B8A6D22-27A2-4EF9-83C4-9A1491FF93A7}" dt="2024-09-13T05:16:41.828" v="247" actId="27636"/>
          <ac:spMkLst>
            <pc:docMk/>
            <pc:sldMk cId="0" sldId="291"/>
            <ac:spMk id="338" creationId="{00000000-0000-0000-0000-000000000000}"/>
          </ac:spMkLst>
        </pc:spChg>
        <pc:picChg chg="mod">
          <ac:chgData name="Ms Alina Arshad" userId="cccdfd85-d35d-4453-9c6f-a463aae40722" providerId="ADAL" clId="{5B8A6D22-27A2-4EF9-83C4-9A1491FF93A7}" dt="2024-09-13T05:16:46.897" v="250" actId="1076"/>
          <ac:picMkLst>
            <pc:docMk/>
            <pc:sldMk cId="0" sldId="291"/>
            <ac:picMk id="339" creationId="{00000000-0000-0000-0000-000000000000}"/>
          </ac:picMkLst>
        </pc:picChg>
      </pc:sldChg>
      <pc:sldChg chg="modSp mod">
        <pc:chgData name="Ms Alina Arshad" userId="cccdfd85-d35d-4453-9c6f-a463aae40722" providerId="ADAL" clId="{5B8A6D22-27A2-4EF9-83C4-9A1491FF93A7}" dt="2024-09-13T05:17:13.587" v="259" actId="2711"/>
        <pc:sldMkLst>
          <pc:docMk/>
          <pc:sldMk cId="0" sldId="292"/>
        </pc:sldMkLst>
        <pc:spChg chg="mod">
          <ac:chgData name="Ms Alina Arshad" userId="cccdfd85-d35d-4453-9c6f-a463aae40722" providerId="ADAL" clId="{5B8A6D22-27A2-4EF9-83C4-9A1491FF93A7}" dt="2024-09-13T05:16:56.754" v="253" actId="14100"/>
          <ac:spMkLst>
            <pc:docMk/>
            <pc:sldMk cId="0" sldId="292"/>
            <ac:spMk id="344" creationId="{00000000-0000-0000-0000-000000000000}"/>
          </ac:spMkLst>
        </pc:spChg>
        <pc:spChg chg="mod">
          <ac:chgData name="Ms Alina Arshad" userId="cccdfd85-d35d-4453-9c6f-a463aae40722" providerId="ADAL" clId="{5B8A6D22-27A2-4EF9-83C4-9A1491FF93A7}" dt="2024-09-13T05:17:13.587" v="259" actId="2711"/>
          <ac:spMkLst>
            <pc:docMk/>
            <pc:sldMk cId="0" sldId="292"/>
            <ac:spMk id="345" creationId="{00000000-0000-0000-0000-000000000000}"/>
          </ac:spMkLst>
        </pc:spChg>
      </pc:sldChg>
      <pc:sldChg chg="modSp mod">
        <pc:chgData name="Ms Alina Arshad" userId="cccdfd85-d35d-4453-9c6f-a463aae40722" providerId="ADAL" clId="{5B8A6D22-27A2-4EF9-83C4-9A1491FF93A7}" dt="2024-09-13T05:17:54.481" v="276" actId="1076"/>
        <pc:sldMkLst>
          <pc:docMk/>
          <pc:sldMk cId="0" sldId="293"/>
        </pc:sldMkLst>
        <pc:spChg chg="mod">
          <ac:chgData name="Ms Alina Arshad" userId="cccdfd85-d35d-4453-9c6f-a463aae40722" providerId="ADAL" clId="{5B8A6D22-27A2-4EF9-83C4-9A1491FF93A7}" dt="2024-09-13T05:17:54.481" v="276" actId="1076"/>
          <ac:spMkLst>
            <pc:docMk/>
            <pc:sldMk cId="0" sldId="293"/>
            <ac:spMk id="350" creationId="{00000000-0000-0000-0000-000000000000}"/>
          </ac:spMkLst>
        </pc:spChg>
        <pc:picChg chg="mod">
          <ac:chgData name="Ms Alina Arshad" userId="cccdfd85-d35d-4453-9c6f-a463aae40722" providerId="ADAL" clId="{5B8A6D22-27A2-4EF9-83C4-9A1491FF93A7}" dt="2024-09-13T05:17:40.969" v="270" actId="1076"/>
          <ac:picMkLst>
            <pc:docMk/>
            <pc:sldMk cId="0" sldId="293"/>
            <ac:picMk id="351" creationId="{00000000-0000-0000-0000-000000000000}"/>
          </ac:picMkLst>
        </pc:picChg>
      </pc:sldChg>
      <pc:sldChg chg="modSp mod">
        <pc:chgData name="Ms Alina Arshad" userId="cccdfd85-d35d-4453-9c6f-a463aae40722" providerId="ADAL" clId="{5B8A6D22-27A2-4EF9-83C4-9A1491FF93A7}" dt="2024-09-13T05:18:16.246" v="287" actId="20577"/>
        <pc:sldMkLst>
          <pc:docMk/>
          <pc:sldMk cId="0" sldId="294"/>
        </pc:sldMkLst>
        <pc:spChg chg="mod">
          <ac:chgData name="Ms Alina Arshad" userId="cccdfd85-d35d-4453-9c6f-a463aae40722" providerId="ADAL" clId="{5B8A6D22-27A2-4EF9-83C4-9A1491FF93A7}" dt="2024-09-13T05:18:16.246" v="287" actId="20577"/>
          <ac:spMkLst>
            <pc:docMk/>
            <pc:sldMk cId="0" sldId="294"/>
            <ac:spMk id="356" creationId="{00000000-0000-0000-0000-000000000000}"/>
          </ac:spMkLst>
        </pc:spChg>
        <pc:picChg chg="mod">
          <ac:chgData name="Ms Alina Arshad" userId="cccdfd85-d35d-4453-9c6f-a463aae40722" providerId="ADAL" clId="{5B8A6D22-27A2-4EF9-83C4-9A1491FF93A7}" dt="2024-09-13T05:18:03.026" v="279" actId="1076"/>
          <ac:picMkLst>
            <pc:docMk/>
            <pc:sldMk cId="0" sldId="294"/>
            <ac:picMk id="357" creationId="{00000000-0000-0000-0000-000000000000}"/>
          </ac:picMkLst>
        </pc:picChg>
      </pc:sldChg>
      <pc:sldChg chg="delSp modSp mod">
        <pc:chgData name="Ms Alina Arshad" userId="cccdfd85-d35d-4453-9c6f-a463aae40722" providerId="ADAL" clId="{5B8A6D22-27A2-4EF9-83C4-9A1491FF93A7}" dt="2024-09-13T05:18:42.445" v="299" actId="1076"/>
        <pc:sldMkLst>
          <pc:docMk/>
          <pc:sldMk cId="0" sldId="295"/>
        </pc:sldMkLst>
        <pc:spChg chg="del">
          <ac:chgData name="Ms Alina Arshad" userId="cccdfd85-d35d-4453-9c6f-a463aae40722" providerId="ADAL" clId="{5B8A6D22-27A2-4EF9-83C4-9A1491FF93A7}" dt="2024-09-13T05:18:23.414" v="288" actId="478"/>
          <ac:spMkLst>
            <pc:docMk/>
            <pc:sldMk cId="0" sldId="295"/>
            <ac:spMk id="362" creationId="{00000000-0000-0000-0000-000000000000}"/>
          </ac:spMkLst>
        </pc:spChg>
        <pc:spChg chg="mod">
          <ac:chgData name="Ms Alina Arshad" userId="cccdfd85-d35d-4453-9c6f-a463aae40722" providerId="ADAL" clId="{5B8A6D22-27A2-4EF9-83C4-9A1491FF93A7}" dt="2024-09-13T05:18:42.445" v="299" actId="1076"/>
          <ac:spMkLst>
            <pc:docMk/>
            <pc:sldMk cId="0" sldId="295"/>
            <ac:spMk id="363" creationId="{00000000-0000-0000-0000-000000000000}"/>
          </ac:spMkLst>
        </pc:spChg>
      </pc:sldChg>
      <pc:sldChg chg="modSp mod">
        <pc:chgData name="Ms Alina Arshad" userId="cccdfd85-d35d-4453-9c6f-a463aae40722" providerId="ADAL" clId="{5B8A6D22-27A2-4EF9-83C4-9A1491FF93A7}" dt="2024-09-13T05:18:53.107" v="303" actId="207"/>
        <pc:sldMkLst>
          <pc:docMk/>
          <pc:sldMk cId="0" sldId="296"/>
        </pc:sldMkLst>
        <pc:spChg chg="mod">
          <ac:chgData name="Ms Alina Arshad" userId="cccdfd85-d35d-4453-9c6f-a463aae40722" providerId="ADAL" clId="{5B8A6D22-27A2-4EF9-83C4-9A1491FF93A7}" dt="2024-09-13T05:18:50.848" v="302" actId="113"/>
          <ac:spMkLst>
            <pc:docMk/>
            <pc:sldMk cId="0" sldId="296"/>
            <ac:spMk id="368" creationId="{00000000-0000-0000-0000-000000000000}"/>
          </ac:spMkLst>
        </pc:spChg>
        <pc:spChg chg="mod">
          <ac:chgData name="Ms Alina Arshad" userId="cccdfd85-d35d-4453-9c6f-a463aae40722" providerId="ADAL" clId="{5B8A6D22-27A2-4EF9-83C4-9A1491FF93A7}" dt="2024-09-13T05:18:53.107" v="303" actId="207"/>
          <ac:spMkLst>
            <pc:docMk/>
            <pc:sldMk cId="0" sldId="296"/>
            <ac:spMk id="369" creationId="{00000000-0000-0000-0000-000000000000}"/>
          </ac:spMkLst>
        </pc:spChg>
      </pc:sldChg>
      <pc:sldChg chg="modSp mod">
        <pc:chgData name="Ms Alina Arshad" userId="cccdfd85-d35d-4453-9c6f-a463aae40722" providerId="ADAL" clId="{5B8A6D22-27A2-4EF9-83C4-9A1491FF93A7}" dt="2024-09-13T05:19:03.816" v="308" actId="207"/>
        <pc:sldMkLst>
          <pc:docMk/>
          <pc:sldMk cId="0" sldId="297"/>
        </pc:sldMkLst>
        <pc:spChg chg="mod">
          <ac:chgData name="Ms Alina Arshad" userId="cccdfd85-d35d-4453-9c6f-a463aae40722" providerId="ADAL" clId="{5B8A6D22-27A2-4EF9-83C4-9A1491FF93A7}" dt="2024-09-13T05:19:00.926" v="307" actId="27636"/>
          <ac:spMkLst>
            <pc:docMk/>
            <pc:sldMk cId="0" sldId="297"/>
            <ac:spMk id="374" creationId="{00000000-0000-0000-0000-000000000000}"/>
          </ac:spMkLst>
        </pc:spChg>
        <pc:spChg chg="mod">
          <ac:chgData name="Ms Alina Arshad" userId="cccdfd85-d35d-4453-9c6f-a463aae40722" providerId="ADAL" clId="{5B8A6D22-27A2-4EF9-83C4-9A1491FF93A7}" dt="2024-09-13T05:19:03.816" v="308" actId="207"/>
          <ac:spMkLst>
            <pc:docMk/>
            <pc:sldMk cId="0" sldId="297"/>
            <ac:spMk id="375" creationId="{00000000-0000-0000-0000-000000000000}"/>
          </ac:spMkLst>
        </pc:spChg>
      </pc:sldChg>
      <pc:sldChg chg="modSp mod">
        <pc:chgData name="Ms Alina Arshad" userId="cccdfd85-d35d-4453-9c6f-a463aae40722" providerId="ADAL" clId="{5B8A6D22-27A2-4EF9-83C4-9A1491FF93A7}" dt="2024-09-13T05:21:57.672" v="332" actId="403"/>
        <pc:sldMkLst>
          <pc:docMk/>
          <pc:sldMk cId="0" sldId="298"/>
        </pc:sldMkLst>
        <pc:spChg chg="mod">
          <ac:chgData name="Ms Alina Arshad" userId="cccdfd85-d35d-4453-9c6f-a463aae40722" providerId="ADAL" clId="{5B8A6D22-27A2-4EF9-83C4-9A1491FF93A7}" dt="2024-09-13T05:21:57.672" v="332" actId="403"/>
          <ac:spMkLst>
            <pc:docMk/>
            <pc:sldMk cId="0" sldId="298"/>
            <ac:spMk id="381" creationId="{00000000-0000-0000-0000-000000000000}"/>
          </ac:spMkLst>
        </pc:spChg>
        <pc:picChg chg="mod">
          <ac:chgData name="Ms Alina Arshad" userId="cccdfd85-d35d-4453-9c6f-a463aae40722" providerId="ADAL" clId="{5B8A6D22-27A2-4EF9-83C4-9A1491FF93A7}" dt="2024-09-13T05:20:54.546" v="311" actId="1076"/>
          <ac:picMkLst>
            <pc:docMk/>
            <pc:sldMk cId="0" sldId="298"/>
            <ac:picMk id="382" creationId="{00000000-0000-0000-0000-000000000000}"/>
          </ac:picMkLst>
        </pc:picChg>
      </pc:sldChg>
      <pc:sldChg chg="modSp mod">
        <pc:chgData name="Ms Alina Arshad" userId="cccdfd85-d35d-4453-9c6f-a463aae40722" providerId="ADAL" clId="{5B8A6D22-27A2-4EF9-83C4-9A1491FF93A7}" dt="2024-09-13T05:22:21.505" v="342" actId="1076"/>
        <pc:sldMkLst>
          <pc:docMk/>
          <pc:sldMk cId="0" sldId="299"/>
        </pc:sldMkLst>
        <pc:spChg chg="mod">
          <ac:chgData name="Ms Alina Arshad" userId="cccdfd85-d35d-4453-9c6f-a463aae40722" providerId="ADAL" clId="{5B8A6D22-27A2-4EF9-83C4-9A1491FF93A7}" dt="2024-09-13T05:22:21.505" v="342" actId="1076"/>
          <ac:spMkLst>
            <pc:docMk/>
            <pc:sldMk cId="0" sldId="299"/>
            <ac:spMk id="387" creationId="{00000000-0000-0000-0000-000000000000}"/>
          </ac:spMkLst>
        </pc:spChg>
        <pc:picChg chg="mod">
          <ac:chgData name="Ms Alina Arshad" userId="cccdfd85-d35d-4453-9c6f-a463aae40722" providerId="ADAL" clId="{5B8A6D22-27A2-4EF9-83C4-9A1491FF93A7}" dt="2024-09-13T05:22:18.844" v="341" actId="1076"/>
          <ac:picMkLst>
            <pc:docMk/>
            <pc:sldMk cId="0" sldId="299"/>
            <ac:picMk id="388" creationId="{00000000-0000-0000-0000-000000000000}"/>
          </ac:picMkLst>
        </pc:picChg>
      </pc:sldChg>
      <pc:sldChg chg="modSp mod">
        <pc:chgData name="Ms Alina Arshad" userId="cccdfd85-d35d-4453-9c6f-a463aae40722" providerId="ADAL" clId="{5B8A6D22-27A2-4EF9-83C4-9A1491FF93A7}" dt="2024-09-13T05:22:54.631" v="358" actId="27636"/>
        <pc:sldMkLst>
          <pc:docMk/>
          <pc:sldMk cId="0" sldId="300"/>
        </pc:sldMkLst>
        <pc:spChg chg="mod">
          <ac:chgData name="Ms Alina Arshad" userId="cccdfd85-d35d-4453-9c6f-a463aae40722" providerId="ADAL" clId="{5B8A6D22-27A2-4EF9-83C4-9A1491FF93A7}" dt="2024-09-13T05:22:54.631" v="358" actId="27636"/>
          <ac:spMkLst>
            <pc:docMk/>
            <pc:sldMk cId="0" sldId="300"/>
            <ac:spMk id="394" creationId="{00000000-0000-0000-0000-000000000000}"/>
          </ac:spMkLst>
        </pc:spChg>
        <pc:picChg chg="mod">
          <ac:chgData name="Ms Alina Arshad" userId="cccdfd85-d35d-4453-9c6f-a463aae40722" providerId="ADAL" clId="{5B8A6D22-27A2-4EF9-83C4-9A1491FF93A7}" dt="2024-09-13T05:22:29.858" v="345" actId="1076"/>
          <ac:picMkLst>
            <pc:docMk/>
            <pc:sldMk cId="0" sldId="300"/>
            <ac:picMk id="395" creationId="{00000000-0000-0000-0000-000000000000}"/>
          </ac:picMkLst>
        </pc:picChg>
      </pc:sldChg>
      <pc:sldChg chg="modSp mod">
        <pc:chgData name="Ms Alina Arshad" userId="cccdfd85-d35d-4453-9c6f-a463aae40722" providerId="ADAL" clId="{5B8A6D22-27A2-4EF9-83C4-9A1491FF93A7}" dt="2024-09-13T05:23:03.847" v="361" actId="14100"/>
        <pc:sldMkLst>
          <pc:docMk/>
          <pc:sldMk cId="0" sldId="301"/>
        </pc:sldMkLst>
        <pc:spChg chg="mod">
          <ac:chgData name="Ms Alina Arshad" userId="cccdfd85-d35d-4453-9c6f-a463aae40722" providerId="ADAL" clId="{5B8A6D22-27A2-4EF9-83C4-9A1491FF93A7}" dt="2024-09-13T05:23:03.847" v="361" actId="14100"/>
          <ac:spMkLst>
            <pc:docMk/>
            <pc:sldMk cId="0" sldId="301"/>
            <ac:spMk id="401" creationId="{00000000-0000-0000-0000-000000000000}"/>
          </ac:spMkLst>
        </pc:spChg>
      </pc:sldChg>
      <pc:sldChg chg="modSp mod">
        <pc:chgData name="Ms Alina Arshad" userId="cccdfd85-d35d-4453-9c6f-a463aae40722" providerId="ADAL" clId="{5B8A6D22-27A2-4EF9-83C4-9A1491FF93A7}" dt="2024-09-13T05:23:17.341" v="364" actId="207"/>
        <pc:sldMkLst>
          <pc:docMk/>
          <pc:sldMk cId="0" sldId="302"/>
        </pc:sldMkLst>
        <pc:spChg chg="mod">
          <ac:chgData name="Ms Alina Arshad" userId="cccdfd85-d35d-4453-9c6f-a463aae40722" providerId="ADAL" clId="{5B8A6D22-27A2-4EF9-83C4-9A1491FF93A7}" dt="2024-09-13T05:23:13.439" v="363" actId="27636"/>
          <ac:spMkLst>
            <pc:docMk/>
            <pc:sldMk cId="0" sldId="302"/>
            <ac:spMk id="408" creationId="{00000000-0000-0000-0000-000000000000}"/>
          </ac:spMkLst>
        </pc:spChg>
        <pc:spChg chg="mod">
          <ac:chgData name="Ms Alina Arshad" userId="cccdfd85-d35d-4453-9c6f-a463aae40722" providerId="ADAL" clId="{5B8A6D22-27A2-4EF9-83C4-9A1491FF93A7}" dt="2024-09-13T05:23:17.341" v="364" actId="207"/>
          <ac:spMkLst>
            <pc:docMk/>
            <pc:sldMk cId="0" sldId="302"/>
            <ac:spMk id="409" creationId="{00000000-0000-0000-0000-000000000000}"/>
          </ac:spMkLst>
        </pc:spChg>
      </pc:sldChg>
      <pc:sldChg chg="modSp mod">
        <pc:chgData name="Ms Alina Arshad" userId="cccdfd85-d35d-4453-9c6f-a463aae40722" providerId="ADAL" clId="{5B8A6D22-27A2-4EF9-83C4-9A1491FF93A7}" dt="2024-09-13T05:23:42.147" v="370" actId="14100"/>
        <pc:sldMkLst>
          <pc:docMk/>
          <pc:sldMk cId="0" sldId="303"/>
        </pc:sldMkLst>
        <pc:spChg chg="mod">
          <ac:chgData name="Ms Alina Arshad" userId="cccdfd85-d35d-4453-9c6f-a463aae40722" providerId="ADAL" clId="{5B8A6D22-27A2-4EF9-83C4-9A1491FF93A7}" dt="2024-09-13T05:23:42.147" v="370" actId="14100"/>
          <ac:spMkLst>
            <pc:docMk/>
            <pc:sldMk cId="0" sldId="303"/>
            <ac:spMk id="415" creationId="{00000000-0000-0000-0000-000000000000}"/>
          </ac:spMkLst>
        </pc:spChg>
        <pc:picChg chg="mod">
          <ac:chgData name="Ms Alina Arshad" userId="cccdfd85-d35d-4453-9c6f-a463aae40722" providerId="ADAL" clId="{5B8A6D22-27A2-4EF9-83C4-9A1491FF93A7}" dt="2024-09-13T05:23:34.127" v="369" actId="14100"/>
          <ac:picMkLst>
            <pc:docMk/>
            <pc:sldMk cId="0" sldId="303"/>
            <ac:picMk id="416" creationId="{00000000-0000-0000-0000-000000000000}"/>
          </ac:picMkLst>
        </pc:picChg>
      </pc:sldChg>
      <pc:sldChg chg="modSp mod">
        <pc:chgData name="Ms Alina Arshad" userId="cccdfd85-d35d-4453-9c6f-a463aae40722" providerId="ADAL" clId="{5B8A6D22-27A2-4EF9-83C4-9A1491FF93A7}" dt="2024-09-13T05:24:05.710" v="378" actId="1076"/>
        <pc:sldMkLst>
          <pc:docMk/>
          <pc:sldMk cId="0" sldId="304"/>
        </pc:sldMkLst>
        <pc:spChg chg="mod">
          <ac:chgData name="Ms Alina Arshad" userId="cccdfd85-d35d-4453-9c6f-a463aae40722" providerId="ADAL" clId="{5B8A6D22-27A2-4EF9-83C4-9A1491FF93A7}" dt="2024-09-13T05:24:02.244" v="377" actId="113"/>
          <ac:spMkLst>
            <pc:docMk/>
            <pc:sldMk cId="0" sldId="304"/>
            <ac:spMk id="422" creationId="{00000000-0000-0000-0000-000000000000}"/>
          </ac:spMkLst>
        </pc:spChg>
        <pc:picChg chg="mod">
          <ac:chgData name="Ms Alina Arshad" userId="cccdfd85-d35d-4453-9c6f-a463aae40722" providerId="ADAL" clId="{5B8A6D22-27A2-4EF9-83C4-9A1491FF93A7}" dt="2024-09-13T05:24:05.710" v="378" actId="1076"/>
          <ac:picMkLst>
            <pc:docMk/>
            <pc:sldMk cId="0" sldId="304"/>
            <ac:picMk id="423" creationId="{00000000-0000-0000-0000-000000000000}"/>
          </ac:picMkLst>
        </pc:picChg>
      </pc:sldChg>
      <pc:sldChg chg="modSp mod">
        <pc:chgData name="Ms Alina Arshad" userId="cccdfd85-d35d-4453-9c6f-a463aae40722" providerId="ADAL" clId="{5B8A6D22-27A2-4EF9-83C4-9A1491FF93A7}" dt="2024-09-13T05:24:24.465" v="385" actId="207"/>
        <pc:sldMkLst>
          <pc:docMk/>
          <pc:sldMk cId="0" sldId="305"/>
        </pc:sldMkLst>
        <pc:spChg chg="mod">
          <ac:chgData name="Ms Alina Arshad" userId="cccdfd85-d35d-4453-9c6f-a463aae40722" providerId="ADAL" clId="{5B8A6D22-27A2-4EF9-83C4-9A1491FF93A7}" dt="2024-09-13T05:24:15.183" v="382" actId="27636"/>
          <ac:spMkLst>
            <pc:docMk/>
            <pc:sldMk cId="0" sldId="305"/>
            <ac:spMk id="430" creationId="{00000000-0000-0000-0000-000000000000}"/>
          </ac:spMkLst>
        </pc:spChg>
        <pc:spChg chg="mod">
          <ac:chgData name="Ms Alina Arshad" userId="cccdfd85-d35d-4453-9c6f-a463aae40722" providerId="ADAL" clId="{5B8A6D22-27A2-4EF9-83C4-9A1491FF93A7}" dt="2024-09-13T05:24:24.465" v="385" actId="207"/>
          <ac:spMkLst>
            <pc:docMk/>
            <pc:sldMk cId="0" sldId="305"/>
            <ac:spMk id="431" creationId="{00000000-0000-0000-0000-000000000000}"/>
          </ac:spMkLst>
        </pc:spChg>
      </pc:sldChg>
      <pc:sldChg chg="modSp mod">
        <pc:chgData name="Ms Alina Arshad" userId="cccdfd85-d35d-4453-9c6f-a463aae40722" providerId="ADAL" clId="{5B8A6D22-27A2-4EF9-83C4-9A1491FF93A7}" dt="2024-09-13T05:26:26.766" v="399" actId="207"/>
        <pc:sldMkLst>
          <pc:docMk/>
          <pc:sldMk cId="0" sldId="306"/>
        </pc:sldMkLst>
        <pc:spChg chg="mod">
          <ac:chgData name="Ms Alina Arshad" userId="cccdfd85-d35d-4453-9c6f-a463aae40722" providerId="ADAL" clId="{5B8A6D22-27A2-4EF9-83C4-9A1491FF93A7}" dt="2024-09-13T05:26:12.122" v="395" actId="1076"/>
          <ac:spMkLst>
            <pc:docMk/>
            <pc:sldMk cId="0" sldId="306"/>
            <ac:spMk id="437" creationId="{00000000-0000-0000-0000-000000000000}"/>
          </ac:spMkLst>
        </pc:spChg>
        <pc:spChg chg="mod">
          <ac:chgData name="Ms Alina Arshad" userId="cccdfd85-d35d-4453-9c6f-a463aae40722" providerId="ADAL" clId="{5B8A6D22-27A2-4EF9-83C4-9A1491FF93A7}" dt="2024-09-13T05:26:26.766" v="399" actId="207"/>
          <ac:spMkLst>
            <pc:docMk/>
            <pc:sldMk cId="0" sldId="306"/>
            <ac:spMk id="440" creationId="{00000000-0000-0000-0000-000000000000}"/>
          </ac:spMkLst>
        </pc:spChg>
        <pc:picChg chg="mod">
          <ac:chgData name="Ms Alina Arshad" userId="cccdfd85-d35d-4453-9c6f-a463aae40722" providerId="ADAL" clId="{5B8A6D22-27A2-4EF9-83C4-9A1491FF93A7}" dt="2024-09-13T05:26:13.794" v="396" actId="1076"/>
          <ac:picMkLst>
            <pc:docMk/>
            <pc:sldMk cId="0" sldId="306"/>
            <ac:picMk id="438" creationId="{00000000-0000-0000-0000-000000000000}"/>
          </ac:picMkLst>
        </pc:picChg>
        <pc:picChg chg="mod">
          <ac:chgData name="Ms Alina Arshad" userId="cccdfd85-d35d-4453-9c6f-a463aae40722" providerId="ADAL" clId="{5B8A6D22-27A2-4EF9-83C4-9A1491FF93A7}" dt="2024-09-13T05:26:16.730" v="397" actId="1076"/>
          <ac:picMkLst>
            <pc:docMk/>
            <pc:sldMk cId="0" sldId="306"/>
            <ac:picMk id="439" creationId="{00000000-0000-0000-0000-000000000000}"/>
          </ac:picMkLst>
        </pc:picChg>
      </pc:sldChg>
      <pc:sldChg chg="modSp mod">
        <pc:chgData name="Ms Alina Arshad" userId="cccdfd85-d35d-4453-9c6f-a463aae40722" providerId="ADAL" clId="{5B8A6D22-27A2-4EF9-83C4-9A1491FF93A7}" dt="2024-09-13T05:26:48.837" v="404" actId="113"/>
        <pc:sldMkLst>
          <pc:docMk/>
          <pc:sldMk cId="0" sldId="307"/>
        </pc:sldMkLst>
        <pc:spChg chg="mod">
          <ac:chgData name="Ms Alina Arshad" userId="cccdfd85-d35d-4453-9c6f-a463aae40722" providerId="ADAL" clId="{5B8A6D22-27A2-4EF9-83C4-9A1491FF93A7}" dt="2024-09-13T05:26:40.090" v="402" actId="14100"/>
          <ac:spMkLst>
            <pc:docMk/>
            <pc:sldMk cId="0" sldId="307"/>
            <ac:spMk id="446" creationId="{00000000-0000-0000-0000-000000000000}"/>
          </ac:spMkLst>
        </pc:spChg>
        <pc:spChg chg="mod">
          <ac:chgData name="Ms Alina Arshad" userId="cccdfd85-d35d-4453-9c6f-a463aae40722" providerId="ADAL" clId="{5B8A6D22-27A2-4EF9-83C4-9A1491FF93A7}" dt="2024-09-13T05:26:48.837" v="404" actId="113"/>
          <ac:spMkLst>
            <pc:docMk/>
            <pc:sldMk cId="0" sldId="307"/>
            <ac:spMk id="447" creationId="{00000000-0000-0000-0000-000000000000}"/>
          </ac:spMkLst>
        </pc:spChg>
      </pc:sldChg>
      <pc:sldChg chg="modSp mod">
        <pc:chgData name="Ms Alina Arshad" userId="cccdfd85-d35d-4453-9c6f-a463aae40722" providerId="ADAL" clId="{5B8A6D22-27A2-4EF9-83C4-9A1491FF93A7}" dt="2024-09-13T05:27:33.515" v="420" actId="1076"/>
        <pc:sldMkLst>
          <pc:docMk/>
          <pc:sldMk cId="0" sldId="308"/>
        </pc:sldMkLst>
        <pc:spChg chg="mod">
          <ac:chgData name="Ms Alina Arshad" userId="cccdfd85-d35d-4453-9c6f-a463aae40722" providerId="ADAL" clId="{5B8A6D22-27A2-4EF9-83C4-9A1491FF93A7}" dt="2024-09-13T05:26:59.642" v="408" actId="14100"/>
          <ac:spMkLst>
            <pc:docMk/>
            <pc:sldMk cId="0" sldId="308"/>
            <ac:spMk id="453" creationId="{00000000-0000-0000-0000-000000000000}"/>
          </ac:spMkLst>
        </pc:spChg>
        <pc:spChg chg="mod">
          <ac:chgData name="Ms Alina Arshad" userId="cccdfd85-d35d-4453-9c6f-a463aae40722" providerId="ADAL" clId="{5B8A6D22-27A2-4EF9-83C4-9A1491FF93A7}" dt="2024-09-13T05:27:33.515" v="420" actId="1076"/>
          <ac:spMkLst>
            <pc:docMk/>
            <pc:sldMk cId="0" sldId="308"/>
            <ac:spMk id="455" creationId="{00000000-0000-0000-0000-000000000000}"/>
          </ac:spMkLst>
        </pc:spChg>
        <pc:picChg chg="mod">
          <ac:chgData name="Ms Alina Arshad" userId="cccdfd85-d35d-4453-9c6f-a463aae40722" providerId="ADAL" clId="{5B8A6D22-27A2-4EF9-83C4-9A1491FF93A7}" dt="2024-09-13T05:27:05.875" v="411" actId="1076"/>
          <ac:picMkLst>
            <pc:docMk/>
            <pc:sldMk cId="0" sldId="308"/>
            <ac:picMk id="454" creationId="{00000000-0000-0000-0000-000000000000}"/>
          </ac:picMkLst>
        </pc:picChg>
        <pc:picChg chg="mod">
          <ac:chgData name="Ms Alina Arshad" userId="cccdfd85-d35d-4453-9c6f-a463aae40722" providerId="ADAL" clId="{5B8A6D22-27A2-4EF9-83C4-9A1491FF93A7}" dt="2024-09-13T05:27:30.375" v="419" actId="1076"/>
          <ac:picMkLst>
            <pc:docMk/>
            <pc:sldMk cId="0" sldId="308"/>
            <ac:picMk id="456" creationId="{00000000-0000-0000-0000-000000000000}"/>
          </ac:picMkLst>
        </pc:picChg>
      </pc:sldChg>
      <pc:sldChg chg="modSp mod">
        <pc:chgData name="Ms Alina Arshad" userId="cccdfd85-d35d-4453-9c6f-a463aae40722" providerId="ADAL" clId="{5B8A6D22-27A2-4EF9-83C4-9A1491FF93A7}" dt="2024-09-13T05:28:04.912" v="434" actId="1076"/>
        <pc:sldMkLst>
          <pc:docMk/>
          <pc:sldMk cId="0" sldId="309"/>
        </pc:sldMkLst>
        <pc:spChg chg="mod">
          <ac:chgData name="Ms Alina Arshad" userId="cccdfd85-d35d-4453-9c6f-a463aae40722" providerId="ADAL" clId="{5B8A6D22-27A2-4EF9-83C4-9A1491FF93A7}" dt="2024-09-13T05:27:48.996" v="426" actId="1076"/>
          <ac:spMkLst>
            <pc:docMk/>
            <pc:sldMk cId="0" sldId="309"/>
            <ac:spMk id="462" creationId="{00000000-0000-0000-0000-000000000000}"/>
          </ac:spMkLst>
        </pc:spChg>
        <pc:spChg chg="mod">
          <ac:chgData name="Ms Alina Arshad" userId="cccdfd85-d35d-4453-9c6f-a463aae40722" providerId="ADAL" clId="{5B8A6D22-27A2-4EF9-83C4-9A1491FF93A7}" dt="2024-09-13T05:28:04.912" v="434" actId="1076"/>
          <ac:spMkLst>
            <pc:docMk/>
            <pc:sldMk cId="0" sldId="309"/>
            <ac:spMk id="465" creationId="{00000000-0000-0000-0000-000000000000}"/>
          </ac:spMkLst>
        </pc:spChg>
        <pc:picChg chg="mod">
          <ac:chgData name="Ms Alina Arshad" userId="cccdfd85-d35d-4453-9c6f-a463aae40722" providerId="ADAL" clId="{5B8A6D22-27A2-4EF9-83C4-9A1491FF93A7}" dt="2024-09-13T05:27:53.686" v="429" actId="1076"/>
          <ac:picMkLst>
            <pc:docMk/>
            <pc:sldMk cId="0" sldId="309"/>
            <ac:picMk id="463" creationId="{00000000-0000-0000-0000-000000000000}"/>
          </ac:picMkLst>
        </pc:picChg>
        <pc:picChg chg="mod">
          <ac:chgData name="Ms Alina Arshad" userId="cccdfd85-d35d-4453-9c6f-a463aae40722" providerId="ADAL" clId="{5B8A6D22-27A2-4EF9-83C4-9A1491FF93A7}" dt="2024-09-13T05:27:45.262" v="424" actId="1076"/>
          <ac:picMkLst>
            <pc:docMk/>
            <pc:sldMk cId="0" sldId="309"/>
            <ac:picMk id="464" creationId="{00000000-0000-0000-0000-000000000000}"/>
          </ac:picMkLst>
        </pc:picChg>
      </pc:sldChg>
      <pc:sldChg chg="modSp mod">
        <pc:chgData name="Ms Alina Arshad" userId="cccdfd85-d35d-4453-9c6f-a463aae40722" providerId="ADAL" clId="{5B8A6D22-27A2-4EF9-83C4-9A1491FF93A7}" dt="2024-09-13T05:28:19.789" v="438" actId="207"/>
        <pc:sldMkLst>
          <pc:docMk/>
          <pc:sldMk cId="0" sldId="310"/>
        </pc:sldMkLst>
        <pc:spChg chg="mod">
          <ac:chgData name="Ms Alina Arshad" userId="cccdfd85-d35d-4453-9c6f-a463aae40722" providerId="ADAL" clId="{5B8A6D22-27A2-4EF9-83C4-9A1491FF93A7}" dt="2024-09-13T05:28:16.258" v="437" actId="14100"/>
          <ac:spMkLst>
            <pc:docMk/>
            <pc:sldMk cId="0" sldId="310"/>
            <ac:spMk id="470" creationId="{00000000-0000-0000-0000-000000000000}"/>
          </ac:spMkLst>
        </pc:spChg>
        <pc:spChg chg="mod">
          <ac:chgData name="Ms Alina Arshad" userId="cccdfd85-d35d-4453-9c6f-a463aae40722" providerId="ADAL" clId="{5B8A6D22-27A2-4EF9-83C4-9A1491FF93A7}" dt="2024-09-13T05:28:19.789" v="438" actId="207"/>
          <ac:spMkLst>
            <pc:docMk/>
            <pc:sldMk cId="0" sldId="310"/>
            <ac:spMk id="471" creationId="{00000000-0000-0000-0000-000000000000}"/>
          </ac:spMkLst>
        </pc:spChg>
      </pc:sldChg>
      <pc:sldChg chg="modSp mod">
        <pc:chgData name="Ms Alina Arshad" userId="cccdfd85-d35d-4453-9c6f-a463aae40722" providerId="ADAL" clId="{5B8A6D22-27A2-4EF9-83C4-9A1491FF93A7}" dt="2024-09-13T05:28:49.849" v="450" actId="1076"/>
        <pc:sldMkLst>
          <pc:docMk/>
          <pc:sldMk cId="0" sldId="311"/>
        </pc:sldMkLst>
        <pc:spChg chg="mod">
          <ac:chgData name="Ms Alina Arshad" userId="cccdfd85-d35d-4453-9c6f-a463aae40722" providerId="ADAL" clId="{5B8A6D22-27A2-4EF9-83C4-9A1491FF93A7}" dt="2024-09-13T05:28:33.913" v="445" actId="1076"/>
          <ac:spMkLst>
            <pc:docMk/>
            <pc:sldMk cId="0" sldId="311"/>
            <ac:spMk id="477" creationId="{00000000-0000-0000-0000-000000000000}"/>
          </ac:spMkLst>
        </pc:spChg>
        <pc:spChg chg="mod">
          <ac:chgData name="Ms Alina Arshad" userId="cccdfd85-d35d-4453-9c6f-a463aae40722" providerId="ADAL" clId="{5B8A6D22-27A2-4EF9-83C4-9A1491FF93A7}" dt="2024-09-13T05:28:49.849" v="450" actId="1076"/>
          <ac:spMkLst>
            <pc:docMk/>
            <pc:sldMk cId="0" sldId="311"/>
            <ac:spMk id="479" creationId="{00000000-0000-0000-0000-000000000000}"/>
          </ac:spMkLst>
        </pc:spChg>
        <pc:picChg chg="mod">
          <ac:chgData name="Ms Alina Arshad" userId="cccdfd85-d35d-4453-9c6f-a463aae40722" providerId="ADAL" clId="{5B8A6D22-27A2-4EF9-83C4-9A1491FF93A7}" dt="2024-09-13T05:28:36.417" v="446" actId="1076"/>
          <ac:picMkLst>
            <pc:docMk/>
            <pc:sldMk cId="0" sldId="311"/>
            <ac:picMk id="478" creationId="{00000000-0000-0000-0000-000000000000}"/>
          </ac:picMkLst>
        </pc:picChg>
      </pc:sldChg>
      <pc:sldChg chg="modSp mod">
        <pc:chgData name="Ms Alina Arshad" userId="cccdfd85-d35d-4453-9c6f-a463aae40722" providerId="ADAL" clId="{5B8A6D22-27A2-4EF9-83C4-9A1491FF93A7}" dt="2024-09-13T05:35:27.078" v="463" actId="1076"/>
        <pc:sldMkLst>
          <pc:docMk/>
          <pc:sldMk cId="0" sldId="312"/>
        </pc:sldMkLst>
        <pc:spChg chg="mod">
          <ac:chgData name="Ms Alina Arshad" userId="cccdfd85-d35d-4453-9c6f-a463aae40722" providerId="ADAL" clId="{5B8A6D22-27A2-4EF9-83C4-9A1491FF93A7}" dt="2024-09-13T05:35:11.835" v="455" actId="1076"/>
          <ac:spMkLst>
            <pc:docMk/>
            <pc:sldMk cId="0" sldId="312"/>
            <ac:spMk id="485" creationId="{00000000-0000-0000-0000-000000000000}"/>
          </ac:spMkLst>
        </pc:spChg>
        <pc:spChg chg="mod">
          <ac:chgData name="Ms Alina Arshad" userId="cccdfd85-d35d-4453-9c6f-a463aae40722" providerId="ADAL" clId="{5B8A6D22-27A2-4EF9-83C4-9A1491FF93A7}" dt="2024-09-13T05:35:25.126" v="461" actId="1076"/>
          <ac:spMkLst>
            <pc:docMk/>
            <pc:sldMk cId="0" sldId="312"/>
            <ac:spMk id="488" creationId="{00000000-0000-0000-0000-000000000000}"/>
          </ac:spMkLst>
        </pc:spChg>
        <pc:picChg chg="mod">
          <ac:chgData name="Ms Alina Arshad" userId="cccdfd85-d35d-4453-9c6f-a463aae40722" providerId="ADAL" clId="{5B8A6D22-27A2-4EF9-83C4-9A1491FF93A7}" dt="2024-09-13T05:35:27.078" v="463" actId="1076"/>
          <ac:picMkLst>
            <pc:docMk/>
            <pc:sldMk cId="0" sldId="312"/>
            <ac:picMk id="486" creationId="{00000000-0000-0000-0000-000000000000}"/>
          </ac:picMkLst>
        </pc:picChg>
      </pc:sldChg>
      <pc:sldChg chg="modSp mod modShow">
        <pc:chgData name="Ms Alina Arshad" userId="cccdfd85-d35d-4453-9c6f-a463aae40722" providerId="ADAL" clId="{5B8A6D22-27A2-4EF9-83C4-9A1491FF93A7}" dt="2024-09-13T05:35:54.938" v="473" actId="729"/>
        <pc:sldMkLst>
          <pc:docMk/>
          <pc:sldMk cId="0" sldId="313"/>
        </pc:sldMkLst>
        <pc:spChg chg="mod">
          <ac:chgData name="Ms Alina Arshad" userId="cccdfd85-d35d-4453-9c6f-a463aae40722" providerId="ADAL" clId="{5B8A6D22-27A2-4EF9-83C4-9A1491FF93A7}" dt="2024-09-13T05:35:36.295" v="467" actId="1076"/>
          <ac:spMkLst>
            <pc:docMk/>
            <pc:sldMk cId="0" sldId="313"/>
            <ac:spMk id="494" creationId="{00000000-0000-0000-0000-000000000000}"/>
          </ac:spMkLst>
        </pc:spChg>
        <pc:spChg chg="mod">
          <ac:chgData name="Ms Alina Arshad" userId="cccdfd85-d35d-4453-9c6f-a463aae40722" providerId="ADAL" clId="{5B8A6D22-27A2-4EF9-83C4-9A1491FF93A7}" dt="2024-09-13T05:35:48.088" v="472" actId="207"/>
          <ac:spMkLst>
            <pc:docMk/>
            <pc:sldMk cId="0" sldId="313"/>
            <ac:spMk id="495" creationId="{00000000-0000-0000-0000-000000000000}"/>
          </ac:spMkLst>
        </pc:spChg>
      </pc:sldChg>
      <pc:sldChg chg="modSp mod modShow">
        <pc:chgData name="Ms Alina Arshad" userId="cccdfd85-d35d-4453-9c6f-a463aae40722" providerId="ADAL" clId="{5B8A6D22-27A2-4EF9-83C4-9A1491FF93A7}" dt="2024-09-13T05:38:01.383" v="486" actId="404"/>
        <pc:sldMkLst>
          <pc:docMk/>
          <pc:sldMk cId="0" sldId="314"/>
        </pc:sldMkLst>
        <pc:spChg chg="mod">
          <ac:chgData name="Ms Alina Arshad" userId="cccdfd85-d35d-4453-9c6f-a463aae40722" providerId="ADAL" clId="{5B8A6D22-27A2-4EF9-83C4-9A1491FF93A7}" dt="2024-09-13T05:37:57.275" v="485" actId="1076"/>
          <ac:spMkLst>
            <pc:docMk/>
            <pc:sldMk cId="0" sldId="314"/>
            <ac:spMk id="501" creationId="{00000000-0000-0000-0000-000000000000}"/>
          </ac:spMkLst>
        </pc:spChg>
        <pc:spChg chg="mod">
          <ac:chgData name="Ms Alina Arshad" userId="cccdfd85-d35d-4453-9c6f-a463aae40722" providerId="ADAL" clId="{5B8A6D22-27A2-4EF9-83C4-9A1491FF93A7}" dt="2024-09-13T05:38:01.383" v="486" actId="404"/>
          <ac:spMkLst>
            <pc:docMk/>
            <pc:sldMk cId="0" sldId="314"/>
            <ac:spMk id="504" creationId="{00000000-0000-0000-0000-000000000000}"/>
          </ac:spMkLst>
        </pc:spChg>
        <pc:spChg chg="mod">
          <ac:chgData name="Ms Alina Arshad" userId="cccdfd85-d35d-4453-9c6f-a463aae40722" providerId="ADAL" clId="{5B8A6D22-27A2-4EF9-83C4-9A1491FF93A7}" dt="2024-09-13T05:37:38.579" v="481" actId="1076"/>
          <ac:spMkLst>
            <pc:docMk/>
            <pc:sldMk cId="0" sldId="314"/>
            <ac:spMk id="505" creationId="{00000000-0000-0000-0000-000000000000}"/>
          </ac:spMkLst>
        </pc:spChg>
        <pc:picChg chg="mod">
          <ac:chgData name="Ms Alina Arshad" userId="cccdfd85-d35d-4453-9c6f-a463aae40722" providerId="ADAL" clId="{5B8A6D22-27A2-4EF9-83C4-9A1491FF93A7}" dt="2024-09-13T05:36:08.662" v="476" actId="1076"/>
          <ac:picMkLst>
            <pc:docMk/>
            <pc:sldMk cId="0" sldId="314"/>
            <ac:picMk id="503" creationId="{00000000-0000-0000-0000-000000000000}"/>
          </ac:picMkLst>
        </pc:picChg>
      </pc:sldChg>
      <pc:sldChg chg="modSp mod">
        <pc:chgData name="Ms Alina Arshad" userId="cccdfd85-d35d-4453-9c6f-a463aae40722" providerId="ADAL" clId="{5B8A6D22-27A2-4EF9-83C4-9A1491FF93A7}" dt="2024-09-13T05:38:14.801" v="492" actId="207"/>
        <pc:sldMkLst>
          <pc:docMk/>
          <pc:sldMk cId="0" sldId="315"/>
        </pc:sldMkLst>
        <pc:spChg chg="mod">
          <ac:chgData name="Ms Alina Arshad" userId="cccdfd85-d35d-4453-9c6f-a463aae40722" providerId="ADAL" clId="{5B8A6D22-27A2-4EF9-83C4-9A1491FF93A7}" dt="2024-09-13T05:38:11.662" v="489" actId="14100"/>
          <ac:spMkLst>
            <pc:docMk/>
            <pc:sldMk cId="0" sldId="315"/>
            <ac:spMk id="511" creationId="{00000000-0000-0000-0000-000000000000}"/>
          </ac:spMkLst>
        </pc:spChg>
        <pc:spChg chg="mod">
          <ac:chgData name="Ms Alina Arshad" userId="cccdfd85-d35d-4453-9c6f-a463aae40722" providerId="ADAL" clId="{5B8A6D22-27A2-4EF9-83C4-9A1491FF93A7}" dt="2024-09-13T05:38:14.801" v="492" actId="207"/>
          <ac:spMkLst>
            <pc:docMk/>
            <pc:sldMk cId="0" sldId="315"/>
            <ac:spMk id="512" creationId="{00000000-0000-0000-0000-000000000000}"/>
          </ac:spMkLst>
        </pc:spChg>
      </pc:sldChg>
      <pc:sldChg chg="modSp mod">
        <pc:chgData name="Ms Alina Arshad" userId="cccdfd85-d35d-4453-9c6f-a463aae40722" providerId="ADAL" clId="{5B8A6D22-27A2-4EF9-83C4-9A1491FF93A7}" dt="2024-09-13T05:38:26.127" v="495" actId="207"/>
        <pc:sldMkLst>
          <pc:docMk/>
          <pc:sldMk cId="0" sldId="316"/>
        </pc:sldMkLst>
        <pc:spChg chg="mod">
          <ac:chgData name="Ms Alina Arshad" userId="cccdfd85-d35d-4453-9c6f-a463aae40722" providerId="ADAL" clId="{5B8A6D22-27A2-4EF9-83C4-9A1491FF93A7}" dt="2024-09-13T05:38:23.783" v="494" actId="1076"/>
          <ac:spMkLst>
            <pc:docMk/>
            <pc:sldMk cId="0" sldId="316"/>
            <ac:spMk id="518" creationId="{00000000-0000-0000-0000-000000000000}"/>
          </ac:spMkLst>
        </pc:spChg>
        <pc:spChg chg="mod">
          <ac:chgData name="Ms Alina Arshad" userId="cccdfd85-d35d-4453-9c6f-a463aae40722" providerId="ADAL" clId="{5B8A6D22-27A2-4EF9-83C4-9A1491FF93A7}" dt="2024-09-13T05:38:26.127" v="495" actId="207"/>
          <ac:spMkLst>
            <pc:docMk/>
            <pc:sldMk cId="0" sldId="316"/>
            <ac:spMk id="519" creationId="{00000000-0000-0000-0000-000000000000}"/>
          </ac:spMkLst>
        </pc:spChg>
      </pc:sldChg>
      <pc:sldChg chg="modSp mod">
        <pc:chgData name="Ms Alina Arshad" userId="cccdfd85-d35d-4453-9c6f-a463aae40722" providerId="ADAL" clId="{5B8A6D22-27A2-4EF9-83C4-9A1491FF93A7}" dt="2024-09-13T05:38:44.712" v="503" actId="1076"/>
        <pc:sldMkLst>
          <pc:docMk/>
          <pc:sldMk cId="0" sldId="317"/>
        </pc:sldMkLst>
        <pc:spChg chg="mod">
          <ac:chgData name="Ms Alina Arshad" userId="cccdfd85-d35d-4453-9c6f-a463aae40722" providerId="ADAL" clId="{5B8A6D22-27A2-4EF9-83C4-9A1491FF93A7}" dt="2024-09-13T05:38:34.026" v="497" actId="14100"/>
          <ac:spMkLst>
            <pc:docMk/>
            <pc:sldMk cId="0" sldId="317"/>
            <ac:spMk id="525" creationId="{00000000-0000-0000-0000-000000000000}"/>
          </ac:spMkLst>
        </pc:spChg>
        <pc:spChg chg="mod">
          <ac:chgData name="Ms Alina Arshad" userId="cccdfd85-d35d-4453-9c6f-a463aae40722" providerId="ADAL" clId="{5B8A6D22-27A2-4EF9-83C4-9A1491FF93A7}" dt="2024-09-13T05:38:39.716" v="500" actId="1076"/>
          <ac:spMkLst>
            <pc:docMk/>
            <pc:sldMk cId="0" sldId="317"/>
            <ac:spMk id="527" creationId="{00000000-0000-0000-0000-000000000000}"/>
          </ac:spMkLst>
        </pc:spChg>
        <pc:picChg chg="mod">
          <ac:chgData name="Ms Alina Arshad" userId="cccdfd85-d35d-4453-9c6f-a463aae40722" providerId="ADAL" clId="{5B8A6D22-27A2-4EF9-83C4-9A1491FF93A7}" dt="2024-09-13T05:38:44.712" v="503" actId="1076"/>
          <ac:picMkLst>
            <pc:docMk/>
            <pc:sldMk cId="0" sldId="317"/>
            <ac:picMk id="526" creationId="{00000000-0000-0000-0000-000000000000}"/>
          </ac:picMkLst>
        </pc:picChg>
      </pc:sldChg>
      <pc:sldChg chg="modSp mod">
        <pc:chgData name="Ms Alina Arshad" userId="cccdfd85-d35d-4453-9c6f-a463aae40722" providerId="ADAL" clId="{5B8A6D22-27A2-4EF9-83C4-9A1491FF93A7}" dt="2024-09-13T05:38:56.740" v="507" actId="207"/>
        <pc:sldMkLst>
          <pc:docMk/>
          <pc:sldMk cId="0" sldId="318"/>
        </pc:sldMkLst>
        <pc:spChg chg="mod">
          <ac:chgData name="Ms Alina Arshad" userId="cccdfd85-d35d-4453-9c6f-a463aae40722" providerId="ADAL" clId="{5B8A6D22-27A2-4EF9-83C4-9A1491FF93A7}" dt="2024-09-13T05:38:54.256" v="506" actId="14100"/>
          <ac:spMkLst>
            <pc:docMk/>
            <pc:sldMk cId="0" sldId="318"/>
            <ac:spMk id="533" creationId="{00000000-0000-0000-0000-000000000000}"/>
          </ac:spMkLst>
        </pc:spChg>
        <pc:spChg chg="mod">
          <ac:chgData name="Ms Alina Arshad" userId="cccdfd85-d35d-4453-9c6f-a463aae40722" providerId="ADAL" clId="{5B8A6D22-27A2-4EF9-83C4-9A1491FF93A7}" dt="2024-09-13T05:38:56.740" v="507" actId="207"/>
          <ac:spMkLst>
            <pc:docMk/>
            <pc:sldMk cId="0" sldId="318"/>
            <ac:spMk id="534" creationId="{00000000-0000-0000-0000-000000000000}"/>
          </ac:spMkLst>
        </pc:spChg>
      </pc:sldChg>
      <pc:sldChg chg="modSp mod">
        <pc:chgData name="Ms Alina Arshad" userId="cccdfd85-d35d-4453-9c6f-a463aae40722" providerId="ADAL" clId="{5B8A6D22-27A2-4EF9-83C4-9A1491FF93A7}" dt="2024-09-13T05:39:36.508" v="519" actId="207"/>
        <pc:sldMkLst>
          <pc:docMk/>
          <pc:sldMk cId="0" sldId="319"/>
        </pc:sldMkLst>
        <pc:spChg chg="mod">
          <ac:chgData name="Ms Alina Arshad" userId="cccdfd85-d35d-4453-9c6f-a463aae40722" providerId="ADAL" clId="{5B8A6D22-27A2-4EF9-83C4-9A1491FF93A7}" dt="2024-09-13T05:39:08.797" v="511" actId="1076"/>
          <ac:spMkLst>
            <pc:docMk/>
            <pc:sldMk cId="0" sldId="319"/>
            <ac:spMk id="540" creationId="{00000000-0000-0000-0000-000000000000}"/>
          </ac:spMkLst>
        </pc:spChg>
        <pc:spChg chg="mod">
          <ac:chgData name="Ms Alina Arshad" userId="cccdfd85-d35d-4453-9c6f-a463aae40722" providerId="ADAL" clId="{5B8A6D22-27A2-4EF9-83C4-9A1491FF93A7}" dt="2024-09-13T05:39:36.508" v="519" actId="207"/>
          <ac:spMkLst>
            <pc:docMk/>
            <pc:sldMk cId="0" sldId="319"/>
            <ac:spMk id="541" creationId="{00000000-0000-0000-0000-000000000000}"/>
          </ac:spMkLst>
        </pc:spChg>
      </pc:sldChg>
      <pc:sldChg chg="modSp mod">
        <pc:chgData name="Ms Alina Arshad" userId="cccdfd85-d35d-4453-9c6f-a463aae40722" providerId="ADAL" clId="{5B8A6D22-27A2-4EF9-83C4-9A1491FF93A7}" dt="2024-09-13T05:39:43.101" v="521" actId="207"/>
        <pc:sldMkLst>
          <pc:docMk/>
          <pc:sldMk cId="0" sldId="320"/>
        </pc:sldMkLst>
        <pc:spChg chg="mod">
          <ac:chgData name="Ms Alina Arshad" userId="cccdfd85-d35d-4453-9c6f-a463aae40722" providerId="ADAL" clId="{5B8A6D22-27A2-4EF9-83C4-9A1491FF93A7}" dt="2024-09-13T05:39:40.086" v="520" actId="207"/>
          <ac:spMkLst>
            <pc:docMk/>
            <pc:sldMk cId="0" sldId="320"/>
            <ac:spMk id="549" creationId="{00000000-0000-0000-0000-000000000000}"/>
          </ac:spMkLst>
        </pc:spChg>
        <pc:spChg chg="mod">
          <ac:chgData name="Ms Alina Arshad" userId="cccdfd85-d35d-4453-9c6f-a463aae40722" providerId="ADAL" clId="{5B8A6D22-27A2-4EF9-83C4-9A1491FF93A7}" dt="2024-09-13T05:39:43.101" v="521" actId="207"/>
          <ac:spMkLst>
            <pc:docMk/>
            <pc:sldMk cId="0" sldId="320"/>
            <ac:spMk id="550" creationId="{00000000-0000-0000-0000-000000000000}"/>
          </ac:spMkLst>
        </pc:spChg>
      </pc:sldChg>
      <pc:sldChg chg="modSp mod">
        <pc:chgData name="Ms Alina Arshad" userId="cccdfd85-d35d-4453-9c6f-a463aae40722" providerId="ADAL" clId="{5B8A6D22-27A2-4EF9-83C4-9A1491FF93A7}" dt="2024-09-13T05:40:03.137" v="526" actId="207"/>
        <pc:sldMkLst>
          <pc:docMk/>
          <pc:sldMk cId="0" sldId="321"/>
        </pc:sldMkLst>
        <pc:spChg chg="mod">
          <ac:chgData name="Ms Alina Arshad" userId="cccdfd85-d35d-4453-9c6f-a463aae40722" providerId="ADAL" clId="{5B8A6D22-27A2-4EF9-83C4-9A1491FF93A7}" dt="2024-09-13T05:39:51.130" v="523" actId="14100"/>
          <ac:spMkLst>
            <pc:docMk/>
            <pc:sldMk cId="0" sldId="321"/>
            <ac:spMk id="555" creationId="{00000000-0000-0000-0000-000000000000}"/>
          </ac:spMkLst>
        </pc:spChg>
        <pc:spChg chg="mod">
          <ac:chgData name="Ms Alina Arshad" userId="cccdfd85-d35d-4453-9c6f-a463aae40722" providerId="ADAL" clId="{5B8A6D22-27A2-4EF9-83C4-9A1491FF93A7}" dt="2024-09-13T05:39:58.675" v="525" actId="2711"/>
          <ac:spMkLst>
            <pc:docMk/>
            <pc:sldMk cId="0" sldId="321"/>
            <ac:spMk id="556" creationId="{00000000-0000-0000-0000-000000000000}"/>
          </ac:spMkLst>
        </pc:spChg>
        <pc:spChg chg="mod">
          <ac:chgData name="Ms Alina Arshad" userId="cccdfd85-d35d-4453-9c6f-a463aae40722" providerId="ADAL" clId="{5B8A6D22-27A2-4EF9-83C4-9A1491FF93A7}" dt="2024-09-13T05:40:03.137" v="526" actId="207"/>
          <ac:spMkLst>
            <pc:docMk/>
            <pc:sldMk cId="0" sldId="321"/>
            <ac:spMk id="557" creationId="{00000000-0000-0000-0000-000000000000}"/>
          </ac:spMkLst>
        </pc:spChg>
      </pc:sldChg>
      <pc:sldChg chg="modSp mod">
        <pc:chgData name="Ms Alina Arshad" userId="cccdfd85-d35d-4453-9c6f-a463aae40722" providerId="ADAL" clId="{5B8A6D22-27A2-4EF9-83C4-9A1491FF93A7}" dt="2024-09-13T05:40:17.744" v="534" actId="20577"/>
        <pc:sldMkLst>
          <pc:docMk/>
          <pc:sldMk cId="0" sldId="322"/>
        </pc:sldMkLst>
        <pc:spChg chg="mod">
          <ac:chgData name="Ms Alina Arshad" userId="cccdfd85-d35d-4453-9c6f-a463aae40722" providerId="ADAL" clId="{5B8A6D22-27A2-4EF9-83C4-9A1491FF93A7}" dt="2024-09-13T05:40:10.948" v="529" actId="27636"/>
          <ac:spMkLst>
            <pc:docMk/>
            <pc:sldMk cId="0" sldId="322"/>
            <ac:spMk id="563" creationId="{00000000-0000-0000-0000-000000000000}"/>
          </ac:spMkLst>
        </pc:spChg>
        <pc:spChg chg="mod">
          <ac:chgData name="Ms Alina Arshad" userId="cccdfd85-d35d-4453-9c6f-a463aae40722" providerId="ADAL" clId="{5B8A6D22-27A2-4EF9-83C4-9A1491FF93A7}" dt="2024-09-13T05:40:17.744" v="534" actId="20577"/>
          <ac:spMkLst>
            <pc:docMk/>
            <pc:sldMk cId="0" sldId="322"/>
            <ac:spMk id="564" creationId="{00000000-0000-0000-0000-000000000000}"/>
          </ac:spMkLst>
        </pc:spChg>
      </pc:sldChg>
      <pc:sldChg chg="modSp mod">
        <pc:chgData name="Ms Alina Arshad" userId="cccdfd85-d35d-4453-9c6f-a463aae40722" providerId="ADAL" clId="{5B8A6D22-27A2-4EF9-83C4-9A1491FF93A7}" dt="2024-09-13T05:41:09.017" v="547" actId="14100"/>
        <pc:sldMkLst>
          <pc:docMk/>
          <pc:sldMk cId="0" sldId="323"/>
        </pc:sldMkLst>
        <pc:spChg chg="mod">
          <ac:chgData name="Ms Alina Arshad" userId="cccdfd85-d35d-4453-9c6f-a463aae40722" providerId="ADAL" clId="{5B8A6D22-27A2-4EF9-83C4-9A1491FF93A7}" dt="2024-09-13T05:40:50.376" v="538" actId="207"/>
          <ac:spMkLst>
            <pc:docMk/>
            <pc:sldMk cId="0" sldId="323"/>
            <ac:spMk id="569" creationId="{00000000-0000-0000-0000-000000000000}"/>
          </ac:spMkLst>
        </pc:spChg>
        <pc:spChg chg="mod">
          <ac:chgData name="Ms Alina Arshad" userId="cccdfd85-d35d-4453-9c6f-a463aae40722" providerId="ADAL" clId="{5B8A6D22-27A2-4EF9-83C4-9A1491FF93A7}" dt="2024-09-13T05:41:09.017" v="547" actId="14100"/>
          <ac:spMkLst>
            <pc:docMk/>
            <pc:sldMk cId="0" sldId="323"/>
            <ac:spMk id="570" creationId="{00000000-0000-0000-0000-000000000000}"/>
          </ac:spMkLst>
        </pc:spChg>
      </pc:sldChg>
      <pc:sldChg chg="modSp mod">
        <pc:chgData name="Ms Alina Arshad" userId="cccdfd85-d35d-4453-9c6f-a463aae40722" providerId="ADAL" clId="{5B8A6D22-27A2-4EF9-83C4-9A1491FF93A7}" dt="2024-09-13T05:41:47.797" v="554" actId="207"/>
        <pc:sldMkLst>
          <pc:docMk/>
          <pc:sldMk cId="0" sldId="324"/>
        </pc:sldMkLst>
        <pc:spChg chg="mod">
          <ac:chgData name="Ms Alina Arshad" userId="cccdfd85-d35d-4453-9c6f-a463aae40722" providerId="ADAL" clId="{5B8A6D22-27A2-4EF9-83C4-9A1491FF93A7}" dt="2024-09-13T05:41:29.887" v="551" actId="207"/>
          <ac:spMkLst>
            <pc:docMk/>
            <pc:sldMk cId="0" sldId="324"/>
            <ac:spMk id="576" creationId="{00000000-0000-0000-0000-000000000000}"/>
          </ac:spMkLst>
        </pc:spChg>
        <pc:spChg chg="mod">
          <ac:chgData name="Ms Alina Arshad" userId="cccdfd85-d35d-4453-9c6f-a463aae40722" providerId="ADAL" clId="{5B8A6D22-27A2-4EF9-83C4-9A1491FF93A7}" dt="2024-09-13T05:41:47.797" v="554" actId="207"/>
          <ac:spMkLst>
            <pc:docMk/>
            <pc:sldMk cId="0" sldId="324"/>
            <ac:spMk id="577" creationId="{00000000-0000-0000-0000-000000000000}"/>
          </ac:spMkLst>
        </pc:spChg>
      </pc:sldChg>
      <pc:sldChg chg="modSp mod">
        <pc:chgData name="Ms Alina Arshad" userId="cccdfd85-d35d-4453-9c6f-a463aae40722" providerId="ADAL" clId="{5B8A6D22-27A2-4EF9-83C4-9A1491FF93A7}" dt="2024-09-13T05:42:40.229" v="567" actId="207"/>
        <pc:sldMkLst>
          <pc:docMk/>
          <pc:sldMk cId="0" sldId="325"/>
        </pc:sldMkLst>
        <pc:spChg chg="mod">
          <ac:chgData name="Ms Alina Arshad" userId="cccdfd85-d35d-4453-9c6f-a463aae40722" providerId="ADAL" clId="{5B8A6D22-27A2-4EF9-83C4-9A1491FF93A7}" dt="2024-09-13T05:42:36.755" v="566" actId="1076"/>
          <ac:spMkLst>
            <pc:docMk/>
            <pc:sldMk cId="0" sldId="325"/>
            <ac:spMk id="583" creationId="{00000000-0000-0000-0000-000000000000}"/>
          </ac:spMkLst>
        </pc:spChg>
        <pc:spChg chg="mod">
          <ac:chgData name="Ms Alina Arshad" userId="cccdfd85-d35d-4453-9c6f-a463aae40722" providerId="ADAL" clId="{5B8A6D22-27A2-4EF9-83C4-9A1491FF93A7}" dt="2024-09-13T05:42:40.229" v="567" actId="207"/>
          <ac:spMkLst>
            <pc:docMk/>
            <pc:sldMk cId="0" sldId="325"/>
            <ac:spMk id="584" creationId="{00000000-0000-0000-0000-000000000000}"/>
          </ac:spMkLst>
        </pc:spChg>
      </pc:sldChg>
      <pc:sldChg chg="modSp mod">
        <pc:chgData name="Ms Alina Arshad" userId="cccdfd85-d35d-4453-9c6f-a463aae40722" providerId="ADAL" clId="{5B8A6D22-27A2-4EF9-83C4-9A1491FF93A7}" dt="2024-09-13T06:34:13.537" v="571" actId="207"/>
        <pc:sldMkLst>
          <pc:docMk/>
          <pc:sldMk cId="0" sldId="326"/>
        </pc:sldMkLst>
        <pc:spChg chg="mod">
          <ac:chgData name="Ms Alina Arshad" userId="cccdfd85-d35d-4453-9c6f-a463aae40722" providerId="ADAL" clId="{5B8A6D22-27A2-4EF9-83C4-9A1491FF93A7}" dt="2024-09-13T06:34:10.053" v="570" actId="1076"/>
          <ac:spMkLst>
            <pc:docMk/>
            <pc:sldMk cId="0" sldId="326"/>
            <ac:spMk id="589" creationId="{00000000-0000-0000-0000-000000000000}"/>
          </ac:spMkLst>
        </pc:spChg>
        <pc:spChg chg="mod">
          <ac:chgData name="Ms Alina Arshad" userId="cccdfd85-d35d-4453-9c6f-a463aae40722" providerId="ADAL" clId="{5B8A6D22-27A2-4EF9-83C4-9A1491FF93A7}" dt="2024-09-13T06:34:13.537" v="571" actId="207"/>
          <ac:spMkLst>
            <pc:docMk/>
            <pc:sldMk cId="0" sldId="326"/>
            <ac:spMk id="590" creationId="{00000000-0000-0000-0000-000000000000}"/>
          </ac:spMkLst>
        </pc:spChg>
      </pc:sldChg>
      <pc:sldChg chg="modSp mod">
        <pc:chgData name="Ms Alina Arshad" userId="cccdfd85-d35d-4453-9c6f-a463aae40722" providerId="ADAL" clId="{5B8A6D22-27A2-4EF9-83C4-9A1491FF93A7}" dt="2024-09-13T06:35:12.054" v="588" actId="14100"/>
        <pc:sldMkLst>
          <pc:docMk/>
          <pc:sldMk cId="0" sldId="327"/>
        </pc:sldMkLst>
        <pc:spChg chg="mod">
          <ac:chgData name="Ms Alina Arshad" userId="cccdfd85-d35d-4453-9c6f-a463aae40722" providerId="ADAL" clId="{5B8A6D22-27A2-4EF9-83C4-9A1491FF93A7}" dt="2024-09-13T06:34:22.582" v="573" actId="14100"/>
          <ac:spMkLst>
            <pc:docMk/>
            <pc:sldMk cId="0" sldId="327"/>
            <ac:spMk id="595" creationId="{00000000-0000-0000-0000-000000000000}"/>
          </ac:spMkLst>
        </pc:spChg>
        <pc:spChg chg="mod">
          <ac:chgData name="Ms Alina Arshad" userId="cccdfd85-d35d-4453-9c6f-a463aae40722" providerId="ADAL" clId="{5B8A6D22-27A2-4EF9-83C4-9A1491FF93A7}" dt="2024-09-13T06:34:34.922" v="577" actId="207"/>
          <ac:spMkLst>
            <pc:docMk/>
            <pc:sldMk cId="0" sldId="327"/>
            <ac:spMk id="596" creationId="{00000000-0000-0000-0000-000000000000}"/>
          </ac:spMkLst>
        </pc:spChg>
        <pc:spChg chg="mod">
          <ac:chgData name="Ms Alina Arshad" userId="cccdfd85-d35d-4453-9c6f-a463aae40722" providerId="ADAL" clId="{5B8A6D22-27A2-4EF9-83C4-9A1491FF93A7}" dt="2024-09-13T06:35:12.054" v="588" actId="14100"/>
          <ac:spMkLst>
            <pc:docMk/>
            <pc:sldMk cId="0" sldId="327"/>
            <ac:spMk id="597" creationId="{00000000-0000-0000-0000-000000000000}"/>
          </ac:spMkLst>
        </pc:spChg>
      </pc:sldChg>
      <pc:sldChg chg="modSp mod">
        <pc:chgData name="Ms Alina Arshad" userId="cccdfd85-d35d-4453-9c6f-a463aae40722" providerId="ADAL" clId="{5B8A6D22-27A2-4EF9-83C4-9A1491FF93A7}" dt="2024-09-13T06:36:37.576" v="592" actId="207"/>
        <pc:sldMkLst>
          <pc:docMk/>
          <pc:sldMk cId="0" sldId="328"/>
        </pc:sldMkLst>
        <pc:spChg chg="mod">
          <ac:chgData name="Ms Alina Arshad" userId="cccdfd85-d35d-4453-9c6f-a463aae40722" providerId="ADAL" clId="{5B8A6D22-27A2-4EF9-83C4-9A1491FF93A7}" dt="2024-09-13T06:36:23.412" v="591" actId="14100"/>
          <ac:spMkLst>
            <pc:docMk/>
            <pc:sldMk cId="0" sldId="328"/>
            <ac:spMk id="602" creationId="{00000000-0000-0000-0000-000000000000}"/>
          </ac:spMkLst>
        </pc:spChg>
        <pc:spChg chg="mod">
          <ac:chgData name="Ms Alina Arshad" userId="cccdfd85-d35d-4453-9c6f-a463aae40722" providerId="ADAL" clId="{5B8A6D22-27A2-4EF9-83C4-9A1491FF93A7}" dt="2024-09-13T06:36:37.576" v="592" actId="207"/>
          <ac:spMkLst>
            <pc:docMk/>
            <pc:sldMk cId="0" sldId="328"/>
            <ac:spMk id="603" creationId="{00000000-0000-0000-0000-000000000000}"/>
          </ac:spMkLst>
        </pc:spChg>
      </pc:sldChg>
      <pc:sldChg chg="modSp mod">
        <pc:chgData name="Ms Alina Arshad" userId="cccdfd85-d35d-4453-9c6f-a463aae40722" providerId="ADAL" clId="{5B8A6D22-27A2-4EF9-83C4-9A1491FF93A7}" dt="2024-09-13T06:37:46.588" v="597" actId="207"/>
        <pc:sldMkLst>
          <pc:docMk/>
          <pc:sldMk cId="0" sldId="329"/>
        </pc:sldMkLst>
        <pc:spChg chg="mod">
          <ac:chgData name="Ms Alina Arshad" userId="cccdfd85-d35d-4453-9c6f-a463aae40722" providerId="ADAL" clId="{5B8A6D22-27A2-4EF9-83C4-9A1491FF93A7}" dt="2024-09-13T06:37:42.885" v="596" actId="207"/>
          <ac:spMkLst>
            <pc:docMk/>
            <pc:sldMk cId="0" sldId="329"/>
            <ac:spMk id="608" creationId="{00000000-0000-0000-0000-000000000000}"/>
          </ac:spMkLst>
        </pc:spChg>
        <pc:spChg chg="mod">
          <ac:chgData name="Ms Alina Arshad" userId="cccdfd85-d35d-4453-9c6f-a463aae40722" providerId="ADAL" clId="{5B8A6D22-27A2-4EF9-83C4-9A1491FF93A7}" dt="2024-09-13T06:37:46.588" v="597" actId="207"/>
          <ac:spMkLst>
            <pc:docMk/>
            <pc:sldMk cId="0" sldId="329"/>
            <ac:spMk id="609" creationId="{00000000-0000-0000-0000-000000000000}"/>
          </ac:spMkLst>
        </pc:spChg>
      </pc:sldChg>
      <pc:sldChg chg="modSp mod">
        <pc:chgData name="Ms Alina Arshad" userId="cccdfd85-d35d-4453-9c6f-a463aae40722" providerId="ADAL" clId="{5B8A6D22-27A2-4EF9-83C4-9A1491FF93A7}" dt="2024-09-13T06:37:59.873" v="604" actId="1076"/>
        <pc:sldMkLst>
          <pc:docMk/>
          <pc:sldMk cId="0" sldId="330"/>
        </pc:sldMkLst>
        <pc:spChg chg="mod">
          <ac:chgData name="Ms Alina Arshad" userId="cccdfd85-d35d-4453-9c6f-a463aae40722" providerId="ADAL" clId="{5B8A6D22-27A2-4EF9-83C4-9A1491FF93A7}" dt="2024-09-13T06:37:52.843" v="600" actId="14100"/>
          <ac:spMkLst>
            <pc:docMk/>
            <pc:sldMk cId="0" sldId="330"/>
            <ac:spMk id="615" creationId="{00000000-0000-0000-0000-000000000000}"/>
          </ac:spMkLst>
        </pc:spChg>
        <pc:spChg chg="mod">
          <ac:chgData name="Ms Alina Arshad" userId="cccdfd85-d35d-4453-9c6f-a463aae40722" providerId="ADAL" clId="{5B8A6D22-27A2-4EF9-83C4-9A1491FF93A7}" dt="2024-09-13T06:37:55.702" v="601" actId="1076"/>
          <ac:spMkLst>
            <pc:docMk/>
            <pc:sldMk cId="0" sldId="330"/>
            <ac:spMk id="617" creationId="{00000000-0000-0000-0000-000000000000}"/>
          </ac:spMkLst>
        </pc:spChg>
        <pc:picChg chg="mod">
          <ac:chgData name="Ms Alina Arshad" userId="cccdfd85-d35d-4453-9c6f-a463aae40722" providerId="ADAL" clId="{5B8A6D22-27A2-4EF9-83C4-9A1491FF93A7}" dt="2024-09-13T06:37:59.873" v="604" actId="1076"/>
          <ac:picMkLst>
            <pc:docMk/>
            <pc:sldMk cId="0" sldId="330"/>
            <ac:picMk id="616" creationId="{00000000-0000-0000-0000-000000000000}"/>
          </ac:picMkLst>
        </pc:picChg>
      </pc:sldChg>
      <pc:sldChg chg="modSp mod">
        <pc:chgData name="Ms Alina Arshad" userId="cccdfd85-d35d-4453-9c6f-a463aae40722" providerId="ADAL" clId="{5B8A6D22-27A2-4EF9-83C4-9A1491FF93A7}" dt="2024-09-13T06:38:15.645" v="608" actId="207"/>
        <pc:sldMkLst>
          <pc:docMk/>
          <pc:sldMk cId="0" sldId="331"/>
        </pc:sldMkLst>
        <pc:spChg chg="mod">
          <ac:chgData name="Ms Alina Arshad" userId="cccdfd85-d35d-4453-9c6f-a463aae40722" providerId="ADAL" clId="{5B8A6D22-27A2-4EF9-83C4-9A1491FF93A7}" dt="2024-09-13T06:38:12.901" v="607" actId="14100"/>
          <ac:spMkLst>
            <pc:docMk/>
            <pc:sldMk cId="0" sldId="331"/>
            <ac:spMk id="623" creationId="{00000000-0000-0000-0000-000000000000}"/>
          </ac:spMkLst>
        </pc:spChg>
        <pc:spChg chg="mod">
          <ac:chgData name="Ms Alina Arshad" userId="cccdfd85-d35d-4453-9c6f-a463aae40722" providerId="ADAL" clId="{5B8A6D22-27A2-4EF9-83C4-9A1491FF93A7}" dt="2024-09-13T06:38:15.645" v="608" actId="207"/>
          <ac:spMkLst>
            <pc:docMk/>
            <pc:sldMk cId="0" sldId="331"/>
            <ac:spMk id="624" creationId="{00000000-0000-0000-0000-000000000000}"/>
          </ac:spMkLst>
        </pc:spChg>
      </pc:sldChg>
      <pc:sldChg chg="modSp mod">
        <pc:chgData name="Ms Alina Arshad" userId="cccdfd85-d35d-4453-9c6f-a463aae40722" providerId="ADAL" clId="{5B8A6D22-27A2-4EF9-83C4-9A1491FF93A7}" dt="2024-09-13T06:38:36.075" v="612" actId="207"/>
        <pc:sldMkLst>
          <pc:docMk/>
          <pc:sldMk cId="0" sldId="332"/>
        </pc:sldMkLst>
        <pc:spChg chg="mod">
          <ac:chgData name="Ms Alina Arshad" userId="cccdfd85-d35d-4453-9c6f-a463aae40722" providerId="ADAL" clId="{5B8A6D22-27A2-4EF9-83C4-9A1491FF93A7}" dt="2024-09-13T06:38:33.560" v="611" actId="14100"/>
          <ac:spMkLst>
            <pc:docMk/>
            <pc:sldMk cId="0" sldId="332"/>
            <ac:spMk id="629" creationId="{00000000-0000-0000-0000-000000000000}"/>
          </ac:spMkLst>
        </pc:spChg>
        <pc:spChg chg="mod">
          <ac:chgData name="Ms Alina Arshad" userId="cccdfd85-d35d-4453-9c6f-a463aae40722" providerId="ADAL" clId="{5B8A6D22-27A2-4EF9-83C4-9A1491FF93A7}" dt="2024-09-13T06:38:36.075" v="612" actId="207"/>
          <ac:spMkLst>
            <pc:docMk/>
            <pc:sldMk cId="0" sldId="332"/>
            <ac:spMk id="630" creationId="{00000000-0000-0000-0000-000000000000}"/>
          </ac:spMkLst>
        </pc:spChg>
      </pc:sldChg>
      <pc:sldChg chg="modSp mod">
        <pc:chgData name="Ms Alina Arshad" userId="cccdfd85-d35d-4453-9c6f-a463aae40722" providerId="ADAL" clId="{5B8A6D22-27A2-4EF9-83C4-9A1491FF93A7}" dt="2024-09-13T06:38:49.541" v="616" actId="207"/>
        <pc:sldMkLst>
          <pc:docMk/>
          <pc:sldMk cId="0" sldId="333"/>
        </pc:sldMkLst>
        <pc:spChg chg="mod">
          <ac:chgData name="Ms Alina Arshad" userId="cccdfd85-d35d-4453-9c6f-a463aae40722" providerId="ADAL" clId="{5B8A6D22-27A2-4EF9-83C4-9A1491FF93A7}" dt="2024-09-13T06:38:46.697" v="615" actId="14100"/>
          <ac:spMkLst>
            <pc:docMk/>
            <pc:sldMk cId="0" sldId="333"/>
            <ac:spMk id="636" creationId="{00000000-0000-0000-0000-000000000000}"/>
          </ac:spMkLst>
        </pc:spChg>
        <pc:spChg chg="mod">
          <ac:chgData name="Ms Alina Arshad" userId="cccdfd85-d35d-4453-9c6f-a463aae40722" providerId="ADAL" clId="{5B8A6D22-27A2-4EF9-83C4-9A1491FF93A7}" dt="2024-09-13T06:38:49.541" v="616" actId="207"/>
          <ac:spMkLst>
            <pc:docMk/>
            <pc:sldMk cId="0" sldId="333"/>
            <ac:spMk id="637" creationId="{00000000-0000-0000-0000-000000000000}"/>
          </ac:spMkLst>
        </pc:spChg>
      </pc:sldChg>
      <pc:sldChg chg="modSp mod">
        <pc:chgData name="Ms Alina Arshad" userId="cccdfd85-d35d-4453-9c6f-a463aae40722" providerId="ADAL" clId="{5B8A6D22-27A2-4EF9-83C4-9A1491FF93A7}" dt="2024-09-13T06:39:02.917" v="621" actId="207"/>
        <pc:sldMkLst>
          <pc:docMk/>
          <pc:sldMk cId="0" sldId="334"/>
        </pc:sldMkLst>
        <pc:spChg chg="mod">
          <ac:chgData name="Ms Alina Arshad" userId="cccdfd85-d35d-4453-9c6f-a463aae40722" providerId="ADAL" clId="{5B8A6D22-27A2-4EF9-83C4-9A1491FF93A7}" dt="2024-09-13T06:38:58.679" v="619" actId="113"/>
          <ac:spMkLst>
            <pc:docMk/>
            <pc:sldMk cId="0" sldId="334"/>
            <ac:spMk id="642" creationId="{00000000-0000-0000-0000-000000000000}"/>
          </ac:spMkLst>
        </pc:spChg>
        <pc:spChg chg="mod">
          <ac:chgData name="Ms Alina Arshad" userId="cccdfd85-d35d-4453-9c6f-a463aae40722" providerId="ADAL" clId="{5B8A6D22-27A2-4EF9-83C4-9A1491FF93A7}" dt="2024-09-13T06:39:02.917" v="621" actId="207"/>
          <ac:spMkLst>
            <pc:docMk/>
            <pc:sldMk cId="0" sldId="334"/>
            <ac:spMk id="643" creationId="{00000000-0000-0000-0000-000000000000}"/>
          </ac:spMkLst>
        </pc:spChg>
      </pc:sldChg>
      <pc:sldChg chg="modSp mod">
        <pc:chgData name="Ms Alina Arshad" userId="cccdfd85-d35d-4453-9c6f-a463aae40722" providerId="ADAL" clId="{5B8A6D22-27A2-4EF9-83C4-9A1491FF93A7}" dt="2024-09-13T06:39:13.056" v="625" actId="207"/>
        <pc:sldMkLst>
          <pc:docMk/>
          <pc:sldMk cId="0" sldId="335"/>
        </pc:sldMkLst>
        <pc:spChg chg="mod">
          <ac:chgData name="Ms Alina Arshad" userId="cccdfd85-d35d-4453-9c6f-a463aae40722" providerId="ADAL" clId="{5B8A6D22-27A2-4EF9-83C4-9A1491FF93A7}" dt="2024-09-13T06:39:10.822" v="624" actId="14100"/>
          <ac:spMkLst>
            <pc:docMk/>
            <pc:sldMk cId="0" sldId="335"/>
            <ac:spMk id="649" creationId="{00000000-0000-0000-0000-000000000000}"/>
          </ac:spMkLst>
        </pc:spChg>
        <pc:spChg chg="mod">
          <ac:chgData name="Ms Alina Arshad" userId="cccdfd85-d35d-4453-9c6f-a463aae40722" providerId="ADAL" clId="{5B8A6D22-27A2-4EF9-83C4-9A1491FF93A7}" dt="2024-09-13T06:39:13.056" v="625" actId="207"/>
          <ac:spMkLst>
            <pc:docMk/>
            <pc:sldMk cId="0" sldId="335"/>
            <ac:spMk id="650" creationId="{00000000-0000-0000-0000-000000000000}"/>
          </ac:spMkLst>
        </pc:spChg>
      </pc:sldChg>
      <pc:sldChg chg="modSp mod">
        <pc:chgData name="Ms Alina Arshad" userId="cccdfd85-d35d-4453-9c6f-a463aae40722" providerId="ADAL" clId="{5B8A6D22-27A2-4EF9-83C4-9A1491FF93A7}" dt="2024-09-13T06:39:33.838" v="634" actId="1076"/>
        <pc:sldMkLst>
          <pc:docMk/>
          <pc:sldMk cId="0" sldId="336"/>
        </pc:sldMkLst>
        <pc:spChg chg="mod">
          <ac:chgData name="Ms Alina Arshad" userId="cccdfd85-d35d-4453-9c6f-a463aae40722" providerId="ADAL" clId="{5B8A6D22-27A2-4EF9-83C4-9A1491FF93A7}" dt="2024-09-13T06:39:33.838" v="634" actId="1076"/>
          <ac:spMkLst>
            <pc:docMk/>
            <pc:sldMk cId="0" sldId="336"/>
            <ac:spMk id="656" creationId="{00000000-0000-0000-0000-000000000000}"/>
          </ac:spMkLst>
        </pc:spChg>
        <pc:spChg chg="mod">
          <ac:chgData name="Ms Alina Arshad" userId="cccdfd85-d35d-4453-9c6f-a463aae40722" providerId="ADAL" clId="{5B8A6D22-27A2-4EF9-83C4-9A1491FF93A7}" dt="2024-09-13T06:39:29.042" v="633" actId="20577"/>
          <ac:spMkLst>
            <pc:docMk/>
            <pc:sldMk cId="0" sldId="336"/>
            <ac:spMk id="657" creationId="{00000000-0000-0000-0000-000000000000}"/>
          </ac:spMkLst>
        </pc:spChg>
      </pc:sldChg>
      <pc:sldChg chg="modSp mod">
        <pc:chgData name="Ms Alina Arshad" userId="cccdfd85-d35d-4453-9c6f-a463aae40722" providerId="ADAL" clId="{5B8A6D22-27A2-4EF9-83C4-9A1491FF93A7}" dt="2024-09-13T06:39:44.101" v="636" actId="207"/>
        <pc:sldMkLst>
          <pc:docMk/>
          <pc:sldMk cId="0" sldId="337"/>
        </pc:sldMkLst>
        <pc:spChg chg="mod">
          <ac:chgData name="Ms Alina Arshad" userId="cccdfd85-d35d-4453-9c6f-a463aae40722" providerId="ADAL" clId="{5B8A6D22-27A2-4EF9-83C4-9A1491FF93A7}" dt="2024-09-13T06:39:38.759" v="635" actId="1076"/>
          <ac:spMkLst>
            <pc:docMk/>
            <pc:sldMk cId="0" sldId="337"/>
            <ac:spMk id="663" creationId="{00000000-0000-0000-0000-000000000000}"/>
          </ac:spMkLst>
        </pc:spChg>
        <pc:spChg chg="mod">
          <ac:chgData name="Ms Alina Arshad" userId="cccdfd85-d35d-4453-9c6f-a463aae40722" providerId="ADAL" clId="{5B8A6D22-27A2-4EF9-83C4-9A1491FF93A7}" dt="2024-09-13T06:39:44.101" v="636" actId="207"/>
          <ac:spMkLst>
            <pc:docMk/>
            <pc:sldMk cId="0" sldId="337"/>
            <ac:spMk id="664" creationId="{00000000-0000-0000-0000-000000000000}"/>
          </ac:spMkLst>
        </pc:spChg>
      </pc:sldChg>
      <pc:sldChg chg="addSp modSp new mod">
        <pc:chgData name="Ms Alina Arshad" userId="cccdfd85-d35d-4453-9c6f-a463aae40722" providerId="ADAL" clId="{5B8A6D22-27A2-4EF9-83C4-9A1491FF93A7}" dt="2024-09-13T05:12:24.005" v="161" actId="1076"/>
        <pc:sldMkLst>
          <pc:docMk/>
          <pc:sldMk cId="3233864465" sldId="338"/>
        </pc:sldMkLst>
        <pc:spChg chg="add mod">
          <ac:chgData name="Ms Alina Arshad" userId="cccdfd85-d35d-4453-9c6f-a463aae40722" providerId="ADAL" clId="{5B8A6D22-27A2-4EF9-83C4-9A1491FF93A7}" dt="2024-09-13T05:12:24.005" v="161" actId="1076"/>
          <ac:spMkLst>
            <pc:docMk/>
            <pc:sldMk cId="3233864465" sldId="338"/>
            <ac:spMk id="3" creationId="{38CBFF88-BEC8-EC9F-E1A7-7E913B0EFCDD}"/>
          </ac:spMkLst>
        </pc:spChg>
      </pc:sldChg>
      <pc:sldChg chg="addSp modSp new mod">
        <pc:chgData name="Ms Alina Arshad" userId="cccdfd85-d35d-4453-9c6f-a463aae40722" providerId="ADAL" clId="{5B8A6D22-27A2-4EF9-83C4-9A1491FF93A7}" dt="2024-09-13T05:12:54.408" v="167" actId="1076"/>
        <pc:sldMkLst>
          <pc:docMk/>
          <pc:sldMk cId="1267034377" sldId="339"/>
        </pc:sldMkLst>
        <pc:spChg chg="add mod">
          <ac:chgData name="Ms Alina Arshad" userId="cccdfd85-d35d-4453-9c6f-a463aae40722" providerId="ADAL" clId="{5B8A6D22-27A2-4EF9-83C4-9A1491FF93A7}" dt="2024-09-13T05:12:54.408" v="167" actId="1076"/>
          <ac:spMkLst>
            <pc:docMk/>
            <pc:sldMk cId="1267034377" sldId="339"/>
            <ac:spMk id="3" creationId="{41D1BF0D-AD70-8833-5D6D-38565AB0485C}"/>
          </ac:spMkLst>
        </pc:spChg>
      </pc:sldChg>
      <pc:sldChg chg="addSp modSp new mod">
        <pc:chgData name="Ms Alina Arshad" userId="cccdfd85-d35d-4453-9c6f-a463aae40722" providerId="ADAL" clId="{5B8A6D22-27A2-4EF9-83C4-9A1491FF93A7}" dt="2024-09-13T05:13:11.117" v="176" actId="113"/>
        <pc:sldMkLst>
          <pc:docMk/>
          <pc:sldMk cId="2400815569" sldId="340"/>
        </pc:sldMkLst>
        <pc:spChg chg="add mod">
          <ac:chgData name="Ms Alina Arshad" userId="cccdfd85-d35d-4453-9c6f-a463aae40722" providerId="ADAL" clId="{5B8A6D22-27A2-4EF9-83C4-9A1491FF93A7}" dt="2024-09-13T05:13:11.117" v="176" actId="113"/>
          <ac:spMkLst>
            <pc:docMk/>
            <pc:sldMk cId="2400815569" sldId="340"/>
            <ac:spMk id="3" creationId="{69C02606-FCDF-8546-6C76-44B4F3EA776C}"/>
          </ac:spMkLst>
        </pc:spChg>
      </pc:sldChg>
      <pc:sldChg chg="addSp modSp new mod">
        <pc:chgData name="Ms Alina Arshad" userId="cccdfd85-d35d-4453-9c6f-a463aae40722" providerId="ADAL" clId="{5B8A6D22-27A2-4EF9-83C4-9A1491FF93A7}" dt="2024-09-13T05:13:43.875" v="186" actId="1076"/>
        <pc:sldMkLst>
          <pc:docMk/>
          <pc:sldMk cId="1204309406" sldId="341"/>
        </pc:sldMkLst>
        <pc:spChg chg="add mod">
          <ac:chgData name="Ms Alina Arshad" userId="cccdfd85-d35d-4453-9c6f-a463aae40722" providerId="ADAL" clId="{5B8A6D22-27A2-4EF9-83C4-9A1491FF93A7}" dt="2024-09-13T05:13:43.875" v="186" actId="1076"/>
          <ac:spMkLst>
            <pc:docMk/>
            <pc:sldMk cId="1204309406" sldId="341"/>
            <ac:spMk id="3" creationId="{FB09A7D6-CB86-1298-9237-F494689B2453}"/>
          </ac:spMkLst>
        </pc:spChg>
      </pc:sldChg>
      <pc:sldChg chg="new del">
        <pc:chgData name="Ms Alina Arshad" userId="cccdfd85-d35d-4453-9c6f-a463aae40722" providerId="ADAL" clId="{5B8A6D22-27A2-4EF9-83C4-9A1491FF93A7}" dt="2024-09-13T05:13:25.901" v="179" actId="47"/>
        <pc:sldMkLst>
          <pc:docMk/>
          <pc:sldMk cId="3585676104" sldId="341"/>
        </pc:sldMkLst>
      </pc:sldChg>
      <pc:sldChg chg="new del">
        <pc:chgData name="Ms Alina Arshad" userId="cccdfd85-d35d-4453-9c6f-a463aae40722" providerId="ADAL" clId="{5B8A6D22-27A2-4EF9-83C4-9A1491FF93A7}" dt="2024-09-13T05:13:26.151" v="180" actId="47"/>
        <pc:sldMkLst>
          <pc:docMk/>
          <pc:sldMk cId="3903136030" sldId="342"/>
        </pc:sldMkLst>
      </pc:sldChg>
    </pc:docChg>
  </pc:docChgLst>
  <pc:docChgLst>
    <pc:chgData name="Ms Alina Arshad" userId="cccdfd85-d35d-4453-9c6f-a463aae40722" providerId="ADAL" clId="{700AA452-C530-416E-96E5-BDDCF9860929}"/>
    <pc:docChg chg="custSel addSld delSld modSld sldOrd modMainMaster">
      <pc:chgData name="Ms Alina Arshad" userId="cccdfd85-d35d-4453-9c6f-a463aae40722" providerId="ADAL" clId="{700AA452-C530-416E-96E5-BDDCF9860929}" dt="2024-09-30T18:52:44.057" v="228" actId="1076"/>
      <pc:docMkLst>
        <pc:docMk/>
      </pc:docMkLst>
      <pc:sldChg chg="modSp mod">
        <pc:chgData name="Ms Alina Arshad" userId="cccdfd85-d35d-4453-9c6f-a463aae40722" providerId="ADAL" clId="{700AA452-C530-416E-96E5-BDDCF9860929}" dt="2024-09-30T14:50:50.653" v="158" actId="20577"/>
        <pc:sldMkLst>
          <pc:docMk/>
          <pc:sldMk cId="3322361034" sldId="256"/>
        </pc:sldMkLst>
        <pc:spChg chg="mod">
          <ac:chgData name="Ms Alina Arshad" userId="cccdfd85-d35d-4453-9c6f-a463aae40722" providerId="ADAL" clId="{700AA452-C530-416E-96E5-BDDCF9860929}" dt="2024-09-30T14:50:50.653" v="158" actId="20577"/>
          <ac:spMkLst>
            <pc:docMk/>
            <pc:sldMk cId="3322361034" sldId="256"/>
            <ac:spMk id="3" creationId="{44E9F82C-BBA7-3495-1097-BEDB54FFFDF4}"/>
          </ac:spMkLst>
        </pc:spChg>
      </pc:sldChg>
      <pc:sldChg chg="del">
        <pc:chgData name="Ms Alina Arshad" userId="cccdfd85-d35d-4453-9c6f-a463aae40722" providerId="ADAL" clId="{700AA452-C530-416E-96E5-BDDCF9860929}" dt="2024-09-22T13:30:22.497" v="2" actId="47"/>
        <pc:sldMkLst>
          <pc:docMk/>
          <pc:sldMk cId="0" sldId="258"/>
        </pc:sldMkLst>
      </pc:sldChg>
      <pc:sldChg chg="del">
        <pc:chgData name="Ms Alina Arshad" userId="cccdfd85-d35d-4453-9c6f-a463aae40722" providerId="ADAL" clId="{700AA452-C530-416E-96E5-BDDCF9860929}" dt="2024-09-22T13:30:23.271" v="4" actId="47"/>
        <pc:sldMkLst>
          <pc:docMk/>
          <pc:sldMk cId="0" sldId="260"/>
        </pc:sldMkLst>
      </pc:sldChg>
      <pc:sldChg chg="del">
        <pc:chgData name="Ms Alina Arshad" userId="cccdfd85-d35d-4453-9c6f-a463aae40722" providerId="ADAL" clId="{700AA452-C530-416E-96E5-BDDCF9860929}" dt="2024-09-22T13:30:23.636" v="5" actId="47"/>
        <pc:sldMkLst>
          <pc:docMk/>
          <pc:sldMk cId="1577505814" sldId="265"/>
        </pc:sldMkLst>
      </pc:sldChg>
      <pc:sldChg chg="del">
        <pc:chgData name="Ms Alina Arshad" userId="cccdfd85-d35d-4453-9c6f-a463aae40722" providerId="ADAL" clId="{700AA452-C530-416E-96E5-BDDCF9860929}" dt="2024-09-22T13:30:25.540" v="10" actId="47"/>
        <pc:sldMkLst>
          <pc:docMk/>
          <pc:sldMk cId="1582826008" sldId="266"/>
        </pc:sldMkLst>
      </pc:sldChg>
      <pc:sldChg chg="del">
        <pc:chgData name="Ms Alina Arshad" userId="cccdfd85-d35d-4453-9c6f-a463aae40722" providerId="ADAL" clId="{700AA452-C530-416E-96E5-BDDCF9860929}" dt="2024-09-22T13:30:28.390" v="17" actId="47"/>
        <pc:sldMkLst>
          <pc:docMk/>
          <pc:sldMk cId="731299161" sldId="267"/>
        </pc:sldMkLst>
      </pc:sldChg>
      <pc:sldChg chg="del">
        <pc:chgData name="Ms Alina Arshad" userId="cccdfd85-d35d-4453-9c6f-a463aae40722" providerId="ADAL" clId="{700AA452-C530-416E-96E5-BDDCF9860929}" dt="2024-09-22T13:30:25.951" v="11" actId="47"/>
        <pc:sldMkLst>
          <pc:docMk/>
          <pc:sldMk cId="90329638" sldId="268"/>
        </pc:sldMkLst>
      </pc:sldChg>
      <pc:sldChg chg="del">
        <pc:chgData name="Ms Alina Arshad" userId="cccdfd85-d35d-4453-9c6f-a463aae40722" providerId="ADAL" clId="{700AA452-C530-416E-96E5-BDDCF9860929}" dt="2024-09-22T13:30:26.385" v="12" actId="47"/>
        <pc:sldMkLst>
          <pc:docMk/>
          <pc:sldMk cId="2295129282" sldId="269"/>
        </pc:sldMkLst>
      </pc:sldChg>
      <pc:sldChg chg="del">
        <pc:chgData name="Ms Alina Arshad" userId="cccdfd85-d35d-4453-9c6f-a463aae40722" providerId="ADAL" clId="{700AA452-C530-416E-96E5-BDDCF9860929}" dt="2024-09-22T13:30:26.779" v="13" actId="47"/>
        <pc:sldMkLst>
          <pc:docMk/>
          <pc:sldMk cId="2090315159" sldId="270"/>
        </pc:sldMkLst>
      </pc:sldChg>
      <pc:sldChg chg="del">
        <pc:chgData name="Ms Alina Arshad" userId="cccdfd85-d35d-4453-9c6f-a463aae40722" providerId="ADAL" clId="{700AA452-C530-416E-96E5-BDDCF9860929}" dt="2024-09-22T13:30:27.167" v="14" actId="47"/>
        <pc:sldMkLst>
          <pc:docMk/>
          <pc:sldMk cId="3034138166" sldId="271"/>
        </pc:sldMkLst>
      </pc:sldChg>
      <pc:sldChg chg="del">
        <pc:chgData name="Ms Alina Arshad" userId="cccdfd85-d35d-4453-9c6f-a463aae40722" providerId="ADAL" clId="{700AA452-C530-416E-96E5-BDDCF9860929}" dt="2024-09-22T13:30:28.703" v="18" actId="47"/>
        <pc:sldMkLst>
          <pc:docMk/>
          <pc:sldMk cId="2504047100" sldId="272"/>
        </pc:sldMkLst>
      </pc:sldChg>
      <pc:sldChg chg="del">
        <pc:chgData name="Ms Alina Arshad" userId="cccdfd85-d35d-4453-9c6f-a463aae40722" providerId="ADAL" clId="{700AA452-C530-416E-96E5-BDDCF9860929}" dt="2024-09-22T13:30:29.112" v="19" actId="47"/>
        <pc:sldMkLst>
          <pc:docMk/>
          <pc:sldMk cId="4283755204" sldId="273"/>
        </pc:sldMkLst>
      </pc:sldChg>
      <pc:sldChg chg="del">
        <pc:chgData name="Ms Alina Arshad" userId="cccdfd85-d35d-4453-9c6f-a463aae40722" providerId="ADAL" clId="{700AA452-C530-416E-96E5-BDDCF9860929}" dt="2024-09-22T13:30:30.826" v="20" actId="47"/>
        <pc:sldMkLst>
          <pc:docMk/>
          <pc:sldMk cId="2935103945" sldId="274"/>
        </pc:sldMkLst>
      </pc:sldChg>
      <pc:sldChg chg="del">
        <pc:chgData name="Ms Alina Arshad" userId="cccdfd85-d35d-4453-9c6f-a463aae40722" providerId="ADAL" clId="{700AA452-C530-416E-96E5-BDDCF9860929}" dt="2024-09-22T13:30:32.394" v="22" actId="47"/>
        <pc:sldMkLst>
          <pc:docMk/>
          <pc:sldMk cId="1497646456" sldId="275"/>
        </pc:sldMkLst>
      </pc:sldChg>
      <pc:sldChg chg="del">
        <pc:chgData name="Ms Alina Arshad" userId="cccdfd85-d35d-4453-9c6f-a463aae40722" providerId="ADAL" clId="{700AA452-C530-416E-96E5-BDDCF9860929}" dt="2024-09-22T13:30:34.442" v="24" actId="47"/>
        <pc:sldMkLst>
          <pc:docMk/>
          <pc:sldMk cId="3993717517" sldId="276"/>
        </pc:sldMkLst>
      </pc:sldChg>
      <pc:sldChg chg="del">
        <pc:chgData name="Ms Alina Arshad" userId="cccdfd85-d35d-4453-9c6f-a463aae40722" providerId="ADAL" clId="{700AA452-C530-416E-96E5-BDDCF9860929}" dt="2024-09-22T13:30:33.290" v="23" actId="47"/>
        <pc:sldMkLst>
          <pc:docMk/>
          <pc:sldMk cId="2668593764" sldId="278"/>
        </pc:sldMkLst>
      </pc:sldChg>
      <pc:sldChg chg="modSp mod">
        <pc:chgData name="Ms Alina Arshad" userId="cccdfd85-d35d-4453-9c6f-a463aae40722" providerId="ADAL" clId="{700AA452-C530-416E-96E5-BDDCF9860929}" dt="2024-09-22T13:34:43.002" v="68" actId="12"/>
        <pc:sldMkLst>
          <pc:docMk/>
          <pc:sldMk cId="3703048629" sldId="279"/>
        </pc:sldMkLst>
        <pc:spChg chg="mod">
          <ac:chgData name="Ms Alina Arshad" userId="cccdfd85-d35d-4453-9c6f-a463aae40722" providerId="ADAL" clId="{700AA452-C530-416E-96E5-BDDCF9860929}" dt="2024-09-22T13:33:11.415" v="43" actId="113"/>
          <ac:spMkLst>
            <pc:docMk/>
            <pc:sldMk cId="3703048629" sldId="279"/>
            <ac:spMk id="2" creationId="{C0531C6D-BBF1-4A8F-A69A-DB05C817BC81}"/>
          </ac:spMkLst>
        </pc:spChg>
        <pc:spChg chg="mod">
          <ac:chgData name="Ms Alina Arshad" userId="cccdfd85-d35d-4453-9c6f-a463aae40722" providerId="ADAL" clId="{700AA452-C530-416E-96E5-BDDCF9860929}" dt="2024-09-22T13:34:43.002" v="68" actId="12"/>
          <ac:spMkLst>
            <pc:docMk/>
            <pc:sldMk cId="3703048629" sldId="279"/>
            <ac:spMk id="3" creationId="{14C2275F-EEF7-4B46-8F23-7E6682716D48}"/>
          </ac:spMkLst>
        </pc:spChg>
        <pc:picChg chg="mod">
          <ac:chgData name="Ms Alina Arshad" userId="cccdfd85-d35d-4453-9c6f-a463aae40722" providerId="ADAL" clId="{700AA452-C530-416E-96E5-BDDCF9860929}" dt="2024-09-22T13:33:32.702" v="53" actId="1076"/>
          <ac:picMkLst>
            <pc:docMk/>
            <pc:sldMk cId="3703048629" sldId="279"/>
            <ac:picMk id="5" creationId="{B341A69E-52DE-472E-8D85-410C0A82622D}"/>
          </ac:picMkLst>
        </pc:picChg>
      </pc:sldChg>
      <pc:sldChg chg="delSp modSp mod">
        <pc:chgData name="Ms Alina Arshad" userId="cccdfd85-d35d-4453-9c6f-a463aae40722" providerId="ADAL" clId="{700AA452-C530-416E-96E5-BDDCF9860929}" dt="2024-09-22T13:33:50.104" v="57" actId="1076"/>
        <pc:sldMkLst>
          <pc:docMk/>
          <pc:sldMk cId="1821615422" sldId="280"/>
        </pc:sldMkLst>
        <pc:spChg chg="del">
          <ac:chgData name="Ms Alina Arshad" userId="cccdfd85-d35d-4453-9c6f-a463aae40722" providerId="ADAL" clId="{700AA452-C530-416E-96E5-BDDCF9860929}" dt="2024-09-22T13:33:39.548" v="54" actId="478"/>
          <ac:spMkLst>
            <pc:docMk/>
            <pc:sldMk cId="1821615422" sldId="280"/>
            <ac:spMk id="2" creationId="{3F5B8599-097F-47C6-8975-4A5EB88DFD01}"/>
          </ac:spMkLst>
        </pc:spChg>
        <pc:picChg chg="mod">
          <ac:chgData name="Ms Alina Arshad" userId="cccdfd85-d35d-4453-9c6f-a463aae40722" providerId="ADAL" clId="{700AA452-C530-416E-96E5-BDDCF9860929}" dt="2024-09-22T13:33:50.104" v="57" actId="1076"/>
          <ac:picMkLst>
            <pc:docMk/>
            <pc:sldMk cId="1821615422" sldId="280"/>
            <ac:picMk id="5" creationId="{894791AD-65B4-4FB8-9291-53F6E89BDCE6}"/>
          </ac:picMkLst>
        </pc:picChg>
      </pc:sldChg>
      <pc:sldChg chg="modSp mod">
        <pc:chgData name="Ms Alina Arshad" userId="cccdfd85-d35d-4453-9c6f-a463aae40722" providerId="ADAL" clId="{700AA452-C530-416E-96E5-BDDCF9860929}" dt="2024-09-28T19:12:04.191" v="138" actId="1076"/>
        <pc:sldMkLst>
          <pc:docMk/>
          <pc:sldMk cId="3605066316" sldId="281"/>
        </pc:sldMkLst>
        <pc:spChg chg="mod">
          <ac:chgData name="Ms Alina Arshad" userId="cccdfd85-d35d-4453-9c6f-a463aae40722" providerId="ADAL" clId="{700AA452-C530-416E-96E5-BDDCF9860929}" dt="2024-09-28T19:11:44.367" v="135" actId="27636"/>
          <ac:spMkLst>
            <pc:docMk/>
            <pc:sldMk cId="3605066316" sldId="281"/>
            <ac:spMk id="2" creationId="{B31F7F40-579C-4FE5-8B85-B1955C717D63}"/>
          </ac:spMkLst>
        </pc:spChg>
        <pc:spChg chg="mod">
          <ac:chgData name="Ms Alina Arshad" userId="cccdfd85-d35d-4453-9c6f-a463aae40722" providerId="ADAL" clId="{700AA452-C530-416E-96E5-BDDCF9860929}" dt="2024-09-28T19:11:54.895" v="137" actId="14100"/>
          <ac:spMkLst>
            <pc:docMk/>
            <pc:sldMk cId="3605066316" sldId="281"/>
            <ac:spMk id="3" creationId="{4B76A832-156A-4738-A370-C6C9263DD589}"/>
          </ac:spMkLst>
        </pc:spChg>
        <pc:picChg chg="mod">
          <ac:chgData name="Ms Alina Arshad" userId="cccdfd85-d35d-4453-9c6f-a463aae40722" providerId="ADAL" clId="{700AA452-C530-416E-96E5-BDDCF9860929}" dt="2024-09-28T19:12:04.191" v="138" actId="1076"/>
          <ac:picMkLst>
            <pc:docMk/>
            <pc:sldMk cId="3605066316" sldId="281"/>
            <ac:picMk id="4" creationId="{AF3FF7B2-C599-40C2-A196-FB83C9F0FFF2}"/>
          </ac:picMkLst>
        </pc:picChg>
      </pc:sldChg>
      <pc:sldChg chg="modSp mod">
        <pc:chgData name="Ms Alina Arshad" userId="cccdfd85-d35d-4453-9c6f-a463aae40722" providerId="ADAL" clId="{700AA452-C530-416E-96E5-BDDCF9860929}" dt="2024-09-29T12:58:48.742" v="151" actId="14100"/>
        <pc:sldMkLst>
          <pc:docMk/>
          <pc:sldMk cId="24697311" sldId="282"/>
        </pc:sldMkLst>
        <pc:spChg chg="mod">
          <ac:chgData name="Ms Alina Arshad" userId="cccdfd85-d35d-4453-9c6f-a463aae40722" providerId="ADAL" clId="{700AA452-C530-416E-96E5-BDDCF9860929}" dt="2024-09-28T19:24:32.392" v="147" actId="207"/>
          <ac:spMkLst>
            <pc:docMk/>
            <pc:sldMk cId="24697311" sldId="282"/>
            <ac:spMk id="2" creationId="{C8D57331-0580-411F-A66E-6F735F653098}"/>
          </ac:spMkLst>
        </pc:spChg>
        <pc:spChg chg="mod">
          <ac:chgData name="Ms Alina Arshad" userId="cccdfd85-d35d-4453-9c6f-a463aae40722" providerId="ADAL" clId="{700AA452-C530-416E-96E5-BDDCF9860929}" dt="2024-09-29T12:58:48.742" v="151" actId="14100"/>
          <ac:spMkLst>
            <pc:docMk/>
            <pc:sldMk cId="24697311" sldId="282"/>
            <ac:spMk id="3" creationId="{5D6B3F0C-9FE7-4CF4-8A70-5A9DC5CC300D}"/>
          </ac:spMkLst>
        </pc:spChg>
      </pc:sldChg>
      <pc:sldChg chg="del">
        <pc:chgData name="Ms Alina Arshad" userId="cccdfd85-d35d-4453-9c6f-a463aae40722" providerId="ADAL" clId="{700AA452-C530-416E-96E5-BDDCF9860929}" dt="2024-09-22T13:30:31.378" v="21" actId="47"/>
        <pc:sldMkLst>
          <pc:docMk/>
          <pc:sldMk cId="3289392637" sldId="283"/>
        </pc:sldMkLst>
      </pc:sldChg>
      <pc:sldChg chg="modSp mod">
        <pc:chgData name="Ms Alina Arshad" userId="cccdfd85-d35d-4453-9c6f-a463aae40722" providerId="ADAL" clId="{700AA452-C530-416E-96E5-BDDCF9860929}" dt="2024-09-22T13:41:49.891" v="98" actId="2711"/>
        <pc:sldMkLst>
          <pc:docMk/>
          <pc:sldMk cId="800652809" sldId="284"/>
        </pc:sldMkLst>
        <pc:spChg chg="mod">
          <ac:chgData name="Ms Alina Arshad" userId="cccdfd85-d35d-4453-9c6f-a463aae40722" providerId="ADAL" clId="{700AA452-C530-416E-96E5-BDDCF9860929}" dt="2024-09-22T13:41:49.891" v="98" actId="2711"/>
          <ac:spMkLst>
            <pc:docMk/>
            <pc:sldMk cId="800652809" sldId="284"/>
            <ac:spMk id="3" creationId="{B5595F3F-845B-42B5-B0D6-06074B82D45C}"/>
          </ac:spMkLst>
        </pc:spChg>
      </pc:sldChg>
      <pc:sldChg chg="del">
        <pc:chgData name="Ms Alina Arshad" userId="cccdfd85-d35d-4453-9c6f-a463aae40722" providerId="ADAL" clId="{700AA452-C530-416E-96E5-BDDCF9860929}" dt="2024-09-22T13:30:24.766" v="8" actId="47"/>
        <pc:sldMkLst>
          <pc:docMk/>
          <pc:sldMk cId="1402144616" sldId="285"/>
        </pc:sldMkLst>
      </pc:sldChg>
      <pc:sldChg chg="del">
        <pc:chgData name="Ms Alina Arshad" userId="cccdfd85-d35d-4453-9c6f-a463aae40722" providerId="ADAL" clId="{700AA452-C530-416E-96E5-BDDCF9860929}" dt="2024-09-22T13:30:35.929" v="25" actId="47"/>
        <pc:sldMkLst>
          <pc:docMk/>
          <pc:sldMk cId="3229345964" sldId="287"/>
        </pc:sldMkLst>
      </pc:sldChg>
      <pc:sldChg chg="modSp mod">
        <pc:chgData name="Ms Alina Arshad" userId="cccdfd85-d35d-4453-9c6f-a463aae40722" providerId="ADAL" clId="{700AA452-C530-416E-96E5-BDDCF9860929}" dt="2024-09-22T13:34:26.334" v="67" actId="12"/>
        <pc:sldMkLst>
          <pc:docMk/>
          <pc:sldMk cId="2002870935" sldId="288"/>
        </pc:sldMkLst>
        <pc:spChg chg="mod">
          <ac:chgData name="Ms Alina Arshad" userId="cccdfd85-d35d-4453-9c6f-a463aae40722" providerId="ADAL" clId="{700AA452-C530-416E-96E5-BDDCF9860929}" dt="2024-09-22T13:34:01.272" v="61" actId="1076"/>
          <ac:spMkLst>
            <pc:docMk/>
            <pc:sldMk cId="2002870935" sldId="288"/>
            <ac:spMk id="2" creationId="{3F5B8599-097F-47C6-8975-4A5EB88DFD01}"/>
          </ac:spMkLst>
        </pc:spChg>
        <pc:spChg chg="mod">
          <ac:chgData name="Ms Alina Arshad" userId="cccdfd85-d35d-4453-9c6f-a463aae40722" providerId="ADAL" clId="{700AA452-C530-416E-96E5-BDDCF9860929}" dt="2024-09-22T13:34:26.334" v="67" actId="12"/>
          <ac:spMkLst>
            <pc:docMk/>
            <pc:sldMk cId="2002870935" sldId="288"/>
            <ac:spMk id="4" creationId="{CE607608-9379-4954-A9D2-4545D6BFDFB4}"/>
          </ac:spMkLst>
        </pc:spChg>
      </pc:sldChg>
      <pc:sldChg chg="addSp modSp mod setBg">
        <pc:chgData name="Ms Alina Arshad" userId="cccdfd85-d35d-4453-9c6f-a463aae40722" providerId="ADAL" clId="{700AA452-C530-416E-96E5-BDDCF9860929}" dt="2024-09-22T13:31:19.705" v="41" actId="1076"/>
        <pc:sldMkLst>
          <pc:docMk/>
          <pc:sldMk cId="0" sldId="347"/>
        </pc:sldMkLst>
        <pc:spChg chg="mod">
          <ac:chgData name="Ms Alina Arshad" userId="cccdfd85-d35d-4453-9c6f-a463aae40722" providerId="ADAL" clId="{700AA452-C530-416E-96E5-BDDCF9860929}" dt="2024-09-22T13:30:55.075" v="31" actId="26606"/>
          <ac:spMkLst>
            <pc:docMk/>
            <pc:sldMk cId="0" sldId="347"/>
            <ac:spMk id="54275" creationId="{05811255-AEB9-464F-8A4D-2ACF44038D79}"/>
          </ac:spMkLst>
        </pc:spChg>
        <pc:spChg chg="add">
          <ac:chgData name="Ms Alina Arshad" userId="cccdfd85-d35d-4453-9c6f-a463aae40722" providerId="ADAL" clId="{700AA452-C530-416E-96E5-BDDCF9860929}" dt="2024-09-22T13:30:55.075" v="31" actId="26606"/>
          <ac:spMkLst>
            <pc:docMk/>
            <pc:sldMk cId="0" sldId="347"/>
            <ac:spMk id="54281" creationId="{4E4490D0-3672-446A-AC12-B4830333BDDD}"/>
          </ac:spMkLst>
        </pc:spChg>
        <pc:spChg chg="add">
          <ac:chgData name="Ms Alina Arshad" userId="cccdfd85-d35d-4453-9c6f-a463aae40722" providerId="ADAL" clId="{700AA452-C530-416E-96E5-BDDCF9860929}" dt="2024-09-22T13:30:55.075" v="31" actId="26606"/>
          <ac:spMkLst>
            <pc:docMk/>
            <pc:sldMk cId="0" sldId="347"/>
            <ac:spMk id="54283" creationId="{39CB82C2-DF65-4EC1-8280-F201D50F570B}"/>
          </ac:spMkLst>
        </pc:spChg>
        <pc:spChg chg="add">
          <ac:chgData name="Ms Alina Arshad" userId="cccdfd85-d35d-4453-9c6f-a463aae40722" providerId="ADAL" clId="{700AA452-C530-416E-96E5-BDDCF9860929}" dt="2024-09-22T13:30:55.075" v="31" actId="26606"/>
          <ac:spMkLst>
            <pc:docMk/>
            <pc:sldMk cId="0" sldId="347"/>
            <ac:spMk id="54287" creationId="{FA4CD5CB-D209-4D70-8CA4-629731C59219}"/>
          </ac:spMkLst>
        </pc:spChg>
        <pc:spChg chg="add">
          <ac:chgData name="Ms Alina Arshad" userId="cccdfd85-d35d-4453-9c6f-a463aae40722" providerId="ADAL" clId="{700AA452-C530-416E-96E5-BDDCF9860929}" dt="2024-09-22T13:30:55.075" v="31" actId="26606"/>
          <ac:spMkLst>
            <pc:docMk/>
            <pc:sldMk cId="0" sldId="347"/>
            <ac:spMk id="54291" creationId="{B4C27B90-DF2B-4D00-BA07-18ED774CD2F1}"/>
          </ac:spMkLst>
        </pc:spChg>
        <pc:spChg chg="add">
          <ac:chgData name="Ms Alina Arshad" userId="cccdfd85-d35d-4453-9c6f-a463aae40722" providerId="ADAL" clId="{700AA452-C530-416E-96E5-BDDCF9860929}" dt="2024-09-22T13:30:55.075" v="31" actId="26606"/>
          <ac:spMkLst>
            <pc:docMk/>
            <pc:sldMk cId="0" sldId="347"/>
            <ac:spMk id="54293" creationId="{593ACC25-C262-417A-8AA9-0641C772BDB6}"/>
          </ac:spMkLst>
        </pc:spChg>
        <pc:picChg chg="mod">
          <ac:chgData name="Ms Alina Arshad" userId="cccdfd85-d35d-4453-9c6f-a463aae40722" providerId="ADAL" clId="{700AA452-C530-416E-96E5-BDDCF9860929}" dt="2024-09-22T13:31:19.705" v="41" actId="1076"/>
          <ac:picMkLst>
            <pc:docMk/>
            <pc:sldMk cId="0" sldId="347"/>
            <ac:picMk id="54276" creationId="{2AD11418-104B-4018-8AA4-90D20E00BBB7}"/>
          </ac:picMkLst>
        </pc:picChg>
        <pc:cxnChg chg="add">
          <ac:chgData name="Ms Alina Arshad" userId="cccdfd85-d35d-4453-9c6f-a463aae40722" providerId="ADAL" clId="{700AA452-C530-416E-96E5-BDDCF9860929}" dt="2024-09-22T13:30:55.075" v="31" actId="26606"/>
          <ac:cxnSpMkLst>
            <pc:docMk/>
            <pc:sldMk cId="0" sldId="347"/>
            <ac:cxnSpMk id="54285" creationId="{7E1D4427-852B-4B37-8E76-0E9F1810BA2A}"/>
          </ac:cxnSpMkLst>
        </pc:cxnChg>
        <pc:cxnChg chg="add">
          <ac:chgData name="Ms Alina Arshad" userId="cccdfd85-d35d-4453-9c6f-a463aae40722" providerId="ADAL" clId="{700AA452-C530-416E-96E5-BDDCF9860929}" dt="2024-09-22T13:30:55.075" v="31" actId="26606"/>
          <ac:cxnSpMkLst>
            <pc:docMk/>
            <pc:sldMk cId="0" sldId="347"/>
            <ac:cxnSpMk id="54289" creationId="{5C6A2BAE-B461-4B55-8E1F-0722ABDD1393}"/>
          </ac:cxnSpMkLst>
        </pc:cxnChg>
      </pc:sldChg>
      <pc:sldChg chg="modSp mod">
        <pc:chgData name="Ms Alina Arshad" userId="cccdfd85-d35d-4453-9c6f-a463aae40722" providerId="ADAL" clId="{700AA452-C530-416E-96E5-BDDCF9860929}" dt="2024-09-29T13:05:06.492" v="154" actId="20577"/>
        <pc:sldMkLst>
          <pc:docMk/>
          <pc:sldMk cId="2036508356" sldId="348"/>
        </pc:sldMkLst>
        <pc:spChg chg="mod">
          <ac:chgData name="Ms Alina Arshad" userId="cccdfd85-d35d-4453-9c6f-a463aae40722" providerId="ADAL" clId="{700AA452-C530-416E-96E5-BDDCF9860929}" dt="2024-09-29T13:04:40.062" v="152" actId="207"/>
          <ac:spMkLst>
            <pc:docMk/>
            <pc:sldMk cId="2036508356" sldId="348"/>
            <ac:spMk id="2" creationId="{C0E80CD8-9EA5-4B12-B717-3449A4678F5C}"/>
          </ac:spMkLst>
        </pc:spChg>
        <pc:spChg chg="mod">
          <ac:chgData name="Ms Alina Arshad" userId="cccdfd85-d35d-4453-9c6f-a463aae40722" providerId="ADAL" clId="{700AA452-C530-416E-96E5-BDDCF9860929}" dt="2024-09-29T13:05:06.492" v="154" actId="20577"/>
          <ac:spMkLst>
            <pc:docMk/>
            <pc:sldMk cId="2036508356" sldId="348"/>
            <ac:spMk id="3" creationId="{0D74B3B6-9876-42D3-AE90-C1F71A7BF21E}"/>
          </ac:spMkLst>
        </pc:spChg>
      </pc:sldChg>
      <pc:sldChg chg="modSp mod">
        <pc:chgData name="Ms Alina Arshad" userId="cccdfd85-d35d-4453-9c6f-a463aae40722" providerId="ADAL" clId="{700AA452-C530-416E-96E5-BDDCF9860929}" dt="2024-09-29T13:05:56.360" v="155" actId="255"/>
        <pc:sldMkLst>
          <pc:docMk/>
          <pc:sldMk cId="132290220" sldId="349"/>
        </pc:sldMkLst>
        <pc:spChg chg="mod">
          <ac:chgData name="Ms Alina Arshad" userId="cccdfd85-d35d-4453-9c6f-a463aae40722" providerId="ADAL" clId="{700AA452-C530-416E-96E5-BDDCF9860929}" dt="2024-09-22T13:35:33.981" v="80" actId="207"/>
          <ac:spMkLst>
            <pc:docMk/>
            <pc:sldMk cId="132290220" sldId="349"/>
            <ac:spMk id="2" creationId="{04248D45-4C2A-4CD2-ADA7-8010DE04DD37}"/>
          </ac:spMkLst>
        </pc:spChg>
        <pc:spChg chg="mod">
          <ac:chgData name="Ms Alina Arshad" userId="cccdfd85-d35d-4453-9c6f-a463aae40722" providerId="ADAL" clId="{700AA452-C530-416E-96E5-BDDCF9860929}" dt="2024-09-29T13:05:56.360" v="155" actId="255"/>
          <ac:spMkLst>
            <pc:docMk/>
            <pc:sldMk cId="132290220" sldId="349"/>
            <ac:spMk id="3" creationId="{9A2F1328-E205-4C6F-BD3F-6506878F6705}"/>
          </ac:spMkLst>
        </pc:spChg>
      </pc:sldChg>
      <pc:sldChg chg="modSp mod">
        <pc:chgData name="Ms Alina Arshad" userId="cccdfd85-d35d-4453-9c6f-a463aae40722" providerId="ADAL" clId="{700AA452-C530-416E-96E5-BDDCF9860929}" dt="2024-09-22T13:36:56.677" v="95" actId="12"/>
        <pc:sldMkLst>
          <pc:docMk/>
          <pc:sldMk cId="448686030" sldId="350"/>
        </pc:sldMkLst>
        <pc:spChg chg="mod">
          <ac:chgData name="Ms Alina Arshad" userId="cccdfd85-d35d-4453-9c6f-a463aae40722" providerId="ADAL" clId="{700AA452-C530-416E-96E5-BDDCF9860929}" dt="2024-09-22T13:36:41.029" v="90" actId="207"/>
          <ac:spMkLst>
            <pc:docMk/>
            <pc:sldMk cId="448686030" sldId="350"/>
            <ac:spMk id="2" creationId="{04248D45-4C2A-4CD2-ADA7-8010DE04DD37}"/>
          </ac:spMkLst>
        </pc:spChg>
        <pc:spChg chg="mod">
          <ac:chgData name="Ms Alina Arshad" userId="cccdfd85-d35d-4453-9c6f-a463aae40722" providerId="ADAL" clId="{700AA452-C530-416E-96E5-BDDCF9860929}" dt="2024-09-22T13:36:56.677" v="95" actId="12"/>
          <ac:spMkLst>
            <pc:docMk/>
            <pc:sldMk cId="448686030" sldId="350"/>
            <ac:spMk id="3" creationId="{9A2F1328-E205-4C6F-BD3F-6506878F6705}"/>
          </ac:spMkLst>
        </pc:spChg>
      </pc:sldChg>
      <pc:sldChg chg="modSp mod">
        <pc:chgData name="Ms Alina Arshad" userId="cccdfd85-d35d-4453-9c6f-a463aae40722" providerId="ADAL" clId="{700AA452-C530-416E-96E5-BDDCF9860929}" dt="2024-09-29T13:07:04.867" v="156" actId="1076"/>
        <pc:sldMkLst>
          <pc:docMk/>
          <pc:sldMk cId="3109540881" sldId="351"/>
        </pc:sldMkLst>
        <pc:spChg chg="mod">
          <ac:chgData name="Ms Alina Arshad" userId="cccdfd85-d35d-4453-9c6f-a463aae40722" providerId="ADAL" clId="{700AA452-C530-416E-96E5-BDDCF9860929}" dt="2024-09-22T13:36:24.960" v="87" actId="1076"/>
          <ac:spMkLst>
            <pc:docMk/>
            <pc:sldMk cId="3109540881" sldId="351"/>
            <ac:spMk id="3" creationId="{00000000-0000-0000-0000-000000000000}"/>
          </ac:spMkLst>
        </pc:spChg>
        <pc:spChg chg="mod">
          <ac:chgData name="Ms Alina Arshad" userId="cccdfd85-d35d-4453-9c6f-a463aae40722" providerId="ADAL" clId="{700AA452-C530-416E-96E5-BDDCF9860929}" dt="2024-09-22T13:36:30.456" v="88" actId="1076"/>
          <ac:spMkLst>
            <pc:docMk/>
            <pc:sldMk cId="3109540881" sldId="351"/>
            <ac:spMk id="7" creationId="{00000000-0000-0000-0000-000000000000}"/>
          </ac:spMkLst>
        </pc:spChg>
        <pc:picChg chg="mod">
          <ac:chgData name="Ms Alina Arshad" userId="cccdfd85-d35d-4453-9c6f-a463aae40722" providerId="ADAL" clId="{700AA452-C530-416E-96E5-BDDCF9860929}" dt="2024-09-29T13:07:04.867" v="156" actId="1076"/>
          <ac:picMkLst>
            <pc:docMk/>
            <pc:sldMk cId="3109540881" sldId="351"/>
            <ac:picMk id="4" creationId="{21521628-EC7A-4860-9AD2-ED0E0C440F5B}"/>
          </ac:picMkLst>
        </pc:picChg>
        <pc:cxnChg chg="mod">
          <ac:chgData name="Ms Alina Arshad" userId="cccdfd85-d35d-4453-9c6f-a463aae40722" providerId="ADAL" clId="{700AA452-C530-416E-96E5-BDDCF9860929}" dt="2024-09-22T13:36:32.961" v="89" actId="1076"/>
          <ac:cxnSpMkLst>
            <pc:docMk/>
            <pc:sldMk cId="3109540881" sldId="351"/>
            <ac:cxnSpMk id="6" creationId="{00000000-0000-0000-0000-000000000000}"/>
          </ac:cxnSpMkLst>
        </pc:cxnChg>
      </pc:sldChg>
      <pc:sldChg chg="modSp mod">
        <pc:chgData name="Ms Alina Arshad" userId="cccdfd85-d35d-4453-9c6f-a463aae40722" providerId="ADAL" clId="{700AA452-C530-416E-96E5-BDDCF9860929}" dt="2024-09-30T15:04:42.060" v="159" actId="207"/>
        <pc:sldMkLst>
          <pc:docMk/>
          <pc:sldMk cId="0" sldId="352"/>
        </pc:sldMkLst>
        <pc:spChg chg="mod">
          <ac:chgData name="Ms Alina Arshad" userId="cccdfd85-d35d-4453-9c6f-a463aae40722" providerId="ADAL" clId="{700AA452-C530-416E-96E5-BDDCF9860929}" dt="2024-09-30T15:04:42.060" v="159" actId="207"/>
          <ac:spMkLst>
            <pc:docMk/>
            <pc:sldMk cId="0" sldId="352"/>
            <ac:spMk id="64515" creationId="{2E4645F8-E14A-4CA7-AE6B-F33FAA978EE6}"/>
          </ac:spMkLst>
        </pc:spChg>
        <pc:spChg chg="mod">
          <ac:chgData name="Ms Alina Arshad" userId="cccdfd85-d35d-4453-9c6f-a463aae40722" providerId="ADAL" clId="{700AA452-C530-416E-96E5-BDDCF9860929}" dt="2024-09-22T13:45:31.228" v="110" actId="14100"/>
          <ac:spMkLst>
            <pc:docMk/>
            <pc:sldMk cId="0" sldId="352"/>
            <ac:spMk id="64516" creationId="{D2D679A3-2E8D-4632-948B-DAF7F009B134}"/>
          </ac:spMkLst>
        </pc:spChg>
      </pc:sldChg>
      <pc:sldChg chg="modSp mod">
        <pc:chgData name="Ms Alina Arshad" userId="cccdfd85-d35d-4453-9c6f-a463aae40722" providerId="ADAL" clId="{700AA452-C530-416E-96E5-BDDCF9860929}" dt="2024-09-22T13:46:13.377" v="122" actId="207"/>
        <pc:sldMkLst>
          <pc:docMk/>
          <pc:sldMk cId="0" sldId="353"/>
        </pc:sldMkLst>
        <pc:spChg chg="mod">
          <ac:chgData name="Ms Alina Arshad" userId="cccdfd85-d35d-4453-9c6f-a463aae40722" providerId="ADAL" clId="{700AA452-C530-416E-96E5-BDDCF9860929}" dt="2024-09-22T13:45:57.835" v="118" actId="113"/>
          <ac:spMkLst>
            <pc:docMk/>
            <pc:sldMk cId="0" sldId="353"/>
            <ac:spMk id="66563" creationId="{650DE2D3-D33D-40B5-8D5C-AB29784566B6}"/>
          </ac:spMkLst>
        </pc:spChg>
        <pc:spChg chg="mod">
          <ac:chgData name="Ms Alina Arshad" userId="cccdfd85-d35d-4453-9c6f-a463aae40722" providerId="ADAL" clId="{700AA452-C530-416E-96E5-BDDCF9860929}" dt="2024-09-22T13:46:13.377" v="122" actId="207"/>
          <ac:spMkLst>
            <pc:docMk/>
            <pc:sldMk cId="0" sldId="353"/>
            <ac:spMk id="66565" creationId="{64F0F6F5-8B02-4BA2-8850-441C6DF481F0}"/>
          </ac:spMkLst>
        </pc:spChg>
        <pc:picChg chg="mod">
          <ac:chgData name="Ms Alina Arshad" userId="cccdfd85-d35d-4453-9c6f-a463aae40722" providerId="ADAL" clId="{700AA452-C530-416E-96E5-BDDCF9860929}" dt="2024-09-22T13:45:59.814" v="119" actId="1076"/>
          <ac:picMkLst>
            <pc:docMk/>
            <pc:sldMk cId="0" sldId="353"/>
            <ac:picMk id="66564" creationId="{573920A5-602D-4661-B4F9-9067EB5BEADE}"/>
          </ac:picMkLst>
        </pc:picChg>
      </pc:sldChg>
      <pc:sldChg chg="modSp mod">
        <pc:chgData name="Ms Alina Arshad" userId="cccdfd85-d35d-4453-9c6f-a463aae40722" providerId="ADAL" clId="{700AA452-C530-416E-96E5-BDDCF9860929}" dt="2024-09-30T15:07:21.563" v="164" actId="14100"/>
        <pc:sldMkLst>
          <pc:docMk/>
          <pc:sldMk cId="0" sldId="354"/>
        </pc:sldMkLst>
        <pc:spChg chg="mod">
          <ac:chgData name="Ms Alina Arshad" userId="cccdfd85-d35d-4453-9c6f-a463aae40722" providerId="ADAL" clId="{700AA452-C530-416E-96E5-BDDCF9860929}" dt="2024-09-30T15:07:18.372" v="163" actId="1076"/>
          <ac:spMkLst>
            <pc:docMk/>
            <pc:sldMk cId="0" sldId="354"/>
            <ac:spMk id="68611" creationId="{7219106E-1553-4571-BEA9-6E2CC9576B6D}"/>
          </ac:spMkLst>
        </pc:spChg>
        <pc:picChg chg="mod">
          <ac:chgData name="Ms Alina Arshad" userId="cccdfd85-d35d-4453-9c6f-a463aae40722" providerId="ADAL" clId="{700AA452-C530-416E-96E5-BDDCF9860929}" dt="2024-09-30T15:07:21.563" v="164" actId="14100"/>
          <ac:picMkLst>
            <pc:docMk/>
            <pc:sldMk cId="0" sldId="354"/>
            <ac:picMk id="68612" creationId="{0C875AAC-7673-45CE-B586-BDF42E669911}"/>
          </ac:picMkLst>
        </pc:picChg>
      </pc:sldChg>
      <pc:sldChg chg="modSp mod">
        <pc:chgData name="Ms Alina Arshad" userId="cccdfd85-d35d-4453-9c6f-a463aae40722" providerId="ADAL" clId="{700AA452-C530-416E-96E5-BDDCF9860929}" dt="2024-09-30T15:08:40.788" v="170" actId="1076"/>
        <pc:sldMkLst>
          <pc:docMk/>
          <pc:sldMk cId="0" sldId="355"/>
        </pc:sldMkLst>
        <pc:spChg chg="mod">
          <ac:chgData name="Ms Alina Arshad" userId="cccdfd85-d35d-4453-9c6f-a463aae40722" providerId="ADAL" clId="{700AA452-C530-416E-96E5-BDDCF9860929}" dt="2024-09-30T15:08:03.318" v="165" actId="207"/>
          <ac:spMkLst>
            <pc:docMk/>
            <pc:sldMk cId="0" sldId="355"/>
            <ac:spMk id="75779" creationId="{B61B8769-D463-457A-B042-0D946EB6E901}"/>
          </ac:spMkLst>
        </pc:spChg>
        <pc:spChg chg="mod">
          <ac:chgData name="Ms Alina Arshad" userId="cccdfd85-d35d-4453-9c6f-a463aae40722" providerId="ADAL" clId="{700AA452-C530-416E-96E5-BDDCF9860929}" dt="2024-09-30T15:08:40.788" v="170" actId="1076"/>
          <ac:spMkLst>
            <pc:docMk/>
            <pc:sldMk cId="0" sldId="355"/>
            <ac:spMk id="75780" creationId="{B969BE2E-346A-40F3-BA4C-8A977B24D846}"/>
          </ac:spMkLst>
        </pc:spChg>
      </pc:sldChg>
      <pc:sldChg chg="delSp modSp mod">
        <pc:chgData name="Ms Alina Arshad" userId="cccdfd85-d35d-4453-9c6f-a463aae40722" providerId="ADAL" clId="{700AA452-C530-416E-96E5-BDDCF9860929}" dt="2024-09-30T18:52:44.057" v="228" actId="1076"/>
        <pc:sldMkLst>
          <pc:docMk/>
          <pc:sldMk cId="0" sldId="357"/>
        </pc:sldMkLst>
        <pc:spChg chg="del">
          <ac:chgData name="Ms Alina Arshad" userId="cccdfd85-d35d-4453-9c6f-a463aae40722" providerId="ADAL" clId="{700AA452-C530-416E-96E5-BDDCF9860929}" dt="2024-09-30T18:52:12.279" v="220" actId="478"/>
          <ac:spMkLst>
            <pc:docMk/>
            <pc:sldMk cId="0" sldId="357"/>
            <ac:spMk id="84994" creationId="{FEC753B0-AD36-4203-91A2-CE32D7F4AE44}"/>
          </ac:spMkLst>
        </pc:spChg>
        <pc:spChg chg="mod">
          <ac:chgData name="Ms Alina Arshad" userId="cccdfd85-d35d-4453-9c6f-a463aae40722" providerId="ADAL" clId="{700AA452-C530-416E-96E5-BDDCF9860929}" dt="2024-09-30T18:52:44.057" v="228" actId="1076"/>
          <ac:spMkLst>
            <pc:docMk/>
            <pc:sldMk cId="0" sldId="357"/>
            <ac:spMk id="84995" creationId="{6B637A28-0889-4EC5-BA30-354C9967D0FB}"/>
          </ac:spMkLst>
        </pc:spChg>
        <pc:graphicFrameChg chg="mod modGraphic">
          <ac:chgData name="Ms Alina Arshad" userId="cccdfd85-d35d-4453-9c6f-a463aae40722" providerId="ADAL" clId="{700AA452-C530-416E-96E5-BDDCF9860929}" dt="2024-09-30T18:52:39.248" v="227" actId="1076"/>
          <ac:graphicFrameMkLst>
            <pc:docMk/>
            <pc:sldMk cId="0" sldId="357"/>
            <ac:graphicFrameMk id="884809" creationId="{556EDF7B-4711-416D-A419-F0CB230120BD}"/>
          </ac:graphicFrameMkLst>
        </pc:graphicFrameChg>
      </pc:sldChg>
      <pc:sldChg chg="modSp mod">
        <pc:chgData name="Ms Alina Arshad" userId="cccdfd85-d35d-4453-9c6f-a463aae40722" providerId="ADAL" clId="{700AA452-C530-416E-96E5-BDDCF9860929}" dt="2024-09-30T18:48:23.109" v="199" actId="403"/>
        <pc:sldMkLst>
          <pc:docMk/>
          <pc:sldMk cId="0" sldId="368"/>
        </pc:sldMkLst>
        <pc:spChg chg="mod">
          <ac:chgData name="Ms Alina Arshad" userId="cccdfd85-d35d-4453-9c6f-a463aae40722" providerId="ADAL" clId="{700AA452-C530-416E-96E5-BDDCF9860929}" dt="2024-09-30T18:48:23.109" v="199" actId="403"/>
          <ac:spMkLst>
            <pc:docMk/>
            <pc:sldMk cId="0" sldId="368"/>
            <ac:spMk id="80899" creationId="{8AA31434-6D57-45F6-91CD-6F6FEBE0E785}"/>
          </ac:spMkLst>
        </pc:spChg>
      </pc:sldChg>
      <pc:sldChg chg="modSp mod">
        <pc:chgData name="Ms Alina Arshad" userId="cccdfd85-d35d-4453-9c6f-a463aae40722" providerId="ADAL" clId="{700AA452-C530-416E-96E5-BDDCF9860929}" dt="2024-09-30T18:49:20.358" v="205" actId="207"/>
        <pc:sldMkLst>
          <pc:docMk/>
          <pc:sldMk cId="0" sldId="369"/>
        </pc:sldMkLst>
        <pc:spChg chg="mod">
          <ac:chgData name="Ms Alina Arshad" userId="cccdfd85-d35d-4453-9c6f-a463aae40722" providerId="ADAL" clId="{700AA452-C530-416E-96E5-BDDCF9860929}" dt="2024-09-30T18:49:05.147" v="204" actId="1076"/>
          <ac:spMkLst>
            <pc:docMk/>
            <pc:sldMk cId="0" sldId="369"/>
            <ac:spMk id="81923" creationId="{212404F8-56E8-4683-B334-13C19B18AB45}"/>
          </ac:spMkLst>
        </pc:spChg>
        <pc:spChg chg="mod">
          <ac:chgData name="Ms Alina Arshad" userId="cccdfd85-d35d-4453-9c6f-a463aae40722" providerId="ADAL" clId="{700AA452-C530-416E-96E5-BDDCF9860929}" dt="2024-09-30T18:49:20.358" v="205" actId="207"/>
          <ac:spMkLst>
            <pc:docMk/>
            <pc:sldMk cId="0" sldId="369"/>
            <ac:spMk id="81924" creationId="{68248C69-9332-4A99-BC0A-14F57C4D99DE}"/>
          </ac:spMkLst>
        </pc:spChg>
      </pc:sldChg>
      <pc:sldChg chg="modSp mod">
        <pc:chgData name="Ms Alina Arshad" userId="cccdfd85-d35d-4453-9c6f-a463aae40722" providerId="ADAL" clId="{700AA452-C530-416E-96E5-BDDCF9860929}" dt="2024-09-30T18:45:49.813" v="193" actId="20577"/>
        <pc:sldMkLst>
          <pc:docMk/>
          <pc:sldMk cId="0" sldId="370"/>
        </pc:sldMkLst>
        <pc:spChg chg="mod">
          <ac:chgData name="Ms Alina Arshad" userId="cccdfd85-d35d-4453-9c6f-a463aae40722" providerId="ADAL" clId="{700AA452-C530-416E-96E5-BDDCF9860929}" dt="2024-09-30T15:08:48.912" v="172" actId="207"/>
          <ac:spMkLst>
            <pc:docMk/>
            <pc:sldMk cId="0" sldId="370"/>
            <ac:spMk id="77827" creationId="{67E99228-87F5-434B-834C-05F83602BEA7}"/>
          </ac:spMkLst>
        </pc:spChg>
        <pc:spChg chg="mod">
          <ac:chgData name="Ms Alina Arshad" userId="cccdfd85-d35d-4453-9c6f-a463aae40722" providerId="ADAL" clId="{700AA452-C530-416E-96E5-BDDCF9860929}" dt="2024-09-30T18:45:49.813" v="193" actId="20577"/>
          <ac:spMkLst>
            <pc:docMk/>
            <pc:sldMk cId="0" sldId="370"/>
            <ac:spMk id="77828" creationId="{AE58D6A9-2268-4B9B-B644-43B75570DBA9}"/>
          </ac:spMkLst>
        </pc:spChg>
      </pc:sldChg>
      <pc:sldChg chg="modSp mod">
        <pc:chgData name="Ms Alina Arshad" userId="cccdfd85-d35d-4453-9c6f-a463aae40722" providerId="ADAL" clId="{700AA452-C530-416E-96E5-BDDCF9860929}" dt="2024-09-30T18:46:34.209" v="196" actId="14100"/>
        <pc:sldMkLst>
          <pc:docMk/>
          <pc:sldMk cId="0" sldId="371"/>
        </pc:sldMkLst>
        <pc:spChg chg="mod">
          <ac:chgData name="Ms Alina Arshad" userId="cccdfd85-d35d-4453-9c6f-a463aae40722" providerId="ADAL" clId="{700AA452-C530-416E-96E5-BDDCF9860929}" dt="2024-09-30T18:46:34.209" v="196" actId="14100"/>
          <ac:spMkLst>
            <pc:docMk/>
            <pc:sldMk cId="0" sldId="371"/>
            <ac:spMk id="79875" creationId="{8CF305EB-D670-4393-98CF-42D50C4A807E}"/>
          </ac:spMkLst>
        </pc:spChg>
        <pc:spChg chg="mod">
          <ac:chgData name="Ms Alina Arshad" userId="cccdfd85-d35d-4453-9c6f-a463aae40722" providerId="ADAL" clId="{700AA452-C530-416E-96E5-BDDCF9860929}" dt="2024-09-30T18:46:25.475" v="194" actId="207"/>
          <ac:spMkLst>
            <pc:docMk/>
            <pc:sldMk cId="0" sldId="371"/>
            <ac:spMk id="79876" creationId="{092D5270-798D-445A-9B24-A3520F9BB889}"/>
          </ac:spMkLst>
        </pc:spChg>
      </pc:sldChg>
      <pc:sldChg chg="modSp mod ord">
        <pc:chgData name="Ms Alina Arshad" userId="cccdfd85-d35d-4453-9c6f-a463aae40722" providerId="ADAL" clId="{700AA452-C530-416E-96E5-BDDCF9860929}" dt="2024-09-30T18:39:15.777" v="179" actId="1076"/>
        <pc:sldMkLst>
          <pc:docMk/>
          <pc:sldMk cId="0" sldId="372"/>
        </pc:sldMkLst>
        <pc:spChg chg="mod">
          <ac:chgData name="Ms Alina Arshad" userId="cccdfd85-d35d-4453-9c6f-a463aae40722" providerId="ADAL" clId="{700AA452-C530-416E-96E5-BDDCF9860929}" dt="2024-09-30T18:39:10.504" v="177" actId="1076"/>
          <ac:spMkLst>
            <pc:docMk/>
            <pc:sldMk cId="0" sldId="372"/>
            <ac:spMk id="78851" creationId="{5938DAAF-F418-44DE-B803-5D31322FB670}"/>
          </ac:spMkLst>
        </pc:spChg>
        <pc:picChg chg="mod">
          <ac:chgData name="Ms Alina Arshad" userId="cccdfd85-d35d-4453-9c6f-a463aae40722" providerId="ADAL" clId="{700AA452-C530-416E-96E5-BDDCF9860929}" dt="2024-09-30T18:39:15.777" v="179" actId="1076"/>
          <ac:picMkLst>
            <pc:docMk/>
            <pc:sldMk cId="0" sldId="372"/>
            <ac:picMk id="78852" creationId="{698D94F0-9B82-46C7-B735-4F93695DB9A6}"/>
          </ac:picMkLst>
        </pc:picChg>
      </pc:sldChg>
      <pc:sldChg chg="delSp modSp add mod modTransition">
        <pc:chgData name="Ms Alina Arshad" userId="cccdfd85-d35d-4453-9c6f-a463aae40722" providerId="ADAL" clId="{700AA452-C530-416E-96E5-BDDCF9860929}" dt="2024-09-28T18:48:27.419" v="132" actId="478"/>
        <pc:sldMkLst>
          <pc:docMk/>
          <pc:sldMk cId="0" sldId="384"/>
        </pc:sldMkLst>
        <pc:spChg chg="del">
          <ac:chgData name="Ms Alina Arshad" userId="cccdfd85-d35d-4453-9c6f-a463aae40722" providerId="ADAL" clId="{700AA452-C530-416E-96E5-BDDCF9860929}" dt="2024-09-28T18:48:27.419" v="132" actId="478"/>
          <ac:spMkLst>
            <pc:docMk/>
            <pc:sldMk cId="0" sldId="384"/>
            <ac:spMk id="45058" creationId="{F5A5FDB9-F4E1-AF56-BB8A-D14E39931F53}"/>
          </ac:spMkLst>
        </pc:spChg>
        <pc:spChg chg="mod">
          <ac:chgData name="Ms Alina Arshad" userId="cccdfd85-d35d-4453-9c6f-a463aae40722" providerId="ADAL" clId="{700AA452-C530-416E-96E5-BDDCF9860929}" dt="2024-09-28T18:48:08.791" v="129" actId="207"/>
          <ac:spMkLst>
            <pc:docMk/>
            <pc:sldMk cId="0" sldId="384"/>
            <ac:spMk id="45059" creationId="{84D44900-4D45-4C5B-F55E-8C00BDEFF2B6}"/>
          </ac:spMkLst>
        </pc:spChg>
        <pc:spChg chg="mod">
          <ac:chgData name="Ms Alina Arshad" userId="cccdfd85-d35d-4453-9c6f-a463aae40722" providerId="ADAL" clId="{700AA452-C530-416E-96E5-BDDCF9860929}" dt="2024-09-28T18:48:24.244" v="131" actId="12"/>
          <ac:spMkLst>
            <pc:docMk/>
            <pc:sldMk cId="0" sldId="384"/>
            <ac:spMk id="45060" creationId="{91B64F00-F425-3490-70A7-8C5948A081EA}"/>
          </ac:spMkLst>
        </pc:spChg>
      </pc:sldChg>
      <pc:sldChg chg="modSp mod">
        <pc:chgData name="Ms Alina Arshad" userId="cccdfd85-d35d-4453-9c6f-a463aae40722" providerId="ADAL" clId="{700AA452-C530-416E-96E5-BDDCF9860929}" dt="2024-09-30T18:51:31.050" v="210" actId="403"/>
        <pc:sldMkLst>
          <pc:docMk/>
          <pc:sldMk cId="0" sldId="392"/>
        </pc:sldMkLst>
        <pc:spChg chg="mod">
          <ac:chgData name="Ms Alina Arshad" userId="cccdfd85-d35d-4453-9c6f-a463aae40722" providerId="ADAL" clId="{700AA452-C530-416E-96E5-BDDCF9860929}" dt="2024-09-30T18:51:21.703" v="208" actId="1076"/>
          <ac:spMkLst>
            <pc:docMk/>
            <pc:sldMk cId="0" sldId="392"/>
            <ac:spMk id="82946" creationId="{E151F0DE-2290-4565-B2AF-2946B137DBDA}"/>
          </ac:spMkLst>
        </pc:spChg>
        <pc:spChg chg="mod">
          <ac:chgData name="Ms Alina Arshad" userId="cccdfd85-d35d-4453-9c6f-a463aae40722" providerId="ADAL" clId="{700AA452-C530-416E-96E5-BDDCF9860929}" dt="2024-09-30T18:51:31.050" v="210" actId="403"/>
          <ac:spMkLst>
            <pc:docMk/>
            <pc:sldMk cId="0" sldId="392"/>
            <ac:spMk id="82947" creationId="{718E235B-BEB1-4C55-9204-377314CEE69D}"/>
          </ac:spMkLst>
        </pc:spChg>
      </pc:sldChg>
      <pc:sldChg chg="delSp modSp mod">
        <pc:chgData name="Ms Alina Arshad" userId="cccdfd85-d35d-4453-9c6f-a463aae40722" providerId="ADAL" clId="{700AA452-C530-416E-96E5-BDDCF9860929}" dt="2024-09-30T18:51:58.386" v="217" actId="113"/>
        <pc:sldMkLst>
          <pc:docMk/>
          <pc:sldMk cId="0" sldId="396"/>
        </pc:sldMkLst>
        <pc:spChg chg="mod">
          <ac:chgData name="Ms Alina Arshad" userId="cccdfd85-d35d-4453-9c6f-a463aae40722" providerId="ADAL" clId="{700AA452-C530-416E-96E5-BDDCF9860929}" dt="2024-09-30T18:51:58.386" v="217" actId="113"/>
          <ac:spMkLst>
            <pc:docMk/>
            <pc:sldMk cId="0" sldId="396"/>
            <ac:spMk id="83970" creationId="{0BE439A8-31E1-4FAD-A6BE-A942378CBD17}"/>
          </ac:spMkLst>
        </pc:spChg>
        <pc:picChg chg="del mod">
          <ac:chgData name="Ms Alina Arshad" userId="cccdfd85-d35d-4453-9c6f-a463aae40722" providerId="ADAL" clId="{700AA452-C530-416E-96E5-BDDCF9860929}" dt="2024-09-30T18:51:47.699" v="213" actId="478"/>
          <ac:picMkLst>
            <pc:docMk/>
            <pc:sldMk cId="0" sldId="396"/>
            <ac:picMk id="83974" creationId="{4CDE9EC7-1771-4D94-B064-F61198DC51C7}"/>
          </ac:picMkLst>
        </pc:picChg>
      </pc:sldChg>
      <pc:sldChg chg="delSp modSp mod">
        <pc:chgData name="Ms Alina Arshad" userId="cccdfd85-d35d-4453-9c6f-a463aae40722" providerId="ADAL" clId="{700AA452-C530-416E-96E5-BDDCF9860929}" dt="2024-09-22T13:45:49.091" v="116" actId="478"/>
        <pc:sldMkLst>
          <pc:docMk/>
          <pc:sldMk cId="1634129650" sldId="397"/>
        </pc:sldMkLst>
        <pc:spChg chg="del">
          <ac:chgData name="Ms Alina Arshad" userId="cccdfd85-d35d-4453-9c6f-a463aae40722" providerId="ADAL" clId="{700AA452-C530-416E-96E5-BDDCF9860929}" dt="2024-09-22T13:45:49.091" v="116" actId="478"/>
          <ac:spMkLst>
            <pc:docMk/>
            <pc:sldMk cId="1634129650" sldId="397"/>
            <ac:spMk id="2" creationId="{76698A79-8446-4955-82E7-25E504015F3E}"/>
          </ac:spMkLst>
        </pc:spChg>
        <pc:spChg chg="mod">
          <ac:chgData name="Ms Alina Arshad" userId="cccdfd85-d35d-4453-9c6f-a463aae40722" providerId="ADAL" clId="{700AA452-C530-416E-96E5-BDDCF9860929}" dt="2024-09-22T13:45:45.855" v="115" actId="12"/>
          <ac:spMkLst>
            <pc:docMk/>
            <pc:sldMk cId="1634129650" sldId="397"/>
            <ac:spMk id="3" creationId="{566192B2-7CA6-4494-AAC2-7D51C0489E13}"/>
          </ac:spMkLst>
        </pc:spChg>
      </pc:sldChg>
      <pc:sldChg chg="del">
        <pc:chgData name="Ms Alina Arshad" userId="cccdfd85-d35d-4453-9c6f-a463aae40722" providerId="ADAL" clId="{700AA452-C530-416E-96E5-BDDCF9860929}" dt="2024-09-22T13:30:24.076" v="6" actId="47"/>
        <pc:sldMkLst>
          <pc:docMk/>
          <pc:sldMk cId="818196387" sldId="398"/>
        </pc:sldMkLst>
      </pc:sldChg>
      <pc:sldChg chg="del">
        <pc:chgData name="Ms Alina Arshad" userId="cccdfd85-d35d-4453-9c6f-a463aae40722" providerId="ADAL" clId="{700AA452-C530-416E-96E5-BDDCF9860929}" dt="2024-09-22T13:30:24.415" v="7" actId="47"/>
        <pc:sldMkLst>
          <pc:docMk/>
          <pc:sldMk cId="3016557581" sldId="399"/>
        </pc:sldMkLst>
      </pc:sldChg>
      <pc:sldChg chg="del">
        <pc:chgData name="Ms Alina Arshad" userId="cccdfd85-d35d-4453-9c6f-a463aae40722" providerId="ADAL" clId="{700AA452-C530-416E-96E5-BDDCF9860929}" dt="2024-09-22T13:30:25.184" v="9" actId="47"/>
        <pc:sldMkLst>
          <pc:docMk/>
          <pc:sldMk cId="778265951" sldId="400"/>
        </pc:sldMkLst>
      </pc:sldChg>
      <pc:sldChg chg="del">
        <pc:chgData name="Ms Alina Arshad" userId="cccdfd85-d35d-4453-9c6f-a463aae40722" providerId="ADAL" clId="{700AA452-C530-416E-96E5-BDDCF9860929}" dt="2024-09-22T13:30:27.655" v="15" actId="47"/>
        <pc:sldMkLst>
          <pc:docMk/>
          <pc:sldMk cId="978211767" sldId="401"/>
        </pc:sldMkLst>
      </pc:sldChg>
      <pc:sldChg chg="del">
        <pc:chgData name="Ms Alina Arshad" userId="cccdfd85-d35d-4453-9c6f-a463aae40722" providerId="ADAL" clId="{700AA452-C530-416E-96E5-BDDCF9860929}" dt="2024-09-22T13:30:28.051" v="16" actId="47"/>
        <pc:sldMkLst>
          <pc:docMk/>
          <pc:sldMk cId="20141498" sldId="402"/>
        </pc:sldMkLst>
      </pc:sldChg>
      <pc:sldMasterChg chg="modSldLayout">
        <pc:chgData name="Ms Alina Arshad" userId="cccdfd85-d35d-4453-9c6f-a463aae40722" providerId="ADAL" clId="{700AA452-C530-416E-96E5-BDDCF9860929}" dt="2024-09-22T13:44:14.924" v="99" actId="16037"/>
        <pc:sldMasterMkLst>
          <pc:docMk/>
          <pc:sldMasterMk cId="1090009938" sldId="2147483660"/>
        </pc:sldMasterMkLst>
        <pc:sldLayoutChg chg="modSp">
          <pc:chgData name="Ms Alina Arshad" userId="cccdfd85-d35d-4453-9c6f-a463aae40722" providerId="ADAL" clId="{700AA452-C530-416E-96E5-BDDCF9860929}" dt="2024-09-22T13:44:14.924" v="99" actId="16037"/>
          <pc:sldLayoutMkLst>
            <pc:docMk/>
            <pc:sldMasterMk cId="1090009938" sldId="2147483660"/>
            <pc:sldLayoutMk cId="2573694011" sldId="2147483662"/>
          </pc:sldLayoutMkLst>
          <pc:spChg chg="mod">
            <ac:chgData name="Ms Alina Arshad" userId="cccdfd85-d35d-4453-9c6f-a463aae40722" providerId="ADAL" clId="{700AA452-C530-416E-96E5-BDDCF9860929}" dt="2024-09-22T13:44:14.924" v="99" actId="16037"/>
            <ac:spMkLst>
              <pc:docMk/>
              <pc:sldMasterMk cId="1090009938" sldId="2147483660"/>
              <pc:sldLayoutMk cId="2573694011" sldId="2147483662"/>
              <ac:spMk id="3" creationId="{00000000-0000-0000-0000-000000000000}"/>
            </ac:spMkLst>
          </pc:spChg>
        </pc:sldLayoutChg>
      </pc:sldMasterChg>
    </pc:docChg>
  </pc:docChgLst>
  <pc:docChgLst>
    <pc:chgData name="Ms Alina Arshad" userId="cccdfd85-d35d-4453-9c6f-a463aae40722" providerId="ADAL" clId="{9854E9E9-FCEA-46BD-B550-110177B9E80F}"/>
    <pc:docChg chg="undo custSel addSld delSld modSld">
      <pc:chgData name="Ms Alina Arshad" userId="cccdfd85-d35d-4453-9c6f-a463aae40722" providerId="ADAL" clId="{9854E9E9-FCEA-46BD-B550-110177B9E80F}" dt="2024-10-20T11:28:12.977" v="1172" actId="20577"/>
      <pc:docMkLst>
        <pc:docMk/>
      </pc:docMkLst>
      <pc:sldChg chg="modSp mod">
        <pc:chgData name="Ms Alina Arshad" userId="cccdfd85-d35d-4453-9c6f-a463aae40722" providerId="ADAL" clId="{9854E9E9-FCEA-46BD-B550-110177B9E80F}" dt="2024-10-19T07:31:56.186" v="30" actId="20577"/>
        <pc:sldMkLst>
          <pc:docMk/>
          <pc:sldMk cId="3322361034" sldId="256"/>
        </pc:sldMkLst>
        <pc:spChg chg="mod">
          <ac:chgData name="Ms Alina Arshad" userId="cccdfd85-d35d-4453-9c6f-a463aae40722" providerId="ADAL" clId="{9854E9E9-FCEA-46BD-B550-110177B9E80F}" dt="2024-10-19T07:31:56.186" v="30" actId="20577"/>
          <ac:spMkLst>
            <pc:docMk/>
            <pc:sldMk cId="3322361034" sldId="256"/>
            <ac:spMk id="3" creationId="{44E9F82C-BBA7-3495-1097-BEDB54FFFDF4}"/>
          </ac:spMkLst>
        </pc:spChg>
      </pc:sldChg>
      <pc:sldChg chg="delSp modSp add del mod">
        <pc:chgData name="Ms Alina Arshad" userId="cccdfd85-d35d-4453-9c6f-a463aae40722" providerId="ADAL" clId="{9854E9E9-FCEA-46BD-B550-110177B9E80F}" dt="2024-10-20T09:28:56.738" v="1087" actId="20577"/>
        <pc:sldMkLst>
          <pc:docMk/>
          <pc:sldMk cId="0" sldId="257"/>
        </pc:sldMkLst>
        <pc:spChg chg="mod">
          <ac:chgData name="Ms Alina Arshad" userId="cccdfd85-d35d-4453-9c6f-a463aae40722" providerId="ADAL" clId="{9854E9E9-FCEA-46BD-B550-110177B9E80F}" dt="2024-10-19T07:38:41.926" v="52" actId="2711"/>
          <ac:spMkLst>
            <pc:docMk/>
            <pc:sldMk cId="0" sldId="257"/>
            <ac:spMk id="2" creationId="{00000000-0000-0000-0000-000000000000}"/>
          </ac:spMkLst>
        </pc:spChg>
        <pc:spChg chg="mod">
          <ac:chgData name="Ms Alina Arshad" userId="cccdfd85-d35d-4453-9c6f-a463aae40722" providerId="ADAL" clId="{9854E9E9-FCEA-46BD-B550-110177B9E80F}" dt="2024-10-20T09:28:56.738" v="1087" actId="20577"/>
          <ac:spMkLst>
            <pc:docMk/>
            <pc:sldMk cId="0" sldId="257"/>
            <ac:spMk id="3" creationId="{00000000-0000-0000-0000-000000000000}"/>
          </ac:spMkLst>
        </pc:spChg>
        <pc:spChg chg="del mod">
          <ac:chgData name="Ms Alina Arshad" userId="cccdfd85-d35d-4453-9c6f-a463aae40722" providerId="ADAL" clId="{9854E9E9-FCEA-46BD-B550-110177B9E80F}" dt="2024-10-19T07:40:11.260" v="73" actId="478"/>
          <ac:spMkLst>
            <pc:docMk/>
            <pc:sldMk cId="0" sldId="257"/>
            <ac:spMk id="4" creationId="{00000000-0000-0000-0000-000000000000}"/>
          </ac:spMkLst>
        </pc:spChg>
      </pc:sldChg>
      <pc:sldChg chg="delSp modSp add del mod">
        <pc:chgData name="Ms Alina Arshad" userId="cccdfd85-d35d-4453-9c6f-a463aae40722" providerId="ADAL" clId="{9854E9E9-FCEA-46BD-B550-110177B9E80F}" dt="2024-10-19T07:41:27.351" v="89" actId="20577"/>
        <pc:sldMkLst>
          <pc:docMk/>
          <pc:sldMk cId="0" sldId="258"/>
        </pc:sldMkLst>
        <pc:spChg chg="mod">
          <ac:chgData name="Ms Alina Arshad" userId="cccdfd85-d35d-4453-9c6f-a463aae40722" providerId="ADAL" clId="{9854E9E9-FCEA-46BD-B550-110177B9E80F}" dt="2024-10-19T07:40:43.094" v="78" actId="207"/>
          <ac:spMkLst>
            <pc:docMk/>
            <pc:sldMk cId="0" sldId="258"/>
            <ac:spMk id="2" creationId="{00000000-0000-0000-0000-000000000000}"/>
          </ac:spMkLst>
        </pc:spChg>
        <pc:spChg chg="mod">
          <ac:chgData name="Ms Alina Arshad" userId="cccdfd85-d35d-4453-9c6f-a463aae40722" providerId="ADAL" clId="{9854E9E9-FCEA-46BD-B550-110177B9E80F}" dt="2024-10-19T07:41:27.351" v="89" actId="20577"/>
          <ac:spMkLst>
            <pc:docMk/>
            <pc:sldMk cId="0" sldId="258"/>
            <ac:spMk id="3" creationId="{00000000-0000-0000-0000-000000000000}"/>
          </ac:spMkLst>
        </pc:spChg>
        <pc:spChg chg="del mod">
          <ac:chgData name="Ms Alina Arshad" userId="cccdfd85-d35d-4453-9c6f-a463aae40722" providerId="ADAL" clId="{9854E9E9-FCEA-46BD-B550-110177B9E80F}" dt="2024-10-19T07:40:54.161" v="82" actId="478"/>
          <ac:spMkLst>
            <pc:docMk/>
            <pc:sldMk cId="0" sldId="258"/>
            <ac:spMk id="4" creationId="{00000000-0000-0000-0000-000000000000}"/>
          </ac:spMkLst>
        </pc:spChg>
      </pc:sldChg>
      <pc:sldChg chg="delSp modSp add del mod">
        <pc:chgData name="Ms Alina Arshad" userId="cccdfd85-d35d-4453-9c6f-a463aae40722" providerId="ADAL" clId="{9854E9E9-FCEA-46BD-B550-110177B9E80F}" dt="2024-10-19T16:01:57.630" v="743" actId="20577"/>
        <pc:sldMkLst>
          <pc:docMk/>
          <pc:sldMk cId="0" sldId="259"/>
        </pc:sldMkLst>
        <pc:spChg chg="mod">
          <ac:chgData name="Ms Alina Arshad" userId="cccdfd85-d35d-4453-9c6f-a463aae40722" providerId="ADAL" clId="{9854E9E9-FCEA-46BD-B550-110177B9E80F}" dt="2024-10-19T07:41:43.883" v="93" actId="207"/>
          <ac:spMkLst>
            <pc:docMk/>
            <pc:sldMk cId="0" sldId="259"/>
            <ac:spMk id="2" creationId="{00000000-0000-0000-0000-000000000000}"/>
          </ac:spMkLst>
        </pc:spChg>
        <pc:spChg chg="mod">
          <ac:chgData name="Ms Alina Arshad" userId="cccdfd85-d35d-4453-9c6f-a463aae40722" providerId="ADAL" clId="{9854E9E9-FCEA-46BD-B550-110177B9E80F}" dt="2024-10-19T16:01:57.630" v="743" actId="20577"/>
          <ac:spMkLst>
            <pc:docMk/>
            <pc:sldMk cId="0" sldId="259"/>
            <ac:spMk id="3" creationId="{00000000-0000-0000-0000-000000000000}"/>
          </ac:spMkLst>
        </pc:spChg>
        <pc:spChg chg="del mod">
          <ac:chgData name="Ms Alina Arshad" userId="cccdfd85-d35d-4453-9c6f-a463aae40722" providerId="ADAL" clId="{9854E9E9-FCEA-46BD-B550-110177B9E80F}" dt="2024-10-19T07:42:42.827" v="104" actId="478"/>
          <ac:spMkLst>
            <pc:docMk/>
            <pc:sldMk cId="0" sldId="259"/>
            <ac:spMk id="4" creationId="{00000000-0000-0000-0000-000000000000}"/>
          </ac:spMkLst>
        </pc:spChg>
      </pc:sldChg>
      <pc:sldChg chg="delSp modSp add del mod">
        <pc:chgData name="Ms Alina Arshad" userId="cccdfd85-d35d-4453-9c6f-a463aae40722" providerId="ADAL" clId="{9854E9E9-FCEA-46BD-B550-110177B9E80F}" dt="2024-10-19T07:44:19.632" v="136" actId="1076"/>
        <pc:sldMkLst>
          <pc:docMk/>
          <pc:sldMk cId="0" sldId="260"/>
        </pc:sldMkLst>
        <pc:spChg chg="mod">
          <ac:chgData name="Ms Alina Arshad" userId="cccdfd85-d35d-4453-9c6f-a463aae40722" providerId="ADAL" clId="{9854E9E9-FCEA-46BD-B550-110177B9E80F}" dt="2024-10-19T07:43:52.889" v="128" actId="207"/>
          <ac:spMkLst>
            <pc:docMk/>
            <pc:sldMk cId="0" sldId="260"/>
            <ac:spMk id="2" creationId="{00000000-0000-0000-0000-000000000000}"/>
          </ac:spMkLst>
        </pc:spChg>
        <pc:spChg chg="mod">
          <ac:chgData name="Ms Alina Arshad" userId="cccdfd85-d35d-4453-9c6f-a463aae40722" providerId="ADAL" clId="{9854E9E9-FCEA-46BD-B550-110177B9E80F}" dt="2024-10-19T07:44:07.759" v="133" actId="14100"/>
          <ac:spMkLst>
            <pc:docMk/>
            <pc:sldMk cId="0" sldId="260"/>
            <ac:spMk id="3" creationId="{00000000-0000-0000-0000-000000000000}"/>
          </ac:spMkLst>
        </pc:spChg>
        <pc:spChg chg="del mod">
          <ac:chgData name="Ms Alina Arshad" userId="cccdfd85-d35d-4453-9c6f-a463aae40722" providerId="ADAL" clId="{9854E9E9-FCEA-46BD-B550-110177B9E80F}" dt="2024-10-19T07:44:17.072" v="135" actId="478"/>
          <ac:spMkLst>
            <pc:docMk/>
            <pc:sldMk cId="0" sldId="260"/>
            <ac:spMk id="5" creationId="{00000000-0000-0000-0000-000000000000}"/>
          </ac:spMkLst>
        </pc:spChg>
        <pc:picChg chg="mod">
          <ac:chgData name="Ms Alina Arshad" userId="cccdfd85-d35d-4453-9c6f-a463aae40722" providerId="ADAL" clId="{9854E9E9-FCEA-46BD-B550-110177B9E80F}" dt="2024-10-19T07:44:19.632" v="136" actId="1076"/>
          <ac:picMkLst>
            <pc:docMk/>
            <pc:sldMk cId="0" sldId="260"/>
            <ac:picMk id="4" creationId="{00000000-0000-0000-0000-000000000000}"/>
          </ac:picMkLst>
        </pc:picChg>
      </pc:sldChg>
      <pc:sldChg chg="delSp modSp add del mod">
        <pc:chgData name="Ms Alina Arshad" userId="cccdfd85-d35d-4453-9c6f-a463aae40722" providerId="ADAL" clId="{9854E9E9-FCEA-46BD-B550-110177B9E80F}" dt="2024-10-20T09:41:52.846" v="1122" actId="403"/>
        <pc:sldMkLst>
          <pc:docMk/>
          <pc:sldMk cId="0" sldId="261"/>
        </pc:sldMkLst>
        <pc:spChg chg="mod">
          <ac:chgData name="Ms Alina Arshad" userId="cccdfd85-d35d-4453-9c6f-a463aae40722" providerId="ADAL" clId="{9854E9E9-FCEA-46BD-B550-110177B9E80F}" dt="2024-10-19T07:44:43.006" v="141" actId="207"/>
          <ac:spMkLst>
            <pc:docMk/>
            <pc:sldMk cId="0" sldId="261"/>
            <ac:spMk id="2" creationId="{00000000-0000-0000-0000-000000000000}"/>
          </ac:spMkLst>
        </pc:spChg>
        <pc:spChg chg="mod">
          <ac:chgData name="Ms Alina Arshad" userId="cccdfd85-d35d-4453-9c6f-a463aae40722" providerId="ADAL" clId="{9854E9E9-FCEA-46BD-B550-110177B9E80F}" dt="2024-10-20T09:41:13.510" v="1120" actId="20577"/>
          <ac:spMkLst>
            <pc:docMk/>
            <pc:sldMk cId="0" sldId="261"/>
            <ac:spMk id="3" creationId="{00000000-0000-0000-0000-000000000000}"/>
          </ac:spMkLst>
        </pc:spChg>
        <pc:spChg chg="mod">
          <ac:chgData name="Ms Alina Arshad" userId="cccdfd85-d35d-4453-9c6f-a463aae40722" providerId="ADAL" clId="{9854E9E9-FCEA-46BD-B550-110177B9E80F}" dt="2024-10-20T09:41:52.846" v="1122" actId="403"/>
          <ac:spMkLst>
            <pc:docMk/>
            <pc:sldMk cId="0" sldId="261"/>
            <ac:spMk id="4" creationId="{00000000-0000-0000-0000-000000000000}"/>
          </ac:spMkLst>
        </pc:spChg>
        <pc:spChg chg="del">
          <ac:chgData name="Ms Alina Arshad" userId="cccdfd85-d35d-4453-9c6f-a463aae40722" providerId="ADAL" clId="{9854E9E9-FCEA-46BD-B550-110177B9E80F}" dt="2024-10-19T07:44:55.931" v="144" actId="478"/>
          <ac:spMkLst>
            <pc:docMk/>
            <pc:sldMk cId="0" sldId="261"/>
            <ac:spMk id="5" creationId="{00000000-0000-0000-0000-000000000000}"/>
          </ac:spMkLst>
        </pc:spChg>
      </pc:sldChg>
      <pc:sldChg chg="delSp modSp add del mod">
        <pc:chgData name="Ms Alina Arshad" userId="cccdfd85-d35d-4453-9c6f-a463aae40722" providerId="ADAL" clId="{9854E9E9-FCEA-46BD-B550-110177B9E80F}" dt="2024-10-19T07:50:24.942" v="217" actId="47"/>
        <pc:sldMkLst>
          <pc:docMk/>
          <pc:sldMk cId="0" sldId="262"/>
        </pc:sldMkLst>
        <pc:spChg chg="del mod">
          <ac:chgData name="Ms Alina Arshad" userId="cccdfd85-d35d-4453-9c6f-a463aae40722" providerId="ADAL" clId="{9854E9E9-FCEA-46BD-B550-110177B9E80F}" dt="2024-10-19T07:50:20.314" v="214"/>
          <ac:spMkLst>
            <pc:docMk/>
            <pc:sldMk cId="0" sldId="262"/>
            <ac:spMk id="2" creationId="{00000000-0000-0000-0000-000000000000}"/>
          </ac:spMkLst>
        </pc:spChg>
        <pc:spChg chg="del mod">
          <ac:chgData name="Ms Alina Arshad" userId="cccdfd85-d35d-4453-9c6f-a463aae40722" providerId="ADAL" clId="{9854E9E9-FCEA-46BD-B550-110177B9E80F}" dt="2024-10-19T07:48:06.231" v="187" actId="478"/>
          <ac:spMkLst>
            <pc:docMk/>
            <pc:sldMk cId="0" sldId="262"/>
            <ac:spMk id="3" creationId="{00000000-0000-0000-0000-000000000000}"/>
          </ac:spMkLst>
        </pc:spChg>
      </pc:sldChg>
      <pc:sldChg chg="delSp modSp add del mod">
        <pc:chgData name="Ms Alina Arshad" userId="cccdfd85-d35d-4453-9c6f-a463aae40722" providerId="ADAL" clId="{9854E9E9-FCEA-46BD-B550-110177B9E80F}" dt="2024-10-20T10:28:01.042" v="1147" actId="403"/>
        <pc:sldMkLst>
          <pc:docMk/>
          <pc:sldMk cId="0" sldId="263"/>
        </pc:sldMkLst>
        <pc:spChg chg="mod">
          <ac:chgData name="Ms Alina Arshad" userId="cccdfd85-d35d-4453-9c6f-a463aae40722" providerId="ADAL" clId="{9854E9E9-FCEA-46BD-B550-110177B9E80F}" dt="2024-10-19T08:06:23.234" v="491" actId="1076"/>
          <ac:spMkLst>
            <pc:docMk/>
            <pc:sldMk cId="0" sldId="263"/>
            <ac:spMk id="2" creationId="{00000000-0000-0000-0000-000000000000}"/>
          </ac:spMkLst>
        </pc:spChg>
        <pc:spChg chg="mod">
          <ac:chgData name="Ms Alina Arshad" userId="cccdfd85-d35d-4453-9c6f-a463aae40722" providerId="ADAL" clId="{9854E9E9-FCEA-46BD-B550-110177B9E80F}" dt="2024-10-20T10:28:01.042" v="1147" actId="403"/>
          <ac:spMkLst>
            <pc:docMk/>
            <pc:sldMk cId="0" sldId="263"/>
            <ac:spMk id="3" creationId="{00000000-0000-0000-0000-000000000000}"/>
          </ac:spMkLst>
        </pc:spChg>
        <pc:spChg chg="del mod">
          <ac:chgData name="Ms Alina Arshad" userId="cccdfd85-d35d-4453-9c6f-a463aae40722" providerId="ADAL" clId="{9854E9E9-FCEA-46BD-B550-110177B9E80F}" dt="2024-10-19T07:57:28.174" v="334" actId="478"/>
          <ac:spMkLst>
            <pc:docMk/>
            <pc:sldMk cId="0" sldId="263"/>
            <ac:spMk id="4" creationId="{00000000-0000-0000-0000-000000000000}"/>
          </ac:spMkLst>
        </pc:spChg>
      </pc:sldChg>
      <pc:sldChg chg="delSp modSp add del mod">
        <pc:chgData name="Ms Alina Arshad" userId="cccdfd85-d35d-4453-9c6f-a463aae40722" providerId="ADAL" clId="{9854E9E9-FCEA-46BD-B550-110177B9E80F}" dt="2024-10-19T07:49:49.451" v="205" actId="478"/>
        <pc:sldMkLst>
          <pc:docMk/>
          <pc:sldMk cId="0" sldId="264"/>
        </pc:sldMkLst>
        <pc:spChg chg="mod">
          <ac:chgData name="Ms Alina Arshad" userId="cccdfd85-d35d-4453-9c6f-a463aae40722" providerId="ADAL" clId="{9854E9E9-FCEA-46BD-B550-110177B9E80F}" dt="2024-10-19T07:49:15.873" v="199" actId="1076"/>
          <ac:spMkLst>
            <pc:docMk/>
            <pc:sldMk cId="0" sldId="264"/>
            <ac:spMk id="2" creationId="{00000000-0000-0000-0000-000000000000}"/>
          </ac:spMkLst>
        </pc:spChg>
        <pc:spChg chg="del mod topLvl">
          <ac:chgData name="Ms Alina Arshad" userId="cccdfd85-d35d-4453-9c6f-a463aae40722" providerId="ADAL" clId="{9854E9E9-FCEA-46BD-B550-110177B9E80F}" dt="2024-10-19T07:49:49.451" v="205" actId="478"/>
          <ac:spMkLst>
            <pc:docMk/>
            <pc:sldMk cId="0" sldId="264"/>
            <ac:spMk id="4" creationId="{00000000-0000-0000-0000-000000000000}"/>
          </ac:spMkLst>
        </pc:spChg>
        <pc:spChg chg="del mod">
          <ac:chgData name="Ms Alina Arshad" userId="cccdfd85-d35d-4453-9c6f-a463aae40722" providerId="ADAL" clId="{9854E9E9-FCEA-46BD-B550-110177B9E80F}" dt="2024-10-19T07:48:46.675" v="191" actId="478"/>
          <ac:spMkLst>
            <pc:docMk/>
            <pc:sldMk cId="0" sldId="264"/>
            <ac:spMk id="6" creationId="{00000000-0000-0000-0000-000000000000}"/>
          </ac:spMkLst>
        </pc:spChg>
        <pc:grpChg chg="del mod">
          <ac:chgData name="Ms Alina Arshad" userId="cccdfd85-d35d-4453-9c6f-a463aae40722" providerId="ADAL" clId="{9854E9E9-FCEA-46BD-B550-110177B9E80F}" dt="2024-10-19T07:49:49.451" v="205" actId="478"/>
          <ac:grpSpMkLst>
            <pc:docMk/>
            <pc:sldMk cId="0" sldId="264"/>
            <ac:grpSpMk id="3" creationId="{00000000-0000-0000-0000-000000000000}"/>
          </ac:grpSpMkLst>
        </pc:grpChg>
        <pc:picChg chg="topLvl">
          <ac:chgData name="Ms Alina Arshad" userId="cccdfd85-d35d-4453-9c6f-a463aae40722" providerId="ADAL" clId="{9854E9E9-FCEA-46BD-B550-110177B9E80F}" dt="2024-10-19T07:49:49.451" v="205" actId="478"/>
          <ac:picMkLst>
            <pc:docMk/>
            <pc:sldMk cId="0" sldId="264"/>
            <ac:picMk id="5" creationId="{00000000-0000-0000-0000-000000000000}"/>
          </ac:picMkLst>
        </pc:picChg>
      </pc:sldChg>
      <pc:sldChg chg="delSp modSp add del mod">
        <pc:chgData name="Ms Alina Arshad" userId="cccdfd85-d35d-4453-9c6f-a463aae40722" providerId="ADAL" clId="{9854E9E9-FCEA-46BD-B550-110177B9E80F}" dt="2024-10-19T16:04:10.359" v="777" actId="478"/>
        <pc:sldMkLst>
          <pc:docMk/>
          <pc:sldMk cId="0" sldId="265"/>
        </pc:sldMkLst>
        <pc:spChg chg="mod">
          <ac:chgData name="Ms Alina Arshad" userId="cccdfd85-d35d-4453-9c6f-a463aae40722" providerId="ADAL" clId="{9854E9E9-FCEA-46BD-B550-110177B9E80F}" dt="2024-10-19T16:03:14.341" v="769" actId="113"/>
          <ac:spMkLst>
            <pc:docMk/>
            <pc:sldMk cId="0" sldId="265"/>
            <ac:spMk id="2" creationId="{00000000-0000-0000-0000-000000000000}"/>
          </ac:spMkLst>
        </pc:spChg>
        <pc:spChg chg="mod">
          <ac:chgData name="Ms Alina Arshad" userId="cccdfd85-d35d-4453-9c6f-a463aae40722" providerId="ADAL" clId="{9854E9E9-FCEA-46BD-B550-110177B9E80F}" dt="2024-10-19T16:04:04.679" v="776" actId="403"/>
          <ac:spMkLst>
            <pc:docMk/>
            <pc:sldMk cId="0" sldId="265"/>
            <ac:spMk id="3" creationId="{00000000-0000-0000-0000-000000000000}"/>
          </ac:spMkLst>
        </pc:spChg>
        <pc:spChg chg="del mod">
          <ac:chgData name="Ms Alina Arshad" userId="cccdfd85-d35d-4453-9c6f-a463aae40722" providerId="ADAL" clId="{9854E9E9-FCEA-46BD-B550-110177B9E80F}" dt="2024-10-19T16:04:10.359" v="777" actId="478"/>
          <ac:spMkLst>
            <pc:docMk/>
            <pc:sldMk cId="0" sldId="265"/>
            <ac:spMk id="4" creationId="{00000000-0000-0000-0000-000000000000}"/>
          </ac:spMkLst>
        </pc:spChg>
      </pc:sldChg>
      <pc:sldChg chg="delSp modSp add del mod">
        <pc:chgData name="Ms Alina Arshad" userId="cccdfd85-d35d-4453-9c6f-a463aae40722" providerId="ADAL" clId="{9854E9E9-FCEA-46BD-B550-110177B9E80F}" dt="2024-10-20T10:08:45.649" v="1138" actId="5793"/>
        <pc:sldMkLst>
          <pc:docMk/>
          <pc:sldMk cId="0" sldId="266"/>
        </pc:sldMkLst>
        <pc:spChg chg="mod">
          <ac:chgData name="Ms Alina Arshad" userId="cccdfd85-d35d-4453-9c6f-a463aae40722" providerId="ADAL" clId="{9854E9E9-FCEA-46BD-B550-110177B9E80F}" dt="2024-10-19T16:04:27.702" v="782" actId="1076"/>
          <ac:spMkLst>
            <pc:docMk/>
            <pc:sldMk cId="0" sldId="266"/>
            <ac:spMk id="2" creationId="{00000000-0000-0000-0000-000000000000}"/>
          </ac:spMkLst>
        </pc:spChg>
        <pc:spChg chg="mod">
          <ac:chgData name="Ms Alina Arshad" userId="cccdfd85-d35d-4453-9c6f-a463aae40722" providerId="ADAL" clId="{9854E9E9-FCEA-46BD-B550-110177B9E80F}" dt="2024-10-20T10:08:45.649" v="1138" actId="5793"/>
          <ac:spMkLst>
            <pc:docMk/>
            <pc:sldMk cId="0" sldId="266"/>
            <ac:spMk id="3" creationId="{00000000-0000-0000-0000-000000000000}"/>
          </ac:spMkLst>
        </pc:spChg>
        <pc:spChg chg="del mod">
          <ac:chgData name="Ms Alina Arshad" userId="cccdfd85-d35d-4453-9c6f-a463aae40722" providerId="ADAL" clId="{9854E9E9-FCEA-46BD-B550-110177B9E80F}" dt="2024-10-19T16:04:39.298" v="785" actId="478"/>
          <ac:spMkLst>
            <pc:docMk/>
            <pc:sldMk cId="0" sldId="266"/>
            <ac:spMk id="4" creationId="{00000000-0000-0000-0000-000000000000}"/>
          </ac:spMkLst>
        </pc:spChg>
      </pc:sldChg>
      <pc:sldChg chg="delSp modSp add del mod">
        <pc:chgData name="Ms Alina Arshad" userId="cccdfd85-d35d-4453-9c6f-a463aae40722" providerId="ADAL" clId="{9854E9E9-FCEA-46BD-B550-110177B9E80F}" dt="2024-10-20T10:10:11.198" v="1143" actId="5793"/>
        <pc:sldMkLst>
          <pc:docMk/>
          <pc:sldMk cId="0" sldId="267"/>
        </pc:sldMkLst>
        <pc:spChg chg="mod">
          <ac:chgData name="Ms Alina Arshad" userId="cccdfd85-d35d-4453-9c6f-a463aae40722" providerId="ADAL" clId="{9854E9E9-FCEA-46BD-B550-110177B9E80F}" dt="2024-10-19T16:06:39.435" v="820" actId="1076"/>
          <ac:spMkLst>
            <pc:docMk/>
            <pc:sldMk cId="0" sldId="267"/>
            <ac:spMk id="2" creationId="{00000000-0000-0000-0000-000000000000}"/>
          </ac:spMkLst>
        </pc:spChg>
        <pc:spChg chg="mod">
          <ac:chgData name="Ms Alina Arshad" userId="cccdfd85-d35d-4453-9c6f-a463aae40722" providerId="ADAL" clId="{9854E9E9-FCEA-46BD-B550-110177B9E80F}" dt="2024-10-20T10:10:11.198" v="1143" actId="5793"/>
          <ac:spMkLst>
            <pc:docMk/>
            <pc:sldMk cId="0" sldId="267"/>
            <ac:spMk id="3" creationId="{00000000-0000-0000-0000-000000000000}"/>
          </ac:spMkLst>
        </pc:spChg>
        <pc:spChg chg="del mod">
          <ac:chgData name="Ms Alina Arshad" userId="cccdfd85-d35d-4453-9c6f-a463aae40722" providerId="ADAL" clId="{9854E9E9-FCEA-46BD-B550-110177B9E80F}" dt="2024-10-19T16:06:56.599" v="824" actId="478"/>
          <ac:spMkLst>
            <pc:docMk/>
            <pc:sldMk cId="0" sldId="267"/>
            <ac:spMk id="4" creationId="{00000000-0000-0000-0000-000000000000}"/>
          </ac:spMkLst>
        </pc:spChg>
      </pc:sldChg>
      <pc:sldChg chg="delSp modSp add del mod">
        <pc:chgData name="Ms Alina Arshad" userId="cccdfd85-d35d-4453-9c6f-a463aae40722" providerId="ADAL" clId="{9854E9E9-FCEA-46BD-B550-110177B9E80F}" dt="2024-10-19T16:07:55.994" v="840" actId="1076"/>
        <pc:sldMkLst>
          <pc:docMk/>
          <pc:sldMk cId="0" sldId="268"/>
        </pc:sldMkLst>
        <pc:spChg chg="mod">
          <ac:chgData name="Ms Alina Arshad" userId="cccdfd85-d35d-4453-9c6f-a463aae40722" providerId="ADAL" clId="{9854E9E9-FCEA-46BD-B550-110177B9E80F}" dt="2024-10-19T16:07:55.994" v="840" actId="1076"/>
          <ac:spMkLst>
            <pc:docMk/>
            <pc:sldMk cId="0" sldId="268"/>
            <ac:spMk id="2" creationId="{00000000-0000-0000-0000-000000000000}"/>
          </ac:spMkLst>
        </pc:spChg>
        <pc:spChg chg="del mod">
          <ac:chgData name="Ms Alina Arshad" userId="cccdfd85-d35d-4453-9c6f-a463aae40722" providerId="ADAL" clId="{9854E9E9-FCEA-46BD-B550-110177B9E80F}" dt="2024-10-19T16:07:47.903" v="838" actId="478"/>
          <ac:spMkLst>
            <pc:docMk/>
            <pc:sldMk cId="0" sldId="268"/>
            <ac:spMk id="4" creationId="{00000000-0000-0000-0000-000000000000}"/>
          </ac:spMkLst>
        </pc:spChg>
        <pc:picChg chg="mod">
          <ac:chgData name="Ms Alina Arshad" userId="cccdfd85-d35d-4453-9c6f-a463aae40722" providerId="ADAL" clId="{9854E9E9-FCEA-46BD-B550-110177B9E80F}" dt="2024-10-19T16:07:45.625" v="837" actId="14100"/>
          <ac:picMkLst>
            <pc:docMk/>
            <pc:sldMk cId="0" sldId="268"/>
            <ac:picMk id="3" creationId="{00000000-0000-0000-0000-000000000000}"/>
          </ac:picMkLst>
        </pc:picChg>
      </pc:sldChg>
      <pc:sldChg chg="delSp modSp add del mod">
        <pc:chgData name="Ms Alina Arshad" userId="cccdfd85-d35d-4453-9c6f-a463aae40722" providerId="ADAL" clId="{9854E9E9-FCEA-46BD-B550-110177B9E80F}" dt="2024-10-20T10:14:57.757" v="1145" actId="20577"/>
        <pc:sldMkLst>
          <pc:docMk/>
          <pc:sldMk cId="0" sldId="269"/>
        </pc:sldMkLst>
        <pc:spChg chg="mod">
          <ac:chgData name="Ms Alina Arshad" userId="cccdfd85-d35d-4453-9c6f-a463aae40722" providerId="ADAL" clId="{9854E9E9-FCEA-46BD-B550-110177B9E80F}" dt="2024-10-19T16:08:09.925" v="845" actId="403"/>
          <ac:spMkLst>
            <pc:docMk/>
            <pc:sldMk cId="0" sldId="269"/>
            <ac:spMk id="2" creationId="{00000000-0000-0000-0000-000000000000}"/>
          </ac:spMkLst>
        </pc:spChg>
        <pc:spChg chg="mod">
          <ac:chgData name="Ms Alina Arshad" userId="cccdfd85-d35d-4453-9c6f-a463aae40722" providerId="ADAL" clId="{9854E9E9-FCEA-46BD-B550-110177B9E80F}" dt="2024-10-20T10:14:57.757" v="1145" actId="20577"/>
          <ac:spMkLst>
            <pc:docMk/>
            <pc:sldMk cId="0" sldId="269"/>
            <ac:spMk id="3" creationId="{00000000-0000-0000-0000-000000000000}"/>
          </ac:spMkLst>
        </pc:spChg>
        <pc:spChg chg="del mod">
          <ac:chgData name="Ms Alina Arshad" userId="cccdfd85-d35d-4453-9c6f-a463aae40722" providerId="ADAL" clId="{9854E9E9-FCEA-46BD-B550-110177B9E80F}" dt="2024-10-19T16:08:19.460" v="848" actId="478"/>
          <ac:spMkLst>
            <pc:docMk/>
            <pc:sldMk cId="0" sldId="269"/>
            <ac:spMk id="4" creationId="{00000000-0000-0000-0000-000000000000}"/>
          </ac:spMkLst>
        </pc:spChg>
      </pc:sldChg>
      <pc:sldChg chg="delSp modSp add del mod">
        <pc:chgData name="Ms Alina Arshad" userId="cccdfd85-d35d-4453-9c6f-a463aae40722" providerId="ADAL" clId="{9854E9E9-FCEA-46BD-B550-110177B9E80F}" dt="2024-10-20T10:43:24.416" v="1153" actId="1036"/>
        <pc:sldMkLst>
          <pc:docMk/>
          <pc:sldMk cId="0" sldId="270"/>
        </pc:sldMkLst>
        <pc:spChg chg="mod">
          <ac:chgData name="Ms Alina Arshad" userId="cccdfd85-d35d-4453-9c6f-a463aae40722" providerId="ADAL" clId="{9854E9E9-FCEA-46BD-B550-110177B9E80F}" dt="2024-10-19T16:09:03.374" v="854" actId="113"/>
          <ac:spMkLst>
            <pc:docMk/>
            <pc:sldMk cId="0" sldId="270"/>
            <ac:spMk id="2" creationId="{00000000-0000-0000-0000-000000000000}"/>
          </ac:spMkLst>
        </pc:spChg>
        <pc:spChg chg="mod">
          <ac:chgData name="Ms Alina Arshad" userId="cccdfd85-d35d-4453-9c6f-a463aae40722" providerId="ADAL" clId="{9854E9E9-FCEA-46BD-B550-110177B9E80F}" dt="2024-10-20T10:34:13.119" v="1150" actId="20577"/>
          <ac:spMkLst>
            <pc:docMk/>
            <pc:sldMk cId="0" sldId="270"/>
            <ac:spMk id="3" creationId="{00000000-0000-0000-0000-000000000000}"/>
          </ac:spMkLst>
        </pc:spChg>
        <pc:spChg chg="mod">
          <ac:chgData name="Ms Alina Arshad" userId="cccdfd85-d35d-4453-9c6f-a463aae40722" providerId="ADAL" clId="{9854E9E9-FCEA-46BD-B550-110177B9E80F}" dt="2024-10-20T10:35:28.260" v="1152" actId="20577"/>
          <ac:spMkLst>
            <pc:docMk/>
            <pc:sldMk cId="0" sldId="270"/>
            <ac:spMk id="4" creationId="{00000000-0000-0000-0000-000000000000}"/>
          </ac:spMkLst>
        </pc:spChg>
        <pc:spChg chg="del">
          <ac:chgData name="Ms Alina Arshad" userId="cccdfd85-d35d-4453-9c6f-a463aae40722" providerId="ADAL" clId="{9854E9E9-FCEA-46BD-B550-110177B9E80F}" dt="2024-10-19T16:10:11.995" v="971" actId="478"/>
          <ac:spMkLst>
            <pc:docMk/>
            <pc:sldMk cId="0" sldId="270"/>
            <ac:spMk id="5" creationId="{00000000-0000-0000-0000-000000000000}"/>
          </ac:spMkLst>
        </pc:spChg>
        <pc:spChg chg="mod">
          <ac:chgData name="Ms Alina Arshad" userId="cccdfd85-d35d-4453-9c6f-a463aae40722" providerId="ADAL" clId="{9854E9E9-FCEA-46BD-B550-110177B9E80F}" dt="2024-10-19T16:10:09.733" v="970" actId="1035"/>
          <ac:spMkLst>
            <pc:docMk/>
            <pc:sldMk cId="0" sldId="270"/>
            <ac:spMk id="6" creationId="{00000000-0000-0000-0000-000000000000}"/>
          </ac:spMkLst>
        </pc:spChg>
        <pc:spChg chg="mod">
          <ac:chgData name="Ms Alina Arshad" userId="cccdfd85-d35d-4453-9c6f-a463aae40722" providerId="ADAL" clId="{9854E9E9-FCEA-46BD-B550-110177B9E80F}" dt="2024-10-20T10:43:24.416" v="1153" actId="1036"/>
          <ac:spMkLst>
            <pc:docMk/>
            <pc:sldMk cId="0" sldId="270"/>
            <ac:spMk id="7" creationId="{00000000-0000-0000-0000-000000000000}"/>
          </ac:spMkLst>
        </pc:spChg>
        <pc:spChg chg="del mod">
          <ac:chgData name="Ms Alina Arshad" userId="cccdfd85-d35d-4453-9c6f-a463aae40722" providerId="ADAL" clId="{9854E9E9-FCEA-46BD-B550-110177B9E80F}" dt="2024-10-19T16:09:27.846" v="860" actId="478"/>
          <ac:spMkLst>
            <pc:docMk/>
            <pc:sldMk cId="0" sldId="270"/>
            <ac:spMk id="8" creationId="{00000000-0000-0000-0000-000000000000}"/>
          </ac:spMkLst>
        </pc:spChg>
      </pc:sldChg>
      <pc:sldChg chg="delSp modSp add del mod">
        <pc:chgData name="Ms Alina Arshad" userId="cccdfd85-d35d-4453-9c6f-a463aae40722" providerId="ADAL" clId="{9854E9E9-FCEA-46BD-B550-110177B9E80F}" dt="2024-10-20T11:24:51.569" v="1156" actId="120"/>
        <pc:sldMkLst>
          <pc:docMk/>
          <pc:sldMk cId="0" sldId="271"/>
        </pc:sldMkLst>
        <pc:spChg chg="mod">
          <ac:chgData name="Ms Alina Arshad" userId="cccdfd85-d35d-4453-9c6f-a463aae40722" providerId="ADAL" clId="{9854E9E9-FCEA-46BD-B550-110177B9E80F}" dt="2024-10-19T16:11:23.897" v="977" actId="1076"/>
          <ac:spMkLst>
            <pc:docMk/>
            <pc:sldMk cId="0" sldId="271"/>
            <ac:spMk id="2" creationId="{00000000-0000-0000-0000-000000000000}"/>
          </ac:spMkLst>
        </pc:spChg>
        <pc:spChg chg="mod">
          <ac:chgData name="Ms Alina Arshad" userId="cccdfd85-d35d-4453-9c6f-a463aae40722" providerId="ADAL" clId="{9854E9E9-FCEA-46BD-B550-110177B9E80F}" dt="2024-10-20T11:24:51.569" v="1156" actId="120"/>
          <ac:spMkLst>
            <pc:docMk/>
            <pc:sldMk cId="0" sldId="271"/>
            <ac:spMk id="3" creationId="{00000000-0000-0000-0000-000000000000}"/>
          </ac:spMkLst>
        </pc:spChg>
        <pc:spChg chg="del mod">
          <ac:chgData name="Ms Alina Arshad" userId="cccdfd85-d35d-4453-9c6f-a463aae40722" providerId="ADAL" clId="{9854E9E9-FCEA-46BD-B550-110177B9E80F}" dt="2024-10-19T16:11:31.293" v="980" actId="478"/>
          <ac:spMkLst>
            <pc:docMk/>
            <pc:sldMk cId="0" sldId="271"/>
            <ac:spMk id="4" creationId="{00000000-0000-0000-0000-000000000000}"/>
          </ac:spMkLst>
        </pc:spChg>
      </pc:sldChg>
      <pc:sldChg chg="delSp modSp add del mod">
        <pc:chgData name="Ms Alina Arshad" userId="cccdfd85-d35d-4453-9c6f-a463aae40722" providerId="ADAL" clId="{9854E9E9-FCEA-46BD-B550-110177B9E80F}" dt="2024-10-20T11:27:24.231" v="1168" actId="33524"/>
        <pc:sldMkLst>
          <pc:docMk/>
          <pc:sldMk cId="0" sldId="272"/>
        </pc:sldMkLst>
        <pc:spChg chg="mod">
          <ac:chgData name="Ms Alina Arshad" userId="cccdfd85-d35d-4453-9c6f-a463aae40722" providerId="ADAL" clId="{9854E9E9-FCEA-46BD-B550-110177B9E80F}" dt="2024-10-19T16:20:10.281" v="987" actId="1076"/>
          <ac:spMkLst>
            <pc:docMk/>
            <pc:sldMk cId="0" sldId="272"/>
            <ac:spMk id="2" creationId="{00000000-0000-0000-0000-000000000000}"/>
          </ac:spMkLst>
        </pc:spChg>
        <pc:spChg chg="mod">
          <ac:chgData name="Ms Alina Arshad" userId="cccdfd85-d35d-4453-9c6f-a463aae40722" providerId="ADAL" clId="{9854E9E9-FCEA-46BD-B550-110177B9E80F}" dt="2024-10-20T11:27:24.231" v="1168" actId="33524"/>
          <ac:spMkLst>
            <pc:docMk/>
            <pc:sldMk cId="0" sldId="272"/>
            <ac:spMk id="3" creationId="{00000000-0000-0000-0000-000000000000}"/>
          </ac:spMkLst>
        </pc:spChg>
        <pc:spChg chg="del mod">
          <ac:chgData name="Ms Alina Arshad" userId="cccdfd85-d35d-4453-9c6f-a463aae40722" providerId="ADAL" clId="{9854E9E9-FCEA-46BD-B550-110177B9E80F}" dt="2024-10-19T16:20:13.740" v="988" actId="478"/>
          <ac:spMkLst>
            <pc:docMk/>
            <pc:sldMk cId="0" sldId="272"/>
            <ac:spMk id="4" creationId="{00000000-0000-0000-0000-000000000000}"/>
          </ac:spMkLst>
        </pc:spChg>
      </pc:sldChg>
      <pc:sldChg chg="delSp modSp add mod">
        <pc:chgData name="Ms Alina Arshad" userId="cccdfd85-d35d-4453-9c6f-a463aae40722" providerId="ADAL" clId="{9854E9E9-FCEA-46BD-B550-110177B9E80F}" dt="2024-10-20T11:28:12.977" v="1172" actId="20577"/>
        <pc:sldMkLst>
          <pc:docMk/>
          <pc:sldMk cId="0" sldId="273"/>
        </pc:sldMkLst>
        <pc:spChg chg="mod">
          <ac:chgData name="Ms Alina Arshad" userId="cccdfd85-d35d-4453-9c6f-a463aae40722" providerId="ADAL" clId="{9854E9E9-FCEA-46BD-B550-110177B9E80F}" dt="2024-10-19T16:20:56.809" v="995" actId="113"/>
          <ac:spMkLst>
            <pc:docMk/>
            <pc:sldMk cId="0" sldId="273"/>
            <ac:spMk id="2" creationId="{00000000-0000-0000-0000-000000000000}"/>
          </ac:spMkLst>
        </pc:spChg>
        <pc:spChg chg="mod">
          <ac:chgData name="Ms Alina Arshad" userId="cccdfd85-d35d-4453-9c6f-a463aae40722" providerId="ADAL" clId="{9854E9E9-FCEA-46BD-B550-110177B9E80F}" dt="2024-10-20T11:28:12.977" v="1172" actId="20577"/>
          <ac:spMkLst>
            <pc:docMk/>
            <pc:sldMk cId="0" sldId="273"/>
            <ac:spMk id="3" creationId="{00000000-0000-0000-0000-000000000000}"/>
          </ac:spMkLst>
        </pc:spChg>
        <pc:spChg chg="mod">
          <ac:chgData name="Ms Alina Arshad" userId="cccdfd85-d35d-4453-9c6f-a463aae40722" providerId="ADAL" clId="{9854E9E9-FCEA-46BD-B550-110177B9E80F}" dt="2024-10-20T11:27:48.100" v="1170" actId="1076"/>
          <ac:spMkLst>
            <pc:docMk/>
            <pc:sldMk cId="0" sldId="273"/>
            <ac:spMk id="4" creationId="{00000000-0000-0000-0000-000000000000}"/>
          </ac:spMkLst>
        </pc:spChg>
        <pc:spChg chg="mod">
          <ac:chgData name="Ms Alina Arshad" userId="cccdfd85-d35d-4453-9c6f-a463aae40722" providerId="ADAL" clId="{9854E9E9-FCEA-46BD-B550-110177B9E80F}" dt="2024-10-20T11:27:53.623" v="1171" actId="1076"/>
          <ac:spMkLst>
            <pc:docMk/>
            <pc:sldMk cId="0" sldId="273"/>
            <ac:spMk id="5" creationId="{00000000-0000-0000-0000-000000000000}"/>
          </ac:spMkLst>
        </pc:spChg>
        <pc:spChg chg="mod">
          <ac:chgData name="Ms Alina Arshad" userId="cccdfd85-d35d-4453-9c6f-a463aae40722" providerId="ADAL" clId="{9854E9E9-FCEA-46BD-B550-110177B9E80F}" dt="2024-10-19T16:22:05.885" v="1004" actId="207"/>
          <ac:spMkLst>
            <pc:docMk/>
            <pc:sldMk cId="0" sldId="273"/>
            <ac:spMk id="6" creationId="{00000000-0000-0000-0000-000000000000}"/>
          </ac:spMkLst>
        </pc:spChg>
        <pc:spChg chg="del mod">
          <ac:chgData name="Ms Alina Arshad" userId="cccdfd85-d35d-4453-9c6f-a463aae40722" providerId="ADAL" clId="{9854E9E9-FCEA-46BD-B550-110177B9E80F}" dt="2024-10-19T16:22:09.502" v="1005" actId="478"/>
          <ac:spMkLst>
            <pc:docMk/>
            <pc:sldMk cId="0" sldId="273"/>
            <ac:spMk id="8" creationId="{00000000-0000-0000-0000-000000000000}"/>
          </ac:spMkLst>
        </pc:spChg>
        <pc:picChg chg="mod">
          <ac:chgData name="Ms Alina Arshad" userId="cccdfd85-d35d-4453-9c6f-a463aae40722" providerId="ADAL" clId="{9854E9E9-FCEA-46BD-B550-110177B9E80F}" dt="2024-10-19T16:21:55.257" v="1002" actId="1076"/>
          <ac:picMkLst>
            <pc:docMk/>
            <pc:sldMk cId="0" sldId="273"/>
            <ac:picMk id="7" creationId="{00000000-0000-0000-0000-000000000000}"/>
          </ac:picMkLst>
        </pc:picChg>
      </pc:sldChg>
      <pc:sldChg chg="delSp modSp add mod">
        <pc:chgData name="Ms Alina Arshad" userId="cccdfd85-d35d-4453-9c6f-a463aae40722" providerId="ADAL" clId="{9854E9E9-FCEA-46BD-B550-110177B9E80F}" dt="2024-10-19T16:23:12.376" v="1021" actId="403"/>
        <pc:sldMkLst>
          <pc:docMk/>
          <pc:sldMk cId="0" sldId="274"/>
        </pc:sldMkLst>
        <pc:spChg chg="mod ord">
          <ac:chgData name="Ms Alina Arshad" userId="cccdfd85-d35d-4453-9c6f-a463aae40722" providerId="ADAL" clId="{9854E9E9-FCEA-46BD-B550-110177B9E80F}" dt="2024-10-19T16:23:12.376" v="1021" actId="403"/>
          <ac:spMkLst>
            <pc:docMk/>
            <pc:sldMk cId="0" sldId="274"/>
            <ac:spMk id="2" creationId="{00000000-0000-0000-0000-000000000000}"/>
          </ac:spMkLst>
        </pc:spChg>
        <pc:spChg chg="del">
          <ac:chgData name="Ms Alina Arshad" userId="cccdfd85-d35d-4453-9c6f-a463aae40722" providerId="ADAL" clId="{9854E9E9-FCEA-46BD-B550-110177B9E80F}" dt="2024-10-19T16:23:06.287" v="1019" actId="478"/>
          <ac:spMkLst>
            <pc:docMk/>
            <pc:sldMk cId="0" sldId="274"/>
            <ac:spMk id="3" creationId="{00000000-0000-0000-0000-000000000000}"/>
          </ac:spMkLst>
        </pc:spChg>
        <pc:grpChg chg="mod">
          <ac:chgData name="Ms Alina Arshad" userId="cccdfd85-d35d-4453-9c6f-a463aae40722" providerId="ADAL" clId="{9854E9E9-FCEA-46BD-B550-110177B9E80F}" dt="2024-10-19T16:22:49.033" v="1012" actId="1076"/>
          <ac:grpSpMkLst>
            <pc:docMk/>
            <pc:sldMk cId="0" sldId="274"/>
            <ac:grpSpMk id="4" creationId="{00000000-0000-0000-0000-000000000000}"/>
          </ac:grpSpMkLst>
        </pc:grpChg>
      </pc:sldChg>
      <pc:sldChg chg="delSp modSp add mod">
        <pc:chgData name="Ms Alina Arshad" userId="cccdfd85-d35d-4453-9c6f-a463aae40722" providerId="ADAL" clId="{9854E9E9-FCEA-46BD-B550-110177B9E80F}" dt="2024-10-19T16:24:26.933" v="1036" actId="20577"/>
        <pc:sldMkLst>
          <pc:docMk/>
          <pc:sldMk cId="0" sldId="275"/>
        </pc:sldMkLst>
        <pc:spChg chg="mod">
          <ac:chgData name="Ms Alina Arshad" userId="cccdfd85-d35d-4453-9c6f-a463aae40722" providerId="ADAL" clId="{9854E9E9-FCEA-46BD-B550-110177B9E80F}" dt="2024-10-19T16:23:40.345" v="1026" actId="113"/>
          <ac:spMkLst>
            <pc:docMk/>
            <pc:sldMk cId="0" sldId="275"/>
            <ac:spMk id="2" creationId="{00000000-0000-0000-0000-000000000000}"/>
          </ac:spMkLst>
        </pc:spChg>
        <pc:spChg chg="mod">
          <ac:chgData name="Ms Alina Arshad" userId="cccdfd85-d35d-4453-9c6f-a463aae40722" providerId="ADAL" clId="{9854E9E9-FCEA-46BD-B550-110177B9E80F}" dt="2024-10-19T16:24:26.933" v="1036" actId="20577"/>
          <ac:spMkLst>
            <pc:docMk/>
            <pc:sldMk cId="0" sldId="275"/>
            <ac:spMk id="3" creationId="{00000000-0000-0000-0000-000000000000}"/>
          </ac:spMkLst>
        </pc:spChg>
        <pc:spChg chg="del">
          <ac:chgData name="Ms Alina Arshad" userId="cccdfd85-d35d-4453-9c6f-a463aae40722" providerId="ADAL" clId="{9854E9E9-FCEA-46BD-B550-110177B9E80F}" dt="2024-10-19T16:23:20.521" v="1022" actId="478"/>
          <ac:spMkLst>
            <pc:docMk/>
            <pc:sldMk cId="0" sldId="275"/>
            <ac:spMk id="4" creationId="{00000000-0000-0000-0000-000000000000}"/>
          </ac:spMkLst>
        </pc:spChg>
      </pc:sldChg>
      <pc:sldChg chg="delSp modSp add mod">
        <pc:chgData name="Ms Alina Arshad" userId="cccdfd85-d35d-4453-9c6f-a463aae40722" providerId="ADAL" clId="{9854E9E9-FCEA-46BD-B550-110177B9E80F}" dt="2024-10-19T16:25:31.479" v="1053" actId="1076"/>
        <pc:sldMkLst>
          <pc:docMk/>
          <pc:sldMk cId="0" sldId="276"/>
        </pc:sldMkLst>
        <pc:spChg chg="mod">
          <ac:chgData name="Ms Alina Arshad" userId="cccdfd85-d35d-4453-9c6f-a463aae40722" providerId="ADAL" clId="{9854E9E9-FCEA-46BD-B550-110177B9E80F}" dt="2024-10-19T16:24:49.562" v="1040" actId="113"/>
          <ac:spMkLst>
            <pc:docMk/>
            <pc:sldMk cId="0" sldId="276"/>
            <ac:spMk id="2" creationId="{00000000-0000-0000-0000-000000000000}"/>
          </ac:spMkLst>
        </pc:spChg>
        <pc:spChg chg="mod">
          <ac:chgData name="Ms Alina Arshad" userId="cccdfd85-d35d-4453-9c6f-a463aae40722" providerId="ADAL" clId="{9854E9E9-FCEA-46BD-B550-110177B9E80F}" dt="2024-10-19T16:25:28.434" v="1052" actId="1076"/>
          <ac:spMkLst>
            <pc:docMk/>
            <pc:sldMk cId="0" sldId="276"/>
            <ac:spMk id="3" creationId="{00000000-0000-0000-0000-000000000000}"/>
          </ac:spMkLst>
        </pc:spChg>
        <pc:spChg chg="del mod">
          <ac:chgData name="Ms Alina Arshad" userId="cccdfd85-d35d-4453-9c6f-a463aae40722" providerId="ADAL" clId="{9854E9E9-FCEA-46BD-B550-110177B9E80F}" dt="2024-10-19T16:25:11.123" v="1048" actId="478"/>
          <ac:spMkLst>
            <pc:docMk/>
            <pc:sldMk cId="0" sldId="276"/>
            <ac:spMk id="5" creationId="{00000000-0000-0000-0000-000000000000}"/>
          </ac:spMkLst>
        </pc:spChg>
        <pc:picChg chg="mod">
          <ac:chgData name="Ms Alina Arshad" userId="cccdfd85-d35d-4453-9c6f-a463aae40722" providerId="ADAL" clId="{9854E9E9-FCEA-46BD-B550-110177B9E80F}" dt="2024-10-19T16:25:31.479" v="1053" actId="1076"/>
          <ac:picMkLst>
            <pc:docMk/>
            <pc:sldMk cId="0" sldId="276"/>
            <ac:picMk id="4" creationId="{00000000-0000-0000-0000-000000000000}"/>
          </ac:picMkLst>
        </pc:picChg>
      </pc:sldChg>
      <pc:sldChg chg="delSp modSp add mod">
        <pc:chgData name="Ms Alina Arshad" userId="cccdfd85-d35d-4453-9c6f-a463aae40722" providerId="ADAL" clId="{9854E9E9-FCEA-46BD-B550-110177B9E80F}" dt="2024-10-19T16:26:11.600" v="1067" actId="20577"/>
        <pc:sldMkLst>
          <pc:docMk/>
          <pc:sldMk cId="0" sldId="277"/>
        </pc:sldMkLst>
        <pc:spChg chg="mod">
          <ac:chgData name="Ms Alina Arshad" userId="cccdfd85-d35d-4453-9c6f-a463aae40722" providerId="ADAL" clId="{9854E9E9-FCEA-46BD-B550-110177B9E80F}" dt="2024-10-19T16:25:49.515" v="1059" actId="20577"/>
          <ac:spMkLst>
            <pc:docMk/>
            <pc:sldMk cId="0" sldId="277"/>
            <ac:spMk id="2" creationId="{00000000-0000-0000-0000-000000000000}"/>
          </ac:spMkLst>
        </pc:spChg>
        <pc:spChg chg="mod">
          <ac:chgData name="Ms Alina Arshad" userId="cccdfd85-d35d-4453-9c6f-a463aae40722" providerId="ADAL" clId="{9854E9E9-FCEA-46BD-B550-110177B9E80F}" dt="2024-10-19T16:26:11.600" v="1067" actId="20577"/>
          <ac:spMkLst>
            <pc:docMk/>
            <pc:sldMk cId="0" sldId="277"/>
            <ac:spMk id="3" creationId="{00000000-0000-0000-0000-000000000000}"/>
          </ac:spMkLst>
        </pc:spChg>
        <pc:spChg chg="del">
          <ac:chgData name="Ms Alina Arshad" userId="cccdfd85-d35d-4453-9c6f-a463aae40722" providerId="ADAL" clId="{9854E9E9-FCEA-46BD-B550-110177B9E80F}" dt="2024-10-19T16:26:04.956" v="1065" actId="478"/>
          <ac:spMkLst>
            <pc:docMk/>
            <pc:sldMk cId="0" sldId="277"/>
            <ac:spMk id="4" creationId="{00000000-0000-0000-0000-000000000000}"/>
          </ac:spMkLst>
        </pc:spChg>
      </pc:sldChg>
      <pc:sldChg chg="delSp modSp add mod">
        <pc:chgData name="Ms Alina Arshad" userId="cccdfd85-d35d-4453-9c6f-a463aae40722" providerId="ADAL" clId="{9854E9E9-FCEA-46BD-B550-110177B9E80F}" dt="2024-10-19T16:27:36.029" v="1086" actId="33524"/>
        <pc:sldMkLst>
          <pc:docMk/>
          <pc:sldMk cId="0" sldId="278"/>
        </pc:sldMkLst>
        <pc:spChg chg="mod">
          <ac:chgData name="Ms Alina Arshad" userId="cccdfd85-d35d-4453-9c6f-a463aae40722" providerId="ADAL" clId="{9854E9E9-FCEA-46BD-B550-110177B9E80F}" dt="2024-10-19T16:26:27.314" v="1069" actId="207"/>
          <ac:spMkLst>
            <pc:docMk/>
            <pc:sldMk cId="0" sldId="278"/>
            <ac:spMk id="2" creationId="{00000000-0000-0000-0000-000000000000}"/>
          </ac:spMkLst>
        </pc:spChg>
        <pc:spChg chg="mod">
          <ac:chgData name="Ms Alina Arshad" userId="cccdfd85-d35d-4453-9c6f-a463aae40722" providerId="ADAL" clId="{9854E9E9-FCEA-46BD-B550-110177B9E80F}" dt="2024-10-19T16:27:36.029" v="1086" actId="33524"/>
          <ac:spMkLst>
            <pc:docMk/>
            <pc:sldMk cId="0" sldId="278"/>
            <ac:spMk id="3" creationId="{00000000-0000-0000-0000-000000000000}"/>
          </ac:spMkLst>
        </pc:spChg>
        <pc:spChg chg="del mod">
          <ac:chgData name="Ms Alina Arshad" userId="cccdfd85-d35d-4453-9c6f-a463aae40722" providerId="ADAL" clId="{9854E9E9-FCEA-46BD-B550-110177B9E80F}" dt="2024-10-19T16:27:01.643" v="1082" actId="478"/>
          <ac:spMkLst>
            <pc:docMk/>
            <pc:sldMk cId="0" sldId="278"/>
            <ac:spMk id="4" creationId="{00000000-0000-0000-0000-000000000000}"/>
          </ac:spMkLst>
        </pc:spChg>
      </pc:sldChg>
      <pc:sldChg chg="modSp new mod">
        <pc:chgData name="Ms Alina Arshad" userId="cccdfd85-d35d-4453-9c6f-a463aae40722" providerId="ADAL" clId="{9854E9E9-FCEA-46BD-B550-110177B9E80F}" dt="2024-10-19T07:56:03.329" v="303" actId="14100"/>
        <pc:sldMkLst>
          <pc:docMk/>
          <pc:sldMk cId="3240370692" sldId="279"/>
        </pc:sldMkLst>
        <pc:spChg chg="mod">
          <ac:chgData name="Ms Alina Arshad" userId="cccdfd85-d35d-4453-9c6f-a463aae40722" providerId="ADAL" clId="{9854E9E9-FCEA-46BD-B550-110177B9E80F}" dt="2024-10-19T07:50:12.705" v="211" actId="113"/>
          <ac:spMkLst>
            <pc:docMk/>
            <pc:sldMk cId="3240370692" sldId="279"/>
            <ac:spMk id="2" creationId="{BA844F90-433D-2057-99FE-62FAF39552C5}"/>
          </ac:spMkLst>
        </pc:spChg>
        <pc:spChg chg="mod">
          <ac:chgData name="Ms Alina Arshad" userId="cccdfd85-d35d-4453-9c6f-a463aae40722" providerId="ADAL" clId="{9854E9E9-FCEA-46BD-B550-110177B9E80F}" dt="2024-10-19T07:56:03.329" v="303" actId="14100"/>
          <ac:spMkLst>
            <pc:docMk/>
            <pc:sldMk cId="3240370692" sldId="279"/>
            <ac:spMk id="3" creationId="{C61C41A0-B3FF-7DEC-396A-1327549017CA}"/>
          </ac:spMkLst>
        </pc:spChg>
      </pc:sldChg>
      <pc:sldMasterChg chg="delSldLayout">
        <pc:chgData name="Ms Alina Arshad" userId="cccdfd85-d35d-4453-9c6f-a463aae40722" providerId="ADAL" clId="{9854E9E9-FCEA-46BD-B550-110177B9E80F}" dt="2024-10-19T07:38:17.304" v="44" actId="47"/>
        <pc:sldMasterMkLst>
          <pc:docMk/>
          <pc:sldMasterMk cId="1090009938" sldId="2147483660"/>
        </pc:sldMasterMkLst>
        <pc:sldLayoutChg chg="del">
          <pc:chgData name="Ms Alina Arshad" userId="cccdfd85-d35d-4453-9c6f-a463aae40722" providerId="ADAL" clId="{9854E9E9-FCEA-46BD-B550-110177B9E80F}" dt="2024-10-19T07:38:17.304" v="44" actId="47"/>
          <pc:sldLayoutMkLst>
            <pc:docMk/>
            <pc:sldMasterMk cId="1090009938" sldId="2147483660"/>
            <pc:sldLayoutMk cId="3151685511" sldId="2147483672"/>
          </pc:sldLayoutMkLst>
        </pc:sldLayoutChg>
      </pc:sldMasterChg>
    </pc:docChg>
  </pc:docChgLst>
  <pc:docChgLst>
    <pc:chgData name="Ms Alina Arshad" userId="cccdfd85-d35d-4453-9c6f-a463aae40722" providerId="ADAL" clId="{506AEF98-43AF-47E5-97BE-CEE6E380F332}"/>
    <pc:docChg chg="custSel addSld delSld modSld">
      <pc:chgData name="Ms Alina Arshad" userId="cccdfd85-d35d-4453-9c6f-a463aae40722" providerId="ADAL" clId="{506AEF98-43AF-47E5-97BE-CEE6E380F332}" dt="2024-09-06T05:02:08.009" v="313" actId="207"/>
      <pc:docMkLst>
        <pc:docMk/>
      </pc:docMkLst>
      <pc:sldChg chg="modSp mod">
        <pc:chgData name="Ms Alina Arshad" userId="cccdfd85-d35d-4453-9c6f-a463aae40722" providerId="ADAL" clId="{506AEF98-43AF-47E5-97BE-CEE6E380F332}" dt="2024-09-05T09:07:33.153" v="31" actId="2711"/>
        <pc:sldMkLst>
          <pc:docMk/>
          <pc:sldMk cId="3322361034" sldId="256"/>
        </pc:sldMkLst>
        <pc:spChg chg="mod">
          <ac:chgData name="Ms Alina Arshad" userId="cccdfd85-d35d-4453-9c6f-a463aae40722" providerId="ADAL" clId="{506AEF98-43AF-47E5-97BE-CEE6E380F332}" dt="2024-09-05T09:07:33.153" v="31" actId="2711"/>
          <ac:spMkLst>
            <pc:docMk/>
            <pc:sldMk cId="3322361034" sldId="256"/>
            <ac:spMk id="3" creationId="{44E9F82C-BBA7-3495-1097-BEDB54FFFDF4}"/>
          </ac:spMkLst>
        </pc:spChg>
      </pc:sldChg>
      <pc:sldChg chg="add del">
        <pc:chgData name="Ms Alina Arshad" userId="cccdfd85-d35d-4453-9c6f-a463aae40722" providerId="ADAL" clId="{506AEF98-43AF-47E5-97BE-CEE6E380F332}" dt="2024-09-05T09:07:40.105" v="32" actId="47"/>
        <pc:sldMkLst>
          <pc:docMk/>
          <pc:sldMk cId="0" sldId="257"/>
        </pc:sldMkLst>
      </pc:sldChg>
      <pc:sldChg chg="modSp add del mod">
        <pc:chgData name="Ms Alina Arshad" userId="cccdfd85-d35d-4453-9c6f-a463aae40722" providerId="ADAL" clId="{506AEF98-43AF-47E5-97BE-CEE6E380F332}" dt="2024-09-05T09:16:16.547" v="48" actId="5793"/>
        <pc:sldMkLst>
          <pc:docMk/>
          <pc:sldMk cId="0" sldId="258"/>
        </pc:sldMkLst>
        <pc:spChg chg="mod">
          <ac:chgData name="Ms Alina Arshad" userId="cccdfd85-d35d-4453-9c6f-a463aae40722" providerId="ADAL" clId="{506AEF98-43AF-47E5-97BE-CEE6E380F332}" dt="2024-09-05T09:07:46.918" v="35" actId="207"/>
          <ac:spMkLst>
            <pc:docMk/>
            <pc:sldMk cId="0" sldId="258"/>
            <ac:spMk id="2" creationId="{00000000-0000-0000-0000-000000000000}"/>
          </ac:spMkLst>
        </pc:spChg>
        <pc:spChg chg="mod">
          <ac:chgData name="Ms Alina Arshad" userId="cccdfd85-d35d-4453-9c6f-a463aae40722" providerId="ADAL" clId="{506AEF98-43AF-47E5-97BE-CEE6E380F332}" dt="2024-09-05T09:16:16.547" v="48" actId="5793"/>
          <ac:spMkLst>
            <pc:docMk/>
            <pc:sldMk cId="0" sldId="258"/>
            <ac:spMk id="3" creationId="{00000000-0000-0000-0000-000000000000}"/>
          </ac:spMkLst>
        </pc:spChg>
      </pc:sldChg>
      <pc:sldChg chg="delSp modSp add del mod">
        <pc:chgData name="Ms Alina Arshad" userId="cccdfd85-d35d-4453-9c6f-a463aae40722" providerId="ADAL" clId="{506AEF98-43AF-47E5-97BE-CEE6E380F332}" dt="2024-09-05T09:25:27.259" v="160" actId="207"/>
        <pc:sldMkLst>
          <pc:docMk/>
          <pc:sldMk cId="0" sldId="259"/>
        </pc:sldMkLst>
        <pc:spChg chg="mod">
          <ac:chgData name="Ms Alina Arshad" userId="cccdfd85-d35d-4453-9c6f-a463aae40722" providerId="ADAL" clId="{506AEF98-43AF-47E5-97BE-CEE6E380F332}" dt="2024-09-05T09:17:01.684" v="52" actId="113"/>
          <ac:spMkLst>
            <pc:docMk/>
            <pc:sldMk cId="0" sldId="259"/>
            <ac:spMk id="2" creationId="{00000000-0000-0000-0000-000000000000}"/>
          </ac:spMkLst>
        </pc:spChg>
        <pc:spChg chg="mod">
          <ac:chgData name="Ms Alina Arshad" userId="cccdfd85-d35d-4453-9c6f-a463aae40722" providerId="ADAL" clId="{506AEF98-43AF-47E5-97BE-CEE6E380F332}" dt="2024-09-05T09:17:19.919" v="57" actId="14100"/>
          <ac:spMkLst>
            <pc:docMk/>
            <pc:sldMk cId="0" sldId="259"/>
            <ac:spMk id="3" creationId="{00000000-0000-0000-0000-000000000000}"/>
          </ac:spMkLst>
        </pc:spChg>
        <pc:graphicFrameChg chg="mod modGraphic">
          <ac:chgData name="Ms Alina Arshad" userId="cccdfd85-d35d-4453-9c6f-a463aae40722" providerId="ADAL" clId="{506AEF98-43AF-47E5-97BE-CEE6E380F332}" dt="2024-09-05T09:25:27.259" v="160" actId="207"/>
          <ac:graphicFrameMkLst>
            <pc:docMk/>
            <pc:sldMk cId="0" sldId="259"/>
            <ac:graphicFrameMk id="5" creationId="{00000000-0000-0000-0000-000000000000}"/>
          </ac:graphicFrameMkLst>
        </pc:graphicFrameChg>
        <pc:picChg chg="del mod">
          <ac:chgData name="Ms Alina Arshad" userId="cccdfd85-d35d-4453-9c6f-a463aae40722" providerId="ADAL" clId="{506AEF98-43AF-47E5-97BE-CEE6E380F332}" dt="2024-09-05T09:17:31.759" v="61" actId="478"/>
          <ac:picMkLst>
            <pc:docMk/>
            <pc:sldMk cId="0" sldId="259"/>
            <ac:picMk id="4" creationId="{00000000-0000-0000-0000-000000000000}"/>
          </ac:picMkLst>
        </pc:picChg>
      </pc:sldChg>
      <pc:sldChg chg="delSp modSp add del mod">
        <pc:chgData name="Ms Alina Arshad" userId="cccdfd85-d35d-4453-9c6f-a463aae40722" providerId="ADAL" clId="{506AEF98-43AF-47E5-97BE-CEE6E380F332}" dt="2024-09-05T09:25:45.452" v="163" actId="207"/>
        <pc:sldMkLst>
          <pc:docMk/>
          <pc:sldMk cId="0" sldId="260"/>
        </pc:sldMkLst>
        <pc:spChg chg="mod">
          <ac:chgData name="Ms Alina Arshad" userId="cccdfd85-d35d-4453-9c6f-a463aae40722" providerId="ADAL" clId="{506AEF98-43AF-47E5-97BE-CEE6E380F332}" dt="2024-09-05T09:20:13.003" v="92" actId="1076"/>
          <ac:spMkLst>
            <pc:docMk/>
            <pc:sldMk cId="0" sldId="260"/>
            <ac:spMk id="2" creationId="{00000000-0000-0000-0000-000000000000}"/>
          </ac:spMkLst>
        </pc:spChg>
        <pc:spChg chg="mod">
          <ac:chgData name="Ms Alina Arshad" userId="cccdfd85-d35d-4453-9c6f-a463aae40722" providerId="ADAL" clId="{506AEF98-43AF-47E5-97BE-CEE6E380F332}" dt="2024-09-05T09:21:43.387" v="119" actId="14100"/>
          <ac:spMkLst>
            <pc:docMk/>
            <pc:sldMk cId="0" sldId="260"/>
            <ac:spMk id="5" creationId="{00000000-0000-0000-0000-000000000000}"/>
          </ac:spMkLst>
        </pc:spChg>
        <pc:spChg chg="mod">
          <ac:chgData name="Ms Alina Arshad" userId="cccdfd85-d35d-4453-9c6f-a463aae40722" providerId="ADAL" clId="{506AEF98-43AF-47E5-97BE-CEE6E380F332}" dt="2024-09-05T09:21:35.811" v="117" actId="14100"/>
          <ac:spMkLst>
            <pc:docMk/>
            <pc:sldMk cId="0" sldId="260"/>
            <ac:spMk id="8" creationId="{00000000-0000-0000-0000-000000000000}"/>
          </ac:spMkLst>
        </pc:spChg>
        <pc:graphicFrameChg chg="mod modGraphic">
          <ac:chgData name="Ms Alina Arshad" userId="cccdfd85-d35d-4453-9c6f-a463aae40722" providerId="ADAL" clId="{506AEF98-43AF-47E5-97BE-CEE6E380F332}" dt="2024-09-05T09:25:38.150" v="161" actId="207"/>
          <ac:graphicFrameMkLst>
            <pc:docMk/>
            <pc:sldMk cId="0" sldId="260"/>
            <ac:graphicFrameMk id="4" creationId="{00000000-0000-0000-0000-000000000000}"/>
          </ac:graphicFrameMkLst>
        </pc:graphicFrameChg>
        <pc:graphicFrameChg chg="mod modGraphic">
          <ac:chgData name="Ms Alina Arshad" userId="cccdfd85-d35d-4453-9c6f-a463aae40722" providerId="ADAL" clId="{506AEF98-43AF-47E5-97BE-CEE6E380F332}" dt="2024-09-05T09:25:45.452" v="163" actId="207"/>
          <ac:graphicFrameMkLst>
            <pc:docMk/>
            <pc:sldMk cId="0" sldId="260"/>
            <ac:graphicFrameMk id="7" creationId="{00000000-0000-0000-0000-000000000000}"/>
          </ac:graphicFrameMkLst>
        </pc:graphicFrameChg>
        <pc:picChg chg="del">
          <ac:chgData name="Ms Alina Arshad" userId="cccdfd85-d35d-4453-9c6f-a463aae40722" providerId="ADAL" clId="{506AEF98-43AF-47E5-97BE-CEE6E380F332}" dt="2024-09-05T09:20:24.155" v="95" actId="478"/>
          <ac:picMkLst>
            <pc:docMk/>
            <pc:sldMk cId="0" sldId="260"/>
            <ac:picMk id="3" creationId="{00000000-0000-0000-0000-000000000000}"/>
          </ac:picMkLst>
        </pc:picChg>
        <pc:picChg chg="del">
          <ac:chgData name="Ms Alina Arshad" userId="cccdfd85-d35d-4453-9c6f-a463aae40722" providerId="ADAL" clId="{506AEF98-43AF-47E5-97BE-CEE6E380F332}" dt="2024-09-05T09:21:48.675" v="121" actId="478"/>
          <ac:picMkLst>
            <pc:docMk/>
            <pc:sldMk cId="0" sldId="260"/>
            <ac:picMk id="6" creationId="{00000000-0000-0000-0000-000000000000}"/>
          </ac:picMkLst>
        </pc:picChg>
      </pc:sldChg>
      <pc:sldChg chg="addSp delSp modSp add del mod">
        <pc:chgData name="Ms Alina Arshad" userId="cccdfd85-d35d-4453-9c6f-a463aae40722" providerId="ADAL" clId="{506AEF98-43AF-47E5-97BE-CEE6E380F332}" dt="2024-09-05T09:25:51.450" v="164" actId="207"/>
        <pc:sldMkLst>
          <pc:docMk/>
          <pc:sldMk cId="0" sldId="261"/>
        </pc:sldMkLst>
        <pc:spChg chg="del">
          <ac:chgData name="Ms Alina Arshad" userId="cccdfd85-d35d-4453-9c6f-a463aae40722" providerId="ADAL" clId="{506AEF98-43AF-47E5-97BE-CEE6E380F332}" dt="2024-09-05T09:24:03.114" v="142" actId="478"/>
          <ac:spMkLst>
            <pc:docMk/>
            <pc:sldMk cId="0" sldId="261"/>
            <ac:spMk id="2" creationId="{00000000-0000-0000-0000-000000000000}"/>
          </ac:spMkLst>
        </pc:spChg>
        <pc:spChg chg="mod">
          <ac:chgData name="Ms Alina Arshad" userId="cccdfd85-d35d-4453-9c6f-a463aae40722" providerId="ADAL" clId="{506AEF98-43AF-47E5-97BE-CEE6E380F332}" dt="2024-09-05T09:24:27.558" v="148" actId="2711"/>
          <ac:spMkLst>
            <pc:docMk/>
            <pc:sldMk cId="0" sldId="261"/>
            <ac:spMk id="3" creationId="{00000000-0000-0000-0000-000000000000}"/>
          </ac:spMkLst>
        </pc:spChg>
        <pc:spChg chg="add del mod">
          <ac:chgData name="Ms Alina Arshad" userId="cccdfd85-d35d-4453-9c6f-a463aae40722" providerId="ADAL" clId="{506AEF98-43AF-47E5-97BE-CEE6E380F332}" dt="2024-09-05T09:24:06.217" v="143" actId="478"/>
          <ac:spMkLst>
            <pc:docMk/>
            <pc:sldMk cId="0" sldId="261"/>
            <ac:spMk id="7" creationId="{9B225BDB-465A-3ADD-4CEC-29C7CC1832AD}"/>
          </ac:spMkLst>
        </pc:spChg>
        <pc:spChg chg="add mod">
          <ac:chgData name="Ms Alina Arshad" userId="cccdfd85-d35d-4453-9c6f-a463aae40722" providerId="ADAL" clId="{506AEF98-43AF-47E5-97BE-CEE6E380F332}" dt="2024-09-05T09:24:07.546" v="144"/>
          <ac:spMkLst>
            <pc:docMk/>
            <pc:sldMk cId="0" sldId="261"/>
            <ac:spMk id="8" creationId="{882DBBE7-BADA-A9F1-3050-34ED00C528A2}"/>
          </ac:spMkLst>
        </pc:spChg>
        <pc:graphicFrameChg chg="mod modGraphic">
          <ac:chgData name="Ms Alina Arshad" userId="cccdfd85-d35d-4453-9c6f-a463aae40722" providerId="ADAL" clId="{506AEF98-43AF-47E5-97BE-CEE6E380F332}" dt="2024-09-05T09:25:51.450" v="164" actId="207"/>
          <ac:graphicFrameMkLst>
            <pc:docMk/>
            <pc:sldMk cId="0" sldId="261"/>
            <ac:graphicFrameMk id="5" creationId="{00000000-0000-0000-0000-000000000000}"/>
          </ac:graphicFrameMkLst>
        </pc:graphicFrameChg>
        <pc:picChg chg="del">
          <ac:chgData name="Ms Alina Arshad" userId="cccdfd85-d35d-4453-9c6f-a463aae40722" providerId="ADAL" clId="{506AEF98-43AF-47E5-97BE-CEE6E380F332}" dt="2024-09-05T09:24:18.348" v="147" actId="478"/>
          <ac:picMkLst>
            <pc:docMk/>
            <pc:sldMk cId="0" sldId="261"/>
            <ac:picMk id="4" creationId="{00000000-0000-0000-0000-000000000000}"/>
          </ac:picMkLst>
        </pc:picChg>
      </pc:sldChg>
      <pc:sldChg chg="modSp add del mod">
        <pc:chgData name="Ms Alina Arshad" userId="cccdfd85-d35d-4453-9c6f-a463aae40722" providerId="ADAL" clId="{506AEF98-43AF-47E5-97BE-CEE6E380F332}" dt="2024-09-05T09:26:42.097" v="174" actId="207"/>
        <pc:sldMkLst>
          <pc:docMk/>
          <pc:sldMk cId="0" sldId="262"/>
        </pc:sldMkLst>
        <pc:spChg chg="mod">
          <ac:chgData name="Ms Alina Arshad" userId="cccdfd85-d35d-4453-9c6f-a463aae40722" providerId="ADAL" clId="{506AEF98-43AF-47E5-97BE-CEE6E380F332}" dt="2024-09-05T09:26:08.874" v="168" actId="1076"/>
          <ac:spMkLst>
            <pc:docMk/>
            <pc:sldMk cId="0" sldId="262"/>
            <ac:spMk id="2" creationId="{00000000-0000-0000-0000-000000000000}"/>
          </ac:spMkLst>
        </pc:spChg>
        <pc:spChg chg="mod">
          <ac:chgData name="Ms Alina Arshad" userId="cccdfd85-d35d-4453-9c6f-a463aae40722" providerId="ADAL" clId="{506AEF98-43AF-47E5-97BE-CEE6E380F332}" dt="2024-09-05T09:26:42.097" v="174" actId="207"/>
          <ac:spMkLst>
            <pc:docMk/>
            <pc:sldMk cId="0" sldId="262"/>
            <ac:spMk id="3" creationId="{00000000-0000-0000-0000-000000000000}"/>
          </ac:spMkLst>
        </pc:spChg>
      </pc:sldChg>
      <pc:sldChg chg="modSp add del mod">
        <pc:chgData name="Ms Alina Arshad" userId="cccdfd85-d35d-4453-9c6f-a463aae40722" providerId="ADAL" clId="{506AEF98-43AF-47E5-97BE-CEE6E380F332}" dt="2024-09-05T09:27:22.823" v="183" actId="207"/>
        <pc:sldMkLst>
          <pc:docMk/>
          <pc:sldMk cId="0" sldId="263"/>
        </pc:sldMkLst>
        <pc:spChg chg="mod">
          <ac:chgData name="Ms Alina Arshad" userId="cccdfd85-d35d-4453-9c6f-a463aae40722" providerId="ADAL" clId="{506AEF98-43AF-47E5-97BE-CEE6E380F332}" dt="2024-09-05T09:26:56.430" v="178" actId="113"/>
          <ac:spMkLst>
            <pc:docMk/>
            <pc:sldMk cId="0" sldId="263"/>
            <ac:spMk id="2" creationId="{00000000-0000-0000-0000-000000000000}"/>
          </ac:spMkLst>
        </pc:spChg>
        <pc:spChg chg="mod">
          <ac:chgData name="Ms Alina Arshad" userId="cccdfd85-d35d-4453-9c6f-a463aae40722" providerId="ADAL" clId="{506AEF98-43AF-47E5-97BE-CEE6E380F332}" dt="2024-09-05T09:27:22.823" v="183" actId="207"/>
          <ac:spMkLst>
            <pc:docMk/>
            <pc:sldMk cId="0" sldId="263"/>
            <ac:spMk id="3" creationId="{00000000-0000-0000-0000-000000000000}"/>
          </ac:spMkLst>
        </pc:spChg>
      </pc:sldChg>
      <pc:sldChg chg="modSp add del mod">
        <pc:chgData name="Ms Alina Arshad" userId="cccdfd85-d35d-4453-9c6f-a463aae40722" providerId="ADAL" clId="{506AEF98-43AF-47E5-97BE-CEE6E380F332}" dt="2024-09-06T04:48:09.575" v="198" actId="404"/>
        <pc:sldMkLst>
          <pc:docMk/>
          <pc:sldMk cId="0" sldId="264"/>
        </pc:sldMkLst>
        <pc:spChg chg="mod">
          <ac:chgData name="Ms Alina Arshad" userId="cccdfd85-d35d-4453-9c6f-a463aae40722" providerId="ADAL" clId="{506AEF98-43AF-47E5-97BE-CEE6E380F332}" dt="2024-09-06T04:44:50.131" v="194" actId="1076"/>
          <ac:spMkLst>
            <pc:docMk/>
            <pc:sldMk cId="0" sldId="264"/>
            <ac:spMk id="2" creationId="{00000000-0000-0000-0000-000000000000}"/>
          </ac:spMkLst>
        </pc:spChg>
        <pc:spChg chg="mod">
          <ac:chgData name="Ms Alina Arshad" userId="cccdfd85-d35d-4453-9c6f-a463aae40722" providerId="ADAL" clId="{506AEF98-43AF-47E5-97BE-CEE6E380F332}" dt="2024-09-06T04:48:09.575" v="198" actId="404"/>
          <ac:spMkLst>
            <pc:docMk/>
            <pc:sldMk cId="0" sldId="264"/>
            <ac:spMk id="3" creationId="{00000000-0000-0000-0000-000000000000}"/>
          </ac:spMkLst>
        </pc:spChg>
      </pc:sldChg>
      <pc:sldChg chg="modSp add del mod">
        <pc:chgData name="Ms Alina Arshad" userId="cccdfd85-d35d-4453-9c6f-a463aae40722" providerId="ADAL" clId="{506AEF98-43AF-47E5-97BE-CEE6E380F332}" dt="2024-09-06T04:49:09.787" v="209" actId="207"/>
        <pc:sldMkLst>
          <pc:docMk/>
          <pc:sldMk cId="1577505814" sldId="265"/>
        </pc:sldMkLst>
        <pc:spChg chg="mod">
          <ac:chgData name="Ms Alina Arshad" userId="cccdfd85-d35d-4453-9c6f-a463aae40722" providerId="ADAL" clId="{506AEF98-43AF-47E5-97BE-CEE6E380F332}" dt="2024-09-06T04:48:27.833" v="203" actId="1076"/>
          <ac:spMkLst>
            <pc:docMk/>
            <pc:sldMk cId="1577505814" sldId="265"/>
            <ac:spMk id="2" creationId="{00000000-0000-0000-0000-000000000000}"/>
          </ac:spMkLst>
        </pc:spChg>
        <pc:spChg chg="mod">
          <ac:chgData name="Ms Alina Arshad" userId="cccdfd85-d35d-4453-9c6f-a463aae40722" providerId="ADAL" clId="{506AEF98-43AF-47E5-97BE-CEE6E380F332}" dt="2024-09-06T04:49:09.787" v="209" actId="207"/>
          <ac:spMkLst>
            <pc:docMk/>
            <pc:sldMk cId="1577505814" sldId="265"/>
            <ac:spMk id="3" creationId="{00000000-0000-0000-0000-000000000000}"/>
          </ac:spMkLst>
        </pc:spChg>
      </pc:sldChg>
      <pc:sldChg chg="modSp add del mod">
        <pc:chgData name="Ms Alina Arshad" userId="cccdfd85-d35d-4453-9c6f-a463aae40722" providerId="ADAL" clId="{506AEF98-43AF-47E5-97BE-CEE6E380F332}" dt="2024-09-06T04:50:19.086" v="224" actId="207"/>
        <pc:sldMkLst>
          <pc:docMk/>
          <pc:sldMk cId="1582826008" sldId="266"/>
        </pc:sldMkLst>
        <pc:spChg chg="mod">
          <ac:chgData name="Ms Alina Arshad" userId="cccdfd85-d35d-4453-9c6f-a463aae40722" providerId="ADAL" clId="{506AEF98-43AF-47E5-97BE-CEE6E380F332}" dt="2024-09-06T04:49:30.963" v="213" actId="113"/>
          <ac:spMkLst>
            <pc:docMk/>
            <pc:sldMk cId="1582826008" sldId="266"/>
            <ac:spMk id="2" creationId="{00000000-0000-0000-0000-000000000000}"/>
          </ac:spMkLst>
        </pc:spChg>
        <pc:spChg chg="mod">
          <ac:chgData name="Ms Alina Arshad" userId="cccdfd85-d35d-4453-9c6f-a463aae40722" providerId="ADAL" clId="{506AEF98-43AF-47E5-97BE-CEE6E380F332}" dt="2024-09-06T04:50:19.086" v="224" actId="207"/>
          <ac:spMkLst>
            <pc:docMk/>
            <pc:sldMk cId="1582826008" sldId="266"/>
            <ac:spMk id="3" creationId="{00000000-0000-0000-0000-000000000000}"/>
          </ac:spMkLst>
        </pc:spChg>
      </pc:sldChg>
      <pc:sldChg chg="modSp add del mod">
        <pc:chgData name="Ms Alina Arshad" userId="cccdfd85-d35d-4453-9c6f-a463aae40722" providerId="ADAL" clId="{506AEF98-43AF-47E5-97BE-CEE6E380F332}" dt="2024-09-06T04:51:24.650" v="238" actId="207"/>
        <pc:sldMkLst>
          <pc:docMk/>
          <pc:sldMk cId="731299161" sldId="267"/>
        </pc:sldMkLst>
        <pc:spChg chg="mod">
          <ac:chgData name="Ms Alina Arshad" userId="cccdfd85-d35d-4453-9c6f-a463aae40722" providerId="ADAL" clId="{506AEF98-43AF-47E5-97BE-CEE6E380F332}" dt="2024-09-06T04:50:58.749" v="233" actId="1076"/>
          <ac:spMkLst>
            <pc:docMk/>
            <pc:sldMk cId="731299161" sldId="267"/>
            <ac:spMk id="2" creationId="{00000000-0000-0000-0000-000000000000}"/>
          </ac:spMkLst>
        </pc:spChg>
        <pc:spChg chg="mod">
          <ac:chgData name="Ms Alina Arshad" userId="cccdfd85-d35d-4453-9c6f-a463aae40722" providerId="ADAL" clId="{506AEF98-43AF-47E5-97BE-CEE6E380F332}" dt="2024-09-06T04:51:24.650" v="238" actId="207"/>
          <ac:spMkLst>
            <pc:docMk/>
            <pc:sldMk cId="731299161" sldId="267"/>
            <ac:spMk id="3" creationId="{00000000-0000-0000-0000-000000000000}"/>
          </ac:spMkLst>
        </pc:spChg>
      </pc:sldChg>
      <pc:sldChg chg="modSp add del mod">
        <pc:chgData name="Ms Alina Arshad" userId="cccdfd85-d35d-4453-9c6f-a463aae40722" providerId="ADAL" clId="{506AEF98-43AF-47E5-97BE-CEE6E380F332}" dt="2024-09-06T04:51:56.787" v="247" actId="1076"/>
        <pc:sldMkLst>
          <pc:docMk/>
          <pc:sldMk cId="90329638" sldId="268"/>
        </pc:sldMkLst>
        <pc:spChg chg="mod">
          <ac:chgData name="Ms Alina Arshad" userId="cccdfd85-d35d-4453-9c6f-a463aae40722" providerId="ADAL" clId="{506AEF98-43AF-47E5-97BE-CEE6E380F332}" dt="2024-09-06T04:51:55.847" v="246" actId="1076"/>
          <ac:spMkLst>
            <pc:docMk/>
            <pc:sldMk cId="90329638" sldId="268"/>
            <ac:spMk id="2" creationId="{00000000-0000-0000-0000-000000000000}"/>
          </ac:spMkLst>
        </pc:spChg>
        <pc:picChg chg="mod">
          <ac:chgData name="Ms Alina Arshad" userId="cccdfd85-d35d-4453-9c6f-a463aae40722" providerId="ADAL" clId="{506AEF98-43AF-47E5-97BE-CEE6E380F332}" dt="2024-09-06T04:51:56.787" v="247" actId="1076"/>
          <ac:picMkLst>
            <pc:docMk/>
            <pc:sldMk cId="90329638" sldId="268"/>
            <ac:picMk id="3" creationId="{00000000-0000-0000-0000-000000000000}"/>
          </ac:picMkLst>
        </pc:picChg>
      </pc:sldChg>
      <pc:sldChg chg="modSp add del mod">
        <pc:chgData name="Ms Alina Arshad" userId="cccdfd85-d35d-4453-9c6f-a463aae40722" providerId="ADAL" clId="{506AEF98-43AF-47E5-97BE-CEE6E380F332}" dt="2024-09-06T04:52:10.571" v="252" actId="1076"/>
        <pc:sldMkLst>
          <pc:docMk/>
          <pc:sldMk cId="2295129282" sldId="269"/>
        </pc:sldMkLst>
        <pc:picChg chg="mod">
          <ac:chgData name="Ms Alina Arshad" userId="cccdfd85-d35d-4453-9c6f-a463aae40722" providerId="ADAL" clId="{506AEF98-43AF-47E5-97BE-CEE6E380F332}" dt="2024-09-06T04:52:10.571" v="252" actId="1076"/>
          <ac:picMkLst>
            <pc:docMk/>
            <pc:sldMk cId="2295129282" sldId="269"/>
            <ac:picMk id="2" creationId="{00000000-0000-0000-0000-000000000000}"/>
          </ac:picMkLst>
        </pc:picChg>
      </pc:sldChg>
      <pc:sldChg chg="modSp add del mod">
        <pc:chgData name="Ms Alina Arshad" userId="cccdfd85-d35d-4453-9c6f-a463aae40722" providerId="ADAL" clId="{506AEF98-43AF-47E5-97BE-CEE6E380F332}" dt="2024-09-06T04:52:20.805" v="255" actId="1076"/>
        <pc:sldMkLst>
          <pc:docMk/>
          <pc:sldMk cId="2090315159" sldId="270"/>
        </pc:sldMkLst>
        <pc:picChg chg="mod">
          <ac:chgData name="Ms Alina Arshad" userId="cccdfd85-d35d-4453-9c6f-a463aae40722" providerId="ADAL" clId="{506AEF98-43AF-47E5-97BE-CEE6E380F332}" dt="2024-09-06T04:52:20.805" v="255" actId="1076"/>
          <ac:picMkLst>
            <pc:docMk/>
            <pc:sldMk cId="2090315159" sldId="270"/>
            <ac:picMk id="2" creationId="{00000000-0000-0000-0000-000000000000}"/>
          </ac:picMkLst>
        </pc:picChg>
      </pc:sldChg>
      <pc:sldChg chg="modSp add del mod">
        <pc:chgData name="Ms Alina Arshad" userId="cccdfd85-d35d-4453-9c6f-a463aae40722" providerId="ADAL" clId="{506AEF98-43AF-47E5-97BE-CEE6E380F332}" dt="2024-09-06T04:52:59.227" v="271" actId="1076"/>
        <pc:sldMkLst>
          <pc:docMk/>
          <pc:sldMk cId="3034138166" sldId="271"/>
        </pc:sldMkLst>
        <pc:spChg chg="mod">
          <ac:chgData name="Ms Alina Arshad" userId="cccdfd85-d35d-4453-9c6f-a463aae40722" providerId="ADAL" clId="{506AEF98-43AF-47E5-97BE-CEE6E380F332}" dt="2024-09-06T04:52:59.227" v="271" actId="1076"/>
          <ac:spMkLst>
            <pc:docMk/>
            <pc:sldMk cId="3034138166" sldId="271"/>
            <ac:spMk id="2" creationId="{00000000-0000-0000-0000-000000000000}"/>
          </ac:spMkLst>
        </pc:spChg>
        <pc:picChg chg="mod">
          <ac:chgData name="Ms Alina Arshad" userId="cccdfd85-d35d-4453-9c6f-a463aae40722" providerId="ADAL" clId="{506AEF98-43AF-47E5-97BE-CEE6E380F332}" dt="2024-09-06T04:52:53.655" v="270" actId="14100"/>
          <ac:picMkLst>
            <pc:docMk/>
            <pc:sldMk cId="3034138166" sldId="271"/>
            <ac:picMk id="3" creationId="{00000000-0000-0000-0000-000000000000}"/>
          </ac:picMkLst>
        </pc:picChg>
      </pc:sldChg>
      <pc:sldChg chg="modSp add del mod">
        <pc:chgData name="Ms Alina Arshad" userId="cccdfd85-d35d-4453-9c6f-a463aae40722" providerId="ADAL" clId="{506AEF98-43AF-47E5-97BE-CEE6E380F332}" dt="2024-09-06T05:00:31.482" v="282" actId="255"/>
        <pc:sldMkLst>
          <pc:docMk/>
          <pc:sldMk cId="2504047100" sldId="272"/>
        </pc:sldMkLst>
        <pc:spChg chg="mod">
          <ac:chgData name="Ms Alina Arshad" userId="cccdfd85-d35d-4453-9c6f-a463aae40722" providerId="ADAL" clId="{506AEF98-43AF-47E5-97BE-CEE6E380F332}" dt="2024-09-06T04:53:12.362" v="275" actId="1076"/>
          <ac:spMkLst>
            <pc:docMk/>
            <pc:sldMk cId="2504047100" sldId="272"/>
            <ac:spMk id="2" creationId="{00000000-0000-0000-0000-000000000000}"/>
          </ac:spMkLst>
        </pc:spChg>
        <pc:spChg chg="mod">
          <ac:chgData name="Ms Alina Arshad" userId="cccdfd85-d35d-4453-9c6f-a463aae40722" providerId="ADAL" clId="{506AEF98-43AF-47E5-97BE-CEE6E380F332}" dt="2024-09-06T05:00:31.482" v="282" actId="255"/>
          <ac:spMkLst>
            <pc:docMk/>
            <pc:sldMk cId="2504047100" sldId="272"/>
            <ac:spMk id="3" creationId="{00000000-0000-0000-0000-000000000000}"/>
          </ac:spMkLst>
        </pc:spChg>
      </pc:sldChg>
      <pc:sldChg chg="modSp add mod">
        <pc:chgData name="Ms Alina Arshad" userId="cccdfd85-d35d-4453-9c6f-a463aae40722" providerId="ADAL" clId="{506AEF98-43AF-47E5-97BE-CEE6E380F332}" dt="2024-09-06T05:01:36.068" v="304" actId="113"/>
        <pc:sldMkLst>
          <pc:docMk/>
          <pc:sldMk cId="4283755204" sldId="273"/>
        </pc:sldMkLst>
        <pc:spChg chg="mod">
          <ac:chgData name="Ms Alina Arshad" userId="cccdfd85-d35d-4453-9c6f-a463aae40722" providerId="ADAL" clId="{506AEF98-43AF-47E5-97BE-CEE6E380F332}" dt="2024-09-06T05:00:41.168" v="286" actId="113"/>
          <ac:spMkLst>
            <pc:docMk/>
            <pc:sldMk cId="4283755204" sldId="273"/>
            <ac:spMk id="2" creationId="{00000000-0000-0000-0000-000000000000}"/>
          </ac:spMkLst>
        </pc:spChg>
        <pc:spChg chg="mod">
          <ac:chgData name="Ms Alina Arshad" userId="cccdfd85-d35d-4453-9c6f-a463aae40722" providerId="ADAL" clId="{506AEF98-43AF-47E5-97BE-CEE6E380F332}" dt="2024-09-06T05:01:36.068" v="304" actId="113"/>
          <ac:spMkLst>
            <pc:docMk/>
            <pc:sldMk cId="4283755204" sldId="273"/>
            <ac:spMk id="3" creationId="{00000000-0000-0000-0000-000000000000}"/>
          </ac:spMkLst>
        </pc:spChg>
      </pc:sldChg>
      <pc:sldChg chg="modSp add mod">
        <pc:chgData name="Ms Alina Arshad" userId="cccdfd85-d35d-4453-9c6f-a463aae40722" providerId="ADAL" clId="{506AEF98-43AF-47E5-97BE-CEE6E380F332}" dt="2024-09-06T05:01:31.214" v="302" actId="113"/>
        <pc:sldMkLst>
          <pc:docMk/>
          <pc:sldMk cId="2935103945" sldId="274"/>
        </pc:sldMkLst>
        <pc:spChg chg="mod">
          <ac:chgData name="Ms Alina Arshad" userId="cccdfd85-d35d-4453-9c6f-a463aae40722" providerId="ADAL" clId="{506AEF98-43AF-47E5-97BE-CEE6E380F332}" dt="2024-09-06T05:01:05.870" v="295" actId="113"/>
          <ac:spMkLst>
            <pc:docMk/>
            <pc:sldMk cId="2935103945" sldId="274"/>
            <ac:spMk id="2" creationId="{00000000-0000-0000-0000-000000000000}"/>
          </ac:spMkLst>
        </pc:spChg>
        <pc:spChg chg="mod">
          <ac:chgData name="Ms Alina Arshad" userId="cccdfd85-d35d-4453-9c6f-a463aae40722" providerId="ADAL" clId="{506AEF98-43AF-47E5-97BE-CEE6E380F332}" dt="2024-09-06T05:01:31.214" v="302" actId="113"/>
          <ac:spMkLst>
            <pc:docMk/>
            <pc:sldMk cId="2935103945" sldId="274"/>
            <ac:spMk id="3" creationId="{00000000-0000-0000-0000-000000000000}"/>
          </ac:spMkLst>
        </pc:spChg>
      </pc:sldChg>
      <pc:sldChg chg="modSp add mod">
        <pc:chgData name="Ms Alina Arshad" userId="cccdfd85-d35d-4453-9c6f-a463aae40722" providerId="ADAL" clId="{506AEF98-43AF-47E5-97BE-CEE6E380F332}" dt="2024-09-06T05:02:08.009" v="313" actId="207"/>
        <pc:sldMkLst>
          <pc:docMk/>
          <pc:sldMk cId="1497646456" sldId="275"/>
        </pc:sldMkLst>
        <pc:spChg chg="mod">
          <ac:chgData name="Ms Alina Arshad" userId="cccdfd85-d35d-4453-9c6f-a463aae40722" providerId="ADAL" clId="{506AEF98-43AF-47E5-97BE-CEE6E380F332}" dt="2024-09-06T05:01:55.431" v="309" actId="1076"/>
          <ac:spMkLst>
            <pc:docMk/>
            <pc:sldMk cId="1497646456" sldId="275"/>
            <ac:spMk id="2" creationId="{00000000-0000-0000-0000-000000000000}"/>
          </ac:spMkLst>
        </pc:spChg>
        <pc:spChg chg="mod">
          <ac:chgData name="Ms Alina Arshad" userId="cccdfd85-d35d-4453-9c6f-a463aae40722" providerId="ADAL" clId="{506AEF98-43AF-47E5-97BE-CEE6E380F332}" dt="2024-09-06T05:02:08.009" v="313" actId="207"/>
          <ac:spMkLst>
            <pc:docMk/>
            <pc:sldMk cId="1497646456" sldId="275"/>
            <ac:spMk id="3" creationId="{00000000-0000-0000-0000-000000000000}"/>
          </ac:spMkLst>
        </pc:spChg>
      </pc:sldChg>
      <pc:sldChg chg="del">
        <pc:chgData name="Ms Alina Arshad" userId="cccdfd85-d35d-4453-9c6f-a463aae40722" providerId="ADAL" clId="{506AEF98-43AF-47E5-97BE-CEE6E380F332}" dt="2024-09-05T09:06:19.247" v="16" actId="47"/>
        <pc:sldMkLst>
          <pc:docMk/>
          <pc:sldMk cId="0" sldId="395"/>
        </pc:sldMkLst>
      </pc:sldChg>
      <pc:sldChg chg="del">
        <pc:chgData name="Ms Alina Arshad" userId="cccdfd85-d35d-4453-9c6f-a463aae40722" providerId="ADAL" clId="{506AEF98-43AF-47E5-97BE-CEE6E380F332}" dt="2024-09-05T09:06:19.481" v="17" actId="47"/>
        <pc:sldMkLst>
          <pc:docMk/>
          <pc:sldMk cId="0" sldId="396"/>
        </pc:sldMkLst>
      </pc:sldChg>
      <pc:sldChg chg="del">
        <pc:chgData name="Ms Alina Arshad" userId="cccdfd85-d35d-4453-9c6f-a463aae40722" providerId="ADAL" clId="{506AEF98-43AF-47E5-97BE-CEE6E380F332}" dt="2024-09-05T09:06:18.950" v="15" actId="47"/>
        <pc:sldMkLst>
          <pc:docMk/>
          <pc:sldMk cId="1634129650" sldId="397"/>
        </pc:sldMkLst>
      </pc:sldChg>
      <pc:sldMasterChg chg="delSldLayout">
        <pc:chgData name="Ms Alina Arshad" userId="cccdfd85-d35d-4453-9c6f-a463aae40722" providerId="ADAL" clId="{506AEF98-43AF-47E5-97BE-CEE6E380F332}" dt="2024-09-05T09:06:16.387" v="7" actId="47"/>
        <pc:sldMasterMkLst>
          <pc:docMk/>
          <pc:sldMasterMk cId="1090009938" sldId="2147483660"/>
        </pc:sldMasterMkLst>
        <pc:sldLayoutChg chg="del">
          <pc:chgData name="Ms Alina Arshad" userId="cccdfd85-d35d-4453-9c6f-a463aae40722" providerId="ADAL" clId="{506AEF98-43AF-47E5-97BE-CEE6E380F332}" dt="2024-09-05T09:06:16.387" v="7" actId="47"/>
          <pc:sldLayoutMkLst>
            <pc:docMk/>
            <pc:sldMasterMk cId="1090009938" sldId="2147483660"/>
            <pc:sldLayoutMk cId="678066955" sldId="2147483672"/>
          </pc:sldLayoutMkLst>
        </pc:sldLayoutChg>
      </pc:sldMasterChg>
    </pc:docChg>
  </pc:docChgLst>
  <pc:docChgLst>
    <pc:chgData name="Ms Alina Arshad" userId="cccdfd85-d35d-4453-9c6f-a463aae40722" providerId="ADAL" clId="{3DC40453-2615-4ACE-A024-C61DE1A47E6A}"/>
    <pc:docChg chg="delSld modSld">
      <pc:chgData name="Ms Alina Arshad" userId="cccdfd85-d35d-4453-9c6f-a463aae40722" providerId="ADAL" clId="{3DC40453-2615-4ACE-A024-C61DE1A47E6A}" dt="2024-09-08T12:04:59.350" v="26" actId="2696"/>
      <pc:docMkLst>
        <pc:docMk/>
      </pc:docMkLst>
      <pc:sldChg chg="modSp mod modNotesTx">
        <pc:chgData name="Ms Alina Arshad" userId="cccdfd85-d35d-4453-9c6f-a463aae40722" providerId="ADAL" clId="{3DC40453-2615-4ACE-A024-C61DE1A47E6A}" dt="2024-09-08T11:56:17.075" v="24"/>
        <pc:sldMkLst>
          <pc:docMk/>
          <pc:sldMk cId="0" sldId="259"/>
        </pc:sldMkLst>
        <pc:graphicFrameChg chg="modGraphic">
          <ac:chgData name="Ms Alina Arshad" userId="cccdfd85-d35d-4453-9c6f-a463aae40722" providerId="ADAL" clId="{3DC40453-2615-4ACE-A024-C61DE1A47E6A}" dt="2024-09-08T11:55:17.515" v="23" actId="14734"/>
          <ac:graphicFrameMkLst>
            <pc:docMk/>
            <pc:sldMk cId="0" sldId="259"/>
            <ac:graphicFrameMk id="5" creationId="{00000000-0000-0000-0000-000000000000}"/>
          </ac:graphicFrameMkLst>
        </pc:graphicFrameChg>
      </pc:sldChg>
      <pc:sldChg chg="modSp mod">
        <pc:chgData name="Ms Alina Arshad" userId="cccdfd85-d35d-4453-9c6f-a463aae40722" providerId="ADAL" clId="{3DC40453-2615-4ACE-A024-C61DE1A47E6A}" dt="2024-09-08T11:57:54.719" v="25" actId="5793"/>
        <pc:sldMkLst>
          <pc:docMk/>
          <pc:sldMk cId="0" sldId="262"/>
        </pc:sldMkLst>
        <pc:spChg chg="mod">
          <ac:chgData name="Ms Alina Arshad" userId="cccdfd85-d35d-4453-9c6f-a463aae40722" providerId="ADAL" clId="{3DC40453-2615-4ACE-A024-C61DE1A47E6A}" dt="2024-09-08T11:57:54.719" v="25" actId="5793"/>
          <ac:spMkLst>
            <pc:docMk/>
            <pc:sldMk cId="0" sldId="262"/>
            <ac:spMk id="3" creationId="{00000000-0000-0000-0000-000000000000}"/>
          </ac:spMkLst>
        </pc:spChg>
      </pc:sldChg>
      <pc:sldChg chg="modSp mod">
        <pc:chgData name="Ms Alina Arshad" userId="cccdfd85-d35d-4453-9c6f-a463aae40722" providerId="ADAL" clId="{3DC40453-2615-4ACE-A024-C61DE1A47E6A}" dt="2024-09-08T08:35:03.322" v="1" actId="20577"/>
        <pc:sldMkLst>
          <pc:docMk/>
          <pc:sldMk cId="0" sldId="263"/>
        </pc:sldMkLst>
        <pc:spChg chg="mod">
          <ac:chgData name="Ms Alina Arshad" userId="cccdfd85-d35d-4453-9c6f-a463aae40722" providerId="ADAL" clId="{3DC40453-2615-4ACE-A024-C61DE1A47E6A}" dt="2024-09-08T08:35:03.322" v="1" actId="20577"/>
          <ac:spMkLst>
            <pc:docMk/>
            <pc:sldMk cId="0" sldId="263"/>
            <ac:spMk id="3" creationId="{00000000-0000-0000-0000-000000000000}"/>
          </ac:spMkLst>
        </pc:spChg>
      </pc:sldChg>
      <pc:sldChg chg="modSp mod">
        <pc:chgData name="Ms Alina Arshad" userId="cccdfd85-d35d-4453-9c6f-a463aae40722" providerId="ADAL" clId="{3DC40453-2615-4ACE-A024-C61DE1A47E6A}" dt="2024-09-08T08:36:48.436" v="3" actId="1076"/>
        <pc:sldMkLst>
          <pc:docMk/>
          <pc:sldMk cId="0" sldId="264"/>
        </pc:sldMkLst>
        <pc:spChg chg="mod">
          <ac:chgData name="Ms Alina Arshad" userId="cccdfd85-d35d-4453-9c6f-a463aae40722" providerId="ADAL" clId="{3DC40453-2615-4ACE-A024-C61DE1A47E6A}" dt="2024-09-08T08:36:48.436" v="3" actId="1076"/>
          <ac:spMkLst>
            <pc:docMk/>
            <pc:sldMk cId="0" sldId="264"/>
            <ac:spMk id="2" creationId="{00000000-0000-0000-0000-000000000000}"/>
          </ac:spMkLst>
        </pc:spChg>
      </pc:sldChg>
      <pc:sldChg chg="modSp mod">
        <pc:chgData name="Ms Alina Arshad" userId="cccdfd85-d35d-4453-9c6f-a463aae40722" providerId="ADAL" clId="{3DC40453-2615-4ACE-A024-C61DE1A47E6A}" dt="2024-09-08T08:41:22.601" v="5" actId="20577"/>
        <pc:sldMkLst>
          <pc:docMk/>
          <pc:sldMk cId="1577505814" sldId="265"/>
        </pc:sldMkLst>
        <pc:spChg chg="mod">
          <ac:chgData name="Ms Alina Arshad" userId="cccdfd85-d35d-4453-9c6f-a463aae40722" providerId="ADAL" clId="{3DC40453-2615-4ACE-A024-C61DE1A47E6A}" dt="2024-09-08T08:41:22.601" v="5" actId="20577"/>
          <ac:spMkLst>
            <pc:docMk/>
            <pc:sldMk cId="1577505814" sldId="265"/>
            <ac:spMk id="3" creationId="{00000000-0000-0000-0000-000000000000}"/>
          </ac:spMkLst>
        </pc:spChg>
      </pc:sldChg>
      <pc:sldChg chg="modSp mod">
        <pc:chgData name="Ms Alina Arshad" userId="cccdfd85-d35d-4453-9c6f-a463aae40722" providerId="ADAL" clId="{3DC40453-2615-4ACE-A024-C61DE1A47E6A}" dt="2024-09-08T08:42:20.927" v="9" actId="403"/>
        <pc:sldMkLst>
          <pc:docMk/>
          <pc:sldMk cId="1582826008" sldId="266"/>
        </pc:sldMkLst>
        <pc:spChg chg="mod">
          <ac:chgData name="Ms Alina Arshad" userId="cccdfd85-d35d-4453-9c6f-a463aae40722" providerId="ADAL" clId="{3DC40453-2615-4ACE-A024-C61DE1A47E6A}" dt="2024-09-08T08:42:20.927" v="9" actId="403"/>
          <ac:spMkLst>
            <pc:docMk/>
            <pc:sldMk cId="1582826008" sldId="266"/>
            <ac:spMk id="3" creationId="{00000000-0000-0000-0000-000000000000}"/>
          </ac:spMkLst>
        </pc:spChg>
      </pc:sldChg>
      <pc:sldChg chg="modSp mod">
        <pc:chgData name="Ms Alina Arshad" userId="cccdfd85-d35d-4453-9c6f-a463aae40722" providerId="ADAL" clId="{3DC40453-2615-4ACE-A024-C61DE1A47E6A}" dt="2024-09-08T08:50:50.297" v="15" actId="1076"/>
        <pc:sldMkLst>
          <pc:docMk/>
          <pc:sldMk cId="731299161" sldId="267"/>
        </pc:sldMkLst>
        <pc:spChg chg="mod">
          <ac:chgData name="Ms Alina Arshad" userId="cccdfd85-d35d-4453-9c6f-a463aae40722" providerId="ADAL" clId="{3DC40453-2615-4ACE-A024-C61DE1A47E6A}" dt="2024-09-08T08:50:50.297" v="15" actId="1076"/>
          <ac:spMkLst>
            <pc:docMk/>
            <pc:sldMk cId="731299161" sldId="267"/>
            <ac:spMk id="3" creationId="{00000000-0000-0000-0000-000000000000}"/>
          </ac:spMkLst>
        </pc:spChg>
      </pc:sldChg>
      <pc:sldChg chg="modSp mod">
        <pc:chgData name="Ms Alina Arshad" userId="cccdfd85-d35d-4453-9c6f-a463aae40722" providerId="ADAL" clId="{3DC40453-2615-4ACE-A024-C61DE1A47E6A}" dt="2024-09-08T08:52:25.007" v="17" actId="1035"/>
        <pc:sldMkLst>
          <pc:docMk/>
          <pc:sldMk cId="2090315159" sldId="270"/>
        </pc:sldMkLst>
        <pc:picChg chg="mod">
          <ac:chgData name="Ms Alina Arshad" userId="cccdfd85-d35d-4453-9c6f-a463aae40722" providerId="ADAL" clId="{3DC40453-2615-4ACE-A024-C61DE1A47E6A}" dt="2024-09-08T08:52:25.007" v="17" actId="1035"/>
          <ac:picMkLst>
            <pc:docMk/>
            <pc:sldMk cId="2090315159" sldId="270"/>
            <ac:picMk id="2" creationId="{00000000-0000-0000-0000-000000000000}"/>
          </ac:picMkLst>
        </pc:picChg>
      </pc:sldChg>
      <pc:sldChg chg="modSp mod">
        <pc:chgData name="Ms Alina Arshad" userId="cccdfd85-d35d-4453-9c6f-a463aae40722" providerId="ADAL" clId="{3DC40453-2615-4ACE-A024-C61DE1A47E6A}" dt="2024-09-08T08:53:48.350" v="21" actId="113"/>
        <pc:sldMkLst>
          <pc:docMk/>
          <pc:sldMk cId="2504047100" sldId="272"/>
        </pc:sldMkLst>
        <pc:spChg chg="mod">
          <ac:chgData name="Ms Alina Arshad" userId="cccdfd85-d35d-4453-9c6f-a463aae40722" providerId="ADAL" clId="{3DC40453-2615-4ACE-A024-C61DE1A47E6A}" dt="2024-09-08T08:53:48.350" v="21" actId="113"/>
          <ac:spMkLst>
            <pc:docMk/>
            <pc:sldMk cId="2504047100" sldId="272"/>
            <ac:spMk id="3" creationId="{00000000-0000-0000-0000-000000000000}"/>
          </ac:spMkLst>
        </pc:spChg>
      </pc:sldChg>
      <pc:sldChg chg="del">
        <pc:chgData name="Ms Alina Arshad" userId="cccdfd85-d35d-4453-9c6f-a463aae40722" providerId="ADAL" clId="{3DC40453-2615-4ACE-A024-C61DE1A47E6A}" dt="2024-09-08T12:04:59.350" v="26" actId="2696"/>
        <pc:sldMkLst>
          <pc:docMk/>
          <pc:sldMk cId="1497646456" sldId="275"/>
        </pc:sldMkLst>
      </pc:sldChg>
    </pc:docChg>
  </pc:docChgLst>
  <pc:docChgLst>
    <pc:chgData name="Ms Alina Arshad" userId="cccdfd85-d35d-4453-9c6f-a463aae40722" providerId="ADAL" clId="{44991E72-28EC-43D4-9452-2984EF5D346D}"/>
    <pc:docChg chg="undo custSel addSld delSld modSld">
      <pc:chgData name="Ms Alina Arshad" userId="cccdfd85-d35d-4453-9c6f-a463aae40722" providerId="ADAL" clId="{44991E72-28EC-43D4-9452-2984EF5D346D}" dt="2024-09-03T04:23:54.014" v="592" actId="404"/>
      <pc:docMkLst>
        <pc:docMk/>
      </pc:docMkLst>
      <pc:sldChg chg="addSp delSp modSp mod">
        <pc:chgData name="Ms Alina Arshad" userId="cccdfd85-d35d-4453-9c6f-a463aae40722" providerId="ADAL" clId="{44991E72-28EC-43D4-9452-2984EF5D346D}" dt="2024-08-29T08:38:26.035" v="584" actId="27636"/>
        <pc:sldMkLst>
          <pc:docMk/>
          <pc:sldMk cId="3322361034" sldId="256"/>
        </pc:sldMkLst>
        <pc:spChg chg="mod">
          <ac:chgData name="Ms Alina Arshad" userId="cccdfd85-d35d-4453-9c6f-a463aae40722" providerId="ADAL" clId="{44991E72-28EC-43D4-9452-2984EF5D346D}" dt="2024-08-29T08:38:26.035" v="584" actId="27636"/>
          <ac:spMkLst>
            <pc:docMk/>
            <pc:sldMk cId="3322361034" sldId="256"/>
            <ac:spMk id="3" creationId="{44E9F82C-BBA7-3495-1097-BEDB54FFFDF4}"/>
          </ac:spMkLst>
        </pc:spChg>
        <pc:spChg chg="add del mod">
          <ac:chgData name="Ms Alina Arshad" userId="cccdfd85-d35d-4453-9c6f-a463aae40722" providerId="ADAL" clId="{44991E72-28EC-43D4-9452-2984EF5D346D}" dt="2024-08-29T06:58:40.247" v="81" actId="478"/>
          <ac:spMkLst>
            <pc:docMk/>
            <pc:sldMk cId="3322361034" sldId="256"/>
            <ac:spMk id="6" creationId="{DA71808B-1605-2E5A-9020-A111E2109C1E}"/>
          </ac:spMkLst>
        </pc:spChg>
      </pc:sldChg>
      <pc:sldChg chg="modSp add mod">
        <pc:chgData name="Ms Alina Arshad" userId="cccdfd85-d35d-4453-9c6f-a463aae40722" providerId="ADAL" clId="{44991E72-28EC-43D4-9452-2984EF5D346D}" dt="2024-08-29T07:36:47.319" v="127" actId="403"/>
        <pc:sldMkLst>
          <pc:docMk/>
          <pc:sldMk cId="0" sldId="258"/>
        </pc:sldMkLst>
        <pc:spChg chg="mod">
          <ac:chgData name="Ms Alina Arshad" userId="cccdfd85-d35d-4453-9c6f-a463aae40722" providerId="ADAL" clId="{44991E72-28EC-43D4-9452-2984EF5D346D}" dt="2024-08-29T07:36:47.319" v="127" actId="403"/>
          <ac:spMkLst>
            <pc:docMk/>
            <pc:sldMk cId="0" sldId="258"/>
            <ac:spMk id="3" creationId="{00000000-0000-0000-0000-000000000000}"/>
          </ac:spMkLst>
        </pc:spChg>
        <pc:graphicFrameChg chg="modGraphic">
          <ac:chgData name="Ms Alina Arshad" userId="cccdfd85-d35d-4453-9c6f-a463aae40722" providerId="ADAL" clId="{44991E72-28EC-43D4-9452-2984EF5D346D}" dt="2024-08-29T07:35:42.142" v="124" actId="207"/>
          <ac:graphicFrameMkLst>
            <pc:docMk/>
            <pc:sldMk cId="0" sldId="258"/>
            <ac:graphicFrameMk id="2" creationId="{00000000-0000-0000-0000-000000000000}"/>
          </ac:graphicFrameMkLst>
        </pc:graphicFrameChg>
      </pc:sldChg>
      <pc:sldChg chg="modSp add mod">
        <pc:chgData name="Ms Alina Arshad" userId="cccdfd85-d35d-4453-9c6f-a463aae40722" providerId="ADAL" clId="{44991E72-28EC-43D4-9452-2984EF5D346D}" dt="2024-08-29T07:40:55.749" v="147" actId="403"/>
        <pc:sldMkLst>
          <pc:docMk/>
          <pc:sldMk cId="0" sldId="259"/>
        </pc:sldMkLst>
        <pc:spChg chg="mod">
          <ac:chgData name="Ms Alina Arshad" userId="cccdfd85-d35d-4453-9c6f-a463aae40722" providerId="ADAL" clId="{44991E72-28EC-43D4-9452-2984EF5D346D}" dt="2024-08-29T07:37:18.868" v="132" actId="207"/>
          <ac:spMkLst>
            <pc:docMk/>
            <pc:sldMk cId="0" sldId="259"/>
            <ac:spMk id="2" creationId="{00000000-0000-0000-0000-000000000000}"/>
          </ac:spMkLst>
        </pc:spChg>
        <pc:spChg chg="mod">
          <ac:chgData name="Ms Alina Arshad" userId="cccdfd85-d35d-4453-9c6f-a463aae40722" providerId="ADAL" clId="{44991E72-28EC-43D4-9452-2984EF5D346D}" dt="2024-08-29T07:40:55.749" v="147" actId="403"/>
          <ac:spMkLst>
            <pc:docMk/>
            <pc:sldMk cId="0" sldId="259"/>
            <ac:spMk id="3" creationId="{00000000-0000-0000-0000-000000000000}"/>
          </ac:spMkLst>
        </pc:spChg>
      </pc:sldChg>
      <pc:sldChg chg="modSp add mod">
        <pc:chgData name="Ms Alina Arshad" userId="cccdfd85-d35d-4453-9c6f-a463aae40722" providerId="ADAL" clId="{44991E72-28EC-43D4-9452-2984EF5D346D}" dt="2024-08-29T07:42:14.196" v="154" actId="1076"/>
        <pc:sldMkLst>
          <pc:docMk/>
          <pc:sldMk cId="0" sldId="260"/>
        </pc:sldMkLst>
        <pc:picChg chg="mod">
          <ac:chgData name="Ms Alina Arshad" userId="cccdfd85-d35d-4453-9c6f-a463aae40722" providerId="ADAL" clId="{44991E72-28EC-43D4-9452-2984EF5D346D}" dt="2024-08-29T07:42:14.196" v="154" actId="1076"/>
          <ac:picMkLst>
            <pc:docMk/>
            <pc:sldMk cId="0" sldId="260"/>
            <ac:picMk id="2" creationId="{00000000-0000-0000-0000-000000000000}"/>
          </ac:picMkLst>
        </pc:picChg>
      </pc:sldChg>
      <pc:sldChg chg="modSp add mod">
        <pc:chgData name="Ms Alina Arshad" userId="cccdfd85-d35d-4453-9c6f-a463aae40722" providerId="ADAL" clId="{44991E72-28EC-43D4-9452-2984EF5D346D}" dt="2024-08-29T08:00:14.745" v="276" actId="404"/>
        <pc:sldMkLst>
          <pc:docMk/>
          <pc:sldMk cId="0" sldId="261"/>
        </pc:sldMkLst>
        <pc:spChg chg="mod">
          <ac:chgData name="Ms Alina Arshad" userId="cccdfd85-d35d-4453-9c6f-a463aae40722" providerId="ADAL" clId="{44991E72-28EC-43D4-9452-2984EF5D346D}" dt="2024-08-29T07:47:22.283" v="189" actId="403"/>
          <ac:spMkLst>
            <pc:docMk/>
            <pc:sldMk cId="0" sldId="261"/>
            <ac:spMk id="2" creationId="{00000000-0000-0000-0000-000000000000}"/>
          </ac:spMkLst>
        </pc:spChg>
        <pc:spChg chg="mod">
          <ac:chgData name="Ms Alina Arshad" userId="cccdfd85-d35d-4453-9c6f-a463aae40722" providerId="ADAL" clId="{44991E72-28EC-43D4-9452-2984EF5D346D}" dt="2024-08-29T08:00:14.745" v="276" actId="404"/>
          <ac:spMkLst>
            <pc:docMk/>
            <pc:sldMk cId="0" sldId="261"/>
            <ac:spMk id="3" creationId="{00000000-0000-0000-0000-000000000000}"/>
          </ac:spMkLst>
        </pc:spChg>
      </pc:sldChg>
      <pc:sldChg chg="modSp add mod">
        <pc:chgData name="Ms Alina Arshad" userId="cccdfd85-d35d-4453-9c6f-a463aae40722" providerId="ADAL" clId="{44991E72-28EC-43D4-9452-2984EF5D346D}" dt="2024-08-29T08:00:48.725" v="286" actId="1076"/>
        <pc:sldMkLst>
          <pc:docMk/>
          <pc:sldMk cId="0" sldId="262"/>
        </pc:sldMkLst>
        <pc:spChg chg="mod">
          <ac:chgData name="Ms Alina Arshad" userId="cccdfd85-d35d-4453-9c6f-a463aae40722" providerId="ADAL" clId="{44991E72-28EC-43D4-9452-2984EF5D346D}" dt="2024-08-29T08:00:32.710" v="281" actId="1076"/>
          <ac:spMkLst>
            <pc:docMk/>
            <pc:sldMk cId="0" sldId="262"/>
            <ac:spMk id="2" creationId="{00000000-0000-0000-0000-000000000000}"/>
          </ac:spMkLst>
        </pc:spChg>
        <pc:spChg chg="mod">
          <ac:chgData name="Ms Alina Arshad" userId="cccdfd85-d35d-4453-9c6f-a463aae40722" providerId="ADAL" clId="{44991E72-28EC-43D4-9452-2984EF5D346D}" dt="2024-08-29T08:00:48.725" v="286" actId="1076"/>
          <ac:spMkLst>
            <pc:docMk/>
            <pc:sldMk cId="0" sldId="262"/>
            <ac:spMk id="3" creationId="{00000000-0000-0000-0000-000000000000}"/>
          </ac:spMkLst>
        </pc:spChg>
      </pc:sldChg>
      <pc:sldChg chg="modSp add mod">
        <pc:chgData name="Ms Alina Arshad" userId="cccdfd85-d35d-4453-9c6f-a463aae40722" providerId="ADAL" clId="{44991E72-28EC-43D4-9452-2984EF5D346D}" dt="2024-08-29T08:07:44.108" v="385" actId="207"/>
        <pc:sldMkLst>
          <pc:docMk/>
          <pc:sldMk cId="0" sldId="263"/>
        </pc:sldMkLst>
        <pc:spChg chg="mod">
          <ac:chgData name="Ms Alina Arshad" userId="cccdfd85-d35d-4453-9c6f-a463aae40722" providerId="ADAL" clId="{44991E72-28EC-43D4-9452-2984EF5D346D}" dt="2024-08-29T08:01:34.730" v="295" actId="113"/>
          <ac:spMkLst>
            <pc:docMk/>
            <pc:sldMk cId="0" sldId="263"/>
            <ac:spMk id="2" creationId="{00000000-0000-0000-0000-000000000000}"/>
          </ac:spMkLst>
        </pc:spChg>
        <pc:spChg chg="mod">
          <ac:chgData name="Ms Alina Arshad" userId="cccdfd85-d35d-4453-9c6f-a463aae40722" providerId="ADAL" clId="{44991E72-28EC-43D4-9452-2984EF5D346D}" dt="2024-08-29T08:07:44.108" v="385" actId="207"/>
          <ac:spMkLst>
            <pc:docMk/>
            <pc:sldMk cId="0" sldId="263"/>
            <ac:spMk id="4" creationId="{00000000-0000-0000-0000-000000000000}"/>
          </ac:spMkLst>
        </pc:spChg>
        <pc:picChg chg="mod">
          <ac:chgData name="Ms Alina Arshad" userId="cccdfd85-d35d-4453-9c6f-a463aae40722" providerId="ADAL" clId="{44991E72-28EC-43D4-9452-2984EF5D346D}" dt="2024-08-29T08:07:38.875" v="384" actId="1076"/>
          <ac:picMkLst>
            <pc:docMk/>
            <pc:sldMk cId="0" sldId="263"/>
            <ac:picMk id="3" creationId="{00000000-0000-0000-0000-000000000000}"/>
          </ac:picMkLst>
        </pc:picChg>
      </pc:sldChg>
      <pc:sldChg chg="addSp delSp modSp add mod">
        <pc:chgData name="Ms Alina Arshad" userId="cccdfd85-d35d-4453-9c6f-a463aae40722" providerId="ADAL" clId="{44991E72-28EC-43D4-9452-2984EF5D346D}" dt="2024-09-03T04:23:54.014" v="592" actId="404"/>
        <pc:sldMkLst>
          <pc:docMk/>
          <pc:sldMk cId="0" sldId="264"/>
        </pc:sldMkLst>
        <pc:spChg chg="mod">
          <ac:chgData name="Ms Alina Arshad" userId="cccdfd85-d35d-4453-9c6f-a463aae40722" providerId="ADAL" clId="{44991E72-28EC-43D4-9452-2984EF5D346D}" dt="2024-08-29T08:01:51.913" v="299" actId="403"/>
          <ac:spMkLst>
            <pc:docMk/>
            <pc:sldMk cId="0" sldId="264"/>
            <ac:spMk id="2" creationId="{00000000-0000-0000-0000-000000000000}"/>
          </ac:spMkLst>
        </pc:spChg>
        <pc:spChg chg="add del mod">
          <ac:chgData name="Ms Alina Arshad" userId="cccdfd85-d35d-4453-9c6f-a463aae40722" providerId="ADAL" clId="{44991E72-28EC-43D4-9452-2984EF5D346D}" dt="2024-09-03T04:23:15.630" v="585" actId="14100"/>
          <ac:spMkLst>
            <pc:docMk/>
            <pc:sldMk cId="0" sldId="264"/>
            <ac:spMk id="3" creationId="{00000000-0000-0000-0000-000000000000}"/>
          </ac:spMkLst>
        </pc:spChg>
        <pc:spChg chg="add mod">
          <ac:chgData name="Ms Alina Arshad" userId="cccdfd85-d35d-4453-9c6f-a463aae40722" providerId="ADAL" clId="{44991E72-28EC-43D4-9452-2984EF5D346D}" dt="2024-09-03T04:23:54.014" v="592" actId="404"/>
          <ac:spMkLst>
            <pc:docMk/>
            <pc:sldMk cId="0" sldId="264"/>
            <ac:spMk id="5" creationId="{F49829E9-2E92-A5C9-F182-CCE08B8090CD}"/>
          </ac:spMkLst>
        </pc:spChg>
      </pc:sldChg>
      <pc:sldChg chg="modSp add mod">
        <pc:chgData name="Ms Alina Arshad" userId="cccdfd85-d35d-4453-9c6f-a463aae40722" providerId="ADAL" clId="{44991E72-28EC-43D4-9452-2984EF5D346D}" dt="2024-08-29T08:04:14.004" v="338" actId="1076"/>
        <pc:sldMkLst>
          <pc:docMk/>
          <pc:sldMk cId="1577505814" sldId="265"/>
        </pc:sldMkLst>
        <pc:spChg chg="mod">
          <ac:chgData name="Ms Alina Arshad" userId="cccdfd85-d35d-4453-9c6f-a463aae40722" providerId="ADAL" clId="{44991E72-28EC-43D4-9452-2984EF5D346D}" dt="2024-08-29T08:03:46.692" v="333" actId="207"/>
          <ac:spMkLst>
            <pc:docMk/>
            <pc:sldMk cId="1577505814" sldId="265"/>
            <ac:spMk id="2" creationId="{00000000-0000-0000-0000-000000000000}"/>
          </ac:spMkLst>
        </pc:spChg>
        <pc:spChg chg="mod">
          <ac:chgData name="Ms Alina Arshad" userId="cccdfd85-d35d-4453-9c6f-a463aae40722" providerId="ADAL" clId="{44991E72-28EC-43D4-9452-2984EF5D346D}" dt="2024-08-29T08:04:14.004" v="338" actId="1076"/>
          <ac:spMkLst>
            <pc:docMk/>
            <pc:sldMk cId="1577505814" sldId="265"/>
            <ac:spMk id="3" creationId="{00000000-0000-0000-0000-000000000000}"/>
          </ac:spMkLst>
        </pc:spChg>
      </pc:sldChg>
      <pc:sldChg chg="delSp modSp add mod">
        <pc:chgData name="Ms Alina Arshad" userId="cccdfd85-d35d-4453-9c6f-a463aae40722" providerId="ADAL" clId="{44991E72-28EC-43D4-9452-2984EF5D346D}" dt="2024-08-29T08:09:29.823" v="407" actId="1076"/>
        <pc:sldMkLst>
          <pc:docMk/>
          <pc:sldMk cId="1582826008" sldId="266"/>
        </pc:sldMkLst>
        <pc:spChg chg="del">
          <ac:chgData name="Ms Alina Arshad" userId="cccdfd85-d35d-4453-9c6f-a463aae40722" providerId="ADAL" clId="{44991E72-28EC-43D4-9452-2984EF5D346D}" dt="2024-08-29T08:04:22.645" v="339" actId="478"/>
          <ac:spMkLst>
            <pc:docMk/>
            <pc:sldMk cId="1582826008" sldId="266"/>
            <ac:spMk id="2" creationId="{00000000-0000-0000-0000-000000000000}"/>
          </ac:spMkLst>
        </pc:spChg>
        <pc:spChg chg="mod">
          <ac:chgData name="Ms Alina Arshad" userId="cccdfd85-d35d-4453-9c6f-a463aae40722" providerId="ADAL" clId="{44991E72-28EC-43D4-9452-2984EF5D346D}" dt="2024-08-29T08:04:57.742" v="355" actId="14100"/>
          <ac:spMkLst>
            <pc:docMk/>
            <pc:sldMk cId="1582826008" sldId="266"/>
            <ac:spMk id="10" creationId="{00000000-0000-0000-0000-000000000000}"/>
          </ac:spMkLst>
        </pc:spChg>
        <pc:spChg chg="mod">
          <ac:chgData name="Ms Alina Arshad" userId="cccdfd85-d35d-4453-9c6f-a463aae40722" providerId="ADAL" clId="{44991E72-28EC-43D4-9452-2984EF5D346D}" dt="2024-08-29T08:08:49.436" v="389" actId="255"/>
          <ac:spMkLst>
            <pc:docMk/>
            <pc:sldMk cId="1582826008" sldId="266"/>
            <ac:spMk id="11" creationId="{00000000-0000-0000-0000-000000000000}"/>
          </ac:spMkLst>
        </pc:spChg>
        <pc:spChg chg="mod">
          <ac:chgData name="Ms Alina Arshad" userId="cccdfd85-d35d-4453-9c6f-a463aae40722" providerId="ADAL" clId="{44991E72-28EC-43D4-9452-2984EF5D346D}" dt="2024-08-29T08:09:05.110" v="399" actId="1076"/>
          <ac:spMkLst>
            <pc:docMk/>
            <pc:sldMk cId="1582826008" sldId="266"/>
            <ac:spMk id="12" creationId="{00000000-0000-0000-0000-000000000000}"/>
          </ac:spMkLst>
        </pc:spChg>
        <pc:grpChg chg="del">
          <ac:chgData name="Ms Alina Arshad" userId="cccdfd85-d35d-4453-9c6f-a463aae40722" providerId="ADAL" clId="{44991E72-28EC-43D4-9452-2984EF5D346D}" dt="2024-08-29T08:04:26.410" v="342" actId="478"/>
          <ac:grpSpMkLst>
            <pc:docMk/>
            <pc:sldMk cId="1582826008" sldId="266"/>
            <ac:grpSpMk id="7" creationId="{00000000-0000-0000-0000-000000000000}"/>
          </ac:grpSpMkLst>
        </pc:grpChg>
        <pc:picChg chg="del">
          <ac:chgData name="Ms Alina Arshad" userId="cccdfd85-d35d-4453-9c6f-a463aae40722" providerId="ADAL" clId="{44991E72-28EC-43D4-9452-2984EF5D346D}" dt="2024-08-29T08:04:28.128" v="344" actId="478"/>
          <ac:picMkLst>
            <pc:docMk/>
            <pc:sldMk cId="1582826008" sldId="266"/>
            <ac:picMk id="3" creationId="{00000000-0000-0000-0000-000000000000}"/>
          </ac:picMkLst>
        </pc:picChg>
        <pc:picChg chg="del">
          <ac:chgData name="Ms Alina Arshad" userId="cccdfd85-d35d-4453-9c6f-a463aae40722" providerId="ADAL" clId="{44991E72-28EC-43D4-9452-2984EF5D346D}" dt="2024-08-29T08:04:25.816" v="341" actId="478"/>
          <ac:picMkLst>
            <pc:docMk/>
            <pc:sldMk cId="1582826008" sldId="266"/>
            <ac:picMk id="4" creationId="{00000000-0000-0000-0000-000000000000}"/>
          </ac:picMkLst>
        </pc:picChg>
        <pc:picChg chg="del">
          <ac:chgData name="Ms Alina Arshad" userId="cccdfd85-d35d-4453-9c6f-a463aae40722" providerId="ADAL" clId="{44991E72-28EC-43D4-9452-2984EF5D346D}" dt="2024-08-29T08:04:27.456" v="343" actId="478"/>
          <ac:picMkLst>
            <pc:docMk/>
            <pc:sldMk cId="1582826008" sldId="266"/>
            <ac:picMk id="5" creationId="{00000000-0000-0000-0000-000000000000}"/>
          </ac:picMkLst>
        </pc:picChg>
        <pc:picChg chg="del">
          <ac:chgData name="Ms Alina Arshad" userId="cccdfd85-d35d-4453-9c6f-a463aae40722" providerId="ADAL" clId="{44991E72-28EC-43D4-9452-2984EF5D346D}" dt="2024-08-29T08:04:24.113" v="340" actId="478"/>
          <ac:picMkLst>
            <pc:docMk/>
            <pc:sldMk cId="1582826008" sldId="266"/>
            <ac:picMk id="6" creationId="{00000000-0000-0000-0000-000000000000}"/>
          </ac:picMkLst>
        </pc:picChg>
        <pc:picChg chg="mod">
          <ac:chgData name="Ms Alina Arshad" userId="cccdfd85-d35d-4453-9c6f-a463aae40722" providerId="ADAL" clId="{44991E72-28EC-43D4-9452-2984EF5D346D}" dt="2024-08-29T08:09:13.515" v="402" actId="1076"/>
          <ac:picMkLst>
            <pc:docMk/>
            <pc:sldMk cId="1582826008" sldId="266"/>
            <ac:picMk id="13" creationId="{00000000-0000-0000-0000-000000000000}"/>
          </ac:picMkLst>
        </pc:picChg>
        <pc:picChg chg="mod modCrop">
          <ac:chgData name="Ms Alina Arshad" userId="cccdfd85-d35d-4453-9c6f-a463aae40722" providerId="ADAL" clId="{44991E72-28EC-43D4-9452-2984EF5D346D}" dt="2024-08-29T08:09:29.823" v="407" actId="1076"/>
          <ac:picMkLst>
            <pc:docMk/>
            <pc:sldMk cId="1582826008" sldId="266"/>
            <ac:picMk id="14" creationId="{00000000-0000-0000-0000-000000000000}"/>
          </ac:picMkLst>
        </pc:picChg>
      </pc:sldChg>
      <pc:sldChg chg="modSp add mod">
        <pc:chgData name="Ms Alina Arshad" userId="cccdfd85-d35d-4453-9c6f-a463aae40722" providerId="ADAL" clId="{44991E72-28EC-43D4-9452-2984EF5D346D}" dt="2024-08-29T08:13:35.878" v="445" actId="20577"/>
        <pc:sldMkLst>
          <pc:docMk/>
          <pc:sldMk cId="731299161" sldId="267"/>
        </pc:sldMkLst>
        <pc:spChg chg="mod">
          <ac:chgData name="Ms Alina Arshad" userId="cccdfd85-d35d-4453-9c6f-a463aae40722" providerId="ADAL" clId="{44991E72-28EC-43D4-9452-2984EF5D346D}" dt="2024-08-29T08:09:51.911" v="415" actId="1076"/>
          <ac:spMkLst>
            <pc:docMk/>
            <pc:sldMk cId="731299161" sldId="267"/>
            <ac:spMk id="2" creationId="{00000000-0000-0000-0000-000000000000}"/>
          </ac:spMkLst>
        </pc:spChg>
        <pc:spChg chg="mod">
          <ac:chgData name="Ms Alina Arshad" userId="cccdfd85-d35d-4453-9c6f-a463aae40722" providerId="ADAL" clId="{44991E72-28EC-43D4-9452-2984EF5D346D}" dt="2024-08-29T08:13:35.878" v="445" actId="20577"/>
          <ac:spMkLst>
            <pc:docMk/>
            <pc:sldMk cId="731299161" sldId="267"/>
            <ac:spMk id="3" creationId="{00000000-0000-0000-0000-000000000000}"/>
          </ac:spMkLst>
        </pc:spChg>
        <pc:spChg chg="mod">
          <ac:chgData name="Ms Alina Arshad" userId="cccdfd85-d35d-4453-9c6f-a463aae40722" providerId="ADAL" clId="{44991E72-28EC-43D4-9452-2984EF5D346D}" dt="2024-08-29T08:12:56.468" v="443" actId="12"/>
          <ac:spMkLst>
            <pc:docMk/>
            <pc:sldMk cId="731299161" sldId="267"/>
            <ac:spMk id="4" creationId="{00000000-0000-0000-0000-000000000000}"/>
          </ac:spMkLst>
        </pc:spChg>
        <pc:picChg chg="mod">
          <ac:chgData name="Ms Alina Arshad" userId="cccdfd85-d35d-4453-9c6f-a463aae40722" providerId="ADAL" clId="{44991E72-28EC-43D4-9452-2984EF5D346D}" dt="2024-08-29T08:10:27.839" v="428" actId="14100"/>
          <ac:picMkLst>
            <pc:docMk/>
            <pc:sldMk cId="731299161" sldId="267"/>
            <ac:picMk id="5" creationId="{00000000-0000-0000-0000-000000000000}"/>
          </ac:picMkLst>
        </pc:picChg>
      </pc:sldChg>
      <pc:sldChg chg="modSp add mod">
        <pc:chgData name="Ms Alina Arshad" userId="cccdfd85-d35d-4453-9c6f-a463aae40722" providerId="ADAL" clId="{44991E72-28EC-43D4-9452-2984EF5D346D}" dt="2024-08-29T08:17:58.105" v="481" actId="1076"/>
        <pc:sldMkLst>
          <pc:docMk/>
          <pc:sldMk cId="90329638" sldId="268"/>
        </pc:sldMkLst>
        <pc:spChg chg="mod">
          <ac:chgData name="Ms Alina Arshad" userId="cccdfd85-d35d-4453-9c6f-a463aae40722" providerId="ADAL" clId="{44991E72-28EC-43D4-9452-2984EF5D346D}" dt="2024-08-29T08:16:47.171" v="469" actId="403"/>
          <ac:spMkLst>
            <pc:docMk/>
            <pc:sldMk cId="90329638" sldId="268"/>
            <ac:spMk id="2" creationId="{00000000-0000-0000-0000-000000000000}"/>
          </ac:spMkLst>
        </pc:spChg>
        <pc:spChg chg="mod">
          <ac:chgData name="Ms Alina Arshad" userId="cccdfd85-d35d-4453-9c6f-a463aae40722" providerId="ADAL" clId="{44991E72-28EC-43D4-9452-2984EF5D346D}" dt="2024-08-29T08:17:49.888" v="478" actId="1076"/>
          <ac:spMkLst>
            <pc:docMk/>
            <pc:sldMk cId="90329638" sldId="268"/>
            <ac:spMk id="3" creationId="{00000000-0000-0000-0000-000000000000}"/>
          </ac:spMkLst>
        </pc:spChg>
        <pc:picChg chg="mod">
          <ac:chgData name="Ms Alina Arshad" userId="cccdfd85-d35d-4453-9c6f-a463aae40722" providerId="ADAL" clId="{44991E72-28EC-43D4-9452-2984EF5D346D}" dt="2024-08-29T08:17:58.105" v="481" actId="1076"/>
          <ac:picMkLst>
            <pc:docMk/>
            <pc:sldMk cId="90329638" sldId="268"/>
            <ac:picMk id="4" creationId="{00000000-0000-0000-0000-000000000000}"/>
          </ac:picMkLst>
        </pc:picChg>
      </pc:sldChg>
      <pc:sldChg chg="modSp add mod">
        <pc:chgData name="Ms Alina Arshad" userId="cccdfd85-d35d-4453-9c6f-a463aae40722" providerId="ADAL" clId="{44991E72-28EC-43D4-9452-2984EF5D346D}" dt="2024-08-29T08:20:16.085" v="509" actId="113"/>
        <pc:sldMkLst>
          <pc:docMk/>
          <pc:sldMk cId="2295129282" sldId="269"/>
        </pc:sldMkLst>
        <pc:spChg chg="mod">
          <ac:chgData name="Ms Alina Arshad" userId="cccdfd85-d35d-4453-9c6f-a463aae40722" providerId="ADAL" clId="{44991E72-28EC-43D4-9452-2984EF5D346D}" dt="2024-08-29T08:20:16.085" v="509" actId="113"/>
          <ac:spMkLst>
            <pc:docMk/>
            <pc:sldMk cId="2295129282" sldId="269"/>
            <ac:spMk id="2" creationId="{00000000-0000-0000-0000-000000000000}"/>
          </ac:spMkLst>
        </pc:spChg>
        <pc:spChg chg="mod">
          <ac:chgData name="Ms Alina Arshad" userId="cccdfd85-d35d-4453-9c6f-a463aae40722" providerId="ADAL" clId="{44991E72-28EC-43D4-9452-2984EF5D346D}" dt="2024-08-29T08:20:05.729" v="505" actId="113"/>
          <ac:spMkLst>
            <pc:docMk/>
            <pc:sldMk cId="2295129282" sldId="269"/>
            <ac:spMk id="3" creationId="{00000000-0000-0000-0000-000000000000}"/>
          </ac:spMkLst>
        </pc:spChg>
      </pc:sldChg>
      <pc:sldChg chg="modSp add mod">
        <pc:chgData name="Ms Alina Arshad" userId="cccdfd85-d35d-4453-9c6f-a463aae40722" providerId="ADAL" clId="{44991E72-28EC-43D4-9452-2984EF5D346D}" dt="2024-08-29T08:21:54.031" v="544" actId="1076"/>
        <pc:sldMkLst>
          <pc:docMk/>
          <pc:sldMk cId="2090315159" sldId="270"/>
        </pc:sldMkLst>
        <pc:spChg chg="mod">
          <ac:chgData name="Ms Alina Arshad" userId="cccdfd85-d35d-4453-9c6f-a463aae40722" providerId="ADAL" clId="{44991E72-28EC-43D4-9452-2984EF5D346D}" dt="2024-08-29T08:21:51.679" v="543" actId="403"/>
          <ac:spMkLst>
            <pc:docMk/>
            <pc:sldMk cId="2090315159" sldId="270"/>
            <ac:spMk id="2" creationId="{00000000-0000-0000-0000-000000000000}"/>
          </ac:spMkLst>
        </pc:spChg>
        <pc:spChg chg="mod">
          <ac:chgData name="Ms Alina Arshad" userId="cccdfd85-d35d-4453-9c6f-a463aae40722" providerId="ADAL" clId="{44991E72-28EC-43D4-9452-2984EF5D346D}" dt="2024-08-29T08:21:54.031" v="544" actId="1076"/>
          <ac:spMkLst>
            <pc:docMk/>
            <pc:sldMk cId="2090315159" sldId="270"/>
            <ac:spMk id="3" creationId="{00000000-0000-0000-0000-000000000000}"/>
          </ac:spMkLst>
        </pc:spChg>
      </pc:sldChg>
      <pc:sldChg chg="modSp add mod">
        <pc:chgData name="Ms Alina Arshad" userId="cccdfd85-d35d-4453-9c6f-a463aae40722" providerId="ADAL" clId="{44991E72-28EC-43D4-9452-2984EF5D346D}" dt="2024-08-29T08:23:44.454" v="571" actId="1076"/>
        <pc:sldMkLst>
          <pc:docMk/>
          <pc:sldMk cId="3034138166" sldId="271"/>
        </pc:sldMkLst>
        <pc:spChg chg="mod">
          <ac:chgData name="Ms Alina Arshad" userId="cccdfd85-d35d-4453-9c6f-a463aae40722" providerId="ADAL" clId="{44991E72-28EC-43D4-9452-2984EF5D346D}" dt="2024-08-29T08:22:11.095" v="548" actId="403"/>
          <ac:spMkLst>
            <pc:docMk/>
            <pc:sldMk cId="3034138166" sldId="271"/>
            <ac:spMk id="2" creationId="{00000000-0000-0000-0000-000000000000}"/>
          </ac:spMkLst>
        </pc:spChg>
        <pc:spChg chg="mod">
          <ac:chgData name="Ms Alina Arshad" userId="cccdfd85-d35d-4453-9c6f-a463aae40722" providerId="ADAL" clId="{44991E72-28EC-43D4-9452-2984EF5D346D}" dt="2024-08-29T08:23:44.454" v="571" actId="1076"/>
          <ac:spMkLst>
            <pc:docMk/>
            <pc:sldMk cId="3034138166" sldId="271"/>
            <ac:spMk id="3" creationId="{00000000-0000-0000-0000-000000000000}"/>
          </ac:spMkLst>
        </pc:spChg>
      </pc:sldChg>
      <pc:sldChg chg="modSp add mod">
        <pc:chgData name="Ms Alina Arshad" userId="cccdfd85-d35d-4453-9c6f-a463aae40722" providerId="ADAL" clId="{44991E72-28EC-43D4-9452-2984EF5D346D}" dt="2024-08-29T08:38:06.899" v="582" actId="1076"/>
        <pc:sldMkLst>
          <pc:docMk/>
          <pc:sldMk cId="2504047100" sldId="272"/>
        </pc:sldMkLst>
        <pc:spChg chg="mod">
          <ac:chgData name="Ms Alina Arshad" userId="cccdfd85-d35d-4453-9c6f-a463aae40722" providerId="ADAL" clId="{44991E72-28EC-43D4-9452-2984EF5D346D}" dt="2024-08-29T08:38:00.463" v="578" actId="1076"/>
          <ac:spMkLst>
            <pc:docMk/>
            <pc:sldMk cId="2504047100" sldId="272"/>
            <ac:spMk id="2" creationId="{00000000-0000-0000-0000-000000000000}"/>
          </ac:spMkLst>
        </pc:spChg>
        <pc:picChg chg="mod">
          <ac:chgData name="Ms Alina Arshad" userId="cccdfd85-d35d-4453-9c6f-a463aae40722" providerId="ADAL" clId="{44991E72-28EC-43D4-9452-2984EF5D346D}" dt="2024-08-29T08:38:06.899" v="582" actId="1076"/>
          <ac:picMkLst>
            <pc:docMk/>
            <pc:sldMk cId="2504047100" sldId="272"/>
            <ac:picMk id="3" creationId="{00000000-0000-0000-0000-000000000000}"/>
          </ac:picMkLst>
        </pc:picChg>
      </pc:sldChg>
      <pc:sldChg chg="del">
        <pc:chgData name="Ms Alina Arshad" userId="cccdfd85-d35d-4453-9c6f-a463aae40722" providerId="ADAL" clId="{44991E72-28EC-43D4-9452-2984EF5D346D}" dt="2024-08-29T07:33:57.889" v="92" actId="47"/>
        <pc:sldMkLst>
          <pc:docMk/>
          <pc:sldMk cId="2226389095" sldId="301"/>
        </pc:sldMkLst>
      </pc:sldChg>
      <pc:sldChg chg="del">
        <pc:chgData name="Ms Alina Arshad" userId="cccdfd85-d35d-4453-9c6f-a463aae40722" providerId="ADAL" clId="{44991E72-28EC-43D4-9452-2984EF5D346D}" dt="2024-08-29T07:33:58.045" v="93" actId="47"/>
        <pc:sldMkLst>
          <pc:docMk/>
          <pc:sldMk cId="1203345699" sldId="302"/>
        </pc:sldMkLst>
      </pc:sldChg>
      <pc:sldChg chg="del">
        <pc:chgData name="Ms Alina Arshad" userId="cccdfd85-d35d-4453-9c6f-a463aae40722" providerId="ADAL" clId="{44991E72-28EC-43D4-9452-2984EF5D346D}" dt="2024-08-29T07:34:01.341" v="99" actId="47"/>
        <pc:sldMkLst>
          <pc:docMk/>
          <pc:sldMk cId="1723003181" sldId="308"/>
        </pc:sldMkLst>
      </pc:sldChg>
      <pc:sldChg chg="del">
        <pc:chgData name="Ms Alina Arshad" userId="cccdfd85-d35d-4453-9c6f-a463aae40722" providerId="ADAL" clId="{44991E72-28EC-43D4-9452-2984EF5D346D}" dt="2024-08-29T07:34:02.716" v="101" actId="47"/>
        <pc:sldMkLst>
          <pc:docMk/>
          <pc:sldMk cId="126494912" sldId="310"/>
        </pc:sldMkLst>
      </pc:sldChg>
      <pc:sldChg chg="del">
        <pc:chgData name="Ms Alina Arshad" userId="cccdfd85-d35d-4453-9c6f-a463aae40722" providerId="ADAL" clId="{44991E72-28EC-43D4-9452-2984EF5D346D}" dt="2024-08-29T07:34:02.013" v="100" actId="47"/>
        <pc:sldMkLst>
          <pc:docMk/>
          <pc:sldMk cId="0" sldId="324"/>
        </pc:sldMkLst>
      </pc:sldChg>
      <pc:sldChg chg="del">
        <pc:chgData name="Ms Alina Arshad" userId="cccdfd85-d35d-4453-9c6f-a463aae40722" providerId="ADAL" clId="{44991E72-28EC-43D4-9452-2984EF5D346D}" dt="2024-08-29T07:33:57.561" v="90" actId="47"/>
        <pc:sldMkLst>
          <pc:docMk/>
          <pc:sldMk cId="0" sldId="325"/>
        </pc:sldMkLst>
      </pc:sldChg>
      <pc:sldChg chg="del">
        <pc:chgData name="Ms Alina Arshad" userId="cccdfd85-d35d-4453-9c6f-a463aae40722" providerId="ADAL" clId="{44991E72-28EC-43D4-9452-2984EF5D346D}" dt="2024-08-29T07:33:59.764" v="97" actId="47"/>
        <pc:sldMkLst>
          <pc:docMk/>
          <pc:sldMk cId="0" sldId="332"/>
        </pc:sldMkLst>
      </pc:sldChg>
      <pc:sldChg chg="del">
        <pc:chgData name="Ms Alina Arshad" userId="cccdfd85-d35d-4453-9c6f-a463aae40722" providerId="ADAL" clId="{44991E72-28EC-43D4-9452-2984EF5D346D}" dt="2024-08-29T07:34:03.434" v="102" actId="47"/>
        <pc:sldMkLst>
          <pc:docMk/>
          <pc:sldMk cId="0" sldId="334"/>
        </pc:sldMkLst>
      </pc:sldChg>
      <pc:sldChg chg="del">
        <pc:chgData name="Ms Alina Arshad" userId="cccdfd85-d35d-4453-9c6f-a463aae40722" providerId="ADAL" clId="{44991E72-28EC-43D4-9452-2984EF5D346D}" dt="2024-08-29T07:34:04.278" v="103" actId="47"/>
        <pc:sldMkLst>
          <pc:docMk/>
          <pc:sldMk cId="0" sldId="335"/>
        </pc:sldMkLst>
      </pc:sldChg>
      <pc:sldChg chg="del">
        <pc:chgData name="Ms Alina Arshad" userId="cccdfd85-d35d-4453-9c6f-a463aae40722" providerId="ADAL" clId="{44991E72-28EC-43D4-9452-2984EF5D346D}" dt="2024-08-29T07:34:05.012" v="104" actId="47"/>
        <pc:sldMkLst>
          <pc:docMk/>
          <pc:sldMk cId="0" sldId="336"/>
        </pc:sldMkLst>
      </pc:sldChg>
      <pc:sldChg chg="del">
        <pc:chgData name="Ms Alina Arshad" userId="cccdfd85-d35d-4453-9c6f-a463aae40722" providerId="ADAL" clId="{44991E72-28EC-43D4-9452-2984EF5D346D}" dt="2024-08-29T07:34:05.606" v="105" actId="47"/>
        <pc:sldMkLst>
          <pc:docMk/>
          <pc:sldMk cId="0" sldId="337"/>
        </pc:sldMkLst>
      </pc:sldChg>
      <pc:sldChg chg="del">
        <pc:chgData name="Ms Alina Arshad" userId="cccdfd85-d35d-4453-9c6f-a463aae40722" providerId="ADAL" clId="{44991E72-28EC-43D4-9452-2984EF5D346D}" dt="2024-08-29T07:33:58.951" v="96" actId="47"/>
        <pc:sldMkLst>
          <pc:docMk/>
          <pc:sldMk cId="0" sldId="361"/>
        </pc:sldMkLst>
      </pc:sldChg>
      <pc:sldChg chg="del">
        <pc:chgData name="Ms Alina Arshad" userId="cccdfd85-d35d-4453-9c6f-a463aae40722" providerId="ADAL" clId="{44991E72-28EC-43D4-9452-2984EF5D346D}" dt="2024-08-29T07:33:57.780" v="91" actId="47"/>
        <pc:sldMkLst>
          <pc:docMk/>
          <pc:sldMk cId="0" sldId="368"/>
        </pc:sldMkLst>
      </pc:sldChg>
      <pc:sldChg chg="del">
        <pc:chgData name="Ms Alina Arshad" userId="cccdfd85-d35d-4453-9c6f-a463aae40722" providerId="ADAL" clId="{44991E72-28EC-43D4-9452-2984EF5D346D}" dt="2024-08-29T07:33:58.186" v="94" actId="47"/>
        <pc:sldMkLst>
          <pc:docMk/>
          <pc:sldMk cId="2092443423" sldId="380"/>
        </pc:sldMkLst>
      </pc:sldChg>
      <pc:sldChg chg="del">
        <pc:chgData name="Ms Alina Arshad" userId="cccdfd85-d35d-4453-9c6f-a463aae40722" providerId="ADAL" clId="{44991E72-28EC-43D4-9452-2984EF5D346D}" dt="2024-08-29T07:33:58.358" v="95" actId="47"/>
        <pc:sldMkLst>
          <pc:docMk/>
          <pc:sldMk cId="80739059" sldId="381"/>
        </pc:sldMkLst>
      </pc:sldChg>
      <pc:sldChg chg="del">
        <pc:chgData name="Ms Alina Arshad" userId="cccdfd85-d35d-4453-9c6f-a463aae40722" providerId="ADAL" clId="{44991E72-28EC-43D4-9452-2984EF5D346D}" dt="2024-08-29T07:34:00.295" v="98" actId="47"/>
        <pc:sldMkLst>
          <pc:docMk/>
          <pc:sldMk cId="858854176" sldId="382"/>
        </pc:sldMkLst>
      </pc:sldChg>
    </pc:docChg>
  </pc:docChgLst>
  <pc:docChgLst>
    <pc:chgData name="Ms Alina Arshad" userId="cccdfd85-d35d-4453-9c6f-a463aae40722" providerId="ADAL" clId="{9C125398-0035-40D4-80A2-48A755B7795E}"/>
    <pc:docChg chg="addSld modSld">
      <pc:chgData name="Ms Alina Arshad" userId="cccdfd85-d35d-4453-9c6f-a463aae40722" providerId="ADAL" clId="{9C125398-0035-40D4-80A2-48A755B7795E}" dt="2024-08-25T16:00:43.580" v="6" actId="1076"/>
      <pc:docMkLst>
        <pc:docMk/>
      </pc:docMkLst>
      <pc:sldChg chg="modSp add mod">
        <pc:chgData name="Ms Alina Arshad" userId="cccdfd85-d35d-4453-9c6f-a463aae40722" providerId="ADAL" clId="{9C125398-0035-40D4-80A2-48A755B7795E}" dt="2024-08-25T16:00:43.580" v="6" actId="1076"/>
        <pc:sldMkLst>
          <pc:docMk/>
          <pc:sldMk cId="0" sldId="324"/>
        </pc:sldMkLst>
        <pc:spChg chg="mod">
          <ac:chgData name="Ms Alina Arshad" userId="cccdfd85-d35d-4453-9c6f-a463aae40722" providerId="ADAL" clId="{9C125398-0035-40D4-80A2-48A755B7795E}" dt="2024-08-25T16:00:43.580" v="6" actId="1076"/>
          <ac:spMkLst>
            <pc:docMk/>
            <pc:sldMk cId="0" sldId="324"/>
            <ac:spMk id="29699" creationId="{BC7ACC91-16AA-5D67-B935-92EE00D4568C}"/>
          </ac:spMkLst>
        </pc:spChg>
      </pc:sldChg>
    </pc:docChg>
  </pc:docChgLst>
  <pc:docChgLst>
    <pc:chgData name="Ms Alina Arshad" userId="cccdfd85-d35d-4453-9c6f-a463aae40722" providerId="ADAL" clId="{9C5463F7-2E4D-44A3-B83D-E1A8A04E58D3}"/>
    <pc:docChg chg="undo custSel addSld delSld modSld">
      <pc:chgData name="Ms Alina Arshad" userId="cccdfd85-d35d-4453-9c6f-a463aae40722" providerId="ADAL" clId="{9C5463F7-2E4D-44A3-B83D-E1A8A04E58D3}" dt="2024-11-08T04:15:45.099" v="768" actId="207"/>
      <pc:docMkLst>
        <pc:docMk/>
      </pc:docMkLst>
      <pc:sldChg chg="delSp modSp add mod">
        <pc:chgData name="Ms Alina Arshad" userId="cccdfd85-d35d-4453-9c6f-a463aae40722" providerId="ADAL" clId="{9C5463F7-2E4D-44A3-B83D-E1A8A04E58D3}" dt="2024-11-08T04:05:30.432" v="582" actId="478"/>
        <pc:sldMkLst>
          <pc:docMk/>
          <pc:sldMk cId="0" sldId="265"/>
        </pc:sldMkLst>
        <pc:spChg chg="mod">
          <ac:chgData name="Ms Alina Arshad" userId="cccdfd85-d35d-4453-9c6f-a463aae40722" providerId="ADAL" clId="{9C5463F7-2E4D-44A3-B83D-E1A8A04E58D3}" dt="2024-11-06T07:59:24.493" v="118" actId="1076"/>
          <ac:spMkLst>
            <pc:docMk/>
            <pc:sldMk cId="0" sldId="265"/>
            <ac:spMk id="151" creationId="{00000000-0000-0000-0000-000000000000}"/>
          </ac:spMkLst>
        </pc:spChg>
        <pc:spChg chg="mod">
          <ac:chgData name="Ms Alina Arshad" userId="cccdfd85-d35d-4453-9c6f-a463aae40722" providerId="ADAL" clId="{9C5463F7-2E4D-44A3-B83D-E1A8A04E58D3}" dt="2024-11-06T07:59:40.352" v="121" actId="12"/>
          <ac:spMkLst>
            <pc:docMk/>
            <pc:sldMk cId="0" sldId="265"/>
            <ac:spMk id="152" creationId="{00000000-0000-0000-0000-000000000000}"/>
          </ac:spMkLst>
        </pc:spChg>
        <pc:spChg chg="del">
          <ac:chgData name="Ms Alina Arshad" userId="cccdfd85-d35d-4453-9c6f-a463aae40722" providerId="ADAL" clId="{9C5463F7-2E4D-44A3-B83D-E1A8A04E58D3}" dt="2024-11-08T04:05:30.432" v="582" actId="478"/>
          <ac:spMkLst>
            <pc:docMk/>
            <pc:sldMk cId="0" sldId="265"/>
            <ac:spMk id="153" creationId="{00000000-0000-0000-0000-000000000000}"/>
          </ac:spMkLst>
        </pc:spChg>
      </pc:sldChg>
      <pc:sldChg chg="delSp modSp add mod">
        <pc:chgData name="Ms Alina Arshad" userId="cccdfd85-d35d-4453-9c6f-a463aae40722" providerId="ADAL" clId="{9C5463F7-2E4D-44A3-B83D-E1A8A04E58D3}" dt="2024-11-08T04:05:28.472" v="581" actId="478"/>
        <pc:sldMkLst>
          <pc:docMk/>
          <pc:sldMk cId="0" sldId="266"/>
        </pc:sldMkLst>
        <pc:spChg chg="mod">
          <ac:chgData name="Ms Alina Arshad" userId="cccdfd85-d35d-4453-9c6f-a463aae40722" providerId="ADAL" clId="{9C5463F7-2E4D-44A3-B83D-E1A8A04E58D3}" dt="2024-11-06T07:59:53.589" v="126" actId="207"/>
          <ac:spMkLst>
            <pc:docMk/>
            <pc:sldMk cId="0" sldId="266"/>
            <ac:spMk id="158" creationId="{00000000-0000-0000-0000-000000000000}"/>
          </ac:spMkLst>
        </pc:spChg>
        <pc:spChg chg="mod">
          <ac:chgData name="Ms Alina Arshad" userId="cccdfd85-d35d-4453-9c6f-a463aae40722" providerId="ADAL" clId="{9C5463F7-2E4D-44A3-B83D-E1A8A04E58D3}" dt="2024-11-06T08:00:06.435" v="130" actId="207"/>
          <ac:spMkLst>
            <pc:docMk/>
            <pc:sldMk cId="0" sldId="266"/>
            <ac:spMk id="159" creationId="{00000000-0000-0000-0000-000000000000}"/>
          </ac:spMkLst>
        </pc:spChg>
        <pc:spChg chg="del">
          <ac:chgData name="Ms Alina Arshad" userId="cccdfd85-d35d-4453-9c6f-a463aae40722" providerId="ADAL" clId="{9C5463F7-2E4D-44A3-B83D-E1A8A04E58D3}" dt="2024-11-08T04:05:28.472" v="581" actId="478"/>
          <ac:spMkLst>
            <pc:docMk/>
            <pc:sldMk cId="0" sldId="266"/>
            <ac:spMk id="160" creationId="{00000000-0000-0000-0000-000000000000}"/>
          </ac:spMkLst>
        </pc:spChg>
        <pc:picChg chg="mod">
          <ac:chgData name="Ms Alina Arshad" userId="cccdfd85-d35d-4453-9c6f-a463aae40722" providerId="ADAL" clId="{9C5463F7-2E4D-44A3-B83D-E1A8A04E58D3}" dt="2024-11-06T08:00:03.461" v="129" actId="1076"/>
          <ac:picMkLst>
            <pc:docMk/>
            <pc:sldMk cId="0" sldId="266"/>
            <ac:picMk id="161" creationId="{00000000-0000-0000-0000-000000000000}"/>
          </ac:picMkLst>
        </pc:picChg>
      </pc:sldChg>
      <pc:sldChg chg="modSp add mod">
        <pc:chgData name="Ms Alina Arshad" userId="cccdfd85-d35d-4453-9c6f-a463aae40722" providerId="ADAL" clId="{9C5463F7-2E4D-44A3-B83D-E1A8A04E58D3}" dt="2024-11-06T08:15:05.338" v="137" actId="15"/>
        <pc:sldMkLst>
          <pc:docMk/>
          <pc:sldMk cId="0" sldId="267"/>
        </pc:sldMkLst>
        <pc:spChg chg="mod">
          <ac:chgData name="Ms Alina Arshad" userId="cccdfd85-d35d-4453-9c6f-a463aae40722" providerId="ADAL" clId="{9C5463F7-2E4D-44A3-B83D-E1A8A04E58D3}" dt="2024-11-06T08:14:50.002" v="132" actId="207"/>
          <ac:spMkLst>
            <pc:docMk/>
            <pc:sldMk cId="0" sldId="267"/>
            <ac:spMk id="167" creationId="{00000000-0000-0000-0000-000000000000}"/>
          </ac:spMkLst>
        </pc:spChg>
        <pc:spChg chg="mod">
          <ac:chgData name="Ms Alina Arshad" userId="cccdfd85-d35d-4453-9c6f-a463aae40722" providerId="ADAL" clId="{9C5463F7-2E4D-44A3-B83D-E1A8A04E58D3}" dt="2024-11-06T08:15:05.338" v="137" actId="15"/>
          <ac:spMkLst>
            <pc:docMk/>
            <pc:sldMk cId="0" sldId="267"/>
            <ac:spMk id="168" creationId="{00000000-0000-0000-0000-000000000000}"/>
          </ac:spMkLst>
        </pc:spChg>
      </pc:sldChg>
      <pc:sldChg chg="delSp modSp add mod">
        <pc:chgData name="Ms Alina Arshad" userId="cccdfd85-d35d-4453-9c6f-a463aae40722" providerId="ADAL" clId="{9C5463F7-2E4D-44A3-B83D-E1A8A04E58D3}" dt="2024-11-08T04:05:24.890" v="580" actId="478"/>
        <pc:sldMkLst>
          <pc:docMk/>
          <pc:sldMk cId="0" sldId="268"/>
        </pc:sldMkLst>
        <pc:spChg chg="mod">
          <ac:chgData name="Ms Alina Arshad" userId="cccdfd85-d35d-4453-9c6f-a463aae40722" providerId="ADAL" clId="{9C5463F7-2E4D-44A3-B83D-E1A8A04E58D3}" dt="2024-11-06T08:15:14.162" v="139" actId="207"/>
          <ac:spMkLst>
            <pc:docMk/>
            <pc:sldMk cId="0" sldId="268"/>
            <ac:spMk id="174" creationId="{00000000-0000-0000-0000-000000000000}"/>
          </ac:spMkLst>
        </pc:spChg>
        <pc:spChg chg="mod">
          <ac:chgData name="Ms Alina Arshad" userId="cccdfd85-d35d-4453-9c6f-a463aae40722" providerId="ADAL" clId="{9C5463F7-2E4D-44A3-B83D-E1A8A04E58D3}" dt="2024-11-06T08:15:37.185" v="148" actId="403"/>
          <ac:spMkLst>
            <pc:docMk/>
            <pc:sldMk cId="0" sldId="268"/>
            <ac:spMk id="175" creationId="{00000000-0000-0000-0000-000000000000}"/>
          </ac:spMkLst>
        </pc:spChg>
        <pc:spChg chg="del">
          <ac:chgData name="Ms Alina Arshad" userId="cccdfd85-d35d-4453-9c6f-a463aae40722" providerId="ADAL" clId="{9C5463F7-2E4D-44A3-B83D-E1A8A04E58D3}" dt="2024-11-08T04:05:24.890" v="580" actId="478"/>
          <ac:spMkLst>
            <pc:docMk/>
            <pc:sldMk cId="0" sldId="268"/>
            <ac:spMk id="176" creationId="{00000000-0000-0000-0000-000000000000}"/>
          </ac:spMkLst>
        </pc:spChg>
      </pc:sldChg>
      <pc:sldChg chg="addSp delSp modSp add mod">
        <pc:chgData name="Ms Alina Arshad" userId="cccdfd85-d35d-4453-9c6f-a463aae40722" providerId="ADAL" clId="{9C5463F7-2E4D-44A3-B83D-E1A8A04E58D3}" dt="2024-11-08T04:05:21.263" v="579" actId="478"/>
        <pc:sldMkLst>
          <pc:docMk/>
          <pc:sldMk cId="0" sldId="269"/>
        </pc:sldMkLst>
        <pc:spChg chg="add mod">
          <ac:chgData name="Ms Alina Arshad" userId="cccdfd85-d35d-4453-9c6f-a463aae40722" providerId="ADAL" clId="{9C5463F7-2E4D-44A3-B83D-E1A8A04E58D3}" dt="2024-11-08T04:03:45.214" v="495" actId="208"/>
          <ac:spMkLst>
            <pc:docMk/>
            <pc:sldMk cId="0" sldId="269"/>
            <ac:spMk id="2" creationId="{C4F4ADAC-16D3-7F44-A940-6A828CD1374B}"/>
          </ac:spMkLst>
        </pc:spChg>
        <pc:spChg chg="add mod">
          <ac:chgData name="Ms Alina Arshad" userId="cccdfd85-d35d-4453-9c6f-a463aae40722" providerId="ADAL" clId="{9C5463F7-2E4D-44A3-B83D-E1A8A04E58D3}" dt="2024-11-08T04:04:02.690" v="498" actId="1076"/>
          <ac:spMkLst>
            <pc:docMk/>
            <pc:sldMk cId="0" sldId="269"/>
            <ac:spMk id="3" creationId="{4514CDFE-1A72-4DC3-8D7F-42CC9D902786}"/>
          </ac:spMkLst>
        </pc:spChg>
        <pc:spChg chg="mod">
          <ac:chgData name="Ms Alina Arshad" userId="cccdfd85-d35d-4453-9c6f-a463aae40722" providerId="ADAL" clId="{9C5463F7-2E4D-44A3-B83D-E1A8A04E58D3}" dt="2024-11-06T08:15:45.715" v="150" actId="207"/>
          <ac:spMkLst>
            <pc:docMk/>
            <pc:sldMk cId="0" sldId="269"/>
            <ac:spMk id="181" creationId="{00000000-0000-0000-0000-000000000000}"/>
          </ac:spMkLst>
        </pc:spChg>
        <pc:spChg chg="del">
          <ac:chgData name="Ms Alina Arshad" userId="cccdfd85-d35d-4453-9c6f-a463aae40722" providerId="ADAL" clId="{9C5463F7-2E4D-44A3-B83D-E1A8A04E58D3}" dt="2024-11-08T04:05:21.263" v="579" actId="478"/>
          <ac:spMkLst>
            <pc:docMk/>
            <pc:sldMk cId="0" sldId="269"/>
            <ac:spMk id="182" creationId="{00000000-0000-0000-0000-000000000000}"/>
          </ac:spMkLst>
        </pc:spChg>
        <pc:spChg chg="mod">
          <ac:chgData name="Ms Alina Arshad" userId="cccdfd85-d35d-4453-9c6f-a463aae40722" providerId="ADAL" clId="{9C5463F7-2E4D-44A3-B83D-E1A8A04E58D3}" dt="2024-11-06T08:15:53.706" v="154" actId="113"/>
          <ac:spMkLst>
            <pc:docMk/>
            <pc:sldMk cId="0" sldId="269"/>
            <ac:spMk id="184" creationId="{00000000-0000-0000-0000-000000000000}"/>
          </ac:spMkLst>
        </pc:spChg>
        <pc:picChg chg="mod">
          <ac:chgData name="Ms Alina Arshad" userId="cccdfd85-d35d-4453-9c6f-a463aae40722" providerId="ADAL" clId="{9C5463F7-2E4D-44A3-B83D-E1A8A04E58D3}" dt="2024-11-08T04:04:07.453" v="504" actId="1038"/>
          <ac:picMkLst>
            <pc:docMk/>
            <pc:sldMk cId="0" sldId="269"/>
            <ac:picMk id="183" creationId="{00000000-0000-0000-0000-000000000000}"/>
          </ac:picMkLst>
        </pc:picChg>
      </pc:sldChg>
      <pc:sldChg chg="addSp delSp modSp add del mod">
        <pc:chgData name="Ms Alina Arshad" userId="cccdfd85-d35d-4453-9c6f-a463aae40722" providerId="ADAL" clId="{9C5463F7-2E4D-44A3-B83D-E1A8A04E58D3}" dt="2024-11-08T04:05:18.270" v="578" actId="478"/>
        <pc:sldMkLst>
          <pc:docMk/>
          <pc:sldMk cId="0" sldId="270"/>
        </pc:sldMkLst>
        <pc:spChg chg="add mod">
          <ac:chgData name="Ms Alina Arshad" userId="cccdfd85-d35d-4453-9c6f-a463aae40722" providerId="ADAL" clId="{9C5463F7-2E4D-44A3-B83D-E1A8A04E58D3}" dt="2024-11-08T04:04:49.607" v="512" actId="1038"/>
          <ac:spMkLst>
            <pc:docMk/>
            <pc:sldMk cId="0" sldId="270"/>
            <ac:spMk id="2" creationId="{ACF8643B-97C8-6678-4DC3-88E4EAA1D786}"/>
          </ac:spMkLst>
        </pc:spChg>
        <pc:spChg chg="add del">
          <ac:chgData name="Ms Alina Arshad" userId="cccdfd85-d35d-4453-9c6f-a463aae40722" providerId="ADAL" clId="{9C5463F7-2E4D-44A3-B83D-E1A8A04E58D3}" dt="2024-11-08T04:04:37.508" v="507" actId="478"/>
          <ac:spMkLst>
            <pc:docMk/>
            <pc:sldMk cId="0" sldId="270"/>
            <ac:spMk id="3" creationId="{4AFF343B-BF34-A67C-398B-BAA10C5B39B5}"/>
          </ac:spMkLst>
        </pc:spChg>
        <pc:spChg chg="add mod">
          <ac:chgData name="Ms Alina Arshad" userId="cccdfd85-d35d-4453-9c6f-a463aae40722" providerId="ADAL" clId="{9C5463F7-2E4D-44A3-B83D-E1A8A04E58D3}" dt="2024-11-08T04:05:14.721" v="577" actId="1035"/>
          <ac:spMkLst>
            <pc:docMk/>
            <pc:sldMk cId="0" sldId="270"/>
            <ac:spMk id="4" creationId="{A06B503B-0411-C1D8-7A75-CC7A1A91C16D}"/>
          </ac:spMkLst>
        </pc:spChg>
        <pc:spChg chg="mod">
          <ac:chgData name="Ms Alina Arshad" userId="cccdfd85-d35d-4453-9c6f-a463aae40722" providerId="ADAL" clId="{9C5463F7-2E4D-44A3-B83D-E1A8A04E58D3}" dt="2024-11-06T08:15:59.800" v="156" actId="207"/>
          <ac:spMkLst>
            <pc:docMk/>
            <pc:sldMk cId="0" sldId="270"/>
            <ac:spMk id="192" creationId="{00000000-0000-0000-0000-000000000000}"/>
          </ac:spMkLst>
        </pc:spChg>
        <pc:spChg chg="del">
          <ac:chgData name="Ms Alina Arshad" userId="cccdfd85-d35d-4453-9c6f-a463aae40722" providerId="ADAL" clId="{9C5463F7-2E4D-44A3-B83D-E1A8A04E58D3}" dt="2024-11-08T04:05:18.270" v="578" actId="478"/>
          <ac:spMkLst>
            <pc:docMk/>
            <pc:sldMk cId="0" sldId="270"/>
            <ac:spMk id="193" creationId="{00000000-0000-0000-0000-000000000000}"/>
          </ac:spMkLst>
        </pc:spChg>
        <pc:spChg chg="mod">
          <ac:chgData name="Ms Alina Arshad" userId="cccdfd85-d35d-4453-9c6f-a463aae40722" providerId="ADAL" clId="{9C5463F7-2E4D-44A3-B83D-E1A8A04E58D3}" dt="2024-11-06T08:16:10.626" v="160" actId="113"/>
          <ac:spMkLst>
            <pc:docMk/>
            <pc:sldMk cId="0" sldId="270"/>
            <ac:spMk id="194" creationId="{00000000-0000-0000-0000-000000000000}"/>
          </ac:spMkLst>
        </pc:spChg>
        <pc:picChg chg="mod">
          <ac:chgData name="Ms Alina Arshad" userId="cccdfd85-d35d-4453-9c6f-a463aae40722" providerId="ADAL" clId="{9C5463F7-2E4D-44A3-B83D-E1A8A04E58D3}" dt="2024-11-08T04:04:41.400" v="508" actId="1076"/>
          <ac:picMkLst>
            <pc:docMk/>
            <pc:sldMk cId="0" sldId="270"/>
            <ac:picMk id="195" creationId="{00000000-0000-0000-0000-000000000000}"/>
          </ac:picMkLst>
        </pc:picChg>
      </pc:sldChg>
      <pc:sldChg chg="modSp add mod">
        <pc:chgData name="Ms Alina Arshad" userId="cccdfd85-d35d-4453-9c6f-a463aae40722" providerId="ADAL" clId="{9C5463F7-2E4D-44A3-B83D-E1A8A04E58D3}" dt="2024-11-07T08:06:28.609" v="213" actId="113"/>
        <pc:sldMkLst>
          <pc:docMk/>
          <pc:sldMk cId="0" sldId="271"/>
        </pc:sldMkLst>
        <pc:spChg chg="mod">
          <ac:chgData name="Ms Alina Arshad" userId="cccdfd85-d35d-4453-9c6f-a463aae40722" providerId="ADAL" clId="{9C5463F7-2E4D-44A3-B83D-E1A8A04E58D3}" dt="2024-11-07T08:06:19.616" v="210" actId="1076"/>
          <ac:spMkLst>
            <pc:docMk/>
            <pc:sldMk cId="0" sldId="271"/>
            <ac:spMk id="200" creationId="{00000000-0000-0000-0000-000000000000}"/>
          </ac:spMkLst>
        </pc:spChg>
        <pc:spChg chg="mod">
          <ac:chgData name="Ms Alina Arshad" userId="cccdfd85-d35d-4453-9c6f-a463aae40722" providerId="ADAL" clId="{9C5463F7-2E4D-44A3-B83D-E1A8A04E58D3}" dt="2024-11-07T08:06:28.609" v="213" actId="113"/>
          <ac:spMkLst>
            <pc:docMk/>
            <pc:sldMk cId="0" sldId="271"/>
            <ac:spMk id="202" creationId="{00000000-0000-0000-0000-000000000000}"/>
          </ac:spMkLst>
        </pc:spChg>
        <pc:picChg chg="mod">
          <ac:chgData name="Ms Alina Arshad" userId="cccdfd85-d35d-4453-9c6f-a463aae40722" providerId="ADAL" clId="{9C5463F7-2E4D-44A3-B83D-E1A8A04E58D3}" dt="2024-11-07T08:06:23.751" v="211" actId="1076"/>
          <ac:picMkLst>
            <pc:docMk/>
            <pc:sldMk cId="0" sldId="271"/>
            <ac:picMk id="203" creationId="{00000000-0000-0000-0000-000000000000}"/>
          </ac:picMkLst>
        </pc:picChg>
      </pc:sldChg>
      <pc:sldChg chg="addSp modSp add mod">
        <pc:chgData name="Ms Alina Arshad" userId="cccdfd85-d35d-4453-9c6f-a463aae40722" providerId="ADAL" clId="{9C5463F7-2E4D-44A3-B83D-E1A8A04E58D3}" dt="2024-11-08T04:07:41.908" v="697" actId="1038"/>
        <pc:sldMkLst>
          <pc:docMk/>
          <pc:sldMk cId="0" sldId="272"/>
        </pc:sldMkLst>
        <pc:spChg chg="add mod">
          <ac:chgData name="Ms Alina Arshad" userId="cccdfd85-d35d-4453-9c6f-a463aae40722" providerId="ADAL" clId="{9C5463F7-2E4D-44A3-B83D-E1A8A04E58D3}" dt="2024-11-08T04:07:30.830" v="625" actId="1038"/>
          <ac:spMkLst>
            <pc:docMk/>
            <pc:sldMk cId="0" sldId="272"/>
            <ac:spMk id="2" creationId="{F834C7B1-D99D-2351-75EE-70B9B1370F51}"/>
          </ac:spMkLst>
        </pc:spChg>
        <pc:spChg chg="add mod">
          <ac:chgData name="Ms Alina Arshad" userId="cccdfd85-d35d-4453-9c6f-a463aae40722" providerId="ADAL" clId="{9C5463F7-2E4D-44A3-B83D-E1A8A04E58D3}" dt="2024-11-08T04:07:41.908" v="697" actId="1038"/>
          <ac:spMkLst>
            <pc:docMk/>
            <pc:sldMk cId="0" sldId="272"/>
            <ac:spMk id="3" creationId="{BEBFBFD8-14F7-6A6B-AF39-73FA7687BC5F}"/>
          </ac:spMkLst>
        </pc:spChg>
        <pc:spChg chg="mod">
          <ac:chgData name="Ms Alina Arshad" userId="cccdfd85-d35d-4453-9c6f-a463aae40722" providerId="ADAL" clId="{9C5463F7-2E4D-44A3-B83D-E1A8A04E58D3}" dt="2024-11-07T08:06:41.340" v="218" actId="207"/>
          <ac:spMkLst>
            <pc:docMk/>
            <pc:sldMk cId="0" sldId="272"/>
            <ac:spMk id="208" creationId="{00000000-0000-0000-0000-000000000000}"/>
          </ac:spMkLst>
        </pc:spChg>
        <pc:spChg chg="mod">
          <ac:chgData name="Ms Alina Arshad" userId="cccdfd85-d35d-4453-9c6f-a463aae40722" providerId="ADAL" clId="{9C5463F7-2E4D-44A3-B83D-E1A8A04E58D3}" dt="2024-11-07T08:06:48.041" v="222" actId="113"/>
          <ac:spMkLst>
            <pc:docMk/>
            <pc:sldMk cId="0" sldId="272"/>
            <ac:spMk id="210" creationId="{00000000-0000-0000-0000-000000000000}"/>
          </ac:spMkLst>
        </pc:spChg>
        <pc:picChg chg="mod">
          <ac:chgData name="Ms Alina Arshad" userId="cccdfd85-d35d-4453-9c6f-a463aae40722" providerId="ADAL" clId="{9C5463F7-2E4D-44A3-B83D-E1A8A04E58D3}" dt="2024-11-07T08:06:43.031" v="219" actId="1076"/>
          <ac:picMkLst>
            <pc:docMk/>
            <pc:sldMk cId="0" sldId="272"/>
            <ac:picMk id="211" creationId="{00000000-0000-0000-0000-000000000000}"/>
          </ac:picMkLst>
        </pc:picChg>
      </pc:sldChg>
      <pc:sldChg chg="modSp add del mod">
        <pc:chgData name="Ms Alina Arshad" userId="cccdfd85-d35d-4453-9c6f-a463aae40722" providerId="ADAL" clId="{9C5463F7-2E4D-44A3-B83D-E1A8A04E58D3}" dt="2024-11-07T08:07:14.295" v="231" actId="1076"/>
        <pc:sldMkLst>
          <pc:docMk/>
          <pc:sldMk cId="0" sldId="273"/>
        </pc:sldMkLst>
        <pc:spChg chg="mod">
          <ac:chgData name="Ms Alina Arshad" userId="cccdfd85-d35d-4453-9c6f-a463aae40722" providerId="ADAL" clId="{9C5463F7-2E4D-44A3-B83D-E1A8A04E58D3}" dt="2024-11-07T08:07:10.476" v="230" actId="5793"/>
          <ac:spMkLst>
            <pc:docMk/>
            <pc:sldMk cId="0" sldId="273"/>
            <ac:spMk id="2" creationId="{00000000-0000-0000-0000-000000000000}"/>
          </ac:spMkLst>
        </pc:spChg>
        <pc:spChg chg="mod">
          <ac:chgData name="Ms Alina Arshad" userId="cccdfd85-d35d-4453-9c6f-a463aae40722" providerId="ADAL" clId="{9C5463F7-2E4D-44A3-B83D-E1A8A04E58D3}" dt="2024-11-07T08:06:56.920" v="225" actId="207"/>
          <ac:spMkLst>
            <pc:docMk/>
            <pc:sldMk cId="0" sldId="273"/>
            <ac:spMk id="216" creationId="{00000000-0000-0000-0000-000000000000}"/>
          </ac:spMkLst>
        </pc:spChg>
        <pc:picChg chg="mod">
          <ac:chgData name="Ms Alina Arshad" userId="cccdfd85-d35d-4453-9c6f-a463aae40722" providerId="ADAL" clId="{9C5463F7-2E4D-44A3-B83D-E1A8A04E58D3}" dt="2024-11-07T08:07:14.295" v="231" actId="1076"/>
          <ac:picMkLst>
            <pc:docMk/>
            <pc:sldMk cId="0" sldId="273"/>
            <ac:picMk id="3" creationId="{00000000-0000-0000-0000-000000000000}"/>
          </ac:picMkLst>
        </pc:picChg>
      </pc:sldChg>
      <pc:sldChg chg="modSp add del mod">
        <pc:chgData name="Ms Alina Arshad" userId="cccdfd85-d35d-4453-9c6f-a463aae40722" providerId="ADAL" clId="{9C5463F7-2E4D-44A3-B83D-E1A8A04E58D3}" dt="2024-11-07T08:08:23.745" v="249" actId="113"/>
        <pc:sldMkLst>
          <pc:docMk/>
          <pc:sldMk cId="0" sldId="274"/>
        </pc:sldMkLst>
        <pc:spChg chg="mod">
          <ac:chgData name="Ms Alina Arshad" userId="cccdfd85-d35d-4453-9c6f-a463aae40722" providerId="ADAL" clId="{9C5463F7-2E4D-44A3-B83D-E1A8A04E58D3}" dt="2024-11-07T08:08:18.327" v="246" actId="14100"/>
          <ac:spMkLst>
            <pc:docMk/>
            <pc:sldMk cId="0" sldId="274"/>
            <ac:spMk id="224" creationId="{00000000-0000-0000-0000-000000000000}"/>
          </ac:spMkLst>
        </pc:spChg>
        <pc:spChg chg="mod">
          <ac:chgData name="Ms Alina Arshad" userId="cccdfd85-d35d-4453-9c6f-a463aae40722" providerId="ADAL" clId="{9C5463F7-2E4D-44A3-B83D-E1A8A04E58D3}" dt="2024-11-07T08:08:23.745" v="249" actId="113"/>
          <ac:spMkLst>
            <pc:docMk/>
            <pc:sldMk cId="0" sldId="274"/>
            <ac:spMk id="226" creationId="{00000000-0000-0000-0000-000000000000}"/>
          </ac:spMkLst>
        </pc:spChg>
        <pc:picChg chg="mod">
          <ac:chgData name="Ms Alina Arshad" userId="cccdfd85-d35d-4453-9c6f-a463aae40722" providerId="ADAL" clId="{9C5463F7-2E4D-44A3-B83D-E1A8A04E58D3}" dt="2024-11-07T08:08:20.303" v="247" actId="1076"/>
          <ac:picMkLst>
            <pc:docMk/>
            <pc:sldMk cId="0" sldId="274"/>
            <ac:picMk id="227" creationId="{00000000-0000-0000-0000-000000000000}"/>
          </ac:picMkLst>
        </pc:picChg>
      </pc:sldChg>
      <pc:sldChg chg="modSp add del mod">
        <pc:chgData name="Ms Alina Arshad" userId="cccdfd85-d35d-4453-9c6f-a463aae40722" providerId="ADAL" clId="{9C5463F7-2E4D-44A3-B83D-E1A8A04E58D3}" dt="2024-11-07T08:08:45.863" v="257" actId="1076"/>
        <pc:sldMkLst>
          <pc:docMk/>
          <pc:sldMk cId="0" sldId="275"/>
        </pc:sldMkLst>
        <pc:spChg chg="mod">
          <ac:chgData name="Ms Alina Arshad" userId="cccdfd85-d35d-4453-9c6f-a463aae40722" providerId="ADAL" clId="{9C5463F7-2E4D-44A3-B83D-E1A8A04E58D3}" dt="2024-11-07T08:08:38.913" v="253" actId="113"/>
          <ac:spMkLst>
            <pc:docMk/>
            <pc:sldMk cId="0" sldId="275"/>
            <ac:spMk id="232" creationId="{00000000-0000-0000-0000-000000000000}"/>
          </ac:spMkLst>
        </pc:spChg>
        <pc:spChg chg="mod">
          <ac:chgData name="Ms Alina Arshad" userId="cccdfd85-d35d-4453-9c6f-a463aae40722" providerId="ADAL" clId="{9C5463F7-2E4D-44A3-B83D-E1A8A04E58D3}" dt="2024-11-07T08:08:45.863" v="257" actId="1076"/>
          <ac:spMkLst>
            <pc:docMk/>
            <pc:sldMk cId="0" sldId="275"/>
            <ac:spMk id="233" creationId="{00000000-0000-0000-0000-000000000000}"/>
          </ac:spMkLst>
        </pc:spChg>
      </pc:sldChg>
      <pc:sldChg chg="delSp modSp add del mod">
        <pc:chgData name="Ms Alina Arshad" userId="cccdfd85-d35d-4453-9c6f-a463aae40722" providerId="ADAL" clId="{9C5463F7-2E4D-44A3-B83D-E1A8A04E58D3}" dt="2024-11-08T04:10:08.783" v="712" actId="478"/>
        <pc:sldMkLst>
          <pc:docMk/>
          <pc:sldMk cId="0" sldId="276"/>
        </pc:sldMkLst>
        <pc:spChg chg="mod">
          <ac:chgData name="Ms Alina Arshad" userId="cccdfd85-d35d-4453-9c6f-a463aae40722" providerId="ADAL" clId="{9C5463F7-2E4D-44A3-B83D-E1A8A04E58D3}" dt="2024-11-07T08:09:43.095" v="272" actId="1076"/>
          <ac:spMkLst>
            <pc:docMk/>
            <pc:sldMk cId="0" sldId="276"/>
            <ac:spMk id="3" creationId="{00000000-0000-0000-0000-000000000000}"/>
          </ac:spMkLst>
        </pc:spChg>
        <pc:spChg chg="mod">
          <ac:chgData name="Ms Alina Arshad" userId="cccdfd85-d35d-4453-9c6f-a463aae40722" providerId="ADAL" clId="{9C5463F7-2E4D-44A3-B83D-E1A8A04E58D3}" dt="2024-11-07T08:09:05.024" v="261" actId="207"/>
          <ac:spMkLst>
            <pc:docMk/>
            <pc:sldMk cId="0" sldId="276"/>
            <ac:spMk id="239" creationId="{00000000-0000-0000-0000-000000000000}"/>
          </ac:spMkLst>
        </pc:spChg>
        <pc:spChg chg="mod">
          <ac:chgData name="Ms Alina Arshad" userId="cccdfd85-d35d-4453-9c6f-a463aae40722" providerId="ADAL" clId="{9C5463F7-2E4D-44A3-B83D-E1A8A04E58D3}" dt="2024-11-07T08:09:37.623" v="271" actId="14100"/>
          <ac:spMkLst>
            <pc:docMk/>
            <pc:sldMk cId="0" sldId="276"/>
            <ac:spMk id="240" creationId="{00000000-0000-0000-0000-000000000000}"/>
          </ac:spMkLst>
        </pc:spChg>
        <pc:spChg chg="del">
          <ac:chgData name="Ms Alina Arshad" userId="cccdfd85-d35d-4453-9c6f-a463aae40722" providerId="ADAL" clId="{9C5463F7-2E4D-44A3-B83D-E1A8A04E58D3}" dt="2024-11-08T04:10:08.783" v="712" actId="478"/>
          <ac:spMkLst>
            <pc:docMk/>
            <pc:sldMk cId="0" sldId="276"/>
            <ac:spMk id="241" creationId="{00000000-0000-0000-0000-000000000000}"/>
          </ac:spMkLst>
        </pc:spChg>
        <pc:picChg chg="mod modCrop">
          <ac:chgData name="Ms Alina Arshad" userId="cccdfd85-d35d-4453-9c6f-a463aae40722" providerId="ADAL" clId="{9C5463F7-2E4D-44A3-B83D-E1A8A04E58D3}" dt="2024-11-07T08:10:02.327" v="275" actId="1076"/>
          <ac:picMkLst>
            <pc:docMk/>
            <pc:sldMk cId="0" sldId="276"/>
            <ac:picMk id="2" creationId="{00000000-0000-0000-0000-000000000000}"/>
          </ac:picMkLst>
        </pc:picChg>
      </pc:sldChg>
      <pc:sldChg chg="delSp modSp add mod">
        <pc:chgData name="Ms Alina Arshad" userId="cccdfd85-d35d-4453-9c6f-a463aae40722" providerId="ADAL" clId="{9C5463F7-2E4D-44A3-B83D-E1A8A04E58D3}" dt="2024-11-08T04:10:28.223" v="713" actId="478"/>
        <pc:sldMkLst>
          <pc:docMk/>
          <pc:sldMk cId="0" sldId="277"/>
        </pc:sldMkLst>
        <pc:spChg chg="mod">
          <ac:chgData name="Ms Alina Arshad" userId="cccdfd85-d35d-4453-9c6f-a463aae40722" providerId="ADAL" clId="{9C5463F7-2E4D-44A3-B83D-E1A8A04E58D3}" dt="2024-11-07T08:10:11.376" v="277" actId="207"/>
          <ac:spMkLst>
            <pc:docMk/>
            <pc:sldMk cId="0" sldId="277"/>
            <ac:spMk id="246" creationId="{00000000-0000-0000-0000-000000000000}"/>
          </ac:spMkLst>
        </pc:spChg>
        <pc:spChg chg="mod">
          <ac:chgData name="Ms Alina Arshad" userId="cccdfd85-d35d-4453-9c6f-a463aae40722" providerId="ADAL" clId="{9C5463F7-2E4D-44A3-B83D-E1A8A04E58D3}" dt="2024-11-07T08:10:44.086" v="287" actId="1076"/>
          <ac:spMkLst>
            <pc:docMk/>
            <pc:sldMk cId="0" sldId="277"/>
            <ac:spMk id="247" creationId="{00000000-0000-0000-0000-000000000000}"/>
          </ac:spMkLst>
        </pc:spChg>
        <pc:spChg chg="del">
          <ac:chgData name="Ms Alina Arshad" userId="cccdfd85-d35d-4453-9c6f-a463aae40722" providerId="ADAL" clId="{9C5463F7-2E4D-44A3-B83D-E1A8A04E58D3}" dt="2024-11-08T04:10:28.223" v="713" actId="478"/>
          <ac:spMkLst>
            <pc:docMk/>
            <pc:sldMk cId="0" sldId="277"/>
            <ac:spMk id="248" creationId="{00000000-0000-0000-0000-000000000000}"/>
          </ac:spMkLst>
        </pc:spChg>
      </pc:sldChg>
      <pc:sldChg chg="delSp modSp add mod">
        <pc:chgData name="Ms Alina Arshad" userId="cccdfd85-d35d-4453-9c6f-a463aae40722" providerId="ADAL" clId="{9C5463F7-2E4D-44A3-B83D-E1A8A04E58D3}" dt="2024-11-08T04:10:31.065" v="714" actId="478"/>
        <pc:sldMkLst>
          <pc:docMk/>
          <pc:sldMk cId="0" sldId="278"/>
        </pc:sldMkLst>
        <pc:spChg chg="mod">
          <ac:chgData name="Ms Alina Arshad" userId="cccdfd85-d35d-4453-9c6f-a463aae40722" providerId="ADAL" clId="{9C5463F7-2E4D-44A3-B83D-E1A8A04E58D3}" dt="2024-11-07T08:10:50.512" v="289" actId="207"/>
          <ac:spMkLst>
            <pc:docMk/>
            <pc:sldMk cId="0" sldId="278"/>
            <ac:spMk id="253" creationId="{00000000-0000-0000-0000-000000000000}"/>
          </ac:spMkLst>
        </pc:spChg>
        <pc:spChg chg="mod">
          <ac:chgData name="Ms Alina Arshad" userId="cccdfd85-d35d-4453-9c6f-a463aae40722" providerId="ADAL" clId="{9C5463F7-2E4D-44A3-B83D-E1A8A04E58D3}" dt="2024-11-07T08:11:09.760" v="297" actId="15"/>
          <ac:spMkLst>
            <pc:docMk/>
            <pc:sldMk cId="0" sldId="278"/>
            <ac:spMk id="254" creationId="{00000000-0000-0000-0000-000000000000}"/>
          </ac:spMkLst>
        </pc:spChg>
        <pc:spChg chg="del">
          <ac:chgData name="Ms Alina Arshad" userId="cccdfd85-d35d-4453-9c6f-a463aae40722" providerId="ADAL" clId="{9C5463F7-2E4D-44A3-B83D-E1A8A04E58D3}" dt="2024-11-08T04:10:31.065" v="714" actId="478"/>
          <ac:spMkLst>
            <pc:docMk/>
            <pc:sldMk cId="0" sldId="278"/>
            <ac:spMk id="255" creationId="{00000000-0000-0000-0000-000000000000}"/>
          </ac:spMkLst>
        </pc:spChg>
      </pc:sldChg>
      <pc:sldChg chg="delSp modSp add mod">
        <pc:chgData name="Ms Alina Arshad" userId="cccdfd85-d35d-4453-9c6f-a463aae40722" providerId="ADAL" clId="{9C5463F7-2E4D-44A3-B83D-E1A8A04E58D3}" dt="2024-11-08T04:10:34.595" v="715" actId="478"/>
        <pc:sldMkLst>
          <pc:docMk/>
          <pc:sldMk cId="0" sldId="279"/>
        </pc:sldMkLst>
        <pc:spChg chg="mod">
          <ac:chgData name="Ms Alina Arshad" userId="cccdfd85-d35d-4453-9c6f-a463aae40722" providerId="ADAL" clId="{9C5463F7-2E4D-44A3-B83D-E1A8A04E58D3}" dt="2024-11-07T08:11:21.431" v="299" actId="207"/>
          <ac:spMkLst>
            <pc:docMk/>
            <pc:sldMk cId="0" sldId="279"/>
            <ac:spMk id="260" creationId="{00000000-0000-0000-0000-000000000000}"/>
          </ac:spMkLst>
        </pc:spChg>
        <pc:spChg chg="mod">
          <ac:chgData name="Ms Alina Arshad" userId="cccdfd85-d35d-4453-9c6f-a463aae40722" providerId="ADAL" clId="{9C5463F7-2E4D-44A3-B83D-E1A8A04E58D3}" dt="2024-11-07T08:11:37.695" v="303" actId="14100"/>
          <ac:spMkLst>
            <pc:docMk/>
            <pc:sldMk cId="0" sldId="279"/>
            <ac:spMk id="261" creationId="{00000000-0000-0000-0000-000000000000}"/>
          </ac:spMkLst>
        </pc:spChg>
        <pc:spChg chg="del">
          <ac:chgData name="Ms Alina Arshad" userId="cccdfd85-d35d-4453-9c6f-a463aae40722" providerId="ADAL" clId="{9C5463F7-2E4D-44A3-B83D-E1A8A04E58D3}" dt="2024-11-08T04:10:34.595" v="715" actId="478"/>
          <ac:spMkLst>
            <pc:docMk/>
            <pc:sldMk cId="0" sldId="279"/>
            <ac:spMk id="262" creationId="{00000000-0000-0000-0000-000000000000}"/>
          </ac:spMkLst>
        </pc:spChg>
      </pc:sldChg>
      <pc:sldChg chg="delSp modSp add mod">
        <pc:chgData name="Ms Alina Arshad" userId="cccdfd85-d35d-4453-9c6f-a463aae40722" providerId="ADAL" clId="{9C5463F7-2E4D-44A3-B83D-E1A8A04E58D3}" dt="2024-11-08T04:10:36.965" v="716" actId="478"/>
        <pc:sldMkLst>
          <pc:docMk/>
          <pc:sldMk cId="0" sldId="280"/>
        </pc:sldMkLst>
        <pc:spChg chg="mod">
          <ac:chgData name="Ms Alina Arshad" userId="cccdfd85-d35d-4453-9c6f-a463aae40722" providerId="ADAL" clId="{9C5463F7-2E4D-44A3-B83D-E1A8A04E58D3}" dt="2024-11-07T08:11:50.325" v="308" actId="1076"/>
          <ac:spMkLst>
            <pc:docMk/>
            <pc:sldMk cId="0" sldId="280"/>
            <ac:spMk id="267" creationId="{00000000-0000-0000-0000-000000000000}"/>
          </ac:spMkLst>
        </pc:spChg>
        <pc:spChg chg="del">
          <ac:chgData name="Ms Alina Arshad" userId="cccdfd85-d35d-4453-9c6f-a463aae40722" providerId="ADAL" clId="{9C5463F7-2E4D-44A3-B83D-E1A8A04E58D3}" dt="2024-11-08T04:10:36.965" v="716" actId="478"/>
          <ac:spMkLst>
            <pc:docMk/>
            <pc:sldMk cId="0" sldId="280"/>
            <ac:spMk id="268" creationId="{00000000-0000-0000-0000-000000000000}"/>
          </ac:spMkLst>
        </pc:spChg>
        <pc:spChg chg="mod">
          <ac:chgData name="Ms Alina Arshad" userId="cccdfd85-d35d-4453-9c6f-a463aae40722" providerId="ADAL" clId="{9C5463F7-2E4D-44A3-B83D-E1A8A04E58D3}" dt="2024-11-07T08:12:09.894" v="316" actId="1076"/>
          <ac:spMkLst>
            <pc:docMk/>
            <pc:sldMk cId="0" sldId="280"/>
            <ac:spMk id="270" creationId="{00000000-0000-0000-0000-000000000000}"/>
          </ac:spMkLst>
        </pc:spChg>
        <pc:picChg chg="mod">
          <ac:chgData name="Ms Alina Arshad" userId="cccdfd85-d35d-4453-9c6f-a463aae40722" providerId="ADAL" clId="{9C5463F7-2E4D-44A3-B83D-E1A8A04E58D3}" dt="2024-11-07T08:12:05.638" v="315" actId="1076"/>
          <ac:picMkLst>
            <pc:docMk/>
            <pc:sldMk cId="0" sldId="280"/>
            <ac:picMk id="269" creationId="{00000000-0000-0000-0000-000000000000}"/>
          </ac:picMkLst>
        </pc:picChg>
      </pc:sldChg>
      <pc:sldChg chg="delSp modSp add mod">
        <pc:chgData name="Ms Alina Arshad" userId="cccdfd85-d35d-4453-9c6f-a463aae40722" providerId="ADAL" clId="{9C5463F7-2E4D-44A3-B83D-E1A8A04E58D3}" dt="2024-11-08T04:10:39.055" v="717" actId="478"/>
        <pc:sldMkLst>
          <pc:docMk/>
          <pc:sldMk cId="0" sldId="281"/>
        </pc:sldMkLst>
        <pc:spChg chg="mod">
          <ac:chgData name="Ms Alina Arshad" userId="cccdfd85-d35d-4453-9c6f-a463aae40722" providerId="ADAL" clId="{9C5463F7-2E4D-44A3-B83D-E1A8A04E58D3}" dt="2024-11-07T08:12:16.119" v="318" actId="207"/>
          <ac:spMkLst>
            <pc:docMk/>
            <pc:sldMk cId="0" sldId="281"/>
            <ac:spMk id="275" creationId="{00000000-0000-0000-0000-000000000000}"/>
          </ac:spMkLst>
        </pc:spChg>
        <pc:spChg chg="mod">
          <ac:chgData name="Ms Alina Arshad" userId="cccdfd85-d35d-4453-9c6f-a463aae40722" providerId="ADAL" clId="{9C5463F7-2E4D-44A3-B83D-E1A8A04E58D3}" dt="2024-11-07T08:12:29.105" v="322" actId="12"/>
          <ac:spMkLst>
            <pc:docMk/>
            <pc:sldMk cId="0" sldId="281"/>
            <ac:spMk id="276" creationId="{00000000-0000-0000-0000-000000000000}"/>
          </ac:spMkLst>
        </pc:spChg>
        <pc:spChg chg="del">
          <ac:chgData name="Ms Alina Arshad" userId="cccdfd85-d35d-4453-9c6f-a463aae40722" providerId="ADAL" clId="{9C5463F7-2E4D-44A3-B83D-E1A8A04E58D3}" dt="2024-11-08T04:10:39.055" v="717" actId="478"/>
          <ac:spMkLst>
            <pc:docMk/>
            <pc:sldMk cId="0" sldId="281"/>
            <ac:spMk id="277" creationId="{00000000-0000-0000-0000-000000000000}"/>
          </ac:spMkLst>
        </pc:spChg>
      </pc:sldChg>
      <pc:sldChg chg="delSp modSp add mod">
        <pc:chgData name="Ms Alina Arshad" userId="cccdfd85-d35d-4453-9c6f-a463aae40722" providerId="ADAL" clId="{9C5463F7-2E4D-44A3-B83D-E1A8A04E58D3}" dt="2024-11-08T04:10:44.915" v="718" actId="478"/>
        <pc:sldMkLst>
          <pc:docMk/>
          <pc:sldMk cId="0" sldId="282"/>
        </pc:sldMkLst>
        <pc:spChg chg="mod">
          <ac:chgData name="Ms Alina Arshad" userId="cccdfd85-d35d-4453-9c6f-a463aae40722" providerId="ADAL" clId="{9C5463F7-2E4D-44A3-B83D-E1A8A04E58D3}" dt="2024-11-07T08:12:39.111" v="324" actId="207"/>
          <ac:spMkLst>
            <pc:docMk/>
            <pc:sldMk cId="0" sldId="282"/>
            <ac:spMk id="282" creationId="{00000000-0000-0000-0000-000000000000}"/>
          </ac:spMkLst>
        </pc:spChg>
        <pc:spChg chg="mod">
          <ac:chgData name="Ms Alina Arshad" userId="cccdfd85-d35d-4453-9c6f-a463aae40722" providerId="ADAL" clId="{9C5463F7-2E4D-44A3-B83D-E1A8A04E58D3}" dt="2024-11-07T08:12:57.510" v="332" actId="14"/>
          <ac:spMkLst>
            <pc:docMk/>
            <pc:sldMk cId="0" sldId="282"/>
            <ac:spMk id="283" creationId="{00000000-0000-0000-0000-000000000000}"/>
          </ac:spMkLst>
        </pc:spChg>
        <pc:spChg chg="del">
          <ac:chgData name="Ms Alina Arshad" userId="cccdfd85-d35d-4453-9c6f-a463aae40722" providerId="ADAL" clId="{9C5463F7-2E4D-44A3-B83D-E1A8A04E58D3}" dt="2024-11-08T04:10:44.915" v="718" actId="478"/>
          <ac:spMkLst>
            <pc:docMk/>
            <pc:sldMk cId="0" sldId="282"/>
            <ac:spMk id="284" creationId="{00000000-0000-0000-0000-000000000000}"/>
          </ac:spMkLst>
        </pc:spChg>
      </pc:sldChg>
      <pc:sldChg chg="delSp modSp add mod">
        <pc:chgData name="Ms Alina Arshad" userId="cccdfd85-d35d-4453-9c6f-a463aae40722" providerId="ADAL" clId="{9C5463F7-2E4D-44A3-B83D-E1A8A04E58D3}" dt="2024-11-08T04:11:01.400" v="719" actId="478"/>
        <pc:sldMkLst>
          <pc:docMk/>
          <pc:sldMk cId="0" sldId="283"/>
        </pc:sldMkLst>
        <pc:spChg chg="mod">
          <ac:chgData name="Ms Alina Arshad" userId="cccdfd85-d35d-4453-9c6f-a463aae40722" providerId="ADAL" clId="{9C5463F7-2E4D-44A3-B83D-E1A8A04E58D3}" dt="2024-11-07T08:13:06.813" v="337" actId="1076"/>
          <ac:spMkLst>
            <pc:docMk/>
            <pc:sldMk cId="0" sldId="283"/>
            <ac:spMk id="289" creationId="{00000000-0000-0000-0000-000000000000}"/>
          </ac:spMkLst>
        </pc:spChg>
        <pc:spChg chg="mod">
          <ac:chgData name="Ms Alina Arshad" userId="cccdfd85-d35d-4453-9c6f-a463aae40722" providerId="ADAL" clId="{9C5463F7-2E4D-44A3-B83D-E1A8A04E58D3}" dt="2024-11-07T08:13:46.657" v="345" actId="207"/>
          <ac:spMkLst>
            <pc:docMk/>
            <pc:sldMk cId="0" sldId="283"/>
            <ac:spMk id="290" creationId="{00000000-0000-0000-0000-000000000000}"/>
          </ac:spMkLst>
        </pc:spChg>
        <pc:spChg chg="del">
          <ac:chgData name="Ms Alina Arshad" userId="cccdfd85-d35d-4453-9c6f-a463aae40722" providerId="ADAL" clId="{9C5463F7-2E4D-44A3-B83D-E1A8A04E58D3}" dt="2024-11-08T04:11:01.400" v="719" actId="478"/>
          <ac:spMkLst>
            <pc:docMk/>
            <pc:sldMk cId="0" sldId="283"/>
            <ac:spMk id="291" creationId="{00000000-0000-0000-0000-000000000000}"/>
          </ac:spMkLst>
        </pc:spChg>
      </pc:sldChg>
      <pc:sldChg chg="delSp modSp add mod">
        <pc:chgData name="Ms Alina Arshad" userId="cccdfd85-d35d-4453-9c6f-a463aae40722" providerId="ADAL" clId="{9C5463F7-2E4D-44A3-B83D-E1A8A04E58D3}" dt="2024-11-08T04:11:05.079" v="720" actId="478"/>
        <pc:sldMkLst>
          <pc:docMk/>
          <pc:sldMk cId="0" sldId="284"/>
        </pc:sldMkLst>
        <pc:spChg chg="mod">
          <ac:chgData name="Ms Alina Arshad" userId="cccdfd85-d35d-4453-9c6f-a463aae40722" providerId="ADAL" clId="{9C5463F7-2E4D-44A3-B83D-E1A8A04E58D3}" dt="2024-11-07T08:13:57.134" v="350" actId="14100"/>
          <ac:spMkLst>
            <pc:docMk/>
            <pc:sldMk cId="0" sldId="284"/>
            <ac:spMk id="296" creationId="{00000000-0000-0000-0000-000000000000}"/>
          </ac:spMkLst>
        </pc:spChg>
        <pc:spChg chg="mod">
          <ac:chgData name="Ms Alina Arshad" userId="cccdfd85-d35d-4453-9c6f-a463aae40722" providerId="ADAL" clId="{9C5463F7-2E4D-44A3-B83D-E1A8A04E58D3}" dt="2024-11-07T08:14:05.758" v="354" actId="14100"/>
          <ac:spMkLst>
            <pc:docMk/>
            <pc:sldMk cId="0" sldId="284"/>
            <ac:spMk id="297" creationId="{00000000-0000-0000-0000-000000000000}"/>
          </ac:spMkLst>
        </pc:spChg>
        <pc:spChg chg="del">
          <ac:chgData name="Ms Alina Arshad" userId="cccdfd85-d35d-4453-9c6f-a463aae40722" providerId="ADAL" clId="{9C5463F7-2E4D-44A3-B83D-E1A8A04E58D3}" dt="2024-11-08T04:11:05.079" v="720" actId="478"/>
          <ac:spMkLst>
            <pc:docMk/>
            <pc:sldMk cId="0" sldId="284"/>
            <ac:spMk id="298" creationId="{00000000-0000-0000-0000-000000000000}"/>
          </ac:spMkLst>
        </pc:spChg>
      </pc:sldChg>
      <pc:sldChg chg="modSp add mod">
        <pc:chgData name="Ms Alina Arshad" userId="cccdfd85-d35d-4453-9c6f-a463aae40722" providerId="ADAL" clId="{9C5463F7-2E4D-44A3-B83D-E1A8A04E58D3}" dt="2024-11-08T03:49:52.298" v="360" actId="1076"/>
        <pc:sldMkLst>
          <pc:docMk/>
          <pc:sldMk cId="0" sldId="285"/>
        </pc:sldMkLst>
        <pc:spChg chg="mod">
          <ac:chgData name="Ms Alina Arshad" userId="cccdfd85-d35d-4453-9c6f-a463aae40722" providerId="ADAL" clId="{9C5463F7-2E4D-44A3-B83D-E1A8A04E58D3}" dt="2024-11-08T03:49:40.202" v="356" actId="14100"/>
          <ac:spMkLst>
            <pc:docMk/>
            <pc:sldMk cId="0" sldId="285"/>
            <ac:spMk id="303" creationId="{00000000-0000-0000-0000-000000000000}"/>
          </ac:spMkLst>
        </pc:spChg>
        <pc:picChg chg="mod">
          <ac:chgData name="Ms Alina Arshad" userId="cccdfd85-d35d-4453-9c6f-a463aae40722" providerId="ADAL" clId="{9C5463F7-2E4D-44A3-B83D-E1A8A04E58D3}" dt="2024-11-08T03:49:52.298" v="360" actId="1076"/>
          <ac:picMkLst>
            <pc:docMk/>
            <pc:sldMk cId="0" sldId="285"/>
            <ac:picMk id="306" creationId="{00000000-0000-0000-0000-000000000000}"/>
          </ac:picMkLst>
        </pc:picChg>
      </pc:sldChg>
      <pc:sldChg chg="delSp modSp add mod">
        <pc:chgData name="Ms Alina Arshad" userId="cccdfd85-d35d-4453-9c6f-a463aae40722" providerId="ADAL" clId="{9C5463F7-2E4D-44A3-B83D-E1A8A04E58D3}" dt="2024-11-08T04:11:10.783" v="721" actId="478"/>
        <pc:sldMkLst>
          <pc:docMk/>
          <pc:sldMk cId="0" sldId="286"/>
        </pc:sldMkLst>
        <pc:spChg chg="mod">
          <ac:chgData name="Ms Alina Arshad" userId="cccdfd85-d35d-4453-9c6f-a463aae40722" providerId="ADAL" clId="{9C5463F7-2E4D-44A3-B83D-E1A8A04E58D3}" dt="2024-11-08T03:50:01.954" v="363" actId="207"/>
          <ac:spMkLst>
            <pc:docMk/>
            <pc:sldMk cId="0" sldId="286"/>
            <ac:spMk id="311" creationId="{00000000-0000-0000-0000-000000000000}"/>
          </ac:spMkLst>
        </pc:spChg>
        <pc:spChg chg="mod">
          <ac:chgData name="Ms Alina Arshad" userId="cccdfd85-d35d-4453-9c6f-a463aae40722" providerId="ADAL" clId="{9C5463F7-2E4D-44A3-B83D-E1A8A04E58D3}" dt="2024-11-08T03:50:29.805" v="375" actId="207"/>
          <ac:spMkLst>
            <pc:docMk/>
            <pc:sldMk cId="0" sldId="286"/>
            <ac:spMk id="312" creationId="{00000000-0000-0000-0000-000000000000}"/>
          </ac:spMkLst>
        </pc:spChg>
        <pc:spChg chg="del">
          <ac:chgData name="Ms Alina Arshad" userId="cccdfd85-d35d-4453-9c6f-a463aae40722" providerId="ADAL" clId="{9C5463F7-2E4D-44A3-B83D-E1A8A04E58D3}" dt="2024-11-08T04:11:10.783" v="721" actId="478"/>
          <ac:spMkLst>
            <pc:docMk/>
            <pc:sldMk cId="0" sldId="286"/>
            <ac:spMk id="313" creationId="{00000000-0000-0000-0000-000000000000}"/>
          </ac:spMkLst>
        </pc:spChg>
      </pc:sldChg>
      <pc:sldChg chg="delSp modSp add mod">
        <pc:chgData name="Ms Alina Arshad" userId="cccdfd85-d35d-4453-9c6f-a463aae40722" providerId="ADAL" clId="{9C5463F7-2E4D-44A3-B83D-E1A8A04E58D3}" dt="2024-11-08T04:11:25.764" v="723" actId="478"/>
        <pc:sldMkLst>
          <pc:docMk/>
          <pc:sldMk cId="0" sldId="287"/>
        </pc:sldMkLst>
        <pc:spChg chg="mod">
          <ac:chgData name="Ms Alina Arshad" userId="cccdfd85-d35d-4453-9c6f-a463aae40722" providerId="ADAL" clId="{9C5463F7-2E4D-44A3-B83D-E1A8A04E58D3}" dt="2024-11-08T03:50:41.623" v="378" actId="207"/>
          <ac:spMkLst>
            <pc:docMk/>
            <pc:sldMk cId="0" sldId="287"/>
            <ac:spMk id="318" creationId="{00000000-0000-0000-0000-000000000000}"/>
          </ac:spMkLst>
        </pc:spChg>
        <pc:spChg chg="mod">
          <ac:chgData name="Ms Alina Arshad" userId="cccdfd85-d35d-4453-9c6f-a463aae40722" providerId="ADAL" clId="{9C5463F7-2E4D-44A3-B83D-E1A8A04E58D3}" dt="2024-11-08T03:52:22.702" v="402" actId="113"/>
          <ac:spMkLst>
            <pc:docMk/>
            <pc:sldMk cId="0" sldId="287"/>
            <ac:spMk id="319" creationId="{00000000-0000-0000-0000-000000000000}"/>
          </ac:spMkLst>
        </pc:spChg>
        <pc:spChg chg="del mod">
          <ac:chgData name="Ms Alina Arshad" userId="cccdfd85-d35d-4453-9c6f-a463aae40722" providerId="ADAL" clId="{9C5463F7-2E4D-44A3-B83D-E1A8A04E58D3}" dt="2024-11-08T04:11:25.764" v="723" actId="478"/>
          <ac:spMkLst>
            <pc:docMk/>
            <pc:sldMk cId="0" sldId="287"/>
            <ac:spMk id="320" creationId="{00000000-0000-0000-0000-000000000000}"/>
          </ac:spMkLst>
        </pc:spChg>
      </pc:sldChg>
      <pc:sldChg chg="delSp modSp add mod">
        <pc:chgData name="Ms Alina Arshad" userId="cccdfd85-d35d-4453-9c6f-a463aae40722" providerId="ADAL" clId="{9C5463F7-2E4D-44A3-B83D-E1A8A04E58D3}" dt="2024-11-08T04:11:32.343" v="724" actId="478"/>
        <pc:sldMkLst>
          <pc:docMk/>
          <pc:sldMk cId="0" sldId="288"/>
        </pc:sldMkLst>
        <pc:spChg chg="mod">
          <ac:chgData name="Ms Alina Arshad" userId="cccdfd85-d35d-4453-9c6f-a463aae40722" providerId="ADAL" clId="{9C5463F7-2E4D-44A3-B83D-E1A8A04E58D3}" dt="2024-11-08T03:51:31.048" v="386" actId="1076"/>
          <ac:spMkLst>
            <pc:docMk/>
            <pc:sldMk cId="0" sldId="288"/>
            <ac:spMk id="325" creationId="{00000000-0000-0000-0000-000000000000}"/>
          </ac:spMkLst>
        </pc:spChg>
        <pc:spChg chg="mod">
          <ac:chgData name="Ms Alina Arshad" userId="cccdfd85-d35d-4453-9c6f-a463aae40722" providerId="ADAL" clId="{9C5463F7-2E4D-44A3-B83D-E1A8A04E58D3}" dt="2024-11-08T03:52:13.280" v="400" actId="113"/>
          <ac:spMkLst>
            <pc:docMk/>
            <pc:sldMk cId="0" sldId="288"/>
            <ac:spMk id="326" creationId="{00000000-0000-0000-0000-000000000000}"/>
          </ac:spMkLst>
        </pc:spChg>
        <pc:spChg chg="del">
          <ac:chgData name="Ms Alina Arshad" userId="cccdfd85-d35d-4453-9c6f-a463aae40722" providerId="ADAL" clId="{9C5463F7-2E4D-44A3-B83D-E1A8A04E58D3}" dt="2024-11-08T04:11:32.343" v="724" actId="478"/>
          <ac:spMkLst>
            <pc:docMk/>
            <pc:sldMk cId="0" sldId="288"/>
            <ac:spMk id="327" creationId="{00000000-0000-0000-0000-000000000000}"/>
          </ac:spMkLst>
        </pc:spChg>
      </pc:sldChg>
      <pc:sldChg chg="modSp add mod">
        <pc:chgData name="Ms Alina Arshad" userId="cccdfd85-d35d-4453-9c6f-a463aae40722" providerId="ADAL" clId="{9C5463F7-2E4D-44A3-B83D-E1A8A04E58D3}" dt="2024-11-08T03:52:06.669" v="398" actId="113"/>
        <pc:sldMkLst>
          <pc:docMk/>
          <pc:sldMk cId="0" sldId="289"/>
        </pc:sldMkLst>
        <pc:spChg chg="mod">
          <ac:chgData name="Ms Alina Arshad" userId="cccdfd85-d35d-4453-9c6f-a463aae40722" providerId="ADAL" clId="{9C5463F7-2E4D-44A3-B83D-E1A8A04E58D3}" dt="2024-11-08T03:51:46.674" v="392" actId="113"/>
          <ac:spMkLst>
            <pc:docMk/>
            <pc:sldMk cId="0" sldId="289"/>
            <ac:spMk id="332" creationId="{00000000-0000-0000-0000-000000000000}"/>
          </ac:spMkLst>
        </pc:spChg>
        <pc:spChg chg="mod">
          <ac:chgData name="Ms Alina Arshad" userId="cccdfd85-d35d-4453-9c6f-a463aae40722" providerId="ADAL" clId="{9C5463F7-2E4D-44A3-B83D-E1A8A04E58D3}" dt="2024-11-08T03:52:06.669" v="398" actId="113"/>
          <ac:spMkLst>
            <pc:docMk/>
            <pc:sldMk cId="0" sldId="289"/>
            <ac:spMk id="333" creationId="{00000000-0000-0000-0000-000000000000}"/>
          </ac:spMkLst>
        </pc:spChg>
      </pc:sldChg>
      <pc:sldChg chg="delSp modSp add mod">
        <pc:chgData name="Ms Alina Arshad" userId="cccdfd85-d35d-4453-9c6f-a463aae40722" providerId="ADAL" clId="{9C5463F7-2E4D-44A3-B83D-E1A8A04E58D3}" dt="2024-11-08T04:11:43.127" v="725" actId="478"/>
        <pc:sldMkLst>
          <pc:docMk/>
          <pc:sldMk cId="0" sldId="290"/>
        </pc:sldMkLst>
        <pc:spChg chg="mod">
          <ac:chgData name="Ms Alina Arshad" userId="cccdfd85-d35d-4453-9c6f-a463aae40722" providerId="ADAL" clId="{9C5463F7-2E4D-44A3-B83D-E1A8A04E58D3}" dt="2024-11-08T03:52:30.264" v="404" actId="207"/>
          <ac:spMkLst>
            <pc:docMk/>
            <pc:sldMk cId="0" sldId="290"/>
            <ac:spMk id="339" creationId="{00000000-0000-0000-0000-000000000000}"/>
          </ac:spMkLst>
        </pc:spChg>
        <pc:spChg chg="mod">
          <ac:chgData name="Ms Alina Arshad" userId="cccdfd85-d35d-4453-9c6f-a463aae40722" providerId="ADAL" clId="{9C5463F7-2E4D-44A3-B83D-E1A8A04E58D3}" dt="2024-11-08T03:52:54.414" v="410" actId="20577"/>
          <ac:spMkLst>
            <pc:docMk/>
            <pc:sldMk cId="0" sldId="290"/>
            <ac:spMk id="340" creationId="{00000000-0000-0000-0000-000000000000}"/>
          </ac:spMkLst>
        </pc:spChg>
        <pc:spChg chg="del">
          <ac:chgData name="Ms Alina Arshad" userId="cccdfd85-d35d-4453-9c6f-a463aae40722" providerId="ADAL" clId="{9C5463F7-2E4D-44A3-B83D-E1A8A04E58D3}" dt="2024-11-08T04:11:43.127" v="725" actId="478"/>
          <ac:spMkLst>
            <pc:docMk/>
            <pc:sldMk cId="0" sldId="290"/>
            <ac:spMk id="341" creationId="{00000000-0000-0000-0000-000000000000}"/>
          </ac:spMkLst>
        </pc:spChg>
      </pc:sldChg>
      <pc:sldChg chg="delSp modSp add mod">
        <pc:chgData name="Ms Alina Arshad" userId="cccdfd85-d35d-4453-9c6f-a463aae40722" providerId="ADAL" clId="{9C5463F7-2E4D-44A3-B83D-E1A8A04E58D3}" dt="2024-11-08T04:11:45.167" v="726" actId="478"/>
        <pc:sldMkLst>
          <pc:docMk/>
          <pc:sldMk cId="0" sldId="291"/>
        </pc:sldMkLst>
        <pc:spChg chg="mod">
          <ac:chgData name="Ms Alina Arshad" userId="cccdfd85-d35d-4453-9c6f-a463aae40722" providerId="ADAL" clId="{9C5463F7-2E4D-44A3-B83D-E1A8A04E58D3}" dt="2024-11-08T03:53:09.789" v="413" actId="207"/>
          <ac:spMkLst>
            <pc:docMk/>
            <pc:sldMk cId="0" sldId="291"/>
            <ac:spMk id="346" creationId="{00000000-0000-0000-0000-000000000000}"/>
          </ac:spMkLst>
        </pc:spChg>
        <pc:spChg chg="mod">
          <ac:chgData name="Ms Alina Arshad" userId="cccdfd85-d35d-4453-9c6f-a463aae40722" providerId="ADAL" clId="{9C5463F7-2E4D-44A3-B83D-E1A8A04E58D3}" dt="2024-11-08T03:53:15.615" v="416" actId="14100"/>
          <ac:spMkLst>
            <pc:docMk/>
            <pc:sldMk cId="0" sldId="291"/>
            <ac:spMk id="347" creationId="{00000000-0000-0000-0000-000000000000}"/>
          </ac:spMkLst>
        </pc:spChg>
        <pc:spChg chg="del">
          <ac:chgData name="Ms Alina Arshad" userId="cccdfd85-d35d-4453-9c6f-a463aae40722" providerId="ADAL" clId="{9C5463F7-2E4D-44A3-B83D-E1A8A04E58D3}" dt="2024-11-08T04:11:45.167" v="726" actId="478"/>
          <ac:spMkLst>
            <pc:docMk/>
            <pc:sldMk cId="0" sldId="291"/>
            <ac:spMk id="348" creationId="{00000000-0000-0000-0000-000000000000}"/>
          </ac:spMkLst>
        </pc:spChg>
      </pc:sldChg>
      <pc:sldChg chg="delSp modSp add mod">
        <pc:chgData name="Ms Alina Arshad" userId="cccdfd85-d35d-4453-9c6f-a463aae40722" providerId="ADAL" clId="{9C5463F7-2E4D-44A3-B83D-E1A8A04E58D3}" dt="2024-11-08T04:11:53.323" v="727" actId="478"/>
        <pc:sldMkLst>
          <pc:docMk/>
          <pc:sldMk cId="0" sldId="292"/>
        </pc:sldMkLst>
        <pc:spChg chg="mod">
          <ac:chgData name="Ms Alina Arshad" userId="cccdfd85-d35d-4453-9c6f-a463aae40722" providerId="ADAL" clId="{9C5463F7-2E4D-44A3-B83D-E1A8A04E58D3}" dt="2024-11-08T03:53:27.495" v="419" actId="207"/>
          <ac:spMkLst>
            <pc:docMk/>
            <pc:sldMk cId="0" sldId="292"/>
            <ac:spMk id="353" creationId="{00000000-0000-0000-0000-000000000000}"/>
          </ac:spMkLst>
        </pc:spChg>
        <pc:spChg chg="mod">
          <ac:chgData name="Ms Alina Arshad" userId="cccdfd85-d35d-4453-9c6f-a463aae40722" providerId="ADAL" clId="{9C5463F7-2E4D-44A3-B83D-E1A8A04E58D3}" dt="2024-11-08T03:53:35.147" v="423" actId="207"/>
          <ac:spMkLst>
            <pc:docMk/>
            <pc:sldMk cId="0" sldId="292"/>
            <ac:spMk id="354" creationId="{00000000-0000-0000-0000-000000000000}"/>
          </ac:spMkLst>
        </pc:spChg>
        <pc:spChg chg="del">
          <ac:chgData name="Ms Alina Arshad" userId="cccdfd85-d35d-4453-9c6f-a463aae40722" providerId="ADAL" clId="{9C5463F7-2E4D-44A3-B83D-E1A8A04E58D3}" dt="2024-11-08T04:11:53.323" v="727" actId="478"/>
          <ac:spMkLst>
            <pc:docMk/>
            <pc:sldMk cId="0" sldId="292"/>
            <ac:spMk id="355" creationId="{00000000-0000-0000-0000-000000000000}"/>
          </ac:spMkLst>
        </pc:spChg>
      </pc:sldChg>
      <pc:sldChg chg="delSp modSp add mod">
        <pc:chgData name="Ms Alina Arshad" userId="cccdfd85-d35d-4453-9c6f-a463aae40722" providerId="ADAL" clId="{9C5463F7-2E4D-44A3-B83D-E1A8A04E58D3}" dt="2024-11-08T04:11:55.907" v="728" actId="478"/>
        <pc:sldMkLst>
          <pc:docMk/>
          <pc:sldMk cId="0" sldId="293"/>
        </pc:sldMkLst>
        <pc:spChg chg="mod">
          <ac:chgData name="Ms Alina Arshad" userId="cccdfd85-d35d-4453-9c6f-a463aae40722" providerId="ADAL" clId="{9C5463F7-2E4D-44A3-B83D-E1A8A04E58D3}" dt="2024-11-08T03:53:49.523" v="427" actId="113"/>
          <ac:spMkLst>
            <pc:docMk/>
            <pc:sldMk cId="0" sldId="293"/>
            <ac:spMk id="360" creationId="{00000000-0000-0000-0000-000000000000}"/>
          </ac:spMkLst>
        </pc:spChg>
        <pc:spChg chg="mod">
          <ac:chgData name="Ms Alina Arshad" userId="cccdfd85-d35d-4453-9c6f-a463aae40722" providerId="ADAL" clId="{9C5463F7-2E4D-44A3-B83D-E1A8A04E58D3}" dt="2024-11-08T03:53:57.546" v="430" actId="207"/>
          <ac:spMkLst>
            <pc:docMk/>
            <pc:sldMk cId="0" sldId="293"/>
            <ac:spMk id="361" creationId="{00000000-0000-0000-0000-000000000000}"/>
          </ac:spMkLst>
        </pc:spChg>
        <pc:spChg chg="del">
          <ac:chgData name="Ms Alina Arshad" userId="cccdfd85-d35d-4453-9c6f-a463aae40722" providerId="ADAL" clId="{9C5463F7-2E4D-44A3-B83D-E1A8A04E58D3}" dt="2024-11-08T04:11:55.907" v="728" actId="478"/>
          <ac:spMkLst>
            <pc:docMk/>
            <pc:sldMk cId="0" sldId="293"/>
            <ac:spMk id="362" creationId="{00000000-0000-0000-0000-000000000000}"/>
          </ac:spMkLst>
        </pc:spChg>
      </pc:sldChg>
      <pc:sldChg chg="delSp modSp add mod">
        <pc:chgData name="Ms Alina Arshad" userId="cccdfd85-d35d-4453-9c6f-a463aae40722" providerId="ADAL" clId="{9C5463F7-2E4D-44A3-B83D-E1A8A04E58D3}" dt="2024-11-08T04:11:58.803" v="729" actId="478"/>
        <pc:sldMkLst>
          <pc:docMk/>
          <pc:sldMk cId="0" sldId="294"/>
        </pc:sldMkLst>
        <pc:spChg chg="mod">
          <ac:chgData name="Ms Alina Arshad" userId="cccdfd85-d35d-4453-9c6f-a463aae40722" providerId="ADAL" clId="{9C5463F7-2E4D-44A3-B83D-E1A8A04E58D3}" dt="2024-11-08T03:56:53.496" v="434" actId="207"/>
          <ac:spMkLst>
            <pc:docMk/>
            <pc:sldMk cId="0" sldId="294"/>
            <ac:spMk id="367" creationId="{00000000-0000-0000-0000-000000000000}"/>
          </ac:spMkLst>
        </pc:spChg>
        <pc:spChg chg="mod">
          <ac:chgData name="Ms Alina Arshad" userId="cccdfd85-d35d-4453-9c6f-a463aae40722" providerId="ADAL" clId="{9C5463F7-2E4D-44A3-B83D-E1A8A04E58D3}" dt="2024-11-08T03:57:03.385" v="439" actId="207"/>
          <ac:spMkLst>
            <pc:docMk/>
            <pc:sldMk cId="0" sldId="294"/>
            <ac:spMk id="368" creationId="{00000000-0000-0000-0000-000000000000}"/>
          </ac:spMkLst>
        </pc:spChg>
        <pc:spChg chg="del">
          <ac:chgData name="Ms Alina Arshad" userId="cccdfd85-d35d-4453-9c6f-a463aae40722" providerId="ADAL" clId="{9C5463F7-2E4D-44A3-B83D-E1A8A04E58D3}" dt="2024-11-08T04:11:58.803" v="729" actId="478"/>
          <ac:spMkLst>
            <pc:docMk/>
            <pc:sldMk cId="0" sldId="294"/>
            <ac:spMk id="369" creationId="{00000000-0000-0000-0000-000000000000}"/>
          </ac:spMkLst>
        </pc:spChg>
      </pc:sldChg>
      <pc:sldChg chg="modSp add mod">
        <pc:chgData name="Ms Alina Arshad" userId="cccdfd85-d35d-4453-9c6f-a463aae40722" providerId="ADAL" clId="{9C5463F7-2E4D-44A3-B83D-E1A8A04E58D3}" dt="2024-11-08T03:57:59.904" v="462" actId="1076"/>
        <pc:sldMkLst>
          <pc:docMk/>
          <pc:sldMk cId="0" sldId="295"/>
        </pc:sldMkLst>
        <pc:spChg chg="mod">
          <ac:chgData name="Ms Alina Arshad" userId="cccdfd85-d35d-4453-9c6f-a463aae40722" providerId="ADAL" clId="{9C5463F7-2E4D-44A3-B83D-E1A8A04E58D3}" dt="2024-11-08T03:57:59.904" v="462" actId="1076"/>
          <ac:spMkLst>
            <pc:docMk/>
            <pc:sldMk cId="0" sldId="295"/>
            <ac:spMk id="376" creationId="{00000000-0000-0000-0000-000000000000}"/>
          </ac:spMkLst>
        </pc:spChg>
        <pc:picChg chg="mod">
          <ac:chgData name="Ms Alina Arshad" userId="cccdfd85-d35d-4453-9c6f-a463aae40722" providerId="ADAL" clId="{9C5463F7-2E4D-44A3-B83D-E1A8A04E58D3}" dt="2024-11-08T03:57:37.552" v="453" actId="14100"/>
          <ac:picMkLst>
            <pc:docMk/>
            <pc:sldMk cId="0" sldId="295"/>
            <ac:picMk id="375" creationId="{00000000-0000-0000-0000-000000000000}"/>
          </ac:picMkLst>
        </pc:picChg>
        <pc:picChg chg="mod">
          <ac:chgData name="Ms Alina Arshad" userId="cccdfd85-d35d-4453-9c6f-a463aae40722" providerId="ADAL" clId="{9C5463F7-2E4D-44A3-B83D-E1A8A04E58D3}" dt="2024-11-08T03:57:24.655" v="446" actId="1076"/>
          <ac:picMkLst>
            <pc:docMk/>
            <pc:sldMk cId="0" sldId="295"/>
            <ac:picMk id="377" creationId="{00000000-0000-0000-0000-000000000000}"/>
          </ac:picMkLst>
        </pc:picChg>
        <pc:picChg chg="mod">
          <ac:chgData name="Ms Alina Arshad" userId="cccdfd85-d35d-4453-9c6f-a463aae40722" providerId="ADAL" clId="{9C5463F7-2E4D-44A3-B83D-E1A8A04E58D3}" dt="2024-11-08T03:57:40.015" v="454" actId="1076"/>
          <ac:picMkLst>
            <pc:docMk/>
            <pc:sldMk cId="0" sldId="295"/>
            <ac:picMk id="378" creationId="{00000000-0000-0000-0000-000000000000}"/>
          </ac:picMkLst>
        </pc:picChg>
        <pc:picChg chg="mod">
          <ac:chgData name="Ms Alina Arshad" userId="cccdfd85-d35d-4453-9c6f-a463aae40722" providerId="ADAL" clId="{9C5463F7-2E4D-44A3-B83D-E1A8A04E58D3}" dt="2024-11-08T03:57:44.712" v="456" actId="1076"/>
          <ac:picMkLst>
            <pc:docMk/>
            <pc:sldMk cId="0" sldId="295"/>
            <ac:picMk id="379" creationId="{00000000-0000-0000-0000-000000000000}"/>
          </ac:picMkLst>
        </pc:picChg>
        <pc:picChg chg="mod">
          <ac:chgData name="Ms Alina Arshad" userId="cccdfd85-d35d-4453-9c6f-a463aae40722" providerId="ADAL" clId="{9C5463F7-2E4D-44A3-B83D-E1A8A04E58D3}" dt="2024-11-08T03:57:50.633" v="459" actId="1076"/>
          <ac:picMkLst>
            <pc:docMk/>
            <pc:sldMk cId="0" sldId="295"/>
            <ac:picMk id="380" creationId="{00000000-0000-0000-0000-000000000000}"/>
          </ac:picMkLst>
        </pc:picChg>
      </pc:sldChg>
      <pc:sldChg chg="delSp modSp add del mod">
        <pc:chgData name="Ms Alina Arshad" userId="cccdfd85-d35d-4453-9c6f-a463aae40722" providerId="ADAL" clId="{9C5463F7-2E4D-44A3-B83D-E1A8A04E58D3}" dt="2024-11-08T04:14:52.835" v="755" actId="478"/>
        <pc:sldMkLst>
          <pc:docMk/>
          <pc:sldMk cId="0" sldId="296"/>
        </pc:sldMkLst>
        <pc:spChg chg="mod">
          <ac:chgData name="Ms Alina Arshad" userId="cccdfd85-d35d-4453-9c6f-a463aae40722" providerId="ADAL" clId="{9C5463F7-2E4D-44A3-B83D-E1A8A04E58D3}" dt="2024-11-08T03:58:10.801" v="466" actId="113"/>
          <ac:spMkLst>
            <pc:docMk/>
            <pc:sldMk cId="0" sldId="296"/>
            <ac:spMk id="385" creationId="{00000000-0000-0000-0000-000000000000}"/>
          </ac:spMkLst>
        </pc:spChg>
        <pc:spChg chg="mod">
          <ac:chgData name="Ms Alina Arshad" userId="cccdfd85-d35d-4453-9c6f-a463aae40722" providerId="ADAL" clId="{9C5463F7-2E4D-44A3-B83D-E1A8A04E58D3}" dt="2024-11-08T03:58:52.744" v="469" actId="14100"/>
          <ac:spMkLst>
            <pc:docMk/>
            <pc:sldMk cId="0" sldId="296"/>
            <ac:spMk id="386" creationId="{00000000-0000-0000-0000-000000000000}"/>
          </ac:spMkLst>
        </pc:spChg>
        <pc:spChg chg="del">
          <ac:chgData name="Ms Alina Arshad" userId="cccdfd85-d35d-4453-9c6f-a463aae40722" providerId="ADAL" clId="{9C5463F7-2E4D-44A3-B83D-E1A8A04E58D3}" dt="2024-11-08T04:14:52.835" v="755" actId="478"/>
          <ac:spMkLst>
            <pc:docMk/>
            <pc:sldMk cId="0" sldId="296"/>
            <ac:spMk id="387" creationId="{00000000-0000-0000-0000-000000000000}"/>
          </ac:spMkLst>
        </pc:spChg>
      </pc:sldChg>
      <pc:sldChg chg="delSp modSp add del mod">
        <pc:chgData name="Ms Alina Arshad" userId="cccdfd85-d35d-4453-9c6f-a463aae40722" providerId="ADAL" clId="{9C5463F7-2E4D-44A3-B83D-E1A8A04E58D3}" dt="2024-11-08T04:15:18.738" v="760" actId="1076"/>
        <pc:sldMkLst>
          <pc:docMk/>
          <pc:sldMk cId="0" sldId="297"/>
        </pc:sldMkLst>
        <pc:spChg chg="mod">
          <ac:chgData name="Ms Alina Arshad" userId="cccdfd85-d35d-4453-9c6f-a463aae40722" providerId="ADAL" clId="{9C5463F7-2E4D-44A3-B83D-E1A8A04E58D3}" dt="2024-11-08T04:15:09.401" v="757" actId="1076"/>
          <ac:spMkLst>
            <pc:docMk/>
            <pc:sldMk cId="0" sldId="297"/>
            <ac:spMk id="392" creationId="{00000000-0000-0000-0000-000000000000}"/>
          </ac:spMkLst>
        </pc:spChg>
        <pc:spChg chg="mod">
          <ac:chgData name="Ms Alina Arshad" userId="cccdfd85-d35d-4453-9c6f-a463aae40722" providerId="ADAL" clId="{9C5463F7-2E4D-44A3-B83D-E1A8A04E58D3}" dt="2024-11-08T04:15:09.401" v="757" actId="1076"/>
          <ac:spMkLst>
            <pc:docMk/>
            <pc:sldMk cId="0" sldId="297"/>
            <ac:spMk id="393" creationId="{00000000-0000-0000-0000-000000000000}"/>
          </ac:spMkLst>
        </pc:spChg>
        <pc:spChg chg="del mod">
          <ac:chgData name="Ms Alina Arshad" userId="cccdfd85-d35d-4453-9c6f-a463aae40722" providerId="ADAL" clId="{9C5463F7-2E4D-44A3-B83D-E1A8A04E58D3}" dt="2024-11-08T04:15:16.327" v="759" actId="478"/>
          <ac:spMkLst>
            <pc:docMk/>
            <pc:sldMk cId="0" sldId="297"/>
            <ac:spMk id="394" creationId="{00000000-0000-0000-0000-000000000000}"/>
          </ac:spMkLst>
        </pc:spChg>
        <pc:spChg chg="mod">
          <ac:chgData name="Ms Alina Arshad" userId="cccdfd85-d35d-4453-9c6f-a463aae40722" providerId="ADAL" clId="{9C5463F7-2E4D-44A3-B83D-E1A8A04E58D3}" dt="2024-11-08T04:15:18.738" v="760" actId="1076"/>
          <ac:spMkLst>
            <pc:docMk/>
            <pc:sldMk cId="0" sldId="297"/>
            <ac:spMk id="396" creationId="{00000000-0000-0000-0000-000000000000}"/>
          </ac:spMkLst>
        </pc:spChg>
        <pc:picChg chg="mod">
          <ac:chgData name="Ms Alina Arshad" userId="cccdfd85-d35d-4453-9c6f-a463aae40722" providerId="ADAL" clId="{9C5463F7-2E4D-44A3-B83D-E1A8A04E58D3}" dt="2024-11-08T04:15:09.401" v="757" actId="1076"/>
          <ac:picMkLst>
            <pc:docMk/>
            <pc:sldMk cId="0" sldId="297"/>
            <ac:picMk id="395" creationId="{00000000-0000-0000-0000-000000000000}"/>
          </ac:picMkLst>
        </pc:picChg>
      </pc:sldChg>
      <pc:sldChg chg="modSp add del mod">
        <pc:chgData name="Ms Alina Arshad" userId="cccdfd85-d35d-4453-9c6f-a463aae40722" providerId="ADAL" clId="{9C5463F7-2E4D-44A3-B83D-E1A8A04E58D3}" dt="2024-11-08T04:15:45.099" v="768" actId="207"/>
        <pc:sldMkLst>
          <pc:docMk/>
          <pc:sldMk cId="0" sldId="298"/>
        </pc:sldMkLst>
        <pc:spChg chg="mod">
          <ac:chgData name="Ms Alina Arshad" userId="cccdfd85-d35d-4453-9c6f-a463aae40722" providerId="ADAL" clId="{9C5463F7-2E4D-44A3-B83D-E1A8A04E58D3}" dt="2024-11-08T04:15:35.596" v="763" actId="207"/>
          <ac:spMkLst>
            <pc:docMk/>
            <pc:sldMk cId="0" sldId="298"/>
            <ac:spMk id="401" creationId="{00000000-0000-0000-0000-000000000000}"/>
          </ac:spMkLst>
        </pc:spChg>
        <pc:spChg chg="mod">
          <ac:chgData name="Ms Alina Arshad" userId="cccdfd85-d35d-4453-9c6f-a463aae40722" providerId="ADAL" clId="{9C5463F7-2E4D-44A3-B83D-E1A8A04E58D3}" dt="2024-11-08T04:15:45.099" v="768" actId="207"/>
          <ac:spMkLst>
            <pc:docMk/>
            <pc:sldMk cId="0" sldId="298"/>
            <ac:spMk id="402" creationId="{00000000-0000-0000-0000-000000000000}"/>
          </ac:spMkLst>
        </pc:spChg>
      </pc:sldChg>
      <pc:sldChg chg="add del">
        <pc:chgData name="Ms Alina Arshad" userId="cccdfd85-d35d-4453-9c6f-a463aae40722" providerId="ADAL" clId="{9C5463F7-2E4D-44A3-B83D-E1A8A04E58D3}" dt="2024-11-06T07:54:41.946" v="20"/>
        <pc:sldMkLst>
          <pc:docMk/>
          <pc:sldMk cId="0" sldId="299"/>
        </pc:sldMkLst>
      </pc:sldChg>
      <pc:sldChg chg="add del">
        <pc:chgData name="Ms Alina Arshad" userId="cccdfd85-d35d-4453-9c6f-a463aae40722" providerId="ADAL" clId="{9C5463F7-2E4D-44A3-B83D-E1A8A04E58D3}" dt="2024-11-06T07:54:41.946" v="20"/>
        <pc:sldMkLst>
          <pc:docMk/>
          <pc:sldMk cId="0" sldId="300"/>
        </pc:sldMkLst>
      </pc:sldChg>
      <pc:sldChg chg="add del">
        <pc:chgData name="Ms Alina Arshad" userId="cccdfd85-d35d-4453-9c6f-a463aae40722" providerId="ADAL" clId="{9C5463F7-2E4D-44A3-B83D-E1A8A04E58D3}" dt="2024-11-06T07:54:41.946" v="20"/>
        <pc:sldMkLst>
          <pc:docMk/>
          <pc:sldMk cId="0" sldId="301"/>
        </pc:sldMkLst>
      </pc:sldChg>
      <pc:sldChg chg="add del">
        <pc:chgData name="Ms Alina Arshad" userId="cccdfd85-d35d-4453-9c6f-a463aae40722" providerId="ADAL" clId="{9C5463F7-2E4D-44A3-B83D-E1A8A04E58D3}" dt="2024-11-06T07:54:41.946" v="20"/>
        <pc:sldMkLst>
          <pc:docMk/>
          <pc:sldMk cId="0" sldId="302"/>
        </pc:sldMkLst>
      </pc:sldChg>
      <pc:sldChg chg="add del">
        <pc:chgData name="Ms Alina Arshad" userId="cccdfd85-d35d-4453-9c6f-a463aae40722" providerId="ADAL" clId="{9C5463F7-2E4D-44A3-B83D-E1A8A04E58D3}" dt="2024-11-06T07:54:41.946" v="20"/>
        <pc:sldMkLst>
          <pc:docMk/>
          <pc:sldMk cId="0" sldId="303"/>
        </pc:sldMkLst>
      </pc:sldChg>
      <pc:sldChg chg="add del">
        <pc:chgData name="Ms Alina Arshad" userId="cccdfd85-d35d-4453-9c6f-a463aae40722" providerId="ADAL" clId="{9C5463F7-2E4D-44A3-B83D-E1A8A04E58D3}" dt="2024-11-06T07:54:41.946" v="20"/>
        <pc:sldMkLst>
          <pc:docMk/>
          <pc:sldMk cId="0" sldId="304"/>
        </pc:sldMkLst>
      </pc:sldChg>
      <pc:sldChg chg="add del">
        <pc:chgData name="Ms Alina Arshad" userId="cccdfd85-d35d-4453-9c6f-a463aae40722" providerId="ADAL" clId="{9C5463F7-2E4D-44A3-B83D-E1A8A04E58D3}" dt="2024-11-06T07:54:41.946" v="20"/>
        <pc:sldMkLst>
          <pc:docMk/>
          <pc:sldMk cId="0" sldId="305"/>
        </pc:sldMkLst>
      </pc:sldChg>
      <pc:sldChg chg="del">
        <pc:chgData name="Ms Alina Arshad" userId="cccdfd85-d35d-4453-9c6f-a463aae40722" providerId="ADAL" clId="{9C5463F7-2E4D-44A3-B83D-E1A8A04E58D3}" dt="2024-11-06T07:54:26.356" v="19" actId="47"/>
        <pc:sldMkLst>
          <pc:docMk/>
          <pc:sldMk cId="0" sldId="306"/>
        </pc:sldMkLst>
      </pc:sldChg>
      <pc:sldChg chg="add">
        <pc:chgData name="Ms Alina Arshad" userId="cccdfd85-d35d-4453-9c6f-a463aae40722" providerId="ADAL" clId="{9C5463F7-2E4D-44A3-B83D-E1A8A04E58D3}" dt="2024-11-06T07:54:41.946" v="20"/>
        <pc:sldMkLst>
          <pc:docMk/>
          <pc:sldMk cId="951193008" sldId="306"/>
        </pc:sldMkLst>
      </pc:sldChg>
      <pc:sldChg chg="add">
        <pc:chgData name="Ms Alina Arshad" userId="cccdfd85-d35d-4453-9c6f-a463aae40722" providerId="ADAL" clId="{9C5463F7-2E4D-44A3-B83D-E1A8A04E58D3}" dt="2024-11-06T07:54:41.946" v="20"/>
        <pc:sldMkLst>
          <pc:docMk/>
          <pc:sldMk cId="1801707573" sldId="307"/>
        </pc:sldMkLst>
      </pc:sldChg>
      <pc:sldChg chg="del">
        <pc:chgData name="Ms Alina Arshad" userId="cccdfd85-d35d-4453-9c6f-a463aae40722" providerId="ADAL" clId="{9C5463F7-2E4D-44A3-B83D-E1A8A04E58D3}" dt="2024-11-06T07:54:23.469" v="6" actId="47"/>
        <pc:sldMkLst>
          <pc:docMk/>
          <pc:sldMk cId="3192711744" sldId="307"/>
        </pc:sldMkLst>
      </pc:sldChg>
      <pc:sldChg chg="delSp modSp add mod">
        <pc:chgData name="Ms Alina Arshad" userId="cccdfd85-d35d-4453-9c6f-a463aae40722" providerId="ADAL" clId="{9C5463F7-2E4D-44A3-B83D-E1A8A04E58D3}" dt="2024-11-08T04:05:51.346" v="586" actId="478"/>
        <pc:sldMkLst>
          <pc:docMk/>
          <pc:sldMk cId="1819283757" sldId="308"/>
        </pc:sldMkLst>
        <pc:spChg chg="mod">
          <ac:chgData name="Ms Alina Arshad" userId="cccdfd85-d35d-4453-9c6f-a463aae40722" providerId="ADAL" clId="{9C5463F7-2E4D-44A3-B83D-E1A8A04E58D3}" dt="2024-11-06T08:16:20.482" v="163" actId="403"/>
          <ac:spMkLst>
            <pc:docMk/>
            <pc:sldMk cId="1819283757" sldId="308"/>
            <ac:spMk id="192" creationId="{00000000-0000-0000-0000-000000000000}"/>
          </ac:spMkLst>
        </pc:spChg>
        <pc:spChg chg="del">
          <ac:chgData name="Ms Alina Arshad" userId="cccdfd85-d35d-4453-9c6f-a463aae40722" providerId="ADAL" clId="{9C5463F7-2E4D-44A3-B83D-E1A8A04E58D3}" dt="2024-11-08T04:05:51.346" v="586" actId="478"/>
          <ac:spMkLst>
            <pc:docMk/>
            <pc:sldMk cId="1819283757" sldId="308"/>
            <ac:spMk id="193" creationId="{00000000-0000-0000-0000-000000000000}"/>
          </ac:spMkLst>
        </pc:spChg>
        <pc:spChg chg="mod">
          <ac:chgData name="Ms Alina Arshad" userId="cccdfd85-d35d-4453-9c6f-a463aae40722" providerId="ADAL" clId="{9C5463F7-2E4D-44A3-B83D-E1A8A04E58D3}" dt="2024-11-06T08:16:35.472" v="168" actId="1076"/>
          <ac:spMkLst>
            <pc:docMk/>
            <pc:sldMk cId="1819283757" sldId="308"/>
            <ac:spMk id="194" creationId="{00000000-0000-0000-0000-000000000000}"/>
          </ac:spMkLst>
        </pc:spChg>
      </pc:sldChg>
      <pc:sldChg chg="del">
        <pc:chgData name="Ms Alina Arshad" userId="cccdfd85-d35d-4453-9c6f-a463aae40722" providerId="ADAL" clId="{9C5463F7-2E4D-44A3-B83D-E1A8A04E58D3}" dt="2024-11-06T07:54:24.741" v="14" actId="47"/>
        <pc:sldMkLst>
          <pc:docMk/>
          <pc:sldMk cId="2062406901" sldId="308"/>
        </pc:sldMkLst>
      </pc:sldChg>
      <pc:sldChg chg="del">
        <pc:chgData name="Ms Alina Arshad" userId="cccdfd85-d35d-4453-9c6f-a463aae40722" providerId="ADAL" clId="{9C5463F7-2E4D-44A3-B83D-E1A8A04E58D3}" dt="2024-11-06T07:54:25.037" v="15" actId="47"/>
        <pc:sldMkLst>
          <pc:docMk/>
          <pc:sldMk cId="313500440" sldId="309"/>
        </pc:sldMkLst>
      </pc:sldChg>
      <pc:sldChg chg="modSp add mod">
        <pc:chgData name="Ms Alina Arshad" userId="cccdfd85-d35d-4453-9c6f-a463aae40722" providerId="ADAL" clId="{9C5463F7-2E4D-44A3-B83D-E1A8A04E58D3}" dt="2024-11-06T08:17:01.008" v="177" actId="1076"/>
        <pc:sldMkLst>
          <pc:docMk/>
          <pc:sldMk cId="911303533" sldId="309"/>
        </pc:sldMkLst>
        <pc:spChg chg="mod">
          <ac:chgData name="Ms Alina Arshad" userId="cccdfd85-d35d-4453-9c6f-a463aae40722" providerId="ADAL" clId="{9C5463F7-2E4D-44A3-B83D-E1A8A04E58D3}" dt="2024-11-06T08:16:56.697" v="175" actId="14100"/>
          <ac:spMkLst>
            <pc:docMk/>
            <pc:sldMk cId="911303533" sldId="309"/>
            <ac:spMk id="3" creationId="{00000000-0000-0000-0000-000000000000}"/>
          </ac:spMkLst>
        </pc:spChg>
        <pc:spChg chg="mod">
          <ac:chgData name="Ms Alina Arshad" userId="cccdfd85-d35d-4453-9c6f-a463aae40722" providerId="ADAL" clId="{9C5463F7-2E4D-44A3-B83D-E1A8A04E58D3}" dt="2024-11-06T08:16:45.889" v="171" actId="207"/>
          <ac:spMkLst>
            <pc:docMk/>
            <pc:sldMk cId="911303533" sldId="309"/>
            <ac:spMk id="192" creationId="{00000000-0000-0000-0000-000000000000}"/>
          </ac:spMkLst>
        </pc:spChg>
        <pc:picChg chg="mod">
          <ac:chgData name="Ms Alina Arshad" userId="cccdfd85-d35d-4453-9c6f-a463aae40722" providerId="ADAL" clId="{9C5463F7-2E4D-44A3-B83D-E1A8A04E58D3}" dt="2024-11-06T08:17:01.008" v="177" actId="1076"/>
          <ac:picMkLst>
            <pc:docMk/>
            <pc:sldMk cId="911303533" sldId="309"/>
            <ac:picMk id="4" creationId="{00000000-0000-0000-0000-000000000000}"/>
          </ac:picMkLst>
        </pc:picChg>
      </pc:sldChg>
      <pc:sldChg chg="del">
        <pc:chgData name="Ms Alina Arshad" userId="cccdfd85-d35d-4453-9c6f-a463aae40722" providerId="ADAL" clId="{9C5463F7-2E4D-44A3-B83D-E1A8A04E58D3}" dt="2024-11-06T07:54:26.021" v="18" actId="47"/>
        <pc:sldMkLst>
          <pc:docMk/>
          <pc:sldMk cId="491917458" sldId="310"/>
        </pc:sldMkLst>
      </pc:sldChg>
      <pc:sldChg chg="modSp add mod">
        <pc:chgData name="Ms Alina Arshad" userId="cccdfd85-d35d-4453-9c6f-a463aae40722" providerId="ADAL" clId="{9C5463F7-2E4D-44A3-B83D-E1A8A04E58D3}" dt="2024-11-06T08:17:22.340" v="184" actId="403"/>
        <pc:sldMkLst>
          <pc:docMk/>
          <pc:sldMk cId="3774863996" sldId="310"/>
        </pc:sldMkLst>
        <pc:spChg chg="mod">
          <ac:chgData name="Ms Alina Arshad" userId="cccdfd85-d35d-4453-9c6f-a463aae40722" providerId="ADAL" clId="{9C5463F7-2E4D-44A3-B83D-E1A8A04E58D3}" dt="2024-11-06T08:17:22.340" v="184" actId="403"/>
          <ac:spMkLst>
            <pc:docMk/>
            <pc:sldMk cId="3774863996" sldId="310"/>
            <ac:spMk id="3" creationId="{00000000-0000-0000-0000-000000000000}"/>
          </ac:spMkLst>
        </pc:spChg>
        <pc:spChg chg="mod">
          <ac:chgData name="Ms Alina Arshad" userId="cccdfd85-d35d-4453-9c6f-a463aae40722" providerId="ADAL" clId="{9C5463F7-2E4D-44A3-B83D-E1A8A04E58D3}" dt="2024-11-06T08:17:12.602" v="179" actId="207"/>
          <ac:spMkLst>
            <pc:docMk/>
            <pc:sldMk cId="3774863996" sldId="310"/>
            <ac:spMk id="4" creationId="{00000000-0000-0000-0000-000000000000}"/>
          </ac:spMkLst>
        </pc:spChg>
      </pc:sldChg>
      <pc:sldChg chg="modSp add mod">
        <pc:chgData name="Ms Alina Arshad" userId="cccdfd85-d35d-4453-9c6f-a463aae40722" providerId="ADAL" clId="{9C5463F7-2E4D-44A3-B83D-E1A8A04E58D3}" dt="2024-11-07T08:05:44.239" v="197" actId="14100"/>
        <pc:sldMkLst>
          <pc:docMk/>
          <pc:sldMk cId="1336404918" sldId="311"/>
        </pc:sldMkLst>
        <pc:spChg chg="mod">
          <ac:chgData name="Ms Alina Arshad" userId="cccdfd85-d35d-4453-9c6f-a463aae40722" providerId="ADAL" clId="{9C5463F7-2E4D-44A3-B83D-E1A8A04E58D3}" dt="2024-11-07T08:05:24.400" v="190" actId="14100"/>
          <ac:spMkLst>
            <pc:docMk/>
            <pc:sldMk cId="1336404918" sldId="311"/>
            <ac:spMk id="3" creationId="{00000000-0000-0000-0000-000000000000}"/>
          </ac:spMkLst>
        </pc:spChg>
        <pc:spChg chg="mod">
          <ac:chgData name="Ms Alina Arshad" userId="cccdfd85-d35d-4453-9c6f-a463aae40722" providerId="ADAL" clId="{9C5463F7-2E4D-44A3-B83D-E1A8A04E58D3}" dt="2024-11-07T08:05:44.239" v="197" actId="14100"/>
          <ac:spMkLst>
            <pc:docMk/>
            <pc:sldMk cId="1336404918" sldId="311"/>
            <ac:spMk id="4" creationId="{00000000-0000-0000-0000-000000000000}"/>
          </ac:spMkLst>
        </pc:spChg>
        <pc:picChg chg="mod">
          <ac:chgData name="Ms Alina Arshad" userId="cccdfd85-d35d-4453-9c6f-a463aae40722" providerId="ADAL" clId="{9C5463F7-2E4D-44A3-B83D-E1A8A04E58D3}" dt="2024-11-07T08:05:35.872" v="194" actId="1076"/>
          <ac:picMkLst>
            <pc:docMk/>
            <pc:sldMk cId="1336404918" sldId="311"/>
            <ac:picMk id="5" creationId="{00000000-0000-0000-0000-000000000000}"/>
          </ac:picMkLst>
        </pc:picChg>
      </pc:sldChg>
      <pc:sldChg chg="modSp add mod">
        <pc:chgData name="Ms Alina Arshad" userId="cccdfd85-d35d-4453-9c6f-a463aae40722" providerId="ADAL" clId="{9C5463F7-2E4D-44A3-B83D-E1A8A04E58D3}" dt="2024-11-07T08:06:02.128" v="204" actId="1076"/>
        <pc:sldMkLst>
          <pc:docMk/>
          <pc:sldMk cId="3984117074" sldId="312"/>
        </pc:sldMkLst>
        <pc:spChg chg="mod">
          <ac:chgData name="Ms Alina Arshad" userId="cccdfd85-d35d-4453-9c6f-a463aae40722" providerId="ADAL" clId="{9C5463F7-2E4D-44A3-B83D-E1A8A04E58D3}" dt="2024-11-07T08:06:02.128" v="204" actId="1076"/>
          <ac:spMkLst>
            <pc:docMk/>
            <pc:sldMk cId="3984117074" sldId="312"/>
            <ac:spMk id="2" creationId="{00000000-0000-0000-0000-000000000000}"/>
          </ac:spMkLst>
        </pc:spChg>
        <pc:spChg chg="mod">
          <ac:chgData name="Ms Alina Arshad" userId="cccdfd85-d35d-4453-9c6f-a463aae40722" providerId="ADAL" clId="{9C5463F7-2E4D-44A3-B83D-E1A8A04E58D3}" dt="2024-11-07T08:05:55.592" v="201" actId="14100"/>
          <ac:spMkLst>
            <pc:docMk/>
            <pc:sldMk cId="3984117074" sldId="312"/>
            <ac:spMk id="3" creationId="{00000000-0000-0000-0000-000000000000}"/>
          </ac:spMkLst>
        </pc:spChg>
      </pc:sldChg>
      <pc:sldChg chg="modSp add mod">
        <pc:chgData name="Ms Alina Arshad" userId="cccdfd85-d35d-4453-9c6f-a463aae40722" providerId="ADAL" clId="{9C5463F7-2E4D-44A3-B83D-E1A8A04E58D3}" dt="2024-11-07T08:08:09.456" v="243" actId="113"/>
        <pc:sldMkLst>
          <pc:docMk/>
          <pc:sldMk cId="579877513" sldId="313"/>
        </pc:sldMkLst>
        <pc:spChg chg="mod">
          <ac:chgData name="Ms Alina Arshad" userId="cccdfd85-d35d-4453-9c6f-a463aae40722" providerId="ADAL" clId="{9C5463F7-2E4D-44A3-B83D-E1A8A04E58D3}" dt="2024-11-07T08:08:03.206" v="239" actId="1076"/>
          <ac:spMkLst>
            <pc:docMk/>
            <pc:sldMk cId="579877513" sldId="313"/>
            <ac:spMk id="216" creationId="{00000000-0000-0000-0000-000000000000}"/>
          </ac:spMkLst>
        </pc:spChg>
        <pc:spChg chg="mod">
          <ac:chgData name="Ms Alina Arshad" userId="cccdfd85-d35d-4453-9c6f-a463aae40722" providerId="ADAL" clId="{9C5463F7-2E4D-44A3-B83D-E1A8A04E58D3}" dt="2024-11-07T08:08:09.456" v="243" actId="113"/>
          <ac:spMkLst>
            <pc:docMk/>
            <pc:sldMk cId="579877513" sldId="313"/>
            <ac:spMk id="218" creationId="{00000000-0000-0000-0000-000000000000}"/>
          </ac:spMkLst>
        </pc:spChg>
        <pc:picChg chg="mod">
          <ac:chgData name="Ms Alina Arshad" userId="cccdfd85-d35d-4453-9c6f-a463aae40722" providerId="ADAL" clId="{9C5463F7-2E4D-44A3-B83D-E1A8A04E58D3}" dt="2024-11-07T08:08:05.086" v="240" actId="1076"/>
          <ac:picMkLst>
            <pc:docMk/>
            <pc:sldMk cId="579877513" sldId="313"/>
            <ac:picMk id="219" creationId="{00000000-0000-0000-0000-000000000000}"/>
          </ac:picMkLst>
        </pc:picChg>
      </pc:sldChg>
      <pc:sldChg chg="modSp add mod">
        <pc:chgData name="Ms Alina Arshad" userId="cccdfd85-d35d-4453-9c6f-a463aae40722" providerId="ADAL" clId="{9C5463F7-2E4D-44A3-B83D-E1A8A04E58D3}" dt="2024-11-07T08:07:51.527" v="237" actId="1076"/>
        <pc:sldMkLst>
          <pc:docMk/>
          <pc:sldMk cId="2008118679" sldId="314"/>
        </pc:sldMkLst>
        <pc:spChg chg="mod">
          <ac:chgData name="Ms Alina Arshad" userId="cccdfd85-d35d-4453-9c6f-a463aae40722" providerId="ADAL" clId="{9C5463F7-2E4D-44A3-B83D-E1A8A04E58D3}" dt="2024-11-07T08:07:51.527" v="237" actId="1076"/>
          <ac:spMkLst>
            <pc:docMk/>
            <pc:sldMk cId="2008118679" sldId="314"/>
            <ac:spMk id="4" creationId="{00000000-0000-0000-0000-000000000000}"/>
          </ac:spMkLst>
        </pc:spChg>
        <pc:spChg chg="mod">
          <ac:chgData name="Ms Alina Arshad" userId="cccdfd85-d35d-4453-9c6f-a463aae40722" providerId="ADAL" clId="{9C5463F7-2E4D-44A3-B83D-E1A8A04E58D3}" dt="2024-11-07T08:07:23.424" v="233" actId="1076"/>
          <ac:spMkLst>
            <pc:docMk/>
            <pc:sldMk cId="2008118679" sldId="314"/>
            <ac:spMk id="216" creationId="{00000000-0000-0000-0000-000000000000}"/>
          </ac:spMkLst>
        </pc:spChg>
      </pc:sldChg>
      <pc:sldChg chg="addSp modSp new mod">
        <pc:chgData name="Ms Alina Arshad" userId="cccdfd85-d35d-4453-9c6f-a463aae40722" providerId="ADAL" clId="{9C5463F7-2E4D-44A3-B83D-E1A8A04E58D3}" dt="2024-11-08T04:09:19.339" v="706" actId="1076"/>
        <pc:sldMkLst>
          <pc:docMk/>
          <pc:sldMk cId="702345561" sldId="315"/>
        </pc:sldMkLst>
        <pc:picChg chg="add mod">
          <ac:chgData name="Ms Alina Arshad" userId="cccdfd85-d35d-4453-9c6f-a463aae40722" providerId="ADAL" clId="{9C5463F7-2E4D-44A3-B83D-E1A8A04E58D3}" dt="2024-11-08T04:09:19.339" v="706" actId="1076"/>
          <ac:picMkLst>
            <pc:docMk/>
            <pc:sldMk cId="702345561" sldId="315"/>
            <ac:picMk id="3" creationId="{354D524B-E602-6B70-AB27-56A4F91B4A6E}"/>
          </ac:picMkLst>
        </pc:picChg>
      </pc:sldChg>
      <pc:sldChg chg="addSp modSp new mod">
        <pc:chgData name="Ms Alina Arshad" userId="cccdfd85-d35d-4453-9c6f-a463aae40722" providerId="ADAL" clId="{9C5463F7-2E4D-44A3-B83D-E1A8A04E58D3}" dt="2024-11-08T04:09:39.980" v="711" actId="1076"/>
        <pc:sldMkLst>
          <pc:docMk/>
          <pc:sldMk cId="3394757724" sldId="316"/>
        </pc:sldMkLst>
        <pc:picChg chg="add mod">
          <ac:chgData name="Ms Alina Arshad" userId="cccdfd85-d35d-4453-9c6f-a463aae40722" providerId="ADAL" clId="{9C5463F7-2E4D-44A3-B83D-E1A8A04E58D3}" dt="2024-11-08T04:09:39.980" v="711" actId="1076"/>
          <ac:picMkLst>
            <pc:docMk/>
            <pc:sldMk cId="3394757724" sldId="316"/>
            <ac:picMk id="3" creationId="{F882CDBF-31BE-4275-BBFA-F0259CEEDA21}"/>
          </ac:picMkLst>
        </pc:picChg>
      </pc:sldChg>
      <pc:sldChg chg="addSp modSp new mod">
        <pc:chgData name="Ms Alina Arshad" userId="cccdfd85-d35d-4453-9c6f-a463aae40722" providerId="ADAL" clId="{9C5463F7-2E4D-44A3-B83D-E1A8A04E58D3}" dt="2024-11-08T04:13:03.436" v="736" actId="1076"/>
        <pc:sldMkLst>
          <pc:docMk/>
          <pc:sldMk cId="3569780371" sldId="317"/>
        </pc:sldMkLst>
        <pc:picChg chg="add mod">
          <ac:chgData name="Ms Alina Arshad" userId="cccdfd85-d35d-4453-9c6f-a463aae40722" providerId="ADAL" clId="{9C5463F7-2E4D-44A3-B83D-E1A8A04E58D3}" dt="2024-11-08T04:13:03.436" v="736" actId="1076"/>
          <ac:picMkLst>
            <pc:docMk/>
            <pc:sldMk cId="3569780371" sldId="317"/>
            <ac:picMk id="3" creationId="{BBE9B20D-D16F-A005-D6CE-46B83BBCFAE7}"/>
          </ac:picMkLst>
        </pc:picChg>
      </pc:sldChg>
      <pc:sldChg chg="addSp delSp modSp new mod">
        <pc:chgData name="Ms Alina Arshad" userId="cccdfd85-d35d-4453-9c6f-a463aae40722" providerId="ADAL" clId="{9C5463F7-2E4D-44A3-B83D-E1A8A04E58D3}" dt="2024-11-08T04:13:54.803" v="748" actId="1076"/>
        <pc:sldMkLst>
          <pc:docMk/>
          <pc:sldMk cId="928914230" sldId="318"/>
        </pc:sldMkLst>
        <pc:spChg chg="mod">
          <ac:chgData name="Ms Alina Arshad" userId="cccdfd85-d35d-4453-9c6f-a463aae40722" providerId="ADAL" clId="{9C5463F7-2E4D-44A3-B83D-E1A8A04E58D3}" dt="2024-11-08T04:13:51.235" v="747" actId="20577"/>
          <ac:spMkLst>
            <pc:docMk/>
            <pc:sldMk cId="928914230" sldId="318"/>
            <ac:spMk id="2" creationId="{9E9281A8-C33D-11C4-AE01-6A7653629539}"/>
          </ac:spMkLst>
        </pc:spChg>
        <pc:spChg chg="del">
          <ac:chgData name="Ms Alina Arshad" userId="cccdfd85-d35d-4453-9c6f-a463aae40722" providerId="ADAL" clId="{9C5463F7-2E4D-44A3-B83D-E1A8A04E58D3}" dt="2024-11-08T04:13:43.460" v="738" actId="22"/>
          <ac:spMkLst>
            <pc:docMk/>
            <pc:sldMk cId="928914230" sldId="318"/>
            <ac:spMk id="3" creationId="{58D888C4-11C7-7226-154E-2CBFCE02F3E7}"/>
          </ac:spMkLst>
        </pc:spChg>
        <pc:picChg chg="add mod ord">
          <ac:chgData name="Ms Alina Arshad" userId="cccdfd85-d35d-4453-9c6f-a463aae40722" providerId="ADAL" clId="{9C5463F7-2E4D-44A3-B83D-E1A8A04E58D3}" dt="2024-11-08T04:13:54.803" v="748" actId="1076"/>
          <ac:picMkLst>
            <pc:docMk/>
            <pc:sldMk cId="928914230" sldId="318"/>
            <ac:picMk id="5" creationId="{D87310F8-3F2A-A853-4A82-1504CFF41FB4}"/>
          </ac:picMkLst>
        </pc:picChg>
      </pc:sldChg>
      <pc:sldChg chg="new del">
        <pc:chgData name="Ms Alina Arshad" userId="cccdfd85-d35d-4453-9c6f-a463aae40722" providerId="ADAL" clId="{9C5463F7-2E4D-44A3-B83D-E1A8A04E58D3}" dt="2024-11-08T04:14:19.470" v="751" actId="47"/>
        <pc:sldMkLst>
          <pc:docMk/>
          <pc:sldMk cId="2921696272" sldId="319"/>
        </pc:sldMkLst>
      </pc:sldChg>
      <pc:sldChg chg="addSp modSp new mod">
        <pc:chgData name="Ms Alina Arshad" userId="cccdfd85-d35d-4453-9c6f-a463aae40722" providerId="ADAL" clId="{9C5463F7-2E4D-44A3-B83D-E1A8A04E58D3}" dt="2024-11-08T04:14:33.651" v="754" actId="1076"/>
        <pc:sldMkLst>
          <pc:docMk/>
          <pc:sldMk cId="2649099385" sldId="320"/>
        </pc:sldMkLst>
        <pc:picChg chg="add mod">
          <ac:chgData name="Ms Alina Arshad" userId="cccdfd85-d35d-4453-9c6f-a463aae40722" providerId="ADAL" clId="{9C5463F7-2E4D-44A3-B83D-E1A8A04E58D3}" dt="2024-11-08T04:14:33.651" v="754" actId="1076"/>
          <ac:picMkLst>
            <pc:docMk/>
            <pc:sldMk cId="2649099385" sldId="320"/>
            <ac:picMk id="3" creationId="{DAC0F029-47C5-1DCB-B454-1A4D64738C09}"/>
          </ac:picMkLst>
        </pc:picChg>
      </pc:sldChg>
    </pc:docChg>
  </pc:docChgLst>
  <pc:docChgLst>
    <pc:chgData name="Ms Alina Arshad" userId="cccdfd85-d35d-4453-9c6f-a463aae40722" providerId="ADAL" clId="{97C00DA4-6F9F-4A83-996B-9231DC603249}"/>
    <pc:docChg chg="undo custSel addSld delSld modSld">
      <pc:chgData name="Ms Alina Arshad" userId="cccdfd85-d35d-4453-9c6f-a463aae40722" providerId="ADAL" clId="{97C00DA4-6F9F-4A83-996B-9231DC603249}" dt="2024-10-27T08:52:01.706" v="1109" actId="1076"/>
      <pc:docMkLst>
        <pc:docMk/>
      </pc:docMkLst>
      <pc:sldChg chg="modSp add mod">
        <pc:chgData name="Ms Alina Arshad" userId="cccdfd85-d35d-4453-9c6f-a463aae40722" providerId="ADAL" clId="{97C00DA4-6F9F-4A83-996B-9231DC603249}" dt="2024-10-27T07:53:42.852" v="464" actId="1076"/>
        <pc:sldMkLst>
          <pc:docMk/>
          <pc:sldMk cId="0" sldId="270"/>
        </pc:sldMkLst>
        <pc:spChg chg="mod">
          <ac:chgData name="Ms Alina Arshad" userId="cccdfd85-d35d-4453-9c6f-a463aae40722" providerId="ADAL" clId="{97C00DA4-6F9F-4A83-996B-9231DC603249}" dt="2024-10-27T07:53:39.288" v="463" actId="1076"/>
          <ac:spMkLst>
            <pc:docMk/>
            <pc:sldMk cId="0" sldId="270"/>
            <ac:spMk id="2" creationId="{00000000-0000-0000-0000-000000000000}"/>
          </ac:spMkLst>
        </pc:spChg>
        <pc:picChg chg="mod">
          <ac:chgData name="Ms Alina Arshad" userId="cccdfd85-d35d-4453-9c6f-a463aae40722" providerId="ADAL" clId="{97C00DA4-6F9F-4A83-996B-9231DC603249}" dt="2024-10-27T07:53:42.852" v="464" actId="1076"/>
          <ac:picMkLst>
            <pc:docMk/>
            <pc:sldMk cId="0" sldId="270"/>
            <ac:picMk id="3" creationId="{00000000-0000-0000-0000-000000000000}"/>
          </ac:picMkLst>
        </pc:picChg>
      </pc:sldChg>
      <pc:sldChg chg="modSp add del mod">
        <pc:chgData name="Ms Alina Arshad" userId="cccdfd85-d35d-4453-9c6f-a463aae40722" providerId="ADAL" clId="{97C00DA4-6F9F-4A83-996B-9231DC603249}" dt="2024-10-27T08:10:46.991" v="840" actId="47"/>
        <pc:sldMkLst>
          <pc:docMk/>
          <pc:sldMk cId="0" sldId="271"/>
        </pc:sldMkLst>
        <pc:spChg chg="mod">
          <ac:chgData name="Ms Alina Arshad" userId="cccdfd85-d35d-4453-9c6f-a463aae40722" providerId="ADAL" clId="{97C00DA4-6F9F-4A83-996B-9231DC603249}" dt="2024-10-27T07:54:14.983" v="474" actId="1076"/>
          <ac:spMkLst>
            <pc:docMk/>
            <pc:sldMk cId="0" sldId="271"/>
            <ac:spMk id="2" creationId="{00000000-0000-0000-0000-000000000000}"/>
          </ac:spMkLst>
        </pc:spChg>
        <pc:spChg chg="mod">
          <ac:chgData name="Ms Alina Arshad" userId="cccdfd85-d35d-4453-9c6f-a463aae40722" providerId="ADAL" clId="{97C00DA4-6F9F-4A83-996B-9231DC603249}" dt="2024-10-27T07:55:05.642" v="498" actId="20577"/>
          <ac:spMkLst>
            <pc:docMk/>
            <pc:sldMk cId="0" sldId="271"/>
            <ac:spMk id="3" creationId="{00000000-0000-0000-0000-000000000000}"/>
          </ac:spMkLst>
        </pc:spChg>
        <pc:graphicFrameChg chg="mod">
          <ac:chgData name="Ms Alina Arshad" userId="cccdfd85-d35d-4453-9c6f-a463aae40722" providerId="ADAL" clId="{97C00DA4-6F9F-4A83-996B-9231DC603249}" dt="2024-10-27T07:55:12.562" v="499" actId="1076"/>
          <ac:graphicFrameMkLst>
            <pc:docMk/>
            <pc:sldMk cId="0" sldId="271"/>
            <ac:graphicFrameMk id="4" creationId="{00000000-0000-0000-0000-000000000000}"/>
          </ac:graphicFrameMkLst>
        </pc:graphicFrameChg>
      </pc:sldChg>
      <pc:sldChg chg="addSp delSp modSp add del mod">
        <pc:chgData name="Ms Alina Arshad" userId="cccdfd85-d35d-4453-9c6f-a463aae40722" providerId="ADAL" clId="{97C00DA4-6F9F-4A83-996B-9231DC603249}" dt="2024-10-27T08:11:11.584" v="842" actId="47"/>
        <pc:sldMkLst>
          <pc:docMk/>
          <pc:sldMk cId="0" sldId="272"/>
        </pc:sldMkLst>
        <pc:spChg chg="mod">
          <ac:chgData name="Ms Alina Arshad" userId="cccdfd85-d35d-4453-9c6f-a463aae40722" providerId="ADAL" clId="{97C00DA4-6F9F-4A83-996B-9231DC603249}" dt="2024-10-27T08:10:54.206" v="841" actId="1076"/>
          <ac:spMkLst>
            <pc:docMk/>
            <pc:sldMk cId="0" sldId="272"/>
            <ac:spMk id="2" creationId="{00000000-0000-0000-0000-000000000000}"/>
          </ac:spMkLst>
        </pc:spChg>
        <pc:spChg chg="mod">
          <ac:chgData name="Ms Alina Arshad" userId="cccdfd85-d35d-4453-9c6f-a463aae40722" providerId="ADAL" clId="{97C00DA4-6F9F-4A83-996B-9231DC603249}" dt="2024-10-27T08:09:51.033" v="831" actId="1076"/>
          <ac:spMkLst>
            <pc:docMk/>
            <pc:sldMk cId="0" sldId="272"/>
            <ac:spMk id="3" creationId="{00000000-0000-0000-0000-000000000000}"/>
          </ac:spMkLst>
        </pc:spChg>
        <pc:spChg chg="del mod">
          <ac:chgData name="Ms Alina Arshad" userId="cccdfd85-d35d-4453-9c6f-a463aae40722" providerId="ADAL" clId="{97C00DA4-6F9F-4A83-996B-9231DC603249}" dt="2024-10-27T07:58:55.462" v="604" actId="478"/>
          <ac:spMkLst>
            <pc:docMk/>
            <pc:sldMk cId="0" sldId="272"/>
            <ac:spMk id="4" creationId="{00000000-0000-0000-0000-000000000000}"/>
          </ac:spMkLst>
        </pc:spChg>
        <pc:spChg chg="mod">
          <ac:chgData name="Ms Alina Arshad" userId="cccdfd85-d35d-4453-9c6f-a463aae40722" providerId="ADAL" clId="{97C00DA4-6F9F-4A83-996B-9231DC603249}" dt="2024-10-27T08:10:15.368" v="839" actId="1076"/>
          <ac:spMkLst>
            <pc:docMk/>
            <pc:sldMk cId="0" sldId="272"/>
            <ac:spMk id="5" creationId="{00000000-0000-0000-0000-000000000000}"/>
          </ac:spMkLst>
        </pc:spChg>
        <pc:spChg chg="mod">
          <ac:chgData name="Ms Alina Arshad" userId="cccdfd85-d35d-4453-9c6f-a463aae40722" providerId="ADAL" clId="{97C00DA4-6F9F-4A83-996B-9231DC603249}" dt="2024-10-27T07:57:52.123" v="532" actId="1076"/>
          <ac:spMkLst>
            <pc:docMk/>
            <pc:sldMk cId="0" sldId="272"/>
            <ac:spMk id="6" creationId="{00000000-0000-0000-0000-000000000000}"/>
          </ac:spMkLst>
        </pc:spChg>
        <pc:spChg chg="add del mod">
          <ac:chgData name="Ms Alina Arshad" userId="cccdfd85-d35d-4453-9c6f-a463aae40722" providerId="ADAL" clId="{97C00DA4-6F9F-4A83-996B-9231DC603249}" dt="2024-10-27T07:58:52.166" v="602" actId="478"/>
          <ac:spMkLst>
            <pc:docMk/>
            <pc:sldMk cId="0" sldId="272"/>
            <ac:spMk id="10" creationId="{74B6F859-132A-3ED2-38D6-4D95067E86CB}"/>
          </ac:spMkLst>
        </pc:spChg>
        <pc:graphicFrameChg chg="mod modGraphic">
          <ac:chgData name="Ms Alina Arshad" userId="cccdfd85-d35d-4453-9c6f-a463aae40722" providerId="ADAL" clId="{97C00DA4-6F9F-4A83-996B-9231DC603249}" dt="2024-10-27T07:59:03.100" v="608" actId="20577"/>
          <ac:graphicFrameMkLst>
            <pc:docMk/>
            <pc:sldMk cId="0" sldId="272"/>
            <ac:graphicFrameMk id="7" creationId="{00000000-0000-0000-0000-000000000000}"/>
          </ac:graphicFrameMkLst>
        </pc:graphicFrameChg>
        <pc:graphicFrameChg chg="mod">
          <ac:chgData name="Ms Alina Arshad" userId="cccdfd85-d35d-4453-9c6f-a463aae40722" providerId="ADAL" clId="{97C00DA4-6F9F-4A83-996B-9231DC603249}" dt="2024-10-27T07:57:14.728" v="524" actId="1035"/>
          <ac:graphicFrameMkLst>
            <pc:docMk/>
            <pc:sldMk cId="0" sldId="272"/>
            <ac:graphicFrameMk id="8" creationId="{00000000-0000-0000-0000-000000000000}"/>
          </ac:graphicFrameMkLst>
        </pc:graphicFrameChg>
        <pc:graphicFrameChg chg="mod modGraphic">
          <ac:chgData name="Ms Alina Arshad" userId="cccdfd85-d35d-4453-9c6f-a463aae40722" providerId="ADAL" clId="{97C00DA4-6F9F-4A83-996B-9231DC603249}" dt="2024-10-27T07:59:09.142" v="612" actId="20577"/>
          <ac:graphicFrameMkLst>
            <pc:docMk/>
            <pc:sldMk cId="0" sldId="272"/>
            <ac:graphicFrameMk id="9" creationId="{00000000-0000-0000-0000-000000000000}"/>
          </ac:graphicFrameMkLst>
        </pc:graphicFrameChg>
      </pc:sldChg>
      <pc:sldChg chg="addSp delSp modSp add mod">
        <pc:chgData name="Ms Alina Arshad" userId="cccdfd85-d35d-4453-9c6f-a463aae40722" providerId="ADAL" clId="{97C00DA4-6F9F-4A83-996B-9231DC603249}" dt="2024-10-27T08:25:22.131" v="1072" actId="14734"/>
        <pc:sldMkLst>
          <pc:docMk/>
          <pc:sldMk cId="0" sldId="273"/>
        </pc:sldMkLst>
        <pc:spChg chg="mod">
          <ac:chgData name="Ms Alina Arshad" userId="cccdfd85-d35d-4453-9c6f-a463aae40722" providerId="ADAL" clId="{97C00DA4-6F9F-4A83-996B-9231DC603249}" dt="2024-10-27T07:59:23.410" v="616" actId="1076"/>
          <ac:spMkLst>
            <pc:docMk/>
            <pc:sldMk cId="0" sldId="273"/>
            <ac:spMk id="2" creationId="{00000000-0000-0000-0000-000000000000}"/>
          </ac:spMkLst>
        </pc:spChg>
        <pc:spChg chg="mod">
          <ac:chgData name="Ms Alina Arshad" userId="cccdfd85-d35d-4453-9c6f-a463aae40722" providerId="ADAL" clId="{97C00DA4-6F9F-4A83-996B-9231DC603249}" dt="2024-10-27T08:17:55.112" v="903" actId="20577"/>
          <ac:spMkLst>
            <pc:docMk/>
            <pc:sldMk cId="0" sldId="273"/>
            <ac:spMk id="3" creationId="{00000000-0000-0000-0000-000000000000}"/>
          </ac:spMkLst>
        </pc:spChg>
        <pc:graphicFrameChg chg="del mod">
          <ac:chgData name="Ms Alina Arshad" userId="cccdfd85-d35d-4453-9c6f-a463aae40722" providerId="ADAL" clId="{97C00DA4-6F9F-4A83-996B-9231DC603249}" dt="2024-10-27T08:16:27.016" v="846" actId="478"/>
          <ac:graphicFrameMkLst>
            <pc:docMk/>
            <pc:sldMk cId="0" sldId="273"/>
            <ac:graphicFrameMk id="4" creationId="{00000000-0000-0000-0000-000000000000}"/>
          </ac:graphicFrameMkLst>
        </pc:graphicFrameChg>
        <pc:graphicFrameChg chg="del mod">
          <ac:chgData name="Ms Alina Arshad" userId="cccdfd85-d35d-4453-9c6f-a463aae40722" providerId="ADAL" clId="{97C00DA4-6F9F-4A83-996B-9231DC603249}" dt="2024-10-27T08:17:02.963" v="855" actId="478"/>
          <ac:graphicFrameMkLst>
            <pc:docMk/>
            <pc:sldMk cId="0" sldId="273"/>
            <ac:graphicFrameMk id="5" creationId="{00000000-0000-0000-0000-000000000000}"/>
          </ac:graphicFrameMkLst>
        </pc:graphicFrameChg>
        <pc:graphicFrameChg chg="add mod modGraphic">
          <ac:chgData name="Ms Alina Arshad" userId="cccdfd85-d35d-4453-9c6f-a463aae40722" providerId="ADAL" clId="{97C00DA4-6F9F-4A83-996B-9231DC603249}" dt="2024-10-27T08:25:22.131" v="1072" actId="14734"/>
          <ac:graphicFrameMkLst>
            <pc:docMk/>
            <pc:sldMk cId="0" sldId="273"/>
            <ac:graphicFrameMk id="6" creationId="{3F94A247-9881-D3B6-1F83-7ED762E874E4}"/>
          </ac:graphicFrameMkLst>
        </pc:graphicFrameChg>
        <pc:graphicFrameChg chg="add mod modGraphic">
          <ac:chgData name="Ms Alina Arshad" userId="cccdfd85-d35d-4453-9c6f-a463aae40722" providerId="ADAL" clId="{97C00DA4-6F9F-4A83-996B-9231DC603249}" dt="2024-10-27T08:25:16.689" v="1070" actId="1035"/>
          <ac:graphicFrameMkLst>
            <pc:docMk/>
            <pc:sldMk cId="0" sldId="273"/>
            <ac:graphicFrameMk id="7" creationId="{D1BFF31B-AD25-4E4A-3907-D8D14C30C27F}"/>
          </ac:graphicFrameMkLst>
        </pc:graphicFrameChg>
      </pc:sldChg>
      <pc:sldChg chg="addSp delSp modSp add mod">
        <pc:chgData name="Ms Alina Arshad" userId="cccdfd85-d35d-4453-9c6f-a463aae40722" providerId="ADAL" clId="{97C00DA4-6F9F-4A83-996B-9231DC603249}" dt="2024-10-27T08:19:20.685" v="949" actId="403"/>
        <pc:sldMkLst>
          <pc:docMk/>
          <pc:sldMk cId="0" sldId="274"/>
        </pc:sldMkLst>
        <pc:spChg chg="mod">
          <ac:chgData name="Ms Alina Arshad" userId="cccdfd85-d35d-4453-9c6f-a463aae40722" providerId="ADAL" clId="{97C00DA4-6F9F-4A83-996B-9231DC603249}" dt="2024-10-27T08:03:33.580" v="724" actId="1076"/>
          <ac:spMkLst>
            <pc:docMk/>
            <pc:sldMk cId="0" sldId="274"/>
            <ac:spMk id="2" creationId="{00000000-0000-0000-0000-000000000000}"/>
          </ac:spMkLst>
        </pc:spChg>
        <pc:spChg chg="mod">
          <ac:chgData name="Ms Alina Arshad" userId="cccdfd85-d35d-4453-9c6f-a463aae40722" providerId="ADAL" clId="{97C00DA4-6F9F-4A83-996B-9231DC603249}" dt="2024-10-27T08:18:52.654" v="942" actId="404"/>
          <ac:spMkLst>
            <pc:docMk/>
            <pc:sldMk cId="0" sldId="274"/>
            <ac:spMk id="3" creationId="{00000000-0000-0000-0000-000000000000}"/>
          </ac:spMkLst>
        </pc:spChg>
        <pc:graphicFrameChg chg="del mod">
          <ac:chgData name="Ms Alina Arshad" userId="cccdfd85-d35d-4453-9c6f-a463aae40722" providerId="ADAL" clId="{97C00DA4-6F9F-4A83-996B-9231DC603249}" dt="2024-10-27T08:18:56.192" v="943" actId="478"/>
          <ac:graphicFrameMkLst>
            <pc:docMk/>
            <pc:sldMk cId="0" sldId="274"/>
            <ac:graphicFrameMk id="4" creationId="{00000000-0000-0000-0000-000000000000}"/>
          </ac:graphicFrameMkLst>
        </pc:graphicFrameChg>
        <pc:graphicFrameChg chg="add mod modGraphic">
          <ac:chgData name="Ms Alina Arshad" userId="cccdfd85-d35d-4453-9c6f-a463aae40722" providerId="ADAL" clId="{97C00DA4-6F9F-4A83-996B-9231DC603249}" dt="2024-10-27T08:19:20.685" v="949" actId="403"/>
          <ac:graphicFrameMkLst>
            <pc:docMk/>
            <pc:sldMk cId="0" sldId="274"/>
            <ac:graphicFrameMk id="5" creationId="{8E060F4D-C4DA-6DEE-7C30-B0D6DC946F42}"/>
          </ac:graphicFrameMkLst>
        </pc:graphicFrameChg>
      </pc:sldChg>
      <pc:sldChg chg="addSp delSp modSp add mod">
        <pc:chgData name="Ms Alina Arshad" userId="cccdfd85-d35d-4453-9c6f-a463aae40722" providerId="ADAL" clId="{97C00DA4-6F9F-4A83-996B-9231DC603249}" dt="2024-10-27T08:21:49.303" v="1023" actId="404"/>
        <pc:sldMkLst>
          <pc:docMk/>
          <pc:sldMk cId="0" sldId="275"/>
        </pc:sldMkLst>
        <pc:spChg chg="mod">
          <ac:chgData name="Ms Alina Arshad" userId="cccdfd85-d35d-4453-9c6f-a463aae40722" providerId="ADAL" clId="{97C00DA4-6F9F-4A83-996B-9231DC603249}" dt="2024-10-27T08:03:47.874" v="728" actId="1076"/>
          <ac:spMkLst>
            <pc:docMk/>
            <pc:sldMk cId="0" sldId="275"/>
            <ac:spMk id="2" creationId="{00000000-0000-0000-0000-000000000000}"/>
          </ac:spMkLst>
        </pc:spChg>
        <pc:spChg chg="mod">
          <ac:chgData name="Ms Alina Arshad" userId="cccdfd85-d35d-4453-9c6f-a463aae40722" providerId="ADAL" clId="{97C00DA4-6F9F-4A83-996B-9231DC603249}" dt="2024-10-27T08:21:49.303" v="1023" actId="404"/>
          <ac:spMkLst>
            <pc:docMk/>
            <pc:sldMk cId="0" sldId="275"/>
            <ac:spMk id="3" creationId="{00000000-0000-0000-0000-000000000000}"/>
          </ac:spMkLst>
        </pc:spChg>
        <pc:spChg chg="add mod">
          <ac:chgData name="Ms Alina Arshad" userId="cccdfd85-d35d-4453-9c6f-a463aae40722" providerId="ADAL" clId="{97C00DA4-6F9F-4A83-996B-9231DC603249}" dt="2024-10-27T08:21:02.773" v="1006" actId="1076"/>
          <ac:spMkLst>
            <pc:docMk/>
            <pc:sldMk cId="0" sldId="275"/>
            <ac:spMk id="6" creationId="{713C8B94-B5C0-7BEA-3685-693A306D370B}"/>
          </ac:spMkLst>
        </pc:spChg>
        <pc:graphicFrameChg chg="del mod">
          <ac:chgData name="Ms Alina Arshad" userId="cccdfd85-d35d-4453-9c6f-a463aae40722" providerId="ADAL" clId="{97C00DA4-6F9F-4A83-996B-9231DC603249}" dt="2024-10-27T08:19:58.051" v="996" actId="478"/>
          <ac:graphicFrameMkLst>
            <pc:docMk/>
            <pc:sldMk cId="0" sldId="275"/>
            <ac:graphicFrameMk id="4" creationId="{00000000-0000-0000-0000-000000000000}"/>
          </ac:graphicFrameMkLst>
        </pc:graphicFrameChg>
        <pc:graphicFrameChg chg="add mod modGraphic">
          <ac:chgData name="Ms Alina Arshad" userId="cccdfd85-d35d-4453-9c6f-a463aae40722" providerId="ADAL" clId="{97C00DA4-6F9F-4A83-996B-9231DC603249}" dt="2024-10-27T08:21:32.407" v="1015" actId="1076"/>
          <ac:graphicFrameMkLst>
            <pc:docMk/>
            <pc:sldMk cId="0" sldId="275"/>
            <ac:graphicFrameMk id="9" creationId="{B1588C83-E0E2-C22B-35B1-DBC5084FCD84}"/>
          </ac:graphicFrameMkLst>
        </pc:graphicFrameChg>
        <pc:picChg chg="add del">
          <ac:chgData name="Ms Alina Arshad" userId="cccdfd85-d35d-4453-9c6f-a463aae40722" providerId="ADAL" clId="{97C00DA4-6F9F-4A83-996B-9231DC603249}" dt="2024-10-27T08:20:27.935" v="998" actId="478"/>
          <ac:picMkLst>
            <pc:docMk/>
            <pc:sldMk cId="0" sldId="275"/>
            <ac:picMk id="8" creationId="{E67861F9-A20F-B866-9C85-F3E868AE3E5D}"/>
          </ac:picMkLst>
        </pc:picChg>
      </pc:sldChg>
      <pc:sldChg chg="addSp delSp modSp add mod">
        <pc:chgData name="Ms Alina Arshad" userId="cccdfd85-d35d-4453-9c6f-a463aae40722" providerId="ADAL" clId="{97C00DA4-6F9F-4A83-996B-9231DC603249}" dt="2024-10-27T08:52:01.706" v="1109" actId="1076"/>
        <pc:sldMkLst>
          <pc:docMk/>
          <pc:sldMk cId="0" sldId="276"/>
        </pc:sldMkLst>
        <pc:spChg chg="mod">
          <ac:chgData name="Ms Alina Arshad" userId="cccdfd85-d35d-4453-9c6f-a463aae40722" providerId="ADAL" clId="{97C00DA4-6F9F-4A83-996B-9231DC603249}" dt="2024-10-27T08:06:50.487" v="774" actId="207"/>
          <ac:spMkLst>
            <pc:docMk/>
            <pc:sldMk cId="0" sldId="276"/>
            <ac:spMk id="2" creationId="{00000000-0000-0000-0000-000000000000}"/>
          </ac:spMkLst>
        </pc:spChg>
        <pc:spChg chg="mod">
          <ac:chgData name="Ms Alina Arshad" userId="cccdfd85-d35d-4453-9c6f-a463aae40722" providerId="ADAL" clId="{97C00DA4-6F9F-4A83-996B-9231DC603249}" dt="2024-10-27T08:22:22.890" v="1068" actId="20577"/>
          <ac:spMkLst>
            <pc:docMk/>
            <pc:sldMk cId="0" sldId="276"/>
            <ac:spMk id="3" creationId="{00000000-0000-0000-0000-000000000000}"/>
          </ac:spMkLst>
        </pc:spChg>
        <pc:graphicFrameChg chg="del mod">
          <ac:chgData name="Ms Alina Arshad" userId="cccdfd85-d35d-4453-9c6f-a463aae40722" providerId="ADAL" clId="{97C00DA4-6F9F-4A83-996B-9231DC603249}" dt="2024-10-27T08:22:03.502" v="1024" actId="478"/>
          <ac:graphicFrameMkLst>
            <pc:docMk/>
            <pc:sldMk cId="0" sldId="276"/>
            <ac:graphicFrameMk id="4" creationId="{00000000-0000-0000-0000-000000000000}"/>
          </ac:graphicFrameMkLst>
        </pc:graphicFrameChg>
        <pc:graphicFrameChg chg="add mod modGraphic">
          <ac:chgData name="Ms Alina Arshad" userId="cccdfd85-d35d-4453-9c6f-a463aae40722" providerId="ADAL" clId="{97C00DA4-6F9F-4A83-996B-9231DC603249}" dt="2024-10-27T08:52:01.706" v="1109" actId="1076"/>
          <ac:graphicFrameMkLst>
            <pc:docMk/>
            <pc:sldMk cId="0" sldId="276"/>
            <ac:graphicFrameMk id="5" creationId="{6075FC9C-793E-D69E-F7A7-0BE4DED28A8B}"/>
          </ac:graphicFrameMkLst>
        </pc:graphicFrameChg>
      </pc:sldChg>
      <pc:sldChg chg="modSp mod">
        <pc:chgData name="Ms Alina Arshad" userId="cccdfd85-d35d-4453-9c6f-a463aae40722" providerId="ADAL" clId="{97C00DA4-6F9F-4A83-996B-9231DC603249}" dt="2024-10-26T15:12:09.890" v="17" actId="20577"/>
        <pc:sldMkLst>
          <pc:docMk/>
          <pc:sldMk cId="0" sldId="296"/>
        </pc:sldMkLst>
        <pc:spChg chg="mod">
          <ac:chgData name="Ms Alina Arshad" userId="cccdfd85-d35d-4453-9c6f-a463aae40722" providerId="ADAL" clId="{97C00DA4-6F9F-4A83-996B-9231DC603249}" dt="2024-10-26T15:12:09.890" v="17" actId="20577"/>
          <ac:spMkLst>
            <pc:docMk/>
            <pc:sldMk cId="0" sldId="296"/>
            <ac:spMk id="2" creationId="{00000000-0000-0000-0000-000000000000}"/>
          </ac:spMkLst>
        </pc:spChg>
      </pc:sldChg>
      <pc:sldChg chg="modSp mod">
        <pc:chgData name="Ms Alina Arshad" userId="cccdfd85-d35d-4453-9c6f-a463aae40722" providerId="ADAL" clId="{97C00DA4-6F9F-4A83-996B-9231DC603249}" dt="2024-10-26T15:26:02.084" v="24" actId="1076"/>
        <pc:sldMkLst>
          <pc:docMk/>
          <pc:sldMk cId="0" sldId="298"/>
        </pc:sldMkLst>
        <pc:picChg chg="mod">
          <ac:chgData name="Ms Alina Arshad" userId="cccdfd85-d35d-4453-9c6f-a463aae40722" providerId="ADAL" clId="{97C00DA4-6F9F-4A83-996B-9231DC603249}" dt="2024-10-26T15:26:02.084" v="24" actId="1076"/>
          <ac:picMkLst>
            <pc:docMk/>
            <pc:sldMk cId="0" sldId="298"/>
            <ac:picMk id="4" creationId="{00000000-0000-0000-0000-000000000000}"/>
          </ac:picMkLst>
        </pc:picChg>
      </pc:sldChg>
      <pc:sldChg chg="modSp mod">
        <pc:chgData name="Ms Alina Arshad" userId="cccdfd85-d35d-4453-9c6f-a463aae40722" providerId="ADAL" clId="{97C00DA4-6F9F-4A83-996B-9231DC603249}" dt="2024-10-26T15:27:29.296" v="26" actId="1076"/>
        <pc:sldMkLst>
          <pc:docMk/>
          <pc:sldMk cId="0" sldId="299"/>
        </pc:sldMkLst>
        <pc:picChg chg="mod">
          <ac:chgData name="Ms Alina Arshad" userId="cccdfd85-d35d-4453-9c6f-a463aae40722" providerId="ADAL" clId="{97C00DA4-6F9F-4A83-996B-9231DC603249}" dt="2024-10-26T15:27:29.296" v="26" actId="1076"/>
          <ac:picMkLst>
            <pc:docMk/>
            <pc:sldMk cId="0" sldId="299"/>
            <ac:picMk id="4" creationId="{00000000-0000-0000-0000-000000000000}"/>
          </ac:picMkLst>
        </pc:picChg>
      </pc:sldChg>
      <pc:sldChg chg="modSp mod">
        <pc:chgData name="Ms Alina Arshad" userId="cccdfd85-d35d-4453-9c6f-a463aae40722" providerId="ADAL" clId="{97C00DA4-6F9F-4A83-996B-9231DC603249}" dt="2024-10-26T15:28:01.864" v="30" actId="20577"/>
        <pc:sldMkLst>
          <pc:docMk/>
          <pc:sldMk cId="0" sldId="300"/>
        </pc:sldMkLst>
        <pc:spChg chg="mod">
          <ac:chgData name="Ms Alina Arshad" userId="cccdfd85-d35d-4453-9c6f-a463aae40722" providerId="ADAL" clId="{97C00DA4-6F9F-4A83-996B-9231DC603249}" dt="2024-10-26T15:28:01.864" v="30" actId="20577"/>
          <ac:spMkLst>
            <pc:docMk/>
            <pc:sldMk cId="0" sldId="300"/>
            <ac:spMk id="3" creationId="{00000000-0000-0000-0000-000000000000}"/>
          </ac:spMkLst>
        </pc:spChg>
      </pc:sldChg>
      <pc:sldChg chg="modSp mod">
        <pc:chgData name="Ms Alina Arshad" userId="cccdfd85-d35d-4453-9c6f-a463aae40722" providerId="ADAL" clId="{97C00DA4-6F9F-4A83-996B-9231DC603249}" dt="2024-10-27T06:15:14.898" v="47" actId="20577"/>
        <pc:sldMkLst>
          <pc:docMk/>
          <pc:sldMk cId="0" sldId="301"/>
        </pc:sldMkLst>
        <pc:spChg chg="mod">
          <ac:chgData name="Ms Alina Arshad" userId="cccdfd85-d35d-4453-9c6f-a463aae40722" providerId="ADAL" clId="{97C00DA4-6F9F-4A83-996B-9231DC603249}" dt="2024-10-27T06:14:16.589" v="41" actId="15"/>
          <ac:spMkLst>
            <pc:docMk/>
            <pc:sldMk cId="0" sldId="301"/>
            <ac:spMk id="3" creationId="{00000000-0000-0000-0000-000000000000}"/>
          </ac:spMkLst>
        </pc:spChg>
        <pc:spChg chg="mod">
          <ac:chgData name="Ms Alina Arshad" userId="cccdfd85-d35d-4453-9c6f-a463aae40722" providerId="ADAL" clId="{97C00DA4-6F9F-4A83-996B-9231DC603249}" dt="2024-10-27T06:15:05.031" v="45" actId="1076"/>
          <ac:spMkLst>
            <pc:docMk/>
            <pc:sldMk cId="0" sldId="301"/>
            <ac:spMk id="5" creationId="{00000000-0000-0000-0000-000000000000}"/>
          </ac:spMkLst>
        </pc:spChg>
        <pc:spChg chg="mod">
          <ac:chgData name="Ms Alina Arshad" userId="cccdfd85-d35d-4453-9c6f-a463aae40722" providerId="ADAL" clId="{97C00DA4-6F9F-4A83-996B-9231DC603249}" dt="2024-10-27T06:15:14.898" v="47" actId="20577"/>
          <ac:spMkLst>
            <pc:docMk/>
            <pc:sldMk cId="0" sldId="301"/>
            <ac:spMk id="6" creationId="{00000000-0000-0000-0000-000000000000}"/>
          </ac:spMkLst>
        </pc:spChg>
      </pc:sldChg>
      <pc:sldChg chg="modSp mod">
        <pc:chgData name="Ms Alina Arshad" userId="cccdfd85-d35d-4453-9c6f-a463aae40722" providerId="ADAL" clId="{97C00DA4-6F9F-4A83-996B-9231DC603249}" dt="2024-10-27T06:21:20.833" v="93" actId="1076"/>
        <pc:sldMkLst>
          <pc:docMk/>
          <pc:sldMk cId="0" sldId="302"/>
        </pc:sldMkLst>
        <pc:spChg chg="mod">
          <ac:chgData name="Ms Alina Arshad" userId="cccdfd85-d35d-4453-9c6f-a463aae40722" providerId="ADAL" clId="{97C00DA4-6F9F-4A83-996B-9231DC603249}" dt="2024-10-26T15:06:17.962" v="0" actId="207"/>
          <ac:spMkLst>
            <pc:docMk/>
            <pc:sldMk cId="0" sldId="302"/>
            <ac:spMk id="2" creationId="{00000000-0000-0000-0000-000000000000}"/>
          </ac:spMkLst>
        </pc:spChg>
        <pc:spChg chg="mod">
          <ac:chgData name="Ms Alina Arshad" userId="cccdfd85-d35d-4453-9c6f-a463aae40722" providerId="ADAL" clId="{97C00DA4-6F9F-4A83-996B-9231DC603249}" dt="2024-10-27T06:21:18.516" v="92" actId="1076"/>
          <ac:spMkLst>
            <pc:docMk/>
            <pc:sldMk cId="0" sldId="302"/>
            <ac:spMk id="4" creationId="{00000000-0000-0000-0000-000000000000}"/>
          </ac:spMkLst>
        </pc:spChg>
        <pc:picChg chg="mod">
          <ac:chgData name="Ms Alina Arshad" userId="cccdfd85-d35d-4453-9c6f-a463aae40722" providerId="ADAL" clId="{97C00DA4-6F9F-4A83-996B-9231DC603249}" dt="2024-10-27T06:21:20.833" v="93" actId="1076"/>
          <ac:picMkLst>
            <pc:docMk/>
            <pc:sldMk cId="0" sldId="302"/>
            <ac:picMk id="5" creationId="{00000000-0000-0000-0000-000000000000}"/>
          </ac:picMkLst>
        </pc:picChg>
      </pc:sldChg>
      <pc:sldChg chg="addSp delSp modSp mod">
        <pc:chgData name="Ms Alina Arshad" userId="cccdfd85-d35d-4453-9c6f-a463aae40722" providerId="ADAL" clId="{97C00DA4-6F9F-4A83-996B-9231DC603249}" dt="2024-10-27T06:30:36.762" v="226" actId="1076"/>
        <pc:sldMkLst>
          <pc:docMk/>
          <pc:sldMk cId="0" sldId="303"/>
        </pc:sldMkLst>
        <pc:spChg chg="mod">
          <ac:chgData name="Ms Alina Arshad" userId="cccdfd85-d35d-4453-9c6f-a463aae40722" providerId="ADAL" clId="{97C00DA4-6F9F-4A83-996B-9231DC603249}" dt="2024-10-27T06:23:22.027" v="111" actId="1076"/>
          <ac:spMkLst>
            <pc:docMk/>
            <pc:sldMk cId="0" sldId="303"/>
            <ac:spMk id="2" creationId="{00000000-0000-0000-0000-000000000000}"/>
          </ac:spMkLst>
        </pc:spChg>
        <pc:spChg chg="add mod">
          <ac:chgData name="Ms Alina Arshad" userId="cccdfd85-d35d-4453-9c6f-a463aae40722" providerId="ADAL" clId="{97C00DA4-6F9F-4A83-996B-9231DC603249}" dt="2024-10-27T06:30:32.260" v="225" actId="20577"/>
          <ac:spMkLst>
            <pc:docMk/>
            <pc:sldMk cId="0" sldId="303"/>
            <ac:spMk id="5" creationId="{9EAA6047-566F-F0C4-6E24-9D8365AB072D}"/>
          </ac:spMkLst>
        </pc:spChg>
        <pc:spChg chg="mod">
          <ac:chgData name="Ms Alina Arshad" userId="cccdfd85-d35d-4453-9c6f-a463aae40722" providerId="ADAL" clId="{97C00DA4-6F9F-4A83-996B-9231DC603249}" dt="2024-10-27T06:25:36.583" v="139" actId="403"/>
          <ac:spMkLst>
            <pc:docMk/>
            <pc:sldMk cId="0" sldId="303"/>
            <ac:spMk id="7" creationId="{926D0ABD-DBD8-C385-0738-2D1D2A504C5F}"/>
          </ac:spMkLst>
        </pc:spChg>
        <pc:spChg chg="mod">
          <ac:chgData name="Ms Alina Arshad" userId="cccdfd85-d35d-4453-9c6f-a463aae40722" providerId="ADAL" clId="{97C00DA4-6F9F-4A83-996B-9231DC603249}" dt="2024-10-27T06:25:36.583" v="139" actId="403"/>
          <ac:spMkLst>
            <pc:docMk/>
            <pc:sldMk cId="0" sldId="303"/>
            <ac:spMk id="8" creationId="{3DF0535D-6101-3C22-1CB4-54A8F493378D}"/>
          </ac:spMkLst>
        </pc:spChg>
        <pc:spChg chg="mod">
          <ac:chgData name="Ms Alina Arshad" userId="cccdfd85-d35d-4453-9c6f-a463aae40722" providerId="ADAL" clId="{97C00DA4-6F9F-4A83-996B-9231DC603249}" dt="2024-10-27T06:25:36.583" v="139" actId="403"/>
          <ac:spMkLst>
            <pc:docMk/>
            <pc:sldMk cId="0" sldId="303"/>
            <ac:spMk id="9" creationId="{270A7995-B682-1031-3FA4-8993901D3F19}"/>
          </ac:spMkLst>
        </pc:spChg>
        <pc:spChg chg="mod">
          <ac:chgData name="Ms Alina Arshad" userId="cccdfd85-d35d-4453-9c6f-a463aae40722" providerId="ADAL" clId="{97C00DA4-6F9F-4A83-996B-9231DC603249}" dt="2024-10-27T06:25:36.583" v="139" actId="403"/>
          <ac:spMkLst>
            <pc:docMk/>
            <pc:sldMk cId="0" sldId="303"/>
            <ac:spMk id="10" creationId="{05DA20AF-A5A1-9A38-A654-C56CC5BB5D2D}"/>
          </ac:spMkLst>
        </pc:spChg>
        <pc:spChg chg="mod">
          <ac:chgData name="Ms Alina Arshad" userId="cccdfd85-d35d-4453-9c6f-a463aae40722" providerId="ADAL" clId="{97C00DA4-6F9F-4A83-996B-9231DC603249}" dt="2024-10-27T06:29:57.190" v="161"/>
          <ac:spMkLst>
            <pc:docMk/>
            <pc:sldMk cId="0" sldId="303"/>
            <ac:spMk id="12" creationId="{B4DB3521-FA6A-AEE0-287E-0F1236B2FB16}"/>
          </ac:spMkLst>
        </pc:spChg>
        <pc:spChg chg="mod">
          <ac:chgData name="Ms Alina Arshad" userId="cccdfd85-d35d-4453-9c6f-a463aae40722" providerId="ADAL" clId="{97C00DA4-6F9F-4A83-996B-9231DC603249}" dt="2024-10-27T06:29:57.190" v="161"/>
          <ac:spMkLst>
            <pc:docMk/>
            <pc:sldMk cId="0" sldId="303"/>
            <ac:spMk id="13" creationId="{416696B5-61DD-A7C1-B234-80C2B2A3C710}"/>
          </ac:spMkLst>
        </pc:spChg>
        <pc:spChg chg="mod">
          <ac:chgData name="Ms Alina Arshad" userId="cccdfd85-d35d-4453-9c6f-a463aae40722" providerId="ADAL" clId="{97C00DA4-6F9F-4A83-996B-9231DC603249}" dt="2024-10-27T06:29:57.190" v="161"/>
          <ac:spMkLst>
            <pc:docMk/>
            <pc:sldMk cId="0" sldId="303"/>
            <ac:spMk id="14" creationId="{850CB375-F02B-DA3A-CEB8-4255E5E6BBEB}"/>
          </ac:spMkLst>
        </pc:spChg>
        <pc:spChg chg="mod">
          <ac:chgData name="Ms Alina Arshad" userId="cccdfd85-d35d-4453-9c6f-a463aae40722" providerId="ADAL" clId="{97C00DA4-6F9F-4A83-996B-9231DC603249}" dt="2024-10-27T06:29:57.190" v="161"/>
          <ac:spMkLst>
            <pc:docMk/>
            <pc:sldMk cId="0" sldId="303"/>
            <ac:spMk id="15" creationId="{A427F5B0-0D94-41F9-2A3A-22C62CCECA3C}"/>
          </ac:spMkLst>
        </pc:spChg>
        <pc:grpChg chg="add mod">
          <ac:chgData name="Ms Alina Arshad" userId="cccdfd85-d35d-4453-9c6f-a463aae40722" providerId="ADAL" clId="{97C00DA4-6F9F-4A83-996B-9231DC603249}" dt="2024-10-27T06:25:44.053" v="143" actId="1035"/>
          <ac:grpSpMkLst>
            <pc:docMk/>
            <pc:sldMk cId="0" sldId="303"/>
            <ac:grpSpMk id="6" creationId="{C2272210-1D68-775F-E339-FBEB84798FD1}"/>
          </ac:grpSpMkLst>
        </pc:grpChg>
        <pc:grpChg chg="add mod">
          <ac:chgData name="Ms Alina Arshad" userId="cccdfd85-d35d-4453-9c6f-a463aae40722" providerId="ADAL" clId="{97C00DA4-6F9F-4A83-996B-9231DC603249}" dt="2024-10-27T06:30:36.762" v="226" actId="1076"/>
          <ac:grpSpMkLst>
            <pc:docMk/>
            <pc:sldMk cId="0" sldId="303"/>
            <ac:grpSpMk id="11" creationId="{213D3766-05C3-27C3-B840-125397C364CA}"/>
          </ac:grpSpMkLst>
        </pc:grpChg>
        <pc:picChg chg="del mod">
          <ac:chgData name="Ms Alina Arshad" userId="cccdfd85-d35d-4453-9c6f-a463aae40722" providerId="ADAL" clId="{97C00DA4-6F9F-4A83-996B-9231DC603249}" dt="2024-10-27T06:22:29.764" v="99" actId="478"/>
          <ac:picMkLst>
            <pc:docMk/>
            <pc:sldMk cId="0" sldId="303"/>
            <ac:picMk id="3" creationId="{00000000-0000-0000-0000-000000000000}"/>
          </ac:picMkLst>
        </pc:picChg>
        <pc:picChg chg="del mod">
          <ac:chgData name="Ms Alina Arshad" userId="cccdfd85-d35d-4453-9c6f-a463aae40722" providerId="ADAL" clId="{97C00DA4-6F9F-4A83-996B-9231DC603249}" dt="2024-10-27T06:23:01.338" v="106" actId="21"/>
          <ac:picMkLst>
            <pc:docMk/>
            <pc:sldMk cId="0" sldId="303"/>
            <ac:picMk id="4" creationId="{00000000-0000-0000-0000-000000000000}"/>
          </ac:picMkLst>
        </pc:picChg>
      </pc:sldChg>
      <pc:sldChg chg="addSp delSp modSp mod">
        <pc:chgData name="Ms Alina Arshad" userId="cccdfd85-d35d-4453-9c6f-a463aae40722" providerId="ADAL" clId="{97C00DA4-6F9F-4A83-996B-9231DC603249}" dt="2024-10-27T06:42:37.429" v="437" actId="1076"/>
        <pc:sldMkLst>
          <pc:docMk/>
          <pc:sldMk cId="0" sldId="304"/>
        </pc:sldMkLst>
        <pc:spChg chg="add del mod">
          <ac:chgData name="Ms Alina Arshad" userId="cccdfd85-d35d-4453-9c6f-a463aae40722" providerId="ADAL" clId="{97C00DA4-6F9F-4A83-996B-9231DC603249}" dt="2024-10-27T06:42:27.765" v="434" actId="478"/>
          <ac:spMkLst>
            <pc:docMk/>
            <pc:sldMk cId="0" sldId="304"/>
            <ac:spMk id="6" creationId="{5A22581C-8E95-EB68-E8DB-562757DF2CF5}"/>
          </ac:spMkLst>
        </pc:spChg>
        <pc:picChg chg="del mod">
          <ac:chgData name="Ms Alina Arshad" userId="cccdfd85-d35d-4453-9c6f-a463aae40722" providerId="ADAL" clId="{97C00DA4-6F9F-4A83-996B-9231DC603249}" dt="2024-10-27T06:41:46.745" v="430" actId="478"/>
          <ac:picMkLst>
            <pc:docMk/>
            <pc:sldMk cId="0" sldId="304"/>
            <ac:picMk id="2" creationId="{00000000-0000-0000-0000-000000000000}"/>
          </ac:picMkLst>
        </pc:picChg>
        <pc:picChg chg="mod">
          <ac:chgData name="Ms Alina Arshad" userId="cccdfd85-d35d-4453-9c6f-a463aae40722" providerId="ADAL" clId="{97C00DA4-6F9F-4A83-996B-9231DC603249}" dt="2024-10-27T06:42:37.429" v="437" actId="1076"/>
          <ac:picMkLst>
            <pc:docMk/>
            <pc:sldMk cId="0" sldId="304"/>
            <ac:picMk id="3" creationId="{00000000-0000-0000-0000-000000000000}"/>
          </ac:picMkLst>
        </pc:picChg>
      </pc:sldChg>
      <pc:sldChg chg="addSp delSp modSp mod">
        <pc:chgData name="Ms Alina Arshad" userId="cccdfd85-d35d-4453-9c6f-a463aae40722" providerId="ADAL" clId="{97C00DA4-6F9F-4A83-996B-9231DC603249}" dt="2024-10-27T06:43:24.281" v="443" actId="1076"/>
        <pc:sldMkLst>
          <pc:docMk/>
          <pc:sldMk cId="0" sldId="305"/>
        </pc:sldMkLst>
        <pc:picChg chg="del mod">
          <ac:chgData name="Ms Alina Arshad" userId="cccdfd85-d35d-4453-9c6f-a463aae40722" providerId="ADAL" clId="{97C00DA4-6F9F-4A83-996B-9231DC603249}" dt="2024-10-27T06:42:45.346" v="438" actId="478"/>
          <ac:picMkLst>
            <pc:docMk/>
            <pc:sldMk cId="0" sldId="305"/>
            <ac:picMk id="2" creationId="{00000000-0000-0000-0000-000000000000}"/>
          </ac:picMkLst>
        </pc:picChg>
        <pc:picChg chg="add mod">
          <ac:chgData name="Ms Alina Arshad" userId="cccdfd85-d35d-4453-9c6f-a463aae40722" providerId="ADAL" clId="{97C00DA4-6F9F-4A83-996B-9231DC603249}" dt="2024-10-27T06:43:24.281" v="443" actId="1076"/>
          <ac:picMkLst>
            <pc:docMk/>
            <pc:sldMk cId="0" sldId="305"/>
            <ac:picMk id="5" creationId="{2EFB6592-6AB2-4FD2-31F1-B8C52261B3E4}"/>
          </ac:picMkLst>
        </pc:picChg>
      </pc:sldChg>
      <pc:sldChg chg="addSp delSp modSp mod">
        <pc:chgData name="Ms Alina Arshad" userId="cccdfd85-d35d-4453-9c6f-a463aae40722" providerId="ADAL" clId="{97C00DA4-6F9F-4A83-996B-9231DC603249}" dt="2024-10-27T08:51:54.411" v="1107" actId="22"/>
        <pc:sldMkLst>
          <pc:docMk/>
          <pc:sldMk cId="0" sldId="306"/>
        </pc:sldMkLst>
        <pc:spChg chg="add del mod">
          <ac:chgData name="Ms Alina Arshad" userId="cccdfd85-d35d-4453-9c6f-a463aae40722" providerId="ADAL" clId="{97C00DA4-6F9F-4A83-996B-9231DC603249}" dt="2024-10-27T08:51:54.411" v="1107" actId="22"/>
          <ac:spMkLst>
            <pc:docMk/>
            <pc:sldMk cId="0" sldId="306"/>
            <ac:spMk id="5" creationId="{7518D3C0-14BC-18BD-0014-B0B12CC414C3}"/>
          </ac:spMkLst>
        </pc:spChg>
        <pc:picChg chg="add del mod">
          <ac:chgData name="Ms Alina Arshad" userId="cccdfd85-d35d-4453-9c6f-a463aae40722" providerId="ADAL" clId="{97C00DA4-6F9F-4A83-996B-9231DC603249}" dt="2024-10-27T08:51:54.085" v="1106" actId="478"/>
          <ac:picMkLst>
            <pc:docMk/>
            <pc:sldMk cId="0" sldId="306"/>
            <ac:picMk id="2" creationId="{00000000-0000-0000-0000-000000000000}"/>
          </ac:picMkLst>
        </pc:picChg>
      </pc:sldChg>
      <pc:sldChg chg="addSp modSp new del mod">
        <pc:chgData name="Ms Alina Arshad" userId="cccdfd85-d35d-4453-9c6f-a463aae40722" providerId="ADAL" clId="{97C00DA4-6F9F-4A83-996B-9231DC603249}" dt="2024-10-26T15:24:18.366" v="22" actId="47"/>
        <pc:sldMkLst>
          <pc:docMk/>
          <pc:sldMk cId="1966936070" sldId="308"/>
        </pc:sldMkLst>
        <pc:picChg chg="add mod">
          <ac:chgData name="Ms Alina Arshad" userId="cccdfd85-d35d-4453-9c6f-a463aae40722" providerId="ADAL" clId="{97C00DA4-6F9F-4A83-996B-9231DC603249}" dt="2024-10-26T15:24:03.427" v="21" actId="1076"/>
          <ac:picMkLst>
            <pc:docMk/>
            <pc:sldMk cId="1966936070" sldId="308"/>
            <ac:picMk id="3" creationId="{D7C8895E-FDC5-0B9D-DC7D-F27ECC390578}"/>
          </ac:picMkLst>
        </pc:picChg>
      </pc:sldChg>
      <pc:sldChg chg="addSp delSp modSp new mod">
        <pc:chgData name="Ms Alina Arshad" userId="cccdfd85-d35d-4453-9c6f-a463aae40722" providerId="ADAL" clId="{97C00DA4-6F9F-4A83-996B-9231DC603249}" dt="2024-10-27T06:46:36.311" v="456" actId="20577"/>
        <pc:sldMkLst>
          <pc:docMk/>
          <pc:sldMk cId="2062406901" sldId="308"/>
        </pc:sldMkLst>
        <pc:spChg chg="del">
          <ac:chgData name="Ms Alina Arshad" userId="cccdfd85-d35d-4453-9c6f-a463aae40722" providerId="ADAL" clId="{97C00DA4-6F9F-4A83-996B-9231DC603249}" dt="2024-10-27T06:31:42.586" v="227"/>
          <ac:spMkLst>
            <pc:docMk/>
            <pc:sldMk cId="2062406901" sldId="308"/>
            <ac:spMk id="2" creationId="{64261432-9DDF-B333-EAC9-1EBB965E0C5E}"/>
          </ac:spMkLst>
        </pc:spChg>
        <pc:spChg chg="del">
          <ac:chgData name="Ms Alina Arshad" userId="cccdfd85-d35d-4453-9c6f-a463aae40722" providerId="ADAL" clId="{97C00DA4-6F9F-4A83-996B-9231DC603249}" dt="2024-10-27T06:23:03.466" v="107"/>
          <ac:spMkLst>
            <pc:docMk/>
            <pc:sldMk cId="2062406901" sldId="308"/>
            <ac:spMk id="3" creationId="{4EF1AC37-7D33-E4D6-CE9A-5A3DFA3EB437}"/>
          </ac:spMkLst>
        </pc:spChg>
        <pc:spChg chg="add mod">
          <ac:chgData name="Ms Alina Arshad" userId="cccdfd85-d35d-4453-9c6f-a463aae40722" providerId="ADAL" clId="{97C00DA4-6F9F-4A83-996B-9231DC603249}" dt="2024-10-27T06:35:47.371" v="383" actId="1076"/>
          <ac:spMkLst>
            <pc:docMk/>
            <pc:sldMk cId="2062406901" sldId="308"/>
            <ac:spMk id="5" creationId="{2D74D770-D1C9-A90F-10FC-069A347C9C02}"/>
          </ac:spMkLst>
        </pc:spChg>
        <pc:spChg chg="add del mod">
          <ac:chgData name="Ms Alina Arshad" userId="cccdfd85-d35d-4453-9c6f-a463aae40722" providerId="ADAL" clId="{97C00DA4-6F9F-4A83-996B-9231DC603249}" dt="2024-10-27T06:31:47.838" v="229" actId="478"/>
          <ac:spMkLst>
            <pc:docMk/>
            <pc:sldMk cId="2062406901" sldId="308"/>
            <ac:spMk id="7" creationId="{E6D6E38C-7E2F-C9A3-A489-CB9F5D795CE3}"/>
          </ac:spMkLst>
        </pc:spChg>
        <pc:spChg chg="add mod">
          <ac:chgData name="Ms Alina Arshad" userId="cccdfd85-d35d-4453-9c6f-a463aae40722" providerId="ADAL" clId="{97C00DA4-6F9F-4A83-996B-9231DC603249}" dt="2024-10-27T06:46:36.311" v="456" actId="20577"/>
          <ac:spMkLst>
            <pc:docMk/>
            <pc:sldMk cId="2062406901" sldId="308"/>
            <ac:spMk id="9" creationId="{ACF867DE-72BC-3B3C-2C82-ABDB8AF65617}"/>
          </ac:spMkLst>
        </pc:spChg>
        <pc:spChg chg="mod">
          <ac:chgData name="Ms Alina Arshad" userId="cccdfd85-d35d-4453-9c6f-a463aae40722" providerId="ADAL" clId="{97C00DA4-6F9F-4A83-996B-9231DC603249}" dt="2024-10-27T06:33:44.033" v="248"/>
          <ac:spMkLst>
            <pc:docMk/>
            <pc:sldMk cId="2062406901" sldId="308"/>
            <ac:spMk id="11" creationId="{CAAC6009-69FE-FFF3-B136-DFC201A94163}"/>
          </ac:spMkLst>
        </pc:spChg>
        <pc:spChg chg="mod">
          <ac:chgData name="Ms Alina Arshad" userId="cccdfd85-d35d-4453-9c6f-a463aae40722" providerId="ADAL" clId="{97C00DA4-6F9F-4A83-996B-9231DC603249}" dt="2024-10-27T06:33:44.033" v="248"/>
          <ac:spMkLst>
            <pc:docMk/>
            <pc:sldMk cId="2062406901" sldId="308"/>
            <ac:spMk id="12" creationId="{7776D532-35BE-7B63-BDAA-D00854698763}"/>
          </ac:spMkLst>
        </pc:spChg>
        <pc:spChg chg="mod">
          <ac:chgData name="Ms Alina Arshad" userId="cccdfd85-d35d-4453-9c6f-a463aae40722" providerId="ADAL" clId="{97C00DA4-6F9F-4A83-996B-9231DC603249}" dt="2024-10-27T06:33:44.033" v="248"/>
          <ac:spMkLst>
            <pc:docMk/>
            <pc:sldMk cId="2062406901" sldId="308"/>
            <ac:spMk id="13" creationId="{CCBEF00D-49AD-4ABD-B146-B09A82260318}"/>
          </ac:spMkLst>
        </pc:spChg>
        <pc:spChg chg="mod">
          <ac:chgData name="Ms Alina Arshad" userId="cccdfd85-d35d-4453-9c6f-a463aae40722" providerId="ADAL" clId="{97C00DA4-6F9F-4A83-996B-9231DC603249}" dt="2024-10-27T06:33:44.033" v="248"/>
          <ac:spMkLst>
            <pc:docMk/>
            <pc:sldMk cId="2062406901" sldId="308"/>
            <ac:spMk id="14" creationId="{1E96A49B-E40B-F56B-9B1D-A0CF113BA87C}"/>
          </ac:spMkLst>
        </pc:spChg>
        <pc:spChg chg="mod">
          <ac:chgData name="Ms Alina Arshad" userId="cccdfd85-d35d-4453-9c6f-a463aae40722" providerId="ADAL" clId="{97C00DA4-6F9F-4A83-996B-9231DC603249}" dt="2024-10-27T06:34:43.642" v="312"/>
          <ac:spMkLst>
            <pc:docMk/>
            <pc:sldMk cId="2062406901" sldId="308"/>
            <ac:spMk id="16" creationId="{5D715366-160E-50E5-E061-AB4F25C2BC01}"/>
          </ac:spMkLst>
        </pc:spChg>
        <pc:spChg chg="mod">
          <ac:chgData name="Ms Alina Arshad" userId="cccdfd85-d35d-4453-9c6f-a463aae40722" providerId="ADAL" clId="{97C00DA4-6F9F-4A83-996B-9231DC603249}" dt="2024-10-27T06:34:43.642" v="312"/>
          <ac:spMkLst>
            <pc:docMk/>
            <pc:sldMk cId="2062406901" sldId="308"/>
            <ac:spMk id="17" creationId="{DFC167DE-43F4-DF75-FED7-0A97828003A6}"/>
          </ac:spMkLst>
        </pc:spChg>
        <pc:spChg chg="mod">
          <ac:chgData name="Ms Alina Arshad" userId="cccdfd85-d35d-4453-9c6f-a463aae40722" providerId="ADAL" clId="{97C00DA4-6F9F-4A83-996B-9231DC603249}" dt="2024-10-27T06:34:43.642" v="312"/>
          <ac:spMkLst>
            <pc:docMk/>
            <pc:sldMk cId="2062406901" sldId="308"/>
            <ac:spMk id="18" creationId="{04E662E4-64AD-00C8-A2EC-1D2F1D99A0E1}"/>
          </ac:spMkLst>
        </pc:spChg>
        <pc:spChg chg="mod">
          <ac:chgData name="Ms Alina Arshad" userId="cccdfd85-d35d-4453-9c6f-a463aae40722" providerId="ADAL" clId="{97C00DA4-6F9F-4A83-996B-9231DC603249}" dt="2024-10-27T06:34:43.642" v="312"/>
          <ac:spMkLst>
            <pc:docMk/>
            <pc:sldMk cId="2062406901" sldId="308"/>
            <ac:spMk id="19" creationId="{C6FE551A-5D6A-5C9A-0488-036CA7C15C57}"/>
          </ac:spMkLst>
        </pc:spChg>
        <pc:grpChg chg="add mod">
          <ac:chgData name="Ms Alina Arshad" userId="cccdfd85-d35d-4453-9c6f-a463aae40722" providerId="ADAL" clId="{97C00DA4-6F9F-4A83-996B-9231DC603249}" dt="2024-10-27T06:35:52.005" v="384" actId="1076"/>
          <ac:grpSpMkLst>
            <pc:docMk/>
            <pc:sldMk cId="2062406901" sldId="308"/>
            <ac:grpSpMk id="10" creationId="{3B14EE75-0987-4199-2E7A-F7F7A89A7E02}"/>
          </ac:grpSpMkLst>
        </pc:grpChg>
        <pc:grpChg chg="add mod">
          <ac:chgData name="Ms Alina Arshad" userId="cccdfd85-d35d-4453-9c6f-a463aae40722" providerId="ADAL" clId="{97C00DA4-6F9F-4A83-996B-9231DC603249}" dt="2024-10-27T06:35:59.342" v="385" actId="1076"/>
          <ac:grpSpMkLst>
            <pc:docMk/>
            <pc:sldMk cId="2062406901" sldId="308"/>
            <ac:grpSpMk id="15" creationId="{BBDF864B-10DF-5B89-986D-063B7F488405}"/>
          </ac:grpSpMkLst>
        </pc:grpChg>
        <pc:picChg chg="add del mod">
          <ac:chgData name="Ms Alina Arshad" userId="cccdfd85-d35d-4453-9c6f-a463aae40722" providerId="ADAL" clId="{97C00DA4-6F9F-4A83-996B-9231DC603249}" dt="2024-10-27T06:31:45.289" v="228" actId="478"/>
          <ac:picMkLst>
            <pc:docMk/>
            <pc:sldMk cId="2062406901" sldId="308"/>
            <ac:picMk id="4" creationId="{00000000-0000-0000-0000-000000000000}"/>
          </ac:picMkLst>
        </pc:picChg>
      </pc:sldChg>
      <pc:sldChg chg="addSp delSp modSp new del">
        <pc:chgData name="Ms Alina Arshad" userId="cccdfd85-d35d-4453-9c6f-a463aae40722" providerId="ADAL" clId="{97C00DA4-6F9F-4A83-996B-9231DC603249}" dt="2024-10-26T15:11:49.513" v="3" actId="47"/>
        <pc:sldMkLst>
          <pc:docMk/>
          <pc:sldMk cId="3656474684" sldId="308"/>
        </pc:sldMkLst>
        <pc:spChg chg="del">
          <ac:chgData name="Ms Alina Arshad" userId="cccdfd85-d35d-4453-9c6f-a463aae40722" providerId="ADAL" clId="{97C00DA4-6F9F-4A83-996B-9231DC603249}" dt="2024-10-26T15:11:31.727" v="2"/>
          <ac:spMkLst>
            <pc:docMk/>
            <pc:sldMk cId="3656474684" sldId="308"/>
            <ac:spMk id="2" creationId="{2C5E8CC2-0FBF-7C39-A2BC-AB1D96E84DEC}"/>
          </ac:spMkLst>
        </pc:spChg>
        <pc:spChg chg="add mod">
          <ac:chgData name="Ms Alina Arshad" userId="cccdfd85-d35d-4453-9c6f-a463aae40722" providerId="ADAL" clId="{97C00DA4-6F9F-4A83-996B-9231DC603249}" dt="2024-10-26T15:11:31.727" v="2"/>
          <ac:spMkLst>
            <pc:docMk/>
            <pc:sldMk cId="3656474684" sldId="308"/>
            <ac:spMk id="4" creationId="{A23F0AC3-E057-9A4F-0ADB-3013DD885288}"/>
          </ac:spMkLst>
        </pc:spChg>
      </pc:sldChg>
      <pc:sldChg chg="addSp delSp modSp new mod">
        <pc:chgData name="Ms Alina Arshad" userId="cccdfd85-d35d-4453-9c6f-a463aae40722" providerId="ADAL" clId="{97C00DA4-6F9F-4A83-996B-9231DC603249}" dt="2024-10-27T06:48:47.340" v="459" actId="404"/>
        <pc:sldMkLst>
          <pc:docMk/>
          <pc:sldMk cId="313500440" sldId="309"/>
        </pc:sldMkLst>
        <pc:spChg chg="del">
          <ac:chgData name="Ms Alina Arshad" userId="cccdfd85-d35d-4453-9c6f-a463aae40722" providerId="ADAL" clId="{97C00DA4-6F9F-4A83-996B-9231DC603249}" dt="2024-10-27T06:38:10.392" v="392"/>
          <ac:spMkLst>
            <pc:docMk/>
            <pc:sldMk cId="313500440" sldId="309"/>
            <ac:spMk id="2" creationId="{61E9FFFC-3F8B-3F62-B889-48AD72549895}"/>
          </ac:spMkLst>
        </pc:spChg>
        <pc:spChg chg="mod">
          <ac:chgData name="Ms Alina Arshad" userId="cccdfd85-d35d-4453-9c6f-a463aae40722" providerId="ADAL" clId="{97C00DA4-6F9F-4A83-996B-9231DC603249}" dt="2024-10-27T06:48:47.340" v="459" actId="404"/>
          <ac:spMkLst>
            <pc:docMk/>
            <pc:sldMk cId="313500440" sldId="309"/>
            <ac:spMk id="3" creationId="{700B462B-E498-E899-02D8-A897DAF63B9C}"/>
          </ac:spMkLst>
        </pc:spChg>
        <pc:spChg chg="add mod">
          <ac:chgData name="Ms Alina Arshad" userId="cccdfd85-d35d-4453-9c6f-a463aae40722" providerId="ADAL" clId="{97C00DA4-6F9F-4A83-996B-9231DC603249}" dt="2024-10-27T06:38:12.789" v="393" actId="14100"/>
          <ac:spMkLst>
            <pc:docMk/>
            <pc:sldMk cId="313500440" sldId="309"/>
            <ac:spMk id="4" creationId="{C1EE5095-857E-B43F-28C8-BF0409F2554F}"/>
          </ac:spMkLst>
        </pc:spChg>
      </pc:sldChg>
      <pc:sldChg chg="addSp delSp modSp new mod">
        <pc:chgData name="Ms Alina Arshad" userId="cccdfd85-d35d-4453-9c6f-a463aae40722" providerId="ADAL" clId="{97C00DA4-6F9F-4A83-996B-9231DC603249}" dt="2024-10-27T06:44:14.404" v="451" actId="14100"/>
        <pc:sldMkLst>
          <pc:docMk/>
          <pc:sldMk cId="491917458" sldId="310"/>
        </pc:sldMkLst>
        <pc:spChg chg="del">
          <ac:chgData name="Ms Alina Arshad" userId="cccdfd85-d35d-4453-9c6f-a463aae40722" providerId="ADAL" clId="{97C00DA4-6F9F-4A83-996B-9231DC603249}" dt="2024-10-27T06:44:12.212" v="450"/>
          <ac:spMkLst>
            <pc:docMk/>
            <pc:sldMk cId="491917458" sldId="310"/>
            <ac:spMk id="2" creationId="{83024A08-D99F-69A4-E31F-C34714C711D3}"/>
          </ac:spMkLst>
        </pc:spChg>
        <pc:spChg chg="del">
          <ac:chgData name="Ms Alina Arshad" userId="cccdfd85-d35d-4453-9c6f-a463aae40722" providerId="ADAL" clId="{97C00DA4-6F9F-4A83-996B-9231DC603249}" dt="2024-10-27T06:43:56.775" v="445" actId="22"/>
          <ac:spMkLst>
            <pc:docMk/>
            <pc:sldMk cId="491917458" sldId="310"/>
            <ac:spMk id="3" creationId="{8C4D7949-83D8-0789-C041-187BEC92E655}"/>
          </ac:spMkLst>
        </pc:spChg>
        <pc:spChg chg="add mod">
          <ac:chgData name="Ms Alina Arshad" userId="cccdfd85-d35d-4453-9c6f-a463aae40722" providerId="ADAL" clId="{97C00DA4-6F9F-4A83-996B-9231DC603249}" dt="2024-10-27T06:44:14.404" v="451" actId="14100"/>
          <ac:spMkLst>
            <pc:docMk/>
            <pc:sldMk cId="491917458" sldId="310"/>
            <ac:spMk id="6" creationId="{5C792AA2-A0EE-F77D-8AEA-1B73F92C971E}"/>
          </ac:spMkLst>
        </pc:spChg>
        <pc:picChg chg="add mod ord">
          <ac:chgData name="Ms Alina Arshad" userId="cccdfd85-d35d-4453-9c6f-a463aae40722" providerId="ADAL" clId="{97C00DA4-6F9F-4A83-996B-9231DC603249}" dt="2024-10-27T06:44:06.016" v="449" actId="1076"/>
          <ac:picMkLst>
            <pc:docMk/>
            <pc:sldMk cId="491917458" sldId="310"/>
            <ac:picMk id="5" creationId="{637A1014-93E2-A6F7-78A7-558951DA6976}"/>
          </ac:picMkLst>
        </pc:picChg>
      </pc:sldChg>
    </pc:docChg>
  </pc:docChgLst>
  <pc:docChgLst>
    <pc:chgData name="Ms Alina Arshad" userId="cccdfd85-d35d-4453-9c6f-a463aae40722" providerId="ADAL" clId="{2B67EF24-6E86-458B-9C0D-B5BC36012E7D}"/>
    <pc:docChg chg="custSel addSld delSld modSld">
      <pc:chgData name="Ms Alina Arshad" userId="cccdfd85-d35d-4453-9c6f-a463aae40722" providerId="ADAL" clId="{2B67EF24-6E86-458B-9C0D-B5BC36012E7D}" dt="2024-10-25T06:56:40.219" v="139" actId="1076"/>
      <pc:docMkLst>
        <pc:docMk/>
      </pc:docMkLst>
      <pc:sldChg chg="add del">
        <pc:chgData name="Ms Alina Arshad" userId="cccdfd85-d35d-4453-9c6f-a463aae40722" providerId="ADAL" clId="{2B67EF24-6E86-458B-9C0D-B5BC36012E7D}" dt="2024-10-25T06:48:40.070" v="23" actId="47"/>
        <pc:sldMkLst>
          <pc:docMk/>
          <pc:sldMk cId="0" sldId="257"/>
        </pc:sldMkLst>
      </pc:sldChg>
      <pc:sldChg chg="del">
        <pc:chgData name="Ms Alina Arshad" userId="cccdfd85-d35d-4453-9c6f-a463aae40722" providerId="ADAL" clId="{2B67EF24-6E86-458B-9C0D-B5BC36012E7D}" dt="2024-10-25T06:48:30.554" v="1" actId="47"/>
        <pc:sldMkLst>
          <pc:docMk/>
          <pc:sldMk cId="0" sldId="258"/>
        </pc:sldMkLst>
      </pc:sldChg>
      <pc:sldChg chg="del">
        <pc:chgData name="Ms Alina Arshad" userId="cccdfd85-d35d-4453-9c6f-a463aae40722" providerId="ADAL" clId="{2B67EF24-6E86-458B-9C0D-B5BC36012E7D}" dt="2024-10-25T06:48:30.617" v="3" actId="47"/>
        <pc:sldMkLst>
          <pc:docMk/>
          <pc:sldMk cId="0" sldId="259"/>
        </pc:sldMkLst>
      </pc:sldChg>
      <pc:sldChg chg="del">
        <pc:chgData name="Ms Alina Arshad" userId="cccdfd85-d35d-4453-9c6f-a463aae40722" providerId="ADAL" clId="{2B67EF24-6E86-458B-9C0D-B5BC36012E7D}" dt="2024-10-25T06:48:30.648" v="4" actId="47"/>
        <pc:sldMkLst>
          <pc:docMk/>
          <pc:sldMk cId="0" sldId="260"/>
        </pc:sldMkLst>
      </pc:sldChg>
      <pc:sldChg chg="del">
        <pc:chgData name="Ms Alina Arshad" userId="cccdfd85-d35d-4453-9c6f-a463aae40722" providerId="ADAL" clId="{2B67EF24-6E86-458B-9C0D-B5BC36012E7D}" dt="2024-10-25T06:48:30.679" v="5" actId="47"/>
        <pc:sldMkLst>
          <pc:docMk/>
          <pc:sldMk cId="0" sldId="261"/>
        </pc:sldMkLst>
      </pc:sldChg>
      <pc:sldChg chg="del">
        <pc:chgData name="Ms Alina Arshad" userId="cccdfd85-d35d-4453-9c6f-a463aae40722" providerId="ADAL" clId="{2B67EF24-6E86-458B-9C0D-B5BC36012E7D}" dt="2024-10-25T06:48:32.910" v="20" actId="47"/>
        <pc:sldMkLst>
          <pc:docMk/>
          <pc:sldMk cId="0" sldId="262"/>
        </pc:sldMkLst>
      </pc:sldChg>
      <pc:sldChg chg="del">
        <pc:chgData name="Ms Alina Arshad" userId="cccdfd85-d35d-4453-9c6f-a463aae40722" providerId="ADAL" clId="{2B67EF24-6E86-458B-9C0D-B5BC36012E7D}" dt="2024-10-25T06:48:30.773" v="8" actId="47"/>
        <pc:sldMkLst>
          <pc:docMk/>
          <pc:sldMk cId="0" sldId="263"/>
        </pc:sldMkLst>
      </pc:sldChg>
      <pc:sldChg chg="del">
        <pc:chgData name="Ms Alina Arshad" userId="cccdfd85-d35d-4453-9c6f-a463aae40722" providerId="ADAL" clId="{2B67EF24-6E86-458B-9C0D-B5BC36012E7D}" dt="2024-10-25T06:48:30.804" v="9" actId="47"/>
        <pc:sldMkLst>
          <pc:docMk/>
          <pc:sldMk cId="0" sldId="264"/>
        </pc:sldMkLst>
      </pc:sldChg>
      <pc:sldChg chg="del">
        <pc:chgData name="Ms Alina Arshad" userId="cccdfd85-d35d-4453-9c6f-a463aae40722" providerId="ADAL" clId="{2B67EF24-6E86-458B-9C0D-B5BC36012E7D}" dt="2024-10-25T06:48:30.835" v="10" actId="47"/>
        <pc:sldMkLst>
          <pc:docMk/>
          <pc:sldMk cId="0" sldId="265"/>
        </pc:sldMkLst>
      </pc:sldChg>
      <pc:sldChg chg="del">
        <pc:chgData name="Ms Alina Arshad" userId="cccdfd85-d35d-4453-9c6f-a463aae40722" providerId="ADAL" clId="{2B67EF24-6E86-458B-9C0D-B5BC36012E7D}" dt="2024-10-25T06:48:30.882" v="11" actId="47"/>
        <pc:sldMkLst>
          <pc:docMk/>
          <pc:sldMk cId="0" sldId="266"/>
        </pc:sldMkLst>
      </pc:sldChg>
      <pc:sldChg chg="del">
        <pc:chgData name="Ms Alina Arshad" userId="cccdfd85-d35d-4453-9c6f-a463aae40722" providerId="ADAL" clId="{2B67EF24-6E86-458B-9C0D-B5BC36012E7D}" dt="2024-10-25T06:48:31.441" v="13" actId="47"/>
        <pc:sldMkLst>
          <pc:docMk/>
          <pc:sldMk cId="0" sldId="267"/>
        </pc:sldMkLst>
      </pc:sldChg>
      <pc:sldChg chg="del">
        <pc:chgData name="Ms Alina Arshad" userId="cccdfd85-d35d-4453-9c6f-a463aae40722" providerId="ADAL" clId="{2B67EF24-6E86-458B-9C0D-B5BC36012E7D}" dt="2024-10-25T06:48:31.660" v="14" actId="47"/>
        <pc:sldMkLst>
          <pc:docMk/>
          <pc:sldMk cId="0" sldId="268"/>
        </pc:sldMkLst>
      </pc:sldChg>
      <pc:sldChg chg="del">
        <pc:chgData name="Ms Alina Arshad" userId="cccdfd85-d35d-4453-9c6f-a463aae40722" providerId="ADAL" clId="{2B67EF24-6E86-458B-9C0D-B5BC36012E7D}" dt="2024-10-25T06:48:31.848" v="15" actId="47"/>
        <pc:sldMkLst>
          <pc:docMk/>
          <pc:sldMk cId="0" sldId="269"/>
        </pc:sldMkLst>
      </pc:sldChg>
      <pc:sldChg chg="del">
        <pc:chgData name="Ms Alina Arshad" userId="cccdfd85-d35d-4453-9c6f-a463aae40722" providerId="ADAL" clId="{2B67EF24-6E86-458B-9C0D-B5BC36012E7D}" dt="2024-10-25T06:48:32.035" v="16" actId="47"/>
        <pc:sldMkLst>
          <pc:docMk/>
          <pc:sldMk cId="0" sldId="270"/>
        </pc:sldMkLst>
      </pc:sldChg>
      <pc:sldChg chg="del">
        <pc:chgData name="Ms Alina Arshad" userId="cccdfd85-d35d-4453-9c6f-a463aae40722" providerId="ADAL" clId="{2B67EF24-6E86-458B-9C0D-B5BC36012E7D}" dt="2024-10-25T06:48:32.160" v="17" actId="47"/>
        <pc:sldMkLst>
          <pc:docMk/>
          <pc:sldMk cId="0" sldId="271"/>
        </pc:sldMkLst>
      </pc:sldChg>
      <pc:sldChg chg="del">
        <pc:chgData name="Ms Alina Arshad" userId="cccdfd85-d35d-4453-9c6f-a463aae40722" providerId="ADAL" clId="{2B67EF24-6E86-458B-9C0D-B5BC36012E7D}" dt="2024-10-25T06:48:32.348" v="18" actId="47"/>
        <pc:sldMkLst>
          <pc:docMk/>
          <pc:sldMk cId="0" sldId="272"/>
        </pc:sldMkLst>
      </pc:sldChg>
      <pc:sldChg chg="del">
        <pc:chgData name="Ms Alina Arshad" userId="cccdfd85-d35d-4453-9c6f-a463aae40722" providerId="ADAL" clId="{2B67EF24-6E86-458B-9C0D-B5BC36012E7D}" dt="2024-10-25T06:48:32.769" v="19" actId="47"/>
        <pc:sldMkLst>
          <pc:docMk/>
          <pc:sldMk cId="0" sldId="273"/>
        </pc:sldMkLst>
      </pc:sldChg>
      <pc:sldChg chg="del">
        <pc:chgData name="Ms Alina Arshad" userId="cccdfd85-d35d-4453-9c6f-a463aae40722" providerId="ADAL" clId="{2B67EF24-6E86-458B-9C0D-B5BC36012E7D}" dt="2024-10-25T06:48:33.082" v="21" actId="47"/>
        <pc:sldMkLst>
          <pc:docMk/>
          <pc:sldMk cId="0" sldId="274"/>
        </pc:sldMkLst>
      </pc:sldChg>
      <pc:sldChg chg="del">
        <pc:chgData name="Ms Alina Arshad" userId="cccdfd85-d35d-4453-9c6f-a463aae40722" providerId="ADAL" clId="{2B67EF24-6E86-458B-9C0D-B5BC36012E7D}" dt="2024-10-25T06:48:30.710" v="6" actId="47"/>
        <pc:sldMkLst>
          <pc:docMk/>
          <pc:sldMk cId="3240370692" sldId="279"/>
        </pc:sldMkLst>
      </pc:sldChg>
      <pc:sldChg chg="del">
        <pc:chgData name="Ms Alina Arshad" userId="cccdfd85-d35d-4453-9c6f-a463aae40722" providerId="ADAL" clId="{2B67EF24-6E86-458B-9C0D-B5BC36012E7D}" dt="2024-10-25T06:48:30.601" v="2" actId="47"/>
        <pc:sldMkLst>
          <pc:docMk/>
          <pc:sldMk cId="0" sldId="280"/>
        </pc:sldMkLst>
      </pc:sldChg>
      <pc:sldChg chg="del">
        <pc:chgData name="Ms Alina Arshad" userId="cccdfd85-d35d-4453-9c6f-a463aae40722" providerId="ADAL" clId="{2B67EF24-6E86-458B-9C0D-B5BC36012E7D}" dt="2024-10-25T06:48:30.757" v="7" actId="47"/>
        <pc:sldMkLst>
          <pc:docMk/>
          <pc:sldMk cId="0" sldId="281"/>
        </pc:sldMkLst>
      </pc:sldChg>
      <pc:sldChg chg="del">
        <pc:chgData name="Ms Alina Arshad" userId="cccdfd85-d35d-4453-9c6f-a463aae40722" providerId="ADAL" clId="{2B67EF24-6E86-458B-9C0D-B5BC36012E7D}" dt="2024-10-25T06:48:30.913" v="12" actId="47"/>
        <pc:sldMkLst>
          <pc:docMk/>
          <pc:sldMk cId="0" sldId="282"/>
        </pc:sldMkLst>
      </pc:sldChg>
      <pc:sldChg chg="delSp modSp add mod">
        <pc:chgData name="Ms Alina Arshad" userId="cccdfd85-d35d-4453-9c6f-a463aae40722" providerId="ADAL" clId="{2B67EF24-6E86-458B-9C0D-B5BC36012E7D}" dt="2024-10-25T06:49:38.253" v="41" actId="14100"/>
        <pc:sldMkLst>
          <pc:docMk/>
          <pc:sldMk cId="0" sldId="296"/>
        </pc:sldMkLst>
        <pc:spChg chg="mod">
          <ac:chgData name="Ms Alina Arshad" userId="cccdfd85-d35d-4453-9c6f-a463aae40722" providerId="ADAL" clId="{2B67EF24-6E86-458B-9C0D-B5BC36012E7D}" dt="2024-10-25T06:49:38.253" v="41" actId="14100"/>
          <ac:spMkLst>
            <pc:docMk/>
            <pc:sldMk cId="0" sldId="296"/>
            <ac:spMk id="2" creationId="{00000000-0000-0000-0000-000000000000}"/>
          </ac:spMkLst>
        </pc:spChg>
        <pc:spChg chg="mod">
          <ac:chgData name="Ms Alina Arshad" userId="cccdfd85-d35d-4453-9c6f-a463aae40722" providerId="ADAL" clId="{2B67EF24-6E86-458B-9C0D-B5BC36012E7D}" dt="2024-10-25T06:49:21.674" v="33" actId="1076"/>
          <ac:spMkLst>
            <pc:docMk/>
            <pc:sldMk cId="0" sldId="296"/>
            <ac:spMk id="3" creationId="{00000000-0000-0000-0000-000000000000}"/>
          </ac:spMkLst>
        </pc:spChg>
        <pc:picChg chg="mod">
          <ac:chgData name="Ms Alina Arshad" userId="cccdfd85-d35d-4453-9c6f-a463aae40722" providerId="ADAL" clId="{2B67EF24-6E86-458B-9C0D-B5BC36012E7D}" dt="2024-10-25T06:49:24.330" v="34" actId="1076"/>
          <ac:picMkLst>
            <pc:docMk/>
            <pc:sldMk cId="0" sldId="296"/>
            <ac:picMk id="4" creationId="{00000000-0000-0000-0000-000000000000}"/>
          </ac:picMkLst>
        </pc:picChg>
        <pc:picChg chg="mod">
          <ac:chgData name="Ms Alina Arshad" userId="cccdfd85-d35d-4453-9c6f-a463aae40722" providerId="ADAL" clId="{2B67EF24-6E86-458B-9C0D-B5BC36012E7D}" dt="2024-10-25T06:49:28.141" v="35" actId="1076"/>
          <ac:picMkLst>
            <pc:docMk/>
            <pc:sldMk cId="0" sldId="296"/>
            <ac:picMk id="5" creationId="{00000000-0000-0000-0000-000000000000}"/>
          </ac:picMkLst>
        </pc:picChg>
        <pc:picChg chg="del">
          <ac:chgData name="Ms Alina Arshad" userId="cccdfd85-d35d-4453-9c6f-a463aae40722" providerId="ADAL" clId="{2B67EF24-6E86-458B-9C0D-B5BC36012E7D}" dt="2024-10-25T06:49:04.272" v="27" actId="478"/>
          <ac:picMkLst>
            <pc:docMk/>
            <pc:sldMk cId="0" sldId="296"/>
            <ac:picMk id="6" creationId="{00000000-0000-0000-0000-000000000000}"/>
          </ac:picMkLst>
        </pc:picChg>
      </pc:sldChg>
      <pc:sldChg chg="delSp modSp add mod">
        <pc:chgData name="Ms Alina Arshad" userId="cccdfd85-d35d-4453-9c6f-a463aae40722" providerId="ADAL" clId="{2B67EF24-6E86-458B-9C0D-B5BC36012E7D}" dt="2024-10-25T06:50:12.570" v="56" actId="478"/>
        <pc:sldMkLst>
          <pc:docMk/>
          <pc:sldMk cId="0" sldId="297"/>
        </pc:sldMkLst>
        <pc:spChg chg="del">
          <ac:chgData name="Ms Alina Arshad" userId="cccdfd85-d35d-4453-9c6f-a463aae40722" providerId="ADAL" clId="{2B67EF24-6E86-458B-9C0D-B5BC36012E7D}" dt="2024-10-25T06:50:12.570" v="56" actId="478"/>
          <ac:spMkLst>
            <pc:docMk/>
            <pc:sldMk cId="0" sldId="297"/>
            <ac:spMk id="2" creationId="{00000000-0000-0000-0000-000000000000}"/>
          </ac:spMkLst>
        </pc:spChg>
        <pc:picChg chg="mod">
          <ac:chgData name="Ms Alina Arshad" userId="cccdfd85-d35d-4453-9c6f-a463aae40722" providerId="ADAL" clId="{2B67EF24-6E86-458B-9C0D-B5BC36012E7D}" dt="2024-10-25T06:50:11.139" v="55" actId="1076"/>
          <ac:picMkLst>
            <pc:docMk/>
            <pc:sldMk cId="0" sldId="297"/>
            <ac:picMk id="3" creationId="{00000000-0000-0000-0000-000000000000}"/>
          </ac:picMkLst>
        </pc:picChg>
      </pc:sldChg>
      <pc:sldChg chg="delSp modSp add mod">
        <pc:chgData name="Ms Alina Arshad" userId="cccdfd85-d35d-4453-9c6f-a463aae40722" providerId="ADAL" clId="{2B67EF24-6E86-458B-9C0D-B5BC36012E7D}" dt="2024-10-25T06:50:35.096" v="63" actId="1076"/>
        <pc:sldMkLst>
          <pc:docMk/>
          <pc:sldMk cId="0" sldId="298"/>
        </pc:sldMkLst>
        <pc:spChg chg="mod">
          <ac:chgData name="Ms Alina Arshad" userId="cccdfd85-d35d-4453-9c6f-a463aae40722" providerId="ADAL" clId="{2B67EF24-6E86-458B-9C0D-B5BC36012E7D}" dt="2024-10-25T06:50:31.336" v="62" actId="207"/>
          <ac:spMkLst>
            <pc:docMk/>
            <pc:sldMk cId="0" sldId="298"/>
            <ac:spMk id="2" creationId="{00000000-0000-0000-0000-000000000000}"/>
          </ac:spMkLst>
        </pc:spChg>
        <pc:spChg chg="del mod">
          <ac:chgData name="Ms Alina Arshad" userId="cccdfd85-d35d-4453-9c6f-a463aae40722" providerId="ADAL" clId="{2B67EF24-6E86-458B-9C0D-B5BC36012E7D}" dt="2024-10-25T06:50:22.700" v="59" actId="478"/>
          <ac:spMkLst>
            <pc:docMk/>
            <pc:sldMk cId="0" sldId="298"/>
            <ac:spMk id="3" creationId="{00000000-0000-0000-0000-000000000000}"/>
          </ac:spMkLst>
        </pc:spChg>
        <pc:picChg chg="mod">
          <ac:chgData name="Ms Alina Arshad" userId="cccdfd85-d35d-4453-9c6f-a463aae40722" providerId="ADAL" clId="{2B67EF24-6E86-458B-9C0D-B5BC36012E7D}" dt="2024-10-25T06:50:35.096" v="63" actId="1076"/>
          <ac:picMkLst>
            <pc:docMk/>
            <pc:sldMk cId="0" sldId="298"/>
            <ac:picMk id="4" creationId="{00000000-0000-0000-0000-000000000000}"/>
          </ac:picMkLst>
        </pc:picChg>
      </pc:sldChg>
      <pc:sldChg chg="delSp modSp add mod">
        <pc:chgData name="Ms Alina Arshad" userId="cccdfd85-d35d-4453-9c6f-a463aae40722" providerId="ADAL" clId="{2B67EF24-6E86-458B-9C0D-B5BC36012E7D}" dt="2024-10-25T06:51:01.636" v="76" actId="1076"/>
        <pc:sldMkLst>
          <pc:docMk/>
          <pc:sldMk cId="0" sldId="299"/>
        </pc:sldMkLst>
        <pc:spChg chg="mod">
          <ac:chgData name="Ms Alina Arshad" userId="cccdfd85-d35d-4453-9c6f-a463aae40722" providerId="ADAL" clId="{2B67EF24-6E86-458B-9C0D-B5BC36012E7D}" dt="2024-10-25T06:50:57.827" v="75" actId="14100"/>
          <ac:spMkLst>
            <pc:docMk/>
            <pc:sldMk cId="0" sldId="299"/>
            <ac:spMk id="2" creationId="{00000000-0000-0000-0000-000000000000}"/>
          </ac:spMkLst>
        </pc:spChg>
        <pc:spChg chg="del">
          <ac:chgData name="Ms Alina Arshad" userId="cccdfd85-d35d-4453-9c6f-a463aae40722" providerId="ADAL" clId="{2B67EF24-6E86-458B-9C0D-B5BC36012E7D}" dt="2024-10-25T06:50:38.134" v="64" actId="478"/>
          <ac:spMkLst>
            <pc:docMk/>
            <pc:sldMk cId="0" sldId="299"/>
            <ac:spMk id="3" creationId="{00000000-0000-0000-0000-000000000000}"/>
          </ac:spMkLst>
        </pc:spChg>
        <pc:picChg chg="mod">
          <ac:chgData name="Ms Alina Arshad" userId="cccdfd85-d35d-4453-9c6f-a463aae40722" providerId="ADAL" clId="{2B67EF24-6E86-458B-9C0D-B5BC36012E7D}" dt="2024-10-25T06:51:01.636" v="76" actId="1076"/>
          <ac:picMkLst>
            <pc:docMk/>
            <pc:sldMk cId="0" sldId="299"/>
            <ac:picMk id="4" creationId="{00000000-0000-0000-0000-000000000000}"/>
          </ac:picMkLst>
        </pc:picChg>
      </pc:sldChg>
      <pc:sldChg chg="modSp add mod">
        <pc:chgData name="Ms Alina Arshad" userId="cccdfd85-d35d-4453-9c6f-a463aae40722" providerId="ADAL" clId="{2B67EF24-6E86-458B-9C0D-B5BC36012E7D}" dt="2024-10-25T06:52:18.704" v="84" actId="2711"/>
        <pc:sldMkLst>
          <pc:docMk/>
          <pc:sldMk cId="0" sldId="300"/>
        </pc:sldMkLst>
        <pc:spChg chg="mod">
          <ac:chgData name="Ms Alina Arshad" userId="cccdfd85-d35d-4453-9c6f-a463aae40722" providerId="ADAL" clId="{2B67EF24-6E86-458B-9C0D-B5BC36012E7D}" dt="2024-10-25T06:51:59.264" v="80" actId="113"/>
          <ac:spMkLst>
            <pc:docMk/>
            <pc:sldMk cId="0" sldId="300"/>
            <ac:spMk id="2" creationId="{00000000-0000-0000-0000-000000000000}"/>
          </ac:spMkLst>
        </pc:spChg>
        <pc:spChg chg="mod">
          <ac:chgData name="Ms Alina Arshad" userId="cccdfd85-d35d-4453-9c6f-a463aae40722" providerId="ADAL" clId="{2B67EF24-6E86-458B-9C0D-B5BC36012E7D}" dt="2024-10-25T06:52:18.704" v="84" actId="2711"/>
          <ac:spMkLst>
            <pc:docMk/>
            <pc:sldMk cId="0" sldId="300"/>
            <ac:spMk id="3" creationId="{00000000-0000-0000-0000-000000000000}"/>
          </ac:spMkLst>
        </pc:spChg>
      </pc:sldChg>
      <pc:sldChg chg="delSp modSp add mod">
        <pc:chgData name="Ms Alina Arshad" userId="cccdfd85-d35d-4453-9c6f-a463aae40722" providerId="ADAL" clId="{2B67EF24-6E86-458B-9C0D-B5BC36012E7D}" dt="2024-10-25T06:53:20.228" v="100" actId="255"/>
        <pc:sldMkLst>
          <pc:docMk/>
          <pc:sldMk cId="0" sldId="301"/>
        </pc:sldMkLst>
        <pc:spChg chg="mod">
          <ac:chgData name="Ms Alina Arshad" userId="cccdfd85-d35d-4453-9c6f-a463aae40722" providerId="ADAL" clId="{2B67EF24-6E86-458B-9C0D-B5BC36012E7D}" dt="2024-10-25T06:52:30.442" v="88" actId="404"/>
          <ac:spMkLst>
            <pc:docMk/>
            <pc:sldMk cId="0" sldId="301"/>
            <ac:spMk id="2" creationId="{00000000-0000-0000-0000-000000000000}"/>
          </ac:spMkLst>
        </pc:spChg>
        <pc:spChg chg="mod">
          <ac:chgData name="Ms Alina Arshad" userId="cccdfd85-d35d-4453-9c6f-a463aae40722" providerId="ADAL" clId="{2B67EF24-6E86-458B-9C0D-B5BC36012E7D}" dt="2024-10-25T06:53:09.013" v="97" actId="255"/>
          <ac:spMkLst>
            <pc:docMk/>
            <pc:sldMk cId="0" sldId="301"/>
            <ac:spMk id="3" creationId="{00000000-0000-0000-0000-000000000000}"/>
          </ac:spMkLst>
        </pc:spChg>
        <pc:spChg chg="del">
          <ac:chgData name="Ms Alina Arshad" userId="cccdfd85-d35d-4453-9c6f-a463aae40722" providerId="ADAL" clId="{2B67EF24-6E86-458B-9C0D-B5BC36012E7D}" dt="2024-10-25T06:52:46.152" v="92" actId="478"/>
          <ac:spMkLst>
            <pc:docMk/>
            <pc:sldMk cId="0" sldId="301"/>
            <ac:spMk id="4" creationId="{00000000-0000-0000-0000-000000000000}"/>
          </ac:spMkLst>
        </pc:spChg>
        <pc:spChg chg="mod">
          <ac:chgData name="Ms Alina Arshad" userId="cccdfd85-d35d-4453-9c6f-a463aae40722" providerId="ADAL" clId="{2B67EF24-6E86-458B-9C0D-B5BC36012E7D}" dt="2024-10-25T06:53:13.437" v="98" actId="1076"/>
          <ac:spMkLst>
            <pc:docMk/>
            <pc:sldMk cId="0" sldId="301"/>
            <ac:spMk id="5" creationId="{00000000-0000-0000-0000-000000000000}"/>
          </ac:spMkLst>
        </pc:spChg>
        <pc:spChg chg="mod">
          <ac:chgData name="Ms Alina Arshad" userId="cccdfd85-d35d-4453-9c6f-a463aae40722" providerId="ADAL" clId="{2B67EF24-6E86-458B-9C0D-B5BC36012E7D}" dt="2024-10-25T06:53:20.228" v="100" actId="255"/>
          <ac:spMkLst>
            <pc:docMk/>
            <pc:sldMk cId="0" sldId="301"/>
            <ac:spMk id="6" creationId="{00000000-0000-0000-0000-000000000000}"/>
          </ac:spMkLst>
        </pc:spChg>
      </pc:sldChg>
      <pc:sldChg chg="delSp modSp add mod">
        <pc:chgData name="Ms Alina Arshad" userId="cccdfd85-d35d-4453-9c6f-a463aae40722" providerId="ADAL" clId="{2B67EF24-6E86-458B-9C0D-B5BC36012E7D}" dt="2024-10-25T06:54:51.579" v="112" actId="1076"/>
        <pc:sldMkLst>
          <pc:docMk/>
          <pc:sldMk cId="0" sldId="302"/>
        </pc:sldMkLst>
        <pc:spChg chg="mod">
          <ac:chgData name="Ms Alina Arshad" userId="cccdfd85-d35d-4453-9c6f-a463aae40722" providerId="ADAL" clId="{2B67EF24-6E86-458B-9C0D-B5BC36012E7D}" dt="2024-10-25T06:54:08.700" v="105" actId="14100"/>
          <ac:spMkLst>
            <pc:docMk/>
            <pc:sldMk cId="0" sldId="302"/>
            <ac:spMk id="2" creationId="{00000000-0000-0000-0000-000000000000}"/>
          </ac:spMkLst>
        </pc:spChg>
        <pc:spChg chg="del">
          <ac:chgData name="Ms Alina Arshad" userId="cccdfd85-d35d-4453-9c6f-a463aae40722" providerId="ADAL" clId="{2B67EF24-6E86-458B-9C0D-B5BC36012E7D}" dt="2024-10-25T06:53:48.546" v="101" actId="478"/>
          <ac:spMkLst>
            <pc:docMk/>
            <pc:sldMk cId="0" sldId="302"/>
            <ac:spMk id="3" creationId="{00000000-0000-0000-0000-000000000000}"/>
          </ac:spMkLst>
        </pc:spChg>
        <pc:spChg chg="mod">
          <ac:chgData name="Ms Alina Arshad" userId="cccdfd85-d35d-4453-9c6f-a463aae40722" providerId="ADAL" clId="{2B67EF24-6E86-458B-9C0D-B5BC36012E7D}" dt="2024-10-25T06:54:28.294" v="109" actId="404"/>
          <ac:spMkLst>
            <pc:docMk/>
            <pc:sldMk cId="0" sldId="302"/>
            <ac:spMk id="4" creationId="{00000000-0000-0000-0000-000000000000}"/>
          </ac:spMkLst>
        </pc:spChg>
        <pc:picChg chg="mod">
          <ac:chgData name="Ms Alina Arshad" userId="cccdfd85-d35d-4453-9c6f-a463aae40722" providerId="ADAL" clId="{2B67EF24-6E86-458B-9C0D-B5BC36012E7D}" dt="2024-10-25T06:54:51.579" v="112" actId="1076"/>
          <ac:picMkLst>
            <pc:docMk/>
            <pc:sldMk cId="0" sldId="302"/>
            <ac:picMk id="5" creationId="{00000000-0000-0000-0000-000000000000}"/>
          </ac:picMkLst>
        </pc:picChg>
      </pc:sldChg>
      <pc:sldChg chg="modSp add mod">
        <pc:chgData name="Ms Alina Arshad" userId="cccdfd85-d35d-4453-9c6f-a463aae40722" providerId="ADAL" clId="{2B67EF24-6E86-458B-9C0D-B5BC36012E7D}" dt="2024-10-25T06:55:49.265" v="121" actId="14100"/>
        <pc:sldMkLst>
          <pc:docMk/>
          <pc:sldMk cId="0" sldId="303"/>
        </pc:sldMkLst>
        <pc:spChg chg="mod">
          <ac:chgData name="Ms Alina Arshad" userId="cccdfd85-d35d-4453-9c6f-a463aae40722" providerId="ADAL" clId="{2B67EF24-6E86-458B-9C0D-B5BC36012E7D}" dt="2024-10-25T06:55:42.627" v="119" actId="1076"/>
          <ac:spMkLst>
            <pc:docMk/>
            <pc:sldMk cId="0" sldId="303"/>
            <ac:spMk id="2" creationId="{00000000-0000-0000-0000-000000000000}"/>
          </ac:spMkLst>
        </pc:spChg>
        <pc:picChg chg="mod">
          <ac:chgData name="Ms Alina Arshad" userId="cccdfd85-d35d-4453-9c6f-a463aae40722" providerId="ADAL" clId="{2B67EF24-6E86-458B-9C0D-B5BC36012E7D}" dt="2024-10-25T06:55:40.247" v="118" actId="14100"/>
          <ac:picMkLst>
            <pc:docMk/>
            <pc:sldMk cId="0" sldId="303"/>
            <ac:picMk id="3" creationId="{00000000-0000-0000-0000-000000000000}"/>
          </ac:picMkLst>
        </pc:picChg>
        <pc:picChg chg="mod">
          <ac:chgData name="Ms Alina Arshad" userId="cccdfd85-d35d-4453-9c6f-a463aae40722" providerId="ADAL" clId="{2B67EF24-6E86-458B-9C0D-B5BC36012E7D}" dt="2024-10-25T06:55:49.265" v="121" actId="14100"/>
          <ac:picMkLst>
            <pc:docMk/>
            <pc:sldMk cId="0" sldId="303"/>
            <ac:picMk id="4" creationId="{00000000-0000-0000-0000-000000000000}"/>
          </ac:picMkLst>
        </pc:picChg>
      </pc:sldChg>
      <pc:sldChg chg="modSp add mod">
        <pc:chgData name="Ms Alina Arshad" userId="cccdfd85-d35d-4453-9c6f-a463aae40722" providerId="ADAL" clId="{2B67EF24-6E86-458B-9C0D-B5BC36012E7D}" dt="2024-10-25T06:56:14.702" v="129" actId="1076"/>
        <pc:sldMkLst>
          <pc:docMk/>
          <pc:sldMk cId="0" sldId="304"/>
        </pc:sldMkLst>
        <pc:spChg chg="mod">
          <ac:chgData name="Ms Alina Arshad" userId="cccdfd85-d35d-4453-9c6f-a463aae40722" providerId="ADAL" clId="{2B67EF24-6E86-458B-9C0D-B5BC36012E7D}" dt="2024-10-25T06:56:05.481" v="126" actId="1076"/>
          <ac:spMkLst>
            <pc:docMk/>
            <pc:sldMk cId="0" sldId="304"/>
            <ac:spMk id="4" creationId="{00000000-0000-0000-0000-000000000000}"/>
          </ac:spMkLst>
        </pc:spChg>
        <pc:picChg chg="mod">
          <ac:chgData name="Ms Alina Arshad" userId="cccdfd85-d35d-4453-9c6f-a463aae40722" providerId="ADAL" clId="{2B67EF24-6E86-458B-9C0D-B5BC36012E7D}" dt="2024-10-25T06:56:11.943" v="128" actId="1076"/>
          <ac:picMkLst>
            <pc:docMk/>
            <pc:sldMk cId="0" sldId="304"/>
            <ac:picMk id="2" creationId="{00000000-0000-0000-0000-000000000000}"/>
          </ac:picMkLst>
        </pc:picChg>
        <pc:picChg chg="mod">
          <ac:chgData name="Ms Alina Arshad" userId="cccdfd85-d35d-4453-9c6f-a463aae40722" providerId="ADAL" clId="{2B67EF24-6E86-458B-9C0D-B5BC36012E7D}" dt="2024-10-25T06:56:14.702" v="129" actId="1076"/>
          <ac:picMkLst>
            <pc:docMk/>
            <pc:sldMk cId="0" sldId="304"/>
            <ac:picMk id="3" creationId="{00000000-0000-0000-0000-000000000000}"/>
          </ac:picMkLst>
        </pc:picChg>
      </pc:sldChg>
      <pc:sldChg chg="modSp add mod">
        <pc:chgData name="Ms Alina Arshad" userId="cccdfd85-d35d-4453-9c6f-a463aae40722" providerId="ADAL" clId="{2B67EF24-6E86-458B-9C0D-B5BC36012E7D}" dt="2024-10-25T06:56:26.693" v="134" actId="1076"/>
        <pc:sldMkLst>
          <pc:docMk/>
          <pc:sldMk cId="0" sldId="305"/>
        </pc:sldMkLst>
        <pc:spChg chg="mod">
          <ac:chgData name="Ms Alina Arshad" userId="cccdfd85-d35d-4453-9c6f-a463aae40722" providerId="ADAL" clId="{2B67EF24-6E86-458B-9C0D-B5BC36012E7D}" dt="2024-10-25T06:56:24.952" v="133" actId="14100"/>
          <ac:spMkLst>
            <pc:docMk/>
            <pc:sldMk cId="0" sldId="305"/>
            <ac:spMk id="3" creationId="{00000000-0000-0000-0000-000000000000}"/>
          </ac:spMkLst>
        </pc:spChg>
        <pc:picChg chg="mod">
          <ac:chgData name="Ms Alina Arshad" userId="cccdfd85-d35d-4453-9c6f-a463aae40722" providerId="ADAL" clId="{2B67EF24-6E86-458B-9C0D-B5BC36012E7D}" dt="2024-10-25T06:56:26.693" v="134" actId="1076"/>
          <ac:picMkLst>
            <pc:docMk/>
            <pc:sldMk cId="0" sldId="305"/>
            <ac:picMk id="2" creationId="{00000000-0000-0000-0000-000000000000}"/>
          </ac:picMkLst>
        </pc:picChg>
      </pc:sldChg>
      <pc:sldChg chg="modSp add mod">
        <pc:chgData name="Ms Alina Arshad" userId="cccdfd85-d35d-4453-9c6f-a463aae40722" providerId="ADAL" clId="{2B67EF24-6E86-458B-9C0D-B5BC36012E7D}" dt="2024-10-25T06:56:40.219" v="139" actId="1076"/>
        <pc:sldMkLst>
          <pc:docMk/>
          <pc:sldMk cId="0" sldId="306"/>
        </pc:sldMkLst>
        <pc:spChg chg="mod">
          <ac:chgData name="Ms Alina Arshad" userId="cccdfd85-d35d-4453-9c6f-a463aae40722" providerId="ADAL" clId="{2B67EF24-6E86-458B-9C0D-B5BC36012E7D}" dt="2024-10-25T06:56:36.713" v="138" actId="14100"/>
          <ac:spMkLst>
            <pc:docMk/>
            <pc:sldMk cId="0" sldId="306"/>
            <ac:spMk id="3" creationId="{00000000-0000-0000-0000-000000000000}"/>
          </ac:spMkLst>
        </pc:spChg>
        <pc:picChg chg="mod">
          <ac:chgData name="Ms Alina Arshad" userId="cccdfd85-d35d-4453-9c6f-a463aae40722" providerId="ADAL" clId="{2B67EF24-6E86-458B-9C0D-B5BC36012E7D}" dt="2024-10-25T06:56:40.219" v="139" actId="1076"/>
          <ac:picMkLst>
            <pc:docMk/>
            <pc:sldMk cId="0" sldId="306"/>
            <ac:picMk id="2" creationId="{00000000-0000-0000-0000-000000000000}"/>
          </ac:picMkLst>
        </pc:picChg>
      </pc:sldChg>
      <pc:sldChg chg="add del">
        <pc:chgData name="Ms Alina Arshad" userId="cccdfd85-d35d-4453-9c6f-a463aae40722" providerId="ADAL" clId="{2B67EF24-6E86-458B-9C0D-B5BC36012E7D}" dt="2024-10-25T06:48:55.504" v="25"/>
        <pc:sldMkLst>
          <pc:docMk/>
          <pc:sldMk cId="0" sldId="307"/>
        </pc:sldMkLst>
      </pc:sldChg>
      <pc:sldChg chg="delSp modSp add mod">
        <pc:chgData name="Ms Alina Arshad" userId="cccdfd85-d35d-4453-9c6f-a463aae40722" providerId="ADAL" clId="{2B67EF24-6E86-458B-9C0D-B5BC36012E7D}" dt="2024-10-25T06:50:04.964" v="54" actId="14100"/>
        <pc:sldMkLst>
          <pc:docMk/>
          <pc:sldMk cId="3192711744" sldId="307"/>
        </pc:sldMkLst>
        <pc:spChg chg="mod">
          <ac:chgData name="Ms Alina Arshad" userId="cccdfd85-d35d-4453-9c6f-a463aae40722" providerId="ADAL" clId="{2B67EF24-6E86-458B-9C0D-B5BC36012E7D}" dt="2024-10-25T06:50:04.964" v="54" actId="14100"/>
          <ac:spMkLst>
            <pc:docMk/>
            <pc:sldMk cId="3192711744" sldId="307"/>
            <ac:spMk id="2" creationId="{00000000-0000-0000-0000-000000000000}"/>
          </ac:spMkLst>
        </pc:spChg>
        <pc:spChg chg="mod">
          <ac:chgData name="Ms Alina Arshad" userId="cccdfd85-d35d-4453-9c6f-a463aae40722" providerId="ADAL" clId="{2B67EF24-6E86-458B-9C0D-B5BC36012E7D}" dt="2024-10-25T06:49:54.319" v="46" actId="14100"/>
          <ac:spMkLst>
            <pc:docMk/>
            <pc:sldMk cId="3192711744" sldId="307"/>
            <ac:spMk id="3" creationId="{00000000-0000-0000-0000-000000000000}"/>
          </ac:spMkLst>
        </pc:spChg>
        <pc:picChg chg="del">
          <ac:chgData name="Ms Alina Arshad" userId="cccdfd85-d35d-4453-9c6f-a463aae40722" providerId="ADAL" clId="{2B67EF24-6E86-458B-9C0D-B5BC36012E7D}" dt="2024-10-25T06:49:48.469" v="44" actId="478"/>
          <ac:picMkLst>
            <pc:docMk/>
            <pc:sldMk cId="3192711744" sldId="307"/>
            <ac:picMk id="4" creationId="{00000000-0000-0000-0000-000000000000}"/>
          </ac:picMkLst>
        </pc:picChg>
        <pc:picChg chg="del">
          <ac:chgData name="Ms Alina Arshad" userId="cccdfd85-d35d-4453-9c6f-a463aae40722" providerId="ADAL" clId="{2B67EF24-6E86-458B-9C0D-B5BC36012E7D}" dt="2024-10-25T06:49:45.376" v="42" actId="478"/>
          <ac:picMkLst>
            <pc:docMk/>
            <pc:sldMk cId="3192711744" sldId="307"/>
            <ac:picMk id="5" creationId="{00000000-0000-0000-0000-000000000000}"/>
          </ac:picMkLst>
        </pc:picChg>
        <pc:picChg chg="mod">
          <ac:chgData name="Ms Alina Arshad" userId="cccdfd85-d35d-4453-9c6f-a463aae40722" providerId="ADAL" clId="{2B67EF24-6E86-458B-9C0D-B5BC36012E7D}" dt="2024-10-25T06:49:56.421" v="47" actId="1076"/>
          <ac:picMkLst>
            <pc:docMk/>
            <pc:sldMk cId="3192711744" sldId="307"/>
            <ac:picMk id="6" creationId="{00000000-0000-0000-0000-000000000000}"/>
          </ac:picMkLst>
        </pc:picChg>
      </pc:sldChg>
      <pc:sldChg chg="add del">
        <pc:chgData name="Ms Alina Arshad" userId="cccdfd85-d35d-4453-9c6f-a463aae40722" providerId="ADAL" clId="{2B67EF24-6E86-458B-9C0D-B5BC36012E7D}" dt="2024-10-25T06:48:55.504" v="25"/>
        <pc:sldMkLst>
          <pc:docMk/>
          <pc:sldMk cId="0" sldId="308"/>
        </pc:sldMkLst>
      </pc:sldChg>
      <pc:sldChg chg="add del">
        <pc:chgData name="Ms Alina Arshad" userId="cccdfd85-d35d-4453-9c6f-a463aae40722" providerId="ADAL" clId="{2B67EF24-6E86-458B-9C0D-B5BC36012E7D}" dt="2024-10-25T06:48:55.504" v="25"/>
        <pc:sldMkLst>
          <pc:docMk/>
          <pc:sldMk cId="0" sldId="309"/>
        </pc:sldMkLst>
      </pc:sldChg>
      <pc:sldChg chg="add del">
        <pc:chgData name="Ms Alina Arshad" userId="cccdfd85-d35d-4453-9c6f-a463aae40722" providerId="ADAL" clId="{2B67EF24-6E86-458B-9C0D-B5BC36012E7D}" dt="2024-10-25T06:48:55.504" v="25"/>
        <pc:sldMkLst>
          <pc:docMk/>
          <pc:sldMk cId="0" sldId="310"/>
        </pc:sldMkLst>
      </pc:sldChg>
      <pc:sldChg chg="add del">
        <pc:chgData name="Ms Alina Arshad" userId="cccdfd85-d35d-4453-9c6f-a463aae40722" providerId="ADAL" clId="{2B67EF24-6E86-458B-9C0D-B5BC36012E7D}" dt="2024-10-25T06:48:55.504" v="25"/>
        <pc:sldMkLst>
          <pc:docMk/>
          <pc:sldMk cId="0" sldId="311"/>
        </pc:sldMkLst>
      </pc:sldChg>
      <pc:sldChg chg="add del">
        <pc:chgData name="Ms Alina Arshad" userId="cccdfd85-d35d-4453-9c6f-a463aae40722" providerId="ADAL" clId="{2B67EF24-6E86-458B-9C0D-B5BC36012E7D}" dt="2024-10-25T06:48:55.504" v="25"/>
        <pc:sldMkLst>
          <pc:docMk/>
          <pc:sldMk cId="0" sldId="312"/>
        </pc:sldMkLst>
      </pc:sldChg>
      <pc:sldChg chg="add del">
        <pc:chgData name="Ms Alina Arshad" userId="cccdfd85-d35d-4453-9c6f-a463aae40722" providerId="ADAL" clId="{2B67EF24-6E86-458B-9C0D-B5BC36012E7D}" dt="2024-10-25T06:48:55.504" v="25"/>
        <pc:sldMkLst>
          <pc:docMk/>
          <pc:sldMk cId="0" sldId="313"/>
        </pc:sldMkLst>
      </pc:sldChg>
      <pc:sldChg chg="add del">
        <pc:chgData name="Ms Alina Arshad" userId="cccdfd85-d35d-4453-9c6f-a463aae40722" providerId="ADAL" clId="{2B67EF24-6E86-458B-9C0D-B5BC36012E7D}" dt="2024-10-25T06:48:55.504" v="25"/>
        <pc:sldMkLst>
          <pc:docMk/>
          <pc:sldMk cId="0" sldId="314"/>
        </pc:sldMkLst>
      </pc:sldChg>
      <pc:sldChg chg="add del">
        <pc:chgData name="Ms Alina Arshad" userId="cccdfd85-d35d-4453-9c6f-a463aae40722" providerId="ADAL" clId="{2B67EF24-6E86-458B-9C0D-B5BC36012E7D}" dt="2024-10-25T06:48:55.504" v="25"/>
        <pc:sldMkLst>
          <pc:docMk/>
          <pc:sldMk cId="0" sldId="315"/>
        </pc:sldMkLst>
      </pc:sldChg>
      <pc:sldChg chg="add del">
        <pc:chgData name="Ms Alina Arshad" userId="cccdfd85-d35d-4453-9c6f-a463aae40722" providerId="ADAL" clId="{2B67EF24-6E86-458B-9C0D-B5BC36012E7D}" dt="2024-10-25T06:48:55.504" v="25"/>
        <pc:sldMkLst>
          <pc:docMk/>
          <pc:sldMk cId="0" sldId="316"/>
        </pc:sldMkLst>
      </pc:sldChg>
      <pc:sldChg chg="add del">
        <pc:chgData name="Ms Alina Arshad" userId="cccdfd85-d35d-4453-9c6f-a463aae40722" providerId="ADAL" clId="{2B67EF24-6E86-458B-9C0D-B5BC36012E7D}" dt="2024-10-25T06:48:55.504" v="25"/>
        <pc:sldMkLst>
          <pc:docMk/>
          <pc:sldMk cId="0" sldId="317"/>
        </pc:sldMkLst>
      </pc:sldChg>
      <pc:sldChg chg="add del">
        <pc:chgData name="Ms Alina Arshad" userId="cccdfd85-d35d-4453-9c6f-a463aae40722" providerId="ADAL" clId="{2B67EF24-6E86-458B-9C0D-B5BC36012E7D}" dt="2024-10-25T06:48:55.504" v="25"/>
        <pc:sldMkLst>
          <pc:docMk/>
          <pc:sldMk cId="0" sldId="318"/>
        </pc:sldMkLst>
      </pc:sldChg>
      <pc:sldMasterChg chg="delSldLayout">
        <pc:chgData name="Ms Alina Arshad" userId="cccdfd85-d35d-4453-9c6f-a463aae40722" providerId="ADAL" clId="{2B67EF24-6E86-458B-9C0D-B5BC36012E7D}" dt="2024-10-25T06:48:30.913" v="12" actId="47"/>
        <pc:sldMasterMkLst>
          <pc:docMk/>
          <pc:sldMasterMk cId="1090009938" sldId="2147483660"/>
        </pc:sldMasterMkLst>
        <pc:sldLayoutChg chg="del">
          <pc:chgData name="Ms Alina Arshad" userId="cccdfd85-d35d-4453-9c6f-a463aae40722" providerId="ADAL" clId="{2B67EF24-6E86-458B-9C0D-B5BC36012E7D}" dt="2024-10-25T06:48:30.913" v="12" actId="47"/>
          <pc:sldLayoutMkLst>
            <pc:docMk/>
            <pc:sldMasterMk cId="1090009938" sldId="2147483660"/>
            <pc:sldLayoutMk cId="938321551" sldId="2147483672"/>
          </pc:sldLayoutMkLst>
        </pc:sldLayoutChg>
      </pc:sldMasterChg>
    </pc:docChg>
  </pc:docChgLst>
  <pc:docChgLst>
    <pc:chgData name="Ms Alina Arshad" userId="cccdfd85-d35d-4453-9c6f-a463aae40722" providerId="ADAL" clId="{0CB232A2-0B42-4DBF-AC2D-50B32D7285CF}"/>
    <pc:docChg chg="custSel addSld delSld modSld sldOrd">
      <pc:chgData name="Ms Alina Arshad" userId="cccdfd85-d35d-4453-9c6f-a463aae40722" providerId="ADAL" clId="{0CB232A2-0B42-4DBF-AC2D-50B32D7285CF}" dt="2024-09-17T07:38:04.651" v="169" actId="47"/>
      <pc:docMkLst>
        <pc:docMk/>
      </pc:docMkLst>
      <pc:sldChg chg="modSp mod">
        <pc:chgData name="Ms Alina Arshad" userId="cccdfd85-d35d-4453-9c6f-a463aae40722" providerId="ADAL" clId="{0CB232A2-0B42-4DBF-AC2D-50B32D7285CF}" dt="2024-09-15T13:43:36.080" v="115" actId="1076"/>
        <pc:sldMkLst>
          <pc:docMk/>
          <pc:sldMk cId="0" sldId="258"/>
        </pc:sldMkLst>
        <pc:spChg chg="mod">
          <ac:chgData name="Ms Alina Arshad" userId="cccdfd85-d35d-4453-9c6f-a463aae40722" providerId="ADAL" clId="{0CB232A2-0B42-4DBF-AC2D-50B32D7285CF}" dt="2024-09-15T13:42:00.427" v="111" actId="14100"/>
          <ac:spMkLst>
            <pc:docMk/>
            <pc:sldMk cId="0" sldId="258"/>
            <ac:spMk id="106" creationId="{00000000-0000-0000-0000-000000000000}"/>
          </ac:spMkLst>
        </pc:spChg>
        <pc:spChg chg="mod">
          <ac:chgData name="Ms Alina Arshad" userId="cccdfd85-d35d-4453-9c6f-a463aae40722" providerId="ADAL" clId="{0CB232A2-0B42-4DBF-AC2D-50B32D7285CF}" dt="2024-09-15T13:43:36.080" v="115" actId="1076"/>
          <ac:spMkLst>
            <pc:docMk/>
            <pc:sldMk cId="0" sldId="258"/>
            <ac:spMk id="107" creationId="{00000000-0000-0000-0000-000000000000}"/>
          </ac:spMkLst>
        </pc:spChg>
      </pc:sldChg>
      <pc:sldChg chg="modSp mod">
        <pc:chgData name="Ms Alina Arshad" userId="cccdfd85-d35d-4453-9c6f-a463aae40722" providerId="ADAL" clId="{0CB232A2-0B42-4DBF-AC2D-50B32D7285CF}" dt="2024-09-14T10:46:51.265" v="3" actId="1076"/>
        <pc:sldMkLst>
          <pc:docMk/>
          <pc:sldMk cId="2295129282" sldId="269"/>
        </pc:sldMkLst>
        <pc:spChg chg="mod">
          <ac:chgData name="Ms Alina Arshad" userId="cccdfd85-d35d-4453-9c6f-a463aae40722" providerId="ADAL" clId="{0CB232A2-0B42-4DBF-AC2D-50B32D7285CF}" dt="2024-09-14T10:46:51.265" v="3" actId="1076"/>
          <ac:spMkLst>
            <pc:docMk/>
            <pc:sldMk cId="2295129282" sldId="269"/>
            <ac:spMk id="192" creationId="{00000000-0000-0000-0000-000000000000}"/>
          </ac:spMkLst>
        </pc:spChg>
        <pc:picChg chg="mod">
          <ac:chgData name="Ms Alina Arshad" userId="cccdfd85-d35d-4453-9c6f-a463aae40722" providerId="ADAL" clId="{0CB232A2-0B42-4DBF-AC2D-50B32D7285CF}" dt="2024-09-14T10:45:57.979" v="1" actId="2085"/>
          <ac:picMkLst>
            <pc:docMk/>
            <pc:sldMk cId="2295129282" sldId="269"/>
            <ac:picMk id="193" creationId="{00000000-0000-0000-0000-000000000000}"/>
          </ac:picMkLst>
        </pc:picChg>
      </pc:sldChg>
      <pc:sldChg chg="modSp mod">
        <pc:chgData name="Ms Alina Arshad" userId="cccdfd85-d35d-4453-9c6f-a463aae40722" providerId="ADAL" clId="{0CB232A2-0B42-4DBF-AC2D-50B32D7285CF}" dt="2024-09-15T13:45:36.793" v="117" actId="113"/>
        <pc:sldMkLst>
          <pc:docMk/>
          <pc:sldMk cId="2090315159" sldId="270"/>
        </pc:sldMkLst>
        <pc:spChg chg="mod">
          <ac:chgData name="Ms Alina Arshad" userId="cccdfd85-d35d-4453-9c6f-a463aae40722" providerId="ADAL" clId="{0CB232A2-0B42-4DBF-AC2D-50B32D7285CF}" dt="2024-09-15T13:45:36.793" v="117" actId="113"/>
          <ac:spMkLst>
            <pc:docMk/>
            <pc:sldMk cId="2090315159" sldId="270"/>
            <ac:spMk id="201" creationId="{00000000-0000-0000-0000-000000000000}"/>
          </ac:spMkLst>
        </pc:spChg>
        <pc:spChg chg="mod">
          <ac:chgData name="Ms Alina Arshad" userId="cccdfd85-d35d-4453-9c6f-a463aae40722" providerId="ADAL" clId="{0CB232A2-0B42-4DBF-AC2D-50B32D7285CF}" dt="2024-09-14T10:47:31.591" v="4" actId="207"/>
          <ac:spMkLst>
            <pc:docMk/>
            <pc:sldMk cId="2090315159" sldId="270"/>
            <ac:spMk id="202" creationId="{00000000-0000-0000-0000-000000000000}"/>
          </ac:spMkLst>
        </pc:spChg>
      </pc:sldChg>
      <pc:sldChg chg="modSp mod">
        <pc:chgData name="Ms Alina Arshad" userId="cccdfd85-d35d-4453-9c6f-a463aae40722" providerId="ADAL" clId="{0CB232A2-0B42-4DBF-AC2D-50B32D7285CF}" dt="2024-09-14T11:11:09.943" v="53" actId="1076"/>
        <pc:sldMkLst>
          <pc:docMk/>
          <pc:sldMk cId="3034138166" sldId="271"/>
        </pc:sldMkLst>
        <pc:spChg chg="mod">
          <ac:chgData name="Ms Alina Arshad" userId="cccdfd85-d35d-4453-9c6f-a463aae40722" providerId="ADAL" clId="{0CB232A2-0B42-4DBF-AC2D-50B32D7285CF}" dt="2024-09-14T11:11:07.043" v="52" actId="20577"/>
          <ac:spMkLst>
            <pc:docMk/>
            <pc:sldMk cId="3034138166" sldId="271"/>
            <ac:spMk id="210" creationId="{00000000-0000-0000-0000-000000000000}"/>
          </ac:spMkLst>
        </pc:spChg>
        <pc:picChg chg="mod">
          <ac:chgData name="Ms Alina Arshad" userId="cccdfd85-d35d-4453-9c6f-a463aae40722" providerId="ADAL" clId="{0CB232A2-0B42-4DBF-AC2D-50B32D7285CF}" dt="2024-09-14T11:11:09.943" v="53" actId="1076"/>
          <ac:picMkLst>
            <pc:docMk/>
            <pc:sldMk cId="3034138166" sldId="271"/>
            <ac:picMk id="211" creationId="{00000000-0000-0000-0000-000000000000}"/>
          </ac:picMkLst>
        </pc:picChg>
      </pc:sldChg>
      <pc:sldChg chg="addSp delSp modSp mod">
        <pc:chgData name="Ms Alina Arshad" userId="cccdfd85-d35d-4453-9c6f-a463aae40722" providerId="ADAL" clId="{0CB232A2-0B42-4DBF-AC2D-50B32D7285CF}" dt="2024-09-15T13:53:32.742" v="137" actId="1076"/>
        <pc:sldMkLst>
          <pc:docMk/>
          <pc:sldMk cId="0" sldId="277"/>
        </pc:sldMkLst>
        <pc:spChg chg="add del mod">
          <ac:chgData name="Ms Alina Arshad" userId="cccdfd85-d35d-4453-9c6f-a463aae40722" providerId="ADAL" clId="{0CB232A2-0B42-4DBF-AC2D-50B32D7285CF}" dt="2024-09-15T13:53:25.594" v="135" actId="478"/>
          <ac:spMkLst>
            <pc:docMk/>
            <pc:sldMk cId="0" sldId="277"/>
            <ac:spMk id="3" creationId="{D1390B3A-9202-17C5-8B1D-C85833BAA94C}"/>
          </ac:spMkLst>
        </pc:spChg>
        <pc:spChg chg="mod">
          <ac:chgData name="Ms Alina Arshad" userId="cccdfd85-d35d-4453-9c6f-a463aae40722" providerId="ADAL" clId="{0CB232A2-0B42-4DBF-AC2D-50B32D7285CF}" dt="2024-09-15T13:51:51.007" v="124" actId="1076"/>
          <ac:spMkLst>
            <pc:docMk/>
            <pc:sldMk cId="0" sldId="277"/>
            <ac:spMk id="253" creationId="{00000000-0000-0000-0000-000000000000}"/>
          </ac:spMkLst>
        </pc:spChg>
        <pc:spChg chg="mod">
          <ac:chgData name="Ms Alina Arshad" userId="cccdfd85-d35d-4453-9c6f-a463aae40722" providerId="ADAL" clId="{0CB232A2-0B42-4DBF-AC2D-50B32D7285CF}" dt="2024-09-15T13:53:29.472" v="136" actId="1076"/>
          <ac:spMkLst>
            <pc:docMk/>
            <pc:sldMk cId="0" sldId="277"/>
            <ac:spMk id="255" creationId="{00000000-0000-0000-0000-000000000000}"/>
          </ac:spMkLst>
        </pc:spChg>
        <pc:graphicFrameChg chg="mod">
          <ac:chgData name="Ms Alina Arshad" userId="cccdfd85-d35d-4453-9c6f-a463aae40722" providerId="ADAL" clId="{0CB232A2-0B42-4DBF-AC2D-50B32D7285CF}" dt="2024-09-15T13:53:32.742" v="137" actId="1076"/>
          <ac:graphicFrameMkLst>
            <pc:docMk/>
            <pc:sldMk cId="0" sldId="277"/>
            <ac:graphicFrameMk id="254" creationId="{00000000-0000-0000-0000-000000000000}"/>
          </ac:graphicFrameMkLst>
        </pc:graphicFrameChg>
      </pc:sldChg>
      <pc:sldChg chg="modSp mod">
        <pc:chgData name="Ms Alina Arshad" userId="cccdfd85-d35d-4453-9c6f-a463aae40722" providerId="ADAL" clId="{0CB232A2-0B42-4DBF-AC2D-50B32D7285CF}" dt="2024-09-14T11:53:23.512" v="104" actId="20577"/>
        <pc:sldMkLst>
          <pc:docMk/>
          <pc:sldMk cId="0" sldId="290"/>
        </pc:sldMkLst>
        <pc:spChg chg="mod">
          <ac:chgData name="Ms Alina Arshad" userId="cccdfd85-d35d-4453-9c6f-a463aae40722" providerId="ADAL" clId="{0CB232A2-0B42-4DBF-AC2D-50B32D7285CF}" dt="2024-09-14T11:53:23.512" v="104" actId="20577"/>
          <ac:spMkLst>
            <pc:docMk/>
            <pc:sldMk cId="0" sldId="290"/>
            <ac:spMk id="333" creationId="{00000000-0000-0000-0000-000000000000}"/>
          </ac:spMkLst>
        </pc:spChg>
      </pc:sldChg>
      <pc:sldChg chg="modSp mod">
        <pc:chgData name="Ms Alina Arshad" userId="cccdfd85-d35d-4453-9c6f-a463aae40722" providerId="ADAL" clId="{0CB232A2-0B42-4DBF-AC2D-50B32D7285CF}" dt="2024-09-15T14:10:32.357" v="138" actId="113"/>
        <pc:sldMkLst>
          <pc:docMk/>
          <pc:sldMk cId="0" sldId="302"/>
        </pc:sldMkLst>
        <pc:spChg chg="mod">
          <ac:chgData name="Ms Alina Arshad" userId="cccdfd85-d35d-4453-9c6f-a463aae40722" providerId="ADAL" clId="{0CB232A2-0B42-4DBF-AC2D-50B32D7285CF}" dt="2024-09-15T14:10:32.357" v="138" actId="113"/>
          <ac:spMkLst>
            <pc:docMk/>
            <pc:sldMk cId="0" sldId="302"/>
            <ac:spMk id="409" creationId="{00000000-0000-0000-0000-000000000000}"/>
          </ac:spMkLst>
        </pc:spChg>
      </pc:sldChg>
      <pc:sldChg chg="del">
        <pc:chgData name="Ms Alina Arshad" userId="cccdfd85-d35d-4453-9c6f-a463aae40722" providerId="ADAL" clId="{0CB232A2-0B42-4DBF-AC2D-50B32D7285CF}" dt="2024-09-17T07:37:56.773" v="139" actId="47"/>
        <pc:sldMkLst>
          <pc:docMk/>
          <pc:sldMk cId="0" sldId="307"/>
        </pc:sldMkLst>
      </pc:sldChg>
      <pc:sldChg chg="del">
        <pc:chgData name="Ms Alina Arshad" userId="cccdfd85-d35d-4453-9c6f-a463aae40722" providerId="ADAL" clId="{0CB232A2-0B42-4DBF-AC2D-50B32D7285CF}" dt="2024-09-17T07:37:58.202" v="140" actId="47"/>
        <pc:sldMkLst>
          <pc:docMk/>
          <pc:sldMk cId="0" sldId="308"/>
        </pc:sldMkLst>
      </pc:sldChg>
      <pc:sldChg chg="del">
        <pc:chgData name="Ms Alina Arshad" userId="cccdfd85-d35d-4453-9c6f-a463aae40722" providerId="ADAL" clId="{0CB232A2-0B42-4DBF-AC2D-50B32D7285CF}" dt="2024-09-17T07:37:59.300" v="141" actId="47"/>
        <pc:sldMkLst>
          <pc:docMk/>
          <pc:sldMk cId="0" sldId="309"/>
        </pc:sldMkLst>
      </pc:sldChg>
      <pc:sldChg chg="del">
        <pc:chgData name="Ms Alina Arshad" userId="cccdfd85-d35d-4453-9c6f-a463aae40722" providerId="ADAL" clId="{0CB232A2-0B42-4DBF-AC2D-50B32D7285CF}" dt="2024-09-17T07:38:00.061" v="142" actId="47"/>
        <pc:sldMkLst>
          <pc:docMk/>
          <pc:sldMk cId="0" sldId="310"/>
        </pc:sldMkLst>
      </pc:sldChg>
      <pc:sldChg chg="del">
        <pc:chgData name="Ms Alina Arshad" userId="cccdfd85-d35d-4453-9c6f-a463aae40722" providerId="ADAL" clId="{0CB232A2-0B42-4DBF-AC2D-50B32D7285CF}" dt="2024-09-17T07:38:00.661" v="143" actId="47"/>
        <pc:sldMkLst>
          <pc:docMk/>
          <pc:sldMk cId="0" sldId="311"/>
        </pc:sldMkLst>
      </pc:sldChg>
      <pc:sldChg chg="del">
        <pc:chgData name="Ms Alina Arshad" userId="cccdfd85-d35d-4453-9c6f-a463aae40722" providerId="ADAL" clId="{0CB232A2-0B42-4DBF-AC2D-50B32D7285CF}" dt="2024-09-17T07:38:01.181" v="144" actId="47"/>
        <pc:sldMkLst>
          <pc:docMk/>
          <pc:sldMk cId="0" sldId="312"/>
        </pc:sldMkLst>
      </pc:sldChg>
      <pc:sldChg chg="del">
        <pc:chgData name="Ms Alina Arshad" userId="cccdfd85-d35d-4453-9c6f-a463aae40722" providerId="ADAL" clId="{0CB232A2-0B42-4DBF-AC2D-50B32D7285CF}" dt="2024-09-17T07:38:01.535" v="145" actId="47"/>
        <pc:sldMkLst>
          <pc:docMk/>
          <pc:sldMk cId="0" sldId="313"/>
        </pc:sldMkLst>
      </pc:sldChg>
      <pc:sldChg chg="del">
        <pc:chgData name="Ms Alina Arshad" userId="cccdfd85-d35d-4453-9c6f-a463aae40722" providerId="ADAL" clId="{0CB232A2-0B42-4DBF-AC2D-50B32D7285CF}" dt="2024-09-17T07:38:01.928" v="146" actId="47"/>
        <pc:sldMkLst>
          <pc:docMk/>
          <pc:sldMk cId="0" sldId="314"/>
        </pc:sldMkLst>
      </pc:sldChg>
      <pc:sldChg chg="del">
        <pc:chgData name="Ms Alina Arshad" userId="cccdfd85-d35d-4453-9c6f-a463aae40722" providerId="ADAL" clId="{0CB232A2-0B42-4DBF-AC2D-50B32D7285CF}" dt="2024-09-17T07:38:02.233" v="147" actId="47"/>
        <pc:sldMkLst>
          <pc:docMk/>
          <pc:sldMk cId="0" sldId="315"/>
        </pc:sldMkLst>
      </pc:sldChg>
      <pc:sldChg chg="del">
        <pc:chgData name="Ms Alina Arshad" userId="cccdfd85-d35d-4453-9c6f-a463aae40722" providerId="ADAL" clId="{0CB232A2-0B42-4DBF-AC2D-50B32D7285CF}" dt="2024-09-17T07:38:02.483" v="148" actId="47"/>
        <pc:sldMkLst>
          <pc:docMk/>
          <pc:sldMk cId="0" sldId="316"/>
        </pc:sldMkLst>
      </pc:sldChg>
      <pc:sldChg chg="del">
        <pc:chgData name="Ms Alina Arshad" userId="cccdfd85-d35d-4453-9c6f-a463aae40722" providerId="ADAL" clId="{0CB232A2-0B42-4DBF-AC2D-50B32D7285CF}" dt="2024-09-17T07:38:02.657" v="149" actId="47"/>
        <pc:sldMkLst>
          <pc:docMk/>
          <pc:sldMk cId="0" sldId="317"/>
        </pc:sldMkLst>
      </pc:sldChg>
      <pc:sldChg chg="del">
        <pc:chgData name="Ms Alina Arshad" userId="cccdfd85-d35d-4453-9c6f-a463aae40722" providerId="ADAL" clId="{0CB232A2-0B42-4DBF-AC2D-50B32D7285CF}" dt="2024-09-17T07:38:03.192" v="150" actId="47"/>
        <pc:sldMkLst>
          <pc:docMk/>
          <pc:sldMk cId="0" sldId="318"/>
        </pc:sldMkLst>
      </pc:sldChg>
      <pc:sldChg chg="del">
        <pc:chgData name="Ms Alina Arshad" userId="cccdfd85-d35d-4453-9c6f-a463aae40722" providerId="ADAL" clId="{0CB232A2-0B42-4DBF-AC2D-50B32D7285CF}" dt="2024-09-17T07:38:03.222" v="151" actId="47"/>
        <pc:sldMkLst>
          <pc:docMk/>
          <pc:sldMk cId="0" sldId="319"/>
        </pc:sldMkLst>
      </pc:sldChg>
      <pc:sldChg chg="del">
        <pc:chgData name="Ms Alina Arshad" userId="cccdfd85-d35d-4453-9c6f-a463aae40722" providerId="ADAL" clId="{0CB232A2-0B42-4DBF-AC2D-50B32D7285CF}" dt="2024-09-17T07:38:03.241" v="152" actId="47"/>
        <pc:sldMkLst>
          <pc:docMk/>
          <pc:sldMk cId="0" sldId="320"/>
        </pc:sldMkLst>
      </pc:sldChg>
      <pc:sldChg chg="del">
        <pc:chgData name="Ms Alina Arshad" userId="cccdfd85-d35d-4453-9c6f-a463aae40722" providerId="ADAL" clId="{0CB232A2-0B42-4DBF-AC2D-50B32D7285CF}" dt="2024-09-17T07:38:03.256" v="153" actId="47"/>
        <pc:sldMkLst>
          <pc:docMk/>
          <pc:sldMk cId="0" sldId="321"/>
        </pc:sldMkLst>
      </pc:sldChg>
      <pc:sldChg chg="del">
        <pc:chgData name="Ms Alina Arshad" userId="cccdfd85-d35d-4453-9c6f-a463aae40722" providerId="ADAL" clId="{0CB232A2-0B42-4DBF-AC2D-50B32D7285CF}" dt="2024-09-17T07:38:03.292" v="154" actId="47"/>
        <pc:sldMkLst>
          <pc:docMk/>
          <pc:sldMk cId="0" sldId="322"/>
        </pc:sldMkLst>
      </pc:sldChg>
      <pc:sldChg chg="del">
        <pc:chgData name="Ms Alina Arshad" userId="cccdfd85-d35d-4453-9c6f-a463aae40722" providerId="ADAL" clId="{0CB232A2-0B42-4DBF-AC2D-50B32D7285CF}" dt="2024-09-17T07:38:03.323" v="155" actId="47"/>
        <pc:sldMkLst>
          <pc:docMk/>
          <pc:sldMk cId="0" sldId="323"/>
        </pc:sldMkLst>
      </pc:sldChg>
      <pc:sldChg chg="del">
        <pc:chgData name="Ms Alina Arshad" userId="cccdfd85-d35d-4453-9c6f-a463aae40722" providerId="ADAL" clId="{0CB232A2-0B42-4DBF-AC2D-50B32D7285CF}" dt="2024-09-17T07:38:03.373" v="156" actId="47"/>
        <pc:sldMkLst>
          <pc:docMk/>
          <pc:sldMk cId="0" sldId="324"/>
        </pc:sldMkLst>
      </pc:sldChg>
      <pc:sldChg chg="del">
        <pc:chgData name="Ms Alina Arshad" userId="cccdfd85-d35d-4453-9c6f-a463aae40722" providerId="ADAL" clId="{0CB232A2-0B42-4DBF-AC2D-50B32D7285CF}" dt="2024-09-17T07:38:03.394" v="157" actId="47"/>
        <pc:sldMkLst>
          <pc:docMk/>
          <pc:sldMk cId="0" sldId="325"/>
        </pc:sldMkLst>
      </pc:sldChg>
      <pc:sldChg chg="del">
        <pc:chgData name="Ms Alina Arshad" userId="cccdfd85-d35d-4453-9c6f-a463aae40722" providerId="ADAL" clId="{0CB232A2-0B42-4DBF-AC2D-50B32D7285CF}" dt="2024-09-17T07:38:03.429" v="158" actId="47"/>
        <pc:sldMkLst>
          <pc:docMk/>
          <pc:sldMk cId="0" sldId="326"/>
        </pc:sldMkLst>
      </pc:sldChg>
      <pc:sldChg chg="del">
        <pc:chgData name="Ms Alina Arshad" userId="cccdfd85-d35d-4453-9c6f-a463aae40722" providerId="ADAL" clId="{0CB232A2-0B42-4DBF-AC2D-50B32D7285CF}" dt="2024-09-17T07:38:03.450" v="159" actId="47"/>
        <pc:sldMkLst>
          <pc:docMk/>
          <pc:sldMk cId="0" sldId="327"/>
        </pc:sldMkLst>
      </pc:sldChg>
      <pc:sldChg chg="del">
        <pc:chgData name="Ms Alina Arshad" userId="cccdfd85-d35d-4453-9c6f-a463aae40722" providerId="ADAL" clId="{0CB232A2-0B42-4DBF-AC2D-50B32D7285CF}" dt="2024-09-17T07:38:03.489" v="160" actId="47"/>
        <pc:sldMkLst>
          <pc:docMk/>
          <pc:sldMk cId="0" sldId="328"/>
        </pc:sldMkLst>
      </pc:sldChg>
      <pc:sldChg chg="del">
        <pc:chgData name="Ms Alina Arshad" userId="cccdfd85-d35d-4453-9c6f-a463aae40722" providerId="ADAL" clId="{0CB232A2-0B42-4DBF-AC2D-50B32D7285CF}" dt="2024-09-17T07:38:03.516" v="161" actId="47"/>
        <pc:sldMkLst>
          <pc:docMk/>
          <pc:sldMk cId="0" sldId="329"/>
        </pc:sldMkLst>
      </pc:sldChg>
      <pc:sldChg chg="del">
        <pc:chgData name="Ms Alina Arshad" userId="cccdfd85-d35d-4453-9c6f-a463aae40722" providerId="ADAL" clId="{0CB232A2-0B42-4DBF-AC2D-50B32D7285CF}" dt="2024-09-17T07:38:03.563" v="162" actId="47"/>
        <pc:sldMkLst>
          <pc:docMk/>
          <pc:sldMk cId="0" sldId="330"/>
        </pc:sldMkLst>
      </pc:sldChg>
      <pc:sldChg chg="del">
        <pc:chgData name="Ms Alina Arshad" userId="cccdfd85-d35d-4453-9c6f-a463aae40722" providerId="ADAL" clId="{0CB232A2-0B42-4DBF-AC2D-50B32D7285CF}" dt="2024-09-17T07:38:03.584" v="163" actId="47"/>
        <pc:sldMkLst>
          <pc:docMk/>
          <pc:sldMk cId="0" sldId="331"/>
        </pc:sldMkLst>
      </pc:sldChg>
      <pc:sldChg chg="del">
        <pc:chgData name="Ms Alina Arshad" userId="cccdfd85-d35d-4453-9c6f-a463aae40722" providerId="ADAL" clId="{0CB232A2-0B42-4DBF-AC2D-50B32D7285CF}" dt="2024-09-17T07:38:03.612" v="164" actId="47"/>
        <pc:sldMkLst>
          <pc:docMk/>
          <pc:sldMk cId="0" sldId="332"/>
        </pc:sldMkLst>
      </pc:sldChg>
      <pc:sldChg chg="del">
        <pc:chgData name="Ms Alina Arshad" userId="cccdfd85-d35d-4453-9c6f-a463aae40722" providerId="ADAL" clId="{0CB232A2-0B42-4DBF-AC2D-50B32D7285CF}" dt="2024-09-17T07:38:03.668" v="165" actId="47"/>
        <pc:sldMkLst>
          <pc:docMk/>
          <pc:sldMk cId="0" sldId="333"/>
        </pc:sldMkLst>
      </pc:sldChg>
      <pc:sldChg chg="del">
        <pc:chgData name="Ms Alina Arshad" userId="cccdfd85-d35d-4453-9c6f-a463aae40722" providerId="ADAL" clId="{0CB232A2-0B42-4DBF-AC2D-50B32D7285CF}" dt="2024-09-17T07:38:03.680" v="166" actId="47"/>
        <pc:sldMkLst>
          <pc:docMk/>
          <pc:sldMk cId="0" sldId="334"/>
        </pc:sldMkLst>
      </pc:sldChg>
      <pc:sldChg chg="del">
        <pc:chgData name="Ms Alina Arshad" userId="cccdfd85-d35d-4453-9c6f-a463aae40722" providerId="ADAL" clId="{0CB232A2-0B42-4DBF-AC2D-50B32D7285CF}" dt="2024-09-17T07:38:04.295" v="167" actId="47"/>
        <pc:sldMkLst>
          <pc:docMk/>
          <pc:sldMk cId="0" sldId="335"/>
        </pc:sldMkLst>
      </pc:sldChg>
      <pc:sldChg chg="del">
        <pc:chgData name="Ms Alina Arshad" userId="cccdfd85-d35d-4453-9c6f-a463aae40722" providerId="ADAL" clId="{0CB232A2-0B42-4DBF-AC2D-50B32D7285CF}" dt="2024-09-17T07:38:04.494" v="168" actId="47"/>
        <pc:sldMkLst>
          <pc:docMk/>
          <pc:sldMk cId="0" sldId="336"/>
        </pc:sldMkLst>
      </pc:sldChg>
      <pc:sldChg chg="del">
        <pc:chgData name="Ms Alina Arshad" userId="cccdfd85-d35d-4453-9c6f-a463aae40722" providerId="ADAL" clId="{0CB232A2-0B42-4DBF-AC2D-50B32D7285CF}" dt="2024-09-17T07:38:04.651" v="169" actId="47"/>
        <pc:sldMkLst>
          <pc:docMk/>
          <pc:sldMk cId="0" sldId="337"/>
        </pc:sldMkLst>
      </pc:sldChg>
      <pc:sldChg chg="modSp mod">
        <pc:chgData name="Ms Alina Arshad" userId="cccdfd85-d35d-4453-9c6f-a463aae40722" providerId="ADAL" clId="{0CB232A2-0B42-4DBF-AC2D-50B32D7285CF}" dt="2024-09-14T11:34:36.657" v="79" actId="20577"/>
        <pc:sldMkLst>
          <pc:docMk/>
          <pc:sldMk cId="1204309406" sldId="341"/>
        </pc:sldMkLst>
        <pc:spChg chg="mod">
          <ac:chgData name="Ms Alina Arshad" userId="cccdfd85-d35d-4453-9c6f-a463aae40722" providerId="ADAL" clId="{0CB232A2-0B42-4DBF-AC2D-50B32D7285CF}" dt="2024-09-14T11:34:36.657" v="79" actId="20577"/>
          <ac:spMkLst>
            <pc:docMk/>
            <pc:sldMk cId="1204309406" sldId="341"/>
            <ac:spMk id="3" creationId="{FB09A7D6-CB86-1298-9237-F494689B2453}"/>
          </ac:spMkLst>
        </pc:spChg>
      </pc:sldChg>
      <pc:sldChg chg="addSp modSp new mod ord">
        <pc:chgData name="Ms Alina Arshad" userId="cccdfd85-d35d-4453-9c6f-a463aae40722" providerId="ADAL" clId="{0CB232A2-0B42-4DBF-AC2D-50B32D7285CF}" dt="2024-09-14T11:24:13.633" v="69"/>
        <pc:sldMkLst>
          <pc:docMk/>
          <pc:sldMk cId="96607437" sldId="342"/>
        </pc:sldMkLst>
        <pc:spChg chg="add mod">
          <ac:chgData name="Ms Alina Arshad" userId="cccdfd85-d35d-4453-9c6f-a463aae40722" providerId="ADAL" clId="{0CB232A2-0B42-4DBF-AC2D-50B32D7285CF}" dt="2024-09-14T11:23:57.202" v="62" actId="1076"/>
          <ac:spMkLst>
            <pc:docMk/>
            <pc:sldMk cId="96607437" sldId="342"/>
            <ac:spMk id="3" creationId="{83929A5B-4351-FE6D-372A-06A618BD7968}"/>
          </ac:spMkLst>
        </pc:spChg>
        <pc:spChg chg="add mod">
          <ac:chgData name="Ms Alina Arshad" userId="cccdfd85-d35d-4453-9c6f-a463aae40722" providerId="ADAL" clId="{0CB232A2-0B42-4DBF-AC2D-50B32D7285CF}" dt="2024-09-14T11:24:08.938" v="67" actId="14100"/>
          <ac:spMkLst>
            <pc:docMk/>
            <pc:sldMk cId="96607437" sldId="342"/>
            <ac:spMk id="5" creationId="{2FCB2354-E8E1-7D4F-9119-EADE938CCBEE}"/>
          </ac:spMkLst>
        </pc:spChg>
      </pc:sldChg>
    </pc:docChg>
  </pc:docChgLst>
  <pc:docChgLst>
    <pc:chgData name="Ms Alina Arshad" userId="cccdfd85-d35d-4453-9c6f-a463aae40722" providerId="ADAL" clId="{D4C91E6F-B9DD-440D-9732-C61CDFB6C2C8}"/>
    <pc:docChg chg="undo custSel addSld delSld modSld">
      <pc:chgData name="Ms Alina Arshad" userId="cccdfd85-d35d-4453-9c6f-a463aae40722" providerId="ADAL" clId="{D4C91E6F-B9DD-440D-9732-C61CDFB6C2C8}" dt="2024-09-22T13:28:42.450" v="404" actId="1076"/>
      <pc:docMkLst>
        <pc:docMk/>
      </pc:docMkLst>
      <pc:sldChg chg="new del">
        <pc:chgData name="Ms Alina Arshad" userId="cccdfd85-d35d-4453-9c6f-a463aae40722" providerId="ADAL" clId="{D4C91E6F-B9DD-440D-9732-C61CDFB6C2C8}" dt="2024-09-22T13:07:42.221" v="218" actId="680"/>
        <pc:sldMkLst>
          <pc:docMk/>
          <pc:sldMk cId="1855390167" sldId="256"/>
        </pc:sldMkLst>
      </pc:sldChg>
      <pc:sldChg chg="modSp add del mod">
        <pc:chgData name="Ms Alina Arshad" userId="cccdfd85-d35d-4453-9c6f-a463aae40722" providerId="ADAL" clId="{D4C91E6F-B9DD-440D-9732-C61CDFB6C2C8}" dt="2024-09-22T13:07:42.671" v="219" actId="47"/>
        <pc:sldMkLst>
          <pc:docMk/>
          <pc:sldMk cId="3322361034" sldId="256"/>
        </pc:sldMkLst>
        <pc:spChg chg="mod">
          <ac:chgData name="Ms Alina Arshad" userId="cccdfd85-d35d-4453-9c6f-a463aae40722" providerId="ADAL" clId="{D4C91E6F-B9DD-440D-9732-C61CDFB6C2C8}" dt="2024-09-22T13:02:12.272" v="129" actId="122"/>
          <ac:spMkLst>
            <pc:docMk/>
            <pc:sldMk cId="3322361034" sldId="256"/>
            <ac:spMk id="3" creationId="{44E9F82C-BBA7-3495-1097-BEDB54FFFDF4}"/>
          </ac:spMkLst>
        </pc:spChg>
      </pc:sldChg>
      <pc:sldChg chg="add del">
        <pc:chgData name="Ms Alina Arshad" userId="cccdfd85-d35d-4453-9c6f-a463aae40722" providerId="ADAL" clId="{D4C91E6F-B9DD-440D-9732-C61CDFB6C2C8}" dt="2024-09-22T13:02:23.599" v="131" actId="47"/>
        <pc:sldMkLst>
          <pc:docMk/>
          <pc:sldMk cId="0" sldId="257"/>
        </pc:sldMkLst>
      </pc:sldChg>
      <pc:sldChg chg="modSp add del mod">
        <pc:chgData name="Ms Alina Arshad" userId="cccdfd85-d35d-4453-9c6f-a463aae40722" providerId="ADAL" clId="{D4C91E6F-B9DD-440D-9732-C61CDFB6C2C8}" dt="2024-09-22T13:08:06.675" v="233" actId="47"/>
        <pc:sldMkLst>
          <pc:docMk/>
          <pc:sldMk cId="2343470586" sldId="257"/>
        </pc:sldMkLst>
        <pc:spChg chg="mod">
          <ac:chgData name="Ms Alina Arshad" userId="cccdfd85-d35d-4453-9c6f-a463aae40722" providerId="ADAL" clId="{D4C91E6F-B9DD-440D-9732-C61CDFB6C2C8}" dt="2024-09-22T13:07:58.750" v="224" actId="27636"/>
          <ac:spMkLst>
            <pc:docMk/>
            <pc:sldMk cId="2343470586" sldId="257"/>
            <ac:spMk id="3" creationId="{1A620018-CE39-4020-94EA-A75332477218}"/>
          </ac:spMkLst>
        </pc:spChg>
      </pc:sldChg>
      <pc:sldChg chg="modSp add del mod">
        <pc:chgData name="Ms Alina Arshad" userId="cccdfd85-d35d-4453-9c6f-a463aae40722" providerId="ADAL" clId="{D4C91E6F-B9DD-440D-9732-C61CDFB6C2C8}" dt="2024-09-22T13:07:43.147" v="220" actId="47"/>
        <pc:sldMkLst>
          <pc:docMk/>
          <pc:sldMk cId="0" sldId="258"/>
        </pc:sldMkLst>
        <pc:spChg chg="mod">
          <ac:chgData name="Ms Alina Arshad" userId="cccdfd85-d35d-4453-9c6f-a463aae40722" providerId="ADAL" clId="{D4C91E6F-B9DD-440D-9732-C61CDFB6C2C8}" dt="2024-09-22T13:02:43.692" v="134" actId="113"/>
          <ac:spMkLst>
            <pc:docMk/>
            <pc:sldMk cId="0" sldId="258"/>
            <ac:spMk id="2" creationId="{00000000-0000-0000-0000-000000000000}"/>
          </ac:spMkLst>
        </pc:spChg>
        <pc:spChg chg="mod">
          <ac:chgData name="Ms Alina Arshad" userId="cccdfd85-d35d-4453-9c6f-a463aae40722" providerId="ADAL" clId="{D4C91E6F-B9DD-440D-9732-C61CDFB6C2C8}" dt="2024-09-22T13:03:02.394" v="138" actId="2711"/>
          <ac:spMkLst>
            <pc:docMk/>
            <pc:sldMk cId="0" sldId="258"/>
            <ac:spMk id="3" creationId="{00000000-0000-0000-0000-000000000000}"/>
          </ac:spMkLst>
        </pc:spChg>
      </pc:sldChg>
      <pc:sldChg chg="modSp add del mod modNotesTx">
        <pc:chgData name="Ms Alina Arshad" userId="cccdfd85-d35d-4453-9c6f-a463aae40722" providerId="ADAL" clId="{D4C91E6F-B9DD-440D-9732-C61CDFB6C2C8}" dt="2024-09-22T13:08:24.737" v="236"/>
        <pc:sldMkLst>
          <pc:docMk/>
          <pc:sldMk cId="0" sldId="259"/>
        </pc:sldMkLst>
        <pc:grpChg chg="mod">
          <ac:chgData name="Ms Alina Arshad" userId="cccdfd85-d35d-4453-9c6f-a463aae40722" providerId="ADAL" clId="{D4C91E6F-B9DD-440D-9732-C61CDFB6C2C8}" dt="2024-09-22T13:03:09.171" v="139" actId="1076"/>
          <ac:grpSpMkLst>
            <pc:docMk/>
            <pc:sldMk cId="0" sldId="259"/>
            <ac:grpSpMk id="2" creationId="{00000000-0000-0000-0000-000000000000}"/>
          </ac:grpSpMkLst>
        </pc:grpChg>
        <pc:picChg chg="mod">
          <ac:chgData name="Ms Alina Arshad" userId="cccdfd85-d35d-4453-9c6f-a463aae40722" providerId="ADAL" clId="{D4C91E6F-B9DD-440D-9732-C61CDFB6C2C8}" dt="2024-09-22T13:03:15.346" v="140" actId="2085"/>
          <ac:picMkLst>
            <pc:docMk/>
            <pc:sldMk cId="0" sldId="259"/>
            <ac:picMk id="4" creationId="{00000000-0000-0000-0000-000000000000}"/>
          </ac:picMkLst>
        </pc:picChg>
      </pc:sldChg>
      <pc:sldChg chg="modSp add del mod modNotesTx">
        <pc:chgData name="Ms Alina Arshad" userId="cccdfd85-d35d-4453-9c6f-a463aae40722" providerId="ADAL" clId="{D4C91E6F-B9DD-440D-9732-C61CDFB6C2C8}" dt="2024-09-22T13:08:41.224" v="238"/>
        <pc:sldMkLst>
          <pc:docMk/>
          <pc:sldMk cId="0" sldId="260"/>
        </pc:sldMkLst>
        <pc:spChg chg="mod">
          <ac:chgData name="Ms Alina Arshad" userId="cccdfd85-d35d-4453-9c6f-a463aae40722" providerId="ADAL" clId="{D4C91E6F-B9DD-440D-9732-C61CDFB6C2C8}" dt="2024-09-22T13:03:43.152" v="146" actId="207"/>
          <ac:spMkLst>
            <pc:docMk/>
            <pc:sldMk cId="0" sldId="260"/>
            <ac:spMk id="2" creationId="{00000000-0000-0000-0000-000000000000}"/>
          </ac:spMkLst>
        </pc:spChg>
        <pc:spChg chg="mod">
          <ac:chgData name="Ms Alina Arshad" userId="cccdfd85-d35d-4453-9c6f-a463aae40722" providerId="ADAL" clId="{D4C91E6F-B9DD-440D-9732-C61CDFB6C2C8}" dt="2024-09-22T13:04:20.885" v="161" actId="20577"/>
          <ac:spMkLst>
            <pc:docMk/>
            <pc:sldMk cId="0" sldId="260"/>
            <ac:spMk id="3" creationId="{00000000-0000-0000-0000-000000000000}"/>
          </ac:spMkLst>
        </pc:spChg>
      </pc:sldChg>
      <pc:sldChg chg="modSp add del mod">
        <pc:chgData name="Ms Alina Arshad" userId="cccdfd85-d35d-4453-9c6f-a463aae40722" providerId="ADAL" clId="{D4C91E6F-B9DD-440D-9732-C61CDFB6C2C8}" dt="2024-09-22T13:07:37.134" v="212" actId="47"/>
        <pc:sldMkLst>
          <pc:docMk/>
          <pc:sldMk cId="0" sldId="261"/>
        </pc:sldMkLst>
        <pc:spChg chg="mod">
          <ac:chgData name="Ms Alina Arshad" userId="cccdfd85-d35d-4453-9c6f-a463aae40722" providerId="ADAL" clId="{D4C91E6F-B9DD-440D-9732-C61CDFB6C2C8}" dt="2024-09-22T13:04:32.763" v="164" actId="1076"/>
          <ac:spMkLst>
            <pc:docMk/>
            <pc:sldMk cId="0" sldId="261"/>
            <ac:spMk id="2" creationId="{00000000-0000-0000-0000-000000000000}"/>
          </ac:spMkLst>
        </pc:spChg>
        <pc:spChg chg="mod">
          <ac:chgData name="Ms Alina Arshad" userId="cccdfd85-d35d-4453-9c6f-a463aae40722" providerId="ADAL" clId="{D4C91E6F-B9DD-440D-9732-C61CDFB6C2C8}" dt="2024-09-22T13:06:27.187" v="166" actId="1076"/>
          <ac:spMkLst>
            <pc:docMk/>
            <pc:sldMk cId="0" sldId="261"/>
            <ac:spMk id="3" creationId="{00000000-0000-0000-0000-000000000000}"/>
          </ac:spMkLst>
        </pc:spChg>
        <pc:grpChg chg="mod">
          <ac:chgData name="Ms Alina Arshad" userId="cccdfd85-d35d-4453-9c6f-a463aae40722" providerId="ADAL" clId="{D4C91E6F-B9DD-440D-9732-C61CDFB6C2C8}" dt="2024-09-22T13:04:36.578" v="165" actId="1076"/>
          <ac:grpSpMkLst>
            <pc:docMk/>
            <pc:sldMk cId="0" sldId="261"/>
            <ac:grpSpMk id="4" creationId="{00000000-0000-0000-0000-000000000000}"/>
          </ac:grpSpMkLst>
        </pc:grpChg>
      </pc:sldChg>
      <pc:sldChg chg="add del">
        <pc:chgData name="Ms Alina Arshad" userId="cccdfd85-d35d-4453-9c6f-a463aae40722" providerId="ADAL" clId="{D4C91E6F-B9DD-440D-9732-C61CDFB6C2C8}" dt="2024-09-22T13:08:06.214" v="232" actId="47"/>
        <pc:sldMkLst>
          <pc:docMk/>
          <pc:sldMk cId="3815384740" sldId="261"/>
        </pc:sldMkLst>
      </pc:sldChg>
      <pc:sldChg chg="add del">
        <pc:chgData name="Ms Alina Arshad" userId="cccdfd85-d35d-4453-9c6f-a463aae40722" providerId="ADAL" clId="{D4C91E6F-B9DD-440D-9732-C61CDFB6C2C8}" dt="2024-09-22T13:07:35.157" v="167" actId="47"/>
        <pc:sldMkLst>
          <pc:docMk/>
          <pc:sldMk cId="0" sldId="262"/>
        </pc:sldMkLst>
      </pc:sldChg>
      <pc:sldChg chg="add del">
        <pc:chgData name="Ms Alina Arshad" userId="cccdfd85-d35d-4453-9c6f-a463aae40722" providerId="ADAL" clId="{D4C91E6F-B9DD-440D-9732-C61CDFB6C2C8}" dt="2024-09-22T13:08:14.053" v="234" actId="47"/>
        <pc:sldMkLst>
          <pc:docMk/>
          <pc:sldMk cId="129713762" sldId="262"/>
        </pc:sldMkLst>
      </pc:sldChg>
      <pc:sldChg chg="add del">
        <pc:chgData name="Ms Alina Arshad" userId="cccdfd85-d35d-4453-9c6f-a463aae40722" providerId="ADAL" clId="{D4C91E6F-B9DD-440D-9732-C61CDFB6C2C8}" dt="2024-09-22T13:07:35.672" v="168" actId="47"/>
        <pc:sldMkLst>
          <pc:docMk/>
          <pc:sldMk cId="0" sldId="263"/>
        </pc:sldMkLst>
      </pc:sldChg>
      <pc:sldChg chg="add del setBg">
        <pc:chgData name="Ms Alina Arshad" userId="cccdfd85-d35d-4453-9c6f-a463aae40722" providerId="ADAL" clId="{D4C91E6F-B9DD-440D-9732-C61CDFB6C2C8}" dt="2024-09-22T13:08:22.006" v="235" actId="47"/>
        <pc:sldMkLst>
          <pc:docMk/>
          <pc:sldMk cId="3764556304" sldId="263"/>
        </pc:sldMkLst>
      </pc:sldChg>
      <pc:sldChg chg="add del">
        <pc:chgData name="Ms Alina Arshad" userId="cccdfd85-d35d-4453-9c6f-a463aae40722" providerId="ADAL" clId="{D4C91E6F-B9DD-440D-9732-C61CDFB6C2C8}" dt="2024-09-22T13:07:35.700" v="169" actId="47"/>
        <pc:sldMkLst>
          <pc:docMk/>
          <pc:sldMk cId="0" sldId="264"/>
        </pc:sldMkLst>
      </pc:sldChg>
      <pc:sldChg chg="add del">
        <pc:chgData name="Ms Alina Arshad" userId="cccdfd85-d35d-4453-9c6f-a463aae40722" providerId="ADAL" clId="{D4C91E6F-B9DD-440D-9732-C61CDFB6C2C8}" dt="2024-09-22T13:08:34.058" v="237" actId="47"/>
        <pc:sldMkLst>
          <pc:docMk/>
          <pc:sldMk cId="1207064355" sldId="264"/>
        </pc:sldMkLst>
      </pc:sldChg>
      <pc:sldChg chg="add del">
        <pc:chgData name="Ms Alina Arshad" userId="cccdfd85-d35d-4453-9c6f-a463aae40722" providerId="ADAL" clId="{D4C91E6F-B9DD-440D-9732-C61CDFB6C2C8}" dt="2024-09-22T13:07:35.725" v="170" actId="47"/>
        <pc:sldMkLst>
          <pc:docMk/>
          <pc:sldMk cId="1577505814" sldId="265"/>
        </pc:sldMkLst>
        <pc:spChg chg="mod">
          <ac:chgData name="Ms Alina Arshad" userId="cccdfd85-d35d-4453-9c6f-a463aae40722" providerId="ADAL" clId="{D4C91E6F-B9DD-440D-9732-C61CDFB6C2C8}" dt="2024-09-22T13:08:55.410" v="241" actId="14100"/>
          <ac:spMkLst>
            <pc:docMk/>
            <pc:sldMk cId="1577505814" sldId="265"/>
            <ac:spMk id="2" creationId="{41435336-0E45-46A6-ADEF-9EF46BC634DD}"/>
          </ac:spMkLst>
        </pc:spChg>
        <pc:spChg chg="mod">
          <ac:chgData name="Ms Alina Arshad" userId="cccdfd85-d35d-4453-9c6f-a463aae40722" providerId="ADAL" clId="{D4C91E6F-B9DD-440D-9732-C61CDFB6C2C8}" dt="2024-09-22T13:09:39.028" v="256" actId="20577"/>
          <ac:spMkLst>
            <pc:docMk/>
            <pc:sldMk cId="1577505814" sldId="265"/>
            <ac:spMk id="3" creationId="{E63F2E24-C7BF-41F5-B648-FAA96C5DE71A}"/>
          </ac:spMkLst>
        </pc:spChg>
        <pc:spChg chg="mod">
          <ac:chgData name="Ms Alina Arshad" userId="cccdfd85-d35d-4453-9c6f-a463aae40722" providerId="ADAL" clId="{D4C91E6F-B9DD-440D-9732-C61CDFB6C2C8}" dt="2024-09-22T13:15:03.116" v="266" actId="1076"/>
          <ac:spMkLst>
            <pc:docMk/>
            <pc:sldMk cId="1577505814" sldId="265"/>
            <ac:spMk id="4" creationId="{00000000-0000-0000-0000-000000000000}"/>
          </ac:spMkLst>
        </pc:spChg>
        <pc:picChg chg="mod">
          <ac:chgData name="Ms Alina Arshad" userId="cccdfd85-d35d-4453-9c6f-a463aae40722" providerId="ADAL" clId="{D4C91E6F-B9DD-440D-9732-C61CDFB6C2C8}" dt="2024-09-22T13:14:56.785" v="264" actId="1076"/>
          <ac:picMkLst>
            <pc:docMk/>
            <pc:sldMk cId="1577505814" sldId="265"/>
            <ac:picMk id="5" creationId="{28B6A947-1E80-48EF-9AA4-2B6CCB11361F}"/>
          </ac:picMkLst>
        </pc:picChg>
      </pc:sldChg>
      <pc:sldChg chg="add del">
        <pc:chgData name="Ms Alina Arshad" userId="cccdfd85-d35d-4453-9c6f-a463aae40722" providerId="ADAL" clId="{D4C91E6F-B9DD-440D-9732-C61CDFB6C2C8}" dt="2024-09-22T13:07:35.770" v="171" actId="47"/>
        <pc:sldMkLst>
          <pc:docMk/>
          <pc:sldMk cId="1582826008" sldId="266"/>
        </pc:sldMkLst>
        <pc:spChg chg="mod">
          <ac:chgData name="Ms Alina Arshad" userId="cccdfd85-d35d-4453-9c6f-a463aae40722" providerId="ADAL" clId="{D4C91E6F-B9DD-440D-9732-C61CDFB6C2C8}" dt="2024-09-22T13:19:27.669" v="311" actId="14100"/>
          <ac:spMkLst>
            <pc:docMk/>
            <pc:sldMk cId="1582826008" sldId="266"/>
            <ac:spMk id="2" creationId="{46EBB6ED-E43E-4705-8E79-74B8B05AAD23}"/>
          </ac:spMkLst>
        </pc:spChg>
        <pc:spChg chg="mod">
          <ac:chgData name="Ms Alina Arshad" userId="cccdfd85-d35d-4453-9c6f-a463aae40722" providerId="ADAL" clId="{D4C91E6F-B9DD-440D-9732-C61CDFB6C2C8}" dt="2024-09-22T13:20:12.385" v="318" actId="12"/>
          <ac:spMkLst>
            <pc:docMk/>
            <pc:sldMk cId="1582826008" sldId="266"/>
            <ac:spMk id="3" creationId="{4196CBF0-4754-427D-8A38-7DDD2A8EC7AF}"/>
          </ac:spMkLst>
        </pc:spChg>
      </pc:sldChg>
      <pc:sldChg chg="modSp add mod">
        <pc:chgData name="Ms Alina Arshad" userId="cccdfd85-d35d-4453-9c6f-a463aae40722" providerId="ADAL" clId="{D4C91E6F-B9DD-440D-9732-C61CDFB6C2C8}" dt="2024-09-22T13:23:30.753" v="355" actId="1076"/>
        <pc:sldMkLst>
          <pc:docMk/>
          <pc:sldMk cId="731299161" sldId="267"/>
        </pc:sldMkLst>
        <pc:spChg chg="mod">
          <ac:chgData name="Ms Alina Arshad" userId="cccdfd85-d35d-4453-9c6f-a463aae40722" providerId="ADAL" clId="{D4C91E6F-B9DD-440D-9732-C61CDFB6C2C8}" dt="2024-09-22T13:22:57.244" v="346" actId="207"/>
          <ac:spMkLst>
            <pc:docMk/>
            <pc:sldMk cId="731299161" sldId="267"/>
            <ac:spMk id="2" creationId="{9201C7C5-381E-4176-A65A-204F25AA8BDC}"/>
          </ac:spMkLst>
        </pc:spChg>
        <pc:spChg chg="mod">
          <ac:chgData name="Ms Alina Arshad" userId="cccdfd85-d35d-4453-9c6f-a463aae40722" providerId="ADAL" clId="{D4C91E6F-B9DD-440D-9732-C61CDFB6C2C8}" dt="2024-09-22T13:23:15.910" v="351" actId="27636"/>
          <ac:spMkLst>
            <pc:docMk/>
            <pc:sldMk cId="731299161" sldId="267"/>
            <ac:spMk id="3" creationId="{FCCFEEAF-64FB-4C56-B9BC-E9CF77168172}"/>
          </ac:spMkLst>
        </pc:spChg>
        <pc:picChg chg="mod">
          <ac:chgData name="Ms Alina Arshad" userId="cccdfd85-d35d-4453-9c6f-a463aae40722" providerId="ADAL" clId="{D4C91E6F-B9DD-440D-9732-C61CDFB6C2C8}" dt="2024-09-22T13:23:19.471" v="352" actId="1076"/>
          <ac:picMkLst>
            <pc:docMk/>
            <pc:sldMk cId="731299161" sldId="267"/>
            <ac:picMk id="5" creationId="{8353E4DA-5B96-4841-87DE-4D047CCEE14B}"/>
          </ac:picMkLst>
        </pc:picChg>
        <pc:picChg chg="mod">
          <ac:chgData name="Ms Alina Arshad" userId="cccdfd85-d35d-4453-9c6f-a463aae40722" providerId="ADAL" clId="{D4C91E6F-B9DD-440D-9732-C61CDFB6C2C8}" dt="2024-09-22T13:23:30.753" v="355" actId="1076"/>
          <ac:picMkLst>
            <pc:docMk/>
            <pc:sldMk cId="731299161" sldId="267"/>
            <ac:picMk id="7" creationId="{8F9DBF2E-B7FC-4CA0-B16C-95411F8BFBDA}"/>
          </ac:picMkLst>
        </pc:picChg>
      </pc:sldChg>
      <pc:sldChg chg="add del">
        <pc:chgData name="Ms Alina Arshad" userId="cccdfd85-d35d-4453-9c6f-a463aae40722" providerId="ADAL" clId="{D4C91E6F-B9DD-440D-9732-C61CDFB6C2C8}" dt="2024-09-22T13:07:35.851" v="173" actId="47"/>
        <pc:sldMkLst>
          <pc:docMk/>
          <pc:sldMk cId="90329638" sldId="268"/>
        </pc:sldMkLst>
        <pc:spChg chg="mod">
          <ac:chgData name="Ms Alina Arshad" userId="cccdfd85-d35d-4453-9c6f-a463aae40722" providerId="ADAL" clId="{D4C91E6F-B9DD-440D-9732-C61CDFB6C2C8}" dt="2024-09-22T13:20:29.385" v="322" actId="207"/>
          <ac:spMkLst>
            <pc:docMk/>
            <pc:sldMk cId="90329638" sldId="268"/>
            <ac:spMk id="2" creationId="{4EDE3C3C-40B3-4F0A-A7FF-AB655B1FF156}"/>
          </ac:spMkLst>
        </pc:spChg>
        <pc:picChg chg="mod">
          <ac:chgData name="Ms Alina Arshad" userId="cccdfd85-d35d-4453-9c6f-a463aae40722" providerId="ADAL" clId="{D4C91E6F-B9DD-440D-9732-C61CDFB6C2C8}" dt="2024-09-22T13:20:25.320" v="321" actId="1076"/>
          <ac:picMkLst>
            <pc:docMk/>
            <pc:sldMk cId="90329638" sldId="268"/>
            <ac:picMk id="4" creationId="{DB3C41BB-6C26-4A8B-9A8A-A3637402DEC3}"/>
          </ac:picMkLst>
        </pc:picChg>
      </pc:sldChg>
      <pc:sldChg chg="add del">
        <pc:chgData name="Ms Alina Arshad" userId="cccdfd85-d35d-4453-9c6f-a463aae40722" providerId="ADAL" clId="{D4C91E6F-B9DD-440D-9732-C61CDFB6C2C8}" dt="2024-09-22T13:07:35.883" v="174" actId="47"/>
        <pc:sldMkLst>
          <pc:docMk/>
          <pc:sldMk cId="2295129282" sldId="269"/>
        </pc:sldMkLst>
        <pc:spChg chg="mod">
          <ac:chgData name="Ms Alina Arshad" userId="cccdfd85-d35d-4453-9c6f-a463aae40722" providerId="ADAL" clId="{D4C91E6F-B9DD-440D-9732-C61CDFB6C2C8}" dt="2024-09-22T13:20:33.194" v="323" actId="207"/>
          <ac:spMkLst>
            <pc:docMk/>
            <pc:sldMk cId="2295129282" sldId="269"/>
            <ac:spMk id="2" creationId="{93C8DEF6-C2A6-4FFE-93D4-B72310FBBE69}"/>
          </ac:spMkLst>
        </pc:spChg>
        <pc:spChg chg="mod">
          <ac:chgData name="Ms Alina Arshad" userId="cccdfd85-d35d-4453-9c6f-a463aae40722" providerId="ADAL" clId="{D4C91E6F-B9DD-440D-9732-C61CDFB6C2C8}" dt="2024-09-22T13:20:54.354" v="327" actId="12"/>
          <ac:spMkLst>
            <pc:docMk/>
            <pc:sldMk cId="2295129282" sldId="269"/>
            <ac:spMk id="3" creationId="{66EFAC1E-5121-41BA-9011-3E368A014F17}"/>
          </ac:spMkLst>
        </pc:spChg>
      </pc:sldChg>
      <pc:sldChg chg="add del">
        <pc:chgData name="Ms Alina Arshad" userId="cccdfd85-d35d-4453-9c6f-a463aae40722" providerId="ADAL" clId="{D4C91E6F-B9DD-440D-9732-C61CDFB6C2C8}" dt="2024-09-22T13:07:35.915" v="175" actId="47"/>
        <pc:sldMkLst>
          <pc:docMk/>
          <pc:sldMk cId="2090315159" sldId="270"/>
        </pc:sldMkLst>
        <pc:spChg chg="del mod">
          <ac:chgData name="Ms Alina Arshad" userId="cccdfd85-d35d-4453-9c6f-a463aae40722" providerId="ADAL" clId="{D4C91E6F-B9DD-440D-9732-C61CDFB6C2C8}" dt="2024-09-22T13:21:00.410" v="329" actId="478"/>
          <ac:spMkLst>
            <pc:docMk/>
            <pc:sldMk cId="2090315159" sldId="270"/>
            <ac:spMk id="2" creationId="{0426256D-2615-4908-82AE-C041376F8B14}"/>
          </ac:spMkLst>
        </pc:spChg>
        <pc:picChg chg="mod">
          <ac:chgData name="Ms Alina Arshad" userId="cccdfd85-d35d-4453-9c6f-a463aae40722" providerId="ADAL" clId="{D4C91E6F-B9DD-440D-9732-C61CDFB6C2C8}" dt="2024-09-22T13:21:05.927" v="331" actId="14100"/>
          <ac:picMkLst>
            <pc:docMk/>
            <pc:sldMk cId="2090315159" sldId="270"/>
            <ac:picMk id="5" creationId="{25C3C4F9-7925-4068-AA4C-4E3D602F577F}"/>
          </ac:picMkLst>
        </pc:picChg>
      </pc:sldChg>
      <pc:sldChg chg="add del">
        <pc:chgData name="Ms Alina Arshad" userId="cccdfd85-d35d-4453-9c6f-a463aae40722" providerId="ADAL" clId="{D4C91E6F-B9DD-440D-9732-C61CDFB6C2C8}" dt="2024-09-22T13:07:35.946" v="176" actId="47"/>
        <pc:sldMkLst>
          <pc:docMk/>
          <pc:sldMk cId="3034138166" sldId="271"/>
        </pc:sldMkLst>
        <pc:spChg chg="mod">
          <ac:chgData name="Ms Alina Arshad" userId="cccdfd85-d35d-4453-9c6f-a463aae40722" providerId="ADAL" clId="{D4C91E6F-B9DD-440D-9732-C61CDFB6C2C8}" dt="2024-09-22T13:21:39.851" v="338" actId="207"/>
          <ac:spMkLst>
            <pc:docMk/>
            <pc:sldMk cId="3034138166" sldId="271"/>
            <ac:spMk id="2" creationId="{8C9FE61B-36F7-43C1-B94F-337BAEC25346}"/>
          </ac:spMkLst>
        </pc:spChg>
        <pc:spChg chg="mod">
          <ac:chgData name="Ms Alina Arshad" userId="cccdfd85-d35d-4453-9c6f-a463aae40722" providerId="ADAL" clId="{D4C91E6F-B9DD-440D-9732-C61CDFB6C2C8}" dt="2024-09-22T13:21:35.824" v="337" actId="12"/>
          <ac:spMkLst>
            <pc:docMk/>
            <pc:sldMk cId="3034138166" sldId="271"/>
            <ac:spMk id="3" creationId="{F4DD344C-E183-4834-ADD9-55E7821B0508}"/>
          </ac:spMkLst>
        </pc:spChg>
      </pc:sldChg>
      <pc:sldChg chg="add del">
        <pc:chgData name="Ms Alina Arshad" userId="cccdfd85-d35d-4453-9c6f-a463aae40722" providerId="ADAL" clId="{D4C91E6F-B9DD-440D-9732-C61CDFB6C2C8}" dt="2024-09-22T13:07:35.960" v="177" actId="47"/>
        <pc:sldMkLst>
          <pc:docMk/>
          <pc:sldMk cId="2504047100" sldId="272"/>
        </pc:sldMkLst>
        <pc:spChg chg="mod">
          <ac:chgData name="Ms Alina Arshad" userId="cccdfd85-d35d-4453-9c6f-a463aae40722" providerId="ADAL" clId="{D4C91E6F-B9DD-440D-9732-C61CDFB6C2C8}" dt="2024-09-22T13:25:13.354" v="360" actId="403"/>
          <ac:spMkLst>
            <pc:docMk/>
            <pc:sldMk cId="2504047100" sldId="272"/>
            <ac:spMk id="3" creationId="{63575681-B3F7-4B23-9460-6AB9C10F11E7}"/>
          </ac:spMkLst>
        </pc:spChg>
        <pc:spChg chg="mod">
          <ac:chgData name="Ms Alina Arshad" userId="cccdfd85-d35d-4453-9c6f-a463aae40722" providerId="ADAL" clId="{D4C91E6F-B9DD-440D-9732-C61CDFB6C2C8}" dt="2024-09-22T13:24:55.335" v="356" actId="207"/>
          <ac:spMkLst>
            <pc:docMk/>
            <pc:sldMk cId="2504047100" sldId="272"/>
            <ac:spMk id="6" creationId="{0D48C4BA-D3D1-40FF-B0BF-0C6BBE0932B9}"/>
          </ac:spMkLst>
        </pc:spChg>
        <pc:picChg chg="mod">
          <ac:chgData name="Ms Alina Arshad" userId="cccdfd85-d35d-4453-9c6f-a463aae40722" providerId="ADAL" clId="{D4C91E6F-B9DD-440D-9732-C61CDFB6C2C8}" dt="2024-09-22T13:25:26.652" v="363" actId="1076"/>
          <ac:picMkLst>
            <pc:docMk/>
            <pc:sldMk cId="2504047100" sldId="272"/>
            <ac:picMk id="5" creationId="{875B59C6-BD88-403C-A5A5-3503BF501A70}"/>
          </ac:picMkLst>
        </pc:picChg>
      </pc:sldChg>
      <pc:sldChg chg="modSp add mod">
        <pc:chgData name="Ms Alina Arshad" userId="cccdfd85-d35d-4453-9c6f-a463aae40722" providerId="ADAL" clId="{D4C91E6F-B9DD-440D-9732-C61CDFB6C2C8}" dt="2024-09-22T13:26:22.252" v="379" actId="1076"/>
        <pc:sldMkLst>
          <pc:docMk/>
          <pc:sldMk cId="4283755204" sldId="273"/>
        </pc:sldMkLst>
        <pc:spChg chg="mod">
          <ac:chgData name="Ms Alina Arshad" userId="cccdfd85-d35d-4453-9c6f-a463aae40722" providerId="ADAL" clId="{D4C91E6F-B9DD-440D-9732-C61CDFB6C2C8}" dt="2024-09-22T13:25:53.216" v="370" actId="2711"/>
          <ac:spMkLst>
            <pc:docMk/>
            <pc:sldMk cId="4283755204" sldId="273"/>
            <ac:spMk id="3" creationId="{480AF8B5-325E-40CD-8205-5DD4CE2045CE}"/>
          </ac:spMkLst>
        </pc:spChg>
        <pc:spChg chg="mod">
          <ac:chgData name="Ms Alina Arshad" userId="cccdfd85-d35d-4453-9c6f-a463aae40722" providerId="ADAL" clId="{D4C91E6F-B9DD-440D-9732-C61CDFB6C2C8}" dt="2024-09-22T13:26:22.252" v="379" actId="1076"/>
          <ac:spMkLst>
            <pc:docMk/>
            <pc:sldMk cId="4283755204" sldId="273"/>
            <ac:spMk id="6" creationId="{4BFD4BED-801D-42A3-8A5B-FF9C1516D72C}"/>
          </ac:spMkLst>
        </pc:spChg>
        <pc:picChg chg="mod">
          <ac:chgData name="Ms Alina Arshad" userId="cccdfd85-d35d-4453-9c6f-a463aae40722" providerId="ADAL" clId="{D4C91E6F-B9DD-440D-9732-C61CDFB6C2C8}" dt="2024-09-22T13:25:42.787" v="366" actId="1076"/>
          <ac:picMkLst>
            <pc:docMk/>
            <pc:sldMk cId="4283755204" sldId="273"/>
            <ac:picMk id="5" creationId="{D8DA8D51-5D53-44D8-AD01-9D3D3C4B8574}"/>
          </ac:picMkLst>
        </pc:picChg>
      </pc:sldChg>
      <pc:sldChg chg="add del">
        <pc:chgData name="Ms Alina Arshad" userId="cccdfd85-d35d-4453-9c6f-a463aae40722" providerId="ADAL" clId="{D4C91E6F-B9DD-440D-9732-C61CDFB6C2C8}" dt="2024-09-22T13:07:36.042" v="179" actId="47"/>
        <pc:sldMkLst>
          <pc:docMk/>
          <pc:sldMk cId="2935103945" sldId="274"/>
        </pc:sldMkLst>
        <pc:spChg chg="mod">
          <ac:chgData name="Ms Alina Arshad" userId="cccdfd85-d35d-4453-9c6f-a463aae40722" providerId="ADAL" clId="{D4C91E6F-B9DD-440D-9732-C61CDFB6C2C8}" dt="2024-09-22T13:26:29.045" v="380" actId="207"/>
          <ac:spMkLst>
            <pc:docMk/>
            <pc:sldMk cId="2935103945" sldId="274"/>
            <ac:spMk id="2" creationId="{C68223F5-F8BE-48BC-8240-78FBA46AF802}"/>
          </ac:spMkLst>
        </pc:spChg>
        <pc:spChg chg="mod">
          <ac:chgData name="Ms Alina Arshad" userId="cccdfd85-d35d-4453-9c6f-a463aae40722" providerId="ADAL" clId="{D4C91E6F-B9DD-440D-9732-C61CDFB6C2C8}" dt="2024-09-22T13:26:45.100" v="386" actId="20577"/>
          <ac:spMkLst>
            <pc:docMk/>
            <pc:sldMk cId="2935103945" sldId="274"/>
            <ac:spMk id="3" creationId="{58F9CE5B-D0D8-4F74-8E4E-CFF85A1C2C17}"/>
          </ac:spMkLst>
        </pc:spChg>
      </pc:sldChg>
      <pc:sldChg chg="modSp add mod">
        <pc:chgData name="Ms Alina Arshad" userId="cccdfd85-d35d-4453-9c6f-a463aae40722" providerId="ADAL" clId="{D4C91E6F-B9DD-440D-9732-C61CDFB6C2C8}" dt="2024-09-22T13:27:16.223" v="393" actId="1076"/>
        <pc:sldMkLst>
          <pc:docMk/>
          <pc:sldMk cId="1497646456" sldId="275"/>
        </pc:sldMkLst>
        <pc:picChg chg="mod">
          <ac:chgData name="Ms Alina Arshad" userId="cccdfd85-d35d-4453-9c6f-a463aae40722" providerId="ADAL" clId="{D4C91E6F-B9DD-440D-9732-C61CDFB6C2C8}" dt="2024-09-22T13:27:12.158" v="392" actId="1076"/>
          <ac:picMkLst>
            <pc:docMk/>
            <pc:sldMk cId="1497646456" sldId="275"/>
            <ac:picMk id="5" creationId="{0DBB2777-7016-4A01-8AF0-F96056B9FC8F}"/>
          </ac:picMkLst>
        </pc:picChg>
        <pc:picChg chg="mod">
          <ac:chgData name="Ms Alina Arshad" userId="cccdfd85-d35d-4453-9c6f-a463aae40722" providerId="ADAL" clId="{D4C91E6F-B9DD-440D-9732-C61CDFB6C2C8}" dt="2024-09-22T13:27:16.223" v="393" actId="1076"/>
          <ac:picMkLst>
            <pc:docMk/>
            <pc:sldMk cId="1497646456" sldId="275"/>
            <ac:picMk id="6" creationId="{FA9585FB-CBE2-4A52-9153-F383B3C1533C}"/>
          </ac:picMkLst>
        </pc:picChg>
      </pc:sldChg>
      <pc:sldChg chg="add del">
        <pc:chgData name="Ms Alina Arshad" userId="cccdfd85-d35d-4453-9c6f-a463aae40722" providerId="ADAL" clId="{D4C91E6F-B9DD-440D-9732-C61CDFB6C2C8}" dt="2024-09-22T13:07:36.089" v="181" actId="47"/>
        <pc:sldMkLst>
          <pc:docMk/>
          <pc:sldMk cId="3993717517" sldId="276"/>
        </pc:sldMkLst>
        <pc:spChg chg="mod">
          <ac:chgData name="Ms Alina Arshad" userId="cccdfd85-d35d-4453-9c6f-a463aae40722" providerId="ADAL" clId="{D4C91E6F-B9DD-440D-9732-C61CDFB6C2C8}" dt="2024-09-22T13:27:41.415" v="397" actId="207"/>
          <ac:spMkLst>
            <pc:docMk/>
            <pc:sldMk cId="3993717517" sldId="276"/>
            <ac:spMk id="2" creationId="{781791DC-0148-40EC-85C5-4A802374F13F}"/>
          </ac:spMkLst>
        </pc:spChg>
        <pc:spChg chg="mod">
          <ac:chgData name="Ms Alina Arshad" userId="cccdfd85-d35d-4453-9c6f-a463aae40722" providerId="ADAL" clId="{D4C91E6F-B9DD-440D-9732-C61CDFB6C2C8}" dt="2024-09-22T13:27:50.921" v="399" actId="403"/>
          <ac:spMkLst>
            <pc:docMk/>
            <pc:sldMk cId="3993717517" sldId="276"/>
            <ac:spMk id="3" creationId="{31A7AFD5-81DA-4DED-AD8C-F310D4820705}"/>
          </ac:spMkLst>
        </pc:spChg>
      </pc:sldChg>
      <pc:sldChg chg="add del">
        <pc:chgData name="Ms Alina Arshad" userId="cccdfd85-d35d-4453-9c6f-a463aae40722" providerId="ADAL" clId="{D4C91E6F-B9DD-440D-9732-C61CDFB6C2C8}" dt="2024-09-22T13:07:36.120" v="182" actId="47"/>
        <pc:sldMkLst>
          <pc:docMk/>
          <pc:sldMk cId="0" sldId="277"/>
        </pc:sldMkLst>
      </pc:sldChg>
      <pc:sldChg chg="add del">
        <pc:chgData name="Ms Alina Arshad" userId="cccdfd85-d35d-4453-9c6f-a463aae40722" providerId="ADAL" clId="{D4C91E6F-B9DD-440D-9732-C61CDFB6C2C8}" dt="2024-09-22T13:07:36.158" v="183" actId="47"/>
        <pc:sldMkLst>
          <pc:docMk/>
          <pc:sldMk cId="2668593764" sldId="278"/>
        </pc:sldMkLst>
        <pc:spChg chg="mod">
          <ac:chgData name="Ms Alina Arshad" userId="cccdfd85-d35d-4453-9c6f-a463aae40722" providerId="ADAL" clId="{D4C91E6F-B9DD-440D-9732-C61CDFB6C2C8}" dt="2024-09-22T13:27:26.932" v="394" actId="207"/>
          <ac:spMkLst>
            <pc:docMk/>
            <pc:sldMk cId="2668593764" sldId="278"/>
            <ac:spMk id="2" creationId="{E5F7AB3E-208B-4CED-8A8F-7FD72405664D}"/>
          </ac:spMkLst>
        </pc:spChg>
        <pc:spChg chg="mod">
          <ac:chgData name="Ms Alina Arshad" userId="cccdfd85-d35d-4453-9c6f-a463aae40722" providerId="ADAL" clId="{D4C91E6F-B9DD-440D-9732-C61CDFB6C2C8}" dt="2024-09-22T13:27:35.494" v="396" actId="2711"/>
          <ac:spMkLst>
            <pc:docMk/>
            <pc:sldMk cId="2668593764" sldId="278"/>
            <ac:spMk id="3" creationId="{49F9FC7E-9E3B-42F7-B653-B264FCCAE9D8}"/>
          </ac:spMkLst>
        </pc:spChg>
      </pc:sldChg>
      <pc:sldChg chg="del">
        <pc:chgData name="Ms Alina Arshad" userId="cccdfd85-d35d-4453-9c6f-a463aae40722" providerId="ADAL" clId="{D4C91E6F-B9DD-440D-9732-C61CDFB6C2C8}" dt="2024-09-22T13:07:37.093" v="211" actId="47"/>
        <pc:sldMkLst>
          <pc:docMk/>
          <pc:sldMk cId="1325985888" sldId="279"/>
        </pc:sldMkLst>
      </pc:sldChg>
      <pc:sldChg chg="modSp add mod">
        <pc:chgData name="Ms Alina Arshad" userId="cccdfd85-d35d-4453-9c6f-a463aae40722" providerId="ADAL" clId="{D4C91E6F-B9DD-440D-9732-C61CDFB6C2C8}" dt="2024-09-22T13:07:58.843" v="228" actId="27636"/>
        <pc:sldMkLst>
          <pc:docMk/>
          <pc:sldMk cId="3703048629" sldId="279"/>
        </pc:sldMkLst>
        <pc:spChg chg="mod">
          <ac:chgData name="Ms Alina Arshad" userId="cccdfd85-d35d-4453-9c6f-a463aae40722" providerId="ADAL" clId="{D4C91E6F-B9DD-440D-9732-C61CDFB6C2C8}" dt="2024-09-22T13:07:58.843" v="228" actId="27636"/>
          <ac:spMkLst>
            <pc:docMk/>
            <pc:sldMk cId="3703048629" sldId="279"/>
            <ac:spMk id="3" creationId="{14C2275F-EEF7-4B46-8F23-7E6682716D48}"/>
          </ac:spMkLst>
        </pc:spChg>
      </pc:sldChg>
      <pc:sldChg chg="add del">
        <pc:chgData name="Ms Alina Arshad" userId="cccdfd85-d35d-4453-9c6f-a463aae40722" providerId="ADAL" clId="{D4C91E6F-B9DD-440D-9732-C61CDFB6C2C8}" dt="2024-09-22T13:02:21.183" v="130" actId="47"/>
        <pc:sldMkLst>
          <pc:docMk/>
          <pc:sldMk cId="1821615422" sldId="280"/>
        </pc:sldMkLst>
      </pc:sldChg>
      <pc:sldChg chg="add">
        <pc:chgData name="Ms Alina Arshad" userId="cccdfd85-d35d-4453-9c6f-a463aae40722" providerId="ADAL" clId="{D4C91E6F-B9DD-440D-9732-C61CDFB6C2C8}" dt="2024-09-22T13:07:58.693" v="223"/>
        <pc:sldMkLst>
          <pc:docMk/>
          <pc:sldMk cId="3605066316" sldId="281"/>
        </pc:sldMkLst>
      </pc:sldChg>
      <pc:sldChg chg="add del">
        <pc:chgData name="Ms Alina Arshad" userId="cccdfd85-d35d-4453-9c6f-a463aae40722" providerId="ADAL" clId="{D4C91E6F-B9DD-440D-9732-C61CDFB6C2C8}" dt="2024-09-22T13:07:36.223" v="185" actId="47"/>
        <pc:sldMkLst>
          <pc:docMk/>
          <pc:sldMk cId="24697311" sldId="282"/>
        </pc:sldMkLst>
      </pc:sldChg>
      <pc:sldChg chg="modSp add mod">
        <pc:chgData name="Ms Alina Arshad" userId="cccdfd85-d35d-4453-9c6f-a463aae40722" providerId="ADAL" clId="{D4C91E6F-B9DD-440D-9732-C61CDFB6C2C8}" dt="2024-09-22T13:26:58.544" v="388" actId="14100"/>
        <pc:sldMkLst>
          <pc:docMk/>
          <pc:sldMk cId="3289392637" sldId="283"/>
        </pc:sldMkLst>
        <pc:picChg chg="mod">
          <ac:chgData name="Ms Alina Arshad" userId="cccdfd85-d35d-4453-9c6f-a463aae40722" providerId="ADAL" clId="{D4C91E6F-B9DD-440D-9732-C61CDFB6C2C8}" dt="2024-09-22T13:26:58.544" v="388" actId="14100"/>
          <ac:picMkLst>
            <pc:docMk/>
            <pc:sldMk cId="3289392637" sldId="283"/>
            <ac:picMk id="5" creationId="{E9364447-0905-4016-B0E8-FD9646A14B14}"/>
          </ac:picMkLst>
        </pc:picChg>
      </pc:sldChg>
      <pc:sldChg chg="add del">
        <pc:chgData name="Ms Alina Arshad" userId="cccdfd85-d35d-4453-9c6f-a463aae40722" providerId="ADAL" clId="{D4C91E6F-B9DD-440D-9732-C61CDFB6C2C8}" dt="2024-09-22T13:07:36.291" v="187" actId="47"/>
        <pc:sldMkLst>
          <pc:docMk/>
          <pc:sldMk cId="800652809" sldId="284"/>
        </pc:sldMkLst>
      </pc:sldChg>
      <pc:sldChg chg="add del">
        <pc:chgData name="Ms Alina Arshad" userId="cccdfd85-d35d-4453-9c6f-a463aae40722" providerId="ADAL" clId="{D4C91E6F-B9DD-440D-9732-C61CDFB6C2C8}" dt="2024-09-22T13:07:36.322" v="188" actId="47"/>
        <pc:sldMkLst>
          <pc:docMk/>
          <pc:sldMk cId="1402144616" sldId="285"/>
        </pc:sldMkLst>
        <pc:spChg chg="mod">
          <ac:chgData name="Ms Alina Arshad" userId="cccdfd85-d35d-4453-9c6f-a463aae40722" providerId="ADAL" clId="{D4C91E6F-B9DD-440D-9732-C61CDFB6C2C8}" dt="2024-09-22T13:16:35.790" v="290" actId="26606"/>
          <ac:spMkLst>
            <pc:docMk/>
            <pc:sldMk cId="1402144616" sldId="285"/>
            <ac:spMk id="2" creationId="{2F6CB8CE-8AA3-4A30-80C4-4E7895E4B350}"/>
          </ac:spMkLst>
        </pc:spChg>
        <pc:spChg chg="add">
          <ac:chgData name="Ms Alina Arshad" userId="cccdfd85-d35d-4453-9c6f-a463aae40722" providerId="ADAL" clId="{D4C91E6F-B9DD-440D-9732-C61CDFB6C2C8}" dt="2024-09-22T13:16:35.790" v="290" actId="26606"/>
          <ac:spMkLst>
            <pc:docMk/>
            <pc:sldMk cId="1402144616" sldId="285"/>
            <ac:spMk id="6" creationId="{4E4490D0-3672-446A-AC12-B4830333BDDD}"/>
          </ac:spMkLst>
        </pc:spChg>
        <pc:spChg chg="add">
          <ac:chgData name="Ms Alina Arshad" userId="cccdfd85-d35d-4453-9c6f-a463aae40722" providerId="ADAL" clId="{D4C91E6F-B9DD-440D-9732-C61CDFB6C2C8}" dt="2024-09-22T13:16:35.790" v="290" actId="26606"/>
          <ac:spMkLst>
            <pc:docMk/>
            <pc:sldMk cId="1402144616" sldId="285"/>
            <ac:spMk id="7" creationId="{39CB82C2-DF65-4EC1-8280-F201D50F570B}"/>
          </ac:spMkLst>
        </pc:spChg>
        <pc:spChg chg="add del">
          <ac:chgData name="Ms Alina Arshad" userId="cccdfd85-d35d-4453-9c6f-a463aae40722" providerId="ADAL" clId="{D4C91E6F-B9DD-440D-9732-C61CDFB6C2C8}" dt="2024-09-22T13:16:32.257" v="289" actId="26606"/>
          <ac:spMkLst>
            <pc:docMk/>
            <pc:sldMk cId="1402144616" sldId="285"/>
            <ac:spMk id="9" creationId="{4E4490D0-3672-446A-AC12-B4830333BDDD}"/>
          </ac:spMkLst>
        </pc:spChg>
        <pc:spChg chg="add">
          <ac:chgData name="Ms Alina Arshad" userId="cccdfd85-d35d-4453-9c6f-a463aae40722" providerId="ADAL" clId="{D4C91E6F-B9DD-440D-9732-C61CDFB6C2C8}" dt="2024-09-22T13:16:35.790" v="290" actId="26606"/>
          <ac:spMkLst>
            <pc:docMk/>
            <pc:sldMk cId="1402144616" sldId="285"/>
            <ac:spMk id="10" creationId="{FA4CD5CB-D209-4D70-8CA4-629731C59219}"/>
          </ac:spMkLst>
        </pc:spChg>
        <pc:spChg chg="add del">
          <ac:chgData name="Ms Alina Arshad" userId="cccdfd85-d35d-4453-9c6f-a463aae40722" providerId="ADAL" clId="{D4C91E6F-B9DD-440D-9732-C61CDFB6C2C8}" dt="2024-09-22T13:16:32.257" v="289" actId="26606"/>
          <ac:spMkLst>
            <pc:docMk/>
            <pc:sldMk cId="1402144616" sldId="285"/>
            <ac:spMk id="11" creationId="{39CB82C2-DF65-4EC1-8280-F201D50F570B}"/>
          </ac:spMkLst>
        </pc:spChg>
        <pc:spChg chg="add">
          <ac:chgData name="Ms Alina Arshad" userId="cccdfd85-d35d-4453-9c6f-a463aae40722" providerId="ADAL" clId="{D4C91E6F-B9DD-440D-9732-C61CDFB6C2C8}" dt="2024-09-22T13:16:35.790" v="290" actId="26606"/>
          <ac:spMkLst>
            <pc:docMk/>
            <pc:sldMk cId="1402144616" sldId="285"/>
            <ac:spMk id="14" creationId="{B4C27B90-DF2B-4D00-BA07-18ED774CD2F1}"/>
          </ac:spMkLst>
        </pc:spChg>
        <pc:spChg chg="add del">
          <ac:chgData name="Ms Alina Arshad" userId="cccdfd85-d35d-4453-9c6f-a463aae40722" providerId="ADAL" clId="{D4C91E6F-B9DD-440D-9732-C61CDFB6C2C8}" dt="2024-09-22T13:16:32.257" v="289" actId="26606"/>
          <ac:spMkLst>
            <pc:docMk/>
            <pc:sldMk cId="1402144616" sldId="285"/>
            <ac:spMk id="15" creationId="{FA4CD5CB-D209-4D70-8CA4-629731C59219}"/>
          </ac:spMkLst>
        </pc:spChg>
        <pc:spChg chg="add">
          <ac:chgData name="Ms Alina Arshad" userId="cccdfd85-d35d-4453-9c6f-a463aae40722" providerId="ADAL" clId="{D4C91E6F-B9DD-440D-9732-C61CDFB6C2C8}" dt="2024-09-22T13:16:35.790" v="290" actId="26606"/>
          <ac:spMkLst>
            <pc:docMk/>
            <pc:sldMk cId="1402144616" sldId="285"/>
            <ac:spMk id="16" creationId="{593ACC25-C262-417A-8AA9-0641C772BDB6}"/>
          </ac:spMkLst>
        </pc:spChg>
        <pc:spChg chg="add del">
          <ac:chgData name="Ms Alina Arshad" userId="cccdfd85-d35d-4453-9c6f-a463aae40722" providerId="ADAL" clId="{D4C91E6F-B9DD-440D-9732-C61CDFB6C2C8}" dt="2024-09-22T13:16:32.257" v="289" actId="26606"/>
          <ac:spMkLst>
            <pc:docMk/>
            <pc:sldMk cId="1402144616" sldId="285"/>
            <ac:spMk id="19" creationId="{B4C27B90-DF2B-4D00-BA07-18ED774CD2F1}"/>
          </ac:spMkLst>
        </pc:spChg>
        <pc:spChg chg="add del">
          <ac:chgData name="Ms Alina Arshad" userId="cccdfd85-d35d-4453-9c6f-a463aae40722" providerId="ADAL" clId="{D4C91E6F-B9DD-440D-9732-C61CDFB6C2C8}" dt="2024-09-22T13:16:32.257" v="289" actId="26606"/>
          <ac:spMkLst>
            <pc:docMk/>
            <pc:sldMk cId="1402144616" sldId="285"/>
            <ac:spMk id="21" creationId="{593ACC25-C262-417A-8AA9-0641C772BDB6}"/>
          </ac:spMkLst>
        </pc:spChg>
        <pc:picChg chg="mod">
          <ac:chgData name="Ms Alina Arshad" userId="cccdfd85-d35d-4453-9c6f-a463aae40722" providerId="ADAL" clId="{D4C91E6F-B9DD-440D-9732-C61CDFB6C2C8}" dt="2024-09-22T13:16:44.250" v="292" actId="1076"/>
          <ac:picMkLst>
            <pc:docMk/>
            <pc:sldMk cId="1402144616" sldId="285"/>
            <ac:picMk id="4" creationId="{2D2785FA-9ADF-4C9B-A0F6-034810D10C6E}"/>
          </ac:picMkLst>
        </pc:picChg>
        <pc:cxnChg chg="add">
          <ac:chgData name="Ms Alina Arshad" userId="cccdfd85-d35d-4453-9c6f-a463aae40722" providerId="ADAL" clId="{D4C91E6F-B9DD-440D-9732-C61CDFB6C2C8}" dt="2024-09-22T13:16:35.790" v="290" actId="26606"/>
          <ac:cxnSpMkLst>
            <pc:docMk/>
            <pc:sldMk cId="1402144616" sldId="285"/>
            <ac:cxnSpMk id="8" creationId="{7E1D4427-852B-4B37-8E76-0E9F1810BA2A}"/>
          </ac:cxnSpMkLst>
        </pc:cxnChg>
        <pc:cxnChg chg="add">
          <ac:chgData name="Ms Alina Arshad" userId="cccdfd85-d35d-4453-9c6f-a463aae40722" providerId="ADAL" clId="{D4C91E6F-B9DD-440D-9732-C61CDFB6C2C8}" dt="2024-09-22T13:16:35.790" v="290" actId="26606"/>
          <ac:cxnSpMkLst>
            <pc:docMk/>
            <pc:sldMk cId="1402144616" sldId="285"/>
            <ac:cxnSpMk id="12" creationId="{5C6A2BAE-B461-4B55-8E1F-0722ABDD1393}"/>
          </ac:cxnSpMkLst>
        </pc:cxnChg>
        <pc:cxnChg chg="add del">
          <ac:chgData name="Ms Alina Arshad" userId="cccdfd85-d35d-4453-9c6f-a463aae40722" providerId="ADAL" clId="{D4C91E6F-B9DD-440D-9732-C61CDFB6C2C8}" dt="2024-09-22T13:16:32.257" v="289" actId="26606"/>
          <ac:cxnSpMkLst>
            <pc:docMk/>
            <pc:sldMk cId="1402144616" sldId="285"/>
            <ac:cxnSpMk id="13" creationId="{7E1D4427-852B-4B37-8E76-0E9F1810BA2A}"/>
          </ac:cxnSpMkLst>
        </pc:cxnChg>
        <pc:cxnChg chg="add del">
          <ac:chgData name="Ms Alina Arshad" userId="cccdfd85-d35d-4453-9c6f-a463aae40722" providerId="ADAL" clId="{D4C91E6F-B9DD-440D-9732-C61CDFB6C2C8}" dt="2024-09-22T13:16:32.257" v="289" actId="26606"/>
          <ac:cxnSpMkLst>
            <pc:docMk/>
            <pc:sldMk cId="1402144616" sldId="285"/>
            <ac:cxnSpMk id="17" creationId="{5C6A2BAE-B461-4B55-8E1F-0722ABDD1393}"/>
          </ac:cxnSpMkLst>
        </pc:cxnChg>
      </pc:sldChg>
      <pc:sldChg chg="add del">
        <pc:chgData name="Ms Alina Arshad" userId="cccdfd85-d35d-4453-9c6f-a463aae40722" providerId="ADAL" clId="{D4C91E6F-B9DD-440D-9732-C61CDFB6C2C8}" dt="2024-09-22T13:07:36.353" v="189" actId="47"/>
        <pc:sldMkLst>
          <pc:docMk/>
          <pc:sldMk cId="0" sldId="286"/>
        </pc:sldMkLst>
      </pc:sldChg>
      <pc:sldChg chg="delSp modSp add mod">
        <pc:chgData name="Ms Alina Arshad" userId="cccdfd85-d35d-4453-9c6f-a463aae40722" providerId="ADAL" clId="{D4C91E6F-B9DD-440D-9732-C61CDFB6C2C8}" dt="2024-09-22T13:28:42.450" v="404" actId="1076"/>
        <pc:sldMkLst>
          <pc:docMk/>
          <pc:sldMk cId="3229345964" sldId="287"/>
        </pc:sldMkLst>
        <pc:spChg chg="del">
          <ac:chgData name="Ms Alina Arshad" userId="cccdfd85-d35d-4453-9c6f-a463aae40722" providerId="ADAL" clId="{D4C91E6F-B9DD-440D-9732-C61CDFB6C2C8}" dt="2024-09-22T13:28:32.954" v="400" actId="478"/>
          <ac:spMkLst>
            <pc:docMk/>
            <pc:sldMk cId="3229345964" sldId="287"/>
            <ac:spMk id="2" creationId="{5DA081F5-16CF-4CA2-A173-0E030024A636}"/>
          </ac:spMkLst>
        </pc:spChg>
        <pc:picChg chg="mod">
          <ac:chgData name="Ms Alina Arshad" userId="cccdfd85-d35d-4453-9c6f-a463aae40722" providerId="ADAL" clId="{D4C91E6F-B9DD-440D-9732-C61CDFB6C2C8}" dt="2024-09-22T13:28:42.450" v="404" actId="1076"/>
          <ac:picMkLst>
            <pc:docMk/>
            <pc:sldMk cId="3229345964" sldId="287"/>
            <ac:picMk id="5" creationId="{8EF4BFF1-87E0-4AF5-83CA-F11370D161B8}"/>
          </ac:picMkLst>
        </pc:picChg>
      </pc:sldChg>
      <pc:sldChg chg="add">
        <pc:chgData name="Ms Alina Arshad" userId="cccdfd85-d35d-4453-9c6f-a463aae40722" providerId="ADAL" clId="{D4C91E6F-B9DD-440D-9732-C61CDFB6C2C8}" dt="2024-09-22T13:07:58.693" v="223"/>
        <pc:sldMkLst>
          <pc:docMk/>
          <pc:sldMk cId="2002870935" sldId="288"/>
        </pc:sldMkLst>
      </pc:sldChg>
      <pc:sldChg chg="add del">
        <pc:chgData name="Ms Alina Arshad" userId="cccdfd85-d35d-4453-9c6f-a463aae40722" providerId="ADAL" clId="{D4C91E6F-B9DD-440D-9732-C61CDFB6C2C8}" dt="2024-09-22T13:07:36.456" v="192" actId="47"/>
        <pc:sldMkLst>
          <pc:docMk/>
          <pc:sldMk cId="0" sldId="289"/>
        </pc:sldMkLst>
      </pc:sldChg>
      <pc:sldChg chg="add del">
        <pc:chgData name="Ms Alina Arshad" userId="cccdfd85-d35d-4453-9c6f-a463aae40722" providerId="ADAL" clId="{D4C91E6F-B9DD-440D-9732-C61CDFB6C2C8}" dt="2024-09-22T13:07:36.475" v="193" actId="47"/>
        <pc:sldMkLst>
          <pc:docMk/>
          <pc:sldMk cId="0" sldId="290"/>
        </pc:sldMkLst>
      </pc:sldChg>
      <pc:sldChg chg="add del">
        <pc:chgData name="Ms Alina Arshad" userId="cccdfd85-d35d-4453-9c6f-a463aae40722" providerId="ADAL" clId="{D4C91E6F-B9DD-440D-9732-C61CDFB6C2C8}" dt="2024-09-22T13:07:36.517" v="194" actId="47"/>
        <pc:sldMkLst>
          <pc:docMk/>
          <pc:sldMk cId="0" sldId="291"/>
        </pc:sldMkLst>
      </pc:sldChg>
      <pc:sldChg chg="add del">
        <pc:chgData name="Ms Alina Arshad" userId="cccdfd85-d35d-4453-9c6f-a463aae40722" providerId="ADAL" clId="{D4C91E6F-B9DD-440D-9732-C61CDFB6C2C8}" dt="2024-09-22T13:07:36.562" v="195" actId="47"/>
        <pc:sldMkLst>
          <pc:docMk/>
          <pc:sldMk cId="0" sldId="292"/>
        </pc:sldMkLst>
      </pc:sldChg>
      <pc:sldChg chg="add del">
        <pc:chgData name="Ms Alina Arshad" userId="cccdfd85-d35d-4453-9c6f-a463aae40722" providerId="ADAL" clId="{D4C91E6F-B9DD-440D-9732-C61CDFB6C2C8}" dt="2024-09-22T13:07:36.605" v="196" actId="47"/>
        <pc:sldMkLst>
          <pc:docMk/>
          <pc:sldMk cId="0" sldId="293"/>
        </pc:sldMkLst>
      </pc:sldChg>
      <pc:sldChg chg="add del">
        <pc:chgData name="Ms Alina Arshad" userId="cccdfd85-d35d-4453-9c6f-a463aae40722" providerId="ADAL" clId="{D4C91E6F-B9DD-440D-9732-C61CDFB6C2C8}" dt="2024-09-22T13:07:36.636" v="197" actId="47"/>
        <pc:sldMkLst>
          <pc:docMk/>
          <pc:sldMk cId="0" sldId="294"/>
        </pc:sldMkLst>
      </pc:sldChg>
      <pc:sldChg chg="add del">
        <pc:chgData name="Ms Alina Arshad" userId="cccdfd85-d35d-4453-9c6f-a463aae40722" providerId="ADAL" clId="{D4C91E6F-B9DD-440D-9732-C61CDFB6C2C8}" dt="2024-09-22T13:07:36.651" v="198" actId="47"/>
        <pc:sldMkLst>
          <pc:docMk/>
          <pc:sldMk cId="0" sldId="295"/>
        </pc:sldMkLst>
      </pc:sldChg>
      <pc:sldChg chg="add del">
        <pc:chgData name="Ms Alina Arshad" userId="cccdfd85-d35d-4453-9c6f-a463aae40722" providerId="ADAL" clId="{D4C91E6F-B9DD-440D-9732-C61CDFB6C2C8}" dt="2024-09-22T13:07:36.673" v="199" actId="47"/>
        <pc:sldMkLst>
          <pc:docMk/>
          <pc:sldMk cId="0" sldId="296"/>
        </pc:sldMkLst>
      </pc:sldChg>
      <pc:sldChg chg="add del">
        <pc:chgData name="Ms Alina Arshad" userId="cccdfd85-d35d-4453-9c6f-a463aae40722" providerId="ADAL" clId="{D4C91E6F-B9DD-440D-9732-C61CDFB6C2C8}" dt="2024-09-22T13:07:36.722" v="200" actId="47"/>
        <pc:sldMkLst>
          <pc:docMk/>
          <pc:sldMk cId="0" sldId="297"/>
        </pc:sldMkLst>
      </pc:sldChg>
      <pc:sldChg chg="add del">
        <pc:chgData name="Ms Alina Arshad" userId="cccdfd85-d35d-4453-9c6f-a463aae40722" providerId="ADAL" clId="{D4C91E6F-B9DD-440D-9732-C61CDFB6C2C8}" dt="2024-09-22T13:07:36.760" v="201" actId="47"/>
        <pc:sldMkLst>
          <pc:docMk/>
          <pc:sldMk cId="0" sldId="298"/>
        </pc:sldMkLst>
      </pc:sldChg>
      <pc:sldChg chg="add del">
        <pc:chgData name="Ms Alina Arshad" userId="cccdfd85-d35d-4453-9c6f-a463aae40722" providerId="ADAL" clId="{D4C91E6F-B9DD-440D-9732-C61CDFB6C2C8}" dt="2024-09-22T13:07:36.791" v="202" actId="47"/>
        <pc:sldMkLst>
          <pc:docMk/>
          <pc:sldMk cId="0" sldId="299"/>
        </pc:sldMkLst>
      </pc:sldChg>
      <pc:sldChg chg="add del">
        <pc:chgData name="Ms Alina Arshad" userId="cccdfd85-d35d-4453-9c6f-a463aae40722" providerId="ADAL" clId="{D4C91E6F-B9DD-440D-9732-C61CDFB6C2C8}" dt="2024-09-22T13:07:36.806" v="203" actId="47"/>
        <pc:sldMkLst>
          <pc:docMk/>
          <pc:sldMk cId="0" sldId="300"/>
        </pc:sldMkLst>
      </pc:sldChg>
      <pc:sldChg chg="add del">
        <pc:chgData name="Ms Alina Arshad" userId="cccdfd85-d35d-4453-9c6f-a463aae40722" providerId="ADAL" clId="{D4C91E6F-B9DD-440D-9732-C61CDFB6C2C8}" dt="2024-09-22T13:07:36.854" v="204" actId="47"/>
        <pc:sldMkLst>
          <pc:docMk/>
          <pc:sldMk cId="0" sldId="301"/>
        </pc:sldMkLst>
      </pc:sldChg>
      <pc:sldChg chg="add del">
        <pc:chgData name="Ms Alina Arshad" userId="cccdfd85-d35d-4453-9c6f-a463aae40722" providerId="ADAL" clId="{D4C91E6F-B9DD-440D-9732-C61CDFB6C2C8}" dt="2024-09-22T13:07:36.887" v="205" actId="47"/>
        <pc:sldMkLst>
          <pc:docMk/>
          <pc:sldMk cId="0" sldId="302"/>
        </pc:sldMkLst>
      </pc:sldChg>
      <pc:sldChg chg="add del">
        <pc:chgData name="Ms Alina Arshad" userId="cccdfd85-d35d-4453-9c6f-a463aae40722" providerId="ADAL" clId="{D4C91E6F-B9DD-440D-9732-C61CDFB6C2C8}" dt="2024-09-22T13:07:36.945" v="206" actId="47"/>
        <pc:sldMkLst>
          <pc:docMk/>
          <pc:sldMk cId="0" sldId="303"/>
        </pc:sldMkLst>
      </pc:sldChg>
      <pc:sldChg chg="add del">
        <pc:chgData name="Ms Alina Arshad" userId="cccdfd85-d35d-4453-9c6f-a463aae40722" providerId="ADAL" clId="{D4C91E6F-B9DD-440D-9732-C61CDFB6C2C8}" dt="2024-09-22T13:07:36.961" v="207" actId="47"/>
        <pc:sldMkLst>
          <pc:docMk/>
          <pc:sldMk cId="0" sldId="304"/>
        </pc:sldMkLst>
      </pc:sldChg>
      <pc:sldChg chg="add del">
        <pc:chgData name="Ms Alina Arshad" userId="cccdfd85-d35d-4453-9c6f-a463aae40722" providerId="ADAL" clId="{D4C91E6F-B9DD-440D-9732-C61CDFB6C2C8}" dt="2024-09-22T13:07:36.976" v="208" actId="47"/>
        <pc:sldMkLst>
          <pc:docMk/>
          <pc:sldMk cId="0" sldId="305"/>
        </pc:sldMkLst>
      </pc:sldChg>
      <pc:sldChg chg="add del">
        <pc:chgData name="Ms Alina Arshad" userId="cccdfd85-d35d-4453-9c6f-a463aae40722" providerId="ADAL" clId="{D4C91E6F-B9DD-440D-9732-C61CDFB6C2C8}" dt="2024-09-22T13:07:37.046" v="209" actId="47"/>
        <pc:sldMkLst>
          <pc:docMk/>
          <pc:sldMk cId="0" sldId="306"/>
        </pc:sldMkLst>
      </pc:sldChg>
      <pc:sldChg chg="add del">
        <pc:chgData name="Ms Alina Arshad" userId="cccdfd85-d35d-4453-9c6f-a463aae40722" providerId="ADAL" clId="{D4C91E6F-B9DD-440D-9732-C61CDFB6C2C8}" dt="2024-09-22T13:07:37.078" v="210" actId="47"/>
        <pc:sldMkLst>
          <pc:docMk/>
          <pc:sldMk cId="0" sldId="307"/>
        </pc:sldMkLst>
      </pc:sldChg>
      <pc:sldChg chg="del">
        <pc:chgData name="Ms Alina Arshad" userId="cccdfd85-d35d-4453-9c6f-a463aae40722" providerId="ADAL" clId="{D4C91E6F-B9DD-440D-9732-C61CDFB6C2C8}" dt="2024-09-22T13:00:34.514" v="22" actId="47"/>
        <pc:sldMkLst>
          <pc:docMk/>
          <pc:sldMk cId="3233864465" sldId="338"/>
        </pc:sldMkLst>
      </pc:sldChg>
      <pc:sldChg chg="del">
        <pc:chgData name="Ms Alina Arshad" userId="cccdfd85-d35d-4453-9c6f-a463aae40722" providerId="ADAL" clId="{D4C91E6F-B9DD-440D-9732-C61CDFB6C2C8}" dt="2024-09-22T13:00:34.573" v="24" actId="47"/>
        <pc:sldMkLst>
          <pc:docMk/>
          <pc:sldMk cId="1267034377" sldId="339"/>
        </pc:sldMkLst>
      </pc:sldChg>
      <pc:sldChg chg="del">
        <pc:chgData name="Ms Alina Arshad" userId="cccdfd85-d35d-4453-9c6f-a463aae40722" providerId="ADAL" clId="{D4C91E6F-B9DD-440D-9732-C61CDFB6C2C8}" dt="2024-09-22T13:00:35.285" v="26" actId="47"/>
        <pc:sldMkLst>
          <pc:docMk/>
          <pc:sldMk cId="2400815569" sldId="340"/>
        </pc:sldMkLst>
      </pc:sldChg>
      <pc:sldChg chg="del">
        <pc:chgData name="Ms Alina Arshad" userId="cccdfd85-d35d-4453-9c6f-a463aae40722" providerId="ADAL" clId="{D4C91E6F-B9DD-440D-9732-C61CDFB6C2C8}" dt="2024-09-22T13:00:35.591" v="28" actId="47"/>
        <pc:sldMkLst>
          <pc:docMk/>
          <pc:sldMk cId="1204309406" sldId="341"/>
        </pc:sldMkLst>
      </pc:sldChg>
      <pc:sldChg chg="del">
        <pc:chgData name="Ms Alina Arshad" userId="cccdfd85-d35d-4453-9c6f-a463aae40722" providerId="ADAL" clId="{D4C91E6F-B9DD-440D-9732-C61CDFB6C2C8}" dt="2024-09-22T13:00:34.459" v="20" actId="47"/>
        <pc:sldMkLst>
          <pc:docMk/>
          <pc:sldMk cId="96607437" sldId="342"/>
        </pc:sldMkLst>
      </pc:sldChg>
      <pc:sldChg chg="add">
        <pc:chgData name="Ms Alina Arshad" userId="cccdfd85-d35d-4453-9c6f-a463aae40722" providerId="ADAL" clId="{D4C91E6F-B9DD-440D-9732-C61CDFB6C2C8}" dt="2024-09-22T13:07:58.693" v="223"/>
        <pc:sldMkLst>
          <pc:docMk/>
          <pc:sldMk cId="0" sldId="347"/>
        </pc:sldMkLst>
      </pc:sldChg>
      <pc:sldChg chg="add">
        <pc:chgData name="Ms Alina Arshad" userId="cccdfd85-d35d-4453-9c6f-a463aae40722" providerId="ADAL" clId="{D4C91E6F-B9DD-440D-9732-C61CDFB6C2C8}" dt="2024-09-22T13:07:58.693" v="223"/>
        <pc:sldMkLst>
          <pc:docMk/>
          <pc:sldMk cId="2036508356" sldId="348"/>
        </pc:sldMkLst>
      </pc:sldChg>
      <pc:sldChg chg="add">
        <pc:chgData name="Ms Alina Arshad" userId="cccdfd85-d35d-4453-9c6f-a463aae40722" providerId="ADAL" clId="{D4C91E6F-B9DD-440D-9732-C61CDFB6C2C8}" dt="2024-09-22T13:07:58.693" v="223"/>
        <pc:sldMkLst>
          <pc:docMk/>
          <pc:sldMk cId="132290220" sldId="349"/>
        </pc:sldMkLst>
      </pc:sldChg>
      <pc:sldChg chg="add">
        <pc:chgData name="Ms Alina Arshad" userId="cccdfd85-d35d-4453-9c6f-a463aae40722" providerId="ADAL" clId="{D4C91E6F-B9DD-440D-9732-C61CDFB6C2C8}" dt="2024-09-22T13:07:58.693" v="223"/>
        <pc:sldMkLst>
          <pc:docMk/>
          <pc:sldMk cId="448686030" sldId="350"/>
        </pc:sldMkLst>
      </pc:sldChg>
      <pc:sldChg chg="add">
        <pc:chgData name="Ms Alina Arshad" userId="cccdfd85-d35d-4453-9c6f-a463aae40722" providerId="ADAL" clId="{D4C91E6F-B9DD-440D-9732-C61CDFB6C2C8}" dt="2024-09-22T13:07:58.693" v="223"/>
        <pc:sldMkLst>
          <pc:docMk/>
          <pc:sldMk cId="3109540881" sldId="351"/>
        </pc:sldMkLst>
      </pc:sldChg>
      <pc:sldChg chg="modSp add mod">
        <pc:chgData name="Ms Alina Arshad" userId="cccdfd85-d35d-4453-9c6f-a463aae40722" providerId="ADAL" clId="{D4C91E6F-B9DD-440D-9732-C61CDFB6C2C8}" dt="2024-09-22T13:07:58.869" v="229" actId="27636"/>
        <pc:sldMkLst>
          <pc:docMk/>
          <pc:sldMk cId="0" sldId="352"/>
        </pc:sldMkLst>
        <pc:spChg chg="mod">
          <ac:chgData name="Ms Alina Arshad" userId="cccdfd85-d35d-4453-9c6f-a463aae40722" providerId="ADAL" clId="{D4C91E6F-B9DD-440D-9732-C61CDFB6C2C8}" dt="2024-09-22T13:07:58.869" v="229" actId="27636"/>
          <ac:spMkLst>
            <pc:docMk/>
            <pc:sldMk cId="0" sldId="352"/>
            <ac:spMk id="64516" creationId="{D2D679A3-2E8D-4632-948B-DAF7F009B134}"/>
          </ac:spMkLst>
        </pc:spChg>
      </pc:sldChg>
      <pc:sldChg chg="add">
        <pc:chgData name="Ms Alina Arshad" userId="cccdfd85-d35d-4453-9c6f-a463aae40722" providerId="ADAL" clId="{D4C91E6F-B9DD-440D-9732-C61CDFB6C2C8}" dt="2024-09-22T13:07:58.693" v="223"/>
        <pc:sldMkLst>
          <pc:docMk/>
          <pc:sldMk cId="0" sldId="353"/>
        </pc:sldMkLst>
      </pc:sldChg>
      <pc:sldChg chg="add">
        <pc:chgData name="Ms Alina Arshad" userId="cccdfd85-d35d-4453-9c6f-a463aae40722" providerId="ADAL" clId="{D4C91E6F-B9DD-440D-9732-C61CDFB6C2C8}" dt="2024-09-22T13:07:58.693" v="223"/>
        <pc:sldMkLst>
          <pc:docMk/>
          <pc:sldMk cId="0" sldId="354"/>
        </pc:sldMkLst>
      </pc:sldChg>
      <pc:sldChg chg="add">
        <pc:chgData name="Ms Alina Arshad" userId="cccdfd85-d35d-4453-9c6f-a463aae40722" providerId="ADAL" clId="{D4C91E6F-B9DD-440D-9732-C61CDFB6C2C8}" dt="2024-09-22T13:07:58.693" v="223"/>
        <pc:sldMkLst>
          <pc:docMk/>
          <pc:sldMk cId="0" sldId="355"/>
        </pc:sldMkLst>
      </pc:sldChg>
      <pc:sldChg chg="add">
        <pc:chgData name="Ms Alina Arshad" userId="cccdfd85-d35d-4453-9c6f-a463aae40722" providerId="ADAL" clId="{D4C91E6F-B9DD-440D-9732-C61CDFB6C2C8}" dt="2024-09-22T13:07:58.693" v="223"/>
        <pc:sldMkLst>
          <pc:docMk/>
          <pc:sldMk cId="0" sldId="357"/>
        </pc:sldMkLst>
      </pc:sldChg>
      <pc:sldChg chg="add">
        <pc:chgData name="Ms Alina Arshad" userId="cccdfd85-d35d-4453-9c6f-a463aae40722" providerId="ADAL" clId="{D4C91E6F-B9DD-440D-9732-C61CDFB6C2C8}" dt="2024-09-22T13:07:58.693" v="223"/>
        <pc:sldMkLst>
          <pc:docMk/>
          <pc:sldMk cId="0" sldId="368"/>
        </pc:sldMkLst>
      </pc:sldChg>
      <pc:sldChg chg="modSp add mod">
        <pc:chgData name="Ms Alina Arshad" userId="cccdfd85-d35d-4453-9c6f-a463aae40722" providerId="ADAL" clId="{D4C91E6F-B9DD-440D-9732-C61CDFB6C2C8}" dt="2024-09-22T13:07:58.878" v="231" actId="27636"/>
        <pc:sldMkLst>
          <pc:docMk/>
          <pc:sldMk cId="0" sldId="369"/>
        </pc:sldMkLst>
        <pc:spChg chg="mod">
          <ac:chgData name="Ms Alina Arshad" userId="cccdfd85-d35d-4453-9c6f-a463aae40722" providerId="ADAL" clId="{D4C91E6F-B9DD-440D-9732-C61CDFB6C2C8}" dt="2024-09-22T13:07:58.878" v="231" actId="27636"/>
          <ac:spMkLst>
            <pc:docMk/>
            <pc:sldMk cId="0" sldId="369"/>
            <ac:spMk id="81924" creationId="{68248C69-9332-4A99-BC0A-14F57C4D99DE}"/>
          </ac:spMkLst>
        </pc:spChg>
      </pc:sldChg>
      <pc:sldChg chg="modSp add mod">
        <pc:chgData name="Ms Alina Arshad" userId="cccdfd85-d35d-4453-9c6f-a463aae40722" providerId="ADAL" clId="{D4C91E6F-B9DD-440D-9732-C61CDFB6C2C8}" dt="2024-09-22T13:07:58.875" v="230" actId="27636"/>
        <pc:sldMkLst>
          <pc:docMk/>
          <pc:sldMk cId="0" sldId="370"/>
        </pc:sldMkLst>
        <pc:spChg chg="mod">
          <ac:chgData name="Ms Alina Arshad" userId="cccdfd85-d35d-4453-9c6f-a463aae40722" providerId="ADAL" clId="{D4C91E6F-B9DD-440D-9732-C61CDFB6C2C8}" dt="2024-09-22T13:07:58.875" v="230" actId="27636"/>
          <ac:spMkLst>
            <pc:docMk/>
            <pc:sldMk cId="0" sldId="370"/>
            <ac:spMk id="77828" creationId="{AE58D6A9-2268-4B9B-B644-43B75570DBA9}"/>
          </ac:spMkLst>
        </pc:spChg>
      </pc:sldChg>
      <pc:sldChg chg="add">
        <pc:chgData name="Ms Alina Arshad" userId="cccdfd85-d35d-4453-9c6f-a463aae40722" providerId="ADAL" clId="{D4C91E6F-B9DD-440D-9732-C61CDFB6C2C8}" dt="2024-09-22T13:07:58.693" v="223"/>
        <pc:sldMkLst>
          <pc:docMk/>
          <pc:sldMk cId="0" sldId="371"/>
        </pc:sldMkLst>
      </pc:sldChg>
      <pc:sldChg chg="add">
        <pc:chgData name="Ms Alina Arshad" userId="cccdfd85-d35d-4453-9c6f-a463aae40722" providerId="ADAL" clId="{D4C91E6F-B9DD-440D-9732-C61CDFB6C2C8}" dt="2024-09-22T13:07:58.693" v="223"/>
        <pc:sldMkLst>
          <pc:docMk/>
          <pc:sldMk cId="0" sldId="372"/>
        </pc:sldMkLst>
      </pc:sldChg>
      <pc:sldChg chg="add">
        <pc:chgData name="Ms Alina Arshad" userId="cccdfd85-d35d-4453-9c6f-a463aae40722" providerId="ADAL" clId="{D4C91E6F-B9DD-440D-9732-C61CDFB6C2C8}" dt="2024-09-22T13:07:58.693" v="223"/>
        <pc:sldMkLst>
          <pc:docMk/>
          <pc:sldMk cId="0" sldId="392"/>
        </pc:sldMkLst>
      </pc:sldChg>
      <pc:sldChg chg="add">
        <pc:chgData name="Ms Alina Arshad" userId="cccdfd85-d35d-4453-9c6f-a463aae40722" providerId="ADAL" clId="{D4C91E6F-B9DD-440D-9732-C61CDFB6C2C8}" dt="2024-09-22T13:07:58.693" v="223"/>
        <pc:sldMkLst>
          <pc:docMk/>
          <pc:sldMk cId="0" sldId="396"/>
        </pc:sldMkLst>
      </pc:sldChg>
      <pc:sldChg chg="add">
        <pc:chgData name="Ms Alina Arshad" userId="cccdfd85-d35d-4453-9c6f-a463aae40722" providerId="ADAL" clId="{D4C91E6F-B9DD-440D-9732-C61CDFB6C2C8}" dt="2024-09-22T13:07:58.693" v="223"/>
        <pc:sldMkLst>
          <pc:docMk/>
          <pc:sldMk cId="1634129650" sldId="397"/>
        </pc:sldMkLst>
      </pc:sldChg>
      <pc:sldChg chg="modSp add mod">
        <pc:chgData name="Ms Alina Arshad" userId="cccdfd85-d35d-4453-9c6f-a463aae40722" providerId="ADAL" clId="{D4C91E6F-B9DD-440D-9732-C61CDFB6C2C8}" dt="2024-09-22T13:15:46.580" v="277" actId="14100"/>
        <pc:sldMkLst>
          <pc:docMk/>
          <pc:sldMk cId="818196387" sldId="398"/>
        </pc:sldMkLst>
        <pc:spChg chg="mod">
          <ac:chgData name="Ms Alina Arshad" userId="cccdfd85-d35d-4453-9c6f-a463aae40722" providerId="ADAL" clId="{D4C91E6F-B9DD-440D-9732-C61CDFB6C2C8}" dt="2024-09-22T13:15:12.286" v="267" actId="207"/>
          <ac:spMkLst>
            <pc:docMk/>
            <pc:sldMk cId="818196387" sldId="398"/>
            <ac:spMk id="2" creationId="{41435336-0E45-46A6-ADEF-9EF46BC634DD}"/>
          </ac:spMkLst>
        </pc:spChg>
        <pc:spChg chg="mod">
          <ac:chgData name="Ms Alina Arshad" userId="cccdfd85-d35d-4453-9c6f-a463aae40722" providerId="ADAL" clId="{D4C91E6F-B9DD-440D-9732-C61CDFB6C2C8}" dt="2024-09-22T13:15:46.580" v="277" actId="14100"/>
          <ac:spMkLst>
            <pc:docMk/>
            <pc:sldMk cId="818196387" sldId="398"/>
            <ac:spMk id="4" creationId="{00000000-0000-0000-0000-000000000000}"/>
          </ac:spMkLst>
        </pc:spChg>
        <pc:picChg chg="mod">
          <ac:chgData name="Ms Alina Arshad" userId="cccdfd85-d35d-4453-9c6f-a463aae40722" providerId="ADAL" clId="{D4C91E6F-B9DD-440D-9732-C61CDFB6C2C8}" dt="2024-09-22T13:15:42.498" v="276" actId="1076"/>
          <ac:picMkLst>
            <pc:docMk/>
            <pc:sldMk cId="818196387" sldId="398"/>
            <ac:picMk id="6" creationId="{00000000-0000-0000-0000-000000000000}"/>
          </ac:picMkLst>
        </pc:picChg>
      </pc:sldChg>
      <pc:sldChg chg="modSp add mod">
        <pc:chgData name="Ms Alina Arshad" userId="cccdfd85-d35d-4453-9c6f-a463aae40722" providerId="ADAL" clId="{D4C91E6F-B9DD-440D-9732-C61CDFB6C2C8}" dt="2024-09-22T13:16:05.241" v="284" actId="403"/>
        <pc:sldMkLst>
          <pc:docMk/>
          <pc:sldMk cId="3016557581" sldId="399"/>
        </pc:sldMkLst>
        <pc:spChg chg="mod">
          <ac:chgData name="Ms Alina Arshad" userId="cccdfd85-d35d-4453-9c6f-a463aae40722" providerId="ADAL" clId="{D4C91E6F-B9DD-440D-9732-C61CDFB6C2C8}" dt="2024-09-22T13:15:51.562" v="278" actId="207"/>
          <ac:spMkLst>
            <pc:docMk/>
            <pc:sldMk cId="3016557581" sldId="399"/>
            <ac:spMk id="2" creationId="{E2B52054-9130-4CB7-BA10-54AC86DB3C4E}"/>
          </ac:spMkLst>
        </pc:spChg>
        <pc:spChg chg="mod">
          <ac:chgData name="Ms Alina Arshad" userId="cccdfd85-d35d-4453-9c6f-a463aae40722" providerId="ADAL" clId="{D4C91E6F-B9DD-440D-9732-C61CDFB6C2C8}" dt="2024-09-22T13:16:05.241" v="284" actId="403"/>
          <ac:spMkLst>
            <pc:docMk/>
            <pc:sldMk cId="3016557581" sldId="399"/>
            <ac:spMk id="3" creationId="{0EA14083-9FE5-4604-AE9D-7238164721FE}"/>
          </ac:spMkLst>
        </pc:spChg>
      </pc:sldChg>
      <pc:sldChg chg="modSp add mod">
        <pc:chgData name="Ms Alina Arshad" userId="cccdfd85-d35d-4453-9c6f-a463aae40722" providerId="ADAL" clId="{D4C91E6F-B9DD-440D-9732-C61CDFB6C2C8}" dt="2024-09-22T13:17:35.564" v="306" actId="33524"/>
        <pc:sldMkLst>
          <pc:docMk/>
          <pc:sldMk cId="778265951" sldId="400"/>
        </pc:sldMkLst>
        <pc:spChg chg="mod">
          <ac:chgData name="Ms Alina Arshad" userId="cccdfd85-d35d-4453-9c6f-a463aae40722" providerId="ADAL" clId="{D4C91E6F-B9DD-440D-9732-C61CDFB6C2C8}" dt="2024-09-22T13:17:02.083" v="296" actId="207"/>
          <ac:spMkLst>
            <pc:docMk/>
            <pc:sldMk cId="778265951" sldId="400"/>
            <ac:spMk id="2" creationId="{81D18A18-D626-433C-BD10-286086DF62BE}"/>
          </ac:spMkLst>
        </pc:spChg>
        <pc:spChg chg="mod">
          <ac:chgData name="Ms Alina Arshad" userId="cccdfd85-d35d-4453-9c6f-a463aae40722" providerId="ADAL" clId="{D4C91E6F-B9DD-440D-9732-C61CDFB6C2C8}" dt="2024-09-22T13:17:35.564" v="306" actId="33524"/>
          <ac:spMkLst>
            <pc:docMk/>
            <pc:sldMk cId="778265951" sldId="400"/>
            <ac:spMk id="3" creationId="{F5F3CEE5-C73D-4116-87E2-1842D15B8EF7}"/>
          </ac:spMkLst>
        </pc:spChg>
        <pc:picChg chg="mod">
          <ac:chgData name="Ms Alina Arshad" userId="cccdfd85-d35d-4453-9c6f-a463aae40722" providerId="ADAL" clId="{D4C91E6F-B9DD-440D-9732-C61CDFB6C2C8}" dt="2024-09-22T13:17:28.856" v="305" actId="1076"/>
          <ac:picMkLst>
            <pc:docMk/>
            <pc:sldMk cId="778265951" sldId="400"/>
            <ac:picMk id="5" creationId="{13889469-74D1-4332-9F10-768E2A51287B}"/>
          </ac:picMkLst>
        </pc:picChg>
      </pc:sldChg>
      <pc:sldChg chg="modSp add mod">
        <pc:chgData name="Ms Alina Arshad" userId="cccdfd85-d35d-4453-9c6f-a463aae40722" providerId="ADAL" clId="{D4C91E6F-B9DD-440D-9732-C61CDFB6C2C8}" dt="2024-09-22T13:21:58.553" v="341" actId="14100"/>
        <pc:sldMkLst>
          <pc:docMk/>
          <pc:sldMk cId="978211767" sldId="401"/>
        </pc:sldMkLst>
        <pc:spChg chg="mod">
          <ac:chgData name="Ms Alina Arshad" userId="cccdfd85-d35d-4453-9c6f-a463aae40722" providerId="ADAL" clId="{D4C91E6F-B9DD-440D-9732-C61CDFB6C2C8}" dt="2024-09-22T13:21:46.534" v="339" actId="207"/>
          <ac:spMkLst>
            <pc:docMk/>
            <pc:sldMk cId="978211767" sldId="401"/>
            <ac:spMk id="2" creationId="{144233A4-E56A-464D-B33A-A1504BF17870}"/>
          </ac:spMkLst>
        </pc:spChg>
        <pc:spChg chg="mod">
          <ac:chgData name="Ms Alina Arshad" userId="cccdfd85-d35d-4453-9c6f-a463aae40722" providerId="ADAL" clId="{D4C91E6F-B9DD-440D-9732-C61CDFB6C2C8}" dt="2024-09-22T13:21:58.553" v="341" actId="14100"/>
          <ac:spMkLst>
            <pc:docMk/>
            <pc:sldMk cId="978211767" sldId="401"/>
            <ac:spMk id="3" creationId="{E937F355-7669-4EAF-9A89-20F10222BF5D}"/>
          </ac:spMkLst>
        </pc:spChg>
      </pc:sldChg>
      <pc:sldChg chg="modSp add mod">
        <pc:chgData name="Ms Alina Arshad" userId="cccdfd85-d35d-4453-9c6f-a463aae40722" providerId="ADAL" clId="{D4C91E6F-B9DD-440D-9732-C61CDFB6C2C8}" dt="2024-09-22T13:22:20.742" v="345" actId="207"/>
        <pc:sldMkLst>
          <pc:docMk/>
          <pc:sldMk cId="20141498" sldId="402"/>
        </pc:sldMkLst>
        <pc:spChg chg="mod">
          <ac:chgData name="Ms Alina Arshad" userId="cccdfd85-d35d-4453-9c6f-a463aae40722" providerId="ADAL" clId="{D4C91E6F-B9DD-440D-9732-C61CDFB6C2C8}" dt="2024-09-22T13:22:20.742" v="345" actId="207"/>
          <ac:spMkLst>
            <pc:docMk/>
            <pc:sldMk cId="20141498" sldId="402"/>
            <ac:spMk id="2" creationId="{D639E78D-B438-402C-80B5-31FC5FB10F7F}"/>
          </ac:spMkLst>
        </pc:spChg>
        <pc:spChg chg="mod">
          <ac:chgData name="Ms Alina Arshad" userId="cccdfd85-d35d-4453-9c6f-a463aae40722" providerId="ADAL" clId="{D4C91E6F-B9DD-440D-9732-C61CDFB6C2C8}" dt="2024-09-22T13:22:16.676" v="344" actId="2711"/>
          <ac:spMkLst>
            <pc:docMk/>
            <pc:sldMk cId="20141498" sldId="402"/>
            <ac:spMk id="3" creationId="{2EA2AE38-5155-482E-84CB-CC5042136080}"/>
          </ac:spMkLst>
        </pc:spChg>
      </pc:sldChg>
    </pc:docChg>
  </pc:docChgLst>
  <pc:docChgLst>
    <pc:chgData name="Ms Alina Arshad" userId="cccdfd85-d35d-4453-9c6f-a463aae40722" providerId="ADAL" clId="{AD184B4B-0CF3-4D88-AFEA-77665C37DC41}"/>
    <pc:docChg chg="undo custSel addSld delSld modSld sldOrd">
      <pc:chgData name="Ms Alina Arshad" userId="cccdfd85-d35d-4453-9c6f-a463aae40722" providerId="ADAL" clId="{AD184B4B-0CF3-4D88-AFEA-77665C37DC41}" dt="2024-10-07T14:53:18.370" v="664" actId="20577"/>
      <pc:docMkLst>
        <pc:docMk/>
      </pc:docMkLst>
      <pc:sldChg chg="modSp mod">
        <pc:chgData name="Ms Alina Arshad" userId="cccdfd85-d35d-4453-9c6f-a463aae40722" providerId="ADAL" clId="{AD184B4B-0CF3-4D88-AFEA-77665C37DC41}" dt="2024-10-01T14:08:05.980" v="476" actId="404"/>
        <pc:sldMkLst>
          <pc:docMk/>
          <pc:sldMk cId="3322361034" sldId="256"/>
        </pc:sldMkLst>
        <pc:spChg chg="mod">
          <ac:chgData name="Ms Alina Arshad" userId="cccdfd85-d35d-4453-9c6f-a463aae40722" providerId="ADAL" clId="{AD184B4B-0CF3-4D88-AFEA-77665C37DC41}" dt="2024-10-01T14:08:05.980" v="476" actId="404"/>
          <ac:spMkLst>
            <pc:docMk/>
            <pc:sldMk cId="3322361034" sldId="256"/>
            <ac:spMk id="3" creationId="{44E9F82C-BBA7-3495-1097-BEDB54FFFDF4}"/>
          </ac:spMkLst>
        </pc:spChg>
      </pc:sldChg>
      <pc:sldChg chg="addSp delSp modSp add mod">
        <pc:chgData name="Ms Alina Arshad" userId="cccdfd85-d35d-4453-9c6f-a463aae40722" providerId="ADAL" clId="{AD184B4B-0CF3-4D88-AFEA-77665C37DC41}" dt="2024-10-06T13:07:38.994" v="580" actId="1038"/>
        <pc:sldMkLst>
          <pc:docMk/>
          <pc:sldMk cId="0" sldId="257"/>
        </pc:sldMkLst>
        <pc:spChg chg="mod">
          <ac:chgData name="Ms Alina Arshad" userId="cccdfd85-d35d-4453-9c6f-a463aae40722" providerId="ADAL" clId="{AD184B4B-0CF3-4D88-AFEA-77665C37DC41}" dt="2024-10-06T13:07:38.994" v="580" actId="1038"/>
          <ac:spMkLst>
            <pc:docMk/>
            <pc:sldMk cId="0" sldId="257"/>
            <ac:spMk id="2" creationId="{00000000-0000-0000-0000-000000000000}"/>
          </ac:spMkLst>
        </pc:spChg>
        <pc:spChg chg="add del mod">
          <ac:chgData name="Ms Alina Arshad" userId="cccdfd85-d35d-4453-9c6f-a463aae40722" providerId="ADAL" clId="{AD184B4B-0CF3-4D88-AFEA-77665C37DC41}" dt="2024-10-06T13:07:28.261" v="566" actId="1035"/>
          <ac:spMkLst>
            <pc:docMk/>
            <pc:sldMk cId="0" sldId="257"/>
            <ac:spMk id="3" creationId="{00000000-0000-0000-0000-000000000000}"/>
          </ac:spMkLst>
        </pc:spChg>
      </pc:sldChg>
      <pc:sldChg chg="modSp add mod">
        <pc:chgData name="Ms Alina Arshad" userId="cccdfd85-d35d-4453-9c6f-a463aae40722" providerId="ADAL" clId="{AD184B4B-0CF3-4D88-AFEA-77665C37DC41}" dt="2024-10-01T15:26:47.165" v="477" actId="20577"/>
        <pc:sldMkLst>
          <pc:docMk/>
          <pc:sldMk cId="0" sldId="258"/>
        </pc:sldMkLst>
        <pc:spChg chg="mod">
          <ac:chgData name="Ms Alina Arshad" userId="cccdfd85-d35d-4453-9c6f-a463aae40722" providerId="ADAL" clId="{AD184B4B-0CF3-4D88-AFEA-77665C37DC41}" dt="2024-10-01T12:55:10.748" v="37" actId="1076"/>
          <ac:spMkLst>
            <pc:docMk/>
            <pc:sldMk cId="0" sldId="258"/>
            <ac:spMk id="2" creationId="{00000000-0000-0000-0000-000000000000}"/>
          </ac:spMkLst>
        </pc:spChg>
        <pc:spChg chg="mod">
          <ac:chgData name="Ms Alina Arshad" userId="cccdfd85-d35d-4453-9c6f-a463aae40722" providerId="ADAL" clId="{AD184B4B-0CF3-4D88-AFEA-77665C37DC41}" dt="2024-10-01T15:26:47.165" v="477" actId="20577"/>
          <ac:spMkLst>
            <pc:docMk/>
            <pc:sldMk cId="0" sldId="258"/>
            <ac:spMk id="3" creationId="{00000000-0000-0000-0000-000000000000}"/>
          </ac:spMkLst>
        </pc:spChg>
      </pc:sldChg>
      <pc:sldChg chg="modSp add mod">
        <pc:chgData name="Ms Alina Arshad" userId="cccdfd85-d35d-4453-9c6f-a463aae40722" providerId="ADAL" clId="{AD184B4B-0CF3-4D88-AFEA-77665C37DC41}" dt="2024-10-01T15:27:06.873" v="479" actId="1076"/>
        <pc:sldMkLst>
          <pc:docMk/>
          <pc:sldMk cId="0" sldId="259"/>
        </pc:sldMkLst>
        <pc:picChg chg="mod">
          <ac:chgData name="Ms Alina Arshad" userId="cccdfd85-d35d-4453-9c6f-a463aae40722" providerId="ADAL" clId="{AD184B4B-0CF3-4D88-AFEA-77665C37DC41}" dt="2024-10-01T15:27:06.873" v="479" actId="1076"/>
          <ac:picMkLst>
            <pc:docMk/>
            <pc:sldMk cId="0" sldId="259"/>
            <ac:picMk id="2" creationId="{00000000-0000-0000-0000-000000000000}"/>
          </ac:picMkLst>
        </pc:picChg>
      </pc:sldChg>
      <pc:sldChg chg="modSp add mod">
        <pc:chgData name="Ms Alina Arshad" userId="cccdfd85-d35d-4453-9c6f-a463aae40722" providerId="ADAL" clId="{AD184B4B-0CF3-4D88-AFEA-77665C37DC41}" dt="2024-10-01T15:34:39.687" v="484" actId="20577"/>
        <pc:sldMkLst>
          <pc:docMk/>
          <pc:sldMk cId="0" sldId="260"/>
        </pc:sldMkLst>
        <pc:spChg chg="mod">
          <ac:chgData name="Ms Alina Arshad" userId="cccdfd85-d35d-4453-9c6f-a463aae40722" providerId="ADAL" clId="{AD184B4B-0CF3-4D88-AFEA-77665C37DC41}" dt="2024-10-01T12:56:27.166" v="65" actId="1076"/>
          <ac:spMkLst>
            <pc:docMk/>
            <pc:sldMk cId="0" sldId="260"/>
            <ac:spMk id="2" creationId="{00000000-0000-0000-0000-000000000000}"/>
          </ac:spMkLst>
        </pc:spChg>
        <pc:spChg chg="mod">
          <ac:chgData name="Ms Alina Arshad" userId="cccdfd85-d35d-4453-9c6f-a463aae40722" providerId="ADAL" clId="{AD184B4B-0CF3-4D88-AFEA-77665C37DC41}" dt="2024-10-01T15:34:39.687" v="484" actId="20577"/>
          <ac:spMkLst>
            <pc:docMk/>
            <pc:sldMk cId="0" sldId="260"/>
            <ac:spMk id="3" creationId="{00000000-0000-0000-0000-000000000000}"/>
          </ac:spMkLst>
        </pc:spChg>
      </pc:sldChg>
      <pc:sldChg chg="modSp add mod">
        <pc:chgData name="Ms Alina Arshad" userId="cccdfd85-d35d-4453-9c6f-a463aae40722" providerId="ADAL" clId="{AD184B4B-0CF3-4D88-AFEA-77665C37DC41}" dt="2024-10-01T13:00:54.474" v="144" actId="1076"/>
        <pc:sldMkLst>
          <pc:docMk/>
          <pc:sldMk cId="0" sldId="261"/>
        </pc:sldMkLst>
        <pc:spChg chg="mod">
          <ac:chgData name="Ms Alina Arshad" userId="cccdfd85-d35d-4453-9c6f-a463aae40722" providerId="ADAL" clId="{AD184B4B-0CF3-4D88-AFEA-77665C37DC41}" dt="2024-10-01T13:00:34.969" v="137" actId="1076"/>
          <ac:spMkLst>
            <pc:docMk/>
            <pc:sldMk cId="0" sldId="261"/>
            <ac:spMk id="2" creationId="{00000000-0000-0000-0000-000000000000}"/>
          </ac:spMkLst>
        </pc:spChg>
        <pc:spChg chg="mod">
          <ac:chgData name="Ms Alina Arshad" userId="cccdfd85-d35d-4453-9c6f-a463aae40722" providerId="ADAL" clId="{AD184B4B-0CF3-4D88-AFEA-77665C37DC41}" dt="2024-10-01T13:00:54.474" v="144" actId="1076"/>
          <ac:spMkLst>
            <pc:docMk/>
            <pc:sldMk cId="0" sldId="261"/>
            <ac:spMk id="4" creationId="{00000000-0000-0000-0000-000000000000}"/>
          </ac:spMkLst>
        </pc:spChg>
        <pc:picChg chg="mod">
          <ac:chgData name="Ms Alina Arshad" userId="cccdfd85-d35d-4453-9c6f-a463aae40722" providerId="ADAL" clId="{AD184B4B-0CF3-4D88-AFEA-77665C37DC41}" dt="2024-10-01T13:00:51.183" v="143" actId="14100"/>
          <ac:picMkLst>
            <pc:docMk/>
            <pc:sldMk cId="0" sldId="261"/>
            <ac:picMk id="3" creationId="{00000000-0000-0000-0000-000000000000}"/>
          </ac:picMkLst>
        </pc:picChg>
      </pc:sldChg>
      <pc:sldChg chg="addSp delSp modSp add mod">
        <pc:chgData name="Ms Alina Arshad" userId="cccdfd85-d35d-4453-9c6f-a463aae40722" providerId="ADAL" clId="{AD184B4B-0CF3-4D88-AFEA-77665C37DC41}" dt="2024-10-06T15:28:43.114" v="596" actId="1076"/>
        <pc:sldMkLst>
          <pc:docMk/>
          <pc:sldMk cId="0" sldId="262"/>
        </pc:sldMkLst>
        <pc:spChg chg="mod">
          <ac:chgData name="Ms Alina Arshad" userId="cccdfd85-d35d-4453-9c6f-a463aae40722" providerId="ADAL" clId="{AD184B4B-0CF3-4D88-AFEA-77665C37DC41}" dt="2024-10-01T13:01:13.641" v="150" actId="14100"/>
          <ac:spMkLst>
            <pc:docMk/>
            <pc:sldMk cId="0" sldId="262"/>
            <ac:spMk id="2" creationId="{00000000-0000-0000-0000-000000000000}"/>
          </ac:spMkLst>
        </pc:spChg>
        <pc:spChg chg="del mod">
          <ac:chgData name="Ms Alina Arshad" userId="cccdfd85-d35d-4453-9c6f-a463aae40722" providerId="ADAL" clId="{AD184B4B-0CF3-4D88-AFEA-77665C37DC41}" dt="2024-10-01T13:02:37.800" v="180" actId="478"/>
          <ac:spMkLst>
            <pc:docMk/>
            <pc:sldMk cId="0" sldId="262"/>
            <ac:spMk id="7" creationId="{00000000-0000-0000-0000-000000000000}"/>
          </ac:spMkLst>
        </pc:spChg>
        <pc:spChg chg="mod">
          <ac:chgData name="Ms Alina Arshad" userId="cccdfd85-d35d-4453-9c6f-a463aae40722" providerId="ADAL" clId="{AD184B4B-0CF3-4D88-AFEA-77665C37DC41}" dt="2024-10-06T15:28:37.471" v="595" actId="1076"/>
          <ac:spMkLst>
            <pc:docMk/>
            <pc:sldMk cId="0" sldId="262"/>
            <ac:spMk id="8" creationId="{00000000-0000-0000-0000-000000000000}"/>
          </ac:spMkLst>
        </pc:spChg>
        <pc:spChg chg="add mod">
          <ac:chgData name="Ms Alina Arshad" userId="cccdfd85-d35d-4453-9c6f-a463aae40722" providerId="ADAL" clId="{AD184B4B-0CF3-4D88-AFEA-77665C37DC41}" dt="2024-10-06T15:28:43.114" v="596" actId="1076"/>
          <ac:spMkLst>
            <pc:docMk/>
            <pc:sldMk cId="0" sldId="262"/>
            <ac:spMk id="11" creationId="{2509622A-3BA6-6953-439A-8A41E00ECEA6}"/>
          </ac:spMkLst>
        </pc:spChg>
        <pc:grpChg chg="add del mod">
          <ac:chgData name="Ms Alina Arshad" userId="cccdfd85-d35d-4453-9c6f-a463aae40722" providerId="ADAL" clId="{AD184B4B-0CF3-4D88-AFEA-77665C37DC41}" dt="2024-10-06T15:28:23.862" v="592" actId="1076"/>
          <ac:grpSpMkLst>
            <pc:docMk/>
            <pc:sldMk cId="0" sldId="262"/>
            <ac:grpSpMk id="3" creationId="{00000000-0000-0000-0000-000000000000}"/>
          </ac:grpSpMkLst>
        </pc:grpChg>
        <pc:picChg chg="mod">
          <ac:chgData name="Ms Alina Arshad" userId="cccdfd85-d35d-4453-9c6f-a463aae40722" providerId="ADAL" clId="{AD184B4B-0CF3-4D88-AFEA-77665C37DC41}" dt="2024-10-06T15:28:27.139" v="593" actId="1076"/>
          <ac:picMkLst>
            <pc:docMk/>
            <pc:sldMk cId="0" sldId="262"/>
            <ac:picMk id="9" creationId="{00000000-0000-0000-0000-000000000000}"/>
          </ac:picMkLst>
        </pc:picChg>
      </pc:sldChg>
      <pc:sldChg chg="delSp modSp add mod">
        <pc:chgData name="Ms Alina Arshad" userId="cccdfd85-d35d-4453-9c6f-a463aae40722" providerId="ADAL" clId="{AD184B4B-0CF3-4D88-AFEA-77665C37DC41}" dt="2024-10-06T15:32:58.563" v="607" actId="15"/>
        <pc:sldMkLst>
          <pc:docMk/>
          <pc:sldMk cId="0" sldId="263"/>
        </pc:sldMkLst>
        <pc:spChg chg="mod">
          <ac:chgData name="Ms Alina Arshad" userId="cccdfd85-d35d-4453-9c6f-a463aae40722" providerId="ADAL" clId="{AD184B4B-0CF3-4D88-AFEA-77665C37DC41}" dt="2024-10-01T13:23:42.894" v="183" actId="1076"/>
          <ac:spMkLst>
            <pc:docMk/>
            <pc:sldMk cId="0" sldId="263"/>
            <ac:spMk id="2" creationId="{00000000-0000-0000-0000-000000000000}"/>
          </ac:spMkLst>
        </pc:spChg>
        <pc:spChg chg="mod">
          <ac:chgData name="Ms Alina Arshad" userId="cccdfd85-d35d-4453-9c6f-a463aae40722" providerId="ADAL" clId="{AD184B4B-0CF3-4D88-AFEA-77665C37DC41}" dt="2024-10-06T15:32:58.563" v="607" actId="15"/>
          <ac:spMkLst>
            <pc:docMk/>
            <pc:sldMk cId="0" sldId="263"/>
            <ac:spMk id="7" creationId="{00000000-0000-0000-0000-000000000000}"/>
          </ac:spMkLst>
        </pc:spChg>
        <pc:grpChg chg="del">
          <ac:chgData name="Ms Alina Arshad" userId="cccdfd85-d35d-4453-9c6f-a463aae40722" providerId="ADAL" clId="{AD184B4B-0CF3-4D88-AFEA-77665C37DC41}" dt="2024-10-01T13:23:57.524" v="187" actId="478"/>
          <ac:grpSpMkLst>
            <pc:docMk/>
            <pc:sldMk cId="0" sldId="263"/>
            <ac:grpSpMk id="3" creationId="{00000000-0000-0000-0000-000000000000}"/>
          </ac:grpSpMkLst>
        </pc:grpChg>
      </pc:sldChg>
      <pc:sldChg chg="modSp add mod">
        <pc:chgData name="Ms Alina Arshad" userId="cccdfd85-d35d-4453-9c6f-a463aae40722" providerId="ADAL" clId="{AD184B4B-0CF3-4D88-AFEA-77665C37DC41}" dt="2024-10-06T15:34:44.095" v="614" actId="20577"/>
        <pc:sldMkLst>
          <pc:docMk/>
          <pc:sldMk cId="0" sldId="264"/>
        </pc:sldMkLst>
        <pc:spChg chg="mod">
          <ac:chgData name="Ms Alina Arshad" userId="cccdfd85-d35d-4453-9c6f-a463aae40722" providerId="ADAL" clId="{AD184B4B-0CF3-4D88-AFEA-77665C37DC41}" dt="2024-10-01T13:25:17.907" v="212" actId="1076"/>
          <ac:spMkLst>
            <pc:docMk/>
            <pc:sldMk cId="0" sldId="264"/>
            <ac:spMk id="2" creationId="{00000000-0000-0000-0000-000000000000}"/>
          </ac:spMkLst>
        </pc:spChg>
        <pc:spChg chg="mod">
          <ac:chgData name="Ms Alina Arshad" userId="cccdfd85-d35d-4453-9c6f-a463aae40722" providerId="ADAL" clId="{AD184B4B-0CF3-4D88-AFEA-77665C37DC41}" dt="2024-10-06T15:34:44.095" v="614" actId="20577"/>
          <ac:spMkLst>
            <pc:docMk/>
            <pc:sldMk cId="0" sldId="264"/>
            <ac:spMk id="3" creationId="{00000000-0000-0000-0000-000000000000}"/>
          </ac:spMkLst>
        </pc:spChg>
      </pc:sldChg>
      <pc:sldChg chg="modSp add mod">
        <pc:chgData name="Ms Alina Arshad" userId="cccdfd85-d35d-4453-9c6f-a463aae40722" providerId="ADAL" clId="{AD184B4B-0CF3-4D88-AFEA-77665C37DC41}" dt="2024-10-01T13:31:39.089" v="316" actId="1076"/>
        <pc:sldMkLst>
          <pc:docMk/>
          <pc:sldMk cId="0" sldId="265"/>
        </pc:sldMkLst>
        <pc:spChg chg="mod">
          <ac:chgData name="Ms Alina Arshad" userId="cccdfd85-d35d-4453-9c6f-a463aae40722" providerId="ADAL" clId="{AD184B4B-0CF3-4D88-AFEA-77665C37DC41}" dt="2024-10-01T13:27:17.158" v="246" actId="1076"/>
          <ac:spMkLst>
            <pc:docMk/>
            <pc:sldMk cId="0" sldId="265"/>
            <ac:spMk id="2" creationId="{00000000-0000-0000-0000-000000000000}"/>
          </ac:spMkLst>
        </pc:spChg>
        <pc:spChg chg="mod">
          <ac:chgData name="Ms Alina Arshad" userId="cccdfd85-d35d-4453-9c6f-a463aae40722" providerId="ADAL" clId="{AD184B4B-0CF3-4D88-AFEA-77665C37DC41}" dt="2024-10-01T13:31:39.089" v="316" actId="1076"/>
          <ac:spMkLst>
            <pc:docMk/>
            <pc:sldMk cId="0" sldId="265"/>
            <ac:spMk id="6" creationId="{00000000-0000-0000-0000-000000000000}"/>
          </ac:spMkLst>
        </pc:spChg>
        <pc:spChg chg="mod">
          <ac:chgData name="Ms Alina Arshad" userId="cccdfd85-d35d-4453-9c6f-a463aae40722" providerId="ADAL" clId="{AD184B4B-0CF3-4D88-AFEA-77665C37DC41}" dt="2024-10-01T13:31:21.750" v="313" actId="1076"/>
          <ac:spMkLst>
            <pc:docMk/>
            <pc:sldMk cId="0" sldId="265"/>
            <ac:spMk id="7" creationId="{00000000-0000-0000-0000-000000000000}"/>
          </ac:spMkLst>
        </pc:spChg>
        <pc:grpChg chg="mod">
          <ac:chgData name="Ms Alina Arshad" userId="cccdfd85-d35d-4453-9c6f-a463aae40722" providerId="ADAL" clId="{AD184B4B-0CF3-4D88-AFEA-77665C37DC41}" dt="2024-10-01T13:27:32.316" v="275" actId="1076"/>
          <ac:grpSpMkLst>
            <pc:docMk/>
            <pc:sldMk cId="0" sldId="265"/>
            <ac:grpSpMk id="3" creationId="{00000000-0000-0000-0000-000000000000}"/>
          </ac:grpSpMkLst>
        </pc:grpChg>
        <pc:grpChg chg="mod">
          <ac:chgData name="Ms Alina Arshad" userId="cccdfd85-d35d-4453-9c6f-a463aae40722" providerId="ADAL" clId="{AD184B4B-0CF3-4D88-AFEA-77665C37DC41}" dt="2024-10-01T13:27:26.833" v="273" actId="1036"/>
          <ac:grpSpMkLst>
            <pc:docMk/>
            <pc:sldMk cId="0" sldId="265"/>
            <ac:grpSpMk id="8" creationId="{00000000-0000-0000-0000-000000000000}"/>
          </ac:grpSpMkLst>
        </pc:grpChg>
      </pc:sldChg>
      <pc:sldChg chg="delSp modSp add mod">
        <pc:chgData name="Ms Alina Arshad" userId="cccdfd85-d35d-4453-9c6f-a463aae40722" providerId="ADAL" clId="{AD184B4B-0CF3-4D88-AFEA-77665C37DC41}" dt="2024-10-01T13:57:24.117" v="329" actId="1076"/>
        <pc:sldMkLst>
          <pc:docMk/>
          <pc:sldMk cId="0" sldId="266"/>
        </pc:sldMkLst>
        <pc:spChg chg="mod">
          <ac:chgData name="Ms Alina Arshad" userId="cccdfd85-d35d-4453-9c6f-a463aae40722" providerId="ADAL" clId="{AD184B4B-0CF3-4D88-AFEA-77665C37DC41}" dt="2024-10-01T13:28:09.910" v="285" actId="1076"/>
          <ac:spMkLst>
            <pc:docMk/>
            <pc:sldMk cId="0" sldId="266"/>
            <ac:spMk id="2" creationId="{00000000-0000-0000-0000-000000000000}"/>
          </ac:spMkLst>
        </pc:spChg>
        <pc:spChg chg="mod">
          <ac:chgData name="Ms Alina Arshad" userId="cccdfd85-d35d-4453-9c6f-a463aae40722" providerId="ADAL" clId="{AD184B4B-0CF3-4D88-AFEA-77665C37DC41}" dt="2024-10-01T13:56:42.043" v="317" actId="207"/>
          <ac:spMkLst>
            <pc:docMk/>
            <pc:sldMk cId="0" sldId="266"/>
            <ac:spMk id="3" creationId="{00000000-0000-0000-0000-000000000000}"/>
          </ac:spMkLst>
        </pc:spChg>
        <pc:spChg chg="del topLvl">
          <ac:chgData name="Ms Alina Arshad" userId="cccdfd85-d35d-4453-9c6f-a463aae40722" providerId="ADAL" clId="{AD184B4B-0CF3-4D88-AFEA-77665C37DC41}" dt="2024-10-01T13:57:01.043" v="321" actId="478"/>
          <ac:spMkLst>
            <pc:docMk/>
            <pc:sldMk cId="0" sldId="266"/>
            <ac:spMk id="5" creationId="{00000000-0000-0000-0000-000000000000}"/>
          </ac:spMkLst>
        </pc:spChg>
        <pc:spChg chg="mod">
          <ac:chgData name="Ms Alina Arshad" userId="cccdfd85-d35d-4453-9c6f-a463aae40722" providerId="ADAL" clId="{AD184B4B-0CF3-4D88-AFEA-77665C37DC41}" dt="2024-10-01T13:57:24.117" v="329" actId="1076"/>
          <ac:spMkLst>
            <pc:docMk/>
            <pc:sldMk cId="0" sldId="266"/>
            <ac:spMk id="7" creationId="{00000000-0000-0000-0000-000000000000}"/>
          </ac:spMkLst>
        </pc:spChg>
        <pc:grpChg chg="del mod">
          <ac:chgData name="Ms Alina Arshad" userId="cccdfd85-d35d-4453-9c6f-a463aae40722" providerId="ADAL" clId="{AD184B4B-0CF3-4D88-AFEA-77665C37DC41}" dt="2024-10-01T13:57:01.043" v="321" actId="478"/>
          <ac:grpSpMkLst>
            <pc:docMk/>
            <pc:sldMk cId="0" sldId="266"/>
            <ac:grpSpMk id="4" creationId="{00000000-0000-0000-0000-000000000000}"/>
          </ac:grpSpMkLst>
        </pc:grpChg>
        <pc:picChg chg="mod topLvl">
          <ac:chgData name="Ms Alina Arshad" userId="cccdfd85-d35d-4453-9c6f-a463aae40722" providerId="ADAL" clId="{AD184B4B-0CF3-4D88-AFEA-77665C37DC41}" dt="2024-10-01T13:57:20.612" v="328" actId="1076"/>
          <ac:picMkLst>
            <pc:docMk/>
            <pc:sldMk cId="0" sldId="266"/>
            <ac:picMk id="6" creationId="{00000000-0000-0000-0000-000000000000}"/>
          </ac:picMkLst>
        </pc:picChg>
      </pc:sldChg>
      <pc:sldChg chg="addSp delSp modSp add mod">
        <pc:chgData name="Ms Alina Arshad" userId="cccdfd85-d35d-4453-9c6f-a463aae40722" providerId="ADAL" clId="{AD184B4B-0CF3-4D88-AFEA-77665C37DC41}" dt="2024-10-07T14:47:03.560" v="618" actId="20577"/>
        <pc:sldMkLst>
          <pc:docMk/>
          <pc:sldMk cId="0" sldId="267"/>
        </pc:sldMkLst>
        <pc:spChg chg="mod">
          <ac:chgData name="Ms Alina Arshad" userId="cccdfd85-d35d-4453-9c6f-a463aae40722" providerId="ADAL" clId="{AD184B4B-0CF3-4D88-AFEA-77665C37DC41}" dt="2024-10-01T13:59:26.397" v="368" actId="20577"/>
          <ac:spMkLst>
            <pc:docMk/>
            <pc:sldMk cId="0" sldId="267"/>
            <ac:spMk id="2" creationId="{00000000-0000-0000-0000-000000000000}"/>
          </ac:spMkLst>
        </pc:spChg>
        <pc:spChg chg="mod">
          <ac:chgData name="Ms Alina Arshad" userId="cccdfd85-d35d-4453-9c6f-a463aae40722" providerId="ADAL" clId="{AD184B4B-0CF3-4D88-AFEA-77665C37DC41}" dt="2024-10-07T14:47:03.560" v="618" actId="20577"/>
          <ac:spMkLst>
            <pc:docMk/>
            <pc:sldMk cId="0" sldId="267"/>
            <ac:spMk id="3" creationId="{00000000-0000-0000-0000-000000000000}"/>
          </ac:spMkLst>
        </pc:spChg>
        <pc:spChg chg="del mod topLvl">
          <ac:chgData name="Ms Alina Arshad" userId="cccdfd85-d35d-4453-9c6f-a463aae40722" providerId="ADAL" clId="{AD184B4B-0CF3-4D88-AFEA-77665C37DC41}" dt="2024-10-01T13:58:20.058" v="344" actId="478"/>
          <ac:spMkLst>
            <pc:docMk/>
            <pc:sldMk cId="0" sldId="267"/>
            <ac:spMk id="7" creationId="{00000000-0000-0000-0000-000000000000}"/>
          </ac:spMkLst>
        </pc:spChg>
        <pc:grpChg chg="add del mod">
          <ac:chgData name="Ms Alina Arshad" userId="cccdfd85-d35d-4453-9c6f-a463aae40722" providerId="ADAL" clId="{AD184B4B-0CF3-4D88-AFEA-77665C37DC41}" dt="2024-10-01T13:58:20.058" v="344" actId="478"/>
          <ac:grpSpMkLst>
            <pc:docMk/>
            <pc:sldMk cId="0" sldId="267"/>
            <ac:grpSpMk id="4" creationId="{00000000-0000-0000-0000-000000000000}"/>
          </ac:grpSpMkLst>
        </pc:grpChg>
        <pc:picChg chg="del">
          <ac:chgData name="Ms Alina Arshad" userId="cccdfd85-d35d-4453-9c6f-a463aae40722" providerId="ADAL" clId="{AD184B4B-0CF3-4D88-AFEA-77665C37DC41}" dt="2024-10-01T13:57:58.291" v="338" actId="478"/>
          <ac:picMkLst>
            <pc:docMk/>
            <pc:sldMk cId="0" sldId="267"/>
            <ac:picMk id="5" creationId="{00000000-0000-0000-0000-000000000000}"/>
          </ac:picMkLst>
        </pc:picChg>
        <pc:picChg chg="mod topLvl">
          <ac:chgData name="Ms Alina Arshad" userId="cccdfd85-d35d-4453-9c6f-a463aae40722" providerId="ADAL" clId="{AD184B4B-0CF3-4D88-AFEA-77665C37DC41}" dt="2024-10-01T13:58:26.739" v="348" actId="1076"/>
          <ac:picMkLst>
            <pc:docMk/>
            <pc:sldMk cId="0" sldId="267"/>
            <ac:picMk id="6" creationId="{00000000-0000-0000-0000-000000000000}"/>
          </ac:picMkLst>
        </pc:picChg>
      </pc:sldChg>
      <pc:sldChg chg="addSp delSp modSp add mod">
        <pc:chgData name="Ms Alina Arshad" userId="cccdfd85-d35d-4453-9c6f-a463aae40722" providerId="ADAL" clId="{AD184B4B-0CF3-4D88-AFEA-77665C37DC41}" dt="2024-10-07T14:49:12.046" v="634" actId="20577"/>
        <pc:sldMkLst>
          <pc:docMk/>
          <pc:sldMk cId="0" sldId="268"/>
        </pc:sldMkLst>
        <pc:spChg chg="mod">
          <ac:chgData name="Ms Alina Arshad" userId="cccdfd85-d35d-4453-9c6f-a463aae40722" providerId="ADAL" clId="{AD184B4B-0CF3-4D88-AFEA-77665C37DC41}" dt="2024-10-01T13:59:56.983" v="376" actId="113"/>
          <ac:spMkLst>
            <pc:docMk/>
            <pc:sldMk cId="0" sldId="268"/>
            <ac:spMk id="2" creationId="{00000000-0000-0000-0000-000000000000}"/>
          </ac:spMkLst>
        </pc:spChg>
        <pc:spChg chg="mod">
          <ac:chgData name="Ms Alina Arshad" userId="cccdfd85-d35d-4453-9c6f-a463aae40722" providerId="ADAL" clId="{AD184B4B-0CF3-4D88-AFEA-77665C37DC41}" dt="2024-10-07T14:49:12.046" v="634" actId="20577"/>
          <ac:spMkLst>
            <pc:docMk/>
            <pc:sldMk cId="0" sldId="268"/>
            <ac:spMk id="3" creationId="{00000000-0000-0000-0000-000000000000}"/>
          </ac:spMkLst>
        </pc:spChg>
        <pc:spChg chg="del topLvl">
          <ac:chgData name="Ms Alina Arshad" userId="cccdfd85-d35d-4453-9c6f-a463aae40722" providerId="ADAL" clId="{AD184B4B-0CF3-4D88-AFEA-77665C37DC41}" dt="2024-10-01T14:01:04.580" v="411" actId="478"/>
          <ac:spMkLst>
            <pc:docMk/>
            <pc:sldMk cId="0" sldId="268"/>
            <ac:spMk id="7" creationId="{00000000-0000-0000-0000-000000000000}"/>
          </ac:spMkLst>
        </pc:spChg>
        <pc:grpChg chg="add del">
          <ac:chgData name="Ms Alina Arshad" userId="cccdfd85-d35d-4453-9c6f-a463aae40722" providerId="ADAL" clId="{AD184B4B-0CF3-4D88-AFEA-77665C37DC41}" dt="2024-10-01T14:01:04.580" v="411" actId="478"/>
          <ac:grpSpMkLst>
            <pc:docMk/>
            <pc:sldMk cId="0" sldId="268"/>
            <ac:grpSpMk id="4" creationId="{00000000-0000-0000-0000-000000000000}"/>
          </ac:grpSpMkLst>
        </pc:grpChg>
        <pc:picChg chg="del">
          <ac:chgData name="Ms Alina Arshad" userId="cccdfd85-d35d-4453-9c6f-a463aae40722" providerId="ADAL" clId="{AD184B4B-0CF3-4D88-AFEA-77665C37DC41}" dt="2024-10-01T14:00:56.714" v="408" actId="478"/>
          <ac:picMkLst>
            <pc:docMk/>
            <pc:sldMk cId="0" sldId="268"/>
            <ac:picMk id="5" creationId="{00000000-0000-0000-0000-000000000000}"/>
          </ac:picMkLst>
        </pc:picChg>
        <pc:picChg chg="mod topLvl">
          <ac:chgData name="Ms Alina Arshad" userId="cccdfd85-d35d-4453-9c6f-a463aae40722" providerId="ADAL" clId="{AD184B4B-0CF3-4D88-AFEA-77665C37DC41}" dt="2024-10-01T14:01:14.991" v="415" actId="1076"/>
          <ac:picMkLst>
            <pc:docMk/>
            <pc:sldMk cId="0" sldId="268"/>
            <ac:picMk id="6" creationId="{00000000-0000-0000-0000-000000000000}"/>
          </ac:picMkLst>
        </pc:picChg>
      </pc:sldChg>
      <pc:sldChg chg="delSp modSp add mod">
        <pc:chgData name="Ms Alina Arshad" userId="cccdfd85-d35d-4453-9c6f-a463aae40722" providerId="ADAL" clId="{AD184B4B-0CF3-4D88-AFEA-77665C37DC41}" dt="2024-10-07T14:50:11.823" v="641" actId="20577"/>
        <pc:sldMkLst>
          <pc:docMk/>
          <pc:sldMk cId="0" sldId="269"/>
        </pc:sldMkLst>
        <pc:spChg chg="mod">
          <ac:chgData name="Ms Alina Arshad" userId="cccdfd85-d35d-4453-9c6f-a463aae40722" providerId="ADAL" clId="{AD184B4B-0CF3-4D88-AFEA-77665C37DC41}" dt="2024-10-01T14:01:30.015" v="421" actId="20577"/>
          <ac:spMkLst>
            <pc:docMk/>
            <pc:sldMk cId="0" sldId="269"/>
            <ac:spMk id="2" creationId="{00000000-0000-0000-0000-000000000000}"/>
          </ac:spMkLst>
        </pc:spChg>
        <pc:spChg chg="mod">
          <ac:chgData name="Ms Alina Arshad" userId="cccdfd85-d35d-4453-9c6f-a463aae40722" providerId="ADAL" clId="{AD184B4B-0CF3-4D88-AFEA-77665C37DC41}" dt="2024-10-07T14:50:11.823" v="641" actId="20577"/>
          <ac:spMkLst>
            <pc:docMk/>
            <pc:sldMk cId="0" sldId="269"/>
            <ac:spMk id="3" creationId="{00000000-0000-0000-0000-000000000000}"/>
          </ac:spMkLst>
        </pc:spChg>
        <pc:spChg chg="del topLvl">
          <ac:chgData name="Ms Alina Arshad" userId="cccdfd85-d35d-4453-9c6f-a463aae40722" providerId="ADAL" clId="{AD184B4B-0CF3-4D88-AFEA-77665C37DC41}" dt="2024-10-01T14:02:25.429" v="451" actId="478"/>
          <ac:spMkLst>
            <pc:docMk/>
            <pc:sldMk cId="0" sldId="269"/>
            <ac:spMk id="7" creationId="{00000000-0000-0000-0000-000000000000}"/>
          </ac:spMkLst>
        </pc:spChg>
        <pc:grpChg chg="del mod">
          <ac:chgData name="Ms Alina Arshad" userId="cccdfd85-d35d-4453-9c6f-a463aae40722" providerId="ADAL" clId="{AD184B4B-0CF3-4D88-AFEA-77665C37DC41}" dt="2024-10-01T14:02:25.429" v="451" actId="478"/>
          <ac:grpSpMkLst>
            <pc:docMk/>
            <pc:sldMk cId="0" sldId="269"/>
            <ac:grpSpMk id="4" creationId="{00000000-0000-0000-0000-000000000000}"/>
          </ac:grpSpMkLst>
        </pc:grpChg>
        <pc:picChg chg="del mod">
          <ac:chgData name="Ms Alina Arshad" userId="cccdfd85-d35d-4453-9c6f-a463aae40722" providerId="ADAL" clId="{AD184B4B-0CF3-4D88-AFEA-77665C37DC41}" dt="2024-10-01T14:02:21.558" v="450" actId="478"/>
          <ac:picMkLst>
            <pc:docMk/>
            <pc:sldMk cId="0" sldId="269"/>
            <ac:picMk id="5" creationId="{00000000-0000-0000-0000-000000000000}"/>
          </ac:picMkLst>
        </pc:picChg>
        <pc:picChg chg="mod topLvl">
          <ac:chgData name="Ms Alina Arshad" userId="cccdfd85-d35d-4453-9c6f-a463aae40722" providerId="ADAL" clId="{AD184B4B-0CF3-4D88-AFEA-77665C37DC41}" dt="2024-10-01T14:02:32.106" v="454" actId="1076"/>
          <ac:picMkLst>
            <pc:docMk/>
            <pc:sldMk cId="0" sldId="269"/>
            <ac:picMk id="6" creationId="{00000000-0000-0000-0000-000000000000}"/>
          </ac:picMkLst>
        </pc:picChg>
      </pc:sldChg>
      <pc:sldChg chg="modSp add mod">
        <pc:chgData name="Ms Alina Arshad" userId="cccdfd85-d35d-4453-9c6f-a463aae40722" providerId="ADAL" clId="{AD184B4B-0CF3-4D88-AFEA-77665C37DC41}" dt="2024-10-07T14:50:44.500" v="647" actId="20577"/>
        <pc:sldMkLst>
          <pc:docMk/>
          <pc:sldMk cId="0" sldId="270"/>
        </pc:sldMkLst>
        <pc:spChg chg="mod">
          <ac:chgData name="Ms Alina Arshad" userId="cccdfd85-d35d-4453-9c6f-a463aae40722" providerId="ADAL" clId="{AD184B4B-0CF3-4D88-AFEA-77665C37DC41}" dt="2024-10-05T06:10:19.654" v="489" actId="1076"/>
          <ac:spMkLst>
            <pc:docMk/>
            <pc:sldMk cId="0" sldId="270"/>
            <ac:spMk id="2" creationId="{00000000-0000-0000-0000-000000000000}"/>
          </ac:spMkLst>
        </pc:spChg>
        <pc:spChg chg="mod">
          <ac:chgData name="Ms Alina Arshad" userId="cccdfd85-d35d-4453-9c6f-a463aae40722" providerId="ADAL" clId="{AD184B4B-0CF3-4D88-AFEA-77665C37DC41}" dt="2024-10-07T14:50:44.500" v="647" actId="20577"/>
          <ac:spMkLst>
            <pc:docMk/>
            <pc:sldMk cId="0" sldId="270"/>
            <ac:spMk id="3" creationId="{00000000-0000-0000-0000-000000000000}"/>
          </ac:spMkLst>
        </pc:spChg>
      </pc:sldChg>
      <pc:sldChg chg="modSp add mod">
        <pc:chgData name="Ms Alina Arshad" userId="cccdfd85-d35d-4453-9c6f-a463aae40722" providerId="ADAL" clId="{AD184B4B-0CF3-4D88-AFEA-77665C37DC41}" dt="2024-10-07T14:51:38.980" v="655" actId="113"/>
        <pc:sldMkLst>
          <pc:docMk/>
          <pc:sldMk cId="0" sldId="271"/>
        </pc:sldMkLst>
        <pc:spChg chg="mod">
          <ac:chgData name="Ms Alina Arshad" userId="cccdfd85-d35d-4453-9c6f-a463aae40722" providerId="ADAL" clId="{AD184B4B-0CF3-4D88-AFEA-77665C37DC41}" dt="2024-10-07T14:51:38.980" v="655" actId="113"/>
          <ac:spMkLst>
            <pc:docMk/>
            <pc:sldMk cId="0" sldId="271"/>
            <ac:spMk id="2" creationId="{00000000-0000-0000-0000-000000000000}"/>
          </ac:spMkLst>
        </pc:spChg>
        <pc:spChg chg="mod">
          <ac:chgData name="Ms Alina Arshad" userId="cccdfd85-d35d-4453-9c6f-a463aae40722" providerId="ADAL" clId="{AD184B4B-0CF3-4D88-AFEA-77665C37DC41}" dt="2024-10-07T14:51:30.715" v="654" actId="20577"/>
          <ac:spMkLst>
            <pc:docMk/>
            <pc:sldMk cId="0" sldId="271"/>
            <ac:spMk id="3" creationId="{00000000-0000-0000-0000-000000000000}"/>
          </ac:spMkLst>
        </pc:spChg>
      </pc:sldChg>
      <pc:sldChg chg="modSp add mod">
        <pc:chgData name="Ms Alina Arshad" userId="cccdfd85-d35d-4453-9c6f-a463aae40722" providerId="ADAL" clId="{AD184B4B-0CF3-4D88-AFEA-77665C37DC41}" dt="2024-10-07T14:53:18.370" v="664" actId="20577"/>
        <pc:sldMkLst>
          <pc:docMk/>
          <pc:sldMk cId="0" sldId="272"/>
        </pc:sldMkLst>
        <pc:spChg chg="mod">
          <ac:chgData name="Ms Alina Arshad" userId="cccdfd85-d35d-4453-9c6f-a463aae40722" providerId="ADAL" clId="{AD184B4B-0CF3-4D88-AFEA-77665C37DC41}" dt="2024-10-05T06:18:28.445" v="523" actId="113"/>
          <ac:spMkLst>
            <pc:docMk/>
            <pc:sldMk cId="0" sldId="272"/>
            <ac:spMk id="2" creationId="{00000000-0000-0000-0000-000000000000}"/>
          </ac:spMkLst>
        </pc:spChg>
        <pc:spChg chg="mod">
          <ac:chgData name="Ms Alina Arshad" userId="cccdfd85-d35d-4453-9c6f-a463aae40722" providerId="ADAL" clId="{AD184B4B-0CF3-4D88-AFEA-77665C37DC41}" dt="2024-10-07T14:53:18.370" v="664" actId="20577"/>
          <ac:spMkLst>
            <pc:docMk/>
            <pc:sldMk cId="0" sldId="272"/>
            <ac:spMk id="3" creationId="{00000000-0000-0000-0000-000000000000}"/>
          </ac:spMkLst>
        </pc:spChg>
      </pc:sldChg>
      <pc:sldChg chg="del">
        <pc:chgData name="Ms Alina Arshad" userId="cccdfd85-d35d-4453-9c6f-a463aae40722" providerId="ADAL" clId="{AD184B4B-0CF3-4D88-AFEA-77665C37DC41}" dt="2024-10-01T12:57:25.028" v="94" actId="47"/>
        <pc:sldMkLst>
          <pc:docMk/>
          <pc:sldMk cId="3703048629" sldId="279"/>
        </pc:sldMkLst>
      </pc:sldChg>
      <pc:sldChg chg="del">
        <pc:chgData name="Ms Alina Arshad" userId="cccdfd85-d35d-4453-9c6f-a463aae40722" providerId="ADAL" clId="{AD184B4B-0CF3-4D88-AFEA-77665C37DC41}" dt="2024-10-01T12:57:25.764" v="95" actId="47"/>
        <pc:sldMkLst>
          <pc:docMk/>
          <pc:sldMk cId="1821615422" sldId="280"/>
        </pc:sldMkLst>
      </pc:sldChg>
      <pc:sldChg chg="del">
        <pc:chgData name="Ms Alina Arshad" userId="cccdfd85-d35d-4453-9c6f-a463aae40722" providerId="ADAL" clId="{AD184B4B-0CF3-4D88-AFEA-77665C37DC41}" dt="2024-10-01T12:57:26.817" v="97" actId="47"/>
        <pc:sldMkLst>
          <pc:docMk/>
          <pc:sldMk cId="3605066316" sldId="281"/>
        </pc:sldMkLst>
      </pc:sldChg>
      <pc:sldChg chg="del">
        <pc:chgData name="Ms Alina Arshad" userId="cccdfd85-d35d-4453-9c6f-a463aae40722" providerId="ADAL" clId="{AD184B4B-0CF3-4D88-AFEA-77665C37DC41}" dt="2024-10-01T12:57:27.073" v="98" actId="47"/>
        <pc:sldMkLst>
          <pc:docMk/>
          <pc:sldMk cId="24697311" sldId="282"/>
        </pc:sldMkLst>
      </pc:sldChg>
      <pc:sldChg chg="del">
        <pc:chgData name="Ms Alina Arshad" userId="cccdfd85-d35d-4453-9c6f-a463aae40722" providerId="ADAL" clId="{AD184B4B-0CF3-4D88-AFEA-77665C37DC41}" dt="2024-10-01T12:57:28.572" v="103" actId="47"/>
        <pc:sldMkLst>
          <pc:docMk/>
          <pc:sldMk cId="800652809" sldId="284"/>
        </pc:sldMkLst>
      </pc:sldChg>
      <pc:sldChg chg="del">
        <pc:chgData name="Ms Alina Arshad" userId="cccdfd85-d35d-4453-9c6f-a463aae40722" providerId="ADAL" clId="{AD184B4B-0CF3-4D88-AFEA-77665C37DC41}" dt="2024-10-01T12:57:26.310" v="96" actId="47"/>
        <pc:sldMkLst>
          <pc:docMk/>
          <pc:sldMk cId="2002870935" sldId="288"/>
        </pc:sldMkLst>
      </pc:sldChg>
      <pc:sldChg chg="del">
        <pc:chgData name="Ms Alina Arshad" userId="cccdfd85-d35d-4453-9c6f-a463aae40722" providerId="ADAL" clId="{AD184B4B-0CF3-4D88-AFEA-77665C37DC41}" dt="2024-10-01T12:57:24.591" v="93" actId="47"/>
        <pc:sldMkLst>
          <pc:docMk/>
          <pc:sldMk cId="0" sldId="347"/>
        </pc:sldMkLst>
      </pc:sldChg>
      <pc:sldChg chg="del">
        <pc:chgData name="Ms Alina Arshad" userId="cccdfd85-d35d-4453-9c6f-a463aae40722" providerId="ADAL" clId="{AD184B4B-0CF3-4D88-AFEA-77665C37DC41}" dt="2024-10-01T12:57:27.720" v="99" actId="47"/>
        <pc:sldMkLst>
          <pc:docMk/>
          <pc:sldMk cId="2036508356" sldId="348"/>
        </pc:sldMkLst>
      </pc:sldChg>
      <pc:sldChg chg="del">
        <pc:chgData name="Ms Alina Arshad" userId="cccdfd85-d35d-4453-9c6f-a463aae40722" providerId="ADAL" clId="{AD184B4B-0CF3-4D88-AFEA-77665C37DC41}" dt="2024-10-01T12:57:27.938" v="100" actId="47"/>
        <pc:sldMkLst>
          <pc:docMk/>
          <pc:sldMk cId="132290220" sldId="349"/>
        </pc:sldMkLst>
      </pc:sldChg>
      <pc:sldChg chg="del">
        <pc:chgData name="Ms Alina Arshad" userId="cccdfd85-d35d-4453-9c6f-a463aae40722" providerId="ADAL" clId="{AD184B4B-0CF3-4D88-AFEA-77665C37DC41}" dt="2024-10-01T12:57:28.358" v="102" actId="47"/>
        <pc:sldMkLst>
          <pc:docMk/>
          <pc:sldMk cId="448686030" sldId="350"/>
        </pc:sldMkLst>
      </pc:sldChg>
      <pc:sldChg chg="del">
        <pc:chgData name="Ms Alina Arshad" userId="cccdfd85-d35d-4453-9c6f-a463aae40722" providerId="ADAL" clId="{AD184B4B-0CF3-4D88-AFEA-77665C37DC41}" dt="2024-10-01T12:57:28.175" v="101" actId="47"/>
        <pc:sldMkLst>
          <pc:docMk/>
          <pc:sldMk cId="3109540881" sldId="351"/>
        </pc:sldMkLst>
      </pc:sldChg>
      <pc:sldChg chg="del">
        <pc:chgData name="Ms Alina Arshad" userId="cccdfd85-d35d-4453-9c6f-a463aae40722" providerId="ADAL" clId="{AD184B4B-0CF3-4D88-AFEA-77665C37DC41}" dt="2024-10-01T12:57:29.086" v="104" actId="47"/>
        <pc:sldMkLst>
          <pc:docMk/>
          <pc:sldMk cId="0" sldId="352"/>
        </pc:sldMkLst>
      </pc:sldChg>
      <pc:sldChg chg="del">
        <pc:chgData name="Ms Alina Arshad" userId="cccdfd85-d35d-4453-9c6f-a463aae40722" providerId="ADAL" clId="{AD184B4B-0CF3-4D88-AFEA-77665C37DC41}" dt="2024-10-01T12:57:29.443" v="106" actId="47"/>
        <pc:sldMkLst>
          <pc:docMk/>
          <pc:sldMk cId="0" sldId="353"/>
        </pc:sldMkLst>
      </pc:sldChg>
      <pc:sldChg chg="del">
        <pc:chgData name="Ms Alina Arshad" userId="cccdfd85-d35d-4453-9c6f-a463aae40722" providerId="ADAL" clId="{AD184B4B-0CF3-4D88-AFEA-77665C37DC41}" dt="2024-10-01T12:57:29.610" v="107" actId="47"/>
        <pc:sldMkLst>
          <pc:docMk/>
          <pc:sldMk cId="0" sldId="354"/>
        </pc:sldMkLst>
      </pc:sldChg>
      <pc:sldChg chg="del">
        <pc:chgData name="Ms Alina Arshad" userId="cccdfd85-d35d-4453-9c6f-a463aae40722" providerId="ADAL" clId="{AD184B4B-0CF3-4D88-AFEA-77665C37DC41}" dt="2024-10-01T12:57:30.402" v="109" actId="47"/>
        <pc:sldMkLst>
          <pc:docMk/>
          <pc:sldMk cId="0" sldId="355"/>
        </pc:sldMkLst>
      </pc:sldChg>
      <pc:sldChg chg="del">
        <pc:chgData name="Ms Alina Arshad" userId="cccdfd85-d35d-4453-9c6f-a463aae40722" providerId="ADAL" clId="{AD184B4B-0CF3-4D88-AFEA-77665C37DC41}" dt="2024-10-01T12:57:33.574" v="116" actId="47"/>
        <pc:sldMkLst>
          <pc:docMk/>
          <pc:sldMk cId="0" sldId="357"/>
        </pc:sldMkLst>
      </pc:sldChg>
      <pc:sldChg chg="del">
        <pc:chgData name="Ms Alina Arshad" userId="cccdfd85-d35d-4453-9c6f-a463aae40722" providerId="ADAL" clId="{AD184B4B-0CF3-4D88-AFEA-77665C37DC41}" dt="2024-10-01T12:57:31.496" v="112" actId="47"/>
        <pc:sldMkLst>
          <pc:docMk/>
          <pc:sldMk cId="0" sldId="368"/>
        </pc:sldMkLst>
      </pc:sldChg>
      <pc:sldChg chg="del">
        <pc:chgData name="Ms Alina Arshad" userId="cccdfd85-d35d-4453-9c6f-a463aae40722" providerId="ADAL" clId="{AD184B4B-0CF3-4D88-AFEA-77665C37DC41}" dt="2024-10-01T12:57:31.858" v="113" actId="47"/>
        <pc:sldMkLst>
          <pc:docMk/>
          <pc:sldMk cId="0" sldId="369"/>
        </pc:sldMkLst>
      </pc:sldChg>
      <pc:sldChg chg="del">
        <pc:chgData name="Ms Alina Arshad" userId="cccdfd85-d35d-4453-9c6f-a463aae40722" providerId="ADAL" clId="{AD184B4B-0CF3-4D88-AFEA-77665C37DC41}" dt="2024-10-01T12:57:30.575" v="110" actId="47"/>
        <pc:sldMkLst>
          <pc:docMk/>
          <pc:sldMk cId="0" sldId="370"/>
        </pc:sldMkLst>
      </pc:sldChg>
      <pc:sldChg chg="del">
        <pc:chgData name="Ms Alina Arshad" userId="cccdfd85-d35d-4453-9c6f-a463aae40722" providerId="ADAL" clId="{AD184B4B-0CF3-4D88-AFEA-77665C37DC41}" dt="2024-10-01T12:57:31.210" v="111" actId="47"/>
        <pc:sldMkLst>
          <pc:docMk/>
          <pc:sldMk cId="0" sldId="371"/>
        </pc:sldMkLst>
      </pc:sldChg>
      <pc:sldChg chg="del ord">
        <pc:chgData name="Ms Alina Arshad" userId="cccdfd85-d35d-4453-9c6f-a463aae40722" providerId="ADAL" clId="{AD184B4B-0CF3-4D88-AFEA-77665C37DC41}" dt="2024-10-01T12:57:30.161" v="108" actId="47"/>
        <pc:sldMkLst>
          <pc:docMk/>
          <pc:sldMk cId="0" sldId="372"/>
        </pc:sldMkLst>
      </pc:sldChg>
      <pc:sldChg chg="del">
        <pc:chgData name="Ms Alina Arshad" userId="cccdfd85-d35d-4453-9c6f-a463aae40722" providerId="ADAL" clId="{AD184B4B-0CF3-4D88-AFEA-77665C37DC41}" dt="2024-10-01T12:57:24.110" v="92" actId="47"/>
        <pc:sldMkLst>
          <pc:docMk/>
          <pc:sldMk cId="0" sldId="384"/>
        </pc:sldMkLst>
      </pc:sldChg>
      <pc:sldChg chg="del">
        <pc:chgData name="Ms Alina Arshad" userId="cccdfd85-d35d-4453-9c6f-a463aae40722" providerId="ADAL" clId="{AD184B4B-0CF3-4D88-AFEA-77665C37DC41}" dt="2024-10-01T12:57:32.374" v="114" actId="47"/>
        <pc:sldMkLst>
          <pc:docMk/>
          <pc:sldMk cId="0" sldId="392"/>
        </pc:sldMkLst>
      </pc:sldChg>
      <pc:sldChg chg="del">
        <pc:chgData name="Ms Alina Arshad" userId="cccdfd85-d35d-4453-9c6f-a463aae40722" providerId="ADAL" clId="{AD184B4B-0CF3-4D88-AFEA-77665C37DC41}" dt="2024-10-01T12:57:32.626" v="115" actId="47"/>
        <pc:sldMkLst>
          <pc:docMk/>
          <pc:sldMk cId="0" sldId="396"/>
        </pc:sldMkLst>
      </pc:sldChg>
      <pc:sldChg chg="del">
        <pc:chgData name="Ms Alina Arshad" userId="cccdfd85-d35d-4453-9c6f-a463aae40722" providerId="ADAL" clId="{AD184B4B-0CF3-4D88-AFEA-77665C37DC41}" dt="2024-10-01T12:57:29.281" v="105" actId="47"/>
        <pc:sldMkLst>
          <pc:docMk/>
          <pc:sldMk cId="1634129650" sldId="39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11/12/2024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10487470729_2_188: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g10487470729_2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10487470729_2_19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g10487470729_2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87470729_2_206: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8" name="Google Shape;258;g10487470729_2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10487470729_2_212: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g10487470729_2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10487470729_2_21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g10487470729_2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0487470729_2_225: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g10487470729_2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10487470729_2_23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g10487470729_2_2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10487470729_2_237: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g10487470729_2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10487470729_2_24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1" name="Google Shape;301;g10487470729_2_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10487470729_2_250: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g10487470729_2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10487470729_2_256: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6" name="Google Shape;316;g10487470729_2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10487470729_2_262: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3" name="Google Shape;323;g10487470729_2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10487470729_2_268: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0" name="Google Shape;330;g10487470729_2_2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10487470729_2_27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7" name="Google Shape;337;g10487470729_2_2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10487470729_2_280: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4" name="Google Shape;344;g10487470729_2_2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10487470729_2_286: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1" name="Google Shape;351;g10487470729_2_2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69B51B5-5729-4227-8149-0FFB0D6660E2}"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11/12/2024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11/12/2024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11/12/2024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11/12/2024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11/12/2024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lina.arshad@nu.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b="1" dirty="0">
                <a:solidFill>
                  <a:schemeClr val="tx1"/>
                </a:solidFill>
              </a:rPr>
              <a:t>Database Systems</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2136709" y="3675889"/>
            <a:ext cx="8493967" cy="1922731"/>
          </a:xfrm>
        </p:spPr>
        <p:txBody>
          <a:bodyPr>
            <a:normAutofit/>
          </a:bodyPr>
          <a:lstStyle/>
          <a:p>
            <a:pPr algn="ctr"/>
            <a:r>
              <a:rPr lang="en-US" sz="4400" b="1">
                <a:solidFill>
                  <a:schemeClr val="tx1"/>
                </a:solidFill>
                <a:cs typeface="Times New Roman" panose="02020603050405020304" pitchFamily="18" charset="0"/>
              </a:rPr>
              <a:t>Lecture 2-</a:t>
            </a:r>
            <a:r>
              <a:rPr lang="en-US" sz="4400" b="1">
                <a:solidFill>
                  <a:schemeClr val="tx1"/>
                </a:solidFill>
              </a:rPr>
              <a:t>Chapter </a:t>
            </a:r>
            <a:r>
              <a:rPr lang="en-US" sz="4400" b="1" dirty="0">
                <a:solidFill>
                  <a:schemeClr val="tx1"/>
                </a:solidFill>
              </a:rPr>
              <a:t># 20</a:t>
            </a:r>
          </a:p>
          <a:p>
            <a:pPr algn="ctr"/>
            <a:r>
              <a:rPr lang="en-US" sz="3200" b="1" dirty="0">
                <a:solidFill>
                  <a:schemeClr val="tx1"/>
                </a:solidFill>
              </a:rPr>
              <a:t>Introduction to Transaction Processing Concepts and Theory</a:t>
            </a:r>
          </a:p>
        </p:txBody>
      </p:sp>
      <p:sp>
        <p:nvSpPr>
          <p:cNvPr id="5" name="TextBox 4">
            <a:extLst>
              <a:ext uri="{FF2B5EF4-FFF2-40B4-BE49-F238E27FC236}">
                <a16:creationId xmlns:a16="http://schemas.microsoft.com/office/drawing/2014/main" id="{75DE143E-53E3-798D-07E7-8D85DD770A95}"/>
              </a:ext>
            </a:extLst>
          </p:cNvPr>
          <p:cNvSpPr txBox="1"/>
          <p:nvPr/>
        </p:nvSpPr>
        <p:spPr>
          <a:xfrm>
            <a:off x="8094529" y="5374233"/>
            <a:ext cx="4397722" cy="954107"/>
          </a:xfrm>
          <a:prstGeom prst="rect">
            <a:avLst/>
          </a:prstGeom>
          <a:noFill/>
        </p:spPr>
        <p:txBody>
          <a:bodyPr wrap="square">
            <a:spAutoFit/>
          </a:bodyPr>
          <a:lstStyle/>
          <a:p>
            <a:pPr algn="ctr"/>
            <a:r>
              <a:rPr lang="en-US" sz="2800" dirty="0">
                <a:solidFill>
                  <a:schemeClr val="tx1"/>
                </a:solidFill>
                <a:cs typeface="Times New Roman" panose="02020603050405020304" pitchFamily="18" charset="0"/>
              </a:rPr>
              <a:t>Alina Arshad</a:t>
            </a:r>
          </a:p>
          <a:p>
            <a:pPr algn="ctr"/>
            <a:r>
              <a:rPr lang="en-US" sz="2800" dirty="0">
                <a:cs typeface="Times New Roman" panose="02020603050405020304" pitchFamily="18" charset="0"/>
                <a:hlinkClick r:id="rId3"/>
              </a:rPr>
              <a:t>alina.arshad@nu.edu.pk</a:t>
            </a:r>
            <a:endParaRPr lang="en-US" sz="2800" dirty="0">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3"/>
          <p:cNvSpPr txBox="1">
            <a:spLocks noGrp="1"/>
          </p:cNvSpPr>
          <p:nvPr>
            <p:ph type="title"/>
          </p:nvPr>
        </p:nvSpPr>
        <p:spPr>
          <a:xfrm>
            <a:off x="1186974" y="741587"/>
            <a:ext cx="10687703" cy="1008919"/>
          </a:xfrm>
          <a:prstGeom prst="rect">
            <a:avLst/>
          </a:prstGeom>
          <a:noFill/>
          <a:ln>
            <a:noFill/>
          </a:ln>
        </p:spPr>
        <p:txBody>
          <a:bodyPr spcFirstLastPara="1" vert="horz" wrap="square" lIns="91425" tIns="45700" rIns="91425" bIns="45700" rtlCol="0" anchor="b" anchorCtr="0">
            <a:normAutofit fontScale="90000"/>
          </a:bodyPr>
          <a:lstStyle/>
          <a:p>
            <a:r>
              <a:rPr lang="en" b="1" dirty="0">
                <a:solidFill>
                  <a:schemeClr val="tx1"/>
                </a:solidFill>
              </a:rPr>
              <a:t>The Phantom/non repeatable Read Problem</a:t>
            </a:r>
            <a:endParaRPr b="1" dirty="0">
              <a:solidFill>
                <a:schemeClr val="tx1"/>
              </a:solidFill>
            </a:endParaRPr>
          </a:p>
        </p:txBody>
      </p:sp>
      <p:sp>
        <p:nvSpPr>
          <p:cNvPr id="240" name="Google Shape;240;p33"/>
          <p:cNvSpPr txBox="1">
            <a:spLocks noGrp="1"/>
          </p:cNvSpPr>
          <p:nvPr>
            <p:ph idx="1"/>
          </p:nvPr>
        </p:nvSpPr>
        <p:spPr>
          <a:xfrm>
            <a:off x="1060727" y="1844095"/>
            <a:ext cx="10219803" cy="3263400"/>
          </a:xfrm>
          <a:prstGeom prst="rect">
            <a:avLst/>
          </a:prstGeom>
          <a:noFill/>
          <a:ln>
            <a:noFill/>
          </a:ln>
        </p:spPr>
        <p:txBody>
          <a:bodyPr spcFirstLastPara="1" vert="horz" wrap="square" lIns="91425" tIns="45700" rIns="0" bIns="45700" rtlCol="0" anchor="t" anchorCtr="0">
            <a:normAutofit/>
          </a:bodyPr>
          <a:lstStyle/>
          <a:p>
            <a:pPr marL="594351" indent="-342900">
              <a:spcBef>
                <a:spcPts val="0"/>
              </a:spcBef>
              <a:buSzPts val="1680"/>
              <a:buFont typeface="Arial" panose="020B0604020202020204" pitchFamily="34" charset="0"/>
              <a:buChar char="•"/>
            </a:pPr>
            <a:r>
              <a:rPr lang="en" sz="2400" dirty="0">
                <a:solidFill>
                  <a:schemeClr val="tx1"/>
                </a:solidFill>
              </a:rPr>
              <a:t>Transaction T executes a query that retrieves a set of tuples from a relation satisfying a certain predicate</a:t>
            </a:r>
            <a:endParaRPr sz="2400" dirty="0">
              <a:solidFill>
                <a:schemeClr val="tx1"/>
              </a:solidFill>
            </a:endParaRPr>
          </a:p>
          <a:p>
            <a:pPr marL="594351" indent="-342900">
              <a:spcBef>
                <a:spcPts val="560"/>
              </a:spcBef>
              <a:buSzPts val="1680"/>
              <a:buFont typeface="Arial" panose="020B0604020202020204" pitchFamily="34" charset="0"/>
              <a:buChar char="•"/>
            </a:pPr>
            <a:r>
              <a:rPr lang="en" sz="2400" dirty="0">
                <a:solidFill>
                  <a:schemeClr val="tx1"/>
                </a:solidFill>
              </a:rPr>
              <a:t>T re-executes the query at a later time, but finds that the retrieved set contains an additional (phantom) that has been inserted by another transaction in the meantime.</a:t>
            </a:r>
            <a:endParaRPr sz="2400" dirty="0">
              <a:solidFill>
                <a:schemeClr val="tx1"/>
              </a:solidFill>
            </a:endParaRPr>
          </a:p>
          <a:p>
            <a:pPr marL="594351" indent="-342900">
              <a:spcBef>
                <a:spcPts val="560"/>
              </a:spcBef>
              <a:buSzPts val="1680"/>
              <a:buFont typeface="Arial" panose="020B0604020202020204" pitchFamily="34" charset="0"/>
              <a:buChar char="•"/>
            </a:pPr>
            <a:r>
              <a:rPr lang="en" sz="2400" dirty="0">
                <a:solidFill>
                  <a:schemeClr val="tx1"/>
                </a:solidFill>
              </a:rPr>
              <a:t>T receives different tuples for the same query</a:t>
            </a:r>
            <a:endParaRPr sz="2400" dirty="0">
              <a:solidFill>
                <a:schemeClr val="tx1"/>
              </a:solidFill>
            </a:endParaRPr>
          </a:p>
        </p:txBody>
      </p:sp>
      <p:pic>
        <p:nvPicPr>
          <p:cNvPr id="2" name="Picture 1"/>
          <p:cNvPicPr>
            <a:picLocks noChangeAspect="1"/>
          </p:cNvPicPr>
          <p:nvPr/>
        </p:nvPicPr>
        <p:blipFill>
          <a:blip r:embed="rId3"/>
          <a:srcRect r="17262"/>
          <a:stretch/>
        </p:blipFill>
        <p:spPr>
          <a:xfrm>
            <a:off x="9185397" y="3334161"/>
            <a:ext cx="2689281" cy="2978727"/>
          </a:xfrm>
          <a:prstGeom prst="rect">
            <a:avLst/>
          </a:prstGeom>
        </p:spPr>
      </p:pic>
      <p:sp>
        <p:nvSpPr>
          <p:cNvPr id="3" name="Rectangle 2"/>
          <p:cNvSpPr/>
          <p:nvPr/>
        </p:nvSpPr>
        <p:spPr>
          <a:xfrm>
            <a:off x="1637535" y="4183308"/>
            <a:ext cx="7536483" cy="1569660"/>
          </a:xfrm>
          <a:prstGeom prst="rect">
            <a:avLst/>
          </a:prstGeom>
        </p:spPr>
        <p:txBody>
          <a:bodyPr wrap="square">
            <a:spAutoFit/>
          </a:bodyPr>
          <a:lstStyle/>
          <a:p>
            <a:r>
              <a:rPr lang="en-US" sz="2400" dirty="0"/>
              <a:t>In the above example, once transaction 2 reads the variable X, transaction 1 deletes the variable X without transaction 2’s knowledge. Thus, when transaction 2 tries to read X, it is not able to do it.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4"/>
          <p:cNvSpPr txBox="1">
            <a:spLocks noGrp="1"/>
          </p:cNvSpPr>
          <p:nvPr>
            <p:ph type="title"/>
          </p:nvPr>
        </p:nvSpPr>
        <p:spPr>
          <a:xfrm>
            <a:off x="1123951" y="796987"/>
            <a:ext cx="7886700" cy="994200"/>
          </a:xfrm>
          <a:prstGeom prst="rect">
            <a:avLst/>
          </a:prstGeom>
          <a:noFill/>
          <a:ln>
            <a:noFill/>
          </a:ln>
        </p:spPr>
        <p:txBody>
          <a:bodyPr spcFirstLastPara="1" vert="horz" wrap="square" lIns="91425" tIns="45700" rIns="91425" bIns="45700" rtlCol="0" anchor="b" anchorCtr="0">
            <a:normAutofit/>
          </a:bodyPr>
          <a:lstStyle/>
          <a:p>
            <a:r>
              <a:rPr lang="en" b="1" dirty="0">
                <a:solidFill>
                  <a:schemeClr val="tx1"/>
                </a:solidFill>
              </a:rPr>
              <a:t>Why Recovery is Needed</a:t>
            </a:r>
            <a:endParaRPr b="1" dirty="0">
              <a:solidFill>
                <a:schemeClr val="tx1"/>
              </a:solidFill>
            </a:endParaRPr>
          </a:p>
        </p:txBody>
      </p:sp>
      <p:sp>
        <p:nvSpPr>
          <p:cNvPr id="247" name="Google Shape;247;p34"/>
          <p:cNvSpPr txBox="1">
            <a:spLocks noGrp="1"/>
          </p:cNvSpPr>
          <p:nvPr>
            <p:ph idx="1"/>
          </p:nvPr>
        </p:nvSpPr>
        <p:spPr>
          <a:xfrm>
            <a:off x="208850" y="1791187"/>
            <a:ext cx="11803041" cy="4955977"/>
          </a:xfrm>
          <a:prstGeom prst="rect">
            <a:avLst/>
          </a:prstGeom>
          <a:noFill/>
          <a:ln>
            <a:noFill/>
          </a:ln>
        </p:spPr>
        <p:txBody>
          <a:bodyPr spcFirstLastPara="1" vert="horz" wrap="square" lIns="91425" tIns="45700" rIns="0" bIns="45700" rtlCol="0" anchor="t" anchorCtr="0">
            <a:normAutofit fontScale="92500" lnSpcReduction="20000"/>
          </a:bodyPr>
          <a:lstStyle/>
          <a:p>
            <a:pPr marL="594351" indent="-342900">
              <a:spcBef>
                <a:spcPts val="0"/>
              </a:spcBef>
              <a:buSzPts val="1680"/>
              <a:buFont typeface="Arial" panose="020B0604020202020204" pitchFamily="34" charset="0"/>
              <a:buChar char="•"/>
            </a:pPr>
            <a:r>
              <a:rPr lang="en" sz="3300" dirty="0">
                <a:solidFill>
                  <a:schemeClr val="tx1"/>
                </a:solidFill>
              </a:rPr>
              <a:t>Committed transaction</a:t>
            </a:r>
            <a:endParaRPr sz="3300" dirty="0">
              <a:solidFill>
                <a:schemeClr val="tx1"/>
              </a:solidFill>
            </a:endParaRPr>
          </a:p>
          <a:p>
            <a:pPr marL="1108698" lvl="3" indent="-285750">
              <a:spcBef>
                <a:spcPts val="520"/>
              </a:spcBef>
              <a:buSzPts val="1430"/>
              <a:buFont typeface="Arial" panose="020B0604020202020204" pitchFamily="34" charset="0"/>
              <a:buChar char="•"/>
            </a:pPr>
            <a:r>
              <a:rPr lang="en" sz="1900" dirty="0">
                <a:solidFill>
                  <a:schemeClr val="tx1"/>
                </a:solidFill>
              </a:rPr>
              <a:t>Effect recorded permanently in the database</a:t>
            </a:r>
            <a:endParaRPr sz="1900" dirty="0">
              <a:solidFill>
                <a:schemeClr val="tx1"/>
              </a:solidFill>
            </a:endParaRPr>
          </a:p>
          <a:p>
            <a:pPr marL="594351" indent="-342900">
              <a:spcBef>
                <a:spcPts val="560"/>
              </a:spcBef>
              <a:buSzPts val="1680"/>
              <a:buFont typeface="Arial" panose="020B0604020202020204" pitchFamily="34" charset="0"/>
              <a:buChar char="•"/>
            </a:pPr>
            <a:r>
              <a:rPr lang="en" sz="3300" dirty="0">
                <a:solidFill>
                  <a:schemeClr val="tx1"/>
                </a:solidFill>
              </a:rPr>
              <a:t>Aborted transaction</a:t>
            </a:r>
            <a:endParaRPr sz="3300" dirty="0">
              <a:solidFill>
                <a:schemeClr val="tx1"/>
              </a:solidFill>
            </a:endParaRPr>
          </a:p>
          <a:p>
            <a:pPr marL="1291578" lvl="4" indent="-285750">
              <a:spcBef>
                <a:spcPts val="520"/>
              </a:spcBef>
              <a:buSzPts val="1430"/>
              <a:buFont typeface="Arial" panose="020B0604020202020204" pitchFamily="34" charset="0"/>
              <a:buChar char="•"/>
            </a:pPr>
            <a:r>
              <a:rPr lang="en" sz="1900" dirty="0">
                <a:solidFill>
                  <a:schemeClr val="tx1"/>
                </a:solidFill>
              </a:rPr>
              <a:t>Does not affect the database</a:t>
            </a:r>
            <a:endParaRPr sz="1900" dirty="0">
              <a:solidFill>
                <a:schemeClr val="tx1"/>
              </a:solidFill>
            </a:endParaRPr>
          </a:p>
          <a:p>
            <a:pPr marL="594351" indent="-342900">
              <a:spcBef>
                <a:spcPts val="560"/>
              </a:spcBef>
              <a:buSzPts val="1680"/>
              <a:buFont typeface="Arial" panose="020B0604020202020204" pitchFamily="34" charset="0"/>
              <a:buChar char="•"/>
            </a:pPr>
            <a:r>
              <a:rPr lang="en" sz="3300" dirty="0">
                <a:solidFill>
                  <a:schemeClr val="tx1"/>
                </a:solidFill>
              </a:rPr>
              <a:t>Types of transaction failures</a:t>
            </a:r>
            <a:endParaRPr sz="3300" dirty="0">
              <a:solidFill>
                <a:schemeClr val="tx1"/>
              </a:solidFill>
            </a:endParaRPr>
          </a:p>
          <a:p>
            <a:pPr marL="1108698" lvl="3" indent="-285750">
              <a:spcBef>
                <a:spcPts val="520"/>
              </a:spcBef>
              <a:buSzPts val="1430"/>
              <a:buFont typeface="Arial" panose="020B0604020202020204" pitchFamily="34" charset="0"/>
              <a:buChar char="•"/>
            </a:pPr>
            <a:r>
              <a:rPr lang="en" sz="2100" dirty="0">
                <a:solidFill>
                  <a:schemeClr val="tx1"/>
                </a:solidFill>
              </a:rPr>
              <a:t>Computer failure (system crash)</a:t>
            </a:r>
          </a:p>
          <a:p>
            <a:pPr marL="1108698" lvl="3" indent="-285750">
              <a:spcBef>
                <a:spcPts val="520"/>
              </a:spcBef>
              <a:buSzPts val="1430"/>
              <a:buFont typeface="Arial" panose="020B0604020202020204" pitchFamily="34" charset="0"/>
              <a:buChar char="•"/>
            </a:pPr>
            <a:r>
              <a:rPr lang="en" sz="2100" dirty="0">
                <a:solidFill>
                  <a:schemeClr val="tx1"/>
                </a:solidFill>
              </a:rPr>
              <a:t>Transaction or system error</a:t>
            </a:r>
          </a:p>
          <a:p>
            <a:pPr marL="1108698" lvl="3" indent="-285750">
              <a:spcBef>
                <a:spcPts val="520"/>
              </a:spcBef>
              <a:buSzPts val="1430"/>
              <a:buFont typeface="Arial" panose="020B0604020202020204" pitchFamily="34" charset="0"/>
              <a:buChar char="•"/>
            </a:pPr>
            <a:r>
              <a:rPr lang="en" sz="2100" dirty="0">
                <a:solidFill>
                  <a:schemeClr val="tx1"/>
                </a:solidFill>
              </a:rPr>
              <a:t>Local errors or exception conditions detected by the transaction</a:t>
            </a:r>
          </a:p>
          <a:p>
            <a:pPr marL="1108698" lvl="3" indent="-285750">
              <a:spcBef>
                <a:spcPts val="520"/>
              </a:spcBef>
              <a:buSzPts val="1430"/>
              <a:buFont typeface="Arial" panose="020B0604020202020204" pitchFamily="34" charset="0"/>
              <a:buChar char="•"/>
            </a:pPr>
            <a:r>
              <a:rPr lang="en-US" sz="2100" dirty="0">
                <a:solidFill>
                  <a:schemeClr val="tx1"/>
                </a:solidFill>
              </a:rPr>
              <a:t>Concurrency control enforcement</a:t>
            </a:r>
          </a:p>
          <a:p>
            <a:pPr marL="1108698" lvl="3" indent="-285750">
              <a:spcBef>
                <a:spcPts val="520"/>
              </a:spcBef>
              <a:buSzPts val="1430"/>
              <a:buFont typeface="Arial" panose="020B0604020202020204" pitchFamily="34" charset="0"/>
              <a:buChar char="•"/>
            </a:pPr>
            <a:r>
              <a:rPr lang="en-US" sz="2100" dirty="0">
                <a:solidFill>
                  <a:schemeClr val="tx1"/>
                </a:solidFill>
              </a:rPr>
              <a:t>Disk failure/Physical problems or catastrophes</a:t>
            </a:r>
          </a:p>
          <a:p>
            <a:pPr marL="594351" indent="-342900">
              <a:spcBef>
                <a:spcPts val="560"/>
              </a:spcBef>
              <a:buSzPts val="1680"/>
              <a:buFont typeface="Arial" panose="020B0604020202020204" pitchFamily="34" charset="0"/>
              <a:buChar char="•"/>
            </a:pPr>
            <a:r>
              <a:rPr lang="en-US" sz="3300" dirty="0">
                <a:solidFill>
                  <a:schemeClr val="tx1"/>
                </a:solidFill>
              </a:rPr>
              <a:t>System must keep sufficient information to recover quickly from the failure</a:t>
            </a:r>
          </a:p>
          <a:p>
            <a:pPr marL="1108698" lvl="3" indent="-285750">
              <a:spcBef>
                <a:spcPts val="520"/>
              </a:spcBef>
              <a:buSzPts val="1430"/>
              <a:buFont typeface="Arial" panose="020B0604020202020204" pitchFamily="34" charset="0"/>
              <a:buChar char="•"/>
            </a:pPr>
            <a:r>
              <a:rPr lang="en-US" sz="1900" dirty="0">
                <a:solidFill>
                  <a:schemeClr val="tx1"/>
                </a:solidFill>
              </a:rPr>
              <a:t>Disk failure or other catastrophes have long recovery times</a:t>
            </a:r>
            <a:endParaRPr lang="en-US" sz="2000"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6"/>
          <p:cNvSpPr txBox="1">
            <a:spLocks noGrp="1"/>
          </p:cNvSpPr>
          <p:nvPr>
            <p:ph type="title"/>
          </p:nvPr>
        </p:nvSpPr>
        <p:spPr>
          <a:xfrm>
            <a:off x="1171486" y="957210"/>
            <a:ext cx="7620000" cy="801291"/>
          </a:xfrm>
          <a:prstGeom prst="rect">
            <a:avLst/>
          </a:prstGeom>
          <a:noFill/>
          <a:ln>
            <a:noFill/>
          </a:ln>
        </p:spPr>
        <p:txBody>
          <a:bodyPr spcFirstLastPara="1" vert="horz" wrap="square" lIns="91425" tIns="45700" rIns="91425" bIns="45700" rtlCol="0" anchor="b" anchorCtr="0">
            <a:normAutofit fontScale="90000"/>
          </a:bodyPr>
          <a:lstStyle/>
          <a:p>
            <a:r>
              <a:rPr lang="en" b="1" dirty="0">
                <a:solidFill>
                  <a:schemeClr val="tx1"/>
                </a:solidFill>
              </a:rPr>
              <a:t>Transaction and System Concepts</a:t>
            </a:r>
            <a:endParaRPr b="1" dirty="0">
              <a:solidFill>
                <a:schemeClr val="tx1"/>
              </a:solidFill>
            </a:endParaRPr>
          </a:p>
        </p:txBody>
      </p:sp>
      <p:sp>
        <p:nvSpPr>
          <p:cNvPr id="261" name="Google Shape;261;p36"/>
          <p:cNvSpPr txBox="1">
            <a:spLocks noGrp="1"/>
          </p:cNvSpPr>
          <p:nvPr>
            <p:ph idx="1"/>
          </p:nvPr>
        </p:nvSpPr>
        <p:spPr>
          <a:xfrm>
            <a:off x="1171485" y="1836100"/>
            <a:ext cx="10185875" cy="3263400"/>
          </a:xfrm>
          <a:prstGeom prst="rect">
            <a:avLst/>
          </a:prstGeom>
          <a:noFill/>
          <a:ln>
            <a:noFill/>
          </a:ln>
        </p:spPr>
        <p:txBody>
          <a:bodyPr spcFirstLastPara="1" vert="horz" wrap="square" lIns="91425" tIns="45700" rIns="0" bIns="45700" rtlCol="0" anchor="t" anchorCtr="0">
            <a:normAutofit/>
          </a:bodyPr>
          <a:lstStyle/>
          <a:p>
            <a:pPr marL="251451" indent="0">
              <a:spcBef>
                <a:spcPts val="0"/>
              </a:spcBef>
              <a:buSzPts val="1680"/>
              <a:buNone/>
            </a:pPr>
            <a:r>
              <a:rPr lang="en" sz="2400" dirty="0">
                <a:solidFill>
                  <a:schemeClr val="tx1"/>
                </a:solidFill>
              </a:rPr>
              <a:t>System must keep track of when each transaction starts, terminates, commits, and/or aborts</a:t>
            </a:r>
            <a:endParaRPr sz="2400" dirty="0">
              <a:solidFill>
                <a:schemeClr val="tx1"/>
              </a:solidFill>
            </a:endParaRPr>
          </a:p>
          <a:p>
            <a:pPr marL="742938" lvl="1" indent="-285750">
              <a:spcBef>
                <a:spcPts val="520"/>
              </a:spcBef>
              <a:buSzPts val="1430"/>
              <a:buFont typeface="Arial" panose="020B0604020202020204" pitchFamily="34" charset="0"/>
              <a:buChar char="•"/>
            </a:pPr>
            <a:r>
              <a:rPr lang="en" sz="2000" dirty="0">
                <a:solidFill>
                  <a:schemeClr val="tx1"/>
                </a:solidFill>
              </a:rPr>
              <a:t>BEGIN_TRANSACTION</a:t>
            </a:r>
            <a:endParaRPr sz="2000" dirty="0">
              <a:solidFill>
                <a:schemeClr val="tx1"/>
              </a:solidFill>
            </a:endParaRPr>
          </a:p>
          <a:p>
            <a:pPr marL="742938" lvl="1" indent="-285750">
              <a:spcBef>
                <a:spcPts val="520"/>
              </a:spcBef>
              <a:buSzPts val="1430"/>
              <a:buFont typeface="Arial" panose="020B0604020202020204" pitchFamily="34" charset="0"/>
              <a:buChar char="•"/>
            </a:pPr>
            <a:r>
              <a:rPr lang="en" sz="2000" dirty="0">
                <a:solidFill>
                  <a:schemeClr val="tx1"/>
                </a:solidFill>
              </a:rPr>
              <a:t>READ or WRITE</a:t>
            </a:r>
            <a:endParaRPr sz="2000" dirty="0">
              <a:solidFill>
                <a:schemeClr val="tx1"/>
              </a:solidFill>
            </a:endParaRPr>
          </a:p>
          <a:p>
            <a:pPr marL="742938" lvl="1" indent="-285750">
              <a:spcBef>
                <a:spcPts val="520"/>
              </a:spcBef>
              <a:buSzPts val="1430"/>
              <a:buFont typeface="Arial" panose="020B0604020202020204" pitchFamily="34" charset="0"/>
              <a:buChar char="•"/>
            </a:pPr>
            <a:r>
              <a:rPr lang="en" sz="2000" dirty="0">
                <a:solidFill>
                  <a:schemeClr val="tx1"/>
                </a:solidFill>
              </a:rPr>
              <a:t>END_TRANSACTION</a:t>
            </a:r>
            <a:endParaRPr sz="2000" dirty="0">
              <a:solidFill>
                <a:schemeClr val="tx1"/>
              </a:solidFill>
            </a:endParaRPr>
          </a:p>
          <a:p>
            <a:pPr marL="742938" lvl="1" indent="-285750">
              <a:spcBef>
                <a:spcPts val="520"/>
              </a:spcBef>
              <a:buSzPts val="1430"/>
              <a:buFont typeface="Arial" panose="020B0604020202020204" pitchFamily="34" charset="0"/>
              <a:buChar char="•"/>
            </a:pPr>
            <a:r>
              <a:rPr lang="en" sz="2000" dirty="0">
                <a:solidFill>
                  <a:schemeClr val="tx1"/>
                </a:solidFill>
              </a:rPr>
              <a:t>COMMIT_TRANSACTION</a:t>
            </a:r>
            <a:endParaRPr sz="2000" dirty="0">
              <a:solidFill>
                <a:schemeClr val="tx1"/>
              </a:solidFill>
            </a:endParaRPr>
          </a:p>
          <a:p>
            <a:pPr marL="742938" lvl="1" indent="-285750">
              <a:spcBef>
                <a:spcPts val="520"/>
              </a:spcBef>
              <a:buSzPts val="1430"/>
              <a:buFont typeface="Arial" panose="020B0604020202020204" pitchFamily="34" charset="0"/>
              <a:buChar char="•"/>
            </a:pPr>
            <a:r>
              <a:rPr lang="en" sz="2000" dirty="0">
                <a:solidFill>
                  <a:schemeClr val="tx1"/>
                </a:solidFill>
              </a:rPr>
              <a:t>ROLLBACK (or ABORT)</a:t>
            </a:r>
            <a:endParaRPr sz="2000"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7"/>
          <p:cNvSpPr txBox="1">
            <a:spLocks noGrp="1"/>
          </p:cNvSpPr>
          <p:nvPr>
            <p:ph type="title"/>
          </p:nvPr>
        </p:nvSpPr>
        <p:spPr>
          <a:xfrm>
            <a:off x="940037" y="438033"/>
            <a:ext cx="10733518" cy="1302701"/>
          </a:xfrm>
          <a:prstGeom prst="rect">
            <a:avLst/>
          </a:prstGeom>
          <a:noFill/>
          <a:ln>
            <a:noFill/>
          </a:ln>
        </p:spPr>
        <p:txBody>
          <a:bodyPr spcFirstLastPara="1" vert="horz" wrap="square" lIns="91425" tIns="45700" rIns="91425" bIns="45700" rtlCol="0" anchor="b" anchorCtr="0">
            <a:normAutofit/>
          </a:bodyPr>
          <a:lstStyle/>
          <a:p>
            <a:r>
              <a:rPr lang="en" b="1" dirty="0">
                <a:solidFill>
                  <a:schemeClr val="tx1"/>
                </a:solidFill>
              </a:rPr>
              <a:t>Transaction and System Concepts (cont’d.)</a:t>
            </a:r>
            <a:endParaRPr b="1" dirty="0">
              <a:solidFill>
                <a:schemeClr val="tx1"/>
              </a:solidFill>
            </a:endParaRPr>
          </a:p>
        </p:txBody>
      </p:sp>
      <p:pic>
        <p:nvPicPr>
          <p:cNvPr id="269" name="Google Shape;269;p37"/>
          <p:cNvPicPr preferRelativeResize="0"/>
          <p:nvPr/>
        </p:nvPicPr>
        <p:blipFill rotWithShape="1">
          <a:blip r:embed="rId3">
            <a:alphaModFix/>
          </a:blip>
          <a:srcRect/>
          <a:stretch/>
        </p:blipFill>
        <p:spPr>
          <a:xfrm>
            <a:off x="2285729" y="1740734"/>
            <a:ext cx="7620542" cy="3974631"/>
          </a:xfrm>
          <a:prstGeom prst="rect">
            <a:avLst/>
          </a:prstGeom>
          <a:noFill/>
          <a:ln>
            <a:noFill/>
          </a:ln>
        </p:spPr>
      </p:pic>
      <p:sp>
        <p:nvSpPr>
          <p:cNvPr id="270" name="Google Shape;270;p37"/>
          <p:cNvSpPr txBox="1"/>
          <p:nvPr/>
        </p:nvSpPr>
        <p:spPr>
          <a:xfrm>
            <a:off x="2451712" y="5922449"/>
            <a:ext cx="8912065" cy="369291"/>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 b="1" dirty="0"/>
              <a:t>Figure 20.4 State transition diagram illustrating the states for transaction execution</a:t>
            </a:r>
            <a:endParaRPr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8"/>
          <p:cNvSpPr txBox="1">
            <a:spLocks noGrp="1"/>
          </p:cNvSpPr>
          <p:nvPr>
            <p:ph type="title"/>
          </p:nvPr>
        </p:nvSpPr>
        <p:spPr>
          <a:xfrm>
            <a:off x="1123951" y="667847"/>
            <a:ext cx="7886700" cy="994200"/>
          </a:xfrm>
          <a:prstGeom prst="rect">
            <a:avLst/>
          </a:prstGeom>
          <a:noFill/>
          <a:ln>
            <a:noFill/>
          </a:ln>
        </p:spPr>
        <p:txBody>
          <a:bodyPr spcFirstLastPara="1" vert="horz" wrap="square" lIns="91425" tIns="45700" rIns="91425" bIns="45700" rtlCol="0" anchor="b" anchorCtr="0">
            <a:normAutofit/>
          </a:bodyPr>
          <a:lstStyle/>
          <a:p>
            <a:r>
              <a:rPr lang="en" b="1" dirty="0">
                <a:solidFill>
                  <a:schemeClr val="tx1"/>
                </a:solidFill>
              </a:rPr>
              <a:t>The System Log</a:t>
            </a:r>
            <a:endParaRPr b="1" dirty="0">
              <a:solidFill>
                <a:schemeClr val="tx1"/>
              </a:solidFill>
            </a:endParaRPr>
          </a:p>
        </p:txBody>
      </p:sp>
      <p:sp>
        <p:nvSpPr>
          <p:cNvPr id="276" name="Google Shape;276;p38"/>
          <p:cNvSpPr txBox="1">
            <a:spLocks noGrp="1"/>
          </p:cNvSpPr>
          <p:nvPr>
            <p:ph idx="1"/>
          </p:nvPr>
        </p:nvSpPr>
        <p:spPr>
          <a:xfrm>
            <a:off x="1221158" y="1876091"/>
            <a:ext cx="10319678" cy="4053653"/>
          </a:xfrm>
          <a:prstGeom prst="rect">
            <a:avLst/>
          </a:prstGeom>
          <a:noFill/>
          <a:ln>
            <a:noFill/>
          </a:ln>
        </p:spPr>
        <p:txBody>
          <a:bodyPr spcFirstLastPara="1" vert="horz" wrap="square" lIns="91425" tIns="45700" rIns="0" bIns="45700" rtlCol="0" anchor="t" anchorCtr="0">
            <a:normAutofit/>
          </a:bodyPr>
          <a:lstStyle/>
          <a:p>
            <a:pPr marL="350901" indent="-342900">
              <a:spcBef>
                <a:spcPts val="0"/>
              </a:spcBef>
              <a:buSzPct val="59999"/>
              <a:buFont typeface="Arial" panose="020B0604020202020204" pitchFamily="34" charset="0"/>
              <a:buChar char="•"/>
            </a:pPr>
            <a:r>
              <a:rPr lang="en" sz="2400" dirty="0">
                <a:solidFill>
                  <a:schemeClr val="tx1"/>
                </a:solidFill>
              </a:rPr>
              <a:t>System log keeps track of transaction operations</a:t>
            </a:r>
            <a:endParaRPr sz="2400" dirty="0">
              <a:solidFill>
                <a:schemeClr val="tx1"/>
              </a:solidFill>
            </a:endParaRPr>
          </a:p>
          <a:p>
            <a:pPr marL="350901" indent="-342900">
              <a:spcBef>
                <a:spcPts val="560"/>
              </a:spcBef>
              <a:buSzPct val="59999"/>
              <a:buFont typeface="Arial" panose="020B0604020202020204" pitchFamily="34" charset="0"/>
              <a:buChar char="•"/>
            </a:pPr>
            <a:r>
              <a:rPr lang="en" sz="2400" dirty="0">
                <a:solidFill>
                  <a:schemeClr val="tx1"/>
                </a:solidFill>
              </a:rPr>
              <a:t>Sequential, append-only file</a:t>
            </a:r>
            <a:endParaRPr sz="2400" dirty="0">
              <a:solidFill>
                <a:schemeClr val="tx1"/>
              </a:solidFill>
            </a:endParaRPr>
          </a:p>
          <a:p>
            <a:pPr marL="350901" indent="-342900">
              <a:spcBef>
                <a:spcPts val="560"/>
              </a:spcBef>
              <a:buSzPct val="59999"/>
              <a:buFont typeface="Arial" panose="020B0604020202020204" pitchFamily="34" charset="0"/>
              <a:buChar char="•"/>
            </a:pPr>
            <a:r>
              <a:rPr lang="en" sz="2400" dirty="0">
                <a:solidFill>
                  <a:schemeClr val="tx1"/>
                </a:solidFill>
              </a:rPr>
              <a:t>Not affected by failure (except disk or catastrophic failure)</a:t>
            </a:r>
            <a:endParaRPr sz="2400" dirty="0">
              <a:solidFill>
                <a:schemeClr val="tx1"/>
              </a:solidFill>
            </a:endParaRPr>
          </a:p>
          <a:p>
            <a:pPr marL="350901" indent="-342900">
              <a:spcBef>
                <a:spcPts val="560"/>
              </a:spcBef>
              <a:buSzPct val="59999"/>
              <a:buFont typeface="Arial" panose="020B0604020202020204" pitchFamily="34" charset="0"/>
              <a:buChar char="•"/>
            </a:pPr>
            <a:r>
              <a:rPr lang="en" sz="2400" dirty="0">
                <a:solidFill>
                  <a:schemeClr val="tx1"/>
                </a:solidFill>
              </a:rPr>
              <a:t>Log buffer</a:t>
            </a:r>
            <a:endParaRPr sz="2400" dirty="0">
              <a:solidFill>
                <a:schemeClr val="tx1"/>
              </a:solidFill>
            </a:endParaRPr>
          </a:p>
          <a:p>
            <a:pPr marL="749750" lvl="1" indent="-285750">
              <a:spcBef>
                <a:spcPts val="520"/>
              </a:spcBef>
              <a:buSzPct val="59583"/>
              <a:buFont typeface="Arial" panose="020B0604020202020204" pitchFamily="34" charset="0"/>
              <a:buChar char="•"/>
            </a:pPr>
            <a:r>
              <a:rPr lang="en" sz="2000" dirty="0">
                <a:solidFill>
                  <a:schemeClr val="tx1"/>
                </a:solidFill>
              </a:rPr>
              <a:t>Main memory buffer</a:t>
            </a:r>
            <a:endParaRPr sz="2000" dirty="0">
              <a:solidFill>
                <a:schemeClr val="tx1"/>
              </a:solidFill>
            </a:endParaRPr>
          </a:p>
          <a:p>
            <a:pPr marL="749750" lvl="1" indent="-285750">
              <a:spcBef>
                <a:spcPts val="520"/>
              </a:spcBef>
              <a:buSzPct val="59583"/>
              <a:buFont typeface="Arial" panose="020B0604020202020204" pitchFamily="34" charset="0"/>
              <a:buChar char="•"/>
            </a:pPr>
            <a:r>
              <a:rPr lang="en" sz="2000" dirty="0">
                <a:solidFill>
                  <a:schemeClr val="tx1"/>
                </a:solidFill>
              </a:rPr>
              <a:t>When full, appended to end of log file on disk</a:t>
            </a:r>
            <a:endParaRPr sz="2000" dirty="0">
              <a:solidFill>
                <a:schemeClr val="tx1"/>
              </a:solidFill>
            </a:endParaRPr>
          </a:p>
          <a:p>
            <a:pPr marL="350901" indent="-342900">
              <a:spcBef>
                <a:spcPts val="560"/>
              </a:spcBef>
              <a:buSzPct val="59999"/>
              <a:buFont typeface="Arial" panose="020B0604020202020204" pitchFamily="34" charset="0"/>
              <a:buChar char="•"/>
            </a:pPr>
            <a:r>
              <a:rPr lang="en" sz="2400" dirty="0">
                <a:solidFill>
                  <a:schemeClr val="tx1"/>
                </a:solidFill>
              </a:rPr>
              <a:t>Log file is backed up periodically</a:t>
            </a:r>
            <a:endParaRPr sz="2400" dirty="0">
              <a:solidFill>
                <a:schemeClr val="tx1"/>
              </a:solidFill>
            </a:endParaRPr>
          </a:p>
          <a:p>
            <a:pPr marL="350901" indent="-342900">
              <a:spcBef>
                <a:spcPts val="560"/>
              </a:spcBef>
              <a:buSzPct val="59999"/>
              <a:buFont typeface="Arial" panose="020B0604020202020204" pitchFamily="34" charset="0"/>
              <a:buChar char="•"/>
            </a:pPr>
            <a:r>
              <a:rPr lang="en" sz="2400" dirty="0">
                <a:solidFill>
                  <a:schemeClr val="tx1"/>
                </a:solidFill>
              </a:rPr>
              <a:t>Undo and redo operations based on log possible</a:t>
            </a:r>
            <a:endParaRPr sz="2400"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9"/>
          <p:cNvSpPr txBox="1">
            <a:spLocks noGrp="1"/>
          </p:cNvSpPr>
          <p:nvPr>
            <p:ph type="title"/>
          </p:nvPr>
        </p:nvSpPr>
        <p:spPr>
          <a:xfrm>
            <a:off x="1123951" y="667847"/>
            <a:ext cx="7886700" cy="994200"/>
          </a:xfrm>
          <a:prstGeom prst="rect">
            <a:avLst/>
          </a:prstGeom>
          <a:noFill/>
          <a:ln>
            <a:noFill/>
          </a:ln>
        </p:spPr>
        <p:txBody>
          <a:bodyPr spcFirstLastPara="1" vert="horz" wrap="square" lIns="91425" tIns="45700" rIns="91425" bIns="45700" rtlCol="0" anchor="b" anchorCtr="0">
            <a:normAutofit/>
          </a:bodyPr>
          <a:lstStyle/>
          <a:p>
            <a:r>
              <a:rPr lang="en" b="1" dirty="0">
                <a:solidFill>
                  <a:schemeClr val="tx1"/>
                </a:solidFill>
              </a:rPr>
              <a:t>Commit Point of a Transaction</a:t>
            </a:r>
            <a:endParaRPr b="1" dirty="0">
              <a:solidFill>
                <a:schemeClr val="tx1"/>
              </a:solidFill>
            </a:endParaRPr>
          </a:p>
        </p:txBody>
      </p:sp>
      <p:sp>
        <p:nvSpPr>
          <p:cNvPr id="283" name="Google Shape;283;p39"/>
          <p:cNvSpPr txBox="1">
            <a:spLocks noGrp="1"/>
          </p:cNvSpPr>
          <p:nvPr>
            <p:ph idx="1"/>
          </p:nvPr>
        </p:nvSpPr>
        <p:spPr>
          <a:xfrm>
            <a:off x="1123951" y="1797300"/>
            <a:ext cx="10216318" cy="3263400"/>
          </a:xfrm>
          <a:prstGeom prst="rect">
            <a:avLst/>
          </a:prstGeom>
          <a:noFill/>
          <a:ln>
            <a:noFill/>
          </a:ln>
        </p:spPr>
        <p:txBody>
          <a:bodyPr spcFirstLastPara="1" vert="horz" wrap="square" lIns="91425" tIns="45700" rIns="0" bIns="45700" rtlCol="0" anchor="t" anchorCtr="0">
            <a:normAutofit/>
          </a:bodyPr>
          <a:lstStyle/>
          <a:p>
            <a:pPr marL="594351" indent="-342900">
              <a:spcBef>
                <a:spcPts val="0"/>
              </a:spcBef>
              <a:buSzPts val="1680"/>
              <a:buFont typeface="Arial" panose="020B0604020202020204" pitchFamily="34" charset="0"/>
              <a:buChar char="•"/>
            </a:pPr>
            <a:r>
              <a:rPr lang="en" sz="2400" dirty="0">
                <a:solidFill>
                  <a:schemeClr val="tx1"/>
                </a:solidFill>
              </a:rPr>
              <a:t>Occurs when all operations that access the database have completed successfully</a:t>
            </a:r>
            <a:endParaRPr sz="2400" dirty="0">
              <a:solidFill>
                <a:schemeClr val="tx1"/>
              </a:solidFill>
            </a:endParaRPr>
          </a:p>
          <a:p>
            <a:pPr marL="1108698" lvl="3" indent="-285750">
              <a:spcBef>
                <a:spcPts val="520"/>
              </a:spcBef>
              <a:buSzPts val="1430"/>
              <a:buFont typeface="Arial" panose="020B0604020202020204" pitchFamily="34" charset="0"/>
              <a:buChar char="•"/>
            </a:pPr>
            <a:r>
              <a:rPr lang="en" sz="1800" dirty="0">
                <a:solidFill>
                  <a:schemeClr val="tx1"/>
                </a:solidFill>
              </a:rPr>
              <a:t>And effect of operations recorded in the log</a:t>
            </a:r>
            <a:endParaRPr sz="1800" dirty="0">
              <a:solidFill>
                <a:schemeClr val="tx1"/>
              </a:solidFill>
            </a:endParaRPr>
          </a:p>
          <a:p>
            <a:pPr marL="594351" indent="-342900">
              <a:spcBef>
                <a:spcPts val="560"/>
              </a:spcBef>
              <a:buSzPts val="1680"/>
              <a:buFont typeface="Arial" panose="020B0604020202020204" pitchFamily="34" charset="0"/>
              <a:buChar char="•"/>
            </a:pPr>
            <a:r>
              <a:rPr lang="en" sz="2400" dirty="0">
                <a:solidFill>
                  <a:schemeClr val="tx1"/>
                </a:solidFill>
              </a:rPr>
              <a:t>Transaction writes a commit record into the log</a:t>
            </a:r>
            <a:endParaRPr sz="2400" dirty="0">
              <a:solidFill>
                <a:schemeClr val="tx1"/>
              </a:solidFill>
            </a:endParaRPr>
          </a:p>
          <a:p>
            <a:pPr marL="1108698" lvl="3" indent="-285750">
              <a:spcBef>
                <a:spcPts val="520"/>
              </a:spcBef>
              <a:buSzPts val="1430"/>
              <a:buFont typeface="Arial" panose="020B0604020202020204" pitchFamily="34" charset="0"/>
              <a:buChar char="•"/>
            </a:pPr>
            <a:r>
              <a:rPr lang="en" sz="1800" dirty="0">
                <a:solidFill>
                  <a:schemeClr val="tx1"/>
                </a:solidFill>
              </a:rPr>
              <a:t>If system failure occurs, can search for transactions with recorded start_transaction but no commit record</a:t>
            </a:r>
            <a:endParaRPr sz="1800" dirty="0">
              <a:solidFill>
                <a:schemeClr val="tx1"/>
              </a:solidFill>
            </a:endParaRPr>
          </a:p>
          <a:p>
            <a:pPr marL="594351" indent="-342900">
              <a:spcBef>
                <a:spcPts val="560"/>
              </a:spcBef>
              <a:buSzPts val="1680"/>
              <a:buFont typeface="Arial" panose="020B0604020202020204" pitchFamily="34" charset="0"/>
              <a:buChar char="•"/>
            </a:pPr>
            <a:r>
              <a:rPr lang="en" sz="2400" dirty="0">
                <a:solidFill>
                  <a:schemeClr val="tx1"/>
                </a:solidFill>
              </a:rPr>
              <a:t>Force-writing the log buffer to disk</a:t>
            </a:r>
            <a:endParaRPr sz="2400" dirty="0">
              <a:solidFill>
                <a:schemeClr val="tx1"/>
              </a:solidFill>
            </a:endParaRPr>
          </a:p>
          <a:p>
            <a:pPr marL="1108698" lvl="3" indent="-285750">
              <a:spcBef>
                <a:spcPts val="520"/>
              </a:spcBef>
              <a:buSzPts val="1430"/>
              <a:buFont typeface="Arial" panose="020B0604020202020204" pitchFamily="34" charset="0"/>
              <a:buChar char="•"/>
            </a:pPr>
            <a:r>
              <a:rPr lang="en" sz="1600" dirty="0">
                <a:solidFill>
                  <a:schemeClr val="tx1"/>
                </a:solidFill>
              </a:rPr>
              <a:t>Writing log buffer to disk before transaction reaches commit point</a:t>
            </a:r>
            <a:endParaRPr sz="1600"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0"/>
          <p:cNvSpPr txBox="1">
            <a:spLocks noGrp="1"/>
          </p:cNvSpPr>
          <p:nvPr>
            <p:ph type="title"/>
          </p:nvPr>
        </p:nvSpPr>
        <p:spPr>
          <a:xfrm>
            <a:off x="888763" y="506400"/>
            <a:ext cx="10964254" cy="1302701"/>
          </a:xfrm>
          <a:prstGeom prst="rect">
            <a:avLst/>
          </a:prstGeom>
          <a:noFill/>
          <a:ln>
            <a:noFill/>
          </a:ln>
        </p:spPr>
        <p:txBody>
          <a:bodyPr spcFirstLastPara="1" vert="horz" wrap="square" lIns="91425" tIns="45700" rIns="91425" bIns="45700" rtlCol="0" anchor="b" anchorCtr="0">
            <a:normAutofit/>
          </a:bodyPr>
          <a:lstStyle/>
          <a:p>
            <a:r>
              <a:rPr lang="en" b="1" dirty="0">
                <a:solidFill>
                  <a:schemeClr val="tx1"/>
                </a:solidFill>
              </a:rPr>
              <a:t>DBMS-Specific Buffer Replacement Policies</a:t>
            </a:r>
            <a:endParaRPr b="1" dirty="0">
              <a:solidFill>
                <a:schemeClr val="tx1"/>
              </a:solidFill>
            </a:endParaRPr>
          </a:p>
        </p:txBody>
      </p:sp>
      <p:sp>
        <p:nvSpPr>
          <p:cNvPr id="290" name="Google Shape;290;p40"/>
          <p:cNvSpPr txBox="1">
            <a:spLocks noGrp="1"/>
          </p:cNvSpPr>
          <p:nvPr>
            <p:ph idx="1"/>
          </p:nvPr>
        </p:nvSpPr>
        <p:spPr>
          <a:xfrm>
            <a:off x="888762" y="1809101"/>
            <a:ext cx="10665929" cy="3263400"/>
          </a:xfrm>
          <a:prstGeom prst="rect">
            <a:avLst/>
          </a:prstGeom>
          <a:noFill/>
          <a:ln>
            <a:noFill/>
          </a:ln>
        </p:spPr>
        <p:txBody>
          <a:bodyPr spcFirstLastPara="1" vert="horz" wrap="square" lIns="91425" tIns="45700" rIns="0" bIns="45700" rtlCol="0" anchor="t" anchorCtr="0">
            <a:normAutofit/>
          </a:bodyPr>
          <a:lstStyle/>
          <a:p>
            <a:pPr marL="594351" indent="-342900">
              <a:spcBef>
                <a:spcPts val="0"/>
              </a:spcBef>
              <a:buSzPts val="1680"/>
              <a:buFont typeface="Arial" panose="020B0604020202020204" pitchFamily="34" charset="0"/>
              <a:buChar char="•"/>
            </a:pPr>
            <a:r>
              <a:rPr lang="en" sz="2800" dirty="0">
                <a:solidFill>
                  <a:schemeClr val="tx1"/>
                </a:solidFill>
              </a:rPr>
              <a:t>Page replacement policy</a:t>
            </a:r>
            <a:endParaRPr sz="2800" dirty="0">
              <a:solidFill>
                <a:schemeClr val="tx1"/>
              </a:solidFill>
            </a:endParaRPr>
          </a:p>
          <a:p>
            <a:pPr marL="1108698" lvl="3" indent="-285750">
              <a:spcBef>
                <a:spcPts val="520"/>
              </a:spcBef>
              <a:buSzPts val="1430"/>
              <a:buFont typeface="Arial" panose="020B0604020202020204" pitchFamily="34" charset="0"/>
              <a:buChar char="•"/>
            </a:pPr>
            <a:r>
              <a:rPr lang="en" sz="1800" dirty="0">
                <a:solidFill>
                  <a:schemeClr val="tx1"/>
                </a:solidFill>
              </a:rPr>
              <a:t>Selects particular buffers to be replaced when all are full</a:t>
            </a:r>
            <a:endParaRPr sz="1800" dirty="0">
              <a:solidFill>
                <a:schemeClr val="tx1"/>
              </a:solidFill>
            </a:endParaRPr>
          </a:p>
          <a:p>
            <a:pPr marL="594351" indent="-342900">
              <a:spcBef>
                <a:spcPts val="560"/>
              </a:spcBef>
              <a:buSzPts val="1680"/>
              <a:buFont typeface="Arial" panose="020B0604020202020204" pitchFamily="34" charset="0"/>
              <a:buChar char="•"/>
            </a:pPr>
            <a:r>
              <a:rPr lang="en" sz="2800" dirty="0">
                <a:solidFill>
                  <a:schemeClr val="tx1"/>
                </a:solidFill>
              </a:rPr>
              <a:t>Domain separation (DS) method </a:t>
            </a:r>
            <a:endParaRPr sz="2800" dirty="0">
              <a:solidFill>
                <a:schemeClr val="tx1"/>
              </a:solidFill>
            </a:endParaRPr>
          </a:p>
          <a:p>
            <a:pPr marL="1108698" lvl="3" indent="-285750">
              <a:spcBef>
                <a:spcPts val="520"/>
              </a:spcBef>
              <a:buSzPts val="1430"/>
              <a:buFont typeface="Arial" panose="020B0604020202020204" pitchFamily="34" charset="0"/>
              <a:buChar char="•"/>
            </a:pPr>
            <a:r>
              <a:rPr lang="en" sz="1800" dirty="0">
                <a:solidFill>
                  <a:schemeClr val="tx1"/>
                </a:solidFill>
              </a:rPr>
              <a:t>Each domain handles one type of disk pages</a:t>
            </a:r>
            <a:endParaRPr sz="1800" dirty="0">
              <a:solidFill>
                <a:schemeClr val="tx1"/>
              </a:solidFill>
            </a:endParaRPr>
          </a:p>
          <a:p>
            <a:pPr marL="1565887" lvl="4" indent="-285750">
              <a:spcBef>
                <a:spcPts val="480"/>
              </a:spcBef>
              <a:buSzPts val="1200"/>
              <a:buFont typeface="Arial" panose="020B0604020202020204" pitchFamily="34" charset="0"/>
              <a:buChar char="•"/>
            </a:pPr>
            <a:r>
              <a:rPr lang="en" sz="1800" dirty="0">
                <a:solidFill>
                  <a:schemeClr val="tx1"/>
                </a:solidFill>
              </a:rPr>
              <a:t>Index pages</a:t>
            </a:r>
            <a:endParaRPr sz="1800" dirty="0">
              <a:solidFill>
                <a:schemeClr val="tx1"/>
              </a:solidFill>
            </a:endParaRPr>
          </a:p>
          <a:p>
            <a:pPr marL="1565887" lvl="4" indent="-285750">
              <a:spcBef>
                <a:spcPts val="480"/>
              </a:spcBef>
              <a:buSzPts val="1200"/>
              <a:buFont typeface="Arial" panose="020B0604020202020204" pitchFamily="34" charset="0"/>
              <a:buChar char="•"/>
            </a:pPr>
            <a:r>
              <a:rPr lang="en" sz="1800" dirty="0">
                <a:solidFill>
                  <a:schemeClr val="tx1"/>
                </a:solidFill>
              </a:rPr>
              <a:t>Data file pages</a:t>
            </a:r>
            <a:endParaRPr sz="1800" dirty="0">
              <a:solidFill>
                <a:schemeClr val="tx1"/>
              </a:solidFill>
            </a:endParaRPr>
          </a:p>
          <a:p>
            <a:pPr marL="1565887" lvl="4" indent="-285750">
              <a:spcBef>
                <a:spcPts val="480"/>
              </a:spcBef>
              <a:buSzPts val="1200"/>
              <a:buFont typeface="Arial" panose="020B0604020202020204" pitchFamily="34" charset="0"/>
              <a:buChar char="•"/>
            </a:pPr>
            <a:r>
              <a:rPr lang="en" sz="1800" dirty="0">
                <a:solidFill>
                  <a:schemeClr val="tx1"/>
                </a:solidFill>
              </a:rPr>
              <a:t>Log file pages</a:t>
            </a:r>
            <a:endParaRPr sz="1800" dirty="0">
              <a:solidFill>
                <a:schemeClr val="tx1"/>
              </a:solidFill>
            </a:endParaRPr>
          </a:p>
          <a:p>
            <a:pPr marL="742938" lvl="1" indent="-285750">
              <a:spcBef>
                <a:spcPts val="520"/>
              </a:spcBef>
              <a:buSzPts val="1430"/>
              <a:buFont typeface="Arial" panose="020B0604020202020204" pitchFamily="34" charset="0"/>
              <a:buChar char="•"/>
            </a:pPr>
            <a:r>
              <a:rPr lang="en" sz="2400" dirty="0">
                <a:solidFill>
                  <a:schemeClr val="tx1"/>
                </a:solidFill>
              </a:rPr>
              <a:t>Number of available buffers for each domain is predetermined</a:t>
            </a:r>
            <a:endParaRPr sz="2400"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41"/>
          <p:cNvSpPr txBox="1">
            <a:spLocks noGrp="1"/>
          </p:cNvSpPr>
          <p:nvPr>
            <p:ph type="title"/>
          </p:nvPr>
        </p:nvSpPr>
        <p:spPr>
          <a:xfrm>
            <a:off x="1059678" y="572301"/>
            <a:ext cx="10485689" cy="1136744"/>
          </a:xfrm>
          <a:prstGeom prst="rect">
            <a:avLst/>
          </a:prstGeom>
          <a:noFill/>
          <a:ln>
            <a:noFill/>
          </a:ln>
        </p:spPr>
        <p:txBody>
          <a:bodyPr spcFirstLastPara="1" vert="horz" wrap="square" lIns="91425" tIns="45700" rIns="91425" bIns="45700" rtlCol="0" anchor="b" anchorCtr="0">
            <a:normAutofit fontScale="90000"/>
          </a:bodyPr>
          <a:lstStyle/>
          <a:p>
            <a:r>
              <a:rPr lang="en" b="1" dirty="0">
                <a:solidFill>
                  <a:schemeClr val="tx1"/>
                </a:solidFill>
              </a:rPr>
              <a:t>DBMS-Specific Buffer Replacement Policies (cont’d.)</a:t>
            </a:r>
            <a:endParaRPr b="1" dirty="0">
              <a:solidFill>
                <a:schemeClr val="tx1"/>
              </a:solidFill>
            </a:endParaRPr>
          </a:p>
        </p:txBody>
      </p:sp>
      <p:sp>
        <p:nvSpPr>
          <p:cNvPr id="297" name="Google Shape;297;p41"/>
          <p:cNvSpPr txBox="1">
            <a:spLocks noGrp="1"/>
          </p:cNvSpPr>
          <p:nvPr>
            <p:ph idx="1"/>
          </p:nvPr>
        </p:nvSpPr>
        <p:spPr>
          <a:xfrm>
            <a:off x="1182601" y="1819925"/>
            <a:ext cx="10485689" cy="4465773"/>
          </a:xfrm>
          <a:prstGeom prst="rect">
            <a:avLst/>
          </a:prstGeom>
          <a:noFill/>
          <a:ln>
            <a:noFill/>
          </a:ln>
        </p:spPr>
        <p:txBody>
          <a:bodyPr spcFirstLastPara="1" vert="horz" wrap="square" lIns="91425" tIns="45700" rIns="0" bIns="45700" rtlCol="0" anchor="t" anchorCtr="0">
            <a:normAutofit/>
          </a:bodyPr>
          <a:lstStyle/>
          <a:p>
            <a:pPr marL="342891">
              <a:spcBef>
                <a:spcPts val="0"/>
              </a:spcBef>
              <a:buSzPts val="1440"/>
            </a:pPr>
            <a:r>
              <a:rPr lang="en" sz="2400" dirty="0">
                <a:solidFill>
                  <a:schemeClr val="tx1"/>
                </a:solidFill>
              </a:rPr>
              <a:t>Hot set method</a:t>
            </a:r>
            <a:endParaRPr dirty="0">
              <a:solidFill>
                <a:schemeClr val="tx1"/>
              </a:solidFill>
            </a:endParaRPr>
          </a:p>
          <a:p>
            <a:pPr marL="742932" lvl="1" indent="-285744">
              <a:spcBef>
                <a:spcPts val="480"/>
              </a:spcBef>
              <a:buSzPts val="1320"/>
            </a:pPr>
            <a:r>
              <a:rPr lang="en" sz="2400" dirty="0">
                <a:solidFill>
                  <a:schemeClr val="tx1"/>
                </a:solidFill>
              </a:rPr>
              <a:t>Useful in queries that scan a set of pages repeatedly</a:t>
            </a:r>
            <a:endParaRPr dirty="0">
              <a:solidFill>
                <a:schemeClr val="tx1"/>
              </a:solidFill>
            </a:endParaRPr>
          </a:p>
          <a:p>
            <a:pPr marL="742932" lvl="1" indent="-285744">
              <a:spcBef>
                <a:spcPts val="480"/>
              </a:spcBef>
              <a:buSzPts val="1320"/>
            </a:pPr>
            <a:r>
              <a:rPr lang="en" sz="2400" dirty="0">
                <a:solidFill>
                  <a:schemeClr val="tx1"/>
                </a:solidFill>
              </a:rPr>
              <a:t>Does not replace the set in the buffers until processing is completed</a:t>
            </a:r>
            <a:endParaRPr dirty="0">
              <a:solidFill>
                <a:schemeClr val="tx1"/>
              </a:solidFill>
            </a:endParaRPr>
          </a:p>
          <a:p>
            <a:pPr marL="342891">
              <a:spcBef>
                <a:spcPts val="480"/>
              </a:spcBef>
              <a:buSzPts val="1440"/>
            </a:pPr>
            <a:r>
              <a:rPr lang="en" sz="2400" dirty="0">
                <a:solidFill>
                  <a:schemeClr val="tx1"/>
                </a:solidFill>
              </a:rPr>
              <a:t>The DBMIN method</a:t>
            </a:r>
            <a:endParaRPr dirty="0">
              <a:solidFill>
                <a:schemeClr val="tx1"/>
              </a:solidFill>
            </a:endParaRPr>
          </a:p>
          <a:p>
            <a:pPr marL="742932" lvl="1" indent="-285744">
              <a:spcBef>
                <a:spcPts val="480"/>
              </a:spcBef>
              <a:buSzPts val="1320"/>
            </a:pPr>
            <a:r>
              <a:rPr lang="en" sz="2400" dirty="0">
                <a:solidFill>
                  <a:schemeClr val="tx1"/>
                </a:solidFill>
              </a:rPr>
              <a:t>Predetermines the pattern of page references for each algorithm for a particular type of database operation</a:t>
            </a:r>
            <a:endParaRPr dirty="0">
              <a:solidFill>
                <a:schemeClr val="tx1"/>
              </a:solidFill>
            </a:endParaRPr>
          </a:p>
          <a:p>
            <a:pPr marL="742932" lvl="1" indent="-285744">
              <a:spcBef>
                <a:spcPts val="480"/>
              </a:spcBef>
              <a:buSzPts val="1320"/>
            </a:pPr>
            <a:r>
              <a:rPr lang="en" sz="2400" dirty="0">
                <a:solidFill>
                  <a:schemeClr val="tx1"/>
                </a:solidFill>
              </a:rPr>
              <a:t>some queries may reference the same file twice, so there would be a locality set for each file instance needed in the query</a:t>
            </a:r>
            <a:endParaRPr dirty="0">
              <a:solidFill>
                <a:schemeClr val="tx1"/>
              </a:solidFill>
            </a:endParaRPr>
          </a:p>
          <a:p>
            <a:pPr marL="1142971" lvl="2" indent="-228594">
              <a:spcBef>
                <a:spcPts val="400"/>
              </a:spcBef>
              <a:buSzPts val="1000"/>
            </a:pPr>
            <a:r>
              <a:rPr lang="en" sz="2000" dirty="0">
                <a:solidFill>
                  <a:schemeClr val="tx1"/>
                </a:solidFill>
              </a:rPr>
              <a:t>Calculates locality set using Query Locality Set Model (QLSM)</a:t>
            </a:r>
            <a:endParaRPr dirty="0">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2"/>
          <p:cNvSpPr txBox="1">
            <a:spLocks noGrp="1"/>
          </p:cNvSpPr>
          <p:nvPr>
            <p:ph type="title"/>
          </p:nvPr>
        </p:nvSpPr>
        <p:spPr>
          <a:xfrm>
            <a:off x="1016061" y="720897"/>
            <a:ext cx="10178930" cy="994200"/>
          </a:xfrm>
          <a:prstGeom prst="rect">
            <a:avLst/>
          </a:prstGeom>
          <a:noFill/>
          <a:ln>
            <a:noFill/>
          </a:ln>
        </p:spPr>
        <p:txBody>
          <a:bodyPr spcFirstLastPara="1" vert="horz" wrap="square" lIns="91425" tIns="45700" rIns="91425" bIns="45700" rtlCol="0" anchor="b" anchorCtr="0">
            <a:normAutofit fontScale="90000"/>
          </a:bodyPr>
          <a:lstStyle/>
          <a:p>
            <a:r>
              <a:rPr lang="en" b="1" dirty="0"/>
              <a:t>DBMS-Specific Buffer Replacement Policies (cont’d.)</a:t>
            </a:r>
            <a:endParaRPr b="1" dirty="0"/>
          </a:p>
        </p:txBody>
      </p:sp>
      <p:sp>
        <p:nvSpPr>
          <p:cNvPr id="304" name="Google Shape;304;p42"/>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25" tIns="45700" rIns="91425" bIns="45700" rtlCol="0" anchor="b" anchorCtr="0">
            <a:noAutofit/>
          </a:bodyPr>
          <a:lstStyle/>
          <a:p>
            <a:fld id="{00000000-1234-1234-1234-123412341234}" type="slidenum">
              <a:rPr lang="en"/>
              <a:pPr/>
              <a:t>10</a:t>
            </a:fld>
            <a:endParaRPr/>
          </a:p>
        </p:txBody>
      </p:sp>
      <p:pic>
        <p:nvPicPr>
          <p:cNvPr id="306" name="Google Shape;306;p42"/>
          <p:cNvPicPr preferRelativeResize="0"/>
          <p:nvPr/>
        </p:nvPicPr>
        <p:blipFill rotWithShape="1">
          <a:blip r:embed="rId3">
            <a:alphaModFix/>
          </a:blip>
          <a:srcRect/>
          <a:stretch/>
        </p:blipFill>
        <p:spPr>
          <a:xfrm>
            <a:off x="2409824" y="2021947"/>
            <a:ext cx="7372351" cy="360256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43"/>
          <p:cNvSpPr txBox="1">
            <a:spLocks noGrp="1"/>
          </p:cNvSpPr>
          <p:nvPr>
            <p:ph type="title"/>
          </p:nvPr>
        </p:nvSpPr>
        <p:spPr>
          <a:xfrm>
            <a:off x="1136591" y="991403"/>
            <a:ext cx="8902760" cy="778496"/>
          </a:xfrm>
          <a:prstGeom prst="rect">
            <a:avLst/>
          </a:prstGeom>
          <a:noFill/>
          <a:ln>
            <a:noFill/>
          </a:ln>
        </p:spPr>
        <p:txBody>
          <a:bodyPr spcFirstLastPara="1" vert="horz" wrap="square" lIns="91425" tIns="45700" rIns="91425" bIns="45700" rtlCol="0" anchor="b" anchorCtr="0">
            <a:normAutofit fontScale="90000"/>
          </a:bodyPr>
          <a:lstStyle/>
          <a:p>
            <a:r>
              <a:rPr lang="en" b="1" dirty="0">
                <a:solidFill>
                  <a:schemeClr val="tx1"/>
                </a:solidFill>
              </a:rPr>
              <a:t>Desirable Properties of Transactions</a:t>
            </a:r>
            <a:endParaRPr b="1" dirty="0">
              <a:solidFill>
                <a:schemeClr val="tx1"/>
              </a:solidFill>
            </a:endParaRPr>
          </a:p>
        </p:txBody>
      </p:sp>
      <p:sp>
        <p:nvSpPr>
          <p:cNvPr id="312" name="Google Shape;312;p43"/>
          <p:cNvSpPr txBox="1">
            <a:spLocks noGrp="1"/>
          </p:cNvSpPr>
          <p:nvPr>
            <p:ph idx="1"/>
          </p:nvPr>
        </p:nvSpPr>
        <p:spPr>
          <a:xfrm>
            <a:off x="1136591" y="1884636"/>
            <a:ext cx="10431954" cy="4308345"/>
          </a:xfrm>
          <a:prstGeom prst="rect">
            <a:avLst/>
          </a:prstGeom>
          <a:noFill/>
          <a:ln>
            <a:noFill/>
          </a:ln>
        </p:spPr>
        <p:txBody>
          <a:bodyPr spcFirstLastPara="1" vert="horz" wrap="square" lIns="91425" tIns="45700" rIns="0" bIns="45700" rtlCol="0" anchor="t" anchorCtr="0">
            <a:normAutofit/>
          </a:bodyPr>
          <a:lstStyle/>
          <a:p>
            <a:pPr marL="251451" indent="0">
              <a:spcBef>
                <a:spcPts val="0"/>
              </a:spcBef>
              <a:buSzPts val="1680"/>
              <a:buNone/>
            </a:pPr>
            <a:r>
              <a:rPr lang="en" sz="3200" dirty="0">
                <a:solidFill>
                  <a:schemeClr val="tx1"/>
                </a:solidFill>
              </a:rPr>
              <a:t>ACID properties</a:t>
            </a:r>
            <a:endParaRPr sz="3200" dirty="0">
              <a:solidFill>
                <a:schemeClr val="tx1"/>
              </a:solidFill>
            </a:endParaRPr>
          </a:p>
          <a:p>
            <a:pPr marL="800088" lvl="1" indent="-342900">
              <a:spcBef>
                <a:spcPts val="520"/>
              </a:spcBef>
              <a:buSzPts val="1430"/>
              <a:buFont typeface="Arial" panose="020B0604020202020204" pitchFamily="34" charset="0"/>
              <a:buChar char="•"/>
            </a:pPr>
            <a:r>
              <a:rPr lang="en" sz="2800" dirty="0">
                <a:solidFill>
                  <a:schemeClr val="tx1"/>
                </a:solidFill>
              </a:rPr>
              <a:t>Atomicity</a:t>
            </a:r>
            <a:endParaRPr sz="2800" dirty="0">
              <a:solidFill>
                <a:schemeClr val="tx1"/>
              </a:solidFill>
            </a:endParaRPr>
          </a:p>
          <a:p>
            <a:pPr marL="1200127" lvl="2" indent="-285750">
              <a:spcBef>
                <a:spcPts val="480"/>
              </a:spcBef>
              <a:buSzPts val="1200"/>
              <a:buFont typeface="Arial" panose="020B0604020202020204" pitchFamily="34" charset="0"/>
              <a:buChar char="•"/>
            </a:pPr>
            <a:r>
              <a:rPr lang="en" sz="2000" dirty="0">
                <a:solidFill>
                  <a:schemeClr val="tx1"/>
                </a:solidFill>
              </a:rPr>
              <a:t>Transaction performed in its entirety or not at all</a:t>
            </a:r>
            <a:endParaRPr sz="2000" dirty="0">
              <a:solidFill>
                <a:schemeClr val="tx1"/>
              </a:solidFill>
            </a:endParaRPr>
          </a:p>
          <a:p>
            <a:pPr marL="800088" lvl="1" indent="-342900">
              <a:spcBef>
                <a:spcPts val="520"/>
              </a:spcBef>
              <a:buSzPts val="1430"/>
              <a:buFont typeface="Arial" panose="020B0604020202020204" pitchFamily="34" charset="0"/>
              <a:buChar char="•"/>
            </a:pPr>
            <a:r>
              <a:rPr lang="en" sz="2800" dirty="0">
                <a:solidFill>
                  <a:schemeClr val="tx1"/>
                </a:solidFill>
              </a:rPr>
              <a:t>Consistency preservation</a:t>
            </a:r>
            <a:endParaRPr sz="2800" dirty="0">
              <a:solidFill>
                <a:schemeClr val="tx1"/>
              </a:solidFill>
            </a:endParaRPr>
          </a:p>
          <a:p>
            <a:pPr marL="1200127" lvl="2" indent="-285750">
              <a:spcBef>
                <a:spcPts val="480"/>
              </a:spcBef>
              <a:buSzPts val="1200"/>
              <a:buFont typeface="Arial" panose="020B0604020202020204" pitchFamily="34" charset="0"/>
              <a:buChar char="•"/>
            </a:pPr>
            <a:r>
              <a:rPr lang="en" sz="2000" dirty="0">
                <a:solidFill>
                  <a:schemeClr val="tx1"/>
                </a:solidFill>
              </a:rPr>
              <a:t>Takes database from one consistent state to another</a:t>
            </a:r>
            <a:endParaRPr sz="2000" dirty="0">
              <a:solidFill>
                <a:schemeClr val="tx1"/>
              </a:solidFill>
            </a:endParaRPr>
          </a:p>
          <a:p>
            <a:pPr marL="800088" lvl="1" indent="-342900">
              <a:spcBef>
                <a:spcPts val="520"/>
              </a:spcBef>
              <a:buSzPts val="1430"/>
              <a:buFont typeface="Arial" panose="020B0604020202020204" pitchFamily="34" charset="0"/>
              <a:buChar char="•"/>
            </a:pPr>
            <a:r>
              <a:rPr lang="en" sz="2800" dirty="0">
                <a:solidFill>
                  <a:schemeClr val="tx1"/>
                </a:solidFill>
              </a:rPr>
              <a:t>Isolation</a:t>
            </a:r>
            <a:endParaRPr sz="2800" dirty="0">
              <a:solidFill>
                <a:schemeClr val="tx1"/>
              </a:solidFill>
            </a:endParaRPr>
          </a:p>
          <a:p>
            <a:pPr marL="1200127" lvl="2" indent="-285750">
              <a:spcBef>
                <a:spcPts val="480"/>
              </a:spcBef>
              <a:buSzPts val="1200"/>
              <a:buFont typeface="Arial" panose="020B0604020202020204" pitchFamily="34" charset="0"/>
              <a:buChar char="•"/>
            </a:pPr>
            <a:r>
              <a:rPr lang="en" sz="2000" dirty="0">
                <a:solidFill>
                  <a:schemeClr val="tx1"/>
                </a:solidFill>
              </a:rPr>
              <a:t>Not interfered with by other transactions</a:t>
            </a:r>
            <a:endParaRPr sz="2000" dirty="0">
              <a:solidFill>
                <a:schemeClr val="tx1"/>
              </a:solidFill>
            </a:endParaRPr>
          </a:p>
          <a:p>
            <a:pPr marL="800088" lvl="1" indent="-342900">
              <a:spcBef>
                <a:spcPts val="520"/>
              </a:spcBef>
              <a:buSzPts val="1430"/>
              <a:buFont typeface="Arial" panose="020B0604020202020204" pitchFamily="34" charset="0"/>
              <a:buChar char="•"/>
            </a:pPr>
            <a:r>
              <a:rPr lang="en" sz="2800" dirty="0">
                <a:solidFill>
                  <a:schemeClr val="tx1"/>
                </a:solidFill>
              </a:rPr>
              <a:t>Durability or permanency</a:t>
            </a:r>
            <a:endParaRPr sz="2800" dirty="0">
              <a:solidFill>
                <a:schemeClr val="tx1"/>
              </a:solidFill>
            </a:endParaRPr>
          </a:p>
          <a:p>
            <a:pPr marL="1200127" lvl="2" indent="-285750">
              <a:spcBef>
                <a:spcPts val="480"/>
              </a:spcBef>
              <a:buSzPts val="1200"/>
              <a:buFont typeface="Arial" panose="020B0604020202020204" pitchFamily="34" charset="0"/>
              <a:buChar char="•"/>
            </a:pPr>
            <a:r>
              <a:rPr lang="en" sz="2000" dirty="0">
                <a:solidFill>
                  <a:schemeClr val="tx1"/>
                </a:solidFill>
              </a:rPr>
              <a:t>Changes must persist in the database</a:t>
            </a:r>
            <a:endParaRPr sz="2000"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4"/>
          <p:cNvSpPr txBox="1">
            <a:spLocks noGrp="1"/>
          </p:cNvSpPr>
          <p:nvPr>
            <p:ph type="title"/>
          </p:nvPr>
        </p:nvSpPr>
        <p:spPr>
          <a:xfrm>
            <a:off x="1123950" y="314375"/>
            <a:ext cx="10763249" cy="1468916"/>
          </a:xfrm>
          <a:prstGeom prst="rect">
            <a:avLst/>
          </a:prstGeom>
          <a:noFill/>
          <a:ln>
            <a:noFill/>
          </a:ln>
        </p:spPr>
        <p:txBody>
          <a:bodyPr spcFirstLastPara="1" vert="horz" wrap="square" lIns="91425" tIns="45700" rIns="91425" bIns="45700" rtlCol="0" anchor="b" anchorCtr="0">
            <a:normAutofit/>
          </a:bodyPr>
          <a:lstStyle/>
          <a:p>
            <a:r>
              <a:rPr lang="en" b="1" dirty="0">
                <a:solidFill>
                  <a:schemeClr val="tx1"/>
                </a:solidFill>
              </a:rPr>
              <a:t>Desirable Properties of Transactions (cont’d.)</a:t>
            </a:r>
            <a:endParaRPr b="1" dirty="0">
              <a:solidFill>
                <a:schemeClr val="tx1"/>
              </a:solidFill>
            </a:endParaRPr>
          </a:p>
        </p:txBody>
      </p:sp>
      <p:sp>
        <p:nvSpPr>
          <p:cNvPr id="319" name="Google Shape;319;p44"/>
          <p:cNvSpPr txBox="1">
            <a:spLocks noGrp="1"/>
          </p:cNvSpPr>
          <p:nvPr>
            <p:ph idx="1"/>
          </p:nvPr>
        </p:nvSpPr>
        <p:spPr>
          <a:xfrm>
            <a:off x="1205671" y="1855985"/>
            <a:ext cx="9938045" cy="3905479"/>
          </a:xfrm>
          <a:prstGeom prst="rect">
            <a:avLst/>
          </a:prstGeom>
          <a:noFill/>
          <a:ln>
            <a:noFill/>
          </a:ln>
        </p:spPr>
        <p:txBody>
          <a:bodyPr spcFirstLastPara="1" vert="horz" wrap="square" lIns="91425" tIns="45700" rIns="0" bIns="45700" rtlCol="0" anchor="t" anchorCtr="0">
            <a:normAutofit fontScale="92500"/>
          </a:bodyPr>
          <a:lstStyle/>
          <a:p>
            <a:pPr marL="342891" indent="-336034">
              <a:spcBef>
                <a:spcPts val="0"/>
              </a:spcBef>
              <a:buSzPct val="59999"/>
            </a:pPr>
            <a:r>
              <a:rPr lang="en" sz="2400" b="1" dirty="0">
                <a:solidFill>
                  <a:schemeClr val="tx1"/>
                </a:solidFill>
              </a:rPr>
              <a:t>Levels of isolation</a:t>
            </a:r>
            <a:endParaRPr b="1" dirty="0">
              <a:solidFill>
                <a:schemeClr val="tx1"/>
              </a:solidFill>
            </a:endParaRPr>
          </a:p>
          <a:p>
            <a:pPr marL="742932" lvl="1" indent="-279456">
              <a:spcBef>
                <a:spcPts val="480"/>
              </a:spcBef>
              <a:buSzPct val="55000"/>
            </a:pPr>
            <a:r>
              <a:rPr lang="en" sz="2400" dirty="0">
                <a:solidFill>
                  <a:schemeClr val="tx1"/>
                </a:solidFill>
              </a:rPr>
              <a:t>Level 0 isolation does not overwrite the dirty reads of higher-level transactions</a:t>
            </a:r>
            <a:endParaRPr dirty="0">
              <a:solidFill>
                <a:schemeClr val="tx1"/>
              </a:solidFill>
            </a:endParaRPr>
          </a:p>
          <a:p>
            <a:pPr marL="742932" lvl="1" indent="-279456">
              <a:spcBef>
                <a:spcPts val="480"/>
              </a:spcBef>
              <a:buSzPct val="55000"/>
            </a:pPr>
            <a:r>
              <a:rPr lang="en" sz="2400" dirty="0">
                <a:solidFill>
                  <a:schemeClr val="tx1"/>
                </a:solidFill>
              </a:rPr>
              <a:t>Level 1 isolation has no lost updates</a:t>
            </a:r>
            <a:endParaRPr dirty="0">
              <a:solidFill>
                <a:schemeClr val="tx1"/>
              </a:solidFill>
            </a:endParaRPr>
          </a:p>
          <a:p>
            <a:pPr marL="742932" lvl="1" indent="-279456">
              <a:spcBef>
                <a:spcPts val="480"/>
              </a:spcBef>
              <a:buSzPct val="55000"/>
            </a:pPr>
            <a:r>
              <a:rPr lang="en" sz="2400" dirty="0">
                <a:solidFill>
                  <a:schemeClr val="tx1"/>
                </a:solidFill>
              </a:rPr>
              <a:t>Level 2 isolation has no lost updates and no dirty reads</a:t>
            </a:r>
            <a:endParaRPr dirty="0">
              <a:solidFill>
                <a:schemeClr val="tx1"/>
              </a:solidFill>
            </a:endParaRPr>
          </a:p>
          <a:p>
            <a:pPr marL="742932" lvl="1" indent="-279456">
              <a:spcBef>
                <a:spcPts val="480"/>
              </a:spcBef>
              <a:buSzPct val="55000"/>
            </a:pPr>
            <a:r>
              <a:rPr lang="en" sz="2400" dirty="0">
                <a:solidFill>
                  <a:schemeClr val="tx1"/>
                </a:solidFill>
              </a:rPr>
              <a:t>Level 3 (true) isolation has repeatable reads</a:t>
            </a:r>
            <a:endParaRPr dirty="0">
              <a:solidFill>
                <a:schemeClr val="tx1"/>
              </a:solidFill>
            </a:endParaRPr>
          </a:p>
          <a:p>
            <a:pPr marL="1142971" lvl="2" indent="-223832">
              <a:spcBef>
                <a:spcPts val="400"/>
              </a:spcBef>
              <a:buSzPct val="50000"/>
            </a:pPr>
            <a:r>
              <a:rPr lang="en" sz="2000" dirty="0">
                <a:solidFill>
                  <a:schemeClr val="tx1"/>
                </a:solidFill>
              </a:rPr>
              <a:t>In addition to level 2 properties</a:t>
            </a:r>
            <a:endParaRPr dirty="0">
              <a:solidFill>
                <a:schemeClr val="tx1"/>
              </a:solidFill>
            </a:endParaRPr>
          </a:p>
          <a:p>
            <a:pPr marL="742932" lvl="1" indent="-279456">
              <a:spcBef>
                <a:spcPts val="480"/>
              </a:spcBef>
              <a:buSzPct val="55000"/>
            </a:pPr>
            <a:r>
              <a:rPr lang="en" sz="2400" b="1" dirty="0">
                <a:solidFill>
                  <a:schemeClr val="tx1"/>
                </a:solidFill>
              </a:rPr>
              <a:t>Snapshot isolation</a:t>
            </a:r>
            <a:endParaRPr b="1" dirty="0">
              <a:solidFill>
                <a:schemeClr val="tx1"/>
              </a:solidFill>
            </a:endParaRPr>
          </a:p>
          <a:p>
            <a:pPr marL="1142971" lvl="2" indent="-223832">
              <a:spcBef>
                <a:spcPts val="400"/>
              </a:spcBef>
              <a:buSzPct val="50000"/>
            </a:pPr>
            <a:r>
              <a:rPr lang="en" sz="2000" dirty="0">
                <a:solidFill>
                  <a:schemeClr val="tx1"/>
                </a:solidFill>
              </a:rPr>
              <a:t>transaction sees the data items that it reads based on the committed values of the items in the database snapshot (or database state) when the transaction starts. Snapshot isolation will ensure that the phantom record problem does not occur</a:t>
            </a:r>
            <a:endParaRPr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45"/>
          <p:cNvSpPr txBox="1">
            <a:spLocks noGrp="1"/>
          </p:cNvSpPr>
          <p:nvPr>
            <p:ph type="title"/>
          </p:nvPr>
        </p:nvSpPr>
        <p:spPr>
          <a:xfrm>
            <a:off x="628294" y="667847"/>
            <a:ext cx="11068049" cy="994200"/>
          </a:xfrm>
          <a:prstGeom prst="rect">
            <a:avLst/>
          </a:prstGeom>
          <a:noFill/>
          <a:ln>
            <a:noFill/>
          </a:ln>
        </p:spPr>
        <p:txBody>
          <a:bodyPr spcFirstLastPara="1" vert="horz" wrap="square" lIns="91425" tIns="45700" rIns="91425" bIns="45700" rtlCol="0" anchor="b" anchorCtr="0">
            <a:normAutofit fontScale="90000"/>
          </a:bodyPr>
          <a:lstStyle/>
          <a:p>
            <a:r>
              <a:rPr lang="en" b="1" dirty="0"/>
              <a:t>Characterizing Schedules Based on Recoverability</a:t>
            </a:r>
            <a:endParaRPr b="1" dirty="0"/>
          </a:p>
        </p:txBody>
      </p:sp>
      <p:sp>
        <p:nvSpPr>
          <p:cNvPr id="326" name="Google Shape;326;p45"/>
          <p:cNvSpPr txBox="1">
            <a:spLocks noGrp="1"/>
          </p:cNvSpPr>
          <p:nvPr>
            <p:ph idx="1"/>
          </p:nvPr>
        </p:nvSpPr>
        <p:spPr>
          <a:xfrm>
            <a:off x="1123951" y="1797300"/>
            <a:ext cx="10045402" cy="3263400"/>
          </a:xfrm>
          <a:prstGeom prst="rect">
            <a:avLst/>
          </a:prstGeom>
          <a:noFill/>
          <a:ln>
            <a:noFill/>
          </a:ln>
        </p:spPr>
        <p:txBody>
          <a:bodyPr spcFirstLastPara="1" vert="horz" wrap="square" lIns="91425" tIns="45700" rIns="0" bIns="45700" rtlCol="0" anchor="t" anchorCtr="0">
            <a:normAutofit/>
          </a:bodyPr>
          <a:lstStyle/>
          <a:p>
            <a:pPr marL="342891">
              <a:spcBef>
                <a:spcPts val="0"/>
              </a:spcBef>
              <a:buSzPts val="1680"/>
            </a:pPr>
            <a:r>
              <a:rPr lang="en" b="1" dirty="0">
                <a:solidFill>
                  <a:schemeClr val="tx1"/>
                </a:solidFill>
              </a:rPr>
              <a:t>Schedule or history</a:t>
            </a:r>
            <a:endParaRPr b="1" dirty="0">
              <a:solidFill>
                <a:schemeClr val="tx1"/>
              </a:solidFill>
            </a:endParaRPr>
          </a:p>
          <a:p>
            <a:pPr marL="742932" lvl="1" indent="-285744">
              <a:spcBef>
                <a:spcPts val="520"/>
              </a:spcBef>
              <a:buSzPts val="1430"/>
            </a:pPr>
            <a:r>
              <a:rPr lang="en" dirty="0">
                <a:solidFill>
                  <a:schemeClr val="tx1"/>
                </a:solidFill>
              </a:rPr>
              <a:t>Order of execution of operations from all transactions</a:t>
            </a:r>
            <a:endParaRPr dirty="0">
              <a:solidFill>
                <a:schemeClr val="tx1"/>
              </a:solidFill>
            </a:endParaRPr>
          </a:p>
          <a:p>
            <a:pPr marL="742932" lvl="1" indent="-285744">
              <a:spcBef>
                <a:spcPts val="520"/>
              </a:spcBef>
              <a:buSzPts val="1430"/>
            </a:pPr>
            <a:r>
              <a:rPr lang="en" dirty="0">
                <a:solidFill>
                  <a:schemeClr val="tx1"/>
                </a:solidFill>
              </a:rPr>
              <a:t>Operations from different transactions can be interleaved in the schedule</a:t>
            </a:r>
            <a:endParaRPr dirty="0">
              <a:solidFill>
                <a:schemeClr val="tx1"/>
              </a:solidFill>
            </a:endParaRPr>
          </a:p>
          <a:p>
            <a:pPr marL="342891">
              <a:spcBef>
                <a:spcPts val="560"/>
              </a:spcBef>
              <a:buSzPts val="1680"/>
            </a:pPr>
            <a:r>
              <a:rPr lang="en" b="1" dirty="0">
                <a:solidFill>
                  <a:schemeClr val="tx1"/>
                </a:solidFill>
              </a:rPr>
              <a:t>Total ordering of operations in a schedule</a:t>
            </a:r>
            <a:endParaRPr b="1" dirty="0">
              <a:solidFill>
                <a:schemeClr val="tx1"/>
              </a:solidFill>
            </a:endParaRPr>
          </a:p>
          <a:p>
            <a:pPr marL="742932" lvl="1" indent="-285744">
              <a:spcBef>
                <a:spcPts val="520"/>
              </a:spcBef>
              <a:buSzPts val="1430"/>
            </a:pPr>
            <a:r>
              <a:rPr lang="en" dirty="0">
                <a:solidFill>
                  <a:schemeClr val="tx1"/>
                </a:solidFill>
              </a:rPr>
              <a:t>For any two operations in the schedule, one must occur before the other</a:t>
            </a:r>
            <a:endParaRPr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46"/>
          <p:cNvSpPr txBox="1">
            <a:spLocks noGrp="1"/>
          </p:cNvSpPr>
          <p:nvPr>
            <p:ph type="title"/>
          </p:nvPr>
        </p:nvSpPr>
        <p:spPr>
          <a:xfrm>
            <a:off x="1186977" y="1144897"/>
            <a:ext cx="7886700" cy="587536"/>
          </a:xfrm>
          <a:prstGeom prst="rect">
            <a:avLst/>
          </a:prstGeom>
          <a:noFill/>
          <a:ln>
            <a:noFill/>
          </a:ln>
        </p:spPr>
        <p:txBody>
          <a:bodyPr spcFirstLastPara="1" vert="horz" wrap="square" lIns="91425" tIns="45700" rIns="91425" bIns="45700" rtlCol="0" anchor="b" anchorCtr="0">
            <a:normAutofit fontScale="90000"/>
          </a:bodyPr>
          <a:lstStyle/>
          <a:p>
            <a:r>
              <a:rPr lang="en" b="1" dirty="0">
                <a:solidFill>
                  <a:schemeClr val="tx1"/>
                </a:solidFill>
              </a:rPr>
              <a:t>Some Definitions</a:t>
            </a:r>
            <a:endParaRPr b="1" dirty="0">
              <a:solidFill>
                <a:schemeClr val="tx1"/>
              </a:solidFill>
            </a:endParaRPr>
          </a:p>
        </p:txBody>
      </p:sp>
      <p:sp>
        <p:nvSpPr>
          <p:cNvPr id="333" name="Google Shape;333;p46"/>
          <p:cNvSpPr txBox="1">
            <a:spLocks noGrp="1"/>
          </p:cNvSpPr>
          <p:nvPr>
            <p:ph idx="1"/>
          </p:nvPr>
        </p:nvSpPr>
        <p:spPr>
          <a:xfrm>
            <a:off x="1107678" y="1732433"/>
            <a:ext cx="10206954" cy="4165981"/>
          </a:xfrm>
          <a:prstGeom prst="rect">
            <a:avLst/>
          </a:prstGeom>
          <a:noFill/>
          <a:ln>
            <a:noFill/>
          </a:ln>
        </p:spPr>
        <p:txBody>
          <a:bodyPr spcFirstLastPara="1" vert="horz" wrap="square" lIns="91425" tIns="45700" rIns="0" bIns="45700" rtlCol="0" anchor="t" anchorCtr="0">
            <a:noAutofit/>
          </a:bodyPr>
          <a:lstStyle/>
          <a:p>
            <a:pPr marL="342891" indent="-337177">
              <a:spcBef>
                <a:spcPts val="0"/>
              </a:spcBef>
              <a:buSzPct val="60000"/>
            </a:pPr>
            <a:r>
              <a:rPr lang="en" sz="2133" b="1" dirty="0">
                <a:solidFill>
                  <a:schemeClr val="tx1"/>
                </a:solidFill>
              </a:rPr>
              <a:t>Schedule</a:t>
            </a:r>
            <a:endParaRPr sz="2133" b="1" dirty="0">
              <a:solidFill>
                <a:schemeClr val="tx1"/>
              </a:solidFill>
            </a:endParaRPr>
          </a:p>
          <a:p>
            <a:pPr marL="742932" lvl="1" indent="-280504">
              <a:spcBef>
                <a:spcPts val="400"/>
              </a:spcBef>
              <a:buSzPct val="55000"/>
            </a:pPr>
            <a:r>
              <a:rPr lang="en" sz="2133" dirty="0">
                <a:solidFill>
                  <a:schemeClr val="tx1"/>
                </a:solidFill>
              </a:rPr>
              <a:t>A sequence of the operations by a set of concurrent transactions that preserves the order of the operations in each of the individual transactions.</a:t>
            </a:r>
            <a:endParaRPr sz="2133" dirty="0">
              <a:solidFill>
                <a:schemeClr val="tx1"/>
              </a:solidFill>
            </a:endParaRPr>
          </a:p>
          <a:p>
            <a:pPr marL="342891" indent="-337177">
              <a:spcBef>
                <a:spcPts val="400"/>
              </a:spcBef>
              <a:buSzPct val="60000"/>
            </a:pPr>
            <a:r>
              <a:rPr lang="en" sz="2133" b="1" dirty="0">
                <a:solidFill>
                  <a:schemeClr val="tx1"/>
                </a:solidFill>
              </a:rPr>
              <a:t>Serial Schedule</a:t>
            </a:r>
            <a:endParaRPr sz="2133" b="1" dirty="0">
              <a:solidFill>
                <a:schemeClr val="tx1"/>
              </a:solidFill>
            </a:endParaRPr>
          </a:p>
          <a:p>
            <a:pPr marL="742932" lvl="1" indent="-280504">
              <a:spcBef>
                <a:spcPts val="400"/>
              </a:spcBef>
              <a:buSzPct val="55000"/>
            </a:pPr>
            <a:r>
              <a:rPr lang="en" sz="2133" dirty="0">
                <a:solidFill>
                  <a:schemeClr val="tx1"/>
                </a:solidFill>
              </a:rPr>
              <a:t>A schedule where the operations of each transaction are executed consecutively without any interleaved operations from other transactions.</a:t>
            </a:r>
            <a:endParaRPr sz="2133" dirty="0">
              <a:solidFill>
                <a:schemeClr val="tx1"/>
              </a:solidFill>
            </a:endParaRPr>
          </a:p>
          <a:p>
            <a:pPr marL="342891" indent="-337177">
              <a:spcBef>
                <a:spcPts val="400"/>
              </a:spcBef>
              <a:buSzPct val="60000"/>
            </a:pPr>
            <a:r>
              <a:rPr lang="en" sz="2133" b="1" dirty="0">
                <a:solidFill>
                  <a:schemeClr val="tx1"/>
                </a:solidFill>
              </a:rPr>
              <a:t>Non-serial Schedule</a:t>
            </a:r>
            <a:endParaRPr sz="2133" b="1" dirty="0">
              <a:solidFill>
                <a:schemeClr val="tx1"/>
              </a:solidFill>
            </a:endParaRPr>
          </a:p>
          <a:p>
            <a:pPr marL="742932" lvl="1" indent="-280504">
              <a:spcBef>
                <a:spcPts val="400"/>
              </a:spcBef>
              <a:buSzPct val="55000"/>
            </a:pPr>
            <a:r>
              <a:rPr lang="en" sz="2133" dirty="0">
                <a:solidFill>
                  <a:schemeClr val="tx1"/>
                </a:solidFill>
              </a:rPr>
              <a:t>A schedule where the operations from a set of concurrent transactions are interleaved.</a:t>
            </a:r>
            <a:endParaRPr sz="2133" dirty="0">
              <a:solidFill>
                <a:schemeClr val="tx1"/>
              </a:solidFill>
            </a:endParaRPr>
          </a:p>
        </p:txBody>
      </p:sp>
      <p:sp>
        <p:nvSpPr>
          <p:cNvPr id="334" name="Google Shape;334;p46"/>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25" tIns="45700" rIns="91425" bIns="45700" rtlCol="0" anchor="b" anchorCtr="0">
            <a:noAutofit/>
          </a:bodyPr>
          <a:lstStyle/>
          <a:p>
            <a:fld id="{00000000-1234-1234-1234-123412341234}" type="slidenum">
              <a:rPr lang="en"/>
              <a:p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7"/>
          <p:cNvSpPr txBox="1">
            <a:spLocks noGrp="1"/>
          </p:cNvSpPr>
          <p:nvPr>
            <p:ph type="title"/>
          </p:nvPr>
        </p:nvSpPr>
        <p:spPr>
          <a:xfrm>
            <a:off x="1112244" y="626301"/>
            <a:ext cx="7898407" cy="1165708"/>
          </a:xfrm>
          <a:prstGeom prst="rect">
            <a:avLst/>
          </a:prstGeom>
          <a:noFill/>
          <a:ln>
            <a:noFill/>
          </a:ln>
        </p:spPr>
        <p:txBody>
          <a:bodyPr spcFirstLastPara="1" vert="horz" wrap="square" lIns="91425" tIns="45700" rIns="91425" bIns="45700" rtlCol="0" anchor="b" anchorCtr="0">
            <a:normAutofit/>
          </a:bodyPr>
          <a:lstStyle/>
          <a:p>
            <a:r>
              <a:rPr lang="en" b="1" dirty="0">
                <a:solidFill>
                  <a:schemeClr val="tx1"/>
                </a:solidFill>
              </a:rPr>
              <a:t> Serializablity</a:t>
            </a:r>
            <a:endParaRPr b="1" dirty="0">
              <a:solidFill>
                <a:schemeClr val="tx1"/>
              </a:solidFill>
            </a:endParaRPr>
          </a:p>
        </p:txBody>
      </p:sp>
      <p:sp>
        <p:nvSpPr>
          <p:cNvPr id="340" name="Google Shape;340;p47"/>
          <p:cNvSpPr txBox="1">
            <a:spLocks noGrp="1"/>
          </p:cNvSpPr>
          <p:nvPr>
            <p:ph idx="1"/>
          </p:nvPr>
        </p:nvSpPr>
        <p:spPr>
          <a:xfrm>
            <a:off x="1112243" y="1792009"/>
            <a:ext cx="10219479" cy="4467612"/>
          </a:xfrm>
          <a:prstGeom prst="rect">
            <a:avLst/>
          </a:prstGeom>
          <a:noFill/>
          <a:ln>
            <a:noFill/>
          </a:ln>
        </p:spPr>
        <p:txBody>
          <a:bodyPr spcFirstLastPara="1" vert="horz" wrap="square" lIns="91425" tIns="45700" rIns="0" bIns="45700" rtlCol="0" anchor="t" anchorCtr="0">
            <a:normAutofit/>
          </a:bodyPr>
          <a:lstStyle/>
          <a:p>
            <a:pPr marL="342891" indent="-337177">
              <a:spcBef>
                <a:spcPts val="400"/>
              </a:spcBef>
              <a:buSzPct val="60000"/>
            </a:pPr>
            <a:r>
              <a:rPr lang="en-US" sz="2133" b="1" dirty="0">
                <a:solidFill>
                  <a:schemeClr val="tx1"/>
                </a:solidFill>
              </a:rPr>
              <a:t>Serializability</a:t>
            </a:r>
          </a:p>
          <a:p>
            <a:pPr marL="742932" lvl="1" indent="-280504">
              <a:spcBef>
                <a:spcPts val="400"/>
              </a:spcBef>
              <a:buSzPct val="55000"/>
            </a:pPr>
            <a:r>
              <a:rPr lang="en-US" sz="2400" dirty="0">
                <a:solidFill>
                  <a:schemeClr val="tx1"/>
                </a:solidFill>
              </a:rPr>
              <a:t>Find non-serial schedules that allow transactions to execute concurrently without interfering with one another, and thereby produce a database state that could be produced by a serial execution.</a:t>
            </a:r>
            <a:endParaRPr lang="en" sz="2400" dirty="0">
              <a:solidFill>
                <a:schemeClr val="tx1"/>
              </a:solidFill>
            </a:endParaRPr>
          </a:p>
          <a:p>
            <a:pPr marL="342891">
              <a:spcBef>
                <a:spcPts val="0"/>
              </a:spcBef>
              <a:buSzPts val="1680"/>
            </a:pPr>
            <a:r>
              <a:rPr lang="en" dirty="0">
                <a:solidFill>
                  <a:schemeClr val="tx1"/>
                </a:solidFill>
              </a:rPr>
              <a:t>If a set of transactions executes concurrently, We say that the (non-serial) schedule is correct </a:t>
            </a:r>
            <a:endParaRPr dirty="0">
              <a:solidFill>
                <a:schemeClr val="tx1"/>
              </a:solidFill>
            </a:endParaRPr>
          </a:p>
          <a:p>
            <a:pPr marL="742932" lvl="1" indent="-285744">
              <a:spcBef>
                <a:spcPts val="520"/>
              </a:spcBef>
              <a:buSzPts val="1430"/>
            </a:pPr>
            <a:r>
              <a:rPr lang="en" dirty="0">
                <a:solidFill>
                  <a:schemeClr val="tx1"/>
                </a:solidFill>
              </a:rPr>
              <a:t>If it produces the same result as some serial execution. </a:t>
            </a:r>
            <a:endParaRPr dirty="0">
              <a:solidFill>
                <a:schemeClr val="tx1"/>
              </a:solidFill>
            </a:endParaRPr>
          </a:p>
          <a:p>
            <a:pPr marL="342891">
              <a:spcBef>
                <a:spcPts val="560"/>
              </a:spcBef>
              <a:buSzPts val="1680"/>
            </a:pPr>
            <a:r>
              <a:rPr lang="en" dirty="0">
                <a:solidFill>
                  <a:schemeClr val="tx1"/>
                </a:solidFill>
              </a:rPr>
              <a:t>Such a schedule is called </a:t>
            </a:r>
            <a:r>
              <a:rPr lang="en" b="1" i="1" dirty="0">
                <a:solidFill>
                  <a:schemeClr val="tx1"/>
                </a:solidFill>
              </a:rPr>
              <a:t>serializable</a:t>
            </a:r>
            <a:r>
              <a:rPr lang="en" dirty="0">
                <a:solidFill>
                  <a:schemeClr val="tx1"/>
                </a:solidFill>
              </a:rPr>
              <a:t>. </a:t>
            </a:r>
            <a:endParaRPr dirty="0">
              <a:solidFill>
                <a:schemeClr val="tx1"/>
              </a:solidFill>
            </a:endParaRPr>
          </a:p>
          <a:p>
            <a:pPr marL="342891">
              <a:spcBef>
                <a:spcPts val="560"/>
              </a:spcBef>
              <a:buSzPts val="1680"/>
            </a:pPr>
            <a:r>
              <a:rPr lang="en" dirty="0">
                <a:solidFill>
                  <a:schemeClr val="tx1"/>
                </a:solidFill>
              </a:rPr>
              <a:t>To prevent inconsistency from transactions interfering with one another… it is essential to guarantee serializability of concurrent transactions.</a:t>
            </a:r>
            <a:endParaRPr dirty="0">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8"/>
          <p:cNvSpPr txBox="1">
            <a:spLocks noGrp="1"/>
          </p:cNvSpPr>
          <p:nvPr>
            <p:ph type="title"/>
          </p:nvPr>
        </p:nvSpPr>
        <p:spPr>
          <a:xfrm>
            <a:off x="1123951" y="463671"/>
            <a:ext cx="10729066" cy="1302701"/>
          </a:xfrm>
          <a:prstGeom prst="rect">
            <a:avLst/>
          </a:prstGeom>
          <a:noFill/>
          <a:ln>
            <a:noFill/>
          </a:ln>
        </p:spPr>
        <p:txBody>
          <a:bodyPr spcFirstLastPara="1" vert="horz" wrap="square" lIns="91425" tIns="45700" rIns="91425" bIns="45700" rtlCol="0" anchor="b" anchorCtr="0">
            <a:normAutofit fontScale="90000"/>
          </a:bodyPr>
          <a:lstStyle/>
          <a:p>
            <a:r>
              <a:rPr lang="en" b="1" dirty="0">
                <a:solidFill>
                  <a:schemeClr val="tx1"/>
                </a:solidFill>
              </a:rPr>
              <a:t>Characterizing Schedules Based on Recoverability (cont’d.)</a:t>
            </a:r>
            <a:endParaRPr b="1" dirty="0">
              <a:solidFill>
                <a:schemeClr val="tx1"/>
              </a:solidFill>
            </a:endParaRPr>
          </a:p>
        </p:txBody>
      </p:sp>
      <p:sp>
        <p:nvSpPr>
          <p:cNvPr id="347" name="Google Shape;347;p48"/>
          <p:cNvSpPr txBox="1">
            <a:spLocks noGrp="1"/>
          </p:cNvSpPr>
          <p:nvPr>
            <p:ph idx="1"/>
          </p:nvPr>
        </p:nvSpPr>
        <p:spPr>
          <a:xfrm>
            <a:off x="1204068" y="1766372"/>
            <a:ext cx="10264388" cy="3263400"/>
          </a:xfrm>
          <a:prstGeom prst="rect">
            <a:avLst/>
          </a:prstGeom>
          <a:noFill/>
          <a:ln>
            <a:noFill/>
          </a:ln>
        </p:spPr>
        <p:txBody>
          <a:bodyPr spcFirstLastPara="1" vert="horz" wrap="square" lIns="91425" tIns="45700" rIns="0" bIns="45700" rtlCol="0" anchor="t" anchorCtr="0">
            <a:normAutofit/>
          </a:bodyPr>
          <a:lstStyle/>
          <a:p>
            <a:pPr marL="342891">
              <a:spcBef>
                <a:spcPts val="0"/>
              </a:spcBef>
              <a:buSzPts val="1680"/>
            </a:pPr>
            <a:r>
              <a:rPr lang="en" sz="2400" dirty="0">
                <a:solidFill>
                  <a:schemeClr val="tx1"/>
                </a:solidFill>
              </a:rPr>
              <a:t>Two conflicting operations in a schedule</a:t>
            </a:r>
            <a:endParaRPr sz="2400" dirty="0">
              <a:solidFill>
                <a:schemeClr val="tx1"/>
              </a:solidFill>
            </a:endParaRPr>
          </a:p>
          <a:p>
            <a:pPr marL="742932" lvl="1" indent="-285744">
              <a:spcBef>
                <a:spcPts val="520"/>
              </a:spcBef>
              <a:buSzPts val="1430"/>
            </a:pPr>
            <a:r>
              <a:rPr lang="en" sz="2000" dirty="0">
                <a:solidFill>
                  <a:schemeClr val="tx1"/>
                </a:solidFill>
              </a:rPr>
              <a:t>Operations belong to different transactions</a:t>
            </a:r>
            <a:endParaRPr sz="2000" dirty="0">
              <a:solidFill>
                <a:schemeClr val="tx1"/>
              </a:solidFill>
            </a:endParaRPr>
          </a:p>
          <a:p>
            <a:pPr marL="742932" lvl="1" indent="-285744">
              <a:spcBef>
                <a:spcPts val="520"/>
              </a:spcBef>
              <a:buSzPts val="1430"/>
            </a:pPr>
            <a:r>
              <a:rPr lang="en" sz="2000" dirty="0">
                <a:solidFill>
                  <a:schemeClr val="tx1"/>
                </a:solidFill>
              </a:rPr>
              <a:t>Operations access the same item X</a:t>
            </a:r>
            <a:endParaRPr sz="2000" dirty="0">
              <a:solidFill>
                <a:schemeClr val="tx1"/>
              </a:solidFill>
            </a:endParaRPr>
          </a:p>
          <a:p>
            <a:pPr marL="742932" lvl="1" indent="-285744">
              <a:spcBef>
                <a:spcPts val="520"/>
              </a:spcBef>
              <a:buSzPts val="1430"/>
            </a:pPr>
            <a:r>
              <a:rPr lang="en" sz="2000" dirty="0">
                <a:solidFill>
                  <a:schemeClr val="tx1"/>
                </a:solidFill>
              </a:rPr>
              <a:t>At least one of the operations is a write_item(X)</a:t>
            </a:r>
            <a:endParaRPr sz="2000" dirty="0">
              <a:solidFill>
                <a:schemeClr val="tx1"/>
              </a:solidFill>
            </a:endParaRPr>
          </a:p>
          <a:p>
            <a:pPr marL="342891">
              <a:spcBef>
                <a:spcPts val="560"/>
              </a:spcBef>
              <a:buSzPts val="1680"/>
            </a:pPr>
            <a:r>
              <a:rPr lang="en" sz="2400" dirty="0">
                <a:solidFill>
                  <a:schemeClr val="tx1"/>
                </a:solidFill>
              </a:rPr>
              <a:t>Two operations conflict if changing their order results in a different outcome</a:t>
            </a:r>
            <a:endParaRPr sz="2400" dirty="0">
              <a:solidFill>
                <a:schemeClr val="tx1"/>
              </a:solidFill>
            </a:endParaRPr>
          </a:p>
          <a:p>
            <a:pPr marL="342891">
              <a:spcBef>
                <a:spcPts val="560"/>
              </a:spcBef>
              <a:buSzPts val="1680"/>
            </a:pPr>
            <a:r>
              <a:rPr lang="en" sz="2400" dirty="0">
                <a:solidFill>
                  <a:schemeClr val="tx1"/>
                </a:solidFill>
              </a:rPr>
              <a:t>Read-write conflict</a:t>
            </a:r>
            <a:endParaRPr sz="2400" dirty="0">
              <a:solidFill>
                <a:schemeClr val="tx1"/>
              </a:solidFill>
            </a:endParaRPr>
          </a:p>
          <a:p>
            <a:pPr marL="342891">
              <a:spcBef>
                <a:spcPts val="560"/>
              </a:spcBef>
              <a:buSzPts val="1680"/>
            </a:pPr>
            <a:r>
              <a:rPr lang="en" sz="2400" dirty="0">
                <a:solidFill>
                  <a:schemeClr val="tx1"/>
                </a:solidFill>
              </a:rPr>
              <a:t>Write-write conflict</a:t>
            </a:r>
            <a:endParaRPr sz="2400" dirty="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E9B20D-D16F-A005-D6CE-46B83BBCFAE7}"/>
              </a:ext>
            </a:extLst>
          </p:cNvPr>
          <p:cNvPicPr>
            <a:picLocks noChangeAspect="1"/>
          </p:cNvPicPr>
          <p:nvPr/>
        </p:nvPicPr>
        <p:blipFill>
          <a:blip r:embed="rId2"/>
          <a:stretch>
            <a:fillRect/>
          </a:stretch>
        </p:blipFill>
        <p:spPr>
          <a:xfrm>
            <a:off x="2869726" y="261257"/>
            <a:ext cx="6452548" cy="5746978"/>
          </a:xfrm>
          <a:prstGeom prst="rect">
            <a:avLst/>
          </a:prstGeom>
        </p:spPr>
      </p:pic>
    </p:spTree>
    <p:extLst>
      <p:ext uri="{BB962C8B-B14F-4D97-AF65-F5344CB8AC3E}">
        <p14:creationId xmlns:p14="http://schemas.microsoft.com/office/powerpoint/2010/main" val="3569780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9"/>
          <p:cNvSpPr txBox="1">
            <a:spLocks noGrp="1"/>
          </p:cNvSpPr>
          <p:nvPr>
            <p:ph type="title"/>
          </p:nvPr>
        </p:nvSpPr>
        <p:spPr>
          <a:xfrm>
            <a:off x="1123951" y="737989"/>
            <a:ext cx="10301776" cy="994200"/>
          </a:xfrm>
          <a:prstGeom prst="rect">
            <a:avLst/>
          </a:prstGeom>
          <a:noFill/>
          <a:ln>
            <a:noFill/>
          </a:ln>
        </p:spPr>
        <p:txBody>
          <a:bodyPr spcFirstLastPara="1" vert="horz" wrap="square" lIns="91425" tIns="45700" rIns="91425" bIns="45700" rtlCol="0" anchor="b" anchorCtr="0">
            <a:normAutofit fontScale="90000"/>
          </a:bodyPr>
          <a:lstStyle/>
          <a:p>
            <a:r>
              <a:rPr lang="en" b="1" dirty="0">
                <a:solidFill>
                  <a:schemeClr val="tx1"/>
                </a:solidFill>
              </a:rPr>
              <a:t>Characterizing Schedules Based on Recoverability (cont’d.)</a:t>
            </a:r>
            <a:endParaRPr b="1" dirty="0">
              <a:solidFill>
                <a:schemeClr val="tx1"/>
              </a:solidFill>
            </a:endParaRPr>
          </a:p>
        </p:txBody>
      </p:sp>
      <p:sp>
        <p:nvSpPr>
          <p:cNvPr id="354" name="Google Shape;354;p49"/>
          <p:cNvSpPr txBox="1">
            <a:spLocks noGrp="1"/>
          </p:cNvSpPr>
          <p:nvPr>
            <p:ph idx="1"/>
          </p:nvPr>
        </p:nvSpPr>
        <p:spPr>
          <a:xfrm>
            <a:off x="1221159" y="1797300"/>
            <a:ext cx="10119110" cy="3263400"/>
          </a:xfrm>
          <a:prstGeom prst="rect">
            <a:avLst/>
          </a:prstGeom>
          <a:noFill/>
          <a:ln>
            <a:noFill/>
          </a:ln>
        </p:spPr>
        <p:txBody>
          <a:bodyPr spcFirstLastPara="1" vert="horz" wrap="square" lIns="91425" tIns="45700" rIns="0" bIns="45700" rtlCol="0" anchor="t" anchorCtr="0">
            <a:normAutofit/>
          </a:bodyPr>
          <a:lstStyle/>
          <a:p>
            <a:pPr marL="342891">
              <a:spcBef>
                <a:spcPts val="0"/>
              </a:spcBef>
              <a:buSzPts val="1440"/>
            </a:pPr>
            <a:r>
              <a:rPr lang="en" sz="2400" b="1" dirty="0">
                <a:solidFill>
                  <a:schemeClr val="tx1"/>
                </a:solidFill>
              </a:rPr>
              <a:t>Recoverable schedules</a:t>
            </a:r>
            <a:endParaRPr b="1" dirty="0">
              <a:solidFill>
                <a:schemeClr val="tx1"/>
              </a:solidFill>
            </a:endParaRPr>
          </a:p>
          <a:p>
            <a:pPr marL="742932" lvl="1" indent="-285744">
              <a:spcBef>
                <a:spcPts val="480"/>
              </a:spcBef>
              <a:buSzPts val="1320"/>
            </a:pPr>
            <a:r>
              <a:rPr lang="en" sz="2400" dirty="0">
                <a:solidFill>
                  <a:schemeClr val="tx1"/>
                </a:solidFill>
              </a:rPr>
              <a:t>Recovery is possible</a:t>
            </a:r>
            <a:endParaRPr dirty="0">
              <a:solidFill>
                <a:schemeClr val="tx1"/>
              </a:solidFill>
            </a:endParaRPr>
          </a:p>
          <a:p>
            <a:pPr marL="342891">
              <a:spcBef>
                <a:spcPts val="480"/>
              </a:spcBef>
              <a:buSzPts val="1440"/>
            </a:pPr>
            <a:r>
              <a:rPr lang="en" sz="2400" dirty="0">
                <a:solidFill>
                  <a:schemeClr val="tx1"/>
                </a:solidFill>
              </a:rPr>
              <a:t>Nonrecoverable schedules should not be permitted by the DBMS</a:t>
            </a:r>
            <a:endParaRPr dirty="0">
              <a:solidFill>
                <a:schemeClr val="tx1"/>
              </a:solidFill>
            </a:endParaRPr>
          </a:p>
          <a:p>
            <a:pPr marL="342891">
              <a:spcBef>
                <a:spcPts val="480"/>
              </a:spcBef>
              <a:buSzPts val="1440"/>
            </a:pPr>
            <a:r>
              <a:rPr lang="en" sz="2400" dirty="0">
                <a:solidFill>
                  <a:schemeClr val="tx1"/>
                </a:solidFill>
              </a:rPr>
              <a:t>No committed transaction ever needs to be rolled back</a:t>
            </a:r>
            <a:endParaRPr dirty="0">
              <a:solidFill>
                <a:schemeClr val="tx1"/>
              </a:solidFill>
            </a:endParaRPr>
          </a:p>
          <a:p>
            <a:pPr marL="342891">
              <a:spcBef>
                <a:spcPts val="480"/>
              </a:spcBef>
              <a:buSzPts val="1440"/>
            </a:pPr>
            <a:r>
              <a:rPr lang="en" sz="2400" b="1" i="1" dirty="0">
                <a:solidFill>
                  <a:schemeClr val="tx1"/>
                </a:solidFill>
              </a:rPr>
              <a:t>Cascading rollback </a:t>
            </a:r>
            <a:r>
              <a:rPr lang="en" sz="2400" dirty="0">
                <a:solidFill>
                  <a:schemeClr val="tx1"/>
                </a:solidFill>
              </a:rPr>
              <a:t>is a situation: where an uncommitted transaction has to be rolled back because it read an item from a transaction that failed.</a:t>
            </a:r>
            <a:endParaRPr dirty="0">
              <a:solidFill>
                <a:schemeClr val="tx1"/>
              </a:solidFill>
            </a:endParaRPr>
          </a:p>
          <a:p>
            <a:pPr marL="742932" lvl="1" indent="-285744">
              <a:spcBef>
                <a:spcPts val="440"/>
              </a:spcBef>
              <a:buSzPts val="1210"/>
            </a:pPr>
            <a:r>
              <a:rPr lang="en" sz="2200" dirty="0">
                <a:solidFill>
                  <a:schemeClr val="tx1"/>
                </a:solidFill>
              </a:rPr>
              <a:t>Cascading rollback may occur in some recoverable schedules</a:t>
            </a:r>
            <a:endParaRPr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281A8-C33D-11C4-AE01-6A7653629539}"/>
              </a:ext>
            </a:extLst>
          </p:cNvPr>
          <p:cNvSpPr>
            <a:spLocks noGrp="1"/>
          </p:cNvSpPr>
          <p:nvPr>
            <p:ph type="title"/>
          </p:nvPr>
        </p:nvSpPr>
        <p:spPr/>
        <p:txBody>
          <a:bodyPr/>
          <a:lstStyle/>
          <a:p>
            <a:r>
              <a:rPr lang="en-US" dirty="0">
                <a:solidFill>
                  <a:schemeClr val="tx1"/>
                </a:solidFill>
              </a:rPr>
              <a:t>Example</a:t>
            </a:r>
          </a:p>
        </p:txBody>
      </p:sp>
      <p:pic>
        <p:nvPicPr>
          <p:cNvPr id="5" name="Content Placeholder 4">
            <a:extLst>
              <a:ext uri="{FF2B5EF4-FFF2-40B4-BE49-F238E27FC236}">
                <a16:creationId xmlns:a16="http://schemas.microsoft.com/office/drawing/2014/main" id="{D87310F8-3F2A-A853-4A82-1504CFF41FB4}"/>
              </a:ext>
            </a:extLst>
          </p:cNvPr>
          <p:cNvPicPr>
            <a:picLocks noGrp="1" noChangeAspect="1"/>
          </p:cNvPicPr>
          <p:nvPr>
            <p:ph idx="1"/>
          </p:nvPr>
        </p:nvPicPr>
        <p:blipFill>
          <a:blip r:embed="rId2"/>
          <a:stretch>
            <a:fillRect/>
          </a:stretch>
        </p:blipFill>
        <p:spPr>
          <a:xfrm>
            <a:off x="2371611" y="1763487"/>
            <a:ext cx="7448777" cy="4196144"/>
          </a:xfrm>
        </p:spPr>
      </p:pic>
    </p:spTree>
    <p:extLst>
      <p:ext uri="{BB962C8B-B14F-4D97-AF65-F5344CB8AC3E}">
        <p14:creationId xmlns:p14="http://schemas.microsoft.com/office/powerpoint/2010/main" val="92891423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3857</TotalTime>
  <Words>989</Words>
  <Application>Microsoft Office PowerPoint</Application>
  <PresentationFormat>Widescreen</PresentationFormat>
  <Paragraphs>124</Paragraphs>
  <Slides>19</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Times New Roman</vt:lpstr>
      <vt:lpstr>Retrospect</vt:lpstr>
      <vt:lpstr> Database Systems</vt:lpstr>
      <vt:lpstr>The Phantom/non repeatable Read Problem</vt:lpstr>
      <vt:lpstr>Why Recovery is Needed</vt:lpstr>
      <vt:lpstr>Transaction and System Concepts</vt:lpstr>
      <vt:lpstr>Transaction and System Concepts (cont’d.)</vt:lpstr>
      <vt:lpstr>The System Log</vt:lpstr>
      <vt:lpstr>Commit Point of a Transaction</vt:lpstr>
      <vt:lpstr>DBMS-Specific Buffer Replacement Policies</vt:lpstr>
      <vt:lpstr>DBMS-Specific Buffer Replacement Policies (cont’d.)</vt:lpstr>
      <vt:lpstr>DBMS-Specific Buffer Replacement Policies (cont’d.)</vt:lpstr>
      <vt:lpstr>Desirable Properties of Transactions</vt:lpstr>
      <vt:lpstr>Desirable Properties of Transactions (cont’d.)</vt:lpstr>
      <vt:lpstr>Characterizing Schedules Based on Recoverability</vt:lpstr>
      <vt:lpstr>Some Definitions</vt:lpstr>
      <vt:lpstr> Serializablity</vt:lpstr>
      <vt:lpstr>Characterizing Schedules Based on Recoverability (cont’d.)</vt:lpstr>
      <vt:lpstr>PowerPoint Presentation</vt:lpstr>
      <vt:lpstr>Characterizing Schedules Based on Recoverability (cont’d.)</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46</cp:revision>
  <dcterms:created xsi:type="dcterms:W3CDTF">2024-08-09T06:58:16Z</dcterms:created>
  <dcterms:modified xsi:type="dcterms:W3CDTF">2024-11-12T13:37:27Z</dcterms:modified>
</cp:coreProperties>
</file>