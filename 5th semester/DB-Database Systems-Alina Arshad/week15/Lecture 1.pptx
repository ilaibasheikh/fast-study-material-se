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266" r:id="rId12"/>
    <p:sldId id="267" r:id="rId13"/>
    <p:sldId id="268" r:id="rId14"/>
    <p:sldId id="269" r:id="rId15"/>
    <p:sldId id="270" r:id="rId16"/>
    <p:sldId id="328" r:id="rId17"/>
    <p:sldId id="329" r:id="rId18"/>
    <p:sldId id="33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DEAE4E-3CA3-47E0-B777-F47022A727F5}" v="6" dt="2024-11-13T08:20:18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6" autoAdjust="0"/>
    <p:restoredTop sz="93385" autoAdjust="0"/>
  </p:normalViewPr>
  <p:slideViewPr>
    <p:cSldViewPr snapToGrid="0">
      <p:cViewPr varScale="1">
        <p:scale>
          <a:sx n="69" d="100"/>
          <a:sy n="69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6EDDA1BD-D3CC-45E4-ACF9-6AC323ACE8EB}"/>
    <pc:docChg chg="modSld">
      <pc:chgData name="Ms Alina Arshad" userId="cccdfd85-d35d-4453-9c6f-a463aae40722" providerId="ADAL" clId="{6EDDA1BD-D3CC-45E4-ACF9-6AC323ACE8EB}" dt="2024-10-01T05:29:43.597" v="2" actId="478"/>
      <pc:docMkLst>
        <pc:docMk/>
      </pc:docMkLst>
      <pc:sldChg chg="modSp mod">
        <pc:chgData name="Ms Alina Arshad" userId="cccdfd85-d35d-4453-9c6f-a463aae40722" providerId="ADAL" clId="{6EDDA1BD-D3CC-45E4-ACF9-6AC323ACE8EB}" dt="2024-10-01T05:14:42.548" v="1" actId="20577"/>
        <pc:sldMkLst>
          <pc:docMk/>
          <pc:sldMk cId="0" sldId="352"/>
        </pc:sldMkLst>
        <pc:spChg chg="mod">
          <ac:chgData name="Ms Alina Arshad" userId="cccdfd85-d35d-4453-9c6f-a463aae40722" providerId="ADAL" clId="{6EDDA1BD-D3CC-45E4-ACF9-6AC323ACE8EB}" dt="2024-10-01T05:14:42.548" v="1" actId="20577"/>
          <ac:spMkLst>
            <pc:docMk/>
            <pc:sldMk cId="0" sldId="352"/>
            <ac:spMk id="64516" creationId="{D2D679A3-2E8D-4632-948B-DAF7F009B134}"/>
          </ac:spMkLst>
        </pc:spChg>
      </pc:sldChg>
      <pc:sldChg chg="delSp">
        <pc:chgData name="Ms Alina Arshad" userId="cccdfd85-d35d-4453-9c6f-a463aae40722" providerId="ADAL" clId="{6EDDA1BD-D3CC-45E4-ACF9-6AC323ACE8EB}" dt="2024-10-01T05:29:43.597" v="2" actId="478"/>
        <pc:sldMkLst>
          <pc:docMk/>
          <pc:sldMk cId="0" sldId="368"/>
        </pc:sldMkLst>
        <pc:spChg chg="del">
          <ac:chgData name="Ms Alina Arshad" userId="cccdfd85-d35d-4453-9c6f-a463aae40722" providerId="ADAL" clId="{6EDDA1BD-D3CC-45E4-ACF9-6AC323ACE8EB}" dt="2024-10-01T05:29:43.597" v="2" actId="478"/>
          <ac:spMkLst>
            <pc:docMk/>
            <pc:sldMk cId="0" sldId="368"/>
            <ac:spMk id="80898" creationId="{52ED864D-0629-4251-9D8E-CE2EF8458A4D}"/>
          </ac:spMkLst>
        </pc:spChg>
      </pc:sldChg>
    </pc:docChg>
  </pc:docChgLst>
  <pc:docChgLst>
    <pc:chgData name="Ms Alina Arshad" userId="cccdfd85-d35d-4453-9c6f-a463aae40722" providerId="ADAL" clId="{D4C91E6F-B9DD-440D-9732-C61CDFB6C2C8}"/>
    <pc:docChg chg="undo custSel addSld delSld modSld">
      <pc:chgData name="Ms Alina Arshad" userId="cccdfd85-d35d-4453-9c6f-a463aae40722" providerId="ADAL" clId="{D4C91E6F-B9DD-440D-9732-C61CDFB6C2C8}" dt="2024-09-22T13:28:42.450" v="404" actId="1076"/>
      <pc:docMkLst>
        <pc:docMk/>
      </pc:docMkLst>
      <pc:sldChg chg="new del">
        <pc:chgData name="Ms Alina Arshad" userId="cccdfd85-d35d-4453-9c6f-a463aae40722" providerId="ADAL" clId="{D4C91E6F-B9DD-440D-9732-C61CDFB6C2C8}" dt="2024-09-22T13:07:42.221" v="218" actId="680"/>
        <pc:sldMkLst>
          <pc:docMk/>
          <pc:sldMk cId="1855390167" sldId="256"/>
        </pc:sldMkLst>
      </pc:sldChg>
      <pc:sldChg chg="modSp add del mod">
        <pc:chgData name="Ms Alina Arshad" userId="cccdfd85-d35d-4453-9c6f-a463aae40722" providerId="ADAL" clId="{D4C91E6F-B9DD-440D-9732-C61CDFB6C2C8}" dt="2024-09-22T13:07:42.671" v="219" actId="47"/>
        <pc:sldMkLst>
          <pc:docMk/>
          <pc:sldMk cId="3322361034" sldId="256"/>
        </pc:sldMkLst>
        <pc:spChg chg="mod">
          <ac:chgData name="Ms Alina Arshad" userId="cccdfd85-d35d-4453-9c6f-a463aae40722" providerId="ADAL" clId="{D4C91E6F-B9DD-440D-9732-C61CDFB6C2C8}" dt="2024-09-22T13:02:12.272" v="129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D4C91E6F-B9DD-440D-9732-C61CDFB6C2C8}" dt="2024-09-22T13:02:23.599" v="131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D4C91E6F-B9DD-440D-9732-C61CDFB6C2C8}" dt="2024-09-22T13:08:06.675" v="233" actId="47"/>
        <pc:sldMkLst>
          <pc:docMk/>
          <pc:sldMk cId="2343470586" sldId="257"/>
        </pc:sldMkLst>
        <pc:spChg chg="mod">
          <ac:chgData name="Ms Alina Arshad" userId="cccdfd85-d35d-4453-9c6f-a463aae40722" providerId="ADAL" clId="{D4C91E6F-B9DD-440D-9732-C61CDFB6C2C8}" dt="2024-09-22T13:07:58.750" v="224" actId="27636"/>
          <ac:spMkLst>
            <pc:docMk/>
            <pc:sldMk cId="2343470586" sldId="257"/>
            <ac:spMk id="3" creationId="{1A620018-CE39-4020-94EA-A75332477218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43.147" v="220" actId="47"/>
        <pc:sldMkLst>
          <pc:docMk/>
          <pc:sldMk cId="0" sldId="258"/>
        </pc:sldMkLst>
        <pc:spChg chg="mod">
          <ac:chgData name="Ms Alina Arshad" userId="cccdfd85-d35d-4453-9c6f-a463aae40722" providerId="ADAL" clId="{D4C91E6F-B9DD-440D-9732-C61CDFB6C2C8}" dt="2024-09-22T13:02:43.692" v="134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3:02.394" v="138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 modNotesTx">
        <pc:chgData name="Ms Alina Arshad" userId="cccdfd85-d35d-4453-9c6f-a463aae40722" providerId="ADAL" clId="{D4C91E6F-B9DD-440D-9732-C61CDFB6C2C8}" dt="2024-09-22T13:08:24.737" v="236"/>
        <pc:sldMkLst>
          <pc:docMk/>
          <pc:sldMk cId="0" sldId="259"/>
        </pc:sldMkLst>
        <pc:grpChg chg="mod">
          <ac:chgData name="Ms Alina Arshad" userId="cccdfd85-d35d-4453-9c6f-a463aae40722" providerId="ADAL" clId="{D4C91E6F-B9DD-440D-9732-C61CDFB6C2C8}" dt="2024-09-22T13:03:09.171" v="139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Ms Alina Arshad" userId="cccdfd85-d35d-4453-9c6f-a463aae40722" providerId="ADAL" clId="{D4C91E6F-B9DD-440D-9732-C61CDFB6C2C8}" dt="2024-09-22T13:03:15.346" v="140" actId="2085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 modNotesTx">
        <pc:chgData name="Ms Alina Arshad" userId="cccdfd85-d35d-4453-9c6f-a463aae40722" providerId="ADAL" clId="{D4C91E6F-B9DD-440D-9732-C61CDFB6C2C8}" dt="2024-09-22T13:08:41.224" v="238"/>
        <pc:sldMkLst>
          <pc:docMk/>
          <pc:sldMk cId="0" sldId="260"/>
        </pc:sldMkLst>
        <pc:spChg chg="mod">
          <ac:chgData name="Ms Alina Arshad" userId="cccdfd85-d35d-4453-9c6f-a463aae40722" providerId="ADAL" clId="{D4C91E6F-B9DD-440D-9732-C61CDFB6C2C8}" dt="2024-09-22T13:03:43.152" v="14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4:20.885" v="16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37.134" v="212" actId="47"/>
        <pc:sldMkLst>
          <pc:docMk/>
          <pc:sldMk cId="0" sldId="261"/>
        </pc:sldMkLst>
        <pc:spChg chg="mod">
          <ac:chgData name="Ms Alina Arshad" userId="cccdfd85-d35d-4453-9c6f-a463aae40722" providerId="ADAL" clId="{D4C91E6F-B9DD-440D-9732-C61CDFB6C2C8}" dt="2024-09-22T13:04:32.763" v="1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6:27.187" v="166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Ms Alina Arshad" userId="cccdfd85-d35d-4453-9c6f-a463aae40722" providerId="ADAL" clId="{D4C91E6F-B9DD-440D-9732-C61CDFB6C2C8}" dt="2024-09-22T13:04:36.578" v="16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 del">
        <pc:chgData name="Ms Alina Arshad" userId="cccdfd85-d35d-4453-9c6f-a463aae40722" providerId="ADAL" clId="{D4C91E6F-B9DD-440D-9732-C61CDFB6C2C8}" dt="2024-09-22T13:08:06.214" v="232" actId="47"/>
        <pc:sldMkLst>
          <pc:docMk/>
          <pc:sldMk cId="3815384740" sldId="261"/>
        </pc:sldMkLst>
      </pc:sldChg>
      <pc:sldChg chg="add del">
        <pc:chgData name="Ms Alina Arshad" userId="cccdfd85-d35d-4453-9c6f-a463aae40722" providerId="ADAL" clId="{D4C91E6F-B9DD-440D-9732-C61CDFB6C2C8}" dt="2024-09-22T13:07:35.157" v="167" actId="47"/>
        <pc:sldMkLst>
          <pc:docMk/>
          <pc:sldMk cId="0" sldId="262"/>
        </pc:sldMkLst>
      </pc:sldChg>
      <pc:sldChg chg="add del">
        <pc:chgData name="Ms Alina Arshad" userId="cccdfd85-d35d-4453-9c6f-a463aae40722" providerId="ADAL" clId="{D4C91E6F-B9DD-440D-9732-C61CDFB6C2C8}" dt="2024-09-22T13:08:14.053" v="234" actId="47"/>
        <pc:sldMkLst>
          <pc:docMk/>
          <pc:sldMk cId="129713762" sldId="262"/>
        </pc:sldMkLst>
      </pc:sldChg>
      <pc:sldChg chg="add del">
        <pc:chgData name="Ms Alina Arshad" userId="cccdfd85-d35d-4453-9c6f-a463aae40722" providerId="ADAL" clId="{D4C91E6F-B9DD-440D-9732-C61CDFB6C2C8}" dt="2024-09-22T13:07:35.672" v="168" actId="47"/>
        <pc:sldMkLst>
          <pc:docMk/>
          <pc:sldMk cId="0" sldId="263"/>
        </pc:sldMkLst>
      </pc:sldChg>
      <pc:sldChg chg="add del setBg">
        <pc:chgData name="Ms Alina Arshad" userId="cccdfd85-d35d-4453-9c6f-a463aae40722" providerId="ADAL" clId="{D4C91E6F-B9DD-440D-9732-C61CDFB6C2C8}" dt="2024-09-22T13:08:22.006" v="235" actId="47"/>
        <pc:sldMkLst>
          <pc:docMk/>
          <pc:sldMk cId="3764556304" sldId="263"/>
        </pc:sldMkLst>
      </pc:sldChg>
      <pc:sldChg chg="add del">
        <pc:chgData name="Ms Alina Arshad" userId="cccdfd85-d35d-4453-9c6f-a463aae40722" providerId="ADAL" clId="{D4C91E6F-B9DD-440D-9732-C61CDFB6C2C8}" dt="2024-09-22T13:07:35.700" v="169" actId="47"/>
        <pc:sldMkLst>
          <pc:docMk/>
          <pc:sldMk cId="0" sldId="264"/>
        </pc:sldMkLst>
      </pc:sldChg>
      <pc:sldChg chg="add del">
        <pc:chgData name="Ms Alina Arshad" userId="cccdfd85-d35d-4453-9c6f-a463aae40722" providerId="ADAL" clId="{D4C91E6F-B9DD-440D-9732-C61CDFB6C2C8}" dt="2024-09-22T13:08:34.058" v="237" actId="47"/>
        <pc:sldMkLst>
          <pc:docMk/>
          <pc:sldMk cId="1207064355" sldId="264"/>
        </pc:sldMkLst>
      </pc:sldChg>
      <pc:sldChg chg="add del">
        <pc:chgData name="Ms Alina Arshad" userId="cccdfd85-d35d-4453-9c6f-a463aae40722" providerId="ADAL" clId="{D4C91E6F-B9DD-440D-9732-C61CDFB6C2C8}" dt="2024-09-22T13:07:35.725" v="170" actId="47"/>
        <pc:sldMkLst>
          <pc:docMk/>
          <pc:sldMk cId="1577505814" sldId="265"/>
        </pc:sldMkLst>
        <pc:spChg chg="mod">
          <ac:chgData name="Ms Alina Arshad" userId="cccdfd85-d35d-4453-9c6f-a463aae40722" providerId="ADAL" clId="{D4C91E6F-B9DD-440D-9732-C61CDFB6C2C8}" dt="2024-09-22T13:08:55.410" v="241" actId="14100"/>
          <ac:spMkLst>
            <pc:docMk/>
            <pc:sldMk cId="1577505814" sldId="265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09:39.028" v="256" actId="20577"/>
          <ac:spMkLst>
            <pc:docMk/>
            <pc:sldMk cId="1577505814" sldId="265"/>
            <ac:spMk id="3" creationId="{E63F2E24-C7BF-41F5-B648-FAA96C5DE71A}"/>
          </ac:spMkLst>
        </pc:spChg>
        <pc:spChg chg="mod">
          <ac:chgData name="Ms Alina Arshad" userId="cccdfd85-d35d-4453-9c6f-a463aae40722" providerId="ADAL" clId="{D4C91E6F-B9DD-440D-9732-C61CDFB6C2C8}" dt="2024-09-22T13:15:03.116" v="266" actId="1076"/>
          <ac:spMkLst>
            <pc:docMk/>
            <pc:sldMk cId="1577505814" sldId="265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4:56.785" v="264" actId="1076"/>
          <ac:picMkLst>
            <pc:docMk/>
            <pc:sldMk cId="1577505814" sldId="265"/>
            <ac:picMk id="5" creationId="{28B6A947-1E80-48EF-9AA4-2B6CCB11361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770" v="171" actId="47"/>
        <pc:sldMkLst>
          <pc:docMk/>
          <pc:sldMk cId="1582826008" sldId="266"/>
        </pc:sldMkLst>
        <pc:spChg chg="mod">
          <ac:chgData name="Ms Alina Arshad" userId="cccdfd85-d35d-4453-9c6f-a463aae40722" providerId="ADAL" clId="{D4C91E6F-B9DD-440D-9732-C61CDFB6C2C8}" dt="2024-09-22T13:19:27.669" v="311" actId="14100"/>
          <ac:spMkLst>
            <pc:docMk/>
            <pc:sldMk cId="1582826008" sldId="266"/>
            <ac:spMk id="2" creationId="{46EBB6ED-E43E-4705-8E79-74B8B05AAD23}"/>
          </ac:spMkLst>
        </pc:spChg>
        <pc:spChg chg="mod">
          <ac:chgData name="Ms Alina Arshad" userId="cccdfd85-d35d-4453-9c6f-a463aae40722" providerId="ADAL" clId="{D4C91E6F-B9DD-440D-9732-C61CDFB6C2C8}" dt="2024-09-22T13:20:12.385" v="318" actId="12"/>
          <ac:spMkLst>
            <pc:docMk/>
            <pc:sldMk cId="1582826008" sldId="266"/>
            <ac:spMk id="3" creationId="{4196CBF0-4754-427D-8A38-7DDD2A8EC7AF}"/>
          </ac:spMkLst>
        </pc:spChg>
      </pc:sldChg>
      <pc:sldChg chg="modSp add mod">
        <pc:chgData name="Ms Alina Arshad" userId="cccdfd85-d35d-4453-9c6f-a463aae40722" providerId="ADAL" clId="{D4C91E6F-B9DD-440D-9732-C61CDFB6C2C8}" dt="2024-09-22T13:23:30.753" v="35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D4C91E6F-B9DD-440D-9732-C61CDFB6C2C8}" dt="2024-09-22T13:22:57.244" v="346" actId="207"/>
          <ac:spMkLst>
            <pc:docMk/>
            <pc:sldMk cId="731299161" sldId="267"/>
            <ac:spMk id="2" creationId="{9201C7C5-381E-4176-A65A-204F25AA8BDC}"/>
          </ac:spMkLst>
        </pc:spChg>
        <pc:spChg chg="mod">
          <ac:chgData name="Ms Alina Arshad" userId="cccdfd85-d35d-4453-9c6f-a463aae40722" providerId="ADAL" clId="{D4C91E6F-B9DD-440D-9732-C61CDFB6C2C8}" dt="2024-09-22T13:23:15.910" v="351" actId="27636"/>
          <ac:spMkLst>
            <pc:docMk/>
            <pc:sldMk cId="731299161" sldId="267"/>
            <ac:spMk id="3" creationId="{FCCFEEAF-64FB-4C56-B9BC-E9CF77168172}"/>
          </ac:spMkLst>
        </pc:spChg>
        <pc:picChg chg="mod">
          <ac:chgData name="Ms Alina Arshad" userId="cccdfd85-d35d-4453-9c6f-a463aae40722" providerId="ADAL" clId="{D4C91E6F-B9DD-440D-9732-C61CDFB6C2C8}" dt="2024-09-22T13:23:19.471" v="352" actId="1076"/>
          <ac:picMkLst>
            <pc:docMk/>
            <pc:sldMk cId="731299161" sldId="267"/>
            <ac:picMk id="5" creationId="{8353E4DA-5B96-4841-87DE-4D047CCEE14B}"/>
          </ac:picMkLst>
        </pc:picChg>
        <pc:picChg chg="mod">
          <ac:chgData name="Ms Alina Arshad" userId="cccdfd85-d35d-4453-9c6f-a463aae40722" providerId="ADAL" clId="{D4C91E6F-B9DD-440D-9732-C61CDFB6C2C8}" dt="2024-09-22T13:23:30.753" v="355" actId="1076"/>
          <ac:picMkLst>
            <pc:docMk/>
            <pc:sldMk cId="731299161" sldId="267"/>
            <ac:picMk id="7" creationId="{8F9DBF2E-B7FC-4CA0-B16C-95411F8BFBDA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51" v="173" actId="47"/>
        <pc:sldMkLst>
          <pc:docMk/>
          <pc:sldMk cId="90329638" sldId="268"/>
        </pc:sldMkLst>
        <pc:spChg chg="mod">
          <ac:chgData name="Ms Alina Arshad" userId="cccdfd85-d35d-4453-9c6f-a463aae40722" providerId="ADAL" clId="{D4C91E6F-B9DD-440D-9732-C61CDFB6C2C8}" dt="2024-09-22T13:20:29.385" v="322" actId="207"/>
          <ac:spMkLst>
            <pc:docMk/>
            <pc:sldMk cId="90329638" sldId="268"/>
            <ac:spMk id="2" creationId="{4EDE3C3C-40B3-4F0A-A7FF-AB655B1FF156}"/>
          </ac:spMkLst>
        </pc:spChg>
        <pc:picChg chg="mod">
          <ac:chgData name="Ms Alina Arshad" userId="cccdfd85-d35d-4453-9c6f-a463aae40722" providerId="ADAL" clId="{D4C91E6F-B9DD-440D-9732-C61CDFB6C2C8}" dt="2024-09-22T13:20:25.320" v="321" actId="1076"/>
          <ac:picMkLst>
            <pc:docMk/>
            <pc:sldMk cId="90329638" sldId="268"/>
            <ac:picMk id="4" creationId="{DB3C41BB-6C26-4A8B-9A8A-A3637402DEC3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83" v="174" actId="47"/>
        <pc:sldMkLst>
          <pc:docMk/>
          <pc:sldMk cId="2295129282" sldId="269"/>
        </pc:sldMkLst>
        <pc:spChg chg="mod">
          <ac:chgData name="Ms Alina Arshad" userId="cccdfd85-d35d-4453-9c6f-a463aae40722" providerId="ADAL" clId="{D4C91E6F-B9DD-440D-9732-C61CDFB6C2C8}" dt="2024-09-22T13:20:33.194" v="323" actId="207"/>
          <ac:spMkLst>
            <pc:docMk/>
            <pc:sldMk cId="2295129282" sldId="269"/>
            <ac:spMk id="2" creationId="{93C8DEF6-C2A6-4FFE-93D4-B72310FBBE69}"/>
          </ac:spMkLst>
        </pc:spChg>
        <pc:spChg chg="mod">
          <ac:chgData name="Ms Alina Arshad" userId="cccdfd85-d35d-4453-9c6f-a463aae40722" providerId="ADAL" clId="{D4C91E6F-B9DD-440D-9732-C61CDFB6C2C8}" dt="2024-09-22T13:20:54.354" v="327" actId="12"/>
          <ac:spMkLst>
            <pc:docMk/>
            <pc:sldMk cId="2295129282" sldId="269"/>
            <ac:spMk id="3" creationId="{66EFAC1E-5121-41BA-9011-3E368A014F17}"/>
          </ac:spMkLst>
        </pc:spChg>
      </pc:sldChg>
      <pc:sldChg chg="add del">
        <pc:chgData name="Ms Alina Arshad" userId="cccdfd85-d35d-4453-9c6f-a463aae40722" providerId="ADAL" clId="{D4C91E6F-B9DD-440D-9732-C61CDFB6C2C8}" dt="2024-09-22T13:07:35.915" v="175" actId="47"/>
        <pc:sldMkLst>
          <pc:docMk/>
          <pc:sldMk cId="2090315159" sldId="270"/>
        </pc:sldMkLst>
        <pc:spChg chg="del mod">
          <ac:chgData name="Ms Alina Arshad" userId="cccdfd85-d35d-4453-9c6f-a463aae40722" providerId="ADAL" clId="{D4C91E6F-B9DD-440D-9732-C61CDFB6C2C8}" dt="2024-09-22T13:21:00.410" v="329" actId="478"/>
          <ac:spMkLst>
            <pc:docMk/>
            <pc:sldMk cId="2090315159" sldId="270"/>
            <ac:spMk id="2" creationId="{0426256D-2615-4908-82AE-C041376F8B14}"/>
          </ac:spMkLst>
        </pc:spChg>
        <pc:picChg chg="mod">
          <ac:chgData name="Ms Alina Arshad" userId="cccdfd85-d35d-4453-9c6f-a463aae40722" providerId="ADAL" clId="{D4C91E6F-B9DD-440D-9732-C61CDFB6C2C8}" dt="2024-09-22T13:21:05.927" v="331" actId="14100"/>
          <ac:picMkLst>
            <pc:docMk/>
            <pc:sldMk cId="2090315159" sldId="270"/>
            <ac:picMk id="5" creationId="{25C3C4F9-7925-4068-AA4C-4E3D602F577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946" v="176" actId="47"/>
        <pc:sldMkLst>
          <pc:docMk/>
          <pc:sldMk cId="3034138166" sldId="271"/>
        </pc:sldMkLst>
        <pc:spChg chg="mod">
          <ac:chgData name="Ms Alina Arshad" userId="cccdfd85-d35d-4453-9c6f-a463aae40722" providerId="ADAL" clId="{D4C91E6F-B9DD-440D-9732-C61CDFB6C2C8}" dt="2024-09-22T13:21:39.851" v="338" actId="207"/>
          <ac:spMkLst>
            <pc:docMk/>
            <pc:sldMk cId="3034138166" sldId="271"/>
            <ac:spMk id="2" creationId="{8C9FE61B-36F7-43C1-B94F-337BAEC25346}"/>
          </ac:spMkLst>
        </pc:spChg>
        <pc:spChg chg="mod">
          <ac:chgData name="Ms Alina Arshad" userId="cccdfd85-d35d-4453-9c6f-a463aae40722" providerId="ADAL" clId="{D4C91E6F-B9DD-440D-9732-C61CDFB6C2C8}" dt="2024-09-22T13:21:35.824" v="337" actId="12"/>
          <ac:spMkLst>
            <pc:docMk/>
            <pc:sldMk cId="3034138166" sldId="271"/>
            <ac:spMk id="3" creationId="{F4DD344C-E183-4834-ADD9-55E7821B0508}"/>
          </ac:spMkLst>
        </pc:spChg>
      </pc:sldChg>
      <pc:sldChg chg="add del">
        <pc:chgData name="Ms Alina Arshad" userId="cccdfd85-d35d-4453-9c6f-a463aae40722" providerId="ADAL" clId="{D4C91E6F-B9DD-440D-9732-C61CDFB6C2C8}" dt="2024-09-22T13:07:35.960" v="177" actId="47"/>
        <pc:sldMkLst>
          <pc:docMk/>
          <pc:sldMk cId="2504047100" sldId="272"/>
        </pc:sldMkLst>
        <pc:spChg chg="mod">
          <ac:chgData name="Ms Alina Arshad" userId="cccdfd85-d35d-4453-9c6f-a463aae40722" providerId="ADAL" clId="{D4C91E6F-B9DD-440D-9732-C61CDFB6C2C8}" dt="2024-09-22T13:25:13.354" v="360" actId="403"/>
          <ac:spMkLst>
            <pc:docMk/>
            <pc:sldMk cId="2504047100" sldId="272"/>
            <ac:spMk id="3" creationId="{63575681-B3F7-4B23-9460-6AB9C10F11E7}"/>
          </ac:spMkLst>
        </pc:spChg>
        <pc:spChg chg="mod">
          <ac:chgData name="Ms Alina Arshad" userId="cccdfd85-d35d-4453-9c6f-a463aae40722" providerId="ADAL" clId="{D4C91E6F-B9DD-440D-9732-C61CDFB6C2C8}" dt="2024-09-22T13:24:55.335" v="356" actId="207"/>
          <ac:spMkLst>
            <pc:docMk/>
            <pc:sldMk cId="2504047100" sldId="272"/>
            <ac:spMk id="6" creationId="{0D48C4BA-D3D1-40FF-B0BF-0C6BBE0932B9}"/>
          </ac:spMkLst>
        </pc:spChg>
        <pc:picChg chg="mod">
          <ac:chgData name="Ms Alina Arshad" userId="cccdfd85-d35d-4453-9c6f-a463aae40722" providerId="ADAL" clId="{D4C91E6F-B9DD-440D-9732-C61CDFB6C2C8}" dt="2024-09-22T13:25:26.652" v="363" actId="1076"/>
          <ac:picMkLst>
            <pc:docMk/>
            <pc:sldMk cId="2504047100" sldId="272"/>
            <ac:picMk id="5" creationId="{875B59C6-BD88-403C-A5A5-3503BF501A7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6:22.252" v="37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D4C91E6F-B9DD-440D-9732-C61CDFB6C2C8}" dt="2024-09-22T13:25:53.216" v="370" actId="2711"/>
          <ac:spMkLst>
            <pc:docMk/>
            <pc:sldMk cId="4283755204" sldId="273"/>
            <ac:spMk id="3" creationId="{480AF8B5-325E-40CD-8205-5DD4CE2045CE}"/>
          </ac:spMkLst>
        </pc:spChg>
        <pc:spChg chg="mod">
          <ac:chgData name="Ms Alina Arshad" userId="cccdfd85-d35d-4453-9c6f-a463aae40722" providerId="ADAL" clId="{D4C91E6F-B9DD-440D-9732-C61CDFB6C2C8}" dt="2024-09-22T13:26:22.252" v="379" actId="1076"/>
          <ac:spMkLst>
            <pc:docMk/>
            <pc:sldMk cId="4283755204" sldId="273"/>
            <ac:spMk id="6" creationId="{4BFD4BED-801D-42A3-8A5B-FF9C1516D72C}"/>
          </ac:spMkLst>
        </pc:spChg>
        <pc:picChg chg="mod">
          <ac:chgData name="Ms Alina Arshad" userId="cccdfd85-d35d-4453-9c6f-a463aae40722" providerId="ADAL" clId="{D4C91E6F-B9DD-440D-9732-C61CDFB6C2C8}" dt="2024-09-22T13:25:42.787" v="366" actId="1076"/>
          <ac:picMkLst>
            <pc:docMk/>
            <pc:sldMk cId="4283755204" sldId="273"/>
            <ac:picMk id="5" creationId="{D8DA8D51-5D53-44D8-AD01-9D3D3C4B857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42" v="179" actId="47"/>
        <pc:sldMkLst>
          <pc:docMk/>
          <pc:sldMk cId="2935103945" sldId="274"/>
        </pc:sldMkLst>
        <pc:spChg chg="mod">
          <ac:chgData name="Ms Alina Arshad" userId="cccdfd85-d35d-4453-9c6f-a463aae40722" providerId="ADAL" clId="{D4C91E6F-B9DD-440D-9732-C61CDFB6C2C8}" dt="2024-09-22T13:26:29.045" v="380" actId="207"/>
          <ac:spMkLst>
            <pc:docMk/>
            <pc:sldMk cId="2935103945" sldId="274"/>
            <ac:spMk id="2" creationId="{C68223F5-F8BE-48BC-8240-78FBA46AF802}"/>
          </ac:spMkLst>
        </pc:spChg>
        <pc:spChg chg="mod">
          <ac:chgData name="Ms Alina Arshad" userId="cccdfd85-d35d-4453-9c6f-a463aae40722" providerId="ADAL" clId="{D4C91E6F-B9DD-440D-9732-C61CDFB6C2C8}" dt="2024-09-22T13:26:45.100" v="386" actId="20577"/>
          <ac:spMkLst>
            <pc:docMk/>
            <pc:sldMk cId="2935103945" sldId="274"/>
            <ac:spMk id="3" creationId="{58F9CE5B-D0D8-4F74-8E4E-CFF85A1C2C17}"/>
          </ac:spMkLst>
        </pc:spChg>
      </pc:sldChg>
      <pc:sldChg chg="modSp add mod">
        <pc:chgData name="Ms Alina Arshad" userId="cccdfd85-d35d-4453-9c6f-a463aae40722" providerId="ADAL" clId="{D4C91E6F-B9DD-440D-9732-C61CDFB6C2C8}" dt="2024-09-22T13:27:16.223" v="393" actId="1076"/>
        <pc:sldMkLst>
          <pc:docMk/>
          <pc:sldMk cId="1497646456" sldId="275"/>
        </pc:sldMkLst>
        <pc:picChg chg="mod">
          <ac:chgData name="Ms Alina Arshad" userId="cccdfd85-d35d-4453-9c6f-a463aae40722" providerId="ADAL" clId="{D4C91E6F-B9DD-440D-9732-C61CDFB6C2C8}" dt="2024-09-22T13:27:12.158" v="392" actId="1076"/>
          <ac:picMkLst>
            <pc:docMk/>
            <pc:sldMk cId="1497646456" sldId="275"/>
            <ac:picMk id="5" creationId="{0DBB2777-7016-4A01-8AF0-F96056B9FC8F}"/>
          </ac:picMkLst>
        </pc:picChg>
        <pc:picChg chg="mod">
          <ac:chgData name="Ms Alina Arshad" userId="cccdfd85-d35d-4453-9c6f-a463aae40722" providerId="ADAL" clId="{D4C91E6F-B9DD-440D-9732-C61CDFB6C2C8}" dt="2024-09-22T13:27:16.223" v="393" actId="1076"/>
          <ac:picMkLst>
            <pc:docMk/>
            <pc:sldMk cId="1497646456" sldId="275"/>
            <ac:picMk id="6" creationId="{FA9585FB-CBE2-4A52-9153-F383B3C1533C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89" v="181" actId="47"/>
        <pc:sldMkLst>
          <pc:docMk/>
          <pc:sldMk cId="3993717517" sldId="276"/>
        </pc:sldMkLst>
        <pc:spChg chg="mod">
          <ac:chgData name="Ms Alina Arshad" userId="cccdfd85-d35d-4453-9c6f-a463aae40722" providerId="ADAL" clId="{D4C91E6F-B9DD-440D-9732-C61CDFB6C2C8}" dt="2024-09-22T13:27:41.415" v="397" actId="207"/>
          <ac:spMkLst>
            <pc:docMk/>
            <pc:sldMk cId="3993717517" sldId="276"/>
            <ac:spMk id="2" creationId="{781791DC-0148-40EC-85C5-4A802374F13F}"/>
          </ac:spMkLst>
        </pc:spChg>
        <pc:spChg chg="mod">
          <ac:chgData name="Ms Alina Arshad" userId="cccdfd85-d35d-4453-9c6f-a463aae40722" providerId="ADAL" clId="{D4C91E6F-B9DD-440D-9732-C61CDFB6C2C8}" dt="2024-09-22T13:27:50.921" v="399" actId="403"/>
          <ac:spMkLst>
            <pc:docMk/>
            <pc:sldMk cId="3993717517" sldId="276"/>
            <ac:spMk id="3" creationId="{31A7AFD5-81DA-4DED-AD8C-F310D4820705}"/>
          </ac:spMkLst>
        </pc:spChg>
      </pc:sldChg>
      <pc:sldChg chg="add del">
        <pc:chgData name="Ms Alina Arshad" userId="cccdfd85-d35d-4453-9c6f-a463aae40722" providerId="ADAL" clId="{D4C91E6F-B9DD-440D-9732-C61CDFB6C2C8}" dt="2024-09-22T13:07:36.120" v="182" actId="47"/>
        <pc:sldMkLst>
          <pc:docMk/>
          <pc:sldMk cId="0" sldId="277"/>
        </pc:sldMkLst>
      </pc:sldChg>
      <pc:sldChg chg="add del">
        <pc:chgData name="Ms Alina Arshad" userId="cccdfd85-d35d-4453-9c6f-a463aae40722" providerId="ADAL" clId="{D4C91E6F-B9DD-440D-9732-C61CDFB6C2C8}" dt="2024-09-22T13:07:36.158" v="183" actId="47"/>
        <pc:sldMkLst>
          <pc:docMk/>
          <pc:sldMk cId="2668593764" sldId="278"/>
        </pc:sldMkLst>
        <pc:spChg chg="mod">
          <ac:chgData name="Ms Alina Arshad" userId="cccdfd85-d35d-4453-9c6f-a463aae40722" providerId="ADAL" clId="{D4C91E6F-B9DD-440D-9732-C61CDFB6C2C8}" dt="2024-09-22T13:27:26.932" v="394" actId="207"/>
          <ac:spMkLst>
            <pc:docMk/>
            <pc:sldMk cId="2668593764" sldId="278"/>
            <ac:spMk id="2" creationId="{E5F7AB3E-208B-4CED-8A8F-7FD72405664D}"/>
          </ac:spMkLst>
        </pc:spChg>
        <pc:spChg chg="mod">
          <ac:chgData name="Ms Alina Arshad" userId="cccdfd85-d35d-4453-9c6f-a463aae40722" providerId="ADAL" clId="{D4C91E6F-B9DD-440D-9732-C61CDFB6C2C8}" dt="2024-09-22T13:27:35.494" v="396" actId="2711"/>
          <ac:spMkLst>
            <pc:docMk/>
            <pc:sldMk cId="2668593764" sldId="278"/>
            <ac:spMk id="3" creationId="{49F9FC7E-9E3B-42F7-B653-B264FCCAE9D8}"/>
          </ac:spMkLst>
        </pc:spChg>
      </pc:sldChg>
      <pc:sldChg chg="del">
        <pc:chgData name="Ms Alina Arshad" userId="cccdfd85-d35d-4453-9c6f-a463aae40722" providerId="ADAL" clId="{D4C91E6F-B9DD-440D-9732-C61CDFB6C2C8}" dt="2024-09-22T13:07:37.093" v="211" actId="47"/>
        <pc:sldMkLst>
          <pc:docMk/>
          <pc:sldMk cId="1325985888" sldId="279"/>
        </pc:sldMkLst>
      </pc:sldChg>
      <pc:sldChg chg="modSp add mod">
        <pc:chgData name="Ms Alina Arshad" userId="cccdfd85-d35d-4453-9c6f-a463aae40722" providerId="ADAL" clId="{D4C91E6F-B9DD-440D-9732-C61CDFB6C2C8}" dt="2024-09-22T13:07:58.843" v="228" actId="27636"/>
        <pc:sldMkLst>
          <pc:docMk/>
          <pc:sldMk cId="3703048629" sldId="279"/>
        </pc:sldMkLst>
        <pc:spChg chg="mod">
          <ac:chgData name="Ms Alina Arshad" userId="cccdfd85-d35d-4453-9c6f-a463aae40722" providerId="ADAL" clId="{D4C91E6F-B9DD-440D-9732-C61CDFB6C2C8}" dt="2024-09-22T13:07:58.843" v="228" actId="27636"/>
          <ac:spMkLst>
            <pc:docMk/>
            <pc:sldMk cId="3703048629" sldId="279"/>
            <ac:spMk id="3" creationId="{14C2275F-EEF7-4B46-8F23-7E6682716D48}"/>
          </ac:spMkLst>
        </pc:spChg>
      </pc:sldChg>
      <pc:sldChg chg="add del">
        <pc:chgData name="Ms Alina Arshad" userId="cccdfd85-d35d-4453-9c6f-a463aae40722" providerId="ADAL" clId="{D4C91E6F-B9DD-440D-9732-C61CDFB6C2C8}" dt="2024-09-22T13:02:21.183" v="130" actId="47"/>
        <pc:sldMkLst>
          <pc:docMk/>
          <pc:sldMk cId="1821615422" sldId="28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605066316" sldId="281"/>
        </pc:sldMkLst>
      </pc:sldChg>
      <pc:sldChg chg="add del">
        <pc:chgData name="Ms Alina Arshad" userId="cccdfd85-d35d-4453-9c6f-a463aae40722" providerId="ADAL" clId="{D4C91E6F-B9DD-440D-9732-C61CDFB6C2C8}" dt="2024-09-22T13:07:36.223" v="185" actId="47"/>
        <pc:sldMkLst>
          <pc:docMk/>
          <pc:sldMk cId="24697311" sldId="282"/>
        </pc:sldMkLst>
      </pc:sldChg>
      <pc:sldChg chg="modSp add mod">
        <pc:chgData name="Ms Alina Arshad" userId="cccdfd85-d35d-4453-9c6f-a463aae40722" providerId="ADAL" clId="{D4C91E6F-B9DD-440D-9732-C61CDFB6C2C8}" dt="2024-09-22T13:26:58.544" v="388" actId="14100"/>
        <pc:sldMkLst>
          <pc:docMk/>
          <pc:sldMk cId="3289392637" sldId="283"/>
        </pc:sldMkLst>
        <pc:picChg chg="mod">
          <ac:chgData name="Ms Alina Arshad" userId="cccdfd85-d35d-4453-9c6f-a463aae40722" providerId="ADAL" clId="{D4C91E6F-B9DD-440D-9732-C61CDFB6C2C8}" dt="2024-09-22T13:26:58.544" v="388" actId="14100"/>
          <ac:picMkLst>
            <pc:docMk/>
            <pc:sldMk cId="3289392637" sldId="283"/>
            <ac:picMk id="5" creationId="{E9364447-0905-4016-B0E8-FD9646A14B1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291" v="187" actId="47"/>
        <pc:sldMkLst>
          <pc:docMk/>
          <pc:sldMk cId="800652809" sldId="284"/>
        </pc:sldMkLst>
      </pc:sldChg>
      <pc:sldChg chg="add del">
        <pc:chgData name="Ms Alina Arshad" userId="cccdfd85-d35d-4453-9c6f-a463aae40722" providerId="ADAL" clId="{D4C91E6F-B9DD-440D-9732-C61CDFB6C2C8}" dt="2024-09-22T13:07:36.322" v="188" actId="47"/>
        <pc:sldMkLst>
          <pc:docMk/>
          <pc:sldMk cId="1402144616" sldId="285"/>
        </pc:sldMkLst>
        <pc:spChg chg="mo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2" creationId="{2F6CB8CE-8AA3-4A30-80C4-4E7895E4B350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6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7" creationId="{39CB82C2-DF65-4EC1-8280-F201D50F570B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9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0" creationId="{FA4CD5CB-D209-4D70-8CA4-629731C59219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1" creationId="{39CB82C2-DF65-4EC1-8280-F201D50F570B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4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5" creationId="{FA4CD5CB-D209-4D70-8CA4-629731C59219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6" creationId="{593ACC25-C262-417A-8AA9-0641C772BDB6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9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21" creationId="{593ACC25-C262-417A-8AA9-0641C772BDB6}"/>
          </ac:spMkLst>
        </pc:spChg>
        <pc:picChg chg="mod">
          <ac:chgData name="Ms Alina Arshad" userId="cccdfd85-d35d-4453-9c6f-a463aae40722" providerId="ADAL" clId="{D4C91E6F-B9DD-440D-9732-C61CDFB6C2C8}" dt="2024-09-22T13:16:44.250" v="292" actId="1076"/>
          <ac:picMkLst>
            <pc:docMk/>
            <pc:sldMk cId="1402144616" sldId="285"/>
            <ac:picMk id="4" creationId="{2D2785FA-9ADF-4C9B-A0F6-034810D10C6E}"/>
          </ac:picMkLst>
        </pc:pic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8" creationId="{7E1D4427-852B-4B37-8E76-0E9F1810BA2A}"/>
          </ac:cxnSpMkLst>
        </pc:cxn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12" creationId="{5C6A2BAE-B461-4B55-8E1F-0722ABDD1393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3" creationId="{7E1D4427-852B-4B37-8E76-0E9F1810BA2A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7" creationId="{5C6A2BAE-B461-4B55-8E1F-0722ABDD1393}"/>
          </ac:cxnSpMkLst>
        </pc:cxnChg>
      </pc:sldChg>
      <pc:sldChg chg="add del">
        <pc:chgData name="Ms Alina Arshad" userId="cccdfd85-d35d-4453-9c6f-a463aae40722" providerId="ADAL" clId="{D4C91E6F-B9DD-440D-9732-C61CDFB6C2C8}" dt="2024-09-22T13:07:36.353" v="189" actId="47"/>
        <pc:sldMkLst>
          <pc:docMk/>
          <pc:sldMk cId="0" sldId="286"/>
        </pc:sldMkLst>
      </pc:sldChg>
      <pc:sldChg chg="delSp modSp add mod">
        <pc:chgData name="Ms Alina Arshad" userId="cccdfd85-d35d-4453-9c6f-a463aae40722" providerId="ADAL" clId="{D4C91E6F-B9DD-440D-9732-C61CDFB6C2C8}" dt="2024-09-22T13:28:42.450" v="404" actId="1076"/>
        <pc:sldMkLst>
          <pc:docMk/>
          <pc:sldMk cId="3229345964" sldId="287"/>
        </pc:sldMkLst>
        <pc:spChg chg="del">
          <ac:chgData name="Ms Alina Arshad" userId="cccdfd85-d35d-4453-9c6f-a463aae40722" providerId="ADAL" clId="{D4C91E6F-B9DD-440D-9732-C61CDFB6C2C8}" dt="2024-09-22T13:28:32.954" v="400" actId="478"/>
          <ac:spMkLst>
            <pc:docMk/>
            <pc:sldMk cId="3229345964" sldId="287"/>
            <ac:spMk id="2" creationId="{5DA081F5-16CF-4CA2-A173-0E030024A636}"/>
          </ac:spMkLst>
        </pc:spChg>
        <pc:picChg chg="mod">
          <ac:chgData name="Ms Alina Arshad" userId="cccdfd85-d35d-4453-9c6f-a463aae40722" providerId="ADAL" clId="{D4C91E6F-B9DD-440D-9732-C61CDFB6C2C8}" dt="2024-09-22T13:28:42.450" v="404" actId="1076"/>
          <ac:picMkLst>
            <pc:docMk/>
            <pc:sldMk cId="3229345964" sldId="287"/>
            <ac:picMk id="5" creationId="{8EF4BFF1-87E0-4AF5-83CA-F11370D161B8}"/>
          </ac:picMkLst>
        </pc:pic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02870935" sldId="288"/>
        </pc:sldMkLst>
      </pc:sldChg>
      <pc:sldChg chg="add del">
        <pc:chgData name="Ms Alina Arshad" userId="cccdfd85-d35d-4453-9c6f-a463aae40722" providerId="ADAL" clId="{D4C91E6F-B9DD-440D-9732-C61CDFB6C2C8}" dt="2024-09-22T13:07:36.456" v="192" actId="47"/>
        <pc:sldMkLst>
          <pc:docMk/>
          <pc:sldMk cId="0" sldId="289"/>
        </pc:sldMkLst>
      </pc:sldChg>
      <pc:sldChg chg="add del">
        <pc:chgData name="Ms Alina Arshad" userId="cccdfd85-d35d-4453-9c6f-a463aae40722" providerId="ADAL" clId="{D4C91E6F-B9DD-440D-9732-C61CDFB6C2C8}" dt="2024-09-22T13:07:36.475" v="193" actId="47"/>
        <pc:sldMkLst>
          <pc:docMk/>
          <pc:sldMk cId="0" sldId="290"/>
        </pc:sldMkLst>
      </pc:sldChg>
      <pc:sldChg chg="add del">
        <pc:chgData name="Ms Alina Arshad" userId="cccdfd85-d35d-4453-9c6f-a463aae40722" providerId="ADAL" clId="{D4C91E6F-B9DD-440D-9732-C61CDFB6C2C8}" dt="2024-09-22T13:07:36.517" v="194" actId="47"/>
        <pc:sldMkLst>
          <pc:docMk/>
          <pc:sldMk cId="0" sldId="291"/>
        </pc:sldMkLst>
      </pc:sldChg>
      <pc:sldChg chg="add del">
        <pc:chgData name="Ms Alina Arshad" userId="cccdfd85-d35d-4453-9c6f-a463aae40722" providerId="ADAL" clId="{D4C91E6F-B9DD-440D-9732-C61CDFB6C2C8}" dt="2024-09-22T13:07:36.562" v="195" actId="47"/>
        <pc:sldMkLst>
          <pc:docMk/>
          <pc:sldMk cId="0" sldId="292"/>
        </pc:sldMkLst>
      </pc:sldChg>
      <pc:sldChg chg="add del">
        <pc:chgData name="Ms Alina Arshad" userId="cccdfd85-d35d-4453-9c6f-a463aae40722" providerId="ADAL" clId="{D4C91E6F-B9DD-440D-9732-C61CDFB6C2C8}" dt="2024-09-22T13:07:36.605" v="196" actId="47"/>
        <pc:sldMkLst>
          <pc:docMk/>
          <pc:sldMk cId="0" sldId="293"/>
        </pc:sldMkLst>
      </pc:sldChg>
      <pc:sldChg chg="add del">
        <pc:chgData name="Ms Alina Arshad" userId="cccdfd85-d35d-4453-9c6f-a463aae40722" providerId="ADAL" clId="{D4C91E6F-B9DD-440D-9732-C61CDFB6C2C8}" dt="2024-09-22T13:07:36.636" v="197" actId="47"/>
        <pc:sldMkLst>
          <pc:docMk/>
          <pc:sldMk cId="0" sldId="294"/>
        </pc:sldMkLst>
      </pc:sldChg>
      <pc:sldChg chg="add del">
        <pc:chgData name="Ms Alina Arshad" userId="cccdfd85-d35d-4453-9c6f-a463aae40722" providerId="ADAL" clId="{D4C91E6F-B9DD-440D-9732-C61CDFB6C2C8}" dt="2024-09-22T13:07:36.651" v="198" actId="47"/>
        <pc:sldMkLst>
          <pc:docMk/>
          <pc:sldMk cId="0" sldId="295"/>
        </pc:sldMkLst>
      </pc:sldChg>
      <pc:sldChg chg="add del">
        <pc:chgData name="Ms Alina Arshad" userId="cccdfd85-d35d-4453-9c6f-a463aae40722" providerId="ADAL" clId="{D4C91E6F-B9DD-440D-9732-C61CDFB6C2C8}" dt="2024-09-22T13:07:36.673" v="199" actId="47"/>
        <pc:sldMkLst>
          <pc:docMk/>
          <pc:sldMk cId="0" sldId="296"/>
        </pc:sldMkLst>
      </pc:sldChg>
      <pc:sldChg chg="add del">
        <pc:chgData name="Ms Alina Arshad" userId="cccdfd85-d35d-4453-9c6f-a463aae40722" providerId="ADAL" clId="{D4C91E6F-B9DD-440D-9732-C61CDFB6C2C8}" dt="2024-09-22T13:07:36.722" v="200" actId="47"/>
        <pc:sldMkLst>
          <pc:docMk/>
          <pc:sldMk cId="0" sldId="297"/>
        </pc:sldMkLst>
      </pc:sldChg>
      <pc:sldChg chg="add del">
        <pc:chgData name="Ms Alina Arshad" userId="cccdfd85-d35d-4453-9c6f-a463aae40722" providerId="ADAL" clId="{D4C91E6F-B9DD-440D-9732-C61CDFB6C2C8}" dt="2024-09-22T13:07:36.760" v="201" actId="47"/>
        <pc:sldMkLst>
          <pc:docMk/>
          <pc:sldMk cId="0" sldId="298"/>
        </pc:sldMkLst>
      </pc:sldChg>
      <pc:sldChg chg="add del">
        <pc:chgData name="Ms Alina Arshad" userId="cccdfd85-d35d-4453-9c6f-a463aae40722" providerId="ADAL" clId="{D4C91E6F-B9DD-440D-9732-C61CDFB6C2C8}" dt="2024-09-22T13:07:36.791" v="202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D4C91E6F-B9DD-440D-9732-C61CDFB6C2C8}" dt="2024-09-22T13:07:36.806" v="203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D4C91E6F-B9DD-440D-9732-C61CDFB6C2C8}" dt="2024-09-22T13:07:36.854" v="204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D4C91E6F-B9DD-440D-9732-C61CDFB6C2C8}" dt="2024-09-22T13:07:36.887" v="205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D4C91E6F-B9DD-440D-9732-C61CDFB6C2C8}" dt="2024-09-22T13:07:36.945" v="206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D4C91E6F-B9DD-440D-9732-C61CDFB6C2C8}" dt="2024-09-22T13:07:36.961" v="207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D4C91E6F-B9DD-440D-9732-C61CDFB6C2C8}" dt="2024-09-22T13:07:36.976" v="208" actId="47"/>
        <pc:sldMkLst>
          <pc:docMk/>
          <pc:sldMk cId="0" sldId="305"/>
        </pc:sldMkLst>
      </pc:sldChg>
      <pc:sldChg chg="add del">
        <pc:chgData name="Ms Alina Arshad" userId="cccdfd85-d35d-4453-9c6f-a463aae40722" providerId="ADAL" clId="{D4C91E6F-B9DD-440D-9732-C61CDFB6C2C8}" dt="2024-09-22T13:07:37.046" v="20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D4C91E6F-B9DD-440D-9732-C61CDFB6C2C8}" dt="2024-09-22T13:07:37.078" v="210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D4C91E6F-B9DD-440D-9732-C61CDFB6C2C8}" dt="2024-09-22T13:00:34.514" v="22" actId="47"/>
        <pc:sldMkLst>
          <pc:docMk/>
          <pc:sldMk cId="3233864465" sldId="338"/>
        </pc:sldMkLst>
      </pc:sldChg>
      <pc:sldChg chg="del">
        <pc:chgData name="Ms Alina Arshad" userId="cccdfd85-d35d-4453-9c6f-a463aae40722" providerId="ADAL" clId="{D4C91E6F-B9DD-440D-9732-C61CDFB6C2C8}" dt="2024-09-22T13:00:34.573" v="24" actId="47"/>
        <pc:sldMkLst>
          <pc:docMk/>
          <pc:sldMk cId="1267034377" sldId="339"/>
        </pc:sldMkLst>
      </pc:sldChg>
      <pc:sldChg chg="del">
        <pc:chgData name="Ms Alina Arshad" userId="cccdfd85-d35d-4453-9c6f-a463aae40722" providerId="ADAL" clId="{D4C91E6F-B9DD-440D-9732-C61CDFB6C2C8}" dt="2024-09-22T13:00:35.285" v="26" actId="47"/>
        <pc:sldMkLst>
          <pc:docMk/>
          <pc:sldMk cId="2400815569" sldId="340"/>
        </pc:sldMkLst>
      </pc:sldChg>
      <pc:sldChg chg="del">
        <pc:chgData name="Ms Alina Arshad" userId="cccdfd85-d35d-4453-9c6f-a463aae40722" providerId="ADAL" clId="{D4C91E6F-B9DD-440D-9732-C61CDFB6C2C8}" dt="2024-09-22T13:00:35.591" v="28" actId="47"/>
        <pc:sldMkLst>
          <pc:docMk/>
          <pc:sldMk cId="1204309406" sldId="341"/>
        </pc:sldMkLst>
      </pc:sldChg>
      <pc:sldChg chg="del">
        <pc:chgData name="Ms Alina Arshad" userId="cccdfd85-d35d-4453-9c6f-a463aae40722" providerId="ADAL" clId="{D4C91E6F-B9DD-440D-9732-C61CDFB6C2C8}" dt="2024-09-22T13:00:34.459" v="20" actId="47"/>
        <pc:sldMkLst>
          <pc:docMk/>
          <pc:sldMk cId="96607437" sldId="34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4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36508356" sldId="348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32290220" sldId="349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448686030" sldId="35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109540881" sldId="351"/>
        </pc:sldMkLst>
      </pc:sldChg>
      <pc:sldChg chg="modSp add mod">
        <pc:chgData name="Ms Alina Arshad" userId="cccdfd85-d35d-4453-9c6f-a463aae40722" providerId="ADAL" clId="{D4C91E6F-B9DD-440D-9732-C61CDFB6C2C8}" dt="2024-09-22T13:07:58.869" v="229" actId="27636"/>
        <pc:sldMkLst>
          <pc:docMk/>
          <pc:sldMk cId="0" sldId="352"/>
        </pc:sldMkLst>
        <pc:spChg chg="mod">
          <ac:chgData name="Ms Alina Arshad" userId="cccdfd85-d35d-4453-9c6f-a463aae40722" providerId="ADAL" clId="{D4C91E6F-B9DD-440D-9732-C61CDFB6C2C8}" dt="2024-09-22T13:07:58.869" v="229" actId="27636"/>
          <ac:spMkLst>
            <pc:docMk/>
            <pc:sldMk cId="0" sldId="352"/>
            <ac:spMk id="64516" creationId="{D2D679A3-2E8D-4632-948B-DAF7F009B134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3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4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5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68"/>
        </pc:sldMkLst>
      </pc:sldChg>
      <pc:sldChg chg="modSp add mod">
        <pc:chgData name="Ms Alina Arshad" userId="cccdfd85-d35d-4453-9c6f-a463aae40722" providerId="ADAL" clId="{D4C91E6F-B9DD-440D-9732-C61CDFB6C2C8}" dt="2024-09-22T13:07:58.878" v="231" actId="27636"/>
        <pc:sldMkLst>
          <pc:docMk/>
          <pc:sldMk cId="0" sldId="369"/>
        </pc:sldMkLst>
        <pc:spChg chg="mod">
          <ac:chgData name="Ms Alina Arshad" userId="cccdfd85-d35d-4453-9c6f-a463aae40722" providerId="ADAL" clId="{D4C91E6F-B9DD-440D-9732-C61CDFB6C2C8}" dt="2024-09-22T13:07:58.878" v="231" actId="27636"/>
          <ac:spMkLst>
            <pc:docMk/>
            <pc:sldMk cId="0" sldId="369"/>
            <ac:spMk id="81924" creationId="{68248C69-9332-4A99-BC0A-14F57C4D99DE}"/>
          </ac:spMkLst>
        </pc:spChg>
      </pc:sldChg>
      <pc:sldChg chg="modSp add mod">
        <pc:chgData name="Ms Alina Arshad" userId="cccdfd85-d35d-4453-9c6f-a463aae40722" providerId="ADAL" clId="{D4C91E6F-B9DD-440D-9732-C61CDFB6C2C8}" dt="2024-09-22T13:07:58.875" v="230" actId="27636"/>
        <pc:sldMkLst>
          <pc:docMk/>
          <pc:sldMk cId="0" sldId="370"/>
        </pc:sldMkLst>
        <pc:spChg chg="mod">
          <ac:chgData name="Ms Alina Arshad" userId="cccdfd85-d35d-4453-9c6f-a463aae40722" providerId="ADAL" clId="{D4C91E6F-B9DD-440D-9732-C61CDFB6C2C8}" dt="2024-09-22T13:07:58.875" v="230" actId="27636"/>
          <ac:spMkLst>
            <pc:docMk/>
            <pc:sldMk cId="0" sldId="370"/>
            <ac:spMk id="77828" creationId="{AE58D6A9-2268-4B9B-B644-43B75570DBA9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1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6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634129650" sldId="397"/>
        </pc:sldMkLst>
      </pc:sldChg>
      <pc:sldChg chg="modSp add mod">
        <pc:chgData name="Ms Alina Arshad" userId="cccdfd85-d35d-4453-9c6f-a463aae40722" providerId="ADAL" clId="{D4C91E6F-B9DD-440D-9732-C61CDFB6C2C8}" dt="2024-09-22T13:15:46.580" v="277" actId="14100"/>
        <pc:sldMkLst>
          <pc:docMk/>
          <pc:sldMk cId="818196387" sldId="398"/>
        </pc:sldMkLst>
        <pc:spChg chg="mod">
          <ac:chgData name="Ms Alina Arshad" userId="cccdfd85-d35d-4453-9c6f-a463aae40722" providerId="ADAL" clId="{D4C91E6F-B9DD-440D-9732-C61CDFB6C2C8}" dt="2024-09-22T13:15:12.286" v="267" actId="207"/>
          <ac:spMkLst>
            <pc:docMk/>
            <pc:sldMk cId="818196387" sldId="398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15:46.580" v="277" actId="14100"/>
          <ac:spMkLst>
            <pc:docMk/>
            <pc:sldMk cId="818196387" sldId="398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5:42.498" v="276" actId="1076"/>
          <ac:picMkLst>
            <pc:docMk/>
            <pc:sldMk cId="818196387" sldId="398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16:05.241" v="284" actId="403"/>
        <pc:sldMkLst>
          <pc:docMk/>
          <pc:sldMk cId="3016557581" sldId="399"/>
        </pc:sldMkLst>
        <pc:spChg chg="mod">
          <ac:chgData name="Ms Alina Arshad" userId="cccdfd85-d35d-4453-9c6f-a463aae40722" providerId="ADAL" clId="{D4C91E6F-B9DD-440D-9732-C61CDFB6C2C8}" dt="2024-09-22T13:15:51.562" v="278" actId="207"/>
          <ac:spMkLst>
            <pc:docMk/>
            <pc:sldMk cId="3016557581" sldId="399"/>
            <ac:spMk id="2" creationId="{E2B52054-9130-4CB7-BA10-54AC86DB3C4E}"/>
          </ac:spMkLst>
        </pc:spChg>
        <pc:spChg chg="mod">
          <ac:chgData name="Ms Alina Arshad" userId="cccdfd85-d35d-4453-9c6f-a463aae40722" providerId="ADAL" clId="{D4C91E6F-B9DD-440D-9732-C61CDFB6C2C8}" dt="2024-09-22T13:16:05.241" v="284" actId="403"/>
          <ac:spMkLst>
            <pc:docMk/>
            <pc:sldMk cId="3016557581" sldId="399"/>
            <ac:spMk id="3" creationId="{0EA14083-9FE5-4604-AE9D-7238164721FE}"/>
          </ac:spMkLst>
        </pc:spChg>
      </pc:sldChg>
      <pc:sldChg chg="modSp add mod">
        <pc:chgData name="Ms Alina Arshad" userId="cccdfd85-d35d-4453-9c6f-a463aae40722" providerId="ADAL" clId="{D4C91E6F-B9DD-440D-9732-C61CDFB6C2C8}" dt="2024-09-22T13:17:35.564" v="306" actId="33524"/>
        <pc:sldMkLst>
          <pc:docMk/>
          <pc:sldMk cId="778265951" sldId="400"/>
        </pc:sldMkLst>
        <pc:spChg chg="mod">
          <ac:chgData name="Ms Alina Arshad" userId="cccdfd85-d35d-4453-9c6f-a463aae40722" providerId="ADAL" clId="{D4C91E6F-B9DD-440D-9732-C61CDFB6C2C8}" dt="2024-09-22T13:17:02.083" v="296" actId="207"/>
          <ac:spMkLst>
            <pc:docMk/>
            <pc:sldMk cId="778265951" sldId="400"/>
            <ac:spMk id="2" creationId="{81D18A18-D626-433C-BD10-286086DF62BE}"/>
          </ac:spMkLst>
        </pc:spChg>
        <pc:spChg chg="mod">
          <ac:chgData name="Ms Alina Arshad" userId="cccdfd85-d35d-4453-9c6f-a463aae40722" providerId="ADAL" clId="{D4C91E6F-B9DD-440D-9732-C61CDFB6C2C8}" dt="2024-09-22T13:17:35.564" v="306" actId="33524"/>
          <ac:spMkLst>
            <pc:docMk/>
            <pc:sldMk cId="778265951" sldId="400"/>
            <ac:spMk id="3" creationId="{F5F3CEE5-C73D-4116-87E2-1842D15B8EF7}"/>
          </ac:spMkLst>
        </pc:spChg>
        <pc:picChg chg="mod">
          <ac:chgData name="Ms Alina Arshad" userId="cccdfd85-d35d-4453-9c6f-a463aae40722" providerId="ADAL" clId="{D4C91E6F-B9DD-440D-9732-C61CDFB6C2C8}" dt="2024-09-22T13:17:28.856" v="305" actId="1076"/>
          <ac:picMkLst>
            <pc:docMk/>
            <pc:sldMk cId="778265951" sldId="400"/>
            <ac:picMk id="5" creationId="{13889469-74D1-4332-9F10-768E2A51287B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1:58.553" v="341" actId="14100"/>
        <pc:sldMkLst>
          <pc:docMk/>
          <pc:sldMk cId="978211767" sldId="401"/>
        </pc:sldMkLst>
        <pc:spChg chg="mod">
          <ac:chgData name="Ms Alina Arshad" userId="cccdfd85-d35d-4453-9c6f-a463aae40722" providerId="ADAL" clId="{D4C91E6F-B9DD-440D-9732-C61CDFB6C2C8}" dt="2024-09-22T13:21:46.534" v="339" actId="207"/>
          <ac:spMkLst>
            <pc:docMk/>
            <pc:sldMk cId="978211767" sldId="401"/>
            <ac:spMk id="2" creationId="{144233A4-E56A-464D-B33A-A1504BF17870}"/>
          </ac:spMkLst>
        </pc:spChg>
        <pc:spChg chg="mod">
          <ac:chgData name="Ms Alina Arshad" userId="cccdfd85-d35d-4453-9c6f-a463aae40722" providerId="ADAL" clId="{D4C91E6F-B9DD-440D-9732-C61CDFB6C2C8}" dt="2024-09-22T13:21:58.553" v="341" actId="14100"/>
          <ac:spMkLst>
            <pc:docMk/>
            <pc:sldMk cId="978211767" sldId="401"/>
            <ac:spMk id="3" creationId="{E937F355-7669-4EAF-9A89-20F10222BF5D}"/>
          </ac:spMkLst>
        </pc:spChg>
      </pc:sldChg>
      <pc:sldChg chg="modSp add mod">
        <pc:chgData name="Ms Alina Arshad" userId="cccdfd85-d35d-4453-9c6f-a463aae40722" providerId="ADAL" clId="{D4C91E6F-B9DD-440D-9732-C61CDFB6C2C8}" dt="2024-09-22T13:22:20.742" v="345" actId="207"/>
        <pc:sldMkLst>
          <pc:docMk/>
          <pc:sldMk cId="20141498" sldId="402"/>
        </pc:sldMkLst>
        <pc:spChg chg="mod">
          <ac:chgData name="Ms Alina Arshad" userId="cccdfd85-d35d-4453-9c6f-a463aae40722" providerId="ADAL" clId="{D4C91E6F-B9DD-440D-9732-C61CDFB6C2C8}" dt="2024-09-22T13:22:20.742" v="345" actId="207"/>
          <ac:spMkLst>
            <pc:docMk/>
            <pc:sldMk cId="20141498" sldId="402"/>
            <ac:spMk id="2" creationId="{D639E78D-B438-402C-80B5-31FC5FB10F7F}"/>
          </ac:spMkLst>
        </pc:spChg>
        <pc:spChg chg="mod">
          <ac:chgData name="Ms Alina Arshad" userId="cccdfd85-d35d-4453-9c6f-a463aae40722" providerId="ADAL" clId="{D4C91E6F-B9DD-440D-9732-C61CDFB6C2C8}" dt="2024-09-22T13:22:16.676" v="344" actId="2711"/>
          <ac:spMkLst>
            <pc:docMk/>
            <pc:sldMk cId="20141498" sldId="402"/>
            <ac:spMk id="3" creationId="{2EA2AE38-5155-482E-84CB-CC5042136080}"/>
          </ac:spMkLst>
        </pc:spChg>
      </pc:sldChg>
    </pc:docChg>
  </pc:docChgLst>
  <pc:docChgLst>
    <pc:chgData name="Ms Alina Arshad" userId="cccdfd85-d35d-4453-9c6f-a463aae40722" providerId="ADAL" clId="{8707F9D7-D64D-463F-BF78-5C308A8BF080}"/>
    <pc:docChg chg="undo custSel modSld">
      <pc:chgData name="Ms Alina Arshad" userId="cccdfd85-d35d-4453-9c6f-a463aae40722" providerId="ADAL" clId="{8707F9D7-D64D-463F-BF78-5C308A8BF080}" dt="2024-11-10T12:48:50.100" v="199" actId="404"/>
      <pc:docMkLst>
        <pc:docMk/>
      </pc:docMkLst>
      <pc:sldChg chg="modSp mod">
        <pc:chgData name="Ms Alina Arshad" userId="cccdfd85-d35d-4453-9c6f-a463aae40722" providerId="ADAL" clId="{8707F9D7-D64D-463F-BF78-5C308A8BF080}" dt="2024-11-10T12:44:50.064" v="193" actId="207"/>
        <pc:sldMkLst>
          <pc:docMk/>
          <pc:sldMk cId="0" sldId="259"/>
        </pc:sldMkLst>
        <pc:spChg chg="mod">
          <ac:chgData name="Ms Alina Arshad" userId="cccdfd85-d35d-4453-9c6f-a463aae40722" providerId="ADAL" clId="{8707F9D7-D64D-463F-BF78-5C308A8BF080}" dt="2024-11-10T12:44:50.064" v="193" actId="207"/>
          <ac:spMkLst>
            <pc:docMk/>
            <pc:sldMk cId="0" sldId="259"/>
            <ac:spMk id="108" creationId="{00000000-0000-0000-0000-000000000000}"/>
          </ac:spMkLst>
        </pc:spChg>
      </pc:sldChg>
      <pc:sldChg chg="modSp mod">
        <pc:chgData name="Ms Alina Arshad" userId="cccdfd85-d35d-4453-9c6f-a463aae40722" providerId="ADAL" clId="{8707F9D7-D64D-463F-BF78-5C308A8BF080}" dt="2024-11-10T12:29:38.348" v="166" actId="403"/>
        <pc:sldMkLst>
          <pc:docMk/>
          <pc:sldMk cId="0" sldId="260"/>
        </pc:sldMkLst>
        <pc:spChg chg="mod">
          <ac:chgData name="Ms Alina Arshad" userId="cccdfd85-d35d-4453-9c6f-a463aae40722" providerId="ADAL" clId="{8707F9D7-D64D-463F-BF78-5C308A8BF080}" dt="2024-11-10T12:29:38.348" v="166" actId="403"/>
          <ac:spMkLst>
            <pc:docMk/>
            <pc:sldMk cId="0" sldId="260"/>
            <ac:spMk id="115" creationId="{00000000-0000-0000-0000-000000000000}"/>
          </ac:spMkLst>
        </pc:spChg>
      </pc:sldChg>
      <pc:sldChg chg="modSp mod">
        <pc:chgData name="Ms Alina Arshad" userId="cccdfd85-d35d-4453-9c6f-a463aae40722" providerId="ADAL" clId="{8707F9D7-D64D-463F-BF78-5C308A8BF080}" dt="2024-11-10T12:48:50.100" v="199" actId="404"/>
        <pc:sldMkLst>
          <pc:docMk/>
          <pc:sldMk cId="0" sldId="261"/>
        </pc:sldMkLst>
        <pc:spChg chg="mod">
          <ac:chgData name="Ms Alina Arshad" userId="cccdfd85-d35d-4453-9c6f-a463aae40722" providerId="ADAL" clId="{8707F9D7-D64D-463F-BF78-5C308A8BF080}" dt="2024-11-10T12:45:31.731" v="198" actId="1076"/>
          <ac:spMkLst>
            <pc:docMk/>
            <pc:sldMk cId="0" sldId="261"/>
            <ac:spMk id="121" creationId="{00000000-0000-0000-0000-000000000000}"/>
          </ac:spMkLst>
        </pc:spChg>
        <pc:spChg chg="mod">
          <ac:chgData name="Ms Alina Arshad" userId="cccdfd85-d35d-4453-9c6f-a463aae40722" providerId="ADAL" clId="{8707F9D7-D64D-463F-BF78-5C308A8BF080}" dt="2024-11-10T12:48:50.100" v="199" actId="404"/>
          <ac:spMkLst>
            <pc:docMk/>
            <pc:sldMk cId="0" sldId="261"/>
            <ac:spMk id="122" creationId="{00000000-0000-0000-0000-000000000000}"/>
          </ac:spMkLst>
        </pc:spChg>
      </pc:sldChg>
      <pc:sldChg chg="modSp mod">
        <pc:chgData name="Ms Alina Arshad" userId="cccdfd85-d35d-4453-9c6f-a463aae40722" providerId="ADAL" clId="{8707F9D7-D64D-463F-BF78-5C308A8BF080}" dt="2024-11-10T12:43:10.244" v="191" actId="113"/>
        <pc:sldMkLst>
          <pc:docMk/>
          <pc:sldMk cId="0" sldId="262"/>
        </pc:sldMkLst>
        <pc:spChg chg="mod">
          <ac:chgData name="Ms Alina Arshad" userId="cccdfd85-d35d-4453-9c6f-a463aae40722" providerId="ADAL" clId="{8707F9D7-D64D-463F-BF78-5C308A8BF080}" dt="2024-11-10T12:43:10.244" v="191" actId="113"/>
          <ac:spMkLst>
            <pc:docMk/>
            <pc:sldMk cId="0" sldId="262"/>
            <ac:spMk id="129" creationId="{00000000-0000-0000-0000-000000000000}"/>
          </ac:spMkLst>
        </pc:spChg>
        <pc:spChg chg="mod">
          <ac:chgData name="Ms Alina Arshad" userId="cccdfd85-d35d-4453-9c6f-a463aae40722" providerId="ADAL" clId="{8707F9D7-D64D-463F-BF78-5C308A8BF080}" dt="2024-11-10T07:00:42.725" v="6" actId="403"/>
          <ac:spMkLst>
            <pc:docMk/>
            <pc:sldMk cId="0" sldId="262"/>
            <ac:spMk id="132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07:00:25.107" v="2" actId="1076"/>
          <ac:picMkLst>
            <pc:docMk/>
            <pc:sldMk cId="0" sldId="262"/>
            <ac:picMk id="131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09:07:16.951" v="13" actId="20577"/>
        <pc:sldMkLst>
          <pc:docMk/>
          <pc:sldMk cId="0" sldId="265"/>
        </pc:sldMkLst>
        <pc:spChg chg="mod">
          <ac:chgData name="Ms Alina Arshad" userId="cccdfd85-d35d-4453-9c6f-a463aae40722" providerId="ADAL" clId="{8707F9D7-D64D-463F-BF78-5C308A8BF080}" dt="2024-11-10T09:07:03.317" v="7" actId="207"/>
          <ac:spMkLst>
            <pc:docMk/>
            <pc:sldMk cId="0" sldId="265"/>
            <ac:spMk id="151" creationId="{00000000-0000-0000-0000-000000000000}"/>
          </ac:spMkLst>
        </pc:spChg>
        <pc:spChg chg="mod">
          <ac:chgData name="Ms Alina Arshad" userId="cccdfd85-d35d-4453-9c6f-a463aae40722" providerId="ADAL" clId="{8707F9D7-D64D-463F-BF78-5C308A8BF080}" dt="2024-11-10T09:07:16.951" v="13" actId="20577"/>
          <ac:spMkLst>
            <pc:docMk/>
            <pc:sldMk cId="0" sldId="265"/>
            <ac:spMk id="152" creationId="{00000000-0000-0000-0000-000000000000}"/>
          </ac:spMkLst>
        </pc:spChg>
      </pc:sldChg>
      <pc:sldChg chg="modSp mod">
        <pc:chgData name="Ms Alina Arshad" userId="cccdfd85-d35d-4453-9c6f-a463aae40722" providerId="ADAL" clId="{8707F9D7-D64D-463F-BF78-5C308A8BF080}" dt="2024-11-10T09:42:34.874" v="22" actId="207"/>
        <pc:sldMkLst>
          <pc:docMk/>
          <pc:sldMk cId="0" sldId="266"/>
        </pc:sldMkLst>
        <pc:spChg chg="mod">
          <ac:chgData name="Ms Alina Arshad" userId="cccdfd85-d35d-4453-9c6f-a463aae40722" providerId="ADAL" clId="{8707F9D7-D64D-463F-BF78-5C308A8BF080}" dt="2024-11-10T09:42:34.874" v="22" actId="207"/>
          <ac:spMkLst>
            <pc:docMk/>
            <pc:sldMk cId="0" sldId="266"/>
            <ac:spMk id="159" creationId="{00000000-0000-0000-0000-000000000000}"/>
          </ac:spMkLst>
        </pc:spChg>
        <pc:spChg chg="mod">
          <ac:chgData name="Ms Alina Arshad" userId="cccdfd85-d35d-4453-9c6f-a463aae40722" providerId="ADAL" clId="{8707F9D7-D64D-463F-BF78-5C308A8BF080}" dt="2024-11-10T09:42:28.744" v="21" actId="1076"/>
          <ac:spMkLst>
            <pc:docMk/>
            <pc:sldMk cId="0" sldId="266"/>
            <ac:spMk id="162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09:42:24.724" v="20" actId="1076"/>
          <ac:picMkLst>
            <pc:docMk/>
            <pc:sldMk cId="0" sldId="266"/>
            <ac:picMk id="161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09:43:17.206" v="24" actId="403"/>
        <pc:sldMkLst>
          <pc:docMk/>
          <pc:sldMk cId="0" sldId="267"/>
        </pc:sldMkLst>
        <pc:spChg chg="mod">
          <ac:chgData name="Ms Alina Arshad" userId="cccdfd85-d35d-4453-9c6f-a463aae40722" providerId="ADAL" clId="{8707F9D7-D64D-463F-BF78-5C308A8BF080}" dt="2024-11-10T09:43:17.206" v="24" actId="403"/>
          <ac:spMkLst>
            <pc:docMk/>
            <pc:sldMk cId="0" sldId="267"/>
            <ac:spMk id="168" creationId="{00000000-0000-0000-0000-000000000000}"/>
          </ac:spMkLst>
        </pc:spChg>
      </pc:sldChg>
      <pc:sldChg chg="modSp mod">
        <pc:chgData name="Ms Alina Arshad" userId="cccdfd85-d35d-4453-9c6f-a463aae40722" providerId="ADAL" clId="{8707F9D7-D64D-463F-BF78-5C308A8BF080}" dt="2024-11-10T09:46:08.937" v="31" actId="1076"/>
        <pc:sldMkLst>
          <pc:docMk/>
          <pc:sldMk cId="0" sldId="268"/>
        </pc:sldMkLst>
        <pc:spChg chg="mod">
          <ac:chgData name="Ms Alina Arshad" userId="cccdfd85-d35d-4453-9c6f-a463aae40722" providerId="ADAL" clId="{8707F9D7-D64D-463F-BF78-5C308A8BF080}" dt="2024-11-10T09:46:08.937" v="31" actId="1076"/>
          <ac:spMkLst>
            <pc:docMk/>
            <pc:sldMk cId="0" sldId="268"/>
            <ac:spMk id="175" creationId="{00000000-0000-0000-0000-000000000000}"/>
          </ac:spMkLst>
        </pc:spChg>
      </pc:sldChg>
      <pc:sldChg chg="addSp delSp modSp mod">
        <pc:chgData name="Ms Alina Arshad" userId="cccdfd85-d35d-4453-9c6f-a463aae40722" providerId="ADAL" clId="{8707F9D7-D64D-463F-BF78-5C308A8BF080}" dt="2024-11-10T12:30:08.901" v="179" actId="1035"/>
        <pc:sldMkLst>
          <pc:docMk/>
          <pc:sldMk cId="0" sldId="269"/>
        </pc:sldMkLst>
        <pc:spChg chg="mod">
          <ac:chgData name="Ms Alina Arshad" userId="cccdfd85-d35d-4453-9c6f-a463aae40722" providerId="ADAL" clId="{8707F9D7-D64D-463F-BF78-5C308A8BF080}" dt="2024-11-10T09:53:20.909" v="72" actId="1036"/>
          <ac:spMkLst>
            <pc:docMk/>
            <pc:sldMk cId="0" sldId="269"/>
            <ac:spMk id="2" creationId="{C4F4ADAC-16D3-7F44-A940-6A828CD1374B}"/>
          </ac:spMkLst>
        </pc:spChg>
        <pc:spChg chg="mod">
          <ac:chgData name="Ms Alina Arshad" userId="cccdfd85-d35d-4453-9c6f-a463aae40722" providerId="ADAL" clId="{8707F9D7-D64D-463F-BF78-5C308A8BF080}" dt="2024-11-10T09:53:28.946" v="74" actId="1076"/>
          <ac:spMkLst>
            <pc:docMk/>
            <pc:sldMk cId="0" sldId="269"/>
            <ac:spMk id="3" creationId="{4514CDFE-1A72-4DC3-8D7F-42CC9D902786}"/>
          </ac:spMkLst>
        </pc:spChg>
        <pc:spChg chg="add del mod">
          <ac:chgData name="Ms Alina Arshad" userId="cccdfd85-d35d-4453-9c6f-a463aae40722" providerId="ADAL" clId="{8707F9D7-D64D-463F-BF78-5C308A8BF080}" dt="2024-11-10T09:52:42.900" v="57" actId="1076"/>
          <ac:spMkLst>
            <pc:docMk/>
            <pc:sldMk cId="0" sldId="269"/>
            <ac:spMk id="184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12:30:08.901" v="179" actId="1035"/>
          <ac:picMkLst>
            <pc:docMk/>
            <pc:sldMk cId="0" sldId="269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09:54:53.285" v="82" actId="1076"/>
        <pc:sldMkLst>
          <pc:docMk/>
          <pc:sldMk cId="0" sldId="270"/>
        </pc:sldMkLst>
        <pc:spChg chg="mod">
          <ac:chgData name="Ms Alina Arshad" userId="cccdfd85-d35d-4453-9c6f-a463aae40722" providerId="ADAL" clId="{8707F9D7-D64D-463F-BF78-5C308A8BF080}" dt="2024-11-10T09:54:49.783" v="81" actId="1076"/>
          <ac:spMkLst>
            <pc:docMk/>
            <pc:sldMk cId="0" sldId="270"/>
            <ac:spMk id="2" creationId="{ACF8643B-97C8-6678-4DC3-88E4EAA1D786}"/>
          </ac:spMkLst>
        </pc:spChg>
        <pc:spChg chg="mod">
          <ac:chgData name="Ms Alina Arshad" userId="cccdfd85-d35d-4453-9c6f-a463aae40722" providerId="ADAL" clId="{8707F9D7-D64D-463F-BF78-5C308A8BF080}" dt="2024-11-10T09:54:53.285" v="82" actId="1076"/>
          <ac:spMkLst>
            <pc:docMk/>
            <pc:sldMk cId="0" sldId="270"/>
            <ac:spMk id="4" creationId="{A06B503B-0411-C1D8-7A75-CC7A1A91C16D}"/>
          </ac:spMkLst>
        </pc:spChg>
        <pc:spChg chg="mod">
          <ac:chgData name="Ms Alina Arshad" userId="cccdfd85-d35d-4453-9c6f-a463aae40722" providerId="ADAL" clId="{8707F9D7-D64D-463F-BF78-5C308A8BF080}" dt="2024-11-10T09:54:25.123" v="78" actId="1076"/>
          <ac:spMkLst>
            <pc:docMk/>
            <pc:sldMk cId="0" sldId="270"/>
            <ac:spMk id="194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09:54:38.242" v="80" actId="1076"/>
          <ac:picMkLst>
            <pc:docMk/>
            <pc:sldMk cId="0" sldId="270"/>
            <ac:picMk id="195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12:22:18.810" v="117" actId="207"/>
        <pc:sldMkLst>
          <pc:docMk/>
          <pc:sldMk cId="0" sldId="271"/>
        </pc:sldMkLst>
        <pc:spChg chg="mod">
          <ac:chgData name="Ms Alina Arshad" userId="cccdfd85-d35d-4453-9c6f-a463aae40722" providerId="ADAL" clId="{8707F9D7-D64D-463F-BF78-5C308A8BF080}" dt="2024-11-10T12:22:18.810" v="117" actId="207"/>
          <ac:spMkLst>
            <pc:docMk/>
            <pc:sldMk cId="0" sldId="271"/>
            <ac:spMk id="200" creationId="{00000000-0000-0000-0000-000000000000}"/>
          </ac:spMkLst>
        </pc:spChg>
        <pc:spChg chg="mod">
          <ac:chgData name="Ms Alina Arshad" userId="cccdfd85-d35d-4453-9c6f-a463aae40722" providerId="ADAL" clId="{8707F9D7-D64D-463F-BF78-5C308A8BF080}" dt="2024-11-10T12:22:12.668" v="116" actId="1076"/>
          <ac:spMkLst>
            <pc:docMk/>
            <pc:sldMk cId="0" sldId="271"/>
            <ac:spMk id="202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12:21:44.262" v="108" actId="1076"/>
          <ac:picMkLst>
            <pc:docMk/>
            <pc:sldMk cId="0" sldId="271"/>
            <ac:picMk id="203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12:24:05.098" v="131" actId="1076"/>
        <pc:sldMkLst>
          <pc:docMk/>
          <pc:sldMk cId="0" sldId="272"/>
        </pc:sldMkLst>
        <pc:spChg chg="mod">
          <ac:chgData name="Ms Alina Arshad" userId="cccdfd85-d35d-4453-9c6f-a463aae40722" providerId="ADAL" clId="{8707F9D7-D64D-463F-BF78-5C308A8BF080}" dt="2024-11-10T12:23:56.413" v="130" actId="1076"/>
          <ac:spMkLst>
            <pc:docMk/>
            <pc:sldMk cId="0" sldId="272"/>
            <ac:spMk id="2" creationId="{F834C7B1-D99D-2351-75EE-70B9B1370F51}"/>
          </ac:spMkLst>
        </pc:spChg>
        <pc:spChg chg="mod">
          <ac:chgData name="Ms Alina Arshad" userId="cccdfd85-d35d-4453-9c6f-a463aae40722" providerId="ADAL" clId="{8707F9D7-D64D-463F-BF78-5C308A8BF080}" dt="2024-11-10T12:24:05.098" v="131" actId="1076"/>
          <ac:spMkLst>
            <pc:docMk/>
            <pc:sldMk cId="0" sldId="272"/>
            <ac:spMk id="3" creationId="{BEBFBFD8-14F7-6A6B-AF39-73FA7687BC5F}"/>
          </ac:spMkLst>
        </pc:spChg>
        <pc:spChg chg="mod">
          <ac:chgData name="Ms Alina Arshad" userId="cccdfd85-d35d-4453-9c6f-a463aae40722" providerId="ADAL" clId="{8707F9D7-D64D-463F-BF78-5C308A8BF080}" dt="2024-11-10T12:22:59.253" v="126" actId="1076"/>
          <ac:spMkLst>
            <pc:docMk/>
            <pc:sldMk cId="0" sldId="272"/>
            <ac:spMk id="210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12:23:35.093" v="129" actId="1076"/>
          <ac:picMkLst>
            <pc:docMk/>
            <pc:sldMk cId="0" sldId="272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12:25:00.193" v="136" actId="1076"/>
        <pc:sldMkLst>
          <pc:docMk/>
          <pc:sldMk cId="0" sldId="273"/>
        </pc:sldMkLst>
        <pc:spChg chg="mod">
          <ac:chgData name="Ms Alina Arshad" userId="cccdfd85-d35d-4453-9c6f-a463aae40722" providerId="ADAL" clId="{8707F9D7-D64D-463F-BF78-5C308A8BF080}" dt="2024-11-10T12:24:26.084" v="135" actId="14100"/>
          <ac:spMkLst>
            <pc:docMk/>
            <pc:sldMk cId="0" sldId="273"/>
            <ac:spMk id="2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12:25:00.193" v="136" actId="1076"/>
          <ac:picMkLst>
            <pc:docMk/>
            <pc:sldMk cId="0" sldId="273"/>
            <ac:picMk id="3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12:28:37.954" v="164" actId="1076"/>
        <pc:sldMkLst>
          <pc:docMk/>
          <pc:sldMk cId="0" sldId="274"/>
        </pc:sldMkLst>
        <pc:spChg chg="mod">
          <ac:chgData name="Ms Alina Arshad" userId="cccdfd85-d35d-4453-9c6f-a463aae40722" providerId="ADAL" clId="{8707F9D7-D64D-463F-BF78-5C308A8BF080}" dt="2024-11-10T12:28:37.954" v="164" actId="1076"/>
          <ac:spMkLst>
            <pc:docMk/>
            <pc:sldMk cId="0" sldId="274"/>
            <ac:spMk id="226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12:28:33.327" v="163" actId="1076"/>
          <ac:picMkLst>
            <pc:docMk/>
            <pc:sldMk cId="0" sldId="274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12:29:11.227" v="165" actId="1036"/>
        <pc:sldMkLst>
          <pc:docMk/>
          <pc:sldMk cId="0" sldId="275"/>
        </pc:sldMkLst>
        <pc:spChg chg="mod">
          <ac:chgData name="Ms Alina Arshad" userId="cccdfd85-d35d-4453-9c6f-a463aae40722" providerId="ADAL" clId="{8707F9D7-D64D-463F-BF78-5C308A8BF080}" dt="2024-11-10T12:29:11.227" v="165" actId="1036"/>
          <ac:spMkLst>
            <pc:docMk/>
            <pc:sldMk cId="0" sldId="275"/>
            <ac:spMk id="233" creationId="{00000000-0000-0000-0000-000000000000}"/>
          </ac:spMkLst>
        </pc:spChg>
      </pc:sldChg>
      <pc:sldChg chg="modSp mod">
        <pc:chgData name="Ms Alina Arshad" userId="cccdfd85-d35d-4453-9c6f-a463aae40722" providerId="ADAL" clId="{8707F9D7-D64D-463F-BF78-5C308A8BF080}" dt="2024-11-10T09:56:51.575" v="95" actId="1076"/>
        <pc:sldMkLst>
          <pc:docMk/>
          <pc:sldMk cId="1819283757" sldId="308"/>
        </pc:sldMkLst>
        <pc:spChg chg="mod">
          <ac:chgData name="Ms Alina Arshad" userId="cccdfd85-d35d-4453-9c6f-a463aae40722" providerId="ADAL" clId="{8707F9D7-D64D-463F-BF78-5C308A8BF080}" dt="2024-11-10T09:56:51.575" v="95" actId="1076"/>
          <ac:spMkLst>
            <pc:docMk/>
            <pc:sldMk cId="1819283757" sldId="308"/>
            <ac:spMk id="194" creationId="{00000000-0000-0000-0000-000000000000}"/>
          </ac:spMkLst>
        </pc:spChg>
      </pc:sldChg>
      <pc:sldChg chg="modSp mod">
        <pc:chgData name="Ms Alina Arshad" userId="cccdfd85-d35d-4453-9c6f-a463aae40722" providerId="ADAL" clId="{8707F9D7-D64D-463F-BF78-5C308A8BF080}" dt="2024-11-10T12:10:18.232" v="103" actId="1076"/>
        <pc:sldMkLst>
          <pc:docMk/>
          <pc:sldMk cId="1336404918" sldId="311"/>
        </pc:sldMkLst>
        <pc:spChg chg="mod">
          <ac:chgData name="Ms Alina Arshad" userId="cccdfd85-d35d-4453-9c6f-a463aae40722" providerId="ADAL" clId="{8707F9D7-D64D-463F-BF78-5C308A8BF080}" dt="2024-11-10T10:05:08.180" v="96" actId="207"/>
          <ac:spMkLst>
            <pc:docMk/>
            <pc:sldMk cId="1336404918" sldId="311"/>
            <ac:spMk id="3" creationId="{00000000-0000-0000-0000-000000000000}"/>
          </ac:spMkLst>
        </pc:spChg>
        <pc:spChg chg="mod">
          <ac:chgData name="Ms Alina Arshad" userId="cccdfd85-d35d-4453-9c6f-a463aae40722" providerId="ADAL" clId="{8707F9D7-D64D-463F-BF78-5C308A8BF080}" dt="2024-11-10T12:10:15.151" v="102" actId="20577"/>
          <ac:spMkLst>
            <pc:docMk/>
            <pc:sldMk cId="1336404918" sldId="311"/>
            <ac:spMk id="4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12:10:18.232" v="103" actId="1076"/>
          <ac:picMkLst>
            <pc:docMk/>
            <pc:sldMk cId="1336404918" sldId="311"/>
            <ac:picMk id="5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12:16:32.865" v="105" actId="1076"/>
        <pc:sldMkLst>
          <pc:docMk/>
          <pc:sldMk cId="3984117074" sldId="312"/>
        </pc:sldMkLst>
        <pc:spChg chg="mod">
          <ac:chgData name="Ms Alina Arshad" userId="cccdfd85-d35d-4453-9c6f-a463aae40722" providerId="ADAL" clId="{8707F9D7-D64D-463F-BF78-5C308A8BF080}" dt="2024-11-10T12:16:32.865" v="105" actId="1076"/>
          <ac:spMkLst>
            <pc:docMk/>
            <pc:sldMk cId="3984117074" sldId="312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8707F9D7-D64D-463F-BF78-5C308A8BF080}" dt="2024-11-10T12:27:02.507" v="158" actId="1076"/>
        <pc:sldMkLst>
          <pc:docMk/>
          <pc:sldMk cId="579877513" sldId="313"/>
        </pc:sldMkLst>
        <pc:spChg chg="mod">
          <ac:chgData name="Ms Alina Arshad" userId="cccdfd85-d35d-4453-9c6f-a463aae40722" providerId="ADAL" clId="{8707F9D7-D64D-463F-BF78-5C308A8BF080}" dt="2024-11-10T12:26:57.583" v="156" actId="1076"/>
          <ac:spMkLst>
            <pc:docMk/>
            <pc:sldMk cId="579877513" sldId="313"/>
            <ac:spMk id="218" creationId="{00000000-0000-0000-0000-000000000000}"/>
          </ac:spMkLst>
        </pc:spChg>
        <pc:picChg chg="mod">
          <ac:chgData name="Ms Alina Arshad" userId="cccdfd85-d35d-4453-9c6f-a463aae40722" providerId="ADAL" clId="{8707F9D7-D64D-463F-BF78-5C308A8BF080}" dt="2024-11-10T12:27:02.507" v="158" actId="1076"/>
          <ac:picMkLst>
            <pc:docMk/>
            <pc:sldMk cId="579877513" sldId="313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8707F9D7-D64D-463F-BF78-5C308A8BF080}" dt="2024-11-10T12:25:41.835" v="150" actId="207"/>
        <pc:sldMkLst>
          <pc:docMk/>
          <pc:sldMk cId="2008118679" sldId="314"/>
        </pc:sldMkLst>
        <pc:spChg chg="mod">
          <ac:chgData name="Ms Alina Arshad" userId="cccdfd85-d35d-4453-9c6f-a463aae40722" providerId="ADAL" clId="{8707F9D7-D64D-463F-BF78-5C308A8BF080}" dt="2024-11-10T12:25:41.835" v="150" actId="207"/>
          <ac:spMkLst>
            <pc:docMk/>
            <pc:sldMk cId="2008118679" sldId="314"/>
            <ac:spMk id="4" creationId="{00000000-0000-0000-0000-000000000000}"/>
          </ac:spMkLst>
        </pc:spChg>
        <pc:spChg chg="mod">
          <ac:chgData name="Ms Alina Arshad" userId="cccdfd85-d35d-4453-9c6f-a463aae40722" providerId="ADAL" clId="{8707F9D7-D64D-463F-BF78-5C308A8BF080}" dt="2024-11-10T12:25:25.721" v="138" actId="403"/>
          <ac:spMkLst>
            <pc:docMk/>
            <pc:sldMk cId="2008118679" sldId="314"/>
            <ac:spMk id="216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D7DEAE4E-3CA3-47E0-B777-F47022A727F5}"/>
    <pc:docChg chg="undo custSel addSld delSld modSld">
      <pc:chgData name="Ms Alina Arshad" userId="cccdfd85-d35d-4453-9c6f-a463aae40722" providerId="ADAL" clId="{D7DEAE4E-3CA3-47E0-B777-F47022A727F5}" dt="2024-11-13T08:44:16.022" v="531" actId="207"/>
      <pc:docMkLst>
        <pc:docMk/>
      </pc:docMkLst>
      <pc:sldChg chg="modSp mod">
        <pc:chgData name="Ms Alina Arshad" userId="cccdfd85-d35d-4453-9c6f-a463aae40722" providerId="ADAL" clId="{D7DEAE4E-3CA3-47E0-B777-F47022A727F5}" dt="2024-11-13T08:14:24.116" v="43" actId="122"/>
        <pc:sldMkLst>
          <pc:docMk/>
          <pc:sldMk cId="3322361034" sldId="256"/>
        </pc:sldMkLst>
        <pc:spChg chg="mod">
          <ac:chgData name="Ms Alina Arshad" userId="cccdfd85-d35d-4453-9c6f-a463aae40722" providerId="ADAL" clId="{D7DEAE4E-3CA3-47E0-B777-F47022A727F5}" dt="2024-11-13T08:14:24.116" v="43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modSp add del mod">
        <pc:chgData name="Ms Alina Arshad" userId="cccdfd85-d35d-4453-9c6f-a463aae40722" providerId="ADAL" clId="{D7DEAE4E-3CA3-47E0-B777-F47022A727F5}" dt="2024-11-13T08:14:27.078" v="44" actId="47"/>
        <pc:sldMkLst>
          <pc:docMk/>
          <pc:sldMk cId="0" sldId="257"/>
        </pc:sldMkLst>
        <pc:spChg chg="mod">
          <ac:chgData name="Ms Alina Arshad" userId="cccdfd85-d35d-4453-9c6f-a463aae40722" providerId="ADAL" clId="{D7DEAE4E-3CA3-47E0-B777-F47022A727F5}" dt="2024-11-13T08:14:00.798" v="27" actId="27636"/>
          <ac:spMkLst>
            <pc:docMk/>
            <pc:sldMk cId="0" sldId="257"/>
            <ac:spMk id="90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14:42.215" v="51" actId="403"/>
        <pc:sldMkLst>
          <pc:docMk/>
          <pc:sldMk cId="0" sldId="258"/>
        </pc:sldMkLst>
        <pc:spChg chg="mod">
          <ac:chgData name="Ms Alina Arshad" userId="cccdfd85-d35d-4453-9c6f-a463aae40722" providerId="ADAL" clId="{D7DEAE4E-3CA3-47E0-B777-F47022A727F5}" dt="2024-11-13T08:14:34.259" v="47" actId="113"/>
          <ac:spMkLst>
            <pc:docMk/>
            <pc:sldMk cId="0" sldId="258"/>
            <ac:spMk id="96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14:42.215" v="51" actId="403"/>
          <ac:spMkLst>
            <pc:docMk/>
            <pc:sldMk cId="0" sldId="258"/>
            <ac:spMk id="97" creationId="{00000000-0000-0000-0000-000000000000}"/>
          </ac:spMkLst>
        </pc:spChg>
      </pc:sldChg>
      <pc:sldChg chg="modSp add del mod">
        <pc:chgData name="Ms Alina Arshad" userId="cccdfd85-d35d-4453-9c6f-a463aae40722" providerId="ADAL" clId="{D7DEAE4E-3CA3-47E0-B777-F47022A727F5}" dt="2024-11-13T08:15:02.763" v="60" actId="207"/>
        <pc:sldMkLst>
          <pc:docMk/>
          <pc:sldMk cId="0" sldId="259"/>
        </pc:sldMkLst>
        <pc:spChg chg="mod">
          <ac:chgData name="Ms Alina Arshad" userId="cccdfd85-d35d-4453-9c6f-a463aae40722" providerId="ADAL" clId="{D7DEAE4E-3CA3-47E0-B777-F47022A727F5}" dt="2024-11-13T08:14:51.346" v="54" actId="113"/>
          <ac:spMkLst>
            <pc:docMk/>
            <pc:sldMk cId="0" sldId="259"/>
            <ac:spMk id="103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15:02.763" v="60" actId="207"/>
          <ac:spMkLst>
            <pc:docMk/>
            <pc:sldMk cId="0" sldId="259"/>
            <ac:spMk id="104" creationId="{00000000-0000-0000-0000-000000000000}"/>
          </ac:spMkLst>
        </pc:spChg>
      </pc:sldChg>
      <pc:sldChg chg="modSp add del mod">
        <pc:chgData name="Ms Alina Arshad" userId="cccdfd85-d35d-4453-9c6f-a463aae40722" providerId="ADAL" clId="{D7DEAE4E-3CA3-47E0-B777-F47022A727F5}" dt="2024-11-13T08:15:21.495" v="68" actId="1076"/>
        <pc:sldMkLst>
          <pc:docMk/>
          <pc:sldMk cId="0" sldId="260"/>
        </pc:sldMkLst>
        <pc:spChg chg="mod">
          <ac:chgData name="Ms Alina Arshad" userId="cccdfd85-d35d-4453-9c6f-a463aae40722" providerId="ADAL" clId="{D7DEAE4E-3CA3-47E0-B777-F47022A727F5}" dt="2024-11-13T08:15:09.505" v="63" actId="113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15:18.634" v="67" actId="113"/>
          <ac:spMkLst>
            <pc:docMk/>
            <pc:sldMk cId="0" sldId="260"/>
            <ac:spMk id="111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15:21.495" v="68" actId="1076"/>
          <ac:picMkLst>
            <pc:docMk/>
            <pc:sldMk cId="0" sldId="260"/>
            <ac:picMk id="113" creationId="{00000000-0000-0000-0000-000000000000}"/>
          </ac:picMkLst>
        </pc:picChg>
      </pc:sldChg>
      <pc:sldChg chg="modSp add del mod">
        <pc:chgData name="Ms Alina Arshad" userId="cccdfd85-d35d-4453-9c6f-a463aae40722" providerId="ADAL" clId="{D7DEAE4E-3CA3-47E0-B777-F47022A727F5}" dt="2024-11-13T08:15:45.592" v="77" actId="14100"/>
        <pc:sldMkLst>
          <pc:docMk/>
          <pc:sldMk cId="0" sldId="261"/>
        </pc:sldMkLst>
        <pc:spChg chg="mod">
          <ac:chgData name="Ms Alina Arshad" userId="cccdfd85-d35d-4453-9c6f-a463aae40722" providerId="ADAL" clId="{D7DEAE4E-3CA3-47E0-B777-F47022A727F5}" dt="2024-11-13T08:15:36.455" v="73" actId="1076"/>
          <ac:spMkLst>
            <pc:docMk/>
            <pc:sldMk cId="0" sldId="261"/>
            <ac:spMk id="118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15:45.592" v="77" actId="14100"/>
          <ac:spMkLst>
            <pc:docMk/>
            <pc:sldMk cId="0" sldId="261"/>
            <ac:spMk id="119" creationId="{00000000-0000-0000-0000-000000000000}"/>
          </ac:spMkLst>
        </pc:spChg>
      </pc:sldChg>
      <pc:sldChg chg="modSp add del mod">
        <pc:chgData name="Ms Alina Arshad" userId="cccdfd85-d35d-4453-9c6f-a463aae40722" providerId="ADAL" clId="{D7DEAE4E-3CA3-47E0-B777-F47022A727F5}" dt="2024-11-13T08:16:30.318" v="94" actId="207"/>
        <pc:sldMkLst>
          <pc:docMk/>
          <pc:sldMk cId="0" sldId="262"/>
        </pc:sldMkLst>
        <pc:spChg chg="mod">
          <ac:chgData name="Ms Alina Arshad" userId="cccdfd85-d35d-4453-9c6f-a463aae40722" providerId="ADAL" clId="{D7DEAE4E-3CA3-47E0-B777-F47022A727F5}" dt="2024-11-13T08:16:25.831" v="91" actId="1076"/>
          <ac:spMkLst>
            <pc:docMk/>
            <pc:sldMk cId="0" sldId="262"/>
            <ac:spMk id="124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16:30.318" v="94" actId="207"/>
          <ac:spMkLst>
            <pc:docMk/>
            <pc:sldMk cId="0" sldId="262"/>
            <ac:spMk id="125" creationId="{00000000-0000-0000-0000-000000000000}"/>
          </ac:spMkLst>
        </pc:spChg>
      </pc:sldChg>
      <pc:sldChg chg="modSp add del mod">
        <pc:chgData name="Ms Alina Arshad" userId="cccdfd85-d35d-4453-9c6f-a463aae40722" providerId="ADAL" clId="{D7DEAE4E-3CA3-47E0-B777-F47022A727F5}" dt="2024-11-13T08:17:15.862" v="112" actId="14100"/>
        <pc:sldMkLst>
          <pc:docMk/>
          <pc:sldMk cId="0" sldId="263"/>
        </pc:sldMkLst>
        <pc:spChg chg="mod">
          <ac:chgData name="Ms Alina Arshad" userId="cccdfd85-d35d-4453-9c6f-a463aae40722" providerId="ADAL" clId="{D7DEAE4E-3CA3-47E0-B777-F47022A727F5}" dt="2024-11-13T08:16:50.088" v="104" actId="113"/>
          <ac:spMkLst>
            <pc:docMk/>
            <pc:sldMk cId="0" sldId="263"/>
            <ac:spMk id="131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17:15.862" v="112" actId="14100"/>
          <ac:spMkLst>
            <pc:docMk/>
            <pc:sldMk cId="0" sldId="263"/>
            <ac:spMk id="132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17:01.197" v="108" actId="14100"/>
          <ac:picMkLst>
            <pc:docMk/>
            <pc:sldMk cId="0" sldId="263"/>
            <ac:picMk id="134" creationId="{00000000-0000-0000-0000-000000000000}"/>
          </ac:picMkLst>
        </pc:picChg>
        <pc:picChg chg="mod">
          <ac:chgData name="Ms Alina Arshad" userId="cccdfd85-d35d-4453-9c6f-a463aae40722" providerId="ADAL" clId="{D7DEAE4E-3CA3-47E0-B777-F47022A727F5}" dt="2024-11-13T08:17:10.726" v="111" actId="1076"/>
          <ac:picMkLst>
            <pc:docMk/>
            <pc:sldMk cId="0" sldId="263"/>
            <ac:picMk id="135" creationId="{00000000-0000-0000-0000-000000000000}"/>
          </ac:picMkLst>
        </pc:picChg>
      </pc:sldChg>
      <pc:sldChg chg="modSp add del mod">
        <pc:chgData name="Ms Alina Arshad" userId="cccdfd85-d35d-4453-9c6f-a463aae40722" providerId="ADAL" clId="{D7DEAE4E-3CA3-47E0-B777-F47022A727F5}" dt="2024-11-13T08:17:43.838" v="125" actId="403"/>
        <pc:sldMkLst>
          <pc:docMk/>
          <pc:sldMk cId="0" sldId="264"/>
        </pc:sldMkLst>
        <pc:spChg chg="mod">
          <ac:chgData name="Ms Alina Arshad" userId="cccdfd85-d35d-4453-9c6f-a463aae40722" providerId="ADAL" clId="{D7DEAE4E-3CA3-47E0-B777-F47022A727F5}" dt="2024-11-13T08:17:34.231" v="121" actId="113"/>
          <ac:spMkLst>
            <pc:docMk/>
            <pc:sldMk cId="0" sldId="264"/>
            <ac:spMk id="140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17:43.838" v="125" actId="403"/>
          <ac:spMkLst>
            <pc:docMk/>
            <pc:sldMk cId="0" sldId="264"/>
            <ac:spMk id="141" creationId="{00000000-0000-0000-0000-000000000000}"/>
          </ac:spMkLst>
        </pc:spChg>
      </pc:sldChg>
      <pc:sldChg chg="modSp add del mod">
        <pc:chgData name="Ms Alina Arshad" userId="cccdfd85-d35d-4453-9c6f-a463aae40722" providerId="ADAL" clId="{D7DEAE4E-3CA3-47E0-B777-F47022A727F5}" dt="2024-11-13T08:18:04.885" v="133" actId="1076"/>
        <pc:sldMkLst>
          <pc:docMk/>
          <pc:sldMk cId="0" sldId="265"/>
        </pc:sldMkLst>
        <pc:spChg chg="mod">
          <ac:chgData name="Ms Alina Arshad" userId="cccdfd85-d35d-4453-9c6f-a463aae40722" providerId="ADAL" clId="{D7DEAE4E-3CA3-47E0-B777-F47022A727F5}" dt="2024-11-13T08:17:56.060" v="129" actId="1076"/>
          <ac:spMkLst>
            <pc:docMk/>
            <pc:sldMk cId="0" sldId="265"/>
            <ac:spMk id="147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18:04.885" v="133" actId="1076"/>
          <ac:spMkLst>
            <pc:docMk/>
            <pc:sldMk cId="0" sldId="265"/>
            <ac:spMk id="148" creationId="{00000000-0000-0000-0000-000000000000}"/>
          </ac:spMkLst>
        </pc:spChg>
      </pc:sldChg>
      <pc:sldChg chg="addSp delSp modSp add del mod">
        <pc:chgData name="Ms Alina Arshad" userId="cccdfd85-d35d-4453-9c6f-a463aae40722" providerId="ADAL" clId="{D7DEAE4E-3CA3-47E0-B777-F47022A727F5}" dt="2024-11-13T08:18:30.050" v="141" actId="47"/>
        <pc:sldMkLst>
          <pc:docMk/>
          <pc:sldMk cId="0" sldId="266"/>
        </pc:sldMkLst>
        <pc:spChg chg="add mod">
          <ac:chgData name="Ms Alina Arshad" userId="cccdfd85-d35d-4453-9c6f-a463aae40722" providerId="ADAL" clId="{D7DEAE4E-3CA3-47E0-B777-F47022A727F5}" dt="2024-11-13T08:18:28.495" v="140" actId="21"/>
          <ac:spMkLst>
            <pc:docMk/>
            <pc:sldMk cId="0" sldId="266"/>
            <ac:spMk id="3" creationId="{322893F8-F8A1-1320-8D5A-1C2FA962EF2B}"/>
          </ac:spMkLst>
        </pc:spChg>
        <pc:spChg chg="del mod">
          <ac:chgData name="Ms Alina Arshad" userId="cccdfd85-d35d-4453-9c6f-a463aae40722" providerId="ADAL" clId="{D7DEAE4E-3CA3-47E0-B777-F47022A727F5}" dt="2024-11-13T08:18:28.495" v="140" actId="21"/>
          <ac:spMkLst>
            <pc:docMk/>
            <pc:sldMk cId="0" sldId="266"/>
            <ac:spMk id="158" creationId="{00000000-0000-0000-0000-000000000000}"/>
          </ac:spMkLst>
        </pc:spChg>
      </pc:sldChg>
      <pc:sldChg chg="delSp add del mod">
        <pc:chgData name="Ms Alina Arshad" userId="cccdfd85-d35d-4453-9c6f-a463aae40722" providerId="ADAL" clId="{D7DEAE4E-3CA3-47E0-B777-F47022A727F5}" dt="2024-11-13T08:19:14.897" v="154" actId="47"/>
        <pc:sldMkLst>
          <pc:docMk/>
          <pc:sldMk cId="0" sldId="267"/>
        </pc:sldMkLst>
        <pc:graphicFrameChg chg="del">
          <ac:chgData name="Ms Alina Arshad" userId="cccdfd85-d35d-4453-9c6f-a463aae40722" providerId="ADAL" clId="{D7DEAE4E-3CA3-47E0-B777-F47022A727F5}" dt="2024-11-13T08:18:43.246" v="145" actId="21"/>
          <ac:graphicFrameMkLst>
            <pc:docMk/>
            <pc:sldMk cId="0" sldId="267"/>
            <ac:graphicFrameMk id="163" creationId="{00000000-0000-0000-0000-000000000000}"/>
          </ac:graphicFrameMkLst>
        </pc:graphicFrameChg>
      </pc:sldChg>
      <pc:sldChg chg="delSp add del mod">
        <pc:chgData name="Ms Alina Arshad" userId="cccdfd85-d35d-4453-9c6f-a463aae40722" providerId="ADAL" clId="{D7DEAE4E-3CA3-47E0-B777-F47022A727F5}" dt="2024-11-13T08:19:48.702" v="167" actId="47"/>
        <pc:sldMkLst>
          <pc:docMk/>
          <pc:sldMk cId="0" sldId="268"/>
        </pc:sldMkLst>
        <pc:graphicFrameChg chg="del">
          <ac:chgData name="Ms Alina Arshad" userId="cccdfd85-d35d-4453-9c6f-a463aae40722" providerId="ADAL" clId="{D7DEAE4E-3CA3-47E0-B777-F47022A727F5}" dt="2024-11-13T08:19:19.846" v="155" actId="21"/>
          <ac:graphicFrameMkLst>
            <pc:docMk/>
            <pc:sldMk cId="0" sldId="268"/>
            <ac:graphicFrameMk id="168" creationId="{00000000-0000-0000-0000-000000000000}"/>
          </ac:graphicFrameMkLst>
        </pc:graphicFrameChg>
      </pc:sldChg>
      <pc:sldChg chg="addSp delSp modSp add del mod">
        <pc:chgData name="Ms Alina Arshad" userId="cccdfd85-d35d-4453-9c6f-a463aae40722" providerId="ADAL" clId="{D7DEAE4E-3CA3-47E0-B777-F47022A727F5}" dt="2024-11-13T08:20:09.304" v="174" actId="47"/>
        <pc:sldMkLst>
          <pc:docMk/>
          <pc:sldMk cId="0" sldId="269"/>
        </pc:sldMkLst>
        <pc:spChg chg="add mod">
          <ac:chgData name="Ms Alina Arshad" userId="cccdfd85-d35d-4453-9c6f-a463aae40722" providerId="ADAL" clId="{D7DEAE4E-3CA3-47E0-B777-F47022A727F5}" dt="2024-11-13T08:20:02.480" v="170" actId="21"/>
          <ac:spMkLst>
            <pc:docMk/>
            <pc:sldMk cId="0" sldId="269"/>
            <ac:spMk id="3" creationId="{32189EA8-3DD2-4B99-F802-DC94BB9AC986}"/>
          </ac:spMkLst>
        </pc:spChg>
        <pc:spChg chg="del mod">
          <ac:chgData name="Ms Alina Arshad" userId="cccdfd85-d35d-4453-9c6f-a463aae40722" providerId="ADAL" clId="{D7DEAE4E-3CA3-47E0-B777-F47022A727F5}" dt="2024-11-13T08:20:02.480" v="170" actId="21"/>
          <ac:spMkLst>
            <pc:docMk/>
            <pc:sldMk cId="0" sldId="269"/>
            <ac:spMk id="173" creationId="{00000000-0000-0000-0000-000000000000}"/>
          </ac:spMkLst>
        </pc:spChg>
      </pc:sldChg>
      <pc:sldChg chg="delSp add del mod">
        <pc:chgData name="Ms Alina Arshad" userId="cccdfd85-d35d-4453-9c6f-a463aae40722" providerId="ADAL" clId="{D7DEAE4E-3CA3-47E0-B777-F47022A727F5}" dt="2024-11-13T08:20:35.171" v="180" actId="47"/>
        <pc:sldMkLst>
          <pc:docMk/>
          <pc:sldMk cId="0" sldId="270"/>
        </pc:sldMkLst>
        <pc:graphicFrameChg chg="del">
          <ac:chgData name="Ms Alina Arshad" userId="cccdfd85-d35d-4453-9c6f-a463aae40722" providerId="ADAL" clId="{D7DEAE4E-3CA3-47E0-B777-F47022A727F5}" dt="2024-11-13T08:20:16.598" v="175" actId="21"/>
          <ac:graphicFrameMkLst>
            <pc:docMk/>
            <pc:sldMk cId="0" sldId="270"/>
            <ac:graphicFrameMk id="178" creationId="{00000000-0000-0000-0000-000000000000}"/>
          </ac:graphicFrameMkLst>
        </pc:graphicFrameChg>
      </pc:sldChg>
      <pc:sldChg chg="modSp add del mod modClrScheme chgLayout">
        <pc:chgData name="Ms Alina Arshad" userId="cccdfd85-d35d-4453-9c6f-a463aae40722" providerId="ADAL" clId="{D7DEAE4E-3CA3-47E0-B777-F47022A727F5}" dt="2024-11-13T08:21:09.515" v="186" actId="1076"/>
        <pc:sldMkLst>
          <pc:docMk/>
          <pc:sldMk cId="0" sldId="271"/>
        </pc:sldMkLst>
        <pc:spChg chg="mod ord">
          <ac:chgData name="Ms Alina Arshad" userId="cccdfd85-d35d-4453-9c6f-a463aae40722" providerId="ADAL" clId="{D7DEAE4E-3CA3-47E0-B777-F47022A727F5}" dt="2024-11-13T08:21:05.997" v="185" actId="113"/>
          <ac:spMkLst>
            <pc:docMk/>
            <pc:sldMk cId="0" sldId="271"/>
            <ac:spMk id="184" creationId="{00000000-0000-0000-0000-000000000000}"/>
          </ac:spMkLst>
        </pc:spChg>
        <pc:graphicFrameChg chg="mod">
          <ac:chgData name="Ms Alina Arshad" userId="cccdfd85-d35d-4453-9c6f-a463aae40722" providerId="ADAL" clId="{D7DEAE4E-3CA3-47E0-B777-F47022A727F5}" dt="2024-11-13T08:21:09.515" v="186" actId="1076"/>
          <ac:graphicFrameMkLst>
            <pc:docMk/>
            <pc:sldMk cId="0" sldId="271"/>
            <ac:graphicFrameMk id="183" creationId="{00000000-0000-0000-0000-000000000000}"/>
          </ac:graphicFrameMkLst>
        </pc:graphicFrameChg>
      </pc:sldChg>
      <pc:sldChg chg="modSp add del mod modClrScheme chgLayout">
        <pc:chgData name="Ms Alina Arshad" userId="cccdfd85-d35d-4453-9c6f-a463aae40722" providerId="ADAL" clId="{D7DEAE4E-3CA3-47E0-B777-F47022A727F5}" dt="2024-11-13T08:21:25.763" v="191" actId="1076"/>
        <pc:sldMkLst>
          <pc:docMk/>
          <pc:sldMk cId="0" sldId="272"/>
        </pc:sldMkLst>
        <pc:spChg chg="mod ord">
          <ac:chgData name="Ms Alina Arshad" userId="cccdfd85-d35d-4453-9c6f-a463aae40722" providerId="ADAL" clId="{D7DEAE4E-3CA3-47E0-B777-F47022A727F5}" dt="2024-11-13T08:21:20.636" v="190" actId="113"/>
          <ac:spMkLst>
            <pc:docMk/>
            <pc:sldMk cId="0" sldId="272"/>
            <ac:spMk id="190" creationId="{00000000-0000-0000-0000-000000000000}"/>
          </ac:spMkLst>
        </pc:spChg>
        <pc:graphicFrameChg chg="mod">
          <ac:chgData name="Ms Alina Arshad" userId="cccdfd85-d35d-4453-9c6f-a463aae40722" providerId="ADAL" clId="{D7DEAE4E-3CA3-47E0-B777-F47022A727F5}" dt="2024-11-13T08:21:25.763" v="191" actId="1076"/>
          <ac:graphicFrameMkLst>
            <pc:docMk/>
            <pc:sldMk cId="0" sldId="272"/>
            <ac:graphicFrameMk id="189" creationId="{00000000-0000-0000-0000-000000000000}"/>
          </ac:graphicFrameMkLst>
        </pc:graphicFrameChg>
      </pc:sldChg>
      <pc:sldChg chg="modSp add del mod modClrScheme chgLayout">
        <pc:chgData name="Ms Alina Arshad" userId="cccdfd85-d35d-4453-9c6f-a463aae40722" providerId="ADAL" clId="{D7DEAE4E-3CA3-47E0-B777-F47022A727F5}" dt="2024-11-13T08:21:53.496" v="198" actId="207"/>
        <pc:sldMkLst>
          <pc:docMk/>
          <pc:sldMk cId="0" sldId="273"/>
        </pc:sldMkLst>
        <pc:spChg chg="mod ord">
          <ac:chgData name="Ms Alina Arshad" userId="cccdfd85-d35d-4453-9c6f-a463aae40722" providerId="ADAL" clId="{D7DEAE4E-3CA3-47E0-B777-F47022A727F5}" dt="2024-11-13T08:21:46.427" v="196" actId="113"/>
          <ac:spMkLst>
            <pc:docMk/>
            <pc:sldMk cId="0" sldId="273"/>
            <ac:spMk id="196" creationId="{00000000-0000-0000-0000-000000000000}"/>
          </ac:spMkLst>
        </pc:spChg>
        <pc:graphicFrameChg chg="mod modGraphic">
          <ac:chgData name="Ms Alina Arshad" userId="cccdfd85-d35d-4453-9c6f-a463aae40722" providerId="ADAL" clId="{D7DEAE4E-3CA3-47E0-B777-F47022A727F5}" dt="2024-11-13T08:21:53.496" v="198" actId="207"/>
          <ac:graphicFrameMkLst>
            <pc:docMk/>
            <pc:sldMk cId="0" sldId="273"/>
            <ac:graphicFrameMk id="195" creationId="{00000000-0000-0000-0000-000000000000}"/>
          </ac:graphicFrameMkLst>
        </pc:graphicFrameChg>
      </pc:sldChg>
      <pc:sldChg chg="modSp add del mod modClrScheme chgLayout">
        <pc:chgData name="Ms Alina Arshad" userId="cccdfd85-d35d-4453-9c6f-a463aae40722" providerId="ADAL" clId="{D7DEAE4E-3CA3-47E0-B777-F47022A727F5}" dt="2024-11-13T08:22:07.746" v="204" actId="113"/>
        <pc:sldMkLst>
          <pc:docMk/>
          <pc:sldMk cId="0" sldId="274"/>
        </pc:sldMkLst>
        <pc:spChg chg="mod ord">
          <ac:chgData name="Ms Alina Arshad" userId="cccdfd85-d35d-4453-9c6f-a463aae40722" providerId="ADAL" clId="{D7DEAE4E-3CA3-47E0-B777-F47022A727F5}" dt="2024-11-13T08:21:40.124" v="193" actId="700"/>
          <ac:spMkLst>
            <pc:docMk/>
            <pc:sldMk cId="0" sldId="274"/>
            <ac:spMk id="201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22:07.746" v="204" actId="113"/>
          <ac:spMkLst>
            <pc:docMk/>
            <pc:sldMk cId="0" sldId="274"/>
            <ac:spMk id="203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22:00.274" v="200" actId="1076"/>
          <ac:picMkLst>
            <pc:docMk/>
            <pc:sldMk cId="0" sldId="274"/>
            <ac:picMk id="202" creationId="{00000000-0000-0000-0000-000000000000}"/>
          </ac:picMkLst>
        </pc:picChg>
      </pc:sldChg>
      <pc:sldChg chg="modSp add del mod">
        <pc:chgData name="Ms Alina Arshad" userId="cccdfd85-d35d-4453-9c6f-a463aae40722" providerId="ADAL" clId="{D7DEAE4E-3CA3-47E0-B777-F47022A727F5}" dt="2024-11-13T08:22:59.269" v="231" actId="1035"/>
        <pc:sldMkLst>
          <pc:docMk/>
          <pc:sldMk cId="0" sldId="275"/>
        </pc:sldMkLst>
        <pc:spChg chg="mod">
          <ac:chgData name="Ms Alina Arshad" userId="cccdfd85-d35d-4453-9c6f-a463aae40722" providerId="ADAL" clId="{D7DEAE4E-3CA3-47E0-B777-F47022A727F5}" dt="2024-11-13T08:22:23.152" v="212" actId="20577"/>
          <ac:spMkLst>
            <pc:docMk/>
            <pc:sldMk cId="0" sldId="275"/>
            <ac:spMk id="208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22:38.451" v="219" actId="14100"/>
          <ac:spMkLst>
            <pc:docMk/>
            <pc:sldMk cId="0" sldId="275"/>
            <ac:spMk id="209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22:40.507" v="220" actId="1076"/>
          <ac:picMkLst>
            <pc:docMk/>
            <pc:sldMk cId="0" sldId="275"/>
            <ac:picMk id="211" creationId="{00000000-0000-0000-0000-000000000000}"/>
          </ac:picMkLst>
        </pc:picChg>
        <pc:picChg chg="mod">
          <ac:chgData name="Ms Alina Arshad" userId="cccdfd85-d35d-4453-9c6f-a463aae40722" providerId="ADAL" clId="{D7DEAE4E-3CA3-47E0-B777-F47022A727F5}" dt="2024-11-13T08:22:59.269" v="231" actId="1035"/>
          <ac:picMkLst>
            <pc:docMk/>
            <pc:sldMk cId="0" sldId="275"/>
            <ac:picMk id="212" creationId="{00000000-0000-0000-0000-000000000000}"/>
          </ac:picMkLst>
        </pc:picChg>
      </pc:sldChg>
      <pc:sldChg chg="modSp add mod">
        <pc:chgData name="Ms Alina Arshad" userId="cccdfd85-d35d-4453-9c6f-a463aae40722" providerId="ADAL" clId="{D7DEAE4E-3CA3-47E0-B777-F47022A727F5}" dt="2024-11-13T08:24:42.826" v="244" actId="14100"/>
        <pc:sldMkLst>
          <pc:docMk/>
          <pc:sldMk cId="0" sldId="276"/>
        </pc:sldMkLst>
        <pc:spChg chg="mod">
          <ac:chgData name="Ms Alina Arshad" userId="cccdfd85-d35d-4453-9c6f-a463aae40722" providerId="ADAL" clId="{D7DEAE4E-3CA3-47E0-B777-F47022A727F5}" dt="2024-11-13T08:24:34.249" v="240" actId="1076"/>
          <ac:spMkLst>
            <pc:docMk/>
            <pc:sldMk cId="0" sldId="276"/>
            <ac:spMk id="217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24:42.826" v="244" actId="14100"/>
          <ac:spMkLst>
            <pc:docMk/>
            <pc:sldMk cId="0" sldId="276"/>
            <ac:spMk id="218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25:15.706" v="259" actId="1076"/>
        <pc:sldMkLst>
          <pc:docMk/>
          <pc:sldMk cId="0" sldId="277"/>
        </pc:sldMkLst>
        <pc:spChg chg="mod">
          <ac:chgData name="Ms Alina Arshad" userId="cccdfd85-d35d-4453-9c6f-a463aae40722" providerId="ADAL" clId="{D7DEAE4E-3CA3-47E0-B777-F47022A727F5}" dt="2024-11-13T08:24:58.946" v="251" actId="14100"/>
          <ac:spMkLst>
            <pc:docMk/>
            <pc:sldMk cId="0" sldId="277"/>
            <ac:spMk id="223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25:15.706" v="259" actId="1076"/>
          <ac:spMkLst>
            <pc:docMk/>
            <pc:sldMk cId="0" sldId="277"/>
            <ac:spMk id="224" creationId="{00000000-0000-0000-0000-000000000000}"/>
          </ac:spMkLst>
        </pc:spChg>
      </pc:sldChg>
      <pc:sldChg chg="modSp add mod modClrScheme chgLayout">
        <pc:chgData name="Ms Alina Arshad" userId="cccdfd85-d35d-4453-9c6f-a463aae40722" providerId="ADAL" clId="{D7DEAE4E-3CA3-47E0-B777-F47022A727F5}" dt="2024-11-13T08:25:34.650" v="261" actId="1076"/>
        <pc:sldMkLst>
          <pc:docMk/>
          <pc:sldMk cId="0" sldId="278"/>
        </pc:sldMkLst>
        <pc:picChg chg="mod">
          <ac:chgData name="Ms Alina Arshad" userId="cccdfd85-d35d-4453-9c6f-a463aae40722" providerId="ADAL" clId="{D7DEAE4E-3CA3-47E0-B777-F47022A727F5}" dt="2024-11-13T08:25:34.650" v="261" actId="1076"/>
          <ac:picMkLst>
            <pc:docMk/>
            <pc:sldMk cId="0" sldId="278"/>
            <ac:picMk id="230" creationId="{00000000-0000-0000-0000-000000000000}"/>
          </ac:picMkLst>
        </pc:picChg>
      </pc:sldChg>
      <pc:sldChg chg="modSp add mod">
        <pc:chgData name="Ms Alina Arshad" userId="cccdfd85-d35d-4453-9c6f-a463aae40722" providerId="ADAL" clId="{D7DEAE4E-3CA3-47E0-B777-F47022A727F5}" dt="2024-11-13T08:26:00.918" v="271" actId="5793"/>
        <pc:sldMkLst>
          <pc:docMk/>
          <pc:sldMk cId="0" sldId="279"/>
        </pc:sldMkLst>
        <pc:spChg chg="mod">
          <ac:chgData name="Ms Alina Arshad" userId="cccdfd85-d35d-4453-9c6f-a463aae40722" providerId="ADAL" clId="{D7DEAE4E-3CA3-47E0-B777-F47022A727F5}" dt="2024-11-13T08:25:47.051" v="265" actId="113"/>
          <ac:spMkLst>
            <pc:docMk/>
            <pc:sldMk cId="0" sldId="279"/>
            <ac:spMk id="235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26:00.918" v="271" actId="5793"/>
          <ac:spMkLst>
            <pc:docMk/>
            <pc:sldMk cId="0" sldId="279"/>
            <ac:spMk id="236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26:31.356" v="282" actId="403"/>
        <pc:sldMkLst>
          <pc:docMk/>
          <pc:sldMk cId="0" sldId="280"/>
        </pc:sldMkLst>
        <pc:spChg chg="mod">
          <ac:chgData name="Ms Alina Arshad" userId="cccdfd85-d35d-4453-9c6f-a463aae40722" providerId="ADAL" clId="{D7DEAE4E-3CA3-47E0-B777-F47022A727F5}" dt="2024-11-13T08:26:15.603" v="276" actId="113"/>
          <ac:spMkLst>
            <pc:docMk/>
            <pc:sldMk cId="0" sldId="280"/>
            <ac:spMk id="242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26:31.356" v="282" actId="403"/>
          <ac:spMkLst>
            <pc:docMk/>
            <pc:sldMk cId="0" sldId="280"/>
            <ac:spMk id="243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27:07.899" v="298" actId="20577"/>
        <pc:sldMkLst>
          <pc:docMk/>
          <pc:sldMk cId="0" sldId="281"/>
        </pc:sldMkLst>
        <pc:spChg chg="mod">
          <ac:chgData name="Ms Alina Arshad" userId="cccdfd85-d35d-4453-9c6f-a463aae40722" providerId="ADAL" clId="{D7DEAE4E-3CA3-47E0-B777-F47022A727F5}" dt="2024-11-13T08:26:42.474" v="285" actId="113"/>
          <ac:spMkLst>
            <pc:docMk/>
            <pc:sldMk cId="0" sldId="281"/>
            <ac:spMk id="249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27:07.899" v="298" actId="20577"/>
          <ac:spMkLst>
            <pc:docMk/>
            <pc:sldMk cId="0" sldId="281"/>
            <ac:spMk id="250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27:19.886" v="302" actId="12"/>
        <pc:sldMkLst>
          <pc:docMk/>
          <pc:sldMk cId="0" sldId="282"/>
        </pc:sldMkLst>
        <pc:spChg chg="mod">
          <ac:chgData name="Ms Alina Arshad" userId="cccdfd85-d35d-4453-9c6f-a463aae40722" providerId="ADAL" clId="{D7DEAE4E-3CA3-47E0-B777-F47022A727F5}" dt="2024-11-13T08:27:14.492" v="300" actId="113"/>
          <ac:spMkLst>
            <pc:docMk/>
            <pc:sldMk cId="0" sldId="282"/>
            <ac:spMk id="255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27:19.886" v="302" actId="12"/>
          <ac:spMkLst>
            <pc:docMk/>
            <pc:sldMk cId="0" sldId="282"/>
            <ac:spMk id="256" creationId="{00000000-0000-0000-0000-000000000000}"/>
          </ac:spMkLst>
        </pc:spChg>
      </pc:sldChg>
      <pc:sldChg chg="addSp delSp modSp add mod setBg modClrScheme chgLayout">
        <pc:chgData name="Ms Alina Arshad" userId="cccdfd85-d35d-4453-9c6f-a463aae40722" providerId="ADAL" clId="{D7DEAE4E-3CA3-47E0-B777-F47022A727F5}" dt="2024-11-13T08:28:13.095" v="316" actId="26606"/>
        <pc:sldMkLst>
          <pc:docMk/>
          <pc:sldMk cId="0" sldId="283"/>
        </pc:sldMkLst>
        <pc:spChg chg="mod ord">
          <ac:chgData name="Ms Alina Arshad" userId="cccdfd85-d35d-4453-9c6f-a463aae40722" providerId="ADAL" clId="{D7DEAE4E-3CA3-47E0-B777-F47022A727F5}" dt="2024-11-13T08:28:13.095" v="316" actId="26606"/>
          <ac:spMkLst>
            <pc:docMk/>
            <pc:sldMk cId="0" sldId="283"/>
            <ac:spMk id="261" creationId="{00000000-0000-0000-0000-000000000000}"/>
          </ac:spMkLst>
        </pc:spChg>
        <pc:spChg chg="add del mod ord">
          <ac:chgData name="Ms Alina Arshad" userId="cccdfd85-d35d-4453-9c6f-a463aae40722" providerId="ADAL" clId="{D7DEAE4E-3CA3-47E0-B777-F47022A727F5}" dt="2024-11-13T08:28:13.095" v="316" actId="26606"/>
          <ac:spMkLst>
            <pc:docMk/>
            <pc:sldMk cId="0" sldId="283"/>
            <ac:spMk id="262" creationId="{00000000-0000-0000-0000-000000000000}"/>
          </ac:spMkLst>
        </pc:spChg>
        <pc:spChg chg="del mod ord">
          <ac:chgData name="Ms Alina Arshad" userId="cccdfd85-d35d-4453-9c6f-a463aae40722" providerId="ADAL" clId="{D7DEAE4E-3CA3-47E0-B777-F47022A727F5}" dt="2024-11-13T08:27:53.905" v="313" actId="478"/>
          <ac:spMkLst>
            <pc:docMk/>
            <pc:sldMk cId="0" sldId="283"/>
            <ac:spMk id="263" creationId="{00000000-0000-0000-0000-000000000000}"/>
          </ac:spMkLst>
        </pc:spChg>
        <pc:spChg chg="add">
          <ac:chgData name="Ms Alina Arshad" userId="cccdfd85-d35d-4453-9c6f-a463aae40722" providerId="ADAL" clId="{D7DEAE4E-3CA3-47E0-B777-F47022A727F5}" dt="2024-11-13T08:28:13.095" v="316" actId="26606"/>
          <ac:spMkLst>
            <pc:docMk/>
            <pc:sldMk cId="0" sldId="283"/>
            <ac:spMk id="265" creationId="{36D16D1E-4205-49F5-BD2A-DA769947C104}"/>
          </ac:spMkLst>
        </pc:spChg>
        <pc:spChg chg="add">
          <ac:chgData name="Ms Alina Arshad" userId="cccdfd85-d35d-4453-9c6f-a463aae40722" providerId="ADAL" clId="{D7DEAE4E-3CA3-47E0-B777-F47022A727F5}" dt="2024-11-13T08:28:13.095" v="316" actId="26606"/>
          <ac:spMkLst>
            <pc:docMk/>
            <pc:sldMk cId="0" sldId="283"/>
            <ac:spMk id="266" creationId="{012FD100-C039-4E03-B5E4-2EDFA7290AA6}"/>
          </ac:spMkLst>
        </pc:spChg>
        <pc:spChg chg="add del">
          <ac:chgData name="Ms Alina Arshad" userId="cccdfd85-d35d-4453-9c6f-a463aae40722" providerId="ADAL" clId="{D7DEAE4E-3CA3-47E0-B777-F47022A727F5}" dt="2024-11-13T08:28:11.020" v="315" actId="26606"/>
          <ac:spMkLst>
            <pc:docMk/>
            <pc:sldMk cId="0" sldId="283"/>
            <ac:spMk id="268" creationId="{36D16D1E-4205-49F5-BD2A-DA769947C104}"/>
          </ac:spMkLst>
        </pc:spChg>
        <pc:spChg chg="add">
          <ac:chgData name="Ms Alina Arshad" userId="cccdfd85-d35d-4453-9c6f-a463aae40722" providerId="ADAL" clId="{D7DEAE4E-3CA3-47E0-B777-F47022A727F5}" dt="2024-11-13T08:28:13.095" v="316" actId="26606"/>
          <ac:spMkLst>
            <pc:docMk/>
            <pc:sldMk cId="0" sldId="283"/>
            <ac:spMk id="269" creationId="{FB5993E2-C02B-4335-ABA5-D8EC465551E3}"/>
          </ac:spMkLst>
        </pc:spChg>
        <pc:spChg chg="add del">
          <ac:chgData name="Ms Alina Arshad" userId="cccdfd85-d35d-4453-9c6f-a463aae40722" providerId="ADAL" clId="{D7DEAE4E-3CA3-47E0-B777-F47022A727F5}" dt="2024-11-13T08:28:11.020" v="315" actId="26606"/>
          <ac:spMkLst>
            <pc:docMk/>
            <pc:sldMk cId="0" sldId="283"/>
            <ac:spMk id="270" creationId="{012FD100-C039-4E03-B5E4-2EDFA7290AA6}"/>
          </ac:spMkLst>
        </pc:spChg>
        <pc:spChg chg="add">
          <ac:chgData name="Ms Alina Arshad" userId="cccdfd85-d35d-4453-9c6f-a463aae40722" providerId="ADAL" clId="{D7DEAE4E-3CA3-47E0-B777-F47022A727F5}" dt="2024-11-13T08:28:13.095" v="316" actId="26606"/>
          <ac:spMkLst>
            <pc:docMk/>
            <pc:sldMk cId="0" sldId="283"/>
            <ac:spMk id="271" creationId="{C0B801A2-5622-4BE8-9AD2-C337A2CD0022}"/>
          </ac:spMkLst>
        </pc:spChg>
        <pc:spChg chg="add">
          <ac:chgData name="Ms Alina Arshad" userId="cccdfd85-d35d-4453-9c6f-a463aae40722" providerId="ADAL" clId="{D7DEAE4E-3CA3-47E0-B777-F47022A727F5}" dt="2024-11-13T08:28:13.095" v="316" actId="26606"/>
          <ac:spMkLst>
            <pc:docMk/>
            <pc:sldMk cId="0" sldId="283"/>
            <ac:spMk id="273" creationId="{B7AF614F-5BC3-4086-99F5-B87C5847A071}"/>
          </ac:spMkLst>
        </pc:spChg>
        <pc:spChg chg="add del">
          <ac:chgData name="Ms Alina Arshad" userId="cccdfd85-d35d-4453-9c6f-a463aae40722" providerId="ADAL" clId="{D7DEAE4E-3CA3-47E0-B777-F47022A727F5}" dt="2024-11-13T08:28:11.020" v="315" actId="26606"/>
          <ac:spMkLst>
            <pc:docMk/>
            <pc:sldMk cId="0" sldId="283"/>
            <ac:spMk id="274" creationId="{FB5993E2-C02B-4335-ABA5-D8EC465551E3}"/>
          </ac:spMkLst>
        </pc:spChg>
        <pc:spChg chg="add del">
          <ac:chgData name="Ms Alina Arshad" userId="cccdfd85-d35d-4453-9c6f-a463aae40722" providerId="ADAL" clId="{D7DEAE4E-3CA3-47E0-B777-F47022A727F5}" dt="2024-11-13T08:28:11.020" v="315" actId="26606"/>
          <ac:spMkLst>
            <pc:docMk/>
            <pc:sldMk cId="0" sldId="283"/>
            <ac:spMk id="276" creationId="{C0B801A2-5622-4BE8-9AD2-C337A2CD0022}"/>
          </ac:spMkLst>
        </pc:spChg>
        <pc:spChg chg="add del">
          <ac:chgData name="Ms Alina Arshad" userId="cccdfd85-d35d-4453-9c6f-a463aae40722" providerId="ADAL" clId="{D7DEAE4E-3CA3-47E0-B777-F47022A727F5}" dt="2024-11-13T08:28:11.020" v="315" actId="26606"/>
          <ac:spMkLst>
            <pc:docMk/>
            <pc:sldMk cId="0" sldId="283"/>
            <ac:spMk id="278" creationId="{B7AF614F-5BC3-4086-99F5-B87C5847A071}"/>
          </ac:spMkLst>
        </pc:spChg>
        <pc:graphicFrameChg chg="add del">
          <ac:chgData name="Ms Alina Arshad" userId="cccdfd85-d35d-4453-9c6f-a463aae40722" providerId="ADAL" clId="{D7DEAE4E-3CA3-47E0-B777-F47022A727F5}" dt="2024-11-13T08:28:11.020" v="315" actId="26606"/>
          <ac:graphicFrameMkLst>
            <pc:docMk/>
            <pc:sldMk cId="0" sldId="283"/>
            <ac:graphicFrameMk id="264" creationId="{0E3AFC86-58E4-C7F9-EFCE-299193F22CFB}"/>
          </ac:graphicFrameMkLst>
        </pc:graphicFrameChg>
        <pc:graphicFrameChg chg="add">
          <ac:chgData name="Ms Alina Arshad" userId="cccdfd85-d35d-4453-9c6f-a463aae40722" providerId="ADAL" clId="{D7DEAE4E-3CA3-47E0-B777-F47022A727F5}" dt="2024-11-13T08:28:13.095" v="316" actId="26606"/>
          <ac:graphicFrameMkLst>
            <pc:docMk/>
            <pc:sldMk cId="0" sldId="283"/>
            <ac:graphicFrameMk id="275" creationId="{0E3AFC86-58E4-C7F9-EFCE-299193F22CFB}"/>
          </ac:graphicFrameMkLst>
        </pc:graphicFrameChg>
        <pc:cxnChg chg="add">
          <ac:chgData name="Ms Alina Arshad" userId="cccdfd85-d35d-4453-9c6f-a463aae40722" providerId="ADAL" clId="{D7DEAE4E-3CA3-47E0-B777-F47022A727F5}" dt="2024-11-13T08:28:13.095" v="316" actId="26606"/>
          <ac:cxnSpMkLst>
            <pc:docMk/>
            <pc:sldMk cId="0" sldId="283"/>
            <ac:cxnSpMk id="267" creationId="{4418FCD2-8448-4A81-8EB4-72250F7827B4}"/>
          </ac:cxnSpMkLst>
        </pc:cxnChg>
        <pc:cxnChg chg="add del">
          <ac:chgData name="Ms Alina Arshad" userId="cccdfd85-d35d-4453-9c6f-a463aae40722" providerId="ADAL" clId="{D7DEAE4E-3CA3-47E0-B777-F47022A727F5}" dt="2024-11-13T08:28:11.020" v="315" actId="26606"/>
          <ac:cxnSpMkLst>
            <pc:docMk/>
            <pc:sldMk cId="0" sldId="283"/>
            <ac:cxnSpMk id="272" creationId="{4418FCD2-8448-4A81-8EB4-72250F7827B4}"/>
          </ac:cxnSpMkLst>
        </pc:cxnChg>
      </pc:sldChg>
      <pc:sldChg chg="addSp modSp add mod setBg modClrScheme chgLayout">
        <pc:chgData name="Ms Alina Arshad" userId="cccdfd85-d35d-4453-9c6f-a463aae40722" providerId="ADAL" clId="{D7DEAE4E-3CA3-47E0-B777-F47022A727F5}" dt="2024-11-13T08:28:44.386" v="322" actId="113"/>
        <pc:sldMkLst>
          <pc:docMk/>
          <pc:sldMk cId="0" sldId="284"/>
        </pc:sldMkLst>
        <pc:spChg chg="mod ord">
          <ac:chgData name="Ms Alina Arshad" userId="cccdfd85-d35d-4453-9c6f-a463aae40722" providerId="ADAL" clId="{D7DEAE4E-3CA3-47E0-B777-F47022A727F5}" dt="2024-11-13T08:28:44.386" v="322" actId="113"/>
          <ac:spMkLst>
            <pc:docMk/>
            <pc:sldMk cId="0" sldId="284"/>
            <ac:spMk id="268" creationId="{00000000-0000-0000-0000-000000000000}"/>
          </ac:spMkLst>
        </pc:spChg>
        <pc:spChg chg="mod ord">
          <ac:chgData name="Ms Alina Arshad" userId="cccdfd85-d35d-4453-9c6f-a463aae40722" providerId="ADAL" clId="{D7DEAE4E-3CA3-47E0-B777-F47022A727F5}" dt="2024-11-13T08:28:32.075" v="318" actId="26606"/>
          <ac:spMkLst>
            <pc:docMk/>
            <pc:sldMk cId="0" sldId="284"/>
            <ac:spMk id="269" creationId="{00000000-0000-0000-0000-000000000000}"/>
          </ac:spMkLst>
        </pc:spChg>
        <pc:spChg chg="add">
          <ac:chgData name="Ms Alina Arshad" userId="cccdfd85-d35d-4453-9c6f-a463aae40722" providerId="ADAL" clId="{D7DEAE4E-3CA3-47E0-B777-F47022A727F5}" dt="2024-11-13T08:28:32.075" v="318" actId="26606"/>
          <ac:spMkLst>
            <pc:docMk/>
            <pc:sldMk cId="0" sldId="284"/>
            <ac:spMk id="275" creationId="{7D379150-F6B4-45C8-BE10-6B278AD400EB}"/>
          </ac:spMkLst>
        </pc:spChg>
        <pc:spChg chg="add">
          <ac:chgData name="Ms Alina Arshad" userId="cccdfd85-d35d-4453-9c6f-a463aae40722" providerId="ADAL" clId="{D7DEAE4E-3CA3-47E0-B777-F47022A727F5}" dt="2024-11-13T08:28:32.075" v="318" actId="26606"/>
          <ac:spMkLst>
            <pc:docMk/>
            <pc:sldMk cId="0" sldId="284"/>
            <ac:spMk id="277" creationId="{5FFCF544-A370-4A5D-A95F-CA6E0E7191E6}"/>
          </ac:spMkLst>
        </pc:spChg>
        <pc:picChg chg="mod">
          <ac:chgData name="Ms Alina Arshad" userId="cccdfd85-d35d-4453-9c6f-a463aae40722" providerId="ADAL" clId="{D7DEAE4E-3CA3-47E0-B777-F47022A727F5}" dt="2024-11-13T08:28:38.136" v="320" actId="1076"/>
          <ac:picMkLst>
            <pc:docMk/>
            <pc:sldMk cId="0" sldId="284"/>
            <ac:picMk id="270" creationId="{00000000-0000-0000-0000-000000000000}"/>
          </ac:picMkLst>
        </pc:picChg>
        <pc:cxnChg chg="add">
          <ac:chgData name="Ms Alina Arshad" userId="cccdfd85-d35d-4453-9c6f-a463aae40722" providerId="ADAL" clId="{D7DEAE4E-3CA3-47E0-B777-F47022A727F5}" dt="2024-11-13T08:28:32.075" v="318" actId="26606"/>
          <ac:cxnSpMkLst>
            <pc:docMk/>
            <pc:sldMk cId="0" sldId="284"/>
            <ac:cxnSpMk id="279" creationId="{6EEB3B97-A638-498B-8083-54191CE71E01}"/>
          </ac:cxnSpMkLst>
        </pc:cxnChg>
      </pc:sldChg>
      <pc:sldChg chg="modSp add mod">
        <pc:chgData name="Ms Alina Arshad" userId="cccdfd85-d35d-4453-9c6f-a463aae40722" providerId="ADAL" clId="{D7DEAE4E-3CA3-47E0-B777-F47022A727F5}" dt="2024-11-13T08:31:12.675" v="331" actId="207"/>
        <pc:sldMkLst>
          <pc:docMk/>
          <pc:sldMk cId="0" sldId="285"/>
        </pc:sldMkLst>
        <pc:spChg chg="mod">
          <ac:chgData name="Ms Alina Arshad" userId="cccdfd85-d35d-4453-9c6f-a463aae40722" providerId="ADAL" clId="{D7DEAE4E-3CA3-47E0-B777-F47022A727F5}" dt="2024-11-13T08:31:02.602" v="327" actId="113"/>
          <ac:spMkLst>
            <pc:docMk/>
            <pc:sldMk cId="0" sldId="285"/>
            <ac:spMk id="275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1:12.675" v="331" actId="207"/>
          <ac:spMkLst>
            <pc:docMk/>
            <pc:sldMk cId="0" sldId="285"/>
            <ac:spMk id="276" creationId="{00000000-0000-0000-0000-000000000000}"/>
          </ac:spMkLst>
        </pc:spChg>
      </pc:sldChg>
      <pc:sldChg chg="modSp add mod modClrScheme chgLayout">
        <pc:chgData name="Ms Alina Arshad" userId="cccdfd85-d35d-4453-9c6f-a463aae40722" providerId="ADAL" clId="{D7DEAE4E-3CA3-47E0-B777-F47022A727F5}" dt="2024-11-13T08:31:24.604" v="333" actId="700"/>
        <pc:sldMkLst>
          <pc:docMk/>
          <pc:sldMk cId="0" sldId="286"/>
        </pc:sldMkLst>
        <pc:picChg chg="mod">
          <ac:chgData name="Ms Alina Arshad" userId="cccdfd85-d35d-4453-9c6f-a463aae40722" providerId="ADAL" clId="{D7DEAE4E-3CA3-47E0-B777-F47022A727F5}" dt="2024-11-13T08:31:21.193" v="332" actId="1076"/>
          <ac:picMkLst>
            <pc:docMk/>
            <pc:sldMk cId="0" sldId="286"/>
            <ac:picMk id="284" creationId="{00000000-0000-0000-0000-000000000000}"/>
          </ac:picMkLst>
        </pc:picChg>
      </pc:sldChg>
      <pc:sldChg chg="delSp modSp add mod modClrScheme chgLayout">
        <pc:chgData name="Ms Alina Arshad" userId="cccdfd85-d35d-4453-9c6f-a463aae40722" providerId="ADAL" clId="{D7DEAE4E-3CA3-47E0-B777-F47022A727F5}" dt="2024-11-13T08:31:47.393" v="342" actId="478"/>
        <pc:sldMkLst>
          <pc:docMk/>
          <pc:sldMk cId="0" sldId="287"/>
        </pc:sldMkLst>
        <pc:spChg chg="del mod ord">
          <ac:chgData name="Ms Alina Arshad" userId="cccdfd85-d35d-4453-9c6f-a463aae40722" providerId="ADAL" clId="{D7DEAE4E-3CA3-47E0-B777-F47022A727F5}" dt="2024-11-13T08:31:47.393" v="342" actId="478"/>
          <ac:spMkLst>
            <pc:docMk/>
            <pc:sldMk cId="0" sldId="287"/>
            <ac:spMk id="289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31:33.200" v="335" actId="1076"/>
          <ac:picMkLst>
            <pc:docMk/>
            <pc:sldMk cId="0" sldId="287"/>
            <ac:picMk id="290" creationId="{00000000-0000-0000-0000-000000000000}"/>
          </ac:picMkLst>
        </pc:picChg>
        <pc:picChg chg="mod">
          <ac:chgData name="Ms Alina Arshad" userId="cccdfd85-d35d-4453-9c6f-a463aae40722" providerId="ADAL" clId="{D7DEAE4E-3CA3-47E0-B777-F47022A727F5}" dt="2024-11-13T08:31:39.345" v="338" actId="1076"/>
          <ac:picMkLst>
            <pc:docMk/>
            <pc:sldMk cId="0" sldId="287"/>
            <ac:picMk id="291" creationId="{00000000-0000-0000-0000-000000000000}"/>
          </ac:picMkLst>
        </pc:picChg>
        <pc:picChg chg="mod">
          <ac:chgData name="Ms Alina Arshad" userId="cccdfd85-d35d-4453-9c6f-a463aae40722" providerId="ADAL" clId="{D7DEAE4E-3CA3-47E0-B777-F47022A727F5}" dt="2024-11-13T08:31:41.321" v="339" actId="1076"/>
          <ac:picMkLst>
            <pc:docMk/>
            <pc:sldMk cId="0" sldId="287"/>
            <ac:picMk id="292" creationId="{00000000-0000-0000-0000-000000000000}"/>
          </ac:picMkLst>
        </pc:picChg>
        <pc:picChg chg="mod">
          <ac:chgData name="Ms Alina Arshad" userId="cccdfd85-d35d-4453-9c6f-a463aae40722" providerId="ADAL" clId="{D7DEAE4E-3CA3-47E0-B777-F47022A727F5}" dt="2024-11-13T08:31:45.385" v="341" actId="1076"/>
          <ac:picMkLst>
            <pc:docMk/>
            <pc:sldMk cId="0" sldId="287"/>
            <ac:picMk id="293" creationId="{00000000-0000-0000-0000-000000000000}"/>
          </ac:picMkLst>
        </pc:picChg>
      </pc:sldChg>
      <pc:sldChg chg="modSp add mod">
        <pc:chgData name="Ms Alina Arshad" userId="cccdfd85-d35d-4453-9c6f-a463aae40722" providerId="ADAL" clId="{D7DEAE4E-3CA3-47E0-B777-F47022A727F5}" dt="2024-11-13T08:32:12.273" v="349" actId="1076"/>
        <pc:sldMkLst>
          <pc:docMk/>
          <pc:sldMk cId="0" sldId="288"/>
        </pc:sldMkLst>
        <pc:spChg chg="mod">
          <ac:chgData name="Ms Alina Arshad" userId="cccdfd85-d35d-4453-9c6f-a463aae40722" providerId="ADAL" clId="{D7DEAE4E-3CA3-47E0-B777-F47022A727F5}" dt="2024-11-13T08:32:01.194" v="344" actId="207"/>
          <ac:spMkLst>
            <pc:docMk/>
            <pc:sldMk cId="0" sldId="288"/>
            <ac:spMk id="298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2:09.957" v="347" actId="207"/>
          <ac:spMkLst>
            <pc:docMk/>
            <pc:sldMk cId="0" sldId="288"/>
            <ac:spMk id="300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32:12.273" v="349" actId="1076"/>
          <ac:picMkLst>
            <pc:docMk/>
            <pc:sldMk cId="0" sldId="288"/>
            <ac:picMk id="299" creationId="{00000000-0000-0000-0000-000000000000}"/>
          </ac:picMkLst>
        </pc:picChg>
      </pc:sldChg>
      <pc:sldChg chg="modSp add mod modClrScheme chgLayout">
        <pc:chgData name="Ms Alina Arshad" userId="cccdfd85-d35d-4453-9c6f-a463aae40722" providerId="ADAL" clId="{D7DEAE4E-3CA3-47E0-B777-F47022A727F5}" dt="2024-11-13T08:32:26.913" v="352" actId="1076"/>
        <pc:sldMkLst>
          <pc:docMk/>
          <pc:sldMk cId="0" sldId="289"/>
        </pc:sldMkLst>
        <pc:spChg chg="mod ord">
          <ac:chgData name="Ms Alina Arshad" userId="cccdfd85-d35d-4453-9c6f-a463aae40722" providerId="ADAL" clId="{D7DEAE4E-3CA3-47E0-B777-F47022A727F5}" dt="2024-11-13T08:32:26.913" v="352" actId="1076"/>
          <ac:spMkLst>
            <pc:docMk/>
            <pc:sldMk cId="0" sldId="289"/>
            <ac:spMk id="305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32:23.864" v="351" actId="1076"/>
          <ac:picMkLst>
            <pc:docMk/>
            <pc:sldMk cId="0" sldId="289"/>
            <ac:picMk id="306" creationId="{00000000-0000-0000-0000-000000000000}"/>
          </ac:picMkLst>
        </pc:picChg>
      </pc:sldChg>
      <pc:sldChg chg="modSp add mod">
        <pc:chgData name="Ms Alina Arshad" userId="cccdfd85-d35d-4453-9c6f-a463aae40722" providerId="ADAL" clId="{D7DEAE4E-3CA3-47E0-B777-F47022A727F5}" dt="2024-11-13T08:33:11.080" v="364" actId="1076"/>
        <pc:sldMkLst>
          <pc:docMk/>
          <pc:sldMk cId="0" sldId="290"/>
        </pc:sldMkLst>
        <pc:spChg chg="mod">
          <ac:chgData name="Ms Alina Arshad" userId="cccdfd85-d35d-4453-9c6f-a463aae40722" providerId="ADAL" clId="{D7DEAE4E-3CA3-47E0-B777-F47022A727F5}" dt="2024-11-13T08:32:46.161" v="357" actId="113"/>
          <ac:spMkLst>
            <pc:docMk/>
            <pc:sldMk cId="0" sldId="290"/>
            <ac:spMk id="311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3:07.630" v="363" actId="207"/>
          <ac:spMkLst>
            <pc:docMk/>
            <pc:sldMk cId="0" sldId="290"/>
            <ac:spMk id="312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3:04.813" v="362" actId="207"/>
          <ac:spMkLst>
            <pc:docMk/>
            <pc:sldMk cId="0" sldId="290"/>
            <ac:spMk id="315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33:11.080" v="364" actId="1076"/>
          <ac:picMkLst>
            <pc:docMk/>
            <pc:sldMk cId="0" sldId="290"/>
            <ac:picMk id="314" creationId="{00000000-0000-0000-0000-000000000000}"/>
          </ac:picMkLst>
        </pc:picChg>
      </pc:sldChg>
      <pc:sldChg chg="modSp add mod">
        <pc:chgData name="Ms Alina Arshad" userId="cccdfd85-d35d-4453-9c6f-a463aae40722" providerId="ADAL" clId="{D7DEAE4E-3CA3-47E0-B777-F47022A727F5}" dt="2024-11-13T08:33:18.913" v="367" actId="113"/>
        <pc:sldMkLst>
          <pc:docMk/>
          <pc:sldMk cId="0" sldId="291"/>
        </pc:sldMkLst>
        <pc:spChg chg="mod">
          <ac:chgData name="Ms Alina Arshad" userId="cccdfd85-d35d-4453-9c6f-a463aae40722" providerId="ADAL" clId="{D7DEAE4E-3CA3-47E0-B777-F47022A727F5}" dt="2024-11-13T08:33:18.913" v="367" actId="113"/>
          <ac:spMkLst>
            <pc:docMk/>
            <pc:sldMk cId="0" sldId="291"/>
            <ac:spMk id="320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33:15.657" v="365" actId="1076"/>
          <ac:picMkLst>
            <pc:docMk/>
            <pc:sldMk cId="0" sldId="291"/>
            <ac:picMk id="321" creationId="{00000000-0000-0000-0000-000000000000}"/>
          </ac:picMkLst>
        </pc:picChg>
      </pc:sldChg>
      <pc:sldChg chg="modSp add mod modClrScheme chgLayout">
        <pc:chgData name="Ms Alina Arshad" userId="cccdfd85-d35d-4453-9c6f-a463aae40722" providerId="ADAL" clId="{D7DEAE4E-3CA3-47E0-B777-F47022A727F5}" dt="2024-11-13T08:33:29.672" v="371" actId="1076"/>
        <pc:sldMkLst>
          <pc:docMk/>
          <pc:sldMk cId="0" sldId="292"/>
        </pc:sldMkLst>
        <pc:spChg chg="mod">
          <ac:chgData name="Ms Alina Arshad" userId="cccdfd85-d35d-4453-9c6f-a463aae40722" providerId="ADAL" clId="{D7DEAE4E-3CA3-47E0-B777-F47022A727F5}" dt="2024-11-13T08:33:29.672" v="371" actId="1076"/>
          <ac:spMkLst>
            <pc:docMk/>
            <pc:sldMk cId="0" sldId="292"/>
            <ac:spMk id="327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33:24.847" v="369" actId="1076"/>
          <ac:picMkLst>
            <pc:docMk/>
            <pc:sldMk cId="0" sldId="292"/>
            <ac:picMk id="326" creationId="{00000000-0000-0000-0000-000000000000}"/>
          </ac:picMkLst>
        </pc:picChg>
      </pc:sldChg>
      <pc:sldChg chg="modSp add mod">
        <pc:chgData name="Ms Alina Arshad" userId="cccdfd85-d35d-4453-9c6f-a463aae40722" providerId="ADAL" clId="{D7DEAE4E-3CA3-47E0-B777-F47022A727F5}" dt="2024-11-13T08:33:45.843" v="378" actId="207"/>
        <pc:sldMkLst>
          <pc:docMk/>
          <pc:sldMk cId="0" sldId="293"/>
        </pc:sldMkLst>
        <pc:spChg chg="mod">
          <ac:chgData name="Ms Alina Arshad" userId="cccdfd85-d35d-4453-9c6f-a463aae40722" providerId="ADAL" clId="{D7DEAE4E-3CA3-47E0-B777-F47022A727F5}" dt="2024-11-13T08:33:39.779" v="375" actId="113"/>
          <ac:spMkLst>
            <pc:docMk/>
            <pc:sldMk cId="0" sldId="293"/>
            <ac:spMk id="332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3:45.843" v="378" actId="207"/>
          <ac:spMkLst>
            <pc:docMk/>
            <pc:sldMk cId="0" sldId="293"/>
            <ac:spMk id="333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35:14.690" v="388" actId="5793"/>
        <pc:sldMkLst>
          <pc:docMk/>
          <pc:sldMk cId="0" sldId="294"/>
        </pc:sldMkLst>
        <pc:spChg chg="mod">
          <ac:chgData name="Ms Alina Arshad" userId="cccdfd85-d35d-4453-9c6f-a463aae40722" providerId="ADAL" clId="{D7DEAE4E-3CA3-47E0-B777-F47022A727F5}" dt="2024-11-13T08:34:48.201" v="382" actId="207"/>
          <ac:spMkLst>
            <pc:docMk/>
            <pc:sldMk cId="0" sldId="294"/>
            <ac:spMk id="339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5:14.690" v="388" actId="5793"/>
          <ac:spMkLst>
            <pc:docMk/>
            <pc:sldMk cId="0" sldId="294"/>
            <ac:spMk id="340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35:43.449" v="398" actId="207"/>
        <pc:sldMkLst>
          <pc:docMk/>
          <pc:sldMk cId="0" sldId="295"/>
        </pc:sldMkLst>
        <pc:spChg chg="mod">
          <ac:chgData name="Ms Alina Arshad" userId="cccdfd85-d35d-4453-9c6f-a463aae40722" providerId="ADAL" clId="{D7DEAE4E-3CA3-47E0-B777-F47022A727F5}" dt="2024-11-13T08:35:33.113" v="394" actId="207"/>
          <ac:spMkLst>
            <pc:docMk/>
            <pc:sldMk cId="0" sldId="295"/>
            <ac:spMk id="346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5:43.449" v="398" actId="207"/>
          <ac:spMkLst>
            <pc:docMk/>
            <pc:sldMk cId="0" sldId="295"/>
            <ac:spMk id="347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36:02.819" v="400" actId="207"/>
        <pc:sldMkLst>
          <pc:docMk/>
          <pc:sldMk cId="0" sldId="296"/>
        </pc:sldMkLst>
        <pc:spChg chg="mod">
          <ac:chgData name="Ms Alina Arshad" userId="cccdfd85-d35d-4453-9c6f-a463aae40722" providerId="ADAL" clId="{D7DEAE4E-3CA3-47E0-B777-F47022A727F5}" dt="2024-11-13T08:36:00.489" v="399" actId="207"/>
          <ac:spMkLst>
            <pc:docMk/>
            <pc:sldMk cId="0" sldId="296"/>
            <ac:spMk id="352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6:02.819" v="400" actId="207"/>
          <ac:spMkLst>
            <pc:docMk/>
            <pc:sldMk cId="0" sldId="296"/>
            <ac:spMk id="353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36:10.137" v="402" actId="207"/>
        <pc:sldMkLst>
          <pc:docMk/>
          <pc:sldMk cId="0" sldId="297"/>
        </pc:sldMkLst>
        <pc:spChg chg="mod">
          <ac:chgData name="Ms Alina Arshad" userId="cccdfd85-d35d-4453-9c6f-a463aae40722" providerId="ADAL" clId="{D7DEAE4E-3CA3-47E0-B777-F47022A727F5}" dt="2024-11-13T08:36:10.137" v="402" actId="207"/>
          <ac:spMkLst>
            <pc:docMk/>
            <pc:sldMk cId="0" sldId="297"/>
            <ac:spMk id="358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6:07.314" v="401" actId="207"/>
          <ac:spMkLst>
            <pc:docMk/>
            <pc:sldMk cId="0" sldId="297"/>
            <ac:spMk id="359" creationId="{00000000-0000-0000-0000-000000000000}"/>
          </ac:spMkLst>
        </pc:spChg>
      </pc:sldChg>
      <pc:sldChg chg="modSp add mod modClrScheme chgLayout">
        <pc:chgData name="Ms Alina Arshad" userId="cccdfd85-d35d-4453-9c6f-a463aae40722" providerId="ADAL" clId="{D7DEAE4E-3CA3-47E0-B777-F47022A727F5}" dt="2024-11-13T08:36:23.289" v="406" actId="113"/>
        <pc:sldMkLst>
          <pc:docMk/>
          <pc:sldMk cId="0" sldId="298"/>
        </pc:sldMkLst>
        <pc:spChg chg="mod ord">
          <ac:chgData name="Ms Alina Arshad" userId="cccdfd85-d35d-4453-9c6f-a463aae40722" providerId="ADAL" clId="{D7DEAE4E-3CA3-47E0-B777-F47022A727F5}" dt="2024-11-13T08:36:23.289" v="406" actId="113"/>
          <ac:spMkLst>
            <pc:docMk/>
            <pc:sldMk cId="0" sldId="298"/>
            <ac:spMk id="364" creationId="{00000000-0000-0000-0000-000000000000}"/>
          </ac:spMkLst>
        </pc:spChg>
      </pc:sldChg>
      <pc:sldChg chg="modSp add mod modClrScheme chgLayout">
        <pc:chgData name="Ms Alina Arshad" userId="cccdfd85-d35d-4453-9c6f-a463aae40722" providerId="ADAL" clId="{D7DEAE4E-3CA3-47E0-B777-F47022A727F5}" dt="2024-11-13T08:36:47.152" v="412" actId="1076"/>
        <pc:sldMkLst>
          <pc:docMk/>
          <pc:sldMk cId="0" sldId="299"/>
        </pc:sldMkLst>
        <pc:graphicFrameChg chg="mod modGraphic">
          <ac:chgData name="Ms Alina Arshad" userId="cccdfd85-d35d-4453-9c6f-a463aae40722" providerId="ADAL" clId="{D7DEAE4E-3CA3-47E0-B777-F47022A727F5}" dt="2024-11-13T08:36:47.152" v="412" actId="1076"/>
          <ac:graphicFrameMkLst>
            <pc:docMk/>
            <pc:sldMk cId="0" sldId="299"/>
            <ac:graphicFrameMk id="369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D7DEAE4E-3CA3-47E0-B777-F47022A727F5}" dt="2024-11-13T08:37:27.775" v="444" actId="1036"/>
        <pc:sldMkLst>
          <pc:docMk/>
          <pc:sldMk cId="0" sldId="300"/>
        </pc:sldMkLst>
        <pc:spChg chg="mod">
          <ac:chgData name="Ms Alina Arshad" userId="cccdfd85-d35d-4453-9c6f-a463aae40722" providerId="ADAL" clId="{D7DEAE4E-3CA3-47E0-B777-F47022A727F5}" dt="2024-11-13T08:37:27.775" v="444" actId="1036"/>
          <ac:spMkLst>
            <pc:docMk/>
            <pc:sldMk cId="0" sldId="300"/>
            <ac:spMk id="374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6:56.236" v="415" actId="12"/>
          <ac:spMkLst>
            <pc:docMk/>
            <pc:sldMk cId="0" sldId="300"/>
            <ac:spMk id="375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37:17.321" v="420" actId="207"/>
        <pc:sldMkLst>
          <pc:docMk/>
          <pc:sldMk cId="0" sldId="301"/>
        </pc:sldMkLst>
        <pc:spChg chg="mod">
          <ac:chgData name="Ms Alina Arshad" userId="cccdfd85-d35d-4453-9c6f-a463aae40722" providerId="ADAL" clId="{D7DEAE4E-3CA3-47E0-B777-F47022A727F5}" dt="2024-11-13T08:37:07.696" v="418" actId="1076"/>
          <ac:spMkLst>
            <pc:docMk/>
            <pc:sldMk cId="0" sldId="301"/>
            <ac:spMk id="380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7:17.321" v="420" actId="207"/>
          <ac:spMkLst>
            <pc:docMk/>
            <pc:sldMk cId="0" sldId="301"/>
            <ac:spMk id="381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38:54.776" v="456" actId="1076"/>
        <pc:sldMkLst>
          <pc:docMk/>
          <pc:sldMk cId="0" sldId="302"/>
        </pc:sldMkLst>
        <pc:spChg chg="mod">
          <ac:chgData name="Ms Alina Arshad" userId="cccdfd85-d35d-4453-9c6f-a463aae40722" providerId="ADAL" clId="{D7DEAE4E-3CA3-47E0-B777-F47022A727F5}" dt="2024-11-13T08:38:30.576" v="448" actId="14100"/>
          <ac:spMkLst>
            <pc:docMk/>
            <pc:sldMk cId="0" sldId="302"/>
            <ac:spMk id="386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8:54.776" v="456" actId="1076"/>
          <ac:spMkLst>
            <pc:docMk/>
            <pc:sldMk cId="0" sldId="302"/>
            <ac:spMk id="387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39:16.333" v="466" actId="207"/>
        <pc:sldMkLst>
          <pc:docMk/>
          <pc:sldMk cId="0" sldId="303"/>
        </pc:sldMkLst>
        <pc:spChg chg="mod">
          <ac:chgData name="Ms Alina Arshad" userId="cccdfd85-d35d-4453-9c6f-a463aae40722" providerId="ADAL" clId="{D7DEAE4E-3CA3-47E0-B777-F47022A727F5}" dt="2024-11-13T08:39:05.889" v="461" actId="113"/>
          <ac:spMkLst>
            <pc:docMk/>
            <pc:sldMk cId="0" sldId="303"/>
            <ac:spMk id="393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9:16.333" v="466" actId="207"/>
          <ac:spMkLst>
            <pc:docMk/>
            <pc:sldMk cId="0" sldId="303"/>
            <ac:spMk id="394" creationId="{00000000-0000-0000-0000-000000000000}"/>
          </ac:spMkLst>
        </pc:spChg>
      </pc:sldChg>
      <pc:sldChg chg="modSp add mod">
        <pc:chgData name="Ms Alina Arshad" userId="cccdfd85-d35d-4453-9c6f-a463aae40722" providerId="ADAL" clId="{D7DEAE4E-3CA3-47E0-B777-F47022A727F5}" dt="2024-11-13T08:44:16.022" v="531" actId="207"/>
        <pc:sldMkLst>
          <pc:docMk/>
          <pc:sldMk cId="0" sldId="304"/>
        </pc:sldMkLst>
        <pc:spChg chg="mod">
          <ac:chgData name="Ms Alina Arshad" userId="cccdfd85-d35d-4453-9c6f-a463aae40722" providerId="ADAL" clId="{D7DEAE4E-3CA3-47E0-B777-F47022A727F5}" dt="2024-11-13T08:44:05.577" v="527" actId="207"/>
          <ac:spMkLst>
            <pc:docMk/>
            <pc:sldMk cId="0" sldId="304"/>
            <ac:spMk id="400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44:16.022" v="531" actId="207"/>
          <ac:spMkLst>
            <pc:docMk/>
            <pc:sldMk cId="0" sldId="304"/>
            <ac:spMk id="401" creationId="{00000000-0000-0000-0000-000000000000}"/>
          </ac:spMkLst>
        </pc:spChg>
      </pc:sldChg>
      <pc:sldChg chg="add">
        <pc:chgData name="Ms Alina Arshad" userId="cccdfd85-d35d-4453-9c6f-a463aae40722" providerId="ADAL" clId="{D7DEAE4E-3CA3-47E0-B777-F47022A727F5}" dt="2024-11-13T08:14:00.696" v="26"/>
        <pc:sldMkLst>
          <pc:docMk/>
          <pc:sldMk cId="0" sldId="305"/>
        </pc:sldMkLst>
      </pc:sldChg>
      <pc:sldChg chg="add">
        <pc:chgData name="Ms Alina Arshad" userId="cccdfd85-d35d-4453-9c6f-a463aae40722" providerId="ADAL" clId="{D7DEAE4E-3CA3-47E0-B777-F47022A727F5}" dt="2024-11-13T08:14:00.696" v="26"/>
        <pc:sldMkLst>
          <pc:docMk/>
          <pc:sldMk cId="0" sldId="306"/>
        </pc:sldMkLst>
      </pc:sldChg>
      <pc:sldChg chg="modSp add mod">
        <pc:chgData name="Ms Alina Arshad" userId="cccdfd85-d35d-4453-9c6f-a463aae40722" providerId="ADAL" clId="{D7DEAE4E-3CA3-47E0-B777-F47022A727F5}" dt="2024-11-13T08:43:44.959" v="522" actId="1076"/>
        <pc:sldMkLst>
          <pc:docMk/>
          <pc:sldMk cId="0" sldId="307"/>
        </pc:sldMkLst>
        <pc:spChg chg="mod">
          <ac:chgData name="Ms Alina Arshad" userId="cccdfd85-d35d-4453-9c6f-a463aae40722" providerId="ADAL" clId="{D7DEAE4E-3CA3-47E0-B777-F47022A727F5}" dt="2024-11-13T08:42:56.441" v="513" actId="207"/>
          <ac:spMkLst>
            <pc:docMk/>
            <pc:sldMk cId="0" sldId="307"/>
            <ac:spMk id="422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43:11.699" v="520" actId="27636"/>
          <ac:spMkLst>
            <pc:docMk/>
            <pc:sldMk cId="0" sldId="307"/>
            <ac:spMk id="423" creationId="{00000000-0000-0000-0000-000000000000}"/>
          </ac:spMkLst>
        </pc:spChg>
        <pc:picChg chg="mod">
          <ac:chgData name="Ms Alina Arshad" userId="cccdfd85-d35d-4453-9c6f-a463aae40722" providerId="ADAL" clId="{D7DEAE4E-3CA3-47E0-B777-F47022A727F5}" dt="2024-11-13T08:43:44.959" v="522" actId="1076"/>
          <ac:picMkLst>
            <pc:docMk/>
            <pc:sldMk cId="0" sldId="307"/>
            <ac:picMk id="425" creationId="{00000000-0000-0000-0000-000000000000}"/>
          </ac:picMkLst>
        </pc:picChg>
      </pc:sldChg>
      <pc:sldChg chg="modSp add mod">
        <pc:chgData name="Ms Alina Arshad" userId="cccdfd85-d35d-4453-9c6f-a463aae40722" providerId="ADAL" clId="{D7DEAE4E-3CA3-47E0-B777-F47022A727F5}" dt="2024-11-13T08:42:42.204" v="510" actId="207"/>
        <pc:sldMkLst>
          <pc:docMk/>
          <pc:sldMk cId="0" sldId="308"/>
        </pc:sldMkLst>
        <pc:spChg chg="mod">
          <ac:chgData name="Ms Alina Arshad" userId="cccdfd85-d35d-4453-9c6f-a463aae40722" providerId="ADAL" clId="{D7DEAE4E-3CA3-47E0-B777-F47022A727F5}" dt="2024-11-13T08:42:34.745" v="507" actId="113"/>
          <ac:spMkLst>
            <pc:docMk/>
            <pc:sldMk cId="0" sldId="308"/>
            <ac:spMk id="430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42:42.204" v="510" actId="207"/>
          <ac:spMkLst>
            <pc:docMk/>
            <pc:sldMk cId="0" sldId="308"/>
            <ac:spMk id="431" creationId="{00000000-0000-0000-0000-000000000000}"/>
          </ac:spMkLst>
        </pc:spChg>
      </pc:sldChg>
      <pc:sldChg chg="del">
        <pc:chgData name="Ms Alina Arshad" userId="cccdfd85-d35d-4453-9c6f-a463aae40722" providerId="ADAL" clId="{D7DEAE4E-3CA3-47E0-B777-F47022A727F5}" dt="2024-11-13T08:13:54.877" v="12" actId="47"/>
        <pc:sldMkLst>
          <pc:docMk/>
          <pc:sldMk cId="1819283757" sldId="308"/>
        </pc:sldMkLst>
      </pc:sldChg>
      <pc:sldChg chg="modSp add mod modClrScheme chgLayout">
        <pc:chgData name="Ms Alina Arshad" userId="cccdfd85-d35d-4453-9c6f-a463aae40722" providerId="ADAL" clId="{D7DEAE4E-3CA3-47E0-B777-F47022A727F5}" dt="2024-11-13T08:42:17.522" v="504" actId="207"/>
        <pc:sldMkLst>
          <pc:docMk/>
          <pc:sldMk cId="0" sldId="309"/>
        </pc:sldMkLst>
        <pc:spChg chg="mod ord">
          <ac:chgData name="Ms Alina Arshad" userId="cccdfd85-d35d-4453-9c6f-a463aae40722" providerId="ADAL" clId="{D7DEAE4E-3CA3-47E0-B777-F47022A727F5}" dt="2024-11-13T08:41:57.641" v="498" actId="207"/>
          <ac:spMkLst>
            <pc:docMk/>
            <pc:sldMk cId="0" sldId="309"/>
            <ac:spMk id="436" creationId="{00000000-0000-0000-0000-000000000000}"/>
          </ac:spMkLst>
        </pc:spChg>
        <pc:graphicFrameChg chg="mod modGraphic">
          <ac:chgData name="Ms Alina Arshad" userId="cccdfd85-d35d-4453-9c6f-a463aae40722" providerId="ADAL" clId="{D7DEAE4E-3CA3-47E0-B777-F47022A727F5}" dt="2024-11-13T08:42:15.067" v="503" actId="207"/>
          <ac:graphicFrameMkLst>
            <pc:docMk/>
            <pc:sldMk cId="0" sldId="309"/>
            <ac:graphicFrameMk id="437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D7DEAE4E-3CA3-47E0-B777-F47022A727F5}" dt="2024-11-13T08:42:17.522" v="504" actId="207"/>
          <ac:graphicFrameMkLst>
            <pc:docMk/>
            <pc:sldMk cId="0" sldId="309"/>
            <ac:graphicFrameMk id="439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D7DEAE4E-3CA3-47E0-B777-F47022A727F5}" dt="2024-11-13T08:42:12.776" v="502" actId="1076"/>
          <ac:graphicFrameMkLst>
            <pc:docMk/>
            <pc:sldMk cId="0" sldId="309"/>
            <ac:graphicFrameMk id="440" creationId="{00000000-0000-0000-0000-000000000000}"/>
          </ac:graphicFrameMkLst>
        </pc:graphicFrameChg>
      </pc:sldChg>
      <pc:sldChg chg="del">
        <pc:chgData name="Ms Alina Arshad" userId="cccdfd85-d35d-4453-9c6f-a463aae40722" providerId="ADAL" clId="{D7DEAE4E-3CA3-47E0-B777-F47022A727F5}" dt="2024-11-13T08:13:55.257" v="13" actId="47"/>
        <pc:sldMkLst>
          <pc:docMk/>
          <pc:sldMk cId="911303533" sldId="309"/>
        </pc:sldMkLst>
      </pc:sldChg>
      <pc:sldChg chg="modSp add mod">
        <pc:chgData name="Ms Alina Arshad" userId="cccdfd85-d35d-4453-9c6f-a463aae40722" providerId="ADAL" clId="{D7DEAE4E-3CA3-47E0-B777-F47022A727F5}" dt="2024-11-13T08:41:47.680" v="495" actId="1076"/>
        <pc:sldMkLst>
          <pc:docMk/>
          <pc:sldMk cId="0" sldId="310"/>
        </pc:sldMkLst>
        <pc:spChg chg="mod">
          <ac:chgData name="Ms Alina Arshad" userId="cccdfd85-d35d-4453-9c6f-a463aae40722" providerId="ADAL" clId="{D7DEAE4E-3CA3-47E0-B777-F47022A727F5}" dt="2024-11-13T08:41:39.185" v="492" actId="113"/>
          <ac:spMkLst>
            <pc:docMk/>
            <pc:sldMk cId="0" sldId="310"/>
            <ac:spMk id="445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41:47.680" v="495" actId="1076"/>
          <ac:spMkLst>
            <pc:docMk/>
            <pc:sldMk cId="0" sldId="310"/>
            <ac:spMk id="446" creationId="{00000000-0000-0000-0000-000000000000}"/>
          </ac:spMkLst>
        </pc:spChg>
      </pc:sldChg>
      <pc:sldChg chg="del">
        <pc:chgData name="Ms Alina Arshad" userId="cccdfd85-d35d-4453-9c6f-a463aae40722" providerId="ADAL" clId="{D7DEAE4E-3CA3-47E0-B777-F47022A727F5}" dt="2024-11-13T08:13:55.457" v="14" actId="47"/>
        <pc:sldMkLst>
          <pc:docMk/>
          <pc:sldMk cId="3774863996" sldId="310"/>
        </pc:sldMkLst>
      </pc:sldChg>
      <pc:sldChg chg="modSp add mod">
        <pc:chgData name="Ms Alina Arshad" userId="cccdfd85-d35d-4453-9c6f-a463aae40722" providerId="ADAL" clId="{D7DEAE4E-3CA3-47E0-B777-F47022A727F5}" dt="2024-11-13T08:40:29.259" v="488" actId="403"/>
        <pc:sldMkLst>
          <pc:docMk/>
          <pc:sldMk cId="0" sldId="311"/>
        </pc:sldMkLst>
        <pc:spChg chg="mod">
          <ac:chgData name="Ms Alina Arshad" userId="cccdfd85-d35d-4453-9c6f-a463aae40722" providerId="ADAL" clId="{D7DEAE4E-3CA3-47E0-B777-F47022A727F5}" dt="2024-11-13T08:40:12.681" v="483" actId="113"/>
          <ac:spMkLst>
            <pc:docMk/>
            <pc:sldMk cId="0" sldId="311"/>
            <ac:spMk id="452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40:29.259" v="488" actId="403"/>
          <ac:spMkLst>
            <pc:docMk/>
            <pc:sldMk cId="0" sldId="311"/>
            <ac:spMk id="453" creationId="{00000000-0000-0000-0000-000000000000}"/>
          </ac:spMkLst>
        </pc:spChg>
      </pc:sldChg>
      <pc:sldChg chg="del">
        <pc:chgData name="Ms Alina Arshad" userId="cccdfd85-d35d-4453-9c6f-a463aae40722" providerId="ADAL" clId="{D7DEAE4E-3CA3-47E0-B777-F47022A727F5}" dt="2024-11-13T08:13:55.600" v="15" actId="47"/>
        <pc:sldMkLst>
          <pc:docMk/>
          <pc:sldMk cId="1336404918" sldId="311"/>
        </pc:sldMkLst>
      </pc:sldChg>
      <pc:sldChg chg="modSp add mod">
        <pc:chgData name="Ms Alina Arshad" userId="cccdfd85-d35d-4453-9c6f-a463aae40722" providerId="ADAL" clId="{D7DEAE4E-3CA3-47E0-B777-F47022A727F5}" dt="2024-11-13T08:39:53.001" v="475" actId="12"/>
        <pc:sldMkLst>
          <pc:docMk/>
          <pc:sldMk cId="0" sldId="312"/>
        </pc:sldMkLst>
        <pc:spChg chg="mod">
          <ac:chgData name="Ms Alina Arshad" userId="cccdfd85-d35d-4453-9c6f-a463aae40722" providerId="ADAL" clId="{D7DEAE4E-3CA3-47E0-B777-F47022A727F5}" dt="2024-11-13T08:39:34.537" v="470" actId="113"/>
          <ac:spMkLst>
            <pc:docMk/>
            <pc:sldMk cId="0" sldId="312"/>
            <ac:spMk id="459" creationId="{00000000-0000-0000-0000-000000000000}"/>
          </ac:spMkLst>
        </pc:spChg>
        <pc:spChg chg="mod">
          <ac:chgData name="Ms Alina Arshad" userId="cccdfd85-d35d-4453-9c6f-a463aae40722" providerId="ADAL" clId="{D7DEAE4E-3CA3-47E0-B777-F47022A727F5}" dt="2024-11-13T08:39:53.001" v="475" actId="12"/>
          <ac:spMkLst>
            <pc:docMk/>
            <pc:sldMk cId="0" sldId="312"/>
            <ac:spMk id="460" creationId="{00000000-0000-0000-0000-000000000000}"/>
          </ac:spMkLst>
        </pc:spChg>
      </pc:sldChg>
      <pc:sldChg chg="del">
        <pc:chgData name="Ms Alina Arshad" userId="cccdfd85-d35d-4453-9c6f-a463aae40722" providerId="ADAL" clId="{D7DEAE4E-3CA3-47E0-B777-F47022A727F5}" dt="2024-11-13T08:13:55.754" v="16" actId="47"/>
        <pc:sldMkLst>
          <pc:docMk/>
          <pc:sldMk cId="3984117074" sldId="312"/>
        </pc:sldMkLst>
      </pc:sldChg>
      <pc:sldChg chg="add mod modClrScheme chgLayout">
        <pc:chgData name="Ms Alina Arshad" userId="cccdfd85-d35d-4453-9c6f-a463aae40722" providerId="ADAL" clId="{D7DEAE4E-3CA3-47E0-B777-F47022A727F5}" dt="2024-11-13T08:39:26.709" v="467" actId="700"/>
        <pc:sldMkLst>
          <pc:docMk/>
          <pc:sldMk cId="0" sldId="313"/>
        </pc:sldMkLst>
      </pc:sldChg>
      <pc:sldChg chg="del">
        <pc:chgData name="Ms Alina Arshad" userId="cccdfd85-d35d-4453-9c6f-a463aae40722" providerId="ADAL" clId="{D7DEAE4E-3CA3-47E0-B777-F47022A727F5}" dt="2024-11-13T08:13:56.988" v="21" actId="47"/>
        <pc:sldMkLst>
          <pc:docMk/>
          <pc:sldMk cId="579877513" sldId="313"/>
        </pc:sldMkLst>
      </pc:sldChg>
      <pc:sldChg chg="addSp modSp new mod">
        <pc:chgData name="Ms Alina Arshad" userId="cccdfd85-d35d-4453-9c6f-a463aae40722" providerId="ADAL" clId="{D7DEAE4E-3CA3-47E0-B777-F47022A727F5}" dt="2024-11-13T08:18:38.219" v="144" actId="33524"/>
        <pc:sldMkLst>
          <pc:docMk/>
          <pc:sldMk cId="1220963421" sldId="314"/>
        </pc:sldMkLst>
        <pc:spChg chg="add mod">
          <ac:chgData name="Ms Alina Arshad" userId="cccdfd85-d35d-4453-9c6f-a463aae40722" providerId="ADAL" clId="{D7DEAE4E-3CA3-47E0-B777-F47022A727F5}" dt="2024-11-13T08:18:38.219" v="144" actId="33524"/>
          <ac:spMkLst>
            <pc:docMk/>
            <pc:sldMk cId="1220963421" sldId="314"/>
            <ac:spMk id="158" creationId="{00000000-0000-0000-0000-000000000000}"/>
          </ac:spMkLst>
        </pc:spChg>
      </pc:sldChg>
      <pc:sldChg chg="del">
        <pc:chgData name="Ms Alina Arshad" userId="cccdfd85-d35d-4453-9c6f-a463aae40722" providerId="ADAL" clId="{D7DEAE4E-3CA3-47E0-B777-F47022A727F5}" dt="2024-11-13T08:13:56.611" v="20" actId="47"/>
        <pc:sldMkLst>
          <pc:docMk/>
          <pc:sldMk cId="2008118679" sldId="314"/>
        </pc:sldMkLst>
      </pc:sldChg>
      <pc:sldChg chg="del">
        <pc:chgData name="Ms Alina Arshad" userId="cccdfd85-d35d-4453-9c6f-a463aae40722" providerId="ADAL" clId="{D7DEAE4E-3CA3-47E0-B777-F47022A727F5}" dt="2024-11-13T08:13:57.819" v="24" actId="47"/>
        <pc:sldMkLst>
          <pc:docMk/>
          <pc:sldMk cId="702345561" sldId="315"/>
        </pc:sldMkLst>
      </pc:sldChg>
      <pc:sldChg chg="addSp modSp new mod">
        <pc:chgData name="Ms Alina Arshad" userId="cccdfd85-d35d-4453-9c6f-a463aae40722" providerId="ADAL" clId="{D7DEAE4E-3CA3-47E0-B777-F47022A727F5}" dt="2024-11-13T08:19:01.749" v="153" actId="1076"/>
        <pc:sldMkLst>
          <pc:docMk/>
          <pc:sldMk cId="1285830326" sldId="315"/>
        </pc:sldMkLst>
        <pc:graphicFrameChg chg="add mod modGraphic">
          <ac:chgData name="Ms Alina Arshad" userId="cccdfd85-d35d-4453-9c6f-a463aae40722" providerId="ADAL" clId="{D7DEAE4E-3CA3-47E0-B777-F47022A727F5}" dt="2024-11-13T08:19:01.749" v="153" actId="1076"/>
          <ac:graphicFrameMkLst>
            <pc:docMk/>
            <pc:sldMk cId="1285830326" sldId="315"/>
            <ac:graphicFrameMk id="163" creationId="{00000000-0000-0000-0000-000000000000}"/>
          </ac:graphicFrameMkLst>
        </pc:graphicFrameChg>
      </pc:sldChg>
      <pc:sldChg chg="addSp modSp new mod">
        <pc:chgData name="Ms Alina Arshad" userId="cccdfd85-d35d-4453-9c6f-a463aae40722" providerId="ADAL" clId="{D7DEAE4E-3CA3-47E0-B777-F47022A727F5}" dt="2024-11-13T08:19:46.260" v="166" actId="1076"/>
        <pc:sldMkLst>
          <pc:docMk/>
          <pc:sldMk cId="2565745985" sldId="316"/>
        </pc:sldMkLst>
        <pc:graphicFrameChg chg="add mod modGraphic">
          <ac:chgData name="Ms Alina Arshad" userId="cccdfd85-d35d-4453-9c6f-a463aae40722" providerId="ADAL" clId="{D7DEAE4E-3CA3-47E0-B777-F47022A727F5}" dt="2024-11-13T08:19:46.260" v="166" actId="1076"/>
          <ac:graphicFrameMkLst>
            <pc:docMk/>
            <pc:sldMk cId="2565745985" sldId="316"/>
            <ac:graphicFrameMk id="168" creationId="{00000000-0000-0000-0000-000000000000}"/>
          </ac:graphicFrameMkLst>
        </pc:graphicFrameChg>
      </pc:sldChg>
      <pc:sldChg chg="del">
        <pc:chgData name="Ms Alina Arshad" userId="cccdfd85-d35d-4453-9c6f-a463aae40722" providerId="ADAL" clId="{D7DEAE4E-3CA3-47E0-B777-F47022A727F5}" dt="2024-11-13T08:13:58.131" v="25" actId="47"/>
        <pc:sldMkLst>
          <pc:docMk/>
          <pc:sldMk cId="3394757724" sldId="316"/>
        </pc:sldMkLst>
      </pc:sldChg>
      <pc:sldChg chg="addSp modSp new mod">
        <pc:chgData name="Ms Alina Arshad" userId="cccdfd85-d35d-4453-9c6f-a463aae40722" providerId="ADAL" clId="{D7DEAE4E-3CA3-47E0-B777-F47022A727F5}" dt="2024-11-13T08:20:07.446" v="173" actId="113"/>
        <pc:sldMkLst>
          <pc:docMk/>
          <pc:sldMk cId="2656396486" sldId="317"/>
        </pc:sldMkLst>
        <pc:spChg chg="add mod">
          <ac:chgData name="Ms Alina Arshad" userId="cccdfd85-d35d-4453-9c6f-a463aae40722" providerId="ADAL" clId="{D7DEAE4E-3CA3-47E0-B777-F47022A727F5}" dt="2024-11-13T08:20:07.446" v="173" actId="113"/>
          <ac:spMkLst>
            <pc:docMk/>
            <pc:sldMk cId="2656396486" sldId="317"/>
            <ac:spMk id="173" creationId="{00000000-0000-0000-0000-000000000000}"/>
          </ac:spMkLst>
        </pc:spChg>
      </pc:sldChg>
      <pc:sldChg chg="addSp modSp new mod">
        <pc:chgData name="Ms Alina Arshad" userId="cccdfd85-d35d-4453-9c6f-a463aae40722" providerId="ADAL" clId="{D7DEAE4E-3CA3-47E0-B777-F47022A727F5}" dt="2024-11-13T08:20:26.916" v="179" actId="14734"/>
        <pc:sldMkLst>
          <pc:docMk/>
          <pc:sldMk cId="3845075338" sldId="318"/>
        </pc:sldMkLst>
        <pc:graphicFrameChg chg="add mod modGraphic">
          <ac:chgData name="Ms Alina Arshad" userId="cccdfd85-d35d-4453-9c6f-a463aae40722" providerId="ADAL" clId="{D7DEAE4E-3CA3-47E0-B777-F47022A727F5}" dt="2024-11-13T08:20:26.916" v="179" actId="14734"/>
          <ac:graphicFrameMkLst>
            <pc:docMk/>
            <pc:sldMk cId="3845075338" sldId="318"/>
            <ac:graphicFrameMk id="178" creationId="{00000000-0000-0000-0000-000000000000}"/>
          </ac:graphicFrameMkLst>
        </pc:graphicFrameChg>
      </pc:sld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1577505814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1577505814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1582826008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1582826008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731299161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731299161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90329638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90329638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90329638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2295129282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2295129282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2090315159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3034138166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3034138166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250404710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250404710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250404710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4283755204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4283755204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4283755204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2935103945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2935103945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2935103945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1497646456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1497646456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163412965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1577505814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1577505814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1582826008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1582826008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1582826008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1582826008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1582826008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1582826008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1582826008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1582826008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1582826008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1582826008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731299161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731299161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731299161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90329638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90329638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90329638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90329638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2295129282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2295129282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2295129282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2090315159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3034138166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250404710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250404710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  <pc:docChgLst>
    <pc:chgData name="Ms Alina Arshad" userId="cccdfd85-d35d-4453-9c6f-a463aae40722" providerId="ADAL" clId="{CC6B5282-6613-48F0-886F-796865211BB0}"/>
    <pc:docChg chg="custSel addSld delSld modSld">
      <pc:chgData name="Ms Alina Arshad" userId="cccdfd85-d35d-4453-9c6f-a463aae40722" providerId="ADAL" clId="{CC6B5282-6613-48F0-886F-796865211BB0}" dt="2024-09-11T13:33:58.825" v="122" actId="47"/>
      <pc:docMkLst>
        <pc:docMk/>
      </pc:docMkLst>
      <pc:sldChg chg="modSp mod">
        <pc:chgData name="Ms Alina Arshad" userId="cccdfd85-d35d-4453-9c6f-a463aae40722" providerId="ADAL" clId="{CC6B5282-6613-48F0-886F-796865211BB0}" dt="2024-09-11T12:42:56.927" v="41" actId="207"/>
        <pc:sldMkLst>
          <pc:docMk/>
          <pc:sldMk cId="3322361034" sldId="256"/>
        </pc:sldMkLst>
        <pc:spChg chg="mod">
          <ac:chgData name="Ms Alina Arshad" userId="cccdfd85-d35d-4453-9c6f-a463aae40722" providerId="ADAL" clId="{CC6B5282-6613-48F0-886F-796865211BB0}" dt="2024-09-11T12:42:56.927" v="41" actId="207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CC6B5282-6613-48F0-886F-796865211BB0}" dt="2024-09-11T12:43:01.209" v="4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CC6B5282-6613-48F0-886F-796865211BB0}" dt="2024-09-11T12:43:46.054" v="48" actId="113"/>
        <pc:sldMkLst>
          <pc:docMk/>
          <pc:sldMk cId="0" sldId="258"/>
        </pc:sldMkLst>
        <pc:spChg chg="mod">
          <ac:chgData name="Ms Alina Arshad" userId="cccdfd85-d35d-4453-9c6f-a463aae40722" providerId="ADAL" clId="{CC6B5282-6613-48F0-886F-796865211BB0}" dt="2024-09-11T12:43:28.260" v="44" actId="1076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3:46.054" v="48" actId="113"/>
          <ac:spMkLst>
            <pc:docMk/>
            <pc:sldMk cId="0" sldId="258"/>
            <ac:spMk id="107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51:30.146" v="76" actId="1076"/>
        <pc:sldMkLst>
          <pc:docMk/>
          <pc:sldMk cId="0" sldId="261"/>
        </pc:sldMkLst>
        <pc:spChg chg="mod">
          <ac:chgData name="Ms Alina Arshad" userId="cccdfd85-d35d-4453-9c6f-a463aae40722" providerId="ADAL" clId="{CC6B5282-6613-48F0-886F-796865211BB0}" dt="2024-09-11T12:51:16.602" v="71" actId="107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1:13.184" v="70" actId="1076"/>
          <ac:spMkLst>
            <pc:docMk/>
            <pc:sldMk cId="0" sldId="261"/>
            <ac:spMk id="12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1:30.146" v="76" actId="1076"/>
          <ac:picMkLst>
            <pc:docMk/>
            <pc:sldMk cId="0" sldId="261"/>
            <ac:picMk id="129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2:51:25.307" v="74" actId="1076"/>
          <ac:picMkLst>
            <pc:docMk/>
            <pc:sldMk cId="0" sldId="261"/>
            <ac:picMk id="13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1:30.026" v="88" actId="1036"/>
        <pc:sldMkLst>
          <pc:docMk/>
          <pc:sldMk cId="0" sldId="263"/>
        </pc:sldMkLst>
        <pc:spChg chg="mod">
          <ac:chgData name="Ms Alina Arshad" userId="cccdfd85-d35d-4453-9c6f-a463aae40722" providerId="ADAL" clId="{CC6B5282-6613-48F0-886F-796865211BB0}" dt="2024-09-11T13:01:30.026" v="88" actId="103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3:36.609" v="85" actId="1076"/>
          <ac:spMkLst>
            <pc:docMk/>
            <pc:sldMk cId="0" sldId="263"/>
            <ac:spMk id="14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3:29.518" v="83" actId="1076"/>
          <ac:picMkLst>
            <pc:docMk/>
            <pc:sldMk cId="0" sldId="263"/>
            <ac:picMk id="145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5:23.098" v="91" actId="1076"/>
        <pc:sldMkLst>
          <pc:docMk/>
          <pc:sldMk cId="0" sldId="264"/>
        </pc:sldMkLst>
        <pc:spChg chg="mod">
          <ac:chgData name="Ms Alina Arshad" userId="cccdfd85-d35d-4453-9c6f-a463aae40722" providerId="ADAL" clId="{CC6B5282-6613-48F0-886F-796865211BB0}" dt="2024-09-11T12:42:03.318" v="21" actId="27636"/>
          <ac:spMkLst>
            <pc:docMk/>
            <pc:sldMk cId="0" sldId="264"/>
            <ac:spMk id="154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18.520" v="90" actId="1076"/>
          <ac:picMkLst>
            <pc:docMk/>
            <pc:sldMk cId="0" sldId="264"/>
            <ac:picMk id="152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5:23.098" v="91" actId="1076"/>
          <ac:picMkLst>
            <pc:docMk/>
            <pc:sldMk cId="0" sldId="264"/>
            <ac:picMk id="153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33:58.825" v="122" actId="47"/>
        <pc:sldMkLst>
          <pc:docMk/>
          <pc:sldMk cId="1577505814" sldId="265"/>
        </pc:sldMkLst>
        <pc:spChg chg="mod">
          <ac:chgData name="Ms Alina Arshad" userId="cccdfd85-d35d-4453-9c6f-a463aae40722" providerId="ADAL" clId="{CC6B5282-6613-48F0-886F-796865211BB0}" dt="2024-09-11T13:05:48.001" v="98" actId="14100"/>
          <ac:spMkLst>
            <pc:docMk/>
            <pc:sldMk cId="1577505814" sldId="265"/>
            <ac:spMk id="160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35.798" v="95" actId="1076"/>
          <ac:picMkLst>
            <pc:docMk/>
            <pc:sldMk cId="1577505814" sldId="265"/>
            <ac:picMk id="161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25.138" v="106" actId="1076"/>
        <pc:sldMkLst>
          <pc:docMk/>
          <pc:sldMk cId="1582826008" sldId="266"/>
        </pc:sldMkLst>
        <pc:spChg chg="mod">
          <ac:chgData name="Ms Alina Arshad" userId="cccdfd85-d35d-4453-9c6f-a463aae40722" providerId="ADAL" clId="{CC6B5282-6613-48F0-886F-796865211BB0}" dt="2024-09-11T13:06:03.598" v="101" actId="1076"/>
          <ac:spMkLst>
            <pc:docMk/>
            <pc:sldMk cId="1582826008" sldId="266"/>
            <ac:spMk id="16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13.318" v="103" actId="403"/>
          <ac:spMkLst>
            <pc:docMk/>
            <pc:sldMk cId="1582826008" sldId="266"/>
            <ac:spMk id="16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25.138" v="106" actId="1076"/>
          <ac:picMkLst>
            <pc:docMk/>
            <pc:sldMk cId="1582826008" sldId="266"/>
            <ac:picMk id="169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55.957" v="114" actId="1076"/>
        <pc:sldMkLst>
          <pc:docMk/>
          <pc:sldMk cId="731299161" sldId="267"/>
        </pc:sldMkLst>
        <pc:spChg chg="mod">
          <ac:chgData name="Ms Alina Arshad" userId="cccdfd85-d35d-4453-9c6f-a463aae40722" providerId="ADAL" clId="{CC6B5282-6613-48F0-886F-796865211BB0}" dt="2024-09-11T13:06:55.957" v="114" actId="1076"/>
          <ac:spMkLst>
            <pc:docMk/>
            <pc:sldMk cId="731299161" sldId="267"/>
            <ac:spMk id="175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51.496" v="113" actId="14100"/>
          <ac:spMkLst>
            <pc:docMk/>
            <pc:sldMk cId="731299161" sldId="267"/>
            <ac:spMk id="177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47.359" v="112" actId="1076"/>
          <ac:picMkLst>
            <pc:docMk/>
            <pc:sldMk cId="731299161" sldId="267"/>
            <ac:picMk id="176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7:19.043" v="121" actId="1076"/>
        <pc:sldMkLst>
          <pc:docMk/>
          <pc:sldMk cId="90329638" sldId="268"/>
        </pc:sldMkLst>
        <pc:spChg chg="mod">
          <ac:chgData name="Ms Alina Arshad" userId="cccdfd85-d35d-4453-9c6f-a463aae40722" providerId="ADAL" clId="{CC6B5282-6613-48F0-886F-796865211BB0}" dt="2024-09-11T13:07:15.560" v="120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7:06.044" v="117" actId="1076"/>
          <ac:picMkLst>
            <pc:docMk/>
            <pc:sldMk cId="90329638" sldId="268"/>
            <ac:picMk id="183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7:19.043" v="121" actId="1076"/>
          <ac:picMkLst>
            <pc:docMk/>
            <pc:sldMk cId="90329638" sldId="268"/>
            <ac:picMk id="184" creationId="{00000000-0000-0000-0000-000000000000}"/>
          </ac:picMkLst>
        </pc:picChg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295129282" sldId="269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090315159" sldId="270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3034138166" sldId="271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504047100" sldId="272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4283755204" sldId="273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935103945" sldId="274"/>
        </pc:sldMkLst>
      </pc:sldChg>
      <pc:sldChg chg="modSp add mod">
        <pc:chgData name="Ms Alina Arshad" userId="cccdfd85-d35d-4453-9c6f-a463aae40722" providerId="ADAL" clId="{CC6B5282-6613-48F0-886F-796865211BB0}" dt="2024-09-11T12:42:03.381" v="23" actId="27636"/>
        <pc:sldMkLst>
          <pc:docMk/>
          <pc:sldMk cId="1497646456" sldId="275"/>
        </pc:sldMkLst>
        <pc:spChg chg="mod">
          <ac:chgData name="Ms Alina Arshad" userId="cccdfd85-d35d-4453-9c6f-a463aae40722" providerId="ADAL" clId="{CC6B5282-6613-48F0-886F-796865211BB0}" dt="2024-09-11T12:42:03.381" v="23" actId="27636"/>
          <ac:spMkLst>
            <pc:docMk/>
            <pc:sldMk cId="1497646456" sldId="275"/>
            <ac:spMk id="240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993717517" sldId="27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7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668593764" sldId="278"/>
        </pc:sldMkLst>
      </pc:sldChg>
      <pc:sldChg chg="modSp add del mod">
        <pc:chgData name="Ms Alina Arshad" userId="cccdfd85-d35d-4453-9c6f-a463aae40722" providerId="ADAL" clId="{CC6B5282-6613-48F0-886F-796865211BB0}" dt="2024-09-11T12:42:44.828" v="35" actId="47"/>
        <pc:sldMkLst>
          <pc:docMk/>
          <pc:sldMk cId="1821615422" sldId="280"/>
        </pc:sldMkLst>
        <pc:spChg chg="mod">
          <ac:chgData name="Ms Alina Arshad" userId="cccdfd85-d35d-4453-9c6f-a463aae40722" providerId="ADAL" clId="{CC6B5282-6613-48F0-886F-796865211BB0}" dt="2024-09-11T12:42:42.317" v="34" actId="6549"/>
          <ac:spMkLst>
            <pc:docMk/>
            <pc:sldMk cId="1821615422" sldId="280"/>
            <ac:spMk id="95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605066316" sldId="28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4697311" sldId="28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89392637" sldId="28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800652809" sldId="28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1402144616" sldId="28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8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29345964" sldId="28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002870935" sldId="288"/>
        </pc:sldMkLst>
      </pc:sldChg>
      <pc:sldChg chg="modSp add mod">
        <pc:chgData name="Ms Alina Arshad" userId="cccdfd85-d35d-4453-9c6f-a463aae40722" providerId="ADAL" clId="{CC6B5282-6613-48F0-886F-796865211BB0}" dt="2024-09-11T12:42:03.393" v="24" actId="27636"/>
        <pc:sldMkLst>
          <pc:docMk/>
          <pc:sldMk cId="0" sldId="289"/>
        </pc:sldMkLst>
        <pc:spChg chg="mod">
          <ac:chgData name="Ms Alina Arshad" userId="cccdfd85-d35d-4453-9c6f-a463aae40722" providerId="ADAL" clId="{CC6B5282-6613-48F0-886F-796865211BB0}" dt="2024-09-11T12:42:03.393" v="24" actId="27636"/>
          <ac:spMkLst>
            <pc:docMk/>
            <pc:sldMk cId="0" sldId="289"/>
            <ac:spMk id="32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9"/>
        </pc:sldMkLst>
      </pc:sldChg>
      <pc:sldChg chg="modSp add mod">
        <pc:chgData name="Ms Alina Arshad" userId="cccdfd85-d35d-4453-9c6f-a463aae40722" providerId="ADAL" clId="{CC6B5282-6613-48F0-886F-796865211BB0}" dt="2024-09-11T12:42:03.479" v="25" actId="27636"/>
        <pc:sldMkLst>
          <pc:docMk/>
          <pc:sldMk cId="0" sldId="320"/>
        </pc:sldMkLst>
        <pc:spChg chg="mod">
          <ac:chgData name="Ms Alina Arshad" userId="cccdfd85-d35d-4453-9c6f-a463aae40722" providerId="ADAL" clId="{CC6B5282-6613-48F0-886F-796865211BB0}" dt="2024-09-11T12:42:03.479" v="25" actId="27636"/>
          <ac:spMkLst>
            <pc:docMk/>
            <pc:sldMk cId="0" sldId="320"/>
            <ac:spMk id="549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6"/>
        </pc:sldMkLst>
      </pc:sldChg>
      <pc:sldChg chg="modSp add mod">
        <pc:chgData name="Ms Alina Arshad" userId="cccdfd85-d35d-4453-9c6f-a463aae40722" providerId="ADAL" clId="{CC6B5282-6613-48F0-886F-796865211BB0}" dt="2024-09-11T12:42:03.520" v="26" actId="27636"/>
        <pc:sldMkLst>
          <pc:docMk/>
          <pc:sldMk cId="0" sldId="327"/>
        </pc:sldMkLst>
        <pc:spChg chg="mod">
          <ac:chgData name="Ms Alina Arshad" userId="cccdfd85-d35d-4453-9c6f-a463aae40722" providerId="ADAL" clId="{CC6B5282-6613-48F0-886F-796865211BB0}" dt="2024-09-11T12:42:03.520" v="26" actId="27636"/>
          <ac:spMkLst>
            <pc:docMk/>
            <pc:sldMk cId="0" sldId="327"/>
            <ac:spMk id="59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7"/>
        </pc:sldMkLst>
      </pc:sldChg>
    </pc:docChg>
  </pc:docChgLst>
  <pc:docChgLst>
    <pc:chgData name="Ms Alina Arshad" userId="cccdfd85-d35d-4453-9c6f-a463aae40722" providerId="ADAL" clId="{2B67EF24-6E86-458B-9C0D-B5BC36012E7D}"/>
    <pc:docChg chg="custSel addSld delSld modSld">
      <pc:chgData name="Ms Alina Arshad" userId="cccdfd85-d35d-4453-9c6f-a463aae40722" providerId="ADAL" clId="{2B67EF24-6E86-458B-9C0D-B5BC36012E7D}" dt="2024-10-25T06:56:40.219" v="139" actId="1076"/>
      <pc:docMkLst>
        <pc:docMk/>
      </pc:docMkLst>
      <pc:sldChg chg="add del">
        <pc:chgData name="Ms Alina Arshad" userId="cccdfd85-d35d-4453-9c6f-a463aae40722" providerId="ADAL" clId="{2B67EF24-6E86-458B-9C0D-B5BC36012E7D}" dt="2024-10-25T06:48:40.070" v="23" actId="47"/>
        <pc:sldMkLst>
          <pc:docMk/>
          <pc:sldMk cId="0" sldId="257"/>
        </pc:sldMkLst>
      </pc:sldChg>
      <pc:sldChg chg="del">
        <pc:chgData name="Ms Alina Arshad" userId="cccdfd85-d35d-4453-9c6f-a463aae40722" providerId="ADAL" clId="{2B67EF24-6E86-458B-9C0D-B5BC36012E7D}" dt="2024-10-25T06:48:30.554" v="1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2B67EF24-6E86-458B-9C0D-B5BC36012E7D}" dt="2024-10-25T06:48:30.617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2B67EF24-6E86-458B-9C0D-B5BC36012E7D}" dt="2024-10-25T06:48:30.648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2B67EF24-6E86-458B-9C0D-B5BC36012E7D}" dt="2024-10-25T06:48:30.679" v="5" actId="47"/>
        <pc:sldMkLst>
          <pc:docMk/>
          <pc:sldMk cId="0" sldId="261"/>
        </pc:sldMkLst>
      </pc:sldChg>
      <pc:sldChg chg="del">
        <pc:chgData name="Ms Alina Arshad" userId="cccdfd85-d35d-4453-9c6f-a463aae40722" providerId="ADAL" clId="{2B67EF24-6E86-458B-9C0D-B5BC36012E7D}" dt="2024-10-25T06:48:32.910" v="20" actId="47"/>
        <pc:sldMkLst>
          <pc:docMk/>
          <pc:sldMk cId="0" sldId="262"/>
        </pc:sldMkLst>
      </pc:sldChg>
      <pc:sldChg chg="del">
        <pc:chgData name="Ms Alina Arshad" userId="cccdfd85-d35d-4453-9c6f-a463aae40722" providerId="ADAL" clId="{2B67EF24-6E86-458B-9C0D-B5BC36012E7D}" dt="2024-10-25T06:48:30.773" v="8" actId="47"/>
        <pc:sldMkLst>
          <pc:docMk/>
          <pc:sldMk cId="0" sldId="263"/>
        </pc:sldMkLst>
      </pc:sldChg>
      <pc:sldChg chg="del">
        <pc:chgData name="Ms Alina Arshad" userId="cccdfd85-d35d-4453-9c6f-a463aae40722" providerId="ADAL" clId="{2B67EF24-6E86-458B-9C0D-B5BC36012E7D}" dt="2024-10-25T06:48:30.804" v="9" actId="47"/>
        <pc:sldMkLst>
          <pc:docMk/>
          <pc:sldMk cId="0" sldId="264"/>
        </pc:sldMkLst>
      </pc:sldChg>
      <pc:sldChg chg="del">
        <pc:chgData name="Ms Alina Arshad" userId="cccdfd85-d35d-4453-9c6f-a463aae40722" providerId="ADAL" clId="{2B67EF24-6E86-458B-9C0D-B5BC36012E7D}" dt="2024-10-25T06:48:30.835" v="10" actId="47"/>
        <pc:sldMkLst>
          <pc:docMk/>
          <pc:sldMk cId="0" sldId="265"/>
        </pc:sldMkLst>
      </pc:sldChg>
      <pc:sldChg chg="del">
        <pc:chgData name="Ms Alina Arshad" userId="cccdfd85-d35d-4453-9c6f-a463aae40722" providerId="ADAL" clId="{2B67EF24-6E86-458B-9C0D-B5BC36012E7D}" dt="2024-10-25T06:48:30.882" v="11" actId="47"/>
        <pc:sldMkLst>
          <pc:docMk/>
          <pc:sldMk cId="0" sldId="266"/>
        </pc:sldMkLst>
      </pc:sldChg>
      <pc:sldChg chg="del">
        <pc:chgData name="Ms Alina Arshad" userId="cccdfd85-d35d-4453-9c6f-a463aae40722" providerId="ADAL" clId="{2B67EF24-6E86-458B-9C0D-B5BC36012E7D}" dt="2024-10-25T06:48:31.441" v="13" actId="47"/>
        <pc:sldMkLst>
          <pc:docMk/>
          <pc:sldMk cId="0" sldId="267"/>
        </pc:sldMkLst>
      </pc:sldChg>
      <pc:sldChg chg="del">
        <pc:chgData name="Ms Alina Arshad" userId="cccdfd85-d35d-4453-9c6f-a463aae40722" providerId="ADAL" clId="{2B67EF24-6E86-458B-9C0D-B5BC36012E7D}" dt="2024-10-25T06:48:31.660" v="14" actId="47"/>
        <pc:sldMkLst>
          <pc:docMk/>
          <pc:sldMk cId="0" sldId="268"/>
        </pc:sldMkLst>
      </pc:sldChg>
      <pc:sldChg chg="del">
        <pc:chgData name="Ms Alina Arshad" userId="cccdfd85-d35d-4453-9c6f-a463aae40722" providerId="ADAL" clId="{2B67EF24-6E86-458B-9C0D-B5BC36012E7D}" dt="2024-10-25T06:48:31.848" v="15" actId="47"/>
        <pc:sldMkLst>
          <pc:docMk/>
          <pc:sldMk cId="0" sldId="269"/>
        </pc:sldMkLst>
      </pc:sldChg>
      <pc:sldChg chg="del">
        <pc:chgData name="Ms Alina Arshad" userId="cccdfd85-d35d-4453-9c6f-a463aae40722" providerId="ADAL" clId="{2B67EF24-6E86-458B-9C0D-B5BC36012E7D}" dt="2024-10-25T06:48:32.035" v="16" actId="47"/>
        <pc:sldMkLst>
          <pc:docMk/>
          <pc:sldMk cId="0" sldId="270"/>
        </pc:sldMkLst>
      </pc:sldChg>
      <pc:sldChg chg="del">
        <pc:chgData name="Ms Alina Arshad" userId="cccdfd85-d35d-4453-9c6f-a463aae40722" providerId="ADAL" clId="{2B67EF24-6E86-458B-9C0D-B5BC36012E7D}" dt="2024-10-25T06:48:32.160" v="17" actId="47"/>
        <pc:sldMkLst>
          <pc:docMk/>
          <pc:sldMk cId="0" sldId="271"/>
        </pc:sldMkLst>
      </pc:sldChg>
      <pc:sldChg chg="del">
        <pc:chgData name="Ms Alina Arshad" userId="cccdfd85-d35d-4453-9c6f-a463aae40722" providerId="ADAL" clId="{2B67EF24-6E86-458B-9C0D-B5BC36012E7D}" dt="2024-10-25T06:48:32.348" v="18" actId="47"/>
        <pc:sldMkLst>
          <pc:docMk/>
          <pc:sldMk cId="0" sldId="272"/>
        </pc:sldMkLst>
      </pc:sldChg>
      <pc:sldChg chg="del">
        <pc:chgData name="Ms Alina Arshad" userId="cccdfd85-d35d-4453-9c6f-a463aae40722" providerId="ADAL" clId="{2B67EF24-6E86-458B-9C0D-B5BC36012E7D}" dt="2024-10-25T06:48:32.769" v="19" actId="47"/>
        <pc:sldMkLst>
          <pc:docMk/>
          <pc:sldMk cId="0" sldId="273"/>
        </pc:sldMkLst>
      </pc:sldChg>
      <pc:sldChg chg="del">
        <pc:chgData name="Ms Alina Arshad" userId="cccdfd85-d35d-4453-9c6f-a463aae40722" providerId="ADAL" clId="{2B67EF24-6E86-458B-9C0D-B5BC36012E7D}" dt="2024-10-25T06:48:33.082" v="21" actId="47"/>
        <pc:sldMkLst>
          <pc:docMk/>
          <pc:sldMk cId="0" sldId="274"/>
        </pc:sldMkLst>
      </pc:sldChg>
      <pc:sldChg chg="del">
        <pc:chgData name="Ms Alina Arshad" userId="cccdfd85-d35d-4453-9c6f-a463aae40722" providerId="ADAL" clId="{2B67EF24-6E86-458B-9C0D-B5BC36012E7D}" dt="2024-10-25T06:48:30.710" v="6" actId="47"/>
        <pc:sldMkLst>
          <pc:docMk/>
          <pc:sldMk cId="3240370692" sldId="279"/>
        </pc:sldMkLst>
      </pc:sldChg>
      <pc:sldChg chg="del">
        <pc:chgData name="Ms Alina Arshad" userId="cccdfd85-d35d-4453-9c6f-a463aae40722" providerId="ADAL" clId="{2B67EF24-6E86-458B-9C0D-B5BC36012E7D}" dt="2024-10-25T06:48:30.601" v="2" actId="47"/>
        <pc:sldMkLst>
          <pc:docMk/>
          <pc:sldMk cId="0" sldId="280"/>
        </pc:sldMkLst>
      </pc:sldChg>
      <pc:sldChg chg="del">
        <pc:chgData name="Ms Alina Arshad" userId="cccdfd85-d35d-4453-9c6f-a463aae40722" providerId="ADAL" clId="{2B67EF24-6E86-458B-9C0D-B5BC36012E7D}" dt="2024-10-25T06:48:30.757" v="7" actId="47"/>
        <pc:sldMkLst>
          <pc:docMk/>
          <pc:sldMk cId="0" sldId="281"/>
        </pc:sldMkLst>
      </pc:sldChg>
      <pc:sldChg chg="del">
        <pc:chgData name="Ms Alina Arshad" userId="cccdfd85-d35d-4453-9c6f-a463aae40722" providerId="ADAL" clId="{2B67EF24-6E86-458B-9C0D-B5BC36012E7D}" dt="2024-10-25T06:48:30.913" v="12" actId="47"/>
        <pc:sldMkLst>
          <pc:docMk/>
          <pc:sldMk cId="0" sldId="282"/>
        </pc:sldMkLst>
      </pc:sldChg>
      <pc:sldChg chg="delSp modSp add mod">
        <pc:chgData name="Ms Alina Arshad" userId="cccdfd85-d35d-4453-9c6f-a463aae40722" providerId="ADAL" clId="{2B67EF24-6E86-458B-9C0D-B5BC36012E7D}" dt="2024-10-25T06:49:38.253" v="41" actId="14100"/>
        <pc:sldMkLst>
          <pc:docMk/>
          <pc:sldMk cId="0" sldId="296"/>
        </pc:sldMkLst>
        <pc:spChg chg="mod">
          <ac:chgData name="Ms Alina Arshad" userId="cccdfd85-d35d-4453-9c6f-a463aae40722" providerId="ADAL" clId="{2B67EF24-6E86-458B-9C0D-B5BC36012E7D}" dt="2024-10-25T06:49:38.253" v="41" actId="14100"/>
          <ac:spMkLst>
            <pc:docMk/>
            <pc:sldMk cId="0" sldId="296"/>
            <ac:spMk id="2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49:21.674" v="33" actId="1076"/>
          <ac:spMkLst>
            <pc:docMk/>
            <pc:sldMk cId="0" sldId="296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49:24.330" v="34" actId="1076"/>
          <ac:picMkLst>
            <pc:docMk/>
            <pc:sldMk cId="0" sldId="296"/>
            <ac:picMk id="4" creationId="{00000000-0000-0000-0000-000000000000}"/>
          </ac:picMkLst>
        </pc:picChg>
        <pc:picChg chg="mod">
          <ac:chgData name="Ms Alina Arshad" userId="cccdfd85-d35d-4453-9c6f-a463aae40722" providerId="ADAL" clId="{2B67EF24-6E86-458B-9C0D-B5BC36012E7D}" dt="2024-10-25T06:49:28.141" v="35" actId="1076"/>
          <ac:picMkLst>
            <pc:docMk/>
            <pc:sldMk cId="0" sldId="29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2B67EF24-6E86-458B-9C0D-B5BC36012E7D}" dt="2024-10-25T06:49:04.272" v="27" actId="478"/>
          <ac:picMkLst>
            <pc:docMk/>
            <pc:sldMk cId="0" sldId="296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67EF24-6E86-458B-9C0D-B5BC36012E7D}" dt="2024-10-25T06:50:12.570" v="56" actId="478"/>
        <pc:sldMkLst>
          <pc:docMk/>
          <pc:sldMk cId="0" sldId="297"/>
        </pc:sldMkLst>
        <pc:spChg chg="del">
          <ac:chgData name="Ms Alina Arshad" userId="cccdfd85-d35d-4453-9c6f-a463aae40722" providerId="ADAL" clId="{2B67EF24-6E86-458B-9C0D-B5BC36012E7D}" dt="2024-10-25T06:50:12.570" v="56" actId="478"/>
          <ac:spMkLst>
            <pc:docMk/>
            <pc:sldMk cId="0" sldId="297"/>
            <ac:spMk id="2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0:11.139" v="55" actId="1076"/>
          <ac:picMkLst>
            <pc:docMk/>
            <pc:sldMk cId="0" sldId="297"/>
            <ac:picMk id="3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67EF24-6E86-458B-9C0D-B5BC36012E7D}" dt="2024-10-25T06:50:35.096" v="63" actId="1076"/>
        <pc:sldMkLst>
          <pc:docMk/>
          <pc:sldMk cId="0" sldId="298"/>
        </pc:sldMkLst>
        <pc:spChg chg="mod">
          <ac:chgData name="Ms Alina Arshad" userId="cccdfd85-d35d-4453-9c6f-a463aae40722" providerId="ADAL" clId="{2B67EF24-6E86-458B-9C0D-B5BC36012E7D}" dt="2024-10-25T06:50:31.336" v="62" actId="207"/>
          <ac:spMkLst>
            <pc:docMk/>
            <pc:sldMk cId="0" sldId="298"/>
            <ac:spMk id="2" creationId="{00000000-0000-0000-0000-000000000000}"/>
          </ac:spMkLst>
        </pc:spChg>
        <pc:spChg chg="del mod">
          <ac:chgData name="Ms Alina Arshad" userId="cccdfd85-d35d-4453-9c6f-a463aae40722" providerId="ADAL" clId="{2B67EF24-6E86-458B-9C0D-B5BC36012E7D}" dt="2024-10-25T06:50:22.700" v="59" actId="478"/>
          <ac:spMkLst>
            <pc:docMk/>
            <pc:sldMk cId="0" sldId="298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0:35.096" v="63" actId="1076"/>
          <ac:picMkLst>
            <pc:docMk/>
            <pc:sldMk cId="0" sldId="298"/>
            <ac:picMk id="4" creationId="{00000000-0000-0000-0000-000000000000}"/>
          </ac:picMkLst>
        </pc:picChg>
      </pc:sldChg>
      <pc:sldChg chg="delSp modSp add mod">
        <pc:chgData name="Ms Alina Arshad" userId="cccdfd85-d35d-4453-9c6f-a463aae40722" providerId="ADAL" clId="{2B67EF24-6E86-458B-9C0D-B5BC36012E7D}" dt="2024-10-25T06:51:01.636" v="76" actId="1076"/>
        <pc:sldMkLst>
          <pc:docMk/>
          <pc:sldMk cId="0" sldId="299"/>
        </pc:sldMkLst>
        <pc:spChg chg="mod">
          <ac:chgData name="Ms Alina Arshad" userId="cccdfd85-d35d-4453-9c6f-a463aae40722" providerId="ADAL" clId="{2B67EF24-6E86-458B-9C0D-B5BC36012E7D}" dt="2024-10-25T06:50:57.827" v="75" actId="14100"/>
          <ac:spMkLst>
            <pc:docMk/>
            <pc:sldMk cId="0" sldId="299"/>
            <ac:spMk id="2" creationId="{00000000-0000-0000-0000-000000000000}"/>
          </ac:spMkLst>
        </pc:spChg>
        <pc:spChg chg="del">
          <ac:chgData name="Ms Alina Arshad" userId="cccdfd85-d35d-4453-9c6f-a463aae40722" providerId="ADAL" clId="{2B67EF24-6E86-458B-9C0D-B5BC36012E7D}" dt="2024-10-25T06:50:38.134" v="64" actId="478"/>
          <ac:spMkLst>
            <pc:docMk/>
            <pc:sldMk cId="0" sldId="299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1:01.636" v="76" actId="1076"/>
          <ac:picMkLst>
            <pc:docMk/>
            <pc:sldMk cId="0" sldId="299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2:18.704" v="84" actId="2711"/>
        <pc:sldMkLst>
          <pc:docMk/>
          <pc:sldMk cId="0" sldId="300"/>
        </pc:sldMkLst>
        <pc:spChg chg="mod">
          <ac:chgData name="Ms Alina Arshad" userId="cccdfd85-d35d-4453-9c6f-a463aae40722" providerId="ADAL" clId="{2B67EF24-6E86-458B-9C0D-B5BC36012E7D}" dt="2024-10-25T06:51:59.264" v="80" actId="113"/>
          <ac:spMkLst>
            <pc:docMk/>
            <pc:sldMk cId="0" sldId="300"/>
            <ac:spMk id="2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2:18.704" v="84" actId="2711"/>
          <ac:spMkLst>
            <pc:docMk/>
            <pc:sldMk cId="0" sldId="300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B67EF24-6E86-458B-9C0D-B5BC36012E7D}" dt="2024-10-25T06:53:20.228" v="100" actId="255"/>
        <pc:sldMkLst>
          <pc:docMk/>
          <pc:sldMk cId="0" sldId="301"/>
        </pc:sldMkLst>
        <pc:spChg chg="mod">
          <ac:chgData name="Ms Alina Arshad" userId="cccdfd85-d35d-4453-9c6f-a463aae40722" providerId="ADAL" clId="{2B67EF24-6E86-458B-9C0D-B5BC36012E7D}" dt="2024-10-25T06:52:30.442" v="88" actId="404"/>
          <ac:spMkLst>
            <pc:docMk/>
            <pc:sldMk cId="0" sldId="301"/>
            <ac:spMk id="2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3:09.013" v="97" actId="255"/>
          <ac:spMkLst>
            <pc:docMk/>
            <pc:sldMk cId="0" sldId="301"/>
            <ac:spMk id="3" creationId="{00000000-0000-0000-0000-000000000000}"/>
          </ac:spMkLst>
        </pc:spChg>
        <pc:spChg chg="del">
          <ac:chgData name="Ms Alina Arshad" userId="cccdfd85-d35d-4453-9c6f-a463aae40722" providerId="ADAL" clId="{2B67EF24-6E86-458B-9C0D-B5BC36012E7D}" dt="2024-10-25T06:52:46.152" v="92" actId="478"/>
          <ac:spMkLst>
            <pc:docMk/>
            <pc:sldMk cId="0" sldId="301"/>
            <ac:spMk id="4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3:13.437" v="98" actId="1076"/>
          <ac:spMkLst>
            <pc:docMk/>
            <pc:sldMk cId="0" sldId="301"/>
            <ac:spMk id="5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3:20.228" v="100" actId="255"/>
          <ac:spMkLst>
            <pc:docMk/>
            <pc:sldMk cId="0" sldId="301"/>
            <ac:spMk id="6" creationId="{00000000-0000-0000-0000-000000000000}"/>
          </ac:spMkLst>
        </pc:spChg>
      </pc:sldChg>
      <pc:sldChg chg="delSp modSp add mod">
        <pc:chgData name="Ms Alina Arshad" userId="cccdfd85-d35d-4453-9c6f-a463aae40722" providerId="ADAL" clId="{2B67EF24-6E86-458B-9C0D-B5BC36012E7D}" dt="2024-10-25T06:54:51.579" v="112" actId="1076"/>
        <pc:sldMkLst>
          <pc:docMk/>
          <pc:sldMk cId="0" sldId="302"/>
        </pc:sldMkLst>
        <pc:spChg chg="mod">
          <ac:chgData name="Ms Alina Arshad" userId="cccdfd85-d35d-4453-9c6f-a463aae40722" providerId="ADAL" clId="{2B67EF24-6E86-458B-9C0D-B5BC36012E7D}" dt="2024-10-25T06:54:08.700" v="105" actId="14100"/>
          <ac:spMkLst>
            <pc:docMk/>
            <pc:sldMk cId="0" sldId="302"/>
            <ac:spMk id="2" creationId="{00000000-0000-0000-0000-000000000000}"/>
          </ac:spMkLst>
        </pc:spChg>
        <pc:spChg chg="del">
          <ac:chgData name="Ms Alina Arshad" userId="cccdfd85-d35d-4453-9c6f-a463aae40722" providerId="ADAL" clId="{2B67EF24-6E86-458B-9C0D-B5BC36012E7D}" dt="2024-10-25T06:53:48.546" v="101" actId="478"/>
          <ac:spMkLst>
            <pc:docMk/>
            <pc:sldMk cId="0" sldId="302"/>
            <ac:spMk id="3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54:28.294" v="109" actId="404"/>
          <ac:spMkLst>
            <pc:docMk/>
            <pc:sldMk cId="0" sldId="302"/>
            <ac:spMk id="4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4:51.579" v="112" actId="1076"/>
          <ac:picMkLst>
            <pc:docMk/>
            <pc:sldMk cId="0" sldId="302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5:49.265" v="121" actId="14100"/>
        <pc:sldMkLst>
          <pc:docMk/>
          <pc:sldMk cId="0" sldId="303"/>
        </pc:sldMkLst>
        <pc:spChg chg="mod">
          <ac:chgData name="Ms Alina Arshad" userId="cccdfd85-d35d-4453-9c6f-a463aae40722" providerId="ADAL" clId="{2B67EF24-6E86-458B-9C0D-B5BC36012E7D}" dt="2024-10-25T06:55:42.627" v="119" actId="1076"/>
          <ac:spMkLst>
            <pc:docMk/>
            <pc:sldMk cId="0" sldId="303"/>
            <ac:spMk id="2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5:40.247" v="118" actId="14100"/>
          <ac:picMkLst>
            <pc:docMk/>
            <pc:sldMk cId="0" sldId="303"/>
            <ac:picMk id="3" creationId="{00000000-0000-0000-0000-000000000000}"/>
          </ac:picMkLst>
        </pc:picChg>
        <pc:picChg chg="mod">
          <ac:chgData name="Ms Alina Arshad" userId="cccdfd85-d35d-4453-9c6f-a463aae40722" providerId="ADAL" clId="{2B67EF24-6E86-458B-9C0D-B5BC36012E7D}" dt="2024-10-25T06:55:49.265" v="121" actId="14100"/>
          <ac:picMkLst>
            <pc:docMk/>
            <pc:sldMk cId="0" sldId="303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6:14.702" v="129" actId="1076"/>
        <pc:sldMkLst>
          <pc:docMk/>
          <pc:sldMk cId="0" sldId="304"/>
        </pc:sldMkLst>
        <pc:spChg chg="mod">
          <ac:chgData name="Ms Alina Arshad" userId="cccdfd85-d35d-4453-9c6f-a463aae40722" providerId="ADAL" clId="{2B67EF24-6E86-458B-9C0D-B5BC36012E7D}" dt="2024-10-25T06:56:05.481" v="126" actId="1076"/>
          <ac:spMkLst>
            <pc:docMk/>
            <pc:sldMk cId="0" sldId="304"/>
            <ac:spMk id="4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6:11.943" v="128" actId="1076"/>
          <ac:picMkLst>
            <pc:docMk/>
            <pc:sldMk cId="0" sldId="304"/>
            <ac:picMk id="2" creationId="{00000000-0000-0000-0000-000000000000}"/>
          </ac:picMkLst>
        </pc:picChg>
        <pc:picChg chg="mod">
          <ac:chgData name="Ms Alina Arshad" userId="cccdfd85-d35d-4453-9c6f-a463aae40722" providerId="ADAL" clId="{2B67EF24-6E86-458B-9C0D-B5BC36012E7D}" dt="2024-10-25T06:56:14.702" v="129" actId="1076"/>
          <ac:picMkLst>
            <pc:docMk/>
            <pc:sldMk cId="0" sldId="304"/>
            <ac:picMk id="3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6:26.693" v="134" actId="1076"/>
        <pc:sldMkLst>
          <pc:docMk/>
          <pc:sldMk cId="0" sldId="305"/>
        </pc:sldMkLst>
        <pc:spChg chg="mod">
          <ac:chgData name="Ms Alina Arshad" userId="cccdfd85-d35d-4453-9c6f-a463aae40722" providerId="ADAL" clId="{2B67EF24-6E86-458B-9C0D-B5BC36012E7D}" dt="2024-10-25T06:56:24.952" v="133" actId="14100"/>
          <ac:spMkLst>
            <pc:docMk/>
            <pc:sldMk cId="0" sldId="305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6:26.693" v="134" actId="1076"/>
          <ac:picMkLst>
            <pc:docMk/>
            <pc:sldMk cId="0" sldId="305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2B67EF24-6E86-458B-9C0D-B5BC36012E7D}" dt="2024-10-25T06:56:40.219" v="139" actId="1076"/>
        <pc:sldMkLst>
          <pc:docMk/>
          <pc:sldMk cId="0" sldId="306"/>
        </pc:sldMkLst>
        <pc:spChg chg="mod">
          <ac:chgData name="Ms Alina Arshad" userId="cccdfd85-d35d-4453-9c6f-a463aae40722" providerId="ADAL" clId="{2B67EF24-6E86-458B-9C0D-B5BC36012E7D}" dt="2024-10-25T06:56:36.713" v="138" actId="14100"/>
          <ac:spMkLst>
            <pc:docMk/>
            <pc:sldMk cId="0" sldId="306"/>
            <ac:spMk id="3" creationId="{00000000-0000-0000-0000-000000000000}"/>
          </ac:spMkLst>
        </pc:spChg>
        <pc:picChg chg="mod">
          <ac:chgData name="Ms Alina Arshad" userId="cccdfd85-d35d-4453-9c6f-a463aae40722" providerId="ADAL" clId="{2B67EF24-6E86-458B-9C0D-B5BC36012E7D}" dt="2024-10-25T06:56:40.219" v="139" actId="1076"/>
          <ac:picMkLst>
            <pc:docMk/>
            <pc:sldMk cId="0" sldId="306"/>
            <ac:picMk id="2" creationId="{00000000-0000-0000-0000-000000000000}"/>
          </ac:picMkLst>
        </pc:picChg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07"/>
        </pc:sldMkLst>
      </pc:sldChg>
      <pc:sldChg chg="delSp modSp add mod">
        <pc:chgData name="Ms Alina Arshad" userId="cccdfd85-d35d-4453-9c6f-a463aae40722" providerId="ADAL" clId="{2B67EF24-6E86-458B-9C0D-B5BC36012E7D}" dt="2024-10-25T06:50:04.964" v="54" actId="14100"/>
        <pc:sldMkLst>
          <pc:docMk/>
          <pc:sldMk cId="3192711744" sldId="307"/>
        </pc:sldMkLst>
        <pc:spChg chg="mod">
          <ac:chgData name="Ms Alina Arshad" userId="cccdfd85-d35d-4453-9c6f-a463aae40722" providerId="ADAL" clId="{2B67EF24-6E86-458B-9C0D-B5BC36012E7D}" dt="2024-10-25T06:50:04.964" v="54" actId="14100"/>
          <ac:spMkLst>
            <pc:docMk/>
            <pc:sldMk cId="3192711744" sldId="307"/>
            <ac:spMk id="2" creationId="{00000000-0000-0000-0000-000000000000}"/>
          </ac:spMkLst>
        </pc:spChg>
        <pc:spChg chg="mod">
          <ac:chgData name="Ms Alina Arshad" userId="cccdfd85-d35d-4453-9c6f-a463aae40722" providerId="ADAL" clId="{2B67EF24-6E86-458B-9C0D-B5BC36012E7D}" dt="2024-10-25T06:49:54.319" v="46" actId="14100"/>
          <ac:spMkLst>
            <pc:docMk/>
            <pc:sldMk cId="3192711744" sldId="307"/>
            <ac:spMk id="3" creationId="{00000000-0000-0000-0000-000000000000}"/>
          </ac:spMkLst>
        </pc:spChg>
        <pc:picChg chg="del">
          <ac:chgData name="Ms Alina Arshad" userId="cccdfd85-d35d-4453-9c6f-a463aae40722" providerId="ADAL" clId="{2B67EF24-6E86-458B-9C0D-B5BC36012E7D}" dt="2024-10-25T06:49:48.469" v="44" actId="478"/>
          <ac:picMkLst>
            <pc:docMk/>
            <pc:sldMk cId="3192711744" sldId="307"/>
            <ac:picMk id="4" creationId="{00000000-0000-0000-0000-000000000000}"/>
          </ac:picMkLst>
        </pc:picChg>
        <pc:picChg chg="del">
          <ac:chgData name="Ms Alina Arshad" userId="cccdfd85-d35d-4453-9c6f-a463aae40722" providerId="ADAL" clId="{2B67EF24-6E86-458B-9C0D-B5BC36012E7D}" dt="2024-10-25T06:49:45.376" v="42" actId="478"/>
          <ac:picMkLst>
            <pc:docMk/>
            <pc:sldMk cId="3192711744" sldId="307"/>
            <ac:picMk id="5" creationId="{00000000-0000-0000-0000-000000000000}"/>
          </ac:picMkLst>
        </pc:picChg>
        <pc:picChg chg="mod">
          <ac:chgData name="Ms Alina Arshad" userId="cccdfd85-d35d-4453-9c6f-a463aae40722" providerId="ADAL" clId="{2B67EF24-6E86-458B-9C0D-B5BC36012E7D}" dt="2024-10-25T06:49:56.421" v="47" actId="1076"/>
          <ac:picMkLst>
            <pc:docMk/>
            <pc:sldMk cId="3192711744" sldId="307"/>
            <ac:picMk id="6" creationId="{00000000-0000-0000-0000-000000000000}"/>
          </ac:picMkLst>
        </pc:picChg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08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09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0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1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2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3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4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5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6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7"/>
        </pc:sldMkLst>
      </pc:sldChg>
      <pc:sldChg chg="add del">
        <pc:chgData name="Ms Alina Arshad" userId="cccdfd85-d35d-4453-9c6f-a463aae40722" providerId="ADAL" clId="{2B67EF24-6E86-458B-9C0D-B5BC36012E7D}" dt="2024-10-25T06:48:55.504" v="25"/>
        <pc:sldMkLst>
          <pc:docMk/>
          <pc:sldMk cId="0" sldId="318"/>
        </pc:sldMkLst>
      </pc:sldChg>
      <pc:sldMasterChg chg="delSldLayout">
        <pc:chgData name="Ms Alina Arshad" userId="cccdfd85-d35d-4453-9c6f-a463aae40722" providerId="ADAL" clId="{2B67EF24-6E86-458B-9C0D-B5BC36012E7D}" dt="2024-10-25T06:48:30.913" v="12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2B67EF24-6E86-458B-9C0D-B5BC36012E7D}" dt="2024-10-25T06:48:30.913" v="12" actId="47"/>
          <pc:sldLayoutMkLst>
            <pc:docMk/>
            <pc:sldMasterMk cId="1090009938" sldId="2147483660"/>
            <pc:sldLayoutMk cId="938321551" sldId="2147483672"/>
          </pc:sldLayoutMkLst>
        </pc:sldLayoutChg>
      </pc:sldMasterChg>
    </pc:docChg>
  </pc:docChgLst>
  <pc:docChgLst>
    <pc:chgData name="Ms Alina Arshad" userId="cccdfd85-d35d-4453-9c6f-a463aae40722" providerId="ADAL" clId="{97C00DA4-6F9F-4A83-996B-9231DC603249}"/>
    <pc:docChg chg="undo custSel addSld delSld modSld">
      <pc:chgData name="Ms Alina Arshad" userId="cccdfd85-d35d-4453-9c6f-a463aae40722" providerId="ADAL" clId="{97C00DA4-6F9F-4A83-996B-9231DC603249}" dt="2024-10-27T08:52:01.706" v="1109" actId="1076"/>
      <pc:docMkLst>
        <pc:docMk/>
      </pc:docMkLst>
      <pc:sldChg chg="modSp add mod">
        <pc:chgData name="Ms Alina Arshad" userId="cccdfd85-d35d-4453-9c6f-a463aae40722" providerId="ADAL" clId="{97C00DA4-6F9F-4A83-996B-9231DC603249}" dt="2024-10-27T07:53:42.852" v="464" actId="1076"/>
        <pc:sldMkLst>
          <pc:docMk/>
          <pc:sldMk cId="0" sldId="270"/>
        </pc:sldMkLst>
        <pc:spChg chg="mod">
          <ac:chgData name="Ms Alina Arshad" userId="cccdfd85-d35d-4453-9c6f-a463aae40722" providerId="ADAL" clId="{97C00DA4-6F9F-4A83-996B-9231DC603249}" dt="2024-10-27T07:53:39.288" v="463" actId="1076"/>
          <ac:spMkLst>
            <pc:docMk/>
            <pc:sldMk cId="0" sldId="270"/>
            <ac:spMk id="2" creationId="{00000000-0000-0000-0000-000000000000}"/>
          </ac:spMkLst>
        </pc:spChg>
        <pc:picChg chg="mod">
          <ac:chgData name="Ms Alina Arshad" userId="cccdfd85-d35d-4453-9c6f-a463aae40722" providerId="ADAL" clId="{97C00DA4-6F9F-4A83-996B-9231DC603249}" dt="2024-10-27T07:53:42.852" v="464" actId="1076"/>
          <ac:picMkLst>
            <pc:docMk/>
            <pc:sldMk cId="0" sldId="270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97C00DA4-6F9F-4A83-996B-9231DC603249}" dt="2024-10-27T08:10:46.991" v="840" actId="47"/>
        <pc:sldMkLst>
          <pc:docMk/>
          <pc:sldMk cId="0" sldId="271"/>
        </pc:sldMkLst>
        <pc:spChg chg="mod">
          <ac:chgData name="Ms Alina Arshad" userId="cccdfd85-d35d-4453-9c6f-a463aae40722" providerId="ADAL" clId="{97C00DA4-6F9F-4A83-996B-9231DC603249}" dt="2024-10-27T07:54:14.983" v="474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7:55:05.642" v="498" actId="20577"/>
          <ac:spMkLst>
            <pc:docMk/>
            <pc:sldMk cId="0" sldId="271"/>
            <ac:spMk id="3" creationId="{00000000-0000-0000-0000-000000000000}"/>
          </ac:spMkLst>
        </pc:spChg>
        <pc:graphicFrameChg chg="mod">
          <ac:chgData name="Ms Alina Arshad" userId="cccdfd85-d35d-4453-9c6f-a463aae40722" providerId="ADAL" clId="{97C00DA4-6F9F-4A83-996B-9231DC603249}" dt="2024-10-27T07:55:12.562" v="499" actId="1076"/>
          <ac:graphicFrameMkLst>
            <pc:docMk/>
            <pc:sldMk cId="0" sldId="271"/>
            <ac:graphicFrameMk id="4" creationId="{00000000-0000-0000-0000-000000000000}"/>
          </ac:graphicFrameMkLst>
        </pc:graphicFrameChg>
      </pc:sldChg>
      <pc:sldChg chg="addSp delSp modSp add del mod">
        <pc:chgData name="Ms Alina Arshad" userId="cccdfd85-d35d-4453-9c6f-a463aae40722" providerId="ADAL" clId="{97C00DA4-6F9F-4A83-996B-9231DC603249}" dt="2024-10-27T08:11:11.584" v="842" actId="47"/>
        <pc:sldMkLst>
          <pc:docMk/>
          <pc:sldMk cId="0" sldId="272"/>
        </pc:sldMkLst>
        <pc:spChg chg="mod">
          <ac:chgData name="Ms Alina Arshad" userId="cccdfd85-d35d-4453-9c6f-a463aae40722" providerId="ADAL" clId="{97C00DA4-6F9F-4A83-996B-9231DC603249}" dt="2024-10-27T08:10:54.206" v="841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09:51.033" v="831" actId="1076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7C00DA4-6F9F-4A83-996B-9231DC603249}" dt="2024-10-27T07:58:55.462" v="604" actId="478"/>
          <ac:spMkLst>
            <pc:docMk/>
            <pc:sldMk cId="0" sldId="272"/>
            <ac:spMk id="4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10:15.368" v="839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7:57:52.123" v="532" actId="1076"/>
          <ac:spMkLst>
            <pc:docMk/>
            <pc:sldMk cId="0" sldId="272"/>
            <ac:spMk id="6" creationId="{00000000-0000-0000-0000-000000000000}"/>
          </ac:spMkLst>
        </pc:spChg>
        <pc:spChg chg="add del mod">
          <ac:chgData name="Ms Alina Arshad" userId="cccdfd85-d35d-4453-9c6f-a463aae40722" providerId="ADAL" clId="{97C00DA4-6F9F-4A83-996B-9231DC603249}" dt="2024-10-27T07:58:52.166" v="602" actId="478"/>
          <ac:spMkLst>
            <pc:docMk/>
            <pc:sldMk cId="0" sldId="272"/>
            <ac:spMk id="10" creationId="{74B6F859-132A-3ED2-38D6-4D95067E86CB}"/>
          </ac:spMkLst>
        </pc:spChg>
        <pc:graphicFrameChg chg="mod modGraphic">
          <ac:chgData name="Ms Alina Arshad" userId="cccdfd85-d35d-4453-9c6f-a463aae40722" providerId="ADAL" clId="{97C00DA4-6F9F-4A83-996B-9231DC603249}" dt="2024-10-27T07:59:03.100" v="608" actId="20577"/>
          <ac:graphicFrameMkLst>
            <pc:docMk/>
            <pc:sldMk cId="0" sldId="272"/>
            <ac:graphicFrameMk id="7" creationId="{00000000-0000-0000-0000-000000000000}"/>
          </ac:graphicFrameMkLst>
        </pc:graphicFrameChg>
        <pc:graphicFrameChg chg="mod">
          <ac:chgData name="Ms Alina Arshad" userId="cccdfd85-d35d-4453-9c6f-a463aae40722" providerId="ADAL" clId="{97C00DA4-6F9F-4A83-996B-9231DC603249}" dt="2024-10-27T07:57:14.728" v="524" actId="1035"/>
          <ac:graphicFrameMkLst>
            <pc:docMk/>
            <pc:sldMk cId="0" sldId="272"/>
            <ac:graphicFrameMk id="8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97C00DA4-6F9F-4A83-996B-9231DC603249}" dt="2024-10-27T07:59:09.142" v="612" actId="20577"/>
          <ac:graphicFrameMkLst>
            <pc:docMk/>
            <pc:sldMk cId="0" sldId="272"/>
            <ac:graphicFrameMk id="9" creationId="{00000000-0000-0000-0000-000000000000}"/>
          </ac:graphicFrameMkLst>
        </pc:graphicFrameChg>
      </pc:sldChg>
      <pc:sldChg chg="addSp delSp modSp add mod">
        <pc:chgData name="Ms Alina Arshad" userId="cccdfd85-d35d-4453-9c6f-a463aae40722" providerId="ADAL" clId="{97C00DA4-6F9F-4A83-996B-9231DC603249}" dt="2024-10-27T08:25:22.131" v="1072" actId="14734"/>
        <pc:sldMkLst>
          <pc:docMk/>
          <pc:sldMk cId="0" sldId="273"/>
        </pc:sldMkLst>
        <pc:spChg chg="mod">
          <ac:chgData name="Ms Alina Arshad" userId="cccdfd85-d35d-4453-9c6f-a463aae40722" providerId="ADAL" clId="{97C00DA4-6F9F-4A83-996B-9231DC603249}" dt="2024-10-27T07:59:23.410" v="616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17:55.112" v="903" actId="20577"/>
          <ac:spMkLst>
            <pc:docMk/>
            <pc:sldMk cId="0" sldId="273"/>
            <ac:spMk id="3" creationId="{00000000-0000-0000-0000-000000000000}"/>
          </ac:spMkLst>
        </pc:spChg>
        <pc:graphicFrameChg chg="del mod">
          <ac:chgData name="Ms Alina Arshad" userId="cccdfd85-d35d-4453-9c6f-a463aae40722" providerId="ADAL" clId="{97C00DA4-6F9F-4A83-996B-9231DC603249}" dt="2024-10-27T08:16:27.016" v="846" actId="478"/>
          <ac:graphicFrameMkLst>
            <pc:docMk/>
            <pc:sldMk cId="0" sldId="273"/>
            <ac:graphicFrameMk id="4" creationId="{00000000-0000-0000-0000-000000000000}"/>
          </ac:graphicFrameMkLst>
        </pc:graphicFrameChg>
        <pc:graphicFrameChg chg="del mod">
          <ac:chgData name="Ms Alina Arshad" userId="cccdfd85-d35d-4453-9c6f-a463aae40722" providerId="ADAL" clId="{97C00DA4-6F9F-4A83-996B-9231DC603249}" dt="2024-10-27T08:17:02.963" v="855" actId="478"/>
          <ac:graphicFrameMkLst>
            <pc:docMk/>
            <pc:sldMk cId="0" sldId="273"/>
            <ac:graphicFrameMk id="5" creationId="{00000000-0000-0000-0000-000000000000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25:22.131" v="1072" actId="14734"/>
          <ac:graphicFrameMkLst>
            <pc:docMk/>
            <pc:sldMk cId="0" sldId="273"/>
            <ac:graphicFrameMk id="6" creationId="{3F94A247-9881-D3B6-1F83-7ED762E874E4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25:16.689" v="1070" actId="1035"/>
          <ac:graphicFrameMkLst>
            <pc:docMk/>
            <pc:sldMk cId="0" sldId="273"/>
            <ac:graphicFrameMk id="7" creationId="{D1BFF31B-AD25-4E4A-3907-D8D14C30C27F}"/>
          </ac:graphicFrameMkLst>
        </pc:graphicFrameChg>
      </pc:sldChg>
      <pc:sldChg chg="addSp delSp modSp add mod">
        <pc:chgData name="Ms Alina Arshad" userId="cccdfd85-d35d-4453-9c6f-a463aae40722" providerId="ADAL" clId="{97C00DA4-6F9F-4A83-996B-9231DC603249}" dt="2024-10-27T08:19:20.685" v="949" actId="403"/>
        <pc:sldMkLst>
          <pc:docMk/>
          <pc:sldMk cId="0" sldId="274"/>
        </pc:sldMkLst>
        <pc:spChg chg="mod">
          <ac:chgData name="Ms Alina Arshad" userId="cccdfd85-d35d-4453-9c6f-a463aae40722" providerId="ADAL" clId="{97C00DA4-6F9F-4A83-996B-9231DC603249}" dt="2024-10-27T08:03:33.580" v="724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18:52.654" v="942" actId="404"/>
          <ac:spMkLst>
            <pc:docMk/>
            <pc:sldMk cId="0" sldId="274"/>
            <ac:spMk id="3" creationId="{00000000-0000-0000-0000-000000000000}"/>
          </ac:spMkLst>
        </pc:spChg>
        <pc:graphicFrameChg chg="del mod">
          <ac:chgData name="Ms Alina Arshad" userId="cccdfd85-d35d-4453-9c6f-a463aae40722" providerId="ADAL" clId="{97C00DA4-6F9F-4A83-996B-9231DC603249}" dt="2024-10-27T08:18:56.192" v="943" actId="478"/>
          <ac:graphicFrameMkLst>
            <pc:docMk/>
            <pc:sldMk cId="0" sldId="274"/>
            <ac:graphicFrameMk id="4" creationId="{00000000-0000-0000-0000-000000000000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19:20.685" v="949" actId="403"/>
          <ac:graphicFrameMkLst>
            <pc:docMk/>
            <pc:sldMk cId="0" sldId="274"/>
            <ac:graphicFrameMk id="5" creationId="{8E060F4D-C4DA-6DEE-7C30-B0D6DC946F42}"/>
          </ac:graphicFrameMkLst>
        </pc:graphicFrameChg>
      </pc:sldChg>
      <pc:sldChg chg="addSp delSp modSp add mod">
        <pc:chgData name="Ms Alina Arshad" userId="cccdfd85-d35d-4453-9c6f-a463aae40722" providerId="ADAL" clId="{97C00DA4-6F9F-4A83-996B-9231DC603249}" dt="2024-10-27T08:21:49.303" v="1023" actId="404"/>
        <pc:sldMkLst>
          <pc:docMk/>
          <pc:sldMk cId="0" sldId="275"/>
        </pc:sldMkLst>
        <pc:spChg chg="mod">
          <ac:chgData name="Ms Alina Arshad" userId="cccdfd85-d35d-4453-9c6f-a463aae40722" providerId="ADAL" clId="{97C00DA4-6F9F-4A83-996B-9231DC603249}" dt="2024-10-27T08:03:47.874" v="728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21:49.303" v="1023" actId="404"/>
          <ac:spMkLst>
            <pc:docMk/>
            <pc:sldMk cId="0" sldId="275"/>
            <ac:spMk id="3" creationId="{00000000-0000-0000-0000-000000000000}"/>
          </ac:spMkLst>
        </pc:spChg>
        <pc:spChg chg="add mod">
          <ac:chgData name="Ms Alina Arshad" userId="cccdfd85-d35d-4453-9c6f-a463aae40722" providerId="ADAL" clId="{97C00DA4-6F9F-4A83-996B-9231DC603249}" dt="2024-10-27T08:21:02.773" v="1006" actId="1076"/>
          <ac:spMkLst>
            <pc:docMk/>
            <pc:sldMk cId="0" sldId="275"/>
            <ac:spMk id="6" creationId="{713C8B94-B5C0-7BEA-3685-693A306D370B}"/>
          </ac:spMkLst>
        </pc:spChg>
        <pc:graphicFrameChg chg="del mod">
          <ac:chgData name="Ms Alina Arshad" userId="cccdfd85-d35d-4453-9c6f-a463aae40722" providerId="ADAL" clId="{97C00DA4-6F9F-4A83-996B-9231DC603249}" dt="2024-10-27T08:19:58.051" v="996" actId="478"/>
          <ac:graphicFrameMkLst>
            <pc:docMk/>
            <pc:sldMk cId="0" sldId="275"/>
            <ac:graphicFrameMk id="4" creationId="{00000000-0000-0000-0000-000000000000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21:32.407" v="1015" actId="1076"/>
          <ac:graphicFrameMkLst>
            <pc:docMk/>
            <pc:sldMk cId="0" sldId="275"/>
            <ac:graphicFrameMk id="9" creationId="{B1588C83-E0E2-C22B-35B1-DBC5084FCD84}"/>
          </ac:graphicFrameMkLst>
        </pc:graphicFrameChg>
        <pc:picChg chg="add del">
          <ac:chgData name="Ms Alina Arshad" userId="cccdfd85-d35d-4453-9c6f-a463aae40722" providerId="ADAL" clId="{97C00DA4-6F9F-4A83-996B-9231DC603249}" dt="2024-10-27T08:20:27.935" v="998" actId="478"/>
          <ac:picMkLst>
            <pc:docMk/>
            <pc:sldMk cId="0" sldId="275"/>
            <ac:picMk id="8" creationId="{E67861F9-A20F-B866-9C85-F3E868AE3E5D}"/>
          </ac:picMkLst>
        </pc:picChg>
      </pc:sldChg>
      <pc:sldChg chg="addSp delSp modSp add mod">
        <pc:chgData name="Ms Alina Arshad" userId="cccdfd85-d35d-4453-9c6f-a463aae40722" providerId="ADAL" clId="{97C00DA4-6F9F-4A83-996B-9231DC603249}" dt="2024-10-27T08:52:01.706" v="1109" actId="1076"/>
        <pc:sldMkLst>
          <pc:docMk/>
          <pc:sldMk cId="0" sldId="276"/>
        </pc:sldMkLst>
        <pc:spChg chg="mod">
          <ac:chgData name="Ms Alina Arshad" userId="cccdfd85-d35d-4453-9c6f-a463aae40722" providerId="ADAL" clId="{97C00DA4-6F9F-4A83-996B-9231DC603249}" dt="2024-10-27T08:06:50.487" v="774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8:22:22.890" v="1068" actId="20577"/>
          <ac:spMkLst>
            <pc:docMk/>
            <pc:sldMk cId="0" sldId="276"/>
            <ac:spMk id="3" creationId="{00000000-0000-0000-0000-000000000000}"/>
          </ac:spMkLst>
        </pc:spChg>
        <pc:graphicFrameChg chg="del mod">
          <ac:chgData name="Ms Alina Arshad" userId="cccdfd85-d35d-4453-9c6f-a463aae40722" providerId="ADAL" clId="{97C00DA4-6F9F-4A83-996B-9231DC603249}" dt="2024-10-27T08:22:03.502" v="1024" actId="478"/>
          <ac:graphicFrameMkLst>
            <pc:docMk/>
            <pc:sldMk cId="0" sldId="276"/>
            <ac:graphicFrameMk id="4" creationId="{00000000-0000-0000-0000-000000000000}"/>
          </ac:graphicFrameMkLst>
        </pc:graphicFrameChg>
        <pc:graphicFrameChg chg="add mod modGraphic">
          <ac:chgData name="Ms Alina Arshad" userId="cccdfd85-d35d-4453-9c6f-a463aae40722" providerId="ADAL" clId="{97C00DA4-6F9F-4A83-996B-9231DC603249}" dt="2024-10-27T08:52:01.706" v="1109" actId="1076"/>
          <ac:graphicFrameMkLst>
            <pc:docMk/>
            <pc:sldMk cId="0" sldId="276"/>
            <ac:graphicFrameMk id="5" creationId="{6075FC9C-793E-D69E-F7A7-0BE4DED28A8B}"/>
          </ac:graphicFrameMkLst>
        </pc:graphicFrameChg>
      </pc:sldChg>
      <pc:sldChg chg="modSp mod">
        <pc:chgData name="Ms Alina Arshad" userId="cccdfd85-d35d-4453-9c6f-a463aae40722" providerId="ADAL" clId="{97C00DA4-6F9F-4A83-996B-9231DC603249}" dt="2024-10-26T15:12:09.890" v="17" actId="20577"/>
        <pc:sldMkLst>
          <pc:docMk/>
          <pc:sldMk cId="0" sldId="296"/>
        </pc:sldMkLst>
        <pc:spChg chg="mod">
          <ac:chgData name="Ms Alina Arshad" userId="cccdfd85-d35d-4453-9c6f-a463aae40722" providerId="ADAL" clId="{97C00DA4-6F9F-4A83-996B-9231DC603249}" dt="2024-10-26T15:12:09.890" v="17" actId="20577"/>
          <ac:spMkLst>
            <pc:docMk/>
            <pc:sldMk cId="0" sldId="296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97C00DA4-6F9F-4A83-996B-9231DC603249}" dt="2024-10-26T15:26:02.084" v="24" actId="1076"/>
        <pc:sldMkLst>
          <pc:docMk/>
          <pc:sldMk cId="0" sldId="298"/>
        </pc:sldMkLst>
        <pc:picChg chg="mod">
          <ac:chgData name="Ms Alina Arshad" userId="cccdfd85-d35d-4453-9c6f-a463aae40722" providerId="ADAL" clId="{97C00DA4-6F9F-4A83-996B-9231DC603249}" dt="2024-10-26T15:26:02.084" v="24" actId="1076"/>
          <ac:picMkLst>
            <pc:docMk/>
            <pc:sldMk cId="0" sldId="298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97C00DA4-6F9F-4A83-996B-9231DC603249}" dt="2024-10-26T15:27:29.296" v="26" actId="1076"/>
        <pc:sldMkLst>
          <pc:docMk/>
          <pc:sldMk cId="0" sldId="299"/>
        </pc:sldMkLst>
        <pc:picChg chg="mod">
          <ac:chgData name="Ms Alina Arshad" userId="cccdfd85-d35d-4453-9c6f-a463aae40722" providerId="ADAL" clId="{97C00DA4-6F9F-4A83-996B-9231DC603249}" dt="2024-10-26T15:27:29.296" v="26" actId="1076"/>
          <ac:picMkLst>
            <pc:docMk/>
            <pc:sldMk cId="0" sldId="299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97C00DA4-6F9F-4A83-996B-9231DC603249}" dt="2024-10-26T15:28:01.864" v="30" actId="20577"/>
        <pc:sldMkLst>
          <pc:docMk/>
          <pc:sldMk cId="0" sldId="300"/>
        </pc:sldMkLst>
        <pc:spChg chg="mod">
          <ac:chgData name="Ms Alina Arshad" userId="cccdfd85-d35d-4453-9c6f-a463aae40722" providerId="ADAL" clId="{97C00DA4-6F9F-4A83-996B-9231DC603249}" dt="2024-10-26T15:28:01.864" v="30" actId="20577"/>
          <ac:spMkLst>
            <pc:docMk/>
            <pc:sldMk cId="0" sldId="30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97C00DA4-6F9F-4A83-996B-9231DC603249}" dt="2024-10-27T06:15:14.898" v="47" actId="20577"/>
        <pc:sldMkLst>
          <pc:docMk/>
          <pc:sldMk cId="0" sldId="301"/>
        </pc:sldMkLst>
        <pc:spChg chg="mod">
          <ac:chgData name="Ms Alina Arshad" userId="cccdfd85-d35d-4453-9c6f-a463aae40722" providerId="ADAL" clId="{97C00DA4-6F9F-4A83-996B-9231DC603249}" dt="2024-10-27T06:14:16.589" v="41" actId="15"/>
          <ac:spMkLst>
            <pc:docMk/>
            <pc:sldMk cId="0" sldId="301"/>
            <ac:spMk id="3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6:15:05.031" v="45" actId="1076"/>
          <ac:spMkLst>
            <pc:docMk/>
            <pc:sldMk cId="0" sldId="301"/>
            <ac:spMk id="5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6:15:14.898" v="47" actId="20577"/>
          <ac:spMkLst>
            <pc:docMk/>
            <pc:sldMk cId="0" sldId="301"/>
            <ac:spMk id="6" creationId="{00000000-0000-0000-0000-000000000000}"/>
          </ac:spMkLst>
        </pc:spChg>
      </pc:sldChg>
      <pc:sldChg chg="modSp mod">
        <pc:chgData name="Ms Alina Arshad" userId="cccdfd85-d35d-4453-9c6f-a463aae40722" providerId="ADAL" clId="{97C00DA4-6F9F-4A83-996B-9231DC603249}" dt="2024-10-27T06:21:20.833" v="93" actId="1076"/>
        <pc:sldMkLst>
          <pc:docMk/>
          <pc:sldMk cId="0" sldId="302"/>
        </pc:sldMkLst>
        <pc:spChg chg="mod">
          <ac:chgData name="Ms Alina Arshad" userId="cccdfd85-d35d-4453-9c6f-a463aae40722" providerId="ADAL" clId="{97C00DA4-6F9F-4A83-996B-9231DC603249}" dt="2024-10-26T15:06:17.962" v="0" actId="207"/>
          <ac:spMkLst>
            <pc:docMk/>
            <pc:sldMk cId="0" sldId="302"/>
            <ac:spMk id="2" creationId="{00000000-0000-0000-0000-000000000000}"/>
          </ac:spMkLst>
        </pc:spChg>
        <pc:spChg chg="mod">
          <ac:chgData name="Ms Alina Arshad" userId="cccdfd85-d35d-4453-9c6f-a463aae40722" providerId="ADAL" clId="{97C00DA4-6F9F-4A83-996B-9231DC603249}" dt="2024-10-27T06:21:18.516" v="92" actId="1076"/>
          <ac:spMkLst>
            <pc:docMk/>
            <pc:sldMk cId="0" sldId="302"/>
            <ac:spMk id="4" creationId="{00000000-0000-0000-0000-000000000000}"/>
          </ac:spMkLst>
        </pc:spChg>
        <pc:picChg chg="mod">
          <ac:chgData name="Ms Alina Arshad" userId="cccdfd85-d35d-4453-9c6f-a463aae40722" providerId="ADAL" clId="{97C00DA4-6F9F-4A83-996B-9231DC603249}" dt="2024-10-27T06:21:20.833" v="93" actId="1076"/>
          <ac:picMkLst>
            <pc:docMk/>
            <pc:sldMk cId="0" sldId="302"/>
            <ac:picMk id="5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97C00DA4-6F9F-4A83-996B-9231DC603249}" dt="2024-10-27T06:30:36.762" v="226" actId="1076"/>
        <pc:sldMkLst>
          <pc:docMk/>
          <pc:sldMk cId="0" sldId="303"/>
        </pc:sldMkLst>
        <pc:spChg chg="mod">
          <ac:chgData name="Ms Alina Arshad" userId="cccdfd85-d35d-4453-9c6f-a463aae40722" providerId="ADAL" clId="{97C00DA4-6F9F-4A83-996B-9231DC603249}" dt="2024-10-27T06:23:22.027" v="111" actId="1076"/>
          <ac:spMkLst>
            <pc:docMk/>
            <pc:sldMk cId="0" sldId="303"/>
            <ac:spMk id="2" creationId="{00000000-0000-0000-0000-000000000000}"/>
          </ac:spMkLst>
        </pc:spChg>
        <pc:spChg chg="add mod">
          <ac:chgData name="Ms Alina Arshad" userId="cccdfd85-d35d-4453-9c6f-a463aae40722" providerId="ADAL" clId="{97C00DA4-6F9F-4A83-996B-9231DC603249}" dt="2024-10-27T06:30:32.260" v="225" actId="20577"/>
          <ac:spMkLst>
            <pc:docMk/>
            <pc:sldMk cId="0" sldId="303"/>
            <ac:spMk id="5" creationId="{9EAA6047-566F-F0C4-6E24-9D8365AB072D}"/>
          </ac:spMkLst>
        </pc:spChg>
        <pc:spChg chg="mod">
          <ac:chgData name="Ms Alina Arshad" userId="cccdfd85-d35d-4453-9c6f-a463aae40722" providerId="ADAL" clId="{97C00DA4-6F9F-4A83-996B-9231DC603249}" dt="2024-10-27T06:25:36.583" v="139" actId="403"/>
          <ac:spMkLst>
            <pc:docMk/>
            <pc:sldMk cId="0" sldId="303"/>
            <ac:spMk id="7" creationId="{926D0ABD-DBD8-C385-0738-2D1D2A504C5F}"/>
          </ac:spMkLst>
        </pc:spChg>
        <pc:spChg chg="mod">
          <ac:chgData name="Ms Alina Arshad" userId="cccdfd85-d35d-4453-9c6f-a463aae40722" providerId="ADAL" clId="{97C00DA4-6F9F-4A83-996B-9231DC603249}" dt="2024-10-27T06:25:36.583" v="139" actId="403"/>
          <ac:spMkLst>
            <pc:docMk/>
            <pc:sldMk cId="0" sldId="303"/>
            <ac:spMk id="8" creationId="{3DF0535D-6101-3C22-1CB4-54A8F493378D}"/>
          </ac:spMkLst>
        </pc:spChg>
        <pc:spChg chg="mod">
          <ac:chgData name="Ms Alina Arshad" userId="cccdfd85-d35d-4453-9c6f-a463aae40722" providerId="ADAL" clId="{97C00DA4-6F9F-4A83-996B-9231DC603249}" dt="2024-10-27T06:25:36.583" v="139" actId="403"/>
          <ac:spMkLst>
            <pc:docMk/>
            <pc:sldMk cId="0" sldId="303"/>
            <ac:spMk id="9" creationId="{270A7995-B682-1031-3FA4-8993901D3F19}"/>
          </ac:spMkLst>
        </pc:spChg>
        <pc:spChg chg="mod">
          <ac:chgData name="Ms Alina Arshad" userId="cccdfd85-d35d-4453-9c6f-a463aae40722" providerId="ADAL" clId="{97C00DA4-6F9F-4A83-996B-9231DC603249}" dt="2024-10-27T06:25:36.583" v="139" actId="403"/>
          <ac:spMkLst>
            <pc:docMk/>
            <pc:sldMk cId="0" sldId="303"/>
            <ac:spMk id="10" creationId="{05DA20AF-A5A1-9A38-A654-C56CC5BB5D2D}"/>
          </ac:spMkLst>
        </pc:spChg>
        <pc:spChg chg="mod">
          <ac:chgData name="Ms Alina Arshad" userId="cccdfd85-d35d-4453-9c6f-a463aae40722" providerId="ADAL" clId="{97C00DA4-6F9F-4A83-996B-9231DC603249}" dt="2024-10-27T06:29:57.190" v="161"/>
          <ac:spMkLst>
            <pc:docMk/>
            <pc:sldMk cId="0" sldId="303"/>
            <ac:spMk id="12" creationId="{B4DB3521-FA6A-AEE0-287E-0F1236B2FB16}"/>
          </ac:spMkLst>
        </pc:spChg>
        <pc:spChg chg="mod">
          <ac:chgData name="Ms Alina Arshad" userId="cccdfd85-d35d-4453-9c6f-a463aae40722" providerId="ADAL" clId="{97C00DA4-6F9F-4A83-996B-9231DC603249}" dt="2024-10-27T06:29:57.190" v="161"/>
          <ac:spMkLst>
            <pc:docMk/>
            <pc:sldMk cId="0" sldId="303"/>
            <ac:spMk id="13" creationId="{416696B5-61DD-A7C1-B234-80C2B2A3C710}"/>
          </ac:spMkLst>
        </pc:spChg>
        <pc:spChg chg="mod">
          <ac:chgData name="Ms Alina Arshad" userId="cccdfd85-d35d-4453-9c6f-a463aae40722" providerId="ADAL" clId="{97C00DA4-6F9F-4A83-996B-9231DC603249}" dt="2024-10-27T06:29:57.190" v="161"/>
          <ac:spMkLst>
            <pc:docMk/>
            <pc:sldMk cId="0" sldId="303"/>
            <ac:spMk id="14" creationId="{850CB375-F02B-DA3A-CEB8-4255E5E6BBEB}"/>
          </ac:spMkLst>
        </pc:spChg>
        <pc:spChg chg="mod">
          <ac:chgData name="Ms Alina Arshad" userId="cccdfd85-d35d-4453-9c6f-a463aae40722" providerId="ADAL" clId="{97C00DA4-6F9F-4A83-996B-9231DC603249}" dt="2024-10-27T06:29:57.190" v="161"/>
          <ac:spMkLst>
            <pc:docMk/>
            <pc:sldMk cId="0" sldId="303"/>
            <ac:spMk id="15" creationId="{A427F5B0-0D94-41F9-2A3A-22C62CCECA3C}"/>
          </ac:spMkLst>
        </pc:spChg>
        <pc:grpChg chg="add mod">
          <ac:chgData name="Ms Alina Arshad" userId="cccdfd85-d35d-4453-9c6f-a463aae40722" providerId="ADAL" clId="{97C00DA4-6F9F-4A83-996B-9231DC603249}" dt="2024-10-27T06:25:44.053" v="143" actId="1035"/>
          <ac:grpSpMkLst>
            <pc:docMk/>
            <pc:sldMk cId="0" sldId="303"/>
            <ac:grpSpMk id="6" creationId="{C2272210-1D68-775F-E339-FBEB84798FD1}"/>
          </ac:grpSpMkLst>
        </pc:grpChg>
        <pc:grpChg chg="add mod">
          <ac:chgData name="Ms Alina Arshad" userId="cccdfd85-d35d-4453-9c6f-a463aae40722" providerId="ADAL" clId="{97C00DA4-6F9F-4A83-996B-9231DC603249}" dt="2024-10-27T06:30:36.762" v="226" actId="1076"/>
          <ac:grpSpMkLst>
            <pc:docMk/>
            <pc:sldMk cId="0" sldId="303"/>
            <ac:grpSpMk id="11" creationId="{213D3766-05C3-27C3-B840-125397C364CA}"/>
          </ac:grpSpMkLst>
        </pc:grpChg>
        <pc:picChg chg="del mod">
          <ac:chgData name="Ms Alina Arshad" userId="cccdfd85-d35d-4453-9c6f-a463aae40722" providerId="ADAL" clId="{97C00DA4-6F9F-4A83-996B-9231DC603249}" dt="2024-10-27T06:22:29.764" v="99" actId="478"/>
          <ac:picMkLst>
            <pc:docMk/>
            <pc:sldMk cId="0" sldId="303"/>
            <ac:picMk id="3" creationId="{00000000-0000-0000-0000-000000000000}"/>
          </ac:picMkLst>
        </pc:picChg>
        <pc:picChg chg="del mod">
          <ac:chgData name="Ms Alina Arshad" userId="cccdfd85-d35d-4453-9c6f-a463aae40722" providerId="ADAL" clId="{97C00DA4-6F9F-4A83-996B-9231DC603249}" dt="2024-10-27T06:23:01.338" v="106" actId="21"/>
          <ac:picMkLst>
            <pc:docMk/>
            <pc:sldMk cId="0" sldId="303"/>
            <ac:picMk id="4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97C00DA4-6F9F-4A83-996B-9231DC603249}" dt="2024-10-27T06:42:37.429" v="437" actId="1076"/>
        <pc:sldMkLst>
          <pc:docMk/>
          <pc:sldMk cId="0" sldId="304"/>
        </pc:sldMkLst>
        <pc:spChg chg="add del mod">
          <ac:chgData name="Ms Alina Arshad" userId="cccdfd85-d35d-4453-9c6f-a463aae40722" providerId="ADAL" clId="{97C00DA4-6F9F-4A83-996B-9231DC603249}" dt="2024-10-27T06:42:27.765" v="434" actId="478"/>
          <ac:spMkLst>
            <pc:docMk/>
            <pc:sldMk cId="0" sldId="304"/>
            <ac:spMk id="6" creationId="{5A22581C-8E95-EB68-E8DB-562757DF2CF5}"/>
          </ac:spMkLst>
        </pc:spChg>
        <pc:picChg chg="del mod">
          <ac:chgData name="Ms Alina Arshad" userId="cccdfd85-d35d-4453-9c6f-a463aae40722" providerId="ADAL" clId="{97C00DA4-6F9F-4A83-996B-9231DC603249}" dt="2024-10-27T06:41:46.745" v="430" actId="478"/>
          <ac:picMkLst>
            <pc:docMk/>
            <pc:sldMk cId="0" sldId="304"/>
            <ac:picMk id="2" creationId="{00000000-0000-0000-0000-000000000000}"/>
          </ac:picMkLst>
        </pc:picChg>
        <pc:picChg chg="mod">
          <ac:chgData name="Ms Alina Arshad" userId="cccdfd85-d35d-4453-9c6f-a463aae40722" providerId="ADAL" clId="{97C00DA4-6F9F-4A83-996B-9231DC603249}" dt="2024-10-27T06:42:37.429" v="437" actId="1076"/>
          <ac:picMkLst>
            <pc:docMk/>
            <pc:sldMk cId="0" sldId="304"/>
            <ac:picMk id="3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97C00DA4-6F9F-4A83-996B-9231DC603249}" dt="2024-10-27T06:43:24.281" v="443" actId="1076"/>
        <pc:sldMkLst>
          <pc:docMk/>
          <pc:sldMk cId="0" sldId="305"/>
        </pc:sldMkLst>
        <pc:picChg chg="del mod">
          <ac:chgData name="Ms Alina Arshad" userId="cccdfd85-d35d-4453-9c6f-a463aae40722" providerId="ADAL" clId="{97C00DA4-6F9F-4A83-996B-9231DC603249}" dt="2024-10-27T06:42:45.346" v="438" actId="478"/>
          <ac:picMkLst>
            <pc:docMk/>
            <pc:sldMk cId="0" sldId="305"/>
            <ac:picMk id="2" creationId="{00000000-0000-0000-0000-000000000000}"/>
          </ac:picMkLst>
        </pc:picChg>
        <pc:picChg chg="add mod">
          <ac:chgData name="Ms Alina Arshad" userId="cccdfd85-d35d-4453-9c6f-a463aae40722" providerId="ADAL" clId="{97C00DA4-6F9F-4A83-996B-9231DC603249}" dt="2024-10-27T06:43:24.281" v="443" actId="1076"/>
          <ac:picMkLst>
            <pc:docMk/>
            <pc:sldMk cId="0" sldId="305"/>
            <ac:picMk id="5" creationId="{2EFB6592-6AB2-4FD2-31F1-B8C52261B3E4}"/>
          </ac:picMkLst>
        </pc:picChg>
      </pc:sldChg>
      <pc:sldChg chg="addSp delSp modSp mod">
        <pc:chgData name="Ms Alina Arshad" userId="cccdfd85-d35d-4453-9c6f-a463aae40722" providerId="ADAL" clId="{97C00DA4-6F9F-4A83-996B-9231DC603249}" dt="2024-10-27T08:51:54.411" v="1107" actId="22"/>
        <pc:sldMkLst>
          <pc:docMk/>
          <pc:sldMk cId="0" sldId="306"/>
        </pc:sldMkLst>
        <pc:spChg chg="add del mod">
          <ac:chgData name="Ms Alina Arshad" userId="cccdfd85-d35d-4453-9c6f-a463aae40722" providerId="ADAL" clId="{97C00DA4-6F9F-4A83-996B-9231DC603249}" dt="2024-10-27T08:51:54.411" v="1107" actId="22"/>
          <ac:spMkLst>
            <pc:docMk/>
            <pc:sldMk cId="0" sldId="306"/>
            <ac:spMk id="5" creationId="{7518D3C0-14BC-18BD-0014-B0B12CC414C3}"/>
          </ac:spMkLst>
        </pc:spChg>
        <pc:picChg chg="add del mod">
          <ac:chgData name="Ms Alina Arshad" userId="cccdfd85-d35d-4453-9c6f-a463aae40722" providerId="ADAL" clId="{97C00DA4-6F9F-4A83-996B-9231DC603249}" dt="2024-10-27T08:51:54.085" v="1106" actId="478"/>
          <ac:picMkLst>
            <pc:docMk/>
            <pc:sldMk cId="0" sldId="306"/>
            <ac:picMk id="2" creationId="{00000000-0000-0000-0000-000000000000}"/>
          </ac:picMkLst>
        </pc:picChg>
      </pc:sldChg>
      <pc:sldChg chg="addSp modSp new del mod">
        <pc:chgData name="Ms Alina Arshad" userId="cccdfd85-d35d-4453-9c6f-a463aae40722" providerId="ADAL" clId="{97C00DA4-6F9F-4A83-996B-9231DC603249}" dt="2024-10-26T15:24:18.366" v="22" actId="47"/>
        <pc:sldMkLst>
          <pc:docMk/>
          <pc:sldMk cId="1966936070" sldId="308"/>
        </pc:sldMkLst>
        <pc:picChg chg="add mod">
          <ac:chgData name="Ms Alina Arshad" userId="cccdfd85-d35d-4453-9c6f-a463aae40722" providerId="ADAL" clId="{97C00DA4-6F9F-4A83-996B-9231DC603249}" dt="2024-10-26T15:24:03.427" v="21" actId="1076"/>
          <ac:picMkLst>
            <pc:docMk/>
            <pc:sldMk cId="1966936070" sldId="308"/>
            <ac:picMk id="3" creationId="{D7C8895E-FDC5-0B9D-DC7D-F27ECC390578}"/>
          </ac:picMkLst>
        </pc:picChg>
      </pc:sldChg>
      <pc:sldChg chg="addSp delSp modSp new mod">
        <pc:chgData name="Ms Alina Arshad" userId="cccdfd85-d35d-4453-9c6f-a463aae40722" providerId="ADAL" clId="{97C00DA4-6F9F-4A83-996B-9231DC603249}" dt="2024-10-27T06:46:36.311" v="456" actId="20577"/>
        <pc:sldMkLst>
          <pc:docMk/>
          <pc:sldMk cId="2062406901" sldId="308"/>
        </pc:sldMkLst>
        <pc:spChg chg="del">
          <ac:chgData name="Ms Alina Arshad" userId="cccdfd85-d35d-4453-9c6f-a463aae40722" providerId="ADAL" clId="{97C00DA4-6F9F-4A83-996B-9231DC603249}" dt="2024-10-27T06:31:42.586" v="227"/>
          <ac:spMkLst>
            <pc:docMk/>
            <pc:sldMk cId="2062406901" sldId="308"/>
            <ac:spMk id="2" creationId="{64261432-9DDF-B333-EAC9-1EBB965E0C5E}"/>
          </ac:spMkLst>
        </pc:spChg>
        <pc:spChg chg="del">
          <ac:chgData name="Ms Alina Arshad" userId="cccdfd85-d35d-4453-9c6f-a463aae40722" providerId="ADAL" clId="{97C00DA4-6F9F-4A83-996B-9231DC603249}" dt="2024-10-27T06:23:03.466" v="107"/>
          <ac:spMkLst>
            <pc:docMk/>
            <pc:sldMk cId="2062406901" sldId="308"/>
            <ac:spMk id="3" creationId="{4EF1AC37-7D33-E4D6-CE9A-5A3DFA3EB437}"/>
          </ac:spMkLst>
        </pc:spChg>
        <pc:spChg chg="add mod">
          <ac:chgData name="Ms Alina Arshad" userId="cccdfd85-d35d-4453-9c6f-a463aae40722" providerId="ADAL" clId="{97C00DA4-6F9F-4A83-996B-9231DC603249}" dt="2024-10-27T06:35:47.371" v="383" actId="1076"/>
          <ac:spMkLst>
            <pc:docMk/>
            <pc:sldMk cId="2062406901" sldId="308"/>
            <ac:spMk id="5" creationId="{2D74D770-D1C9-A90F-10FC-069A347C9C02}"/>
          </ac:spMkLst>
        </pc:spChg>
        <pc:spChg chg="add del mod">
          <ac:chgData name="Ms Alina Arshad" userId="cccdfd85-d35d-4453-9c6f-a463aae40722" providerId="ADAL" clId="{97C00DA4-6F9F-4A83-996B-9231DC603249}" dt="2024-10-27T06:31:47.838" v="229" actId="478"/>
          <ac:spMkLst>
            <pc:docMk/>
            <pc:sldMk cId="2062406901" sldId="308"/>
            <ac:spMk id="7" creationId="{E6D6E38C-7E2F-C9A3-A489-CB9F5D795CE3}"/>
          </ac:spMkLst>
        </pc:spChg>
        <pc:spChg chg="add mod">
          <ac:chgData name="Ms Alina Arshad" userId="cccdfd85-d35d-4453-9c6f-a463aae40722" providerId="ADAL" clId="{97C00DA4-6F9F-4A83-996B-9231DC603249}" dt="2024-10-27T06:46:36.311" v="456" actId="20577"/>
          <ac:spMkLst>
            <pc:docMk/>
            <pc:sldMk cId="2062406901" sldId="308"/>
            <ac:spMk id="9" creationId="{ACF867DE-72BC-3B3C-2C82-ABDB8AF65617}"/>
          </ac:spMkLst>
        </pc:spChg>
        <pc:spChg chg="mod">
          <ac:chgData name="Ms Alina Arshad" userId="cccdfd85-d35d-4453-9c6f-a463aae40722" providerId="ADAL" clId="{97C00DA4-6F9F-4A83-996B-9231DC603249}" dt="2024-10-27T06:33:44.033" v="248"/>
          <ac:spMkLst>
            <pc:docMk/>
            <pc:sldMk cId="2062406901" sldId="308"/>
            <ac:spMk id="11" creationId="{CAAC6009-69FE-FFF3-B136-DFC201A94163}"/>
          </ac:spMkLst>
        </pc:spChg>
        <pc:spChg chg="mod">
          <ac:chgData name="Ms Alina Arshad" userId="cccdfd85-d35d-4453-9c6f-a463aae40722" providerId="ADAL" clId="{97C00DA4-6F9F-4A83-996B-9231DC603249}" dt="2024-10-27T06:33:44.033" v="248"/>
          <ac:spMkLst>
            <pc:docMk/>
            <pc:sldMk cId="2062406901" sldId="308"/>
            <ac:spMk id="12" creationId="{7776D532-35BE-7B63-BDAA-D00854698763}"/>
          </ac:spMkLst>
        </pc:spChg>
        <pc:spChg chg="mod">
          <ac:chgData name="Ms Alina Arshad" userId="cccdfd85-d35d-4453-9c6f-a463aae40722" providerId="ADAL" clId="{97C00DA4-6F9F-4A83-996B-9231DC603249}" dt="2024-10-27T06:33:44.033" v="248"/>
          <ac:spMkLst>
            <pc:docMk/>
            <pc:sldMk cId="2062406901" sldId="308"/>
            <ac:spMk id="13" creationId="{CCBEF00D-49AD-4ABD-B146-B09A82260318}"/>
          </ac:spMkLst>
        </pc:spChg>
        <pc:spChg chg="mod">
          <ac:chgData name="Ms Alina Arshad" userId="cccdfd85-d35d-4453-9c6f-a463aae40722" providerId="ADAL" clId="{97C00DA4-6F9F-4A83-996B-9231DC603249}" dt="2024-10-27T06:33:44.033" v="248"/>
          <ac:spMkLst>
            <pc:docMk/>
            <pc:sldMk cId="2062406901" sldId="308"/>
            <ac:spMk id="14" creationId="{1E96A49B-E40B-F56B-9B1D-A0CF113BA87C}"/>
          </ac:spMkLst>
        </pc:spChg>
        <pc:spChg chg="mod">
          <ac:chgData name="Ms Alina Arshad" userId="cccdfd85-d35d-4453-9c6f-a463aae40722" providerId="ADAL" clId="{97C00DA4-6F9F-4A83-996B-9231DC603249}" dt="2024-10-27T06:34:43.642" v="312"/>
          <ac:spMkLst>
            <pc:docMk/>
            <pc:sldMk cId="2062406901" sldId="308"/>
            <ac:spMk id="16" creationId="{5D715366-160E-50E5-E061-AB4F25C2BC01}"/>
          </ac:spMkLst>
        </pc:spChg>
        <pc:spChg chg="mod">
          <ac:chgData name="Ms Alina Arshad" userId="cccdfd85-d35d-4453-9c6f-a463aae40722" providerId="ADAL" clId="{97C00DA4-6F9F-4A83-996B-9231DC603249}" dt="2024-10-27T06:34:43.642" v="312"/>
          <ac:spMkLst>
            <pc:docMk/>
            <pc:sldMk cId="2062406901" sldId="308"/>
            <ac:spMk id="17" creationId="{DFC167DE-43F4-DF75-FED7-0A97828003A6}"/>
          </ac:spMkLst>
        </pc:spChg>
        <pc:spChg chg="mod">
          <ac:chgData name="Ms Alina Arshad" userId="cccdfd85-d35d-4453-9c6f-a463aae40722" providerId="ADAL" clId="{97C00DA4-6F9F-4A83-996B-9231DC603249}" dt="2024-10-27T06:34:43.642" v="312"/>
          <ac:spMkLst>
            <pc:docMk/>
            <pc:sldMk cId="2062406901" sldId="308"/>
            <ac:spMk id="18" creationId="{04E662E4-64AD-00C8-A2EC-1D2F1D99A0E1}"/>
          </ac:spMkLst>
        </pc:spChg>
        <pc:spChg chg="mod">
          <ac:chgData name="Ms Alina Arshad" userId="cccdfd85-d35d-4453-9c6f-a463aae40722" providerId="ADAL" clId="{97C00DA4-6F9F-4A83-996B-9231DC603249}" dt="2024-10-27T06:34:43.642" v="312"/>
          <ac:spMkLst>
            <pc:docMk/>
            <pc:sldMk cId="2062406901" sldId="308"/>
            <ac:spMk id="19" creationId="{C6FE551A-5D6A-5C9A-0488-036CA7C15C57}"/>
          </ac:spMkLst>
        </pc:spChg>
        <pc:grpChg chg="add mod">
          <ac:chgData name="Ms Alina Arshad" userId="cccdfd85-d35d-4453-9c6f-a463aae40722" providerId="ADAL" clId="{97C00DA4-6F9F-4A83-996B-9231DC603249}" dt="2024-10-27T06:35:52.005" v="384" actId="1076"/>
          <ac:grpSpMkLst>
            <pc:docMk/>
            <pc:sldMk cId="2062406901" sldId="308"/>
            <ac:grpSpMk id="10" creationId="{3B14EE75-0987-4199-2E7A-F7F7A89A7E02}"/>
          </ac:grpSpMkLst>
        </pc:grpChg>
        <pc:grpChg chg="add mod">
          <ac:chgData name="Ms Alina Arshad" userId="cccdfd85-d35d-4453-9c6f-a463aae40722" providerId="ADAL" clId="{97C00DA4-6F9F-4A83-996B-9231DC603249}" dt="2024-10-27T06:35:59.342" v="385" actId="1076"/>
          <ac:grpSpMkLst>
            <pc:docMk/>
            <pc:sldMk cId="2062406901" sldId="308"/>
            <ac:grpSpMk id="15" creationId="{BBDF864B-10DF-5B89-986D-063B7F488405}"/>
          </ac:grpSpMkLst>
        </pc:grpChg>
        <pc:picChg chg="add del mod">
          <ac:chgData name="Ms Alina Arshad" userId="cccdfd85-d35d-4453-9c6f-a463aae40722" providerId="ADAL" clId="{97C00DA4-6F9F-4A83-996B-9231DC603249}" dt="2024-10-27T06:31:45.289" v="228" actId="478"/>
          <ac:picMkLst>
            <pc:docMk/>
            <pc:sldMk cId="2062406901" sldId="308"/>
            <ac:picMk id="4" creationId="{00000000-0000-0000-0000-000000000000}"/>
          </ac:picMkLst>
        </pc:picChg>
      </pc:sldChg>
      <pc:sldChg chg="addSp delSp modSp new del">
        <pc:chgData name="Ms Alina Arshad" userId="cccdfd85-d35d-4453-9c6f-a463aae40722" providerId="ADAL" clId="{97C00DA4-6F9F-4A83-996B-9231DC603249}" dt="2024-10-26T15:11:49.513" v="3" actId="47"/>
        <pc:sldMkLst>
          <pc:docMk/>
          <pc:sldMk cId="3656474684" sldId="308"/>
        </pc:sldMkLst>
        <pc:spChg chg="del">
          <ac:chgData name="Ms Alina Arshad" userId="cccdfd85-d35d-4453-9c6f-a463aae40722" providerId="ADAL" clId="{97C00DA4-6F9F-4A83-996B-9231DC603249}" dt="2024-10-26T15:11:31.727" v="2"/>
          <ac:spMkLst>
            <pc:docMk/>
            <pc:sldMk cId="3656474684" sldId="308"/>
            <ac:spMk id="2" creationId="{2C5E8CC2-0FBF-7C39-A2BC-AB1D96E84DEC}"/>
          </ac:spMkLst>
        </pc:spChg>
        <pc:spChg chg="add mod">
          <ac:chgData name="Ms Alina Arshad" userId="cccdfd85-d35d-4453-9c6f-a463aae40722" providerId="ADAL" clId="{97C00DA4-6F9F-4A83-996B-9231DC603249}" dt="2024-10-26T15:11:31.727" v="2"/>
          <ac:spMkLst>
            <pc:docMk/>
            <pc:sldMk cId="3656474684" sldId="308"/>
            <ac:spMk id="4" creationId="{A23F0AC3-E057-9A4F-0ADB-3013DD885288}"/>
          </ac:spMkLst>
        </pc:spChg>
      </pc:sldChg>
      <pc:sldChg chg="addSp delSp modSp new mod">
        <pc:chgData name="Ms Alina Arshad" userId="cccdfd85-d35d-4453-9c6f-a463aae40722" providerId="ADAL" clId="{97C00DA4-6F9F-4A83-996B-9231DC603249}" dt="2024-10-27T06:48:47.340" v="459" actId="404"/>
        <pc:sldMkLst>
          <pc:docMk/>
          <pc:sldMk cId="313500440" sldId="309"/>
        </pc:sldMkLst>
        <pc:spChg chg="del">
          <ac:chgData name="Ms Alina Arshad" userId="cccdfd85-d35d-4453-9c6f-a463aae40722" providerId="ADAL" clId="{97C00DA4-6F9F-4A83-996B-9231DC603249}" dt="2024-10-27T06:38:10.392" v="392"/>
          <ac:spMkLst>
            <pc:docMk/>
            <pc:sldMk cId="313500440" sldId="309"/>
            <ac:spMk id="2" creationId="{61E9FFFC-3F8B-3F62-B889-48AD72549895}"/>
          </ac:spMkLst>
        </pc:spChg>
        <pc:spChg chg="mod">
          <ac:chgData name="Ms Alina Arshad" userId="cccdfd85-d35d-4453-9c6f-a463aae40722" providerId="ADAL" clId="{97C00DA4-6F9F-4A83-996B-9231DC603249}" dt="2024-10-27T06:48:47.340" v="459" actId="404"/>
          <ac:spMkLst>
            <pc:docMk/>
            <pc:sldMk cId="313500440" sldId="309"/>
            <ac:spMk id="3" creationId="{700B462B-E498-E899-02D8-A897DAF63B9C}"/>
          </ac:spMkLst>
        </pc:spChg>
        <pc:spChg chg="add mod">
          <ac:chgData name="Ms Alina Arshad" userId="cccdfd85-d35d-4453-9c6f-a463aae40722" providerId="ADAL" clId="{97C00DA4-6F9F-4A83-996B-9231DC603249}" dt="2024-10-27T06:38:12.789" v="393" actId="14100"/>
          <ac:spMkLst>
            <pc:docMk/>
            <pc:sldMk cId="313500440" sldId="309"/>
            <ac:spMk id="4" creationId="{C1EE5095-857E-B43F-28C8-BF0409F2554F}"/>
          </ac:spMkLst>
        </pc:spChg>
      </pc:sldChg>
      <pc:sldChg chg="addSp delSp modSp new mod">
        <pc:chgData name="Ms Alina Arshad" userId="cccdfd85-d35d-4453-9c6f-a463aae40722" providerId="ADAL" clId="{97C00DA4-6F9F-4A83-996B-9231DC603249}" dt="2024-10-27T06:44:14.404" v="451" actId="14100"/>
        <pc:sldMkLst>
          <pc:docMk/>
          <pc:sldMk cId="491917458" sldId="310"/>
        </pc:sldMkLst>
        <pc:spChg chg="del">
          <ac:chgData name="Ms Alina Arshad" userId="cccdfd85-d35d-4453-9c6f-a463aae40722" providerId="ADAL" clId="{97C00DA4-6F9F-4A83-996B-9231DC603249}" dt="2024-10-27T06:44:12.212" v="450"/>
          <ac:spMkLst>
            <pc:docMk/>
            <pc:sldMk cId="491917458" sldId="310"/>
            <ac:spMk id="2" creationId="{83024A08-D99F-69A4-E31F-C34714C711D3}"/>
          </ac:spMkLst>
        </pc:spChg>
        <pc:spChg chg="del">
          <ac:chgData name="Ms Alina Arshad" userId="cccdfd85-d35d-4453-9c6f-a463aae40722" providerId="ADAL" clId="{97C00DA4-6F9F-4A83-996B-9231DC603249}" dt="2024-10-27T06:43:56.775" v="445" actId="22"/>
          <ac:spMkLst>
            <pc:docMk/>
            <pc:sldMk cId="491917458" sldId="310"/>
            <ac:spMk id="3" creationId="{8C4D7949-83D8-0789-C041-187BEC92E655}"/>
          </ac:spMkLst>
        </pc:spChg>
        <pc:spChg chg="add mod">
          <ac:chgData name="Ms Alina Arshad" userId="cccdfd85-d35d-4453-9c6f-a463aae40722" providerId="ADAL" clId="{97C00DA4-6F9F-4A83-996B-9231DC603249}" dt="2024-10-27T06:44:14.404" v="451" actId="14100"/>
          <ac:spMkLst>
            <pc:docMk/>
            <pc:sldMk cId="491917458" sldId="310"/>
            <ac:spMk id="6" creationId="{5C792AA2-A0EE-F77D-8AEA-1B73F92C971E}"/>
          </ac:spMkLst>
        </pc:spChg>
        <pc:picChg chg="add mod ord">
          <ac:chgData name="Ms Alina Arshad" userId="cccdfd85-d35d-4453-9c6f-a463aae40722" providerId="ADAL" clId="{97C00DA4-6F9F-4A83-996B-9231DC603249}" dt="2024-10-27T06:44:06.016" v="449" actId="1076"/>
          <ac:picMkLst>
            <pc:docMk/>
            <pc:sldMk cId="491917458" sldId="310"/>
            <ac:picMk id="5" creationId="{637A1014-93E2-A6F7-78A7-558951DA6976}"/>
          </ac:picMkLst>
        </pc:picChg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18B0CDA4-F1C6-4A2D-A27C-52286B3C7AD7}"/>
    <pc:docChg chg="custSel addSld delSld modSld sldOrd">
      <pc:chgData name="Ms Alina Arshad" userId="cccdfd85-d35d-4453-9c6f-a463aae40722" providerId="ADAL" clId="{18B0CDA4-F1C6-4A2D-A27C-52286B3C7AD7}" dt="2024-10-21T09:01:48.458" v="105" actId="20577"/>
      <pc:docMkLst>
        <pc:docMk/>
      </pc:docMkLst>
      <pc:sldChg chg="modSp mod">
        <pc:chgData name="Ms Alina Arshad" userId="cccdfd85-d35d-4453-9c6f-a463aae40722" providerId="ADAL" clId="{18B0CDA4-F1C6-4A2D-A27C-52286B3C7AD7}" dt="2024-10-21T09:01:48.458" v="105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18B0CDA4-F1C6-4A2D-A27C-52286B3C7AD7}" dt="2024-10-21T09:01:48.458" v="105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add mod">
        <pc:chgData name="Ms Alina Arshad" userId="cccdfd85-d35d-4453-9c6f-a463aae40722" providerId="ADAL" clId="{18B0CDA4-F1C6-4A2D-A27C-52286B3C7AD7}" dt="2024-10-21T08:48:03.608" v="102" actId="20577"/>
        <pc:sldMkLst>
          <pc:docMk/>
          <pc:sldMk cId="0" sldId="262"/>
        </pc:sldMkLst>
        <pc:spChg chg="mod">
          <ac:chgData name="Ms Alina Arshad" userId="cccdfd85-d35d-4453-9c6f-a463aae40722" providerId="ADAL" clId="{18B0CDA4-F1C6-4A2D-A27C-52286B3C7AD7}" dt="2024-10-21T08:47:47.282" v="9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8:03.608" v="10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18B0CDA4-F1C6-4A2D-A27C-52286B3C7AD7}" dt="2024-10-21T03:50:06.316" v="0" actId="1076"/>
        <pc:sldMkLst>
          <pc:docMk/>
          <pc:sldMk cId="0" sldId="273"/>
        </pc:sldMkLst>
        <pc:picChg chg="mod">
          <ac:chgData name="Ms Alina Arshad" userId="cccdfd85-d35d-4453-9c6f-a463aae40722" providerId="ADAL" clId="{18B0CDA4-F1C6-4A2D-A27C-52286B3C7AD7}" dt="2024-10-21T03:50:06.316" v="0" actId="1076"/>
          <ac:picMkLst>
            <pc:docMk/>
            <pc:sldMk cId="0" sldId="273"/>
            <ac:picMk id="7" creationId="{00000000-0000-0000-0000-000000000000}"/>
          </ac:picMkLst>
        </pc:picChg>
      </pc:sldChg>
      <pc:sldChg chg="del">
        <pc:chgData name="Ms Alina Arshad" userId="cccdfd85-d35d-4453-9c6f-a463aae40722" providerId="ADAL" clId="{18B0CDA4-F1C6-4A2D-A27C-52286B3C7AD7}" dt="2024-10-21T08:00:55.288" v="2" actId="47"/>
        <pc:sldMkLst>
          <pc:docMk/>
          <pc:sldMk cId="0" sldId="275"/>
        </pc:sldMkLst>
      </pc:sldChg>
      <pc:sldChg chg="modSp del mod">
        <pc:chgData name="Ms Alina Arshad" userId="cccdfd85-d35d-4453-9c6f-a463aae40722" providerId="ADAL" clId="{18B0CDA4-F1C6-4A2D-A27C-52286B3C7AD7}" dt="2024-10-21T08:00:56.132" v="3" actId="47"/>
        <pc:sldMkLst>
          <pc:docMk/>
          <pc:sldMk cId="0" sldId="276"/>
        </pc:sldMkLst>
        <pc:spChg chg="mod">
          <ac:chgData name="Ms Alina Arshad" userId="cccdfd85-d35d-4453-9c6f-a463aae40722" providerId="ADAL" clId="{18B0CDA4-F1C6-4A2D-A27C-52286B3C7AD7}" dt="2024-10-21T07:58:57.353" v="1" actId="20577"/>
          <ac:spMkLst>
            <pc:docMk/>
            <pc:sldMk cId="0" sldId="276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18B0CDA4-F1C6-4A2D-A27C-52286B3C7AD7}" dt="2024-10-21T08:00:56.819" v="4" actId="47"/>
        <pc:sldMkLst>
          <pc:docMk/>
          <pc:sldMk cId="0" sldId="277"/>
        </pc:sldMkLst>
      </pc:sldChg>
      <pc:sldChg chg="del">
        <pc:chgData name="Ms Alina Arshad" userId="cccdfd85-d35d-4453-9c6f-a463aae40722" providerId="ADAL" clId="{18B0CDA4-F1C6-4A2D-A27C-52286B3C7AD7}" dt="2024-10-21T08:00:58.803" v="5" actId="47"/>
        <pc:sldMkLst>
          <pc:docMk/>
          <pc:sldMk cId="0" sldId="278"/>
        </pc:sldMkLst>
      </pc:sldChg>
      <pc:sldChg chg="modSp add mod ord">
        <pc:chgData name="Ms Alina Arshad" userId="cccdfd85-d35d-4453-9c6f-a463aae40722" providerId="ADAL" clId="{18B0CDA4-F1C6-4A2D-A27C-52286B3C7AD7}" dt="2024-10-21T08:43:13.970" v="35"/>
        <pc:sldMkLst>
          <pc:docMk/>
          <pc:sldMk cId="0" sldId="280"/>
        </pc:sldMkLst>
        <pc:spChg chg="mod">
          <ac:chgData name="Ms Alina Arshad" userId="cccdfd85-d35d-4453-9c6f-a463aae40722" providerId="ADAL" clId="{18B0CDA4-F1C6-4A2D-A27C-52286B3C7AD7}" dt="2024-10-21T08:42:28.934" v="13" actId="113"/>
          <ac:spMkLst>
            <pc:docMk/>
            <pc:sldMk cId="0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3:02.926" v="26" actId="1076"/>
          <ac:spMkLst>
            <pc:docMk/>
            <pc:sldMk cId="0" sldId="280"/>
            <ac:spMk id="3" creationId="{00000000-0000-0000-0000-000000000000}"/>
          </ac:spMkLst>
        </pc:spChg>
        <pc:picChg chg="mod modCrop">
          <ac:chgData name="Ms Alina Arshad" userId="cccdfd85-d35d-4453-9c6f-a463aae40722" providerId="ADAL" clId="{18B0CDA4-F1C6-4A2D-A27C-52286B3C7AD7}" dt="2024-10-21T08:43:04.613" v="27" actId="1076"/>
          <ac:picMkLst>
            <pc:docMk/>
            <pc:sldMk cId="0" sldId="280"/>
            <ac:picMk id="4" creationId="{00000000-0000-0000-0000-000000000000}"/>
          </ac:picMkLst>
        </pc:picChg>
      </pc:sldChg>
      <pc:sldChg chg="addSp modSp add mod">
        <pc:chgData name="Ms Alina Arshad" userId="cccdfd85-d35d-4453-9c6f-a463aae40722" providerId="ADAL" clId="{18B0CDA4-F1C6-4A2D-A27C-52286B3C7AD7}" dt="2024-10-21T08:45:11.338" v="56" actId="14100"/>
        <pc:sldMkLst>
          <pc:docMk/>
          <pc:sldMk cId="0" sldId="281"/>
        </pc:sldMkLst>
        <pc:spChg chg="mod">
          <ac:chgData name="Ms Alina Arshad" userId="cccdfd85-d35d-4453-9c6f-a463aae40722" providerId="ADAL" clId="{18B0CDA4-F1C6-4A2D-A27C-52286B3C7AD7}" dt="2024-10-21T08:44:33.222" v="44" actId="113"/>
          <ac:spMkLst>
            <pc:docMk/>
            <pc:sldMk cId="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5:02.543" v="53" actId="21"/>
          <ac:spMkLst>
            <pc:docMk/>
            <pc:sldMk cId="0" sldId="281"/>
            <ac:spMk id="5" creationId="{00000000-0000-0000-0000-000000000000}"/>
          </ac:spMkLst>
        </pc:spChg>
        <pc:spChg chg="add mod">
          <ac:chgData name="Ms Alina Arshad" userId="cccdfd85-d35d-4453-9c6f-a463aae40722" providerId="ADAL" clId="{18B0CDA4-F1C6-4A2D-A27C-52286B3C7AD7}" dt="2024-10-21T08:45:11.338" v="56" actId="14100"/>
          <ac:spMkLst>
            <pc:docMk/>
            <pc:sldMk cId="0" sldId="281"/>
            <ac:spMk id="7" creationId="{ECECE344-5F93-41C3-0E5E-27047EDD8D5A}"/>
          </ac:spMkLst>
        </pc:spChg>
        <pc:graphicFrameChg chg="mod modGraphic">
          <ac:chgData name="Ms Alina Arshad" userId="cccdfd85-d35d-4453-9c6f-a463aae40722" providerId="ADAL" clId="{18B0CDA4-F1C6-4A2D-A27C-52286B3C7AD7}" dt="2024-10-21T08:44:39.674" v="46" actId="1076"/>
          <ac:graphicFrameMkLst>
            <pc:docMk/>
            <pc:sldMk cId="0" sldId="281"/>
            <ac:graphicFrameMk id="3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18B0CDA4-F1C6-4A2D-A27C-52286B3C7AD7}" dt="2024-10-21T08:44:29.442" v="42" actId="1076"/>
          <ac:graphicFrameMkLst>
            <pc:docMk/>
            <pc:sldMk cId="0" sldId="281"/>
            <ac:graphicFrameMk id="4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18B0CDA4-F1C6-4A2D-A27C-52286B3C7AD7}" dt="2024-10-21T08:46:34.288" v="79" actId="207"/>
        <pc:sldMkLst>
          <pc:docMk/>
          <pc:sldMk cId="0" sldId="282"/>
        </pc:sldMkLst>
        <pc:spChg chg="mod">
          <ac:chgData name="Ms Alina Arshad" userId="cccdfd85-d35d-4453-9c6f-a463aae40722" providerId="ADAL" clId="{18B0CDA4-F1C6-4A2D-A27C-52286B3C7AD7}" dt="2024-10-21T08:46:10.387" v="68" actId="1076"/>
          <ac:spMkLst>
            <pc:docMk/>
            <pc:sldMk cId="0" sldId="282"/>
            <ac:spMk id="2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17.105" v="70" actId="1076"/>
          <ac:spMkLst>
            <pc:docMk/>
            <pc:sldMk cId="0" sldId="282"/>
            <ac:spMk id="5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30.539" v="78" actId="14100"/>
          <ac:spMkLst>
            <pc:docMk/>
            <pc:sldMk cId="0" sldId="282"/>
            <ac:spMk id="6" creationId="{00000000-0000-0000-0000-000000000000}"/>
          </ac:spMkLst>
        </pc:spChg>
        <pc:spChg chg="mod">
          <ac:chgData name="Ms Alina Arshad" userId="cccdfd85-d35d-4453-9c6f-a463aae40722" providerId="ADAL" clId="{18B0CDA4-F1C6-4A2D-A27C-52286B3C7AD7}" dt="2024-10-21T08:46:34.288" v="79" actId="207"/>
          <ac:spMkLst>
            <pc:docMk/>
            <pc:sldMk cId="0" sldId="282"/>
            <ac:spMk id="7" creationId="{00000000-0000-0000-0000-000000000000}"/>
          </ac:spMkLst>
        </pc:spChg>
        <pc:graphicFrameChg chg="mod">
          <ac:chgData name="Ms Alina Arshad" userId="cccdfd85-d35d-4453-9c6f-a463aae40722" providerId="ADAL" clId="{18B0CDA4-F1C6-4A2D-A27C-52286B3C7AD7}" dt="2024-10-21T08:46:12.668" v="69" actId="1076"/>
          <ac:graphicFrameMkLst>
            <pc:docMk/>
            <pc:sldMk cId="0" sldId="282"/>
            <ac:graphicFrameMk id="3" creationId="{00000000-0000-0000-0000-000000000000}"/>
          </ac:graphicFrameMkLst>
        </pc:graphicFrameChg>
        <pc:graphicFrameChg chg="mod">
          <ac:chgData name="Ms Alina Arshad" userId="cccdfd85-d35d-4453-9c6f-a463aae40722" providerId="ADAL" clId="{18B0CDA4-F1C6-4A2D-A27C-52286B3C7AD7}" dt="2024-10-21T08:46:17.558" v="71" actId="1076"/>
          <ac:graphicFrameMkLst>
            <pc:docMk/>
            <pc:sldMk cId="0" sldId="282"/>
            <ac:graphicFrameMk id="4" creationId="{00000000-0000-0000-0000-000000000000}"/>
          </ac:graphicFrameMkLst>
        </pc:graphicFrameChg>
      </pc:sldChg>
    </pc:docChg>
  </pc:docChgLst>
  <pc:docChgLst>
    <pc:chgData name="Ms Alina Arshad" userId="cccdfd85-d35d-4453-9c6f-a463aae40722" providerId="ADAL" clId="{AD184B4B-0CF3-4D88-AFEA-77665C37DC41}"/>
    <pc:docChg chg="undo custSel addSld delSld modSld sldOrd">
      <pc:chgData name="Ms Alina Arshad" userId="cccdfd85-d35d-4453-9c6f-a463aae40722" providerId="ADAL" clId="{AD184B4B-0CF3-4D88-AFEA-77665C37DC41}" dt="2024-10-07T14:53:18.370" v="664" actId="20577"/>
      <pc:docMkLst>
        <pc:docMk/>
      </pc:docMkLst>
      <pc:sldChg chg="modSp mod">
        <pc:chgData name="Ms Alina Arshad" userId="cccdfd85-d35d-4453-9c6f-a463aae40722" providerId="ADAL" clId="{AD184B4B-0CF3-4D88-AFEA-77665C37DC41}" dt="2024-10-01T14:08:05.980" v="476" actId="404"/>
        <pc:sldMkLst>
          <pc:docMk/>
          <pc:sldMk cId="3322361034" sldId="256"/>
        </pc:sldMkLst>
        <pc:spChg chg="mod">
          <ac:chgData name="Ms Alina Arshad" userId="cccdfd85-d35d-4453-9c6f-a463aae40722" providerId="ADAL" clId="{AD184B4B-0CF3-4D88-AFEA-77665C37DC41}" dt="2024-10-01T14:08:05.980" v="476" actId="404"/>
          <ac:spMkLst>
            <pc:docMk/>
            <pc:sldMk cId="3322361034" sldId="256"/>
            <ac:spMk id="3" creationId="{44E9F82C-BBA7-3495-1097-BEDB54FFFDF4}"/>
          </ac:spMkLst>
        </pc:spChg>
      </pc:sldChg>
      <pc:sldChg chg="addSp delSp modSp add mod">
        <pc:chgData name="Ms Alina Arshad" userId="cccdfd85-d35d-4453-9c6f-a463aae40722" providerId="ADAL" clId="{AD184B4B-0CF3-4D88-AFEA-77665C37DC41}" dt="2024-10-06T13:07:38.994" v="580" actId="1038"/>
        <pc:sldMkLst>
          <pc:docMk/>
          <pc:sldMk cId="0" sldId="257"/>
        </pc:sldMkLst>
        <pc:spChg chg="mod">
          <ac:chgData name="Ms Alina Arshad" userId="cccdfd85-d35d-4453-9c6f-a463aae40722" providerId="ADAL" clId="{AD184B4B-0CF3-4D88-AFEA-77665C37DC41}" dt="2024-10-06T13:07:38.994" v="580" actId="103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AD184B4B-0CF3-4D88-AFEA-77665C37DC41}" dt="2024-10-06T13:07:28.261" v="566" actId="1035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6:47.165" v="477" actId="20577"/>
        <pc:sldMkLst>
          <pc:docMk/>
          <pc:sldMk cId="0" sldId="258"/>
        </pc:sldMkLst>
        <pc:spChg chg="mod">
          <ac:chgData name="Ms Alina Arshad" userId="cccdfd85-d35d-4453-9c6f-a463aae40722" providerId="ADAL" clId="{AD184B4B-0CF3-4D88-AFEA-77665C37DC41}" dt="2024-10-01T12:55:10.748" v="3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26:47.165" v="47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7:06.873" v="479" actId="1076"/>
        <pc:sldMkLst>
          <pc:docMk/>
          <pc:sldMk cId="0" sldId="259"/>
        </pc:sldMkLst>
        <pc:picChg chg="mod">
          <ac:chgData name="Ms Alina Arshad" userId="cccdfd85-d35d-4453-9c6f-a463aae40722" providerId="ADAL" clId="{AD184B4B-0CF3-4D88-AFEA-77665C37DC41}" dt="2024-10-01T15:27:06.873" v="47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1T15:34:39.687" v="484" actId="20577"/>
        <pc:sldMkLst>
          <pc:docMk/>
          <pc:sldMk cId="0" sldId="260"/>
        </pc:sldMkLst>
        <pc:spChg chg="mod">
          <ac:chgData name="Ms Alina Arshad" userId="cccdfd85-d35d-4453-9c6f-a463aae40722" providerId="ADAL" clId="{AD184B4B-0CF3-4D88-AFEA-77665C37DC41}" dt="2024-10-01T12:56:27.166" v="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34:39.687" v="48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00:54.474" v="144" actId="1076"/>
        <pc:sldMkLst>
          <pc:docMk/>
          <pc:sldMk cId="0" sldId="261"/>
        </pc:sldMkLst>
        <pc:spChg chg="mod">
          <ac:chgData name="Ms Alina Arshad" userId="cccdfd85-d35d-4453-9c6f-a463aae40722" providerId="ADAL" clId="{AD184B4B-0CF3-4D88-AFEA-77665C37DC41}" dt="2024-10-01T13:00:34.969" v="1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00:54.474" v="144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Ms Alina Arshad" userId="cccdfd85-d35d-4453-9c6f-a463aae40722" providerId="ADAL" clId="{AD184B4B-0CF3-4D88-AFEA-77665C37DC41}" dt="2024-10-01T13:00:51.183" v="143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6T15:28:43.114" v="596" actId="1076"/>
        <pc:sldMkLst>
          <pc:docMk/>
          <pc:sldMk cId="0" sldId="262"/>
        </pc:sldMkLst>
        <pc:spChg chg="mod">
          <ac:chgData name="Ms Alina Arshad" userId="cccdfd85-d35d-4453-9c6f-a463aae40722" providerId="ADAL" clId="{AD184B4B-0CF3-4D88-AFEA-77665C37DC41}" dt="2024-10-01T13:01:13.641" v="150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AD184B4B-0CF3-4D88-AFEA-77665C37DC41}" dt="2024-10-01T13:02:37.800" v="18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28:37.471" v="595" actId="1076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Ms Alina Arshad" userId="cccdfd85-d35d-4453-9c6f-a463aae40722" providerId="ADAL" clId="{AD184B4B-0CF3-4D88-AFEA-77665C37DC41}" dt="2024-10-06T15:28:43.114" v="596" actId="1076"/>
          <ac:spMkLst>
            <pc:docMk/>
            <pc:sldMk cId="0" sldId="262"/>
            <ac:spMk id="11" creationId="{2509622A-3BA6-6953-439A-8A41E00ECEA6}"/>
          </ac:spMkLst>
        </pc:spChg>
        <pc:grpChg chg="add del mod">
          <ac:chgData name="Ms Alina Arshad" userId="cccdfd85-d35d-4453-9c6f-a463aae40722" providerId="ADAL" clId="{AD184B4B-0CF3-4D88-AFEA-77665C37DC41}" dt="2024-10-06T15:28:23.862" v="592" actId="1076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AD184B4B-0CF3-4D88-AFEA-77665C37DC41}" dt="2024-10-06T15:28:27.139" v="593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6T15:32:58.563" v="607" actId="15"/>
        <pc:sldMkLst>
          <pc:docMk/>
          <pc:sldMk cId="0" sldId="263"/>
        </pc:sldMkLst>
        <pc:spChg chg="mod">
          <ac:chgData name="Ms Alina Arshad" userId="cccdfd85-d35d-4453-9c6f-a463aae40722" providerId="ADAL" clId="{AD184B4B-0CF3-4D88-AFEA-77665C37DC41}" dt="2024-10-01T13:23:42.894" v="18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2:58.563" v="607" actId="15"/>
          <ac:spMkLst>
            <pc:docMk/>
            <pc:sldMk cId="0" sldId="263"/>
            <ac:spMk id="7" creationId="{00000000-0000-0000-0000-000000000000}"/>
          </ac:spMkLst>
        </pc:spChg>
        <pc:grpChg chg="del">
          <ac:chgData name="Ms Alina Arshad" userId="cccdfd85-d35d-4453-9c6f-a463aae40722" providerId="ADAL" clId="{AD184B4B-0CF3-4D88-AFEA-77665C37DC41}" dt="2024-10-01T13:23:57.524" v="187" actId="478"/>
          <ac:grpSpMkLst>
            <pc:docMk/>
            <pc:sldMk cId="0" sldId="263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AD184B4B-0CF3-4D88-AFEA-77665C37DC41}" dt="2024-10-06T15:34:44.095" v="614" actId="20577"/>
        <pc:sldMkLst>
          <pc:docMk/>
          <pc:sldMk cId="0" sldId="264"/>
        </pc:sldMkLst>
        <pc:spChg chg="mod">
          <ac:chgData name="Ms Alina Arshad" userId="cccdfd85-d35d-4453-9c6f-a463aae40722" providerId="ADAL" clId="{AD184B4B-0CF3-4D88-AFEA-77665C37DC41}" dt="2024-10-01T13:25:17.907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6T15:34:44.095" v="61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31:39.089" v="316" actId="1076"/>
        <pc:sldMkLst>
          <pc:docMk/>
          <pc:sldMk cId="0" sldId="265"/>
        </pc:sldMkLst>
        <pc:spChg chg="mod">
          <ac:chgData name="Ms Alina Arshad" userId="cccdfd85-d35d-4453-9c6f-a463aae40722" providerId="ADAL" clId="{AD184B4B-0CF3-4D88-AFEA-77665C37DC41}" dt="2024-10-01T13:27:17.158" v="24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39.089" v="3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21.750" v="313" actId="1076"/>
          <ac:spMkLst>
            <pc:docMk/>
            <pc:sldMk cId="0" sldId="265"/>
            <ac:spMk id="7" creationId="{00000000-0000-0000-0000-000000000000}"/>
          </ac:spMkLst>
        </pc:spChg>
        <pc:grpChg chg="mod">
          <ac:chgData name="Ms Alina Arshad" userId="cccdfd85-d35d-4453-9c6f-a463aae40722" providerId="ADAL" clId="{AD184B4B-0CF3-4D88-AFEA-77665C37DC41}" dt="2024-10-01T13:27:32.316" v="275" actId="1076"/>
          <ac:grpSpMkLst>
            <pc:docMk/>
            <pc:sldMk cId="0" sldId="265"/>
            <ac:grpSpMk id="3" creationId="{00000000-0000-0000-0000-000000000000}"/>
          </ac:grpSpMkLst>
        </pc:grpChg>
        <pc:grpChg chg="mod">
          <ac:chgData name="Ms Alina Arshad" userId="cccdfd85-d35d-4453-9c6f-a463aae40722" providerId="ADAL" clId="{AD184B4B-0CF3-4D88-AFEA-77665C37DC41}" dt="2024-10-01T13:27:26.833" v="273" actId="1036"/>
          <ac:grpSpMkLst>
            <pc:docMk/>
            <pc:sldMk cId="0" sldId="265"/>
            <ac:grpSpMk id="8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AD184B4B-0CF3-4D88-AFEA-77665C37DC41}" dt="2024-10-01T13:57:24.117" v="329" actId="1076"/>
        <pc:sldMkLst>
          <pc:docMk/>
          <pc:sldMk cId="0" sldId="266"/>
        </pc:sldMkLst>
        <pc:spChg chg="mod">
          <ac:chgData name="Ms Alina Arshad" userId="cccdfd85-d35d-4453-9c6f-a463aae40722" providerId="ADAL" clId="{AD184B4B-0CF3-4D88-AFEA-77665C37DC41}" dt="2024-10-01T13:28:09.910" v="28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6:42.043" v="317" actId="207"/>
          <ac:spMkLst>
            <pc:docMk/>
            <pc:sldMk cId="0" sldId="266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3:57:01.043" v="32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7:24.117" v="329" actId="1076"/>
          <ac:spMkLst>
            <pc:docMk/>
            <pc:sldMk cId="0" sldId="266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3:57:01.043" v="321" actId="478"/>
          <ac:grpSpMkLst>
            <pc:docMk/>
            <pc:sldMk cId="0" sldId="266"/>
            <ac:grpSpMk id="4" creationId="{00000000-0000-0000-0000-000000000000}"/>
          </ac:grpSpMkLst>
        </pc:grpChg>
        <pc:picChg chg="mod topLvl">
          <ac:chgData name="Ms Alina Arshad" userId="cccdfd85-d35d-4453-9c6f-a463aae40722" providerId="ADAL" clId="{AD184B4B-0CF3-4D88-AFEA-77665C37DC41}" dt="2024-10-01T13:57:20.612" v="328" actId="1076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7:03.560" v="618" actId="20577"/>
        <pc:sldMkLst>
          <pc:docMk/>
          <pc:sldMk cId="0" sldId="267"/>
        </pc:sldMkLst>
        <pc:spChg chg="mod">
          <ac:chgData name="Ms Alina Arshad" userId="cccdfd85-d35d-4453-9c6f-a463aae40722" providerId="ADAL" clId="{AD184B4B-0CF3-4D88-AFEA-77665C37DC41}" dt="2024-10-01T13:59:26.397" v="36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7:03.560" v="618" actId="20577"/>
          <ac:spMkLst>
            <pc:docMk/>
            <pc:sldMk cId="0" sldId="267"/>
            <ac:spMk id="3" creationId="{00000000-0000-0000-0000-000000000000}"/>
          </ac:spMkLst>
        </pc:spChg>
        <pc:spChg chg="del mod topLvl">
          <ac:chgData name="Ms Alina Arshad" userId="cccdfd85-d35d-4453-9c6f-a463aae40722" providerId="ADAL" clId="{AD184B4B-0CF3-4D88-AFEA-77665C37DC41}" dt="2024-10-01T13:58:20.058" v="344" actId="478"/>
          <ac:spMkLst>
            <pc:docMk/>
            <pc:sldMk cId="0" sldId="267"/>
            <ac:spMk id="7" creationId="{00000000-0000-0000-0000-000000000000}"/>
          </ac:spMkLst>
        </pc:spChg>
        <pc:grpChg chg="add del mod">
          <ac:chgData name="Ms Alina Arshad" userId="cccdfd85-d35d-4453-9c6f-a463aae40722" providerId="ADAL" clId="{AD184B4B-0CF3-4D88-AFEA-77665C37DC41}" dt="2024-10-01T13:58:20.058" v="344" actId="478"/>
          <ac:grpSpMkLst>
            <pc:docMk/>
            <pc:sldMk cId="0" sldId="267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3:57:58.291" v="338" actId="478"/>
          <ac:picMkLst>
            <pc:docMk/>
            <pc:sldMk cId="0" sldId="267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3:58:26.739" v="34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7T14:49:12.046" v="634" actId="20577"/>
        <pc:sldMkLst>
          <pc:docMk/>
          <pc:sldMk cId="0" sldId="268"/>
        </pc:sldMkLst>
        <pc:spChg chg="mod">
          <ac:chgData name="Ms Alina Arshad" userId="cccdfd85-d35d-4453-9c6f-a463aae40722" providerId="ADAL" clId="{AD184B4B-0CF3-4D88-AFEA-77665C37DC41}" dt="2024-10-01T13:59:56.983" v="376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49:12.046" v="634" actId="20577"/>
          <ac:spMkLst>
            <pc:docMk/>
            <pc:sldMk cId="0" sldId="268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1:04.580" v="411" actId="478"/>
          <ac:spMkLst>
            <pc:docMk/>
            <pc:sldMk cId="0" sldId="268"/>
            <ac:spMk id="7" creationId="{00000000-0000-0000-0000-000000000000}"/>
          </ac:spMkLst>
        </pc:spChg>
        <pc:grpChg chg="add del">
          <ac:chgData name="Ms Alina Arshad" userId="cccdfd85-d35d-4453-9c6f-a463aae40722" providerId="ADAL" clId="{AD184B4B-0CF3-4D88-AFEA-77665C37DC41}" dt="2024-10-01T14:01:04.580" v="411" actId="478"/>
          <ac:grpSpMkLst>
            <pc:docMk/>
            <pc:sldMk cId="0" sldId="268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4:00:56.714" v="408" actId="478"/>
          <ac:picMkLst>
            <pc:docMk/>
            <pc:sldMk cId="0" sldId="268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1:14.991" v="41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7T14:50:11.823" v="641" actId="20577"/>
        <pc:sldMkLst>
          <pc:docMk/>
          <pc:sldMk cId="0" sldId="269"/>
        </pc:sldMkLst>
        <pc:spChg chg="mod">
          <ac:chgData name="Ms Alina Arshad" userId="cccdfd85-d35d-4453-9c6f-a463aae40722" providerId="ADAL" clId="{AD184B4B-0CF3-4D88-AFEA-77665C37DC41}" dt="2024-10-01T14:01:30.015" v="42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11.823" v="641" actId="20577"/>
          <ac:spMkLst>
            <pc:docMk/>
            <pc:sldMk cId="0" sldId="269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2:25.429" v="451" actId="478"/>
          <ac:spMkLst>
            <pc:docMk/>
            <pc:sldMk cId="0" sldId="269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4:02:25.429" v="451" actId="478"/>
          <ac:grpSpMkLst>
            <pc:docMk/>
            <pc:sldMk cId="0" sldId="269"/>
            <ac:grpSpMk id="4" creationId="{00000000-0000-0000-0000-000000000000}"/>
          </ac:grpSpMkLst>
        </pc:grpChg>
        <pc:picChg chg="del mod">
          <ac:chgData name="Ms Alina Arshad" userId="cccdfd85-d35d-4453-9c6f-a463aae40722" providerId="ADAL" clId="{AD184B4B-0CF3-4D88-AFEA-77665C37DC41}" dt="2024-10-01T14:02:21.558" v="450" actId="478"/>
          <ac:picMkLst>
            <pc:docMk/>
            <pc:sldMk cId="0" sldId="269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2:32.106" v="454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7T14:50:44.500" v="647" actId="20577"/>
        <pc:sldMkLst>
          <pc:docMk/>
          <pc:sldMk cId="0" sldId="270"/>
        </pc:sldMkLst>
        <pc:spChg chg="mod">
          <ac:chgData name="Ms Alina Arshad" userId="cccdfd85-d35d-4453-9c6f-a463aae40722" providerId="ADAL" clId="{AD184B4B-0CF3-4D88-AFEA-77665C37DC41}" dt="2024-10-05T06:10:19.654" v="489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0:44.500" v="647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1:38.980" v="655" actId="113"/>
        <pc:sldMkLst>
          <pc:docMk/>
          <pc:sldMk cId="0" sldId="271"/>
        </pc:sldMkLst>
        <pc:spChg chg="mod">
          <ac:chgData name="Ms Alina Arshad" userId="cccdfd85-d35d-4453-9c6f-a463aae40722" providerId="ADAL" clId="{AD184B4B-0CF3-4D88-AFEA-77665C37DC41}" dt="2024-10-07T14:51:38.980" v="655" actId="113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1:30.715" v="654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7T14:53:18.370" v="664" actId="20577"/>
        <pc:sldMkLst>
          <pc:docMk/>
          <pc:sldMk cId="0" sldId="272"/>
        </pc:sldMkLst>
        <pc:spChg chg="mod">
          <ac:chgData name="Ms Alina Arshad" userId="cccdfd85-d35d-4453-9c6f-a463aae40722" providerId="ADAL" clId="{AD184B4B-0CF3-4D88-AFEA-77665C37DC41}" dt="2024-10-05T06:18:28.445" v="523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7T14:53:18.370" v="664" actId="20577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D184B4B-0CF3-4D88-AFEA-77665C37DC41}" dt="2024-10-01T12:57:25.028" v="94" actId="47"/>
        <pc:sldMkLst>
          <pc:docMk/>
          <pc:sldMk cId="3703048629" sldId="279"/>
        </pc:sldMkLst>
      </pc:sldChg>
      <pc:sldChg chg="del">
        <pc:chgData name="Ms Alina Arshad" userId="cccdfd85-d35d-4453-9c6f-a463aae40722" providerId="ADAL" clId="{AD184B4B-0CF3-4D88-AFEA-77665C37DC41}" dt="2024-10-01T12:57:25.764" v="95" actId="47"/>
        <pc:sldMkLst>
          <pc:docMk/>
          <pc:sldMk cId="1821615422" sldId="280"/>
        </pc:sldMkLst>
      </pc:sldChg>
      <pc:sldChg chg="del">
        <pc:chgData name="Ms Alina Arshad" userId="cccdfd85-d35d-4453-9c6f-a463aae40722" providerId="ADAL" clId="{AD184B4B-0CF3-4D88-AFEA-77665C37DC41}" dt="2024-10-01T12:57:26.817" v="97" actId="47"/>
        <pc:sldMkLst>
          <pc:docMk/>
          <pc:sldMk cId="3605066316" sldId="281"/>
        </pc:sldMkLst>
      </pc:sldChg>
      <pc:sldChg chg="del">
        <pc:chgData name="Ms Alina Arshad" userId="cccdfd85-d35d-4453-9c6f-a463aae40722" providerId="ADAL" clId="{AD184B4B-0CF3-4D88-AFEA-77665C37DC41}" dt="2024-10-01T12:57:27.073" v="98" actId="47"/>
        <pc:sldMkLst>
          <pc:docMk/>
          <pc:sldMk cId="24697311" sldId="282"/>
        </pc:sldMkLst>
      </pc:sldChg>
      <pc:sldChg chg="del">
        <pc:chgData name="Ms Alina Arshad" userId="cccdfd85-d35d-4453-9c6f-a463aae40722" providerId="ADAL" clId="{AD184B4B-0CF3-4D88-AFEA-77665C37DC41}" dt="2024-10-01T12:57:28.572" v="103" actId="47"/>
        <pc:sldMkLst>
          <pc:docMk/>
          <pc:sldMk cId="800652809" sldId="284"/>
        </pc:sldMkLst>
      </pc:sldChg>
      <pc:sldChg chg="del">
        <pc:chgData name="Ms Alina Arshad" userId="cccdfd85-d35d-4453-9c6f-a463aae40722" providerId="ADAL" clId="{AD184B4B-0CF3-4D88-AFEA-77665C37DC41}" dt="2024-10-01T12:57:26.310" v="96" actId="47"/>
        <pc:sldMkLst>
          <pc:docMk/>
          <pc:sldMk cId="2002870935" sldId="288"/>
        </pc:sldMkLst>
      </pc:sldChg>
      <pc:sldChg chg="del">
        <pc:chgData name="Ms Alina Arshad" userId="cccdfd85-d35d-4453-9c6f-a463aae40722" providerId="ADAL" clId="{AD184B4B-0CF3-4D88-AFEA-77665C37DC41}" dt="2024-10-01T12:57:24.591" v="93" actId="47"/>
        <pc:sldMkLst>
          <pc:docMk/>
          <pc:sldMk cId="0" sldId="347"/>
        </pc:sldMkLst>
      </pc:sldChg>
      <pc:sldChg chg="del">
        <pc:chgData name="Ms Alina Arshad" userId="cccdfd85-d35d-4453-9c6f-a463aae40722" providerId="ADAL" clId="{AD184B4B-0CF3-4D88-AFEA-77665C37DC41}" dt="2024-10-01T12:57:27.720" v="99" actId="47"/>
        <pc:sldMkLst>
          <pc:docMk/>
          <pc:sldMk cId="2036508356" sldId="348"/>
        </pc:sldMkLst>
      </pc:sldChg>
      <pc:sldChg chg="del">
        <pc:chgData name="Ms Alina Arshad" userId="cccdfd85-d35d-4453-9c6f-a463aae40722" providerId="ADAL" clId="{AD184B4B-0CF3-4D88-AFEA-77665C37DC41}" dt="2024-10-01T12:57:27.938" v="100" actId="47"/>
        <pc:sldMkLst>
          <pc:docMk/>
          <pc:sldMk cId="132290220" sldId="349"/>
        </pc:sldMkLst>
      </pc:sldChg>
      <pc:sldChg chg="del">
        <pc:chgData name="Ms Alina Arshad" userId="cccdfd85-d35d-4453-9c6f-a463aae40722" providerId="ADAL" clId="{AD184B4B-0CF3-4D88-AFEA-77665C37DC41}" dt="2024-10-01T12:57:28.358" v="102" actId="47"/>
        <pc:sldMkLst>
          <pc:docMk/>
          <pc:sldMk cId="448686030" sldId="350"/>
        </pc:sldMkLst>
      </pc:sldChg>
      <pc:sldChg chg="del">
        <pc:chgData name="Ms Alina Arshad" userId="cccdfd85-d35d-4453-9c6f-a463aae40722" providerId="ADAL" clId="{AD184B4B-0CF3-4D88-AFEA-77665C37DC41}" dt="2024-10-01T12:57:28.175" v="101" actId="47"/>
        <pc:sldMkLst>
          <pc:docMk/>
          <pc:sldMk cId="3109540881" sldId="351"/>
        </pc:sldMkLst>
      </pc:sldChg>
      <pc:sldChg chg="del">
        <pc:chgData name="Ms Alina Arshad" userId="cccdfd85-d35d-4453-9c6f-a463aae40722" providerId="ADAL" clId="{AD184B4B-0CF3-4D88-AFEA-77665C37DC41}" dt="2024-10-01T12:57:29.086" v="104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AD184B4B-0CF3-4D88-AFEA-77665C37DC41}" dt="2024-10-01T12:57:29.443" v="106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AD184B4B-0CF3-4D88-AFEA-77665C37DC41}" dt="2024-10-01T12:57:29.610" v="107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AD184B4B-0CF3-4D88-AFEA-77665C37DC41}" dt="2024-10-01T12:57:30.402" v="109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AD184B4B-0CF3-4D88-AFEA-77665C37DC41}" dt="2024-10-01T12:57:33.574" v="116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AD184B4B-0CF3-4D88-AFEA-77665C37DC41}" dt="2024-10-01T12:57:31.496" v="112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AD184B4B-0CF3-4D88-AFEA-77665C37DC41}" dt="2024-10-01T12:57:31.858" v="113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AD184B4B-0CF3-4D88-AFEA-77665C37DC41}" dt="2024-10-01T12:57:30.575" v="110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AD184B4B-0CF3-4D88-AFEA-77665C37DC41}" dt="2024-10-01T12:57:31.210" v="111" actId="47"/>
        <pc:sldMkLst>
          <pc:docMk/>
          <pc:sldMk cId="0" sldId="371"/>
        </pc:sldMkLst>
      </pc:sldChg>
      <pc:sldChg chg="del ord">
        <pc:chgData name="Ms Alina Arshad" userId="cccdfd85-d35d-4453-9c6f-a463aae40722" providerId="ADAL" clId="{AD184B4B-0CF3-4D88-AFEA-77665C37DC41}" dt="2024-10-01T12:57:30.161" v="108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AD184B4B-0CF3-4D88-AFEA-77665C37DC41}" dt="2024-10-01T12:57:24.110" v="92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AD184B4B-0CF3-4D88-AFEA-77665C37DC41}" dt="2024-10-01T12:57:32.374" v="114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AD184B4B-0CF3-4D88-AFEA-77665C37DC41}" dt="2024-10-01T12:57:32.626" v="115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AD184B4B-0CF3-4D88-AFEA-77665C37DC41}" dt="2024-10-01T12:57:29.281" v="105" actId="47"/>
        <pc:sldMkLst>
          <pc:docMk/>
          <pc:sldMk cId="1634129650" sldId="397"/>
        </pc:sldMkLst>
      </pc:sldChg>
    </pc:docChg>
  </pc:docChgLst>
  <pc:docChgLst>
    <pc:chgData name="Ms Alina Arshad" userId="cccdfd85-d35d-4453-9c6f-a463aae40722" providerId="ADAL" clId="{9854E9E9-FCEA-46BD-B550-110177B9E80F}"/>
    <pc:docChg chg="undo custSel addSld delSld modSld">
      <pc:chgData name="Ms Alina Arshad" userId="cccdfd85-d35d-4453-9c6f-a463aae40722" providerId="ADAL" clId="{9854E9E9-FCEA-46BD-B550-110177B9E80F}" dt="2024-10-20T11:28:12.977" v="1172" actId="20577"/>
      <pc:docMkLst>
        <pc:docMk/>
      </pc:docMkLst>
      <pc:sldChg chg="modSp mod">
        <pc:chgData name="Ms Alina Arshad" userId="cccdfd85-d35d-4453-9c6f-a463aae40722" providerId="ADAL" clId="{9854E9E9-FCEA-46BD-B550-110177B9E80F}" dt="2024-10-19T07:31:56.186" v="30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9854E9E9-FCEA-46BD-B550-110177B9E80F}" dt="2024-10-19T07:31:56.186" v="30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09:28:56.738" v="1087" actId="20577"/>
        <pc:sldMkLst>
          <pc:docMk/>
          <pc:sldMk cId="0" sldId="257"/>
        </pc:sldMkLst>
        <pc:spChg chg="mod">
          <ac:chgData name="Ms Alina Arshad" userId="cccdfd85-d35d-4453-9c6f-a463aae40722" providerId="ADAL" clId="{9854E9E9-FCEA-46BD-B550-110177B9E80F}" dt="2024-10-19T07:38:41.926" v="52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28:56.738" v="1087" actId="20577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0:11.260" v="73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1:27.351" v="89" actId="20577"/>
        <pc:sldMkLst>
          <pc:docMk/>
          <pc:sldMk cId="0" sldId="258"/>
        </pc:sldMkLst>
        <pc:spChg chg="mod">
          <ac:chgData name="Ms Alina Arshad" userId="cccdfd85-d35d-4453-9c6f-a463aae40722" providerId="ADAL" clId="{9854E9E9-FCEA-46BD-B550-110177B9E80F}" dt="2024-10-19T07:40:43.094" v="78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07:41:27.351" v="89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0:54.161" v="82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16:01:57.630" v="743" actId="20577"/>
        <pc:sldMkLst>
          <pc:docMk/>
          <pc:sldMk cId="0" sldId="259"/>
        </pc:sldMkLst>
        <pc:spChg chg="mod">
          <ac:chgData name="Ms Alina Arshad" userId="cccdfd85-d35d-4453-9c6f-a463aae40722" providerId="ADAL" clId="{9854E9E9-FCEA-46BD-B550-110177B9E80F}" dt="2024-10-19T07:41:43.883" v="9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01:57.630" v="743" actId="20577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2:42.827" v="104" actId="478"/>
          <ac:spMkLst>
            <pc:docMk/>
            <pc:sldMk cId="0" sldId="259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4:19.632" v="136" actId="1076"/>
        <pc:sldMkLst>
          <pc:docMk/>
          <pc:sldMk cId="0" sldId="260"/>
        </pc:sldMkLst>
        <pc:spChg chg="mod">
          <ac:chgData name="Ms Alina Arshad" userId="cccdfd85-d35d-4453-9c6f-a463aae40722" providerId="ADAL" clId="{9854E9E9-FCEA-46BD-B550-110177B9E80F}" dt="2024-10-19T07:43:52.889" v="128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07:44:07.759" v="133" actId="14100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4:17.072" v="135" actId="478"/>
          <ac:spMkLst>
            <pc:docMk/>
            <pc:sldMk cId="0" sldId="260"/>
            <ac:spMk id="5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07:44:19.632" v="136" actId="1076"/>
          <ac:picMkLst>
            <pc:docMk/>
            <pc:sldMk cId="0" sldId="260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20T09:41:52.846" v="1122" actId="403"/>
        <pc:sldMkLst>
          <pc:docMk/>
          <pc:sldMk cId="0" sldId="261"/>
        </pc:sldMkLst>
        <pc:spChg chg="mod">
          <ac:chgData name="Ms Alina Arshad" userId="cccdfd85-d35d-4453-9c6f-a463aae40722" providerId="ADAL" clId="{9854E9E9-FCEA-46BD-B550-110177B9E80F}" dt="2024-10-19T07:44:43.006" v="141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41:13.510" v="112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09:41:52.846" v="1122" actId="403"/>
          <ac:spMkLst>
            <pc:docMk/>
            <pc:sldMk cId="0" sldId="261"/>
            <ac:spMk id="4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07:44:55.931" v="144" actId="478"/>
          <ac:spMkLst>
            <pc:docMk/>
            <pc:sldMk cId="0" sldId="261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50:24.942" v="217" actId="47"/>
        <pc:sldMkLst>
          <pc:docMk/>
          <pc:sldMk cId="0" sldId="262"/>
        </pc:sldMkLst>
        <pc:spChg chg="del mod">
          <ac:chgData name="Ms Alina Arshad" userId="cccdfd85-d35d-4453-9c6f-a463aae40722" providerId="ADAL" clId="{9854E9E9-FCEA-46BD-B550-110177B9E80F}" dt="2024-10-19T07:50:20.314" v="214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8:06.231" v="187" actId="478"/>
          <ac:spMkLst>
            <pc:docMk/>
            <pc:sldMk cId="0" sldId="262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28:01.042" v="1147" actId="403"/>
        <pc:sldMkLst>
          <pc:docMk/>
          <pc:sldMk cId="0" sldId="263"/>
        </pc:sldMkLst>
        <pc:spChg chg="mod">
          <ac:chgData name="Ms Alina Arshad" userId="cccdfd85-d35d-4453-9c6f-a463aae40722" providerId="ADAL" clId="{9854E9E9-FCEA-46BD-B550-110177B9E80F}" dt="2024-10-19T08:06:23.234" v="491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28:01.042" v="1147" actId="403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57:28.174" v="334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07:49:49.451" v="205" actId="478"/>
        <pc:sldMkLst>
          <pc:docMk/>
          <pc:sldMk cId="0" sldId="264"/>
        </pc:sldMkLst>
        <pc:spChg chg="mod">
          <ac:chgData name="Ms Alina Arshad" userId="cccdfd85-d35d-4453-9c6f-a463aae40722" providerId="ADAL" clId="{9854E9E9-FCEA-46BD-B550-110177B9E80F}" dt="2024-10-19T07:49:15.873" v="199" actId="1076"/>
          <ac:spMkLst>
            <pc:docMk/>
            <pc:sldMk cId="0" sldId="264"/>
            <ac:spMk id="2" creationId="{00000000-0000-0000-0000-000000000000}"/>
          </ac:spMkLst>
        </pc:spChg>
        <pc:spChg chg="del mod topLvl">
          <ac:chgData name="Ms Alina Arshad" userId="cccdfd85-d35d-4453-9c6f-a463aae40722" providerId="ADAL" clId="{9854E9E9-FCEA-46BD-B550-110177B9E80F}" dt="2024-10-19T07:49:49.451" v="205" actId="478"/>
          <ac:spMkLst>
            <pc:docMk/>
            <pc:sldMk cId="0" sldId="264"/>
            <ac:spMk id="4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07:48:46.675" v="191" actId="478"/>
          <ac:spMkLst>
            <pc:docMk/>
            <pc:sldMk cId="0" sldId="264"/>
            <ac:spMk id="6" creationId="{00000000-0000-0000-0000-000000000000}"/>
          </ac:spMkLst>
        </pc:spChg>
        <pc:grpChg chg="del mod">
          <ac:chgData name="Ms Alina Arshad" userId="cccdfd85-d35d-4453-9c6f-a463aae40722" providerId="ADAL" clId="{9854E9E9-FCEA-46BD-B550-110177B9E80F}" dt="2024-10-19T07:49:49.451" v="205" actId="478"/>
          <ac:grpSpMkLst>
            <pc:docMk/>
            <pc:sldMk cId="0" sldId="264"/>
            <ac:grpSpMk id="3" creationId="{00000000-0000-0000-0000-000000000000}"/>
          </ac:grpSpMkLst>
        </pc:grpChg>
        <pc:picChg chg="topLvl">
          <ac:chgData name="Ms Alina Arshad" userId="cccdfd85-d35d-4453-9c6f-a463aae40722" providerId="ADAL" clId="{9854E9E9-FCEA-46BD-B550-110177B9E80F}" dt="2024-10-19T07:49:49.451" v="205" actId="478"/>
          <ac:picMkLst>
            <pc:docMk/>
            <pc:sldMk cId="0" sldId="264"/>
            <ac:picMk id="5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19T16:04:10.359" v="777" actId="478"/>
        <pc:sldMkLst>
          <pc:docMk/>
          <pc:sldMk cId="0" sldId="265"/>
        </pc:sldMkLst>
        <pc:spChg chg="mod">
          <ac:chgData name="Ms Alina Arshad" userId="cccdfd85-d35d-4453-9c6f-a463aae40722" providerId="ADAL" clId="{9854E9E9-FCEA-46BD-B550-110177B9E80F}" dt="2024-10-19T16:03:14.341" v="769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04:04.679" v="776" actId="403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4:10.359" v="777" actId="478"/>
          <ac:spMkLst>
            <pc:docMk/>
            <pc:sldMk cId="0" sldId="265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08:45.649" v="1138" actId="5793"/>
        <pc:sldMkLst>
          <pc:docMk/>
          <pc:sldMk cId="0" sldId="266"/>
        </pc:sldMkLst>
        <pc:spChg chg="mod">
          <ac:chgData name="Ms Alina Arshad" userId="cccdfd85-d35d-4453-9c6f-a463aae40722" providerId="ADAL" clId="{9854E9E9-FCEA-46BD-B550-110177B9E80F}" dt="2024-10-19T16:04:27.702" v="782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08:45.649" v="1138" actId="5793"/>
          <ac:spMkLst>
            <pc:docMk/>
            <pc:sldMk cId="0" sldId="266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4:39.298" v="785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10:11.198" v="1143" actId="5793"/>
        <pc:sldMkLst>
          <pc:docMk/>
          <pc:sldMk cId="0" sldId="267"/>
        </pc:sldMkLst>
        <pc:spChg chg="mod">
          <ac:chgData name="Ms Alina Arshad" userId="cccdfd85-d35d-4453-9c6f-a463aae40722" providerId="ADAL" clId="{9854E9E9-FCEA-46BD-B550-110177B9E80F}" dt="2024-10-19T16:06:39.435" v="82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10:11.198" v="1143" actId="5793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6:56.599" v="824" actId="478"/>
          <ac:spMkLst>
            <pc:docMk/>
            <pc:sldMk cId="0" sldId="267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19T16:07:55.994" v="840" actId="1076"/>
        <pc:sldMkLst>
          <pc:docMk/>
          <pc:sldMk cId="0" sldId="268"/>
        </pc:sldMkLst>
        <pc:spChg chg="mod">
          <ac:chgData name="Ms Alina Arshad" userId="cccdfd85-d35d-4453-9c6f-a463aae40722" providerId="ADAL" clId="{9854E9E9-FCEA-46BD-B550-110177B9E80F}" dt="2024-10-19T16:07:55.994" v="840" actId="107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7:47.903" v="838" actId="478"/>
          <ac:spMkLst>
            <pc:docMk/>
            <pc:sldMk cId="0" sldId="268"/>
            <ac:spMk id="4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07:45.625" v="837" actId="14100"/>
          <ac:picMkLst>
            <pc:docMk/>
            <pc:sldMk cId="0" sldId="268"/>
            <ac:picMk id="3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854E9E9-FCEA-46BD-B550-110177B9E80F}" dt="2024-10-20T10:14:57.757" v="1145" actId="20577"/>
        <pc:sldMkLst>
          <pc:docMk/>
          <pc:sldMk cId="0" sldId="269"/>
        </pc:sldMkLst>
        <pc:spChg chg="mod">
          <ac:chgData name="Ms Alina Arshad" userId="cccdfd85-d35d-4453-9c6f-a463aae40722" providerId="ADAL" clId="{9854E9E9-FCEA-46BD-B550-110177B9E80F}" dt="2024-10-19T16:08:09.925" v="845" actId="403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14:57.757" v="1145" actId="20577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8:19.460" v="848" actId="478"/>
          <ac:spMkLst>
            <pc:docMk/>
            <pc:sldMk cId="0" sldId="269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0:43:24.416" v="1153" actId="1036"/>
        <pc:sldMkLst>
          <pc:docMk/>
          <pc:sldMk cId="0" sldId="270"/>
        </pc:sldMkLst>
        <pc:spChg chg="mod">
          <ac:chgData name="Ms Alina Arshad" userId="cccdfd85-d35d-4453-9c6f-a463aae40722" providerId="ADAL" clId="{9854E9E9-FCEA-46BD-B550-110177B9E80F}" dt="2024-10-19T16:09:03.374" v="854" actId="113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34:13.119" v="1150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35:28.260" v="1152" actId="20577"/>
          <ac:spMkLst>
            <pc:docMk/>
            <pc:sldMk cId="0" sldId="270"/>
            <ac:spMk id="4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10:11.995" v="971" actId="478"/>
          <ac:spMkLst>
            <pc:docMk/>
            <pc:sldMk cId="0" sldId="270"/>
            <ac:spMk id="5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10:09.733" v="970" actId="1035"/>
          <ac:spMkLst>
            <pc:docMk/>
            <pc:sldMk cId="0" sldId="270"/>
            <ac:spMk id="6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0:43:24.416" v="1153" actId="1036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09:27.846" v="860" actId="478"/>
          <ac:spMkLst>
            <pc:docMk/>
            <pc:sldMk cId="0" sldId="270"/>
            <ac:spMk id="8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1:24:51.569" v="1156" actId="120"/>
        <pc:sldMkLst>
          <pc:docMk/>
          <pc:sldMk cId="0" sldId="271"/>
        </pc:sldMkLst>
        <pc:spChg chg="mod">
          <ac:chgData name="Ms Alina Arshad" userId="cccdfd85-d35d-4453-9c6f-a463aae40722" providerId="ADAL" clId="{9854E9E9-FCEA-46BD-B550-110177B9E80F}" dt="2024-10-19T16:11:23.897" v="977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4:51.569" v="1156" actId="120"/>
          <ac:spMkLst>
            <pc:docMk/>
            <pc:sldMk cId="0" sldId="271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11:31.293" v="980" actId="478"/>
          <ac:spMkLst>
            <pc:docMk/>
            <pc:sldMk cId="0" sldId="271"/>
            <ac:spMk id="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854E9E9-FCEA-46BD-B550-110177B9E80F}" dt="2024-10-20T11:27:24.231" v="1168" actId="33524"/>
        <pc:sldMkLst>
          <pc:docMk/>
          <pc:sldMk cId="0" sldId="272"/>
        </pc:sldMkLst>
        <pc:spChg chg="mod">
          <ac:chgData name="Ms Alina Arshad" userId="cccdfd85-d35d-4453-9c6f-a463aae40722" providerId="ADAL" clId="{9854E9E9-FCEA-46BD-B550-110177B9E80F}" dt="2024-10-19T16:20:10.281" v="987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24.231" v="1168" actId="33524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0:13.740" v="988" actId="478"/>
          <ac:spMkLst>
            <pc:docMk/>
            <pc:sldMk cId="0" sldId="272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20T11:28:12.977" v="1172" actId="20577"/>
        <pc:sldMkLst>
          <pc:docMk/>
          <pc:sldMk cId="0" sldId="273"/>
        </pc:sldMkLst>
        <pc:spChg chg="mod">
          <ac:chgData name="Ms Alina Arshad" userId="cccdfd85-d35d-4453-9c6f-a463aae40722" providerId="ADAL" clId="{9854E9E9-FCEA-46BD-B550-110177B9E80F}" dt="2024-10-19T16:20:56.809" v="995" actId="1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8:12.977" v="1172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48.100" v="1170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20T11:27:53.623" v="1171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2:05.885" v="1004" actId="207"/>
          <ac:spMkLst>
            <pc:docMk/>
            <pc:sldMk cId="0" sldId="273"/>
            <ac:spMk id="6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2:09.502" v="1005" actId="478"/>
          <ac:spMkLst>
            <pc:docMk/>
            <pc:sldMk cId="0" sldId="273"/>
            <ac:spMk id="8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21:55.257" v="1002" actId="1076"/>
          <ac:picMkLst>
            <pc:docMk/>
            <pc:sldMk cId="0" sldId="273"/>
            <ac:picMk id="7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854E9E9-FCEA-46BD-B550-110177B9E80F}" dt="2024-10-19T16:23:12.376" v="1021" actId="403"/>
        <pc:sldMkLst>
          <pc:docMk/>
          <pc:sldMk cId="0" sldId="274"/>
        </pc:sldMkLst>
        <pc:spChg chg="mod ord">
          <ac:chgData name="Ms Alina Arshad" userId="cccdfd85-d35d-4453-9c6f-a463aae40722" providerId="ADAL" clId="{9854E9E9-FCEA-46BD-B550-110177B9E80F}" dt="2024-10-19T16:23:12.376" v="1021" actId="403"/>
          <ac:spMkLst>
            <pc:docMk/>
            <pc:sldMk cId="0" sldId="274"/>
            <ac:spMk id="2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3:06.287" v="1019" actId="478"/>
          <ac:spMkLst>
            <pc:docMk/>
            <pc:sldMk cId="0" sldId="274"/>
            <ac:spMk id="3" creationId="{00000000-0000-0000-0000-000000000000}"/>
          </ac:spMkLst>
        </pc:spChg>
        <pc:grpChg chg="mod">
          <ac:chgData name="Ms Alina Arshad" userId="cccdfd85-d35d-4453-9c6f-a463aae40722" providerId="ADAL" clId="{9854E9E9-FCEA-46BD-B550-110177B9E80F}" dt="2024-10-19T16:22:49.033" v="1012" actId="1076"/>
          <ac:grpSpMkLst>
            <pc:docMk/>
            <pc:sldMk cId="0" sldId="274"/>
            <ac:grpSpMk id="4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9854E9E9-FCEA-46BD-B550-110177B9E80F}" dt="2024-10-19T16:24:26.933" v="1036" actId="20577"/>
        <pc:sldMkLst>
          <pc:docMk/>
          <pc:sldMk cId="0" sldId="275"/>
        </pc:sldMkLst>
        <pc:spChg chg="mod">
          <ac:chgData name="Ms Alina Arshad" userId="cccdfd85-d35d-4453-9c6f-a463aae40722" providerId="ADAL" clId="{9854E9E9-FCEA-46BD-B550-110177B9E80F}" dt="2024-10-19T16:23:40.345" v="1026" actId="113"/>
          <ac:spMkLst>
            <pc:docMk/>
            <pc:sldMk cId="0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4:26.933" v="1036" actId="20577"/>
          <ac:spMkLst>
            <pc:docMk/>
            <pc:sldMk cId="0" sldId="275"/>
            <ac:spMk id="3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3:20.521" v="1022" actId="478"/>
          <ac:spMkLst>
            <pc:docMk/>
            <pc:sldMk cId="0" sldId="275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19T16:25:31.479" v="1053" actId="1076"/>
        <pc:sldMkLst>
          <pc:docMk/>
          <pc:sldMk cId="0" sldId="276"/>
        </pc:sldMkLst>
        <pc:spChg chg="mod">
          <ac:chgData name="Ms Alina Arshad" userId="cccdfd85-d35d-4453-9c6f-a463aae40722" providerId="ADAL" clId="{9854E9E9-FCEA-46BD-B550-110177B9E80F}" dt="2024-10-19T16:24:49.562" v="1040" actId="113"/>
          <ac:spMkLst>
            <pc:docMk/>
            <pc:sldMk cId="0" sldId="276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5:28.434" v="1052" actId="1076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5:11.123" v="1048" actId="478"/>
          <ac:spMkLst>
            <pc:docMk/>
            <pc:sldMk cId="0" sldId="276"/>
            <ac:spMk id="5" creationId="{00000000-0000-0000-0000-000000000000}"/>
          </ac:spMkLst>
        </pc:spChg>
        <pc:picChg chg="mod">
          <ac:chgData name="Ms Alina Arshad" userId="cccdfd85-d35d-4453-9c6f-a463aae40722" providerId="ADAL" clId="{9854E9E9-FCEA-46BD-B550-110177B9E80F}" dt="2024-10-19T16:25:31.479" v="1053" actId="1076"/>
          <ac:picMkLst>
            <pc:docMk/>
            <pc:sldMk cId="0" sldId="276"/>
            <ac:picMk id="4" creationId="{00000000-0000-0000-0000-000000000000}"/>
          </ac:picMkLst>
        </pc:picChg>
      </pc:sldChg>
      <pc:sldChg chg="delSp modSp add mod">
        <pc:chgData name="Ms Alina Arshad" userId="cccdfd85-d35d-4453-9c6f-a463aae40722" providerId="ADAL" clId="{9854E9E9-FCEA-46BD-B550-110177B9E80F}" dt="2024-10-19T16:26:11.600" v="1067" actId="20577"/>
        <pc:sldMkLst>
          <pc:docMk/>
          <pc:sldMk cId="0" sldId="277"/>
        </pc:sldMkLst>
        <pc:spChg chg="mod">
          <ac:chgData name="Ms Alina Arshad" userId="cccdfd85-d35d-4453-9c6f-a463aae40722" providerId="ADAL" clId="{9854E9E9-FCEA-46BD-B550-110177B9E80F}" dt="2024-10-19T16:25:49.515" v="1059" actId="20577"/>
          <ac:spMkLst>
            <pc:docMk/>
            <pc:sldMk cId="0" sldId="277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6:11.600" v="1067" actId="20577"/>
          <ac:spMkLst>
            <pc:docMk/>
            <pc:sldMk cId="0" sldId="277"/>
            <ac:spMk id="3" creationId="{00000000-0000-0000-0000-000000000000}"/>
          </ac:spMkLst>
        </pc:spChg>
        <pc:spChg chg="del">
          <ac:chgData name="Ms Alina Arshad" userId="cccdfd85-d35d-4453-9c6f-a463aae40722" providerId="ADAL" clId="{9854E9E9-FCEA-46BD-B550-110177B9E80F}" dt="2024-10-19T16:26:04.956" v="1065" actId="478"/>
          <ac:spMkLst>
            <pc:docMk/>
            <pc:sldMk cId="0" sldId="277"/>
            <ac:spMk id="4" creationId="{00000000-0000-0000-0000-000000000000}"/>
          </ac:spMkLst>
        </pc:spChg>
      </pc:sldChg>
      <pc:sldChg chg="delSp modSp add mod">
        <pc:chgData name="Ms Alina Arshad" userId="cccdfd85-d35d-4453-9c6f-a463aae40722" providerId="ADAL" clId="{9854E9E9-FCEA-46BD-B550-110177B9E80F}" dt="2024-10-19T16:27:36.029" v="1086" actId="33524"/>
        <pc:sldMkLst>
          <pc:docMk/>
          <pc:sldMk cId="0" sldId="278"/>
        </pc:sldMkLst>
        <pc:spChg chg="mod">
          <ac:chgData name="Ms Alina Arshad" userId="cccdfd85-d35d-4453-9c6f-a463aae40722" providerId="ADAL" clId="{9854E9E9-FCEA-46BD-B550-110177B9E80F}" dt="2024-10-19T16:26:27.314" v="1069" actId="207"/>
          <ac:spMkLst>
            <pc:docMk/>
            <pc:sldMk cId="0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9854E9E9-FCEA-46BD-B550-110177B9E80F}" dt="2024-10-19T16:27:36.029" v="1086" actId="33524"/>
          <ac:spMkLst>
            <pc:docMk/>
            <pc:sldMk cId="0" sldId="278"/>
            <ac:spMk id="3" creationId="{00000000-0000-0000-0000-000000000000}"/>
          </ac:spMkLst>
        </pc:spChg>
        <pc:spChg chg="del mod">
          <ac:chgData name="Ms Alina Arshad" userId="cccdfd85-d35d-4453-9c6f-a463aae40722" providerId="ADAL" clId="{9854E9E9-FCEA-46BD-B550-110177B9E80F}" dt="2024-10-19T16:27:01.643" v="1082" actId="478"/>
          <ac:spMkLst>
            <pc:docMk/>
            <pc:sldMk cId="0" sldId="278"/>
            <ac:spMk id="4" creationId="{00000000-0000-0000-0000-000000000000}"/>
          </ac:spMkLst>
        </pc:spChg>
      </pc:sldChg>
      <pc:sldChg chg="modSp new mod">
        <pc:chgData name="Ms Alina Arshad" userId="cccdfd85-d35d-4453-9c6f-a463aae40722" providerId="ADAL" clId="{9854E9E9-FCEA-46BD-B550-110177B9E80F}" dt="2024-10-19T07:56:03.329" v="303" actId="14100"/>
        <pc:sldMkLst>
          <pc:docMk/>
          <pc:sldMk cId="3240370692" sldId="279"/>
        </pc:sldMkLst>
        <pc:spChg chg="mod">
          <ac:chgData name="Ms Alina Arshad" userId="cccdfd85-d35d-4453-9c6f-a463aae40722" providerId="ADAL" clId="{9854E9E9-FCEA-46BD-B550-110177B9E80F}" dt="2024-10-19T07:50:12.705" v="211" actId="113"/>
          <ac:spMkLst>
            <pc:docMk/>
            <pc:sldMk cId="3240370692" sldId="279"/>
            <ac:spMk id="2" creationId="{BA844F90-433D-2057-99FE-62FAF39552C5}"/>
          </ac:spMkLst>
        </pc:spChg>
        <pc:spChg chg="mod">
          <ac:chgData name="Ms Alina Arshad" userId="cccdfd85-d35d-4453-9c6f-a463aae40722" providerId="ADAL" clId="{9854E9E9-FCEA-46BD-B550-110177B9E80F}" dt="2024-10-19T07:56:03.329" v="303" actId="14100"/>
          <ac:spMkLst>
            <pc:docMk/>
            <pc:sldMk cId="3240370692" sldId="279"/>
            <ac:spMk id="3" creationId="{C61C41A0-B3FF-7DEC-396A-1327549017CA}"/>
          </ac:spMkLst>
        </pc:spChg>
      </pc:sldChg>
      <pc:sldMasterChg chg="delSldLayout">
        <pc:chgData name="Ms Alina Arshad" userId="cccdfd85-d35d-4453-9c6f-a463aae40722" providerId="ADAL" clId="{9854E9E9-FCEA-46BD-B550-110177B9E80F}" dt="2024-10-19T07:38:17.304" v="44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9854E9E9-FCEA-46BD-B550-110177B9E80F}" dt="2024-10-19T07:38:17.304" v="44" actId="47"/>
          <pc:sldLayoutMkLst>
            <pc:docMk/>
            <pc:sldMasterMk cId="1090009938" sldId="2147483660"/>
            <pc:sldLayoutMk cId="3151685511" sldId="2147483672"/>
          </pc:sldLayoutMkLst>
        </pc:sldLayoutChg>
      </pc:sldMasterChg>
    </pc:docChg>
  </pc:docChgLst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1577505814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1582826008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1582826008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731299161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2090315159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250404710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250404710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1497646456" sldId="275"/>
        </pc:sldMkLst>
      </pc:sld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1577505814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1582826008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1582826008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731299161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90329638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90329638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2295129282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2295129282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2090315159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2090315159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3034138166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3034138166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163412965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163412965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163412965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163412965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163412965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700AA452-C530-416E-96E5-BDDCF9860929}"/>
    <pc:docChg chg="custSel addSld delSld modSld sldOrd modMainMaster">
      <pc:chgData name="Ms Alina Arshad" userId="cccdfd85-d35d-4453-9c6f-a463aae40722" providerId="ADAL" clId="{700AA452-C530-416E-96E5-BDDCF9860929}" dt="2024-09-30T18:52:44.057" v="228" actId="1076"/>
      <pc:docMkLst>
        <pc:docMk/>
      </pc:docMkLst>
      <pc:sldChg chg="modSp mod">
        <pc:chgData name="Ms Alina Arshad" userId="cccdfd85-d35d-4453-9c6f-a463aae40722" providerId="ADAL" clId="{700AA452-C530-416E-96E5-BDDCF9860929}" dt="2024-09-30T14:50:50.653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00AA452-C530-416E-96E5-BDDCF9860929}" dt="2024-09-30T14:50:50.653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00AA452-C530-416E-96E5-BDDCF9860929}" dt="2024-09-22T13:30:22.497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700AA452-C530-416E-96E5-BDDCF9860929}" dt="2024-09-22T13:30:23.636" v="5" actId="47"/>
        <pc:sldMkLst>
          <pc:docMk/>
          <pc:sldMk cId="1577505814" sldId="265"/>
        </pc:sldMkLst>
      </pc:sldChg>
      <pc:sldChg chg="del">
        <pc:chgData name="Ms Alina Arshad" userId="cccdfd85-d35d-4453-9c6f-a463aae40722" providerId="ADAL" clId="{700AA452-C530-416E-96E5-BDDCF9860929}" dt="2024-09-22T13:30:25.540" v="10" actId="47"/>
        <pc:sldMkLst>
          <pc:docMk/>
          <pc:sldMk cId="1582826008" sldId="266"/>
        </pc:sldMkLst>
      </pc:sldChg>
      <pc:sldChg chg="del">
        <pc:chgData name="Ms Alina Arshad" userId="cccdfd85-d35d-4453-9c6f-a463aae40722" providerId="ADAL" clId="{700AA452-C530-416E-96E5-BDDCF9860929}" dt="2024-09-22T13:30:28.390" v="17" actId="47"/>
        <pc:sldMkLst>
          <pc:docMk/>
          <pc:sldMk cId="731299161" sldId="267"/>
        </pc:sldMkLst>
      </pc:sldChg>
      <pc:sldChg chg="del">
        <pc:chgData name="Ms Alina Arshad" userId="cccdfd85-d35d-4453-9c6f-a463aae40722" providerId="ADAL" clId="{700AA452-C530-416E-96E5-BDDCF9860929}" dt="2024-09-22T13:30:25.951" v="11" actId="47"/>
        <pc:sldMkLst>
          <pc:docMk/>
          <pc:sldMk cId="90329638" sldId="268"/>
        </pc:sldMkLst>
      </pc:sldChg>
      <pc:sldChg chg="del">
        <pc:chgData name="Ms Alina Arshad" userId="cccdfd85-d35d-4453-9c6f-a463aae40722" providerId="ADAL" clId="{700AA452-C530-416E-96E5-BDDCF9860929}" dt="2024-09-22T13:30:26.385" v="12" actId="47"/>
        <pc:sldMkLst>
          <pc:docMk/>
          <pc:sldMk cId="2295129282" sldId="269"/>
        </pc:sldMkLst>
      </pc:sldChg>
      <pc:sldChg chg="del">
        <pc:chgData name="Ms Alina Arshad" userId="cccdfd85-d35d-4453-9c6f-a463aae40722" providerId="ADAL" clId="{700AA452-C530-416E-96E5-BDDCF9860929}" dt="2024-09-22T13:30:26.779" v="13" actId="47"/>
        <pc:sldMkLst>
          <pc:docMk/>
          <pc:sldMk cId="2090315159" sldId="270"/>
        </pc:sldMkLst>
      </pc:sldChg>
      <pc:sldChg chg="del">
        <pc:chgData name="Ms Alina Arshad" userId="cccdfd85-d35d-4453-9c6f-a463aae40722" providerId="ADAL" clId="{700AA452-C530-416E-96E5-BDDCF9860929}" dt="2024-09-22T13:30:27.167" v="14" actId="47"/>
        <pc:sldMkLst>
          <pc:docMk/>
          <pc:sldMk cId="3034138166" sldId="271"/>
        </pc:sldMkLst>
      </pc:sldChg>
      <pc:sldChg chg="del">
        <pc:chgData name="Ms Alina Arshad" userId="cccdfd85-d35d-4453-9c6f-a463aae40722" providerId="ADAL" clId="{700AA452-C530-416E-96E5-BDDCF9860929}" dt="2024-09-22T13:30:28.703" v="18" actId="47"/>
        <pc:sldMkLst>
          <pc:docMk/>
          <pc:sldMk cId="2504047100" sldId="272"/>
        </pc:sldMkLst>
      </pc:sldChg>
      <pc:sldChg chg="del">
        <pc:chgData name="Ms Alina Arshad" userId="cccdfd85-d35d-4453-9c6f-a463aae40722" providerId="ADAL" clId="{700AA452-C530-416E-96E5-BDDCF9860929}" dt="2024-09-22T13:30:29.112" v="19" actId="47"/>
        <pc:sldMkLst>
          <pc:docMk/>
          <pc:sldMk cId="4283755204" sldId="273"/>
        </pc:sldMkLst>
      </pc:sldChg>
      <pc:sldChg chg="del">
        <pc:chgData name="Ms Alina Arshad" userId="cccdfd85-d35d-4453-9c6f-a463aae40722" providerId="ADAL" clId="{700AA452-C530-416E-96E5-BDDCF9860929}" dt="2024-09-22T13:30:30.826" v="20" actId="47"/>
        <pc:sldMkLst>
          <pc:docMk/>
          <pc:sldMk cId="2935103945" sldId="274"/>
        </pc:sldMkLst>
      </pc:sldChg>
      <pc:sldChg chg="del">
        <pc:chgData name="Ms Alina Arshad" userId="cccdfd85-d35d-4453-9c6f-a463aae40722" providerId="ADAL" clId="{700AA452-C530-416E-96E5-BDDCF9860929}" dt="2024-09-22T13:30:32.394" v="22" actId="47"/>
        <pc:sldMkLst>
          <pc:docMk/>
          <pc:sldMk cId="1497646456" sldId="275"/>
        </pc:sldMkLst>
      </pc:sldChg>
      <pc:sldChg chg="del">
        <pc:chgData name="Ms Alina Arshad" userId="cccdfd85-d35d-4453-9c6f-a463aae40722" providerId="ADAL" clId="{700AA452-C530-416E-96E5-BDDCF9860929}" dt="2024-09-22T13:30:34.442" v="24" actId="47"/>
        <pc:sldMkLst>
          <pc:docMk/>
          <pc:sldMk cId="3993717517" sldId="276"/>
        </pc:sldMkLst>
      </pc:sldChg>
      <pc:sldChg chg="del">
        <pc:chgData name="Ms Alina Arshad" userId="cccdfd85-d35d-4453-9c6f-a463aae40722" providerId="ADAL" clId="{700AA452-C530-416E-96E5-BDDCF9860929}" dt="2024-09-22T13:30:33.290" v="23" actId="47"/>
        <pc:sldMkLst>
          <pc:docMk/>
          <pc:sldMk cId="2668593764" sldId="278"/>
        </pc:sldMkLst>
      </pc:sldChg>
      <pc:sldChg chg="modSp mod">
        <pc:chgData name="Ms Alina Arshad" userId="cccdfd85-d35d-4453-9c6f-a463aae40722" providerId="ADAL" clId="{700AA452-C530-416E-96E5-BDDCF9860929}" dt="2024-09-22T13:34:43.002" v="68" actId="12"/>
        <pc:sldMkLst>
          <pc:docMk/>
          <pc:sldMk cId="3703048629" sldId="279"/>
        </pc:sldMkLst>
        <pc:spChg chg="mod">
          <ac:chgData name="Ms Alina Arshad" userId="cccdfd85-d35d-4453-9c6f-a463aae40722" providerId="ADAL" clId="{700AA452-C530-416E-96E5-BDDCF9860929}" dt="2024-09-22T13:33:11.415" v="43" actId="113"/>
          <ac:spMkLst>
            <pc:docMk/>
            <pc:sldMk cId="3703048629" sldId="279"/>
            <ac:spMk id="2" creationId="{C0531C6D-BBF1-4A8F-A69A-DB05C817BC81}"/>
          </ac:spMkLst>
        </pc:spChg>
        <pc:spChg chg="mod">
          <ac:chgData name="Ms Alina Arshad" userId="cccdfd85-d35d-4453-9c6f-a463aae40722" providerId="ADAL" clId="{700AA452-C530-416E-96E5-BDDCF9860929}" dt="2024-09-22T13:34:43.002" v="68" actId="12"/>
          <ac:spMkLst>
            <pc:docMk/>
            <pc:sldMk cId="3703048629" sldId="279"/>
            <ac:spMk id="3" creationId="{14C2275F-EEF7-4B46-8F23-7E6682716D48}"/>
          </ac:spMkLst>
        </pc:spChg>
        <pc:picChg chg="mod">
          <ac:chgData name="Ms Alina Arshad" userId="cccdfd85-d35d-4453-9c6f-a463aae40722" providerId="ADAL" clId="{700AA452-C530-416E-96E5-BDDCF9860929}" dt="2024-09-22T13:33:32.702" v="53" actId="1076"/>
          <ac:picMkLst>
            <pc:docMk/>
            <pc:sldMk cId="3703048629" sldId="279"/>
            <ac:picMk id="5" creationId="{B341A69E-52DE-472E-8D85-410C0A82622D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33:50.104" v="57" actId="1076"/>
        <pc:sldMkLst>
          <pc:docMk/>
          <pc:sldMk cId="1821615422" sldId="280"/>
        </pc:sldMkLst>
        <pc:spChg chg="del">
          <ac:chgData name="Ms Alina Arshad" userId="cccdfd85-d35d-4453-9c6f-a463aae40722" providerId="ADAL" clId="{700AA452-C530-416E-96E5-BDDCF9860929}" dt="2024-09-22T13:33:39.548" v="54" actId="478"/>
          <ac:spMkLst>
            <pc:docMk/>
            <pc:sldMk cId="1821615422" sldId="280"/>
            <ac:spMk id="2" creationId="{3F5B8599-097F-47C6-8975-4A5EB88DFD01}"/>
          </ac:spMkLst>
        </pc:spChg>
        <pc:picChg chg="mod">
          <ac:chgData name="Ms Alina Arshad" userId="cccdfd85-d35d-4453-9c6f-a463aae40722" providerId="ADAL" clId="{700AA452-C530-416E-96E5-BDDCF9860929}" dt="2024-09-22T13:33:50.104" v="57" actId="1076"/>
          <ac:picMkLst>
            <pc:docMk/>
            <pc:sldMk cId="1821615422" sldId="280"/>
            <ac:picMk id="5" creationId="{894791AD-65B4-4FB8-9291-53F6E89BDCE6}"/>
          </ac:picMkLst>
        </pc:picChg>
      </pc:sldChg>
      <pc:sldChg chg="modSp mod">
        <pc:chgData name="Ms Alina Arshad" userId="cccdfd85-d35d-4453-9c6f-a463aae40722" providerId="ADAL" clId="{700AA452-C530-416E-96E5-BDDCF9860929}" dt="2024-09-28T19:12:04.191" v="13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700AA452-C530-416E-96E5-BDDCF9860929}" dt="2024-09-28T19:11:44.367" v="135" actId="27636"/>
          <ac:spMkLst>
            <pc:docMk/>
            <pc:sldMk cId="3605066316" sldId="281"/>
            <ac:spMk id="2" creationId="{B31F7F40-579C-4FE5-8B85-B1955C717D63}"/>
          </ac:spMkLst>
        </pc:spChg>
        <pc:spChg chg="mod">
          <ac:chgData name="Ms Alina Arshad" userId="cccdfd85-d35d-4453-9c6f-a463aae40722" providerId="ADAL" clId="{700AA452-C530-416E-96E5-BDDCF9860929}" dt="2024-09-28T19:11:54.895" v="137" actId="14100"/>
          <ac:spMkLst>
            <pc:docMk/>
            <pc:sldMk cId="3605066316" sldId="281"/>
            <ac:spMk id="3" creationId="{4B76A832-156A-4738-A370-C6C9263DD589}"/>
          </ac:spMkLst>
        </pc:spChg>
        <pc:picChg chg="mod">
          <ac:chgData name="Ms Alina Arshad" userId="cccdfd85-d35d-4453-9c6f-a463aae40722" providerId="ADAL" clId="{700AA452-C530-416E-96E5-BDDCF9860929}" dt="2024-09-28T19:12:04.191" v="138" actId="1076"/>
          <ac:picMkLst>
            <pc:docMk/>
            <pc:sldMk cId="3605066316" sldId="281"/>
            <ac:picMk id="4" creationId="{AF3FF7B2-C599-40C2-A196-FB83C9F0FFF2}"/>
          </ac:picMkLst>
        </pc:picChg>
      </pc:sldChg>
      <pc:sldChg chg="modSp mod">
        <pc:chgData name="Ms Alina Arshad" userId="cccdfd85-d35d-4453-9c6f-a463aae40722" providerId="ADAL" clId="{700AA452-C530-416E-96E5-BDDCF9860929}" dt="2024-09-29T12:58:48.742" v="151" actId="14100"/>
        <pc:sldMkLst>
          <pc:docMk/>
          <pc:sldMk cId="24697311" sldId="282"/>
        </pc:sldMkLst>
        <pc:spChg chg="mod">
          <ac:chgData name="Ms Alina Arshad" userId="cccdfd85-d35d-4453-9c6f-a463aae40722" providerId="ADAL" clId="{700AA452-C530-416E-96E5-BDDCF9860929}" dt="2024-09-28T19:24:32.392" v="147" actId="207"/>
          <ac:spMkLst>
            <pc:docMk/>
            <pc:sldMk cId="24697311" sldId="282"/>
            <ac:spMk id="2" creationId="{C8D57331-0580-411F-A66E-6F735F653098}"/>
          </ac:spMkLst>
        </pc:spChg>
        <pc:spChg chg="mod">
          <ac:chgData name="Ms Alina Arshad" userId="cccdfd85-d35d-4453-9c6f-a463aae40722" providerId="ADAL" clId="{700AA452-C530-416E-96E5-BDDCF9860929}" dt="2024-09-29T12:58:48.742" v="151" actId="14100"/>
          <ac:spMkLst>
            <pc:docMk/>
            <pc:sldMk cId="24697311" sldId="282"/>
            <ac:spMk id="3" creationId="{5D6B3F0C-9FE7-4CF4-8A70-5A9DC5CC300D}"/>
          </ac:spMkLst>
        </pc:spChg>
      </pc:sldChg>
      <pc:sldChg chg="del">
        <pc:chgData name="Ms Alina Arshad" userId="cccdfd85-d35d-4453-9c6f-a463aae40722" providerId="ADAL" clId="{700AA452-C530-416E-96E5-BDDCF9860929}" dt="2024-09-22T13:30:31.378" v="21" actId="47"/>
        <pc:sldMkLst>
          <pc:docMk/>
          <pc:sldMk cId="3289392637" sldId="283"/>
        </pc:sldMkLst>
      </pc:sldChg>
      <pc:sldChg chg="modSp mod">
        <pc:chgData name="Ms Alina Arshad" userId="cccdfd85-d35d-4453-9c6f-a463aae40722" providerId="ADAL" clId="{700AA452-C530-416E-96E5-BDDCF9860929}" dt="2024-09-22T13:41:49.891" v="98" actId="2711"/>
        <pc:sldMkLst>
          <pc:docMk/>
          <pc:sldMk cId="800652809" sldId="284"/>
        </pc:sldMkLst>
        <pc:spChg chg="mod">
          <ac:chgData name="Ms Alina Arshad" userId="cccdfd85-d35d-4453-9c6f-a463aae40722" providerId="ADAL" clId="{700AA452-C530-416E-96E5-BDDCF9860929}" dt="2024-09-22T13:41:49.891" v="98" actId="2711"/>
          <ac:spMkLst>
            <pc:docMk/>
            <pc:sldMk cId="800652809" sldId="284"/>
            <ac:spMk id="3" creationId="{B5595F3F-845B-42B5-B0D6-06074B82D45C}"/>
          </ac:spMkLst>
        </pc:spChg>
      </pc:sldChg>
      <pc:sldChg chg="del">
        <pc:chgData name="Ms Alina Arshad" userId="cccdfd85-d35d-4453-9c6f-a463aae40722" providerId="ADAL" clId="{700AA452-C530-416E-96E5-BDDCF9860929}" dt="2024-09-22T13:30:24.766" v="8" actId="47"/>
        <pc:sldMkLst>
          <pc:docMk/>
          <pc:sldMk cId="1402144616" sldId="285"/>
        </pc:sldMkLst>
      </pc:sldChg>
      <pc:sldChg chg="del">
        <pc:chgData name="Ms Alina Arshad" userId="cccdfd85-d35d-4453-9c6f-a463aae40722" providerId="ADAL" clId="{700AA452-C530-416E-96E5-BDDCF9860929}" dt="2024-09-22T13:30:35.929" v="25" actId="47"/>
        <pc:sldMkLst>
          <pc:docMk/>
          <pc:sldMk cId="3229345964" sldId="287"/>
        </pc:sldMkLst>
      </pc:sldChg>
      <pc:sldChg chg="modSp mod">
        <pc:chgData name="Ms Alina Arshad" userId="cccdfd85-d35d-4453-9c6f-a463aae40722" providerId="ADAL" clId="{700AA452-C530-416E-96E5-BDDCF9860929}" dt="2024-09-22T13:34:26.334" v="67" actId="12"/>
        <pc:sldMkLst>
          <pc:docMk/>
          <pc:sldMk cId="2002870935" sldId="288"/>
        </pc:sldMkLst>
        <pc:spChg chg="mod">
          <ac:chgData name="Ms Alina Arshad" userId="cccdfd85-d35d-4453-9c6f-a463aae40722" providerId="ADAL" clId="{700AA452-C530-416E-96E5-BDDCF9860929}" dt="2024-09-22T13:34:01.272" v="61" actId="1076"/>
          <ac:spMkLst>
            <pc:docMk/>
            <pc:sldMk cId="2002870935" sldId="288"/>
            <ac:spMk id="2" creationId="{3F5B8599-097F-47C6-8975-4A5EB88DFD01}"/>
          </ac:spMkLst>
        </pc:spChg>
        <pc:spChg chg="mod">
          <ac:chgData name="Ms Alina Arshad" userId="cccdfd85-d35d-4453-9c6f-a463aae40722" providerId="ADAL" clId="{700AA452-C530-416E-96E5-BDDCF9860929}" dt="2024-09-22T13:34:26.334" v="67" actId="12"/>
          <ac:spMkLst>
            <pc:docMk/>
            <pc:sldMk cId="2002870935" sldId="288"/>
            <ac:spMk id="4" creationId="{CE607608-9379-4954-A9D2-4545D6BFDFB4}"/>
          </ac:spMkLst>
        </pc:spChg>
      </pc:sldChg>
      <pc:sldChg chg="addSp modSp mod setBg">
        <pc:chgData name="Ms Alina Arshad" userId="cccdfd85-d35d-4453-9c6f-a463aae40722" providerId="ADAL" clId="{700AA452-C530-416E-96E5-BDDCF9860929}" dt="2024-09-22T13:31:19.705" v="41" actId="1076"/>
        <pc:sldMkLst>
          <pc:docMk/>
          <pc:sldMk cId="0" sldId="347"/>
        </pc:sldMkLst>
        <pc:spChg chg="mo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75" creationId="{05811255-AEB9-464F-8A4D-2ACF44038D7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1" creationId="{4E4490D0-3672-446A-AC12-B4830333BDDD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3" creationId="{39CB82C2-DF65-4EC1-8280-F201D50F570B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7" creationId="{FA4CD5CB-D209-4D70-8CA4-629731C5921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1" creationId="{B4C27B90-DF2B-4D00-BA07-18ED774CD2F1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3" creationId="{593ACC25-C262-417A-8AA9-0641C772BDB6}"/>
          </ac:spMkLst>
        </pc:spChg>
        <pc:picChg chg="mod">
          <ac:chgData name="Ms Alina Arshad" userId="cccdfd85-d35d-4453-9c6f-a463aae40722" providerId="ADAL" clId="{700AA452-C530-416E-96E5-BDDCF9860929}" dt="2024-09-22T13:31:19.705" v="41" actId="1076"/>
          <ac:picMkLst>
            <pc:docMk/>
            <pc:sldMk cId="0" sldId="347"/>
            <ac:picMk id="54276" creationId="{2AD11418-104B-4018-8AA4-90D20E00BBB7}"/>
          </ac:picMkLst>
        </pc:pic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5" creationId="{7E1D4427-852B-4B37-8E76-0E9F1810BA2A}"/>
          </ac:cxnSpMkLst>
        </pc:cxn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9" creationId="{5C6A2BAE-B461-4B55-8E1F-0722ABDD1393}"/>
          </ac:cxnSpMkLst>
        </pc:cxnChg>
      </pc:sldChg>
      <pc:sldChg chg="modSp mod">
        <pc:chgData name="Ms Alina Arshad" userId="cccdfd85-d35d-4453-9c6f-a463aae40722" providerId="ADAL" clId="{700AA452-C530-416E-96E5-BDDCF9860929}" dt="2024-09-29T13:05:06.492" v="154" actId="20577"/>
        <pc:sldMkLst>
          <pc:docMk/>
          <pc:sldMk cId="2036508356" sldId="348"/>
        </pc:sldMkLst>
        <pc:spChg chg="mod">
          <ac:chgData name="Ms Alina Arshad" userId="cccdfd85-d35d-4453-9c6f-a463aae40722" providerId="ADAL" clId="{700AA452-C530-416E-96E5-BDDCF9860929}" dt="2024-09-29T13:04:40.062" v="152" actId="207"/>
          <ac:spMkLst>
            <pc:docMk/>
            <pc:sldMk cId="2036508356" sldId="348"/>
            <ac:spMk id="2" creationId="{C0E80CD8-9EA5-4B12-B717-3449A4678F5C}"/>
          </ac:spMkLst>
        </pc:spChg>
        <pc:spChg chg="mod">
          <ac:chgData name="Ms Alina Arshad" userId="cccdfd85-d35d-4453-9c6f-a463aae40722" providerId="ADAL" clId="{700AA452-C530-416E-96E5-BDDCF9860929}" dt="2024-09-29T13:05:06.492" v="154" actId="20577"/>
          <ac:spMkLst>
            <pc:docMk/>
            <pc:sldMk cId="2036508356" sldId="348"/>
            <ac:spMk id="3" creationId="{0D74B3B6-9876-42D3-AE90-C1F71A7BF21E}"/>
          </ac:spMkLst>
        </pc:spChg>
      </pc:sldChg>
      <pc:sldChg chg="modSp mod">
        <pc:chgData name="Ms Alina Arshad" userId="cccdfd85-d35d-4453-9c6f-a463aae40722" providerId="ADAL" clId="{700AA452-C530-416E-96E5-BDDCF9860929}" dt="2024-09-29T13:05:56.360" v="155" actId="255"/>
        <pc:sldMkLst>
          <pc:docMk/>
          <pc:sldMk cId="132290220" sldId="349"/>
        </pc:sldMkLst>
        <pc:spChg chg="mod">
          <ac:chgData name="Ms Alina Arshad" userId="cccdfd85-d35d-4453-9c6f-a463aae40722" providerId="ADAL" clId="{700AA452-C530-416E-96E5-BDDCF9860929}" dt="2024-09-22T13:35:33.981" v="80" actId="207"/>
          <ac:spMkLst>
            <pc:docMk/>
            <pc:sldMk cId="132290220" sldId="349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9T13:05:56.360" v="155" actId="255"/>
          <ac:spMkLst>
            <pc:docMk/>
            <pc:sldMk cId="132290220" sldId="349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2T13:36:56.677" v="95" actId="12"/>
        <pc:sldMkLst>
          <pc:docMk/>
          <pc:sldMk cId="448686030" sldId="350"/>
        </pc:sldMkLst>
        <pc:spChg chg="mod">
          <ac:chgData name="Ms Alina Arshad" userId="cccdfd85-d35d-4453-9c6f-a463aae40722" providerId="ADAL" clId="{700AA452-C530-416E-96E5-BDDCF9860929}" dt="2024-09-22T13:36:41.029" v="90" actId="207"/>
          <ac:spMkLst>
            <pc:docMk/>
            <pc:sldMk cId="448686030" sldId="350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2T13:36:56.677" v="95" actId="12"/>
          <ac:spMkLst>
            <pc:docMk/>
            <pc:sldMk cId="448686030" sldId="350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9T13:07:04.867" v="156" actId="1076"/>
        <pc:sldMkLst>
          <pc:docMk/>
          <pc:sldMk cId="3109540881" sldId="351"/>
        </pc:sldMkLst>
        <pc:spChg chg="mod">
          <ac:chgData name="Ms Alina Arshad" userId="cccdfd85-d35d-4453-9c6f-a463aae40722" providerId="ADAL" clId="{700AA452-C530-416E-96E5-BDDCF9860929}" dt="2024-09-22T13:36:24.960" v="87" actId="1076"/>
          <ac:spMkLst>
            <pc:docMk/>
            <pc:sldMk cId="3109540881" sldId="351"/>
            <ac:spMk id="3" creationId="{00000000-0000-0000-0000-000000000000}"/>
          </ac:spMkLst>
        </pc:spChg>
        <pc:spChg chg="mod">
          <ac:chgData name="Ms Alina Arshad" userId="cccdfd85-d35d-4453-9c6f-a463aae40722" providerId="ADAL" clId="{700AA452-C530-416E-96E5-BDDCF9860929}" dt="2024-09-22T13:36:30.456" v="88" actId="1076"/>
          <ac:spMkLst>
            <pc:docMk/>
            <pc:sldMk cId="3109540881" sldId="351"/>
            <ac:spMk id="7" creationId="{00000000-0000-0000-0000-000000000000}"/>
          </ac:spMkLst>
        </pc:spChg>
        <pc:picChg chg="mod">
          <ac:chgData name="Ms Alina Arshad" userId="cccdfd85-d35d-4453-9c6f-a463aae40722" providerId="ADAL" clId="{700AA452-C530-416E-96E5-BDDCF9860929}" dt="2024-09-29T13:07:04.867" v="156" actId="1076"/>
          <ac:picMkLst>
            <pc:docMk/>
            <pc:sldMk cId="3109540881" sldId="351"/>
            <ac:picMk id="4" creationId="{21521628-EC7A-4860-9AD2-ED0E0C440F5B}"/>
          </ac:picMkLst>
        </pc:picChg>
        <pc:cxnChg chg="mod">
          <ac:chgData name="Ms Alina Arshad" userId="cccdfd85-d35d-4453-9c6f-a463aae40722" providerId="ADAL" clId="{700AA452-C530-416E-96E5-BDDCF9860929}" dt="2024-09-22T13:36:32.961" v="89" actId="1076"/>
          <ac:cxnSpMkLst>
            <pc:docMk/>
            <pc:sldMk cId="3109540881" sldId="351"/>
            <ac:cxnSpMk id="6" creationId="{00000000-0000-0000-0000-000000000000}"/>
          </ac:cxnSpMkLst>
        </pc:cxnChg>
      </pc:sldChg>
      <pc:sldChg chg="modSp mod">
        <pc:chgData name="Ms Alina Arshad" userId="cccdfd85-d35d-4453-9c6f-a463aae40722" providerId="ADAL" clId="{700AA452-C530-416E-96E5-BDDCF9860929}" dt="2024-09-30T15:04:42.060" v="159" actId="207"/>
        <pc:sldMkLst>
          <pc:docMk/>
          <pc:sldMk cId="0" sldId="352"/>
        </pc:sldMkLst>
        <pc:spChg chg="mod">
          <ac:chgData name="Ms Alina Arshad" userId="cccdfd85-d35d-4453-9c6f-a463aae40722" providerId="ADAL" clId="{700AA452-C530-416E-96E5-BDDCF9860929}" dt="2024-09-30T15:04:42.060" v="159" actId="207"/>
          <ac:spMkLst>
            <pc:docMk/>
            <pc:sldMk cId="0" sldId="352"/>
            <ac:spMk id="64515" creationId="{2E4645F8-E14A-4CA7-AE6B-F33FAA978EE6}"/>
          </ac:spMkLst>
        </pc:spChg>
        <pc:spChg chg="mod">
          <ac:chgData name="Ms Alina Arshad" userId="cccdfd85-d35d-4453-9c6f-a463aae40722" providerId="ADAL" clId="{700AA452-C530-416E-96E5-BDDCF9860929}" dt="2024-09-22T13:45:31.228" v="110" actId="14100"/>
          <ac:spMkLst>
            <pc:docMk/>
            <pc:sldMk cId="0" sldId="352"/>
            <ac:spMk id="64516" creationId="{D2D679A3-2E8D-4632-948B-DAF7F009B134}"/>
          </ac:spMkLst>
        </pc:spChg>
      </pc:sldChg>
      <pc:sldChg chg="modSp mod">
        <pc:chgData name="Ms Alina Arshad" userId="cccdfd85-d35d-4453-9c6f-a463aae40722" providerId="ADAL" clId="{700AA452-C530-416E-96E5-BDDCF9860929}" dt="2024-09-22T13:46:13.377" v="122" actId="207"/>
        <pc:sldMkLst>
          <pc:docMk/>
          <pc:sldMk cId="0" sldId="353"/>
        </pc:sldMkLst>
        <pc:spChg chg="mod">
          <ac:chgData name="Ms Alina Arshad" userId="cccdfd85-d35d-4453-9c6f-a463aae40722" providerId="ADAL" clId="{700AA452-C530-416E-96E5-BDDCF9860929}" dt="2024-09-22T13:45:57.835" v="118" actId="113"/>
          <ac:spMkLst>
            <pc:docMk/>
            <pc:sldMk cId="0" sldId="353"/>
            <ac:spMk id="66563" creationId="{650DE2D3-D33D-40B5-8D5C-AB29784566B6}"/>
          </ac:spMkLst>
        </pc:spChg>
        <pc:spChg chg="mod">
          <ac:chgData name="Ms Alina Arshad" userId="cccdfd85-d35d-4453-9c6f-a463aae40722" providerId="ADAL" clId="{700AA452-C530-416E-96E5-BDDCF9860929}" dt="2024-09-22T13:46:13.377" v="122" actId="207"/>
          <ac:spMkLst>
            <pc:docMk/>
            <pc:sldMk cId="0" sldId="353"/>
            <ac:spMk id="66565" creationId="{64F0F6F5-8B02-4BA2-8850-441C6DF481F0}"/>
          </ac:spMkLst>
        </pc:spChg>
        <pc:picChg chg="mod">
          <ac:chgData name="Ms Alina Arshad" userId="cccdfd85-d35d-4453-9c6f-a463aae40722" providerId="ADAL" clId="{700AA452-C530-416E-96E5-BDDCF9860929}" dt="2024-09-22T13:45:59.814" v="119" actId="1076"/>
          <ac:picMkLst>
            <pc:docMk/>
            <pc:sldMk cId="0" sldId="353"/>
            <ac:picMk id="66564" creationId="{573920A5-602D-4661-B4F9-9067EB5BEADE}"/>
          </ac:picMkLst>
        </pc:picChg>
      </pc:sldChg>
      <pc:sldChg chg="modSp mod">
        <pc:chgData name="Ms Alina Arshad" userId="cccdfd85-d35d-4453-9c6f-a463aae40722" providerId="ADAL" clId="{700AA452-C530-416E-96E5-BDDCF9860929}" dt="2024-09-30T15:07:21.563" v="164" actId="14100"/>
        <pc:sldMkLst>
          <pc:docMk/>
          <pc:sldMk cId="0" sldId="354"/>
        </pc:sldMkLst>
        <pc:spChg chg="mod">
          <ac:chgData name="Ms Alina Arshad" userId="cccdfd85-d35d-4453-9c6f-a463aae40722" providerId="ADAL" clId="{700AA452-C530-416E-96E5-BDDCF9860929}" dt="2024-09-30T15:07:18.372" v="163" actId="1076"/>
          <ac:spMkLst>
            <pc:docMk/>
            <pc:sldMk cId="0" sldId="354"/>
            <ac:spMk id="68611" creationId="{7219106E-1553-4571-BEA9-6E2CC9576B6D}"/>
          </ac:spMkLst>
        </pc:spChg>
        <pc:picChg chg="mod">
          <ac:chgData name="Ms Alina Arshad" userId="cccdfd85-d35d-4453-9c6f-a463aae40722" providerId="ADAL" clId="{700AA452-C530-416E-96E5-BDDCF9860929}" dt="2024-09-30T15:07:21.563" v="164" actId="14100"/>
          <ac:picMkLst>
            <pc:docMk/>
            <pc:sldMk cId="0" sldId="354"/>
            <ac:picMk id="68612" creationId="{0C875AAC-7673-45CE-B586-BDF42E669911}"/>
          </ac:picMkLst>
        </pc:picChg>
      </pc:sldChg>
      <pc:sldChg chg="modSp mod">
        <pc:chgData name="Ms Alina Arshad" userId="cccdfd85-d35d-4453-9c6f-a463aae40722" providerId="ADAL" clId="{700AA452-C530-416E-96E5-BDDCF9860929}" dt="2024-09-30T15:08:40.788" v="170" actId="1076"/>
        <pc:sldMkLst>
          <pc:docMk/>
          <pc:sldMk cId="0" sldId="355"/>
        </pc:sldMkLst>
        <pc:spChg chg="mod">
          <ac:chgData name="Ms Alina Arshad" userId="cccdfd85-d35d-4453-9c6f-a463aae40722" providerId="ADAL" clId="{700AA452-C530-416E-96E5-BDDCF9860929}" dt="2024-09-30T15:08:03.318" v="165" actId="207"/>
          <ac:spMkLst>
            <pc:docMk/>
            <pc:sldMk cId="0" sldId="355"/>
            <ac:spMk id="75779" creationId="{B61B8769-D463-457A-B042-0D946EB6E901}"/>
          </ac:spMkLst>
        </pc:spChg>
        <pc:spChg chg="mod">
          <ac:chgData name="Ms Alina Arshad" userId="cccdfd85-d35d-4453-9c6f-a463aae40722" providerId="ADAL" clId="{700AA452-C530-416E-96E5-BDDCF9860929}" dt="2024-09-30T15:08:40.788" v="170" actId="1076"/>
          <ac:spMkLst>
            <pc:docMk/>
            <pc:sldMk cId="0" sldId="355"/>
            <ac:spMk id="75780" creationId="{B969BE2E-346A-40F3-BA4C-8A977B24D846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2:44.057" v="228" actId="1076"/>
        <pc:sldMkLst>
          <pc:docMk/>
          <pc:sldMk cId="0" sldId="357"/>
        </pc:sldMkLst>
        <pc:spChg chg="del">
          <ac:chgData name="Ms Alina Arshad" userId="cccdfd85-d35d-4453-9c6f-a463aae40722" providerId="ADAL" clId="{700AA452-C530-416E-96E5-BDDCF9860929}" dt="2024-09-30T18:52:12.279" v="220" actId="478"/>
          <ac:spMkLst>
            <pc:docMk/>
            <pc:sldMk cId="0" sldId="357"/>
            <ac:spMk id="84994" creationId="{FEC753B0-AD36-4203-91A2-CE32D7F4AE44}"/>
          </ac:spMkLst>
        </pc:spChg>
        <pc:spChg chg="mod">
          <ac:chgData name="Ms Alina Arshad" userId="cccdfd85-d35d-4453-9c6f-a463aae40722" providerId="ADAL" clId="{700AA452-C530-416E-96E5-BDDCF9860929}" dt="2024-09-30T18:52:44.057" v="228" actId="1076"/>
          <ac:spMkLst>
            <pc:docMk/>
            <pc:sldMk cId="0" sldId="357"/>
            <ac:spMk id="84995" creationId="{6B637A28-0889-4EC5-BA30-354C9967D0FB}"/>
          </ac:spMkLst>
        </pc:spChg>
        <pc:graphicFrameChg chg="mod modGraphic">
          <ac:chgData name="Ms Alina Arshad" userId="cccdfd85-d35d-4453-9c6f-a463aae40722" providerId="ADAL" clId="{700AA452-C530-416E-96E5-BDDCF9860929}" dt="2024-09-30T18:52:39.248" v="227" actId="1076"/>
          <ac:graphicFrameMkLst>
            <pc:docMk/>
            <pc:sldMk cId="0" sldId="357"/>
            <ac:graphicFrameMk id="884809" creationId="{556EDF7B-4711-416D-A419-F0CB230120BD}"/>
          </ac:graphicFrameMkLst>
        </pc:graphicFrameChg>
      </pc:sldChg>
      <pc:sldChg chg="modSp mod">
        <pc:chgData name="Ms Alina Arshad" userId="cccdfd85-d35d-4453-9c6f-a463aae40722" providerId="ADAL" clId="{700AA452-C530-416E-96E5-BDDCF9860929}" dt="2024-09-30T18:48:23.109" v="199" actId="403"/>
        <pc:sldMkLst>
          <pc:docMk/>
          <pc:sldMk cId="0" sldId="368"/>
        </pc:sldMkLst>
        <pc:spChg chg="mod">
          <ac:chgData name="Ms Alina Arshad" userId="cccdfd85-d35d-4453-9c6f-a463aae40722" providerId="ADAL" clId="{700AA452-C530-416E-96E5-BDDCF9860929}" dt="2024-09-30T18:48:23.109" v="199" actId="403"/>
          <ac:spMkLst>
            <pc:docMk/>
            <pc:sldMk cId="0" sldId="368"/>
            <ac:spMk id="80899" creationId="{8AA31434-6D57-45F6-91CD-6F6FEBE0E785}"/>
          </ac:spMkLst>
        </pc:spChg>
      </pc:sldChg>
      <pc:sldChg chg="modSp mod">
        <pc:chgData name="Ms Alina Arshad" userId="cccdfd85-d35d-4453-9c6f-a463aae40722" providerId="ADAL" clId="{700AA452-C530-416E-96E5-BDDCF9860929}" dt="2024-09-30T18:49:20.358" v="205" actId="207"/>
        <pc:sldMkLst>
          <pc:docMk/>
          <pc:sldMk cId="0" sldId="369"/>
        </pc:sldMkLst>
        <pc:spChg chg="mod">
          <ac:chgData name="Ms Alina Arshad" userId="cccdfd85-d35d-4453-9c6f-a463aae40722" providerId="ADAL" clId="{700AA452-C530-416E-96E5-BDDCF9860929}" dt="2024-09-30T18:49:05.147" v="204" actId="1076"/>
          <ac:spMkLst>
            <pc:docMk/>
            <pc:sldMk cId="0" sldId="369"/>
            <ac:spMk id="81923" creationId="{212404F8-56E8-4683-B334-13C19B18AB45}"/>
          </ac:spMkLst>
        </pc:spChg>
        <pc:spChg chg="mod">
          <ac:chgData name="Ms Alina Arshad" userId="cccdfd85-d35d-4453-9c6f-a463aae40722" providerId="ADAL" clId="{700AA452-C530-416E-96E5-BDDCF9860929}" dt="2024-09-30T18:49:20.358" v="205" actId="207"/>
          <ac:spMkLst>
            <pc:docMk/>
            <pc:sldMk cId="0" sldId="369"/>
            <ac:spMk id="81924" creationId="{68248C69-9332-4A99-BC0A-14F57C4D99DE}"/>
          </ac:spMkLst>
        </pc:spChg>
      </pc:sldChg>
      <pc:sldChg chg="modSp mod">
        <pc:chgData name="Ms Alina Arshad" userId="cccdfd85-d35d-4453-9c6f-a463aae40722" providerId="ADAL" clId="{700AA452-C530-416E-96E5-BDDCF9860929}" dt="2024-09-30T18:45:49.813" v="193" actId="20577"/>
        <pc:sldMkLst>
          <pc:docMk/>
          <pc:sldMk cId="0" sldId="370"/>
        </pc:sldMkLst>
        <pc:spChg chg="mod">
          <ac:chgData name="Ms Alina Arshad" userId="cccdfd85-d35d-4453-9c6f-a463aae40722" providerId="ADAL" clId="{700AA452-C530-416E-96E5-BDDCF9860929}" dt="2024-09-30T15:08:48.912" v="172" actId="207"/>
          <ac:spMkLst>
            <pc:docMk/>
            <pc:sldMk cId="0" sldId="370"/>
            <ac:spMk id="77827" creationId="{67E99228-87F5-434B-834C-05F83602BEA7}"/>
          </ac:spMkLst>
        </pc:spChg>
        <pc:spChg chg="mod">
          <ac:chgData name="Ms Alina Arshad" userId="cccdfd85-d35d-4453-9c6f-a463aae40722" providerId="ADAL" clId="{700AA452-C530-416E-96E5-BDDCF9860929}" dt="2024-09-30T18:45:49.813" v="193" actId="20577"/>
          <ac:spMkLst>
            <pc:docMk/>
            <pc:sldMk cId="0" sldId="370"/>
            <ac:spMk id="77828" creationId="{AE58D6A9-2268-4B9B-B644-43B75570DBA9}"/>
          </ac:spMkLst>
        </pc:spChg>
      </pc:sldChg>
      <pc:sldChg chg="modSp mod">
        <pc:chgData name="Ms Alina Arshad" userId="cccdfd85-d35d-4453-9c6f-a463aae40722" providerId="ADAL" clId="{700AA452-C530-416E-96E5-BDDCF9860929}" dt="2024-09-30T18:46:34.209" v="196" actId="14100"/>
        <pc:sldMkLst>
          <pc:docMk/>
          <pc:sldMk cId="0" sldId="371"/>
        </pc:sldMkLst>
        <pc:spChg chg="mod">
          <ac:chgData name="Ms Alina Arshad" userId="cccdfd85-d35d-4453-9c6f-a463aae40722" providerId="ADAL" clId="{700AA452-C530-416E-96E5-BDDCF9860929}" dt="2024-09-30T18:46:34.209" v="196" actId="14100"/>
          <ac:spMkLst>
            <pc:docMk/>
            <pc:sldMk cId="0" sldId="371"/>
            <ac:spMk id="79875" creationId="{8CF305EB-D670-4393-98CF-42D50C4A807E}"/>
          </ac:spMkLst>
        </pc:spChg>
        <pc:spChg chg="mod">
          <ac:chgData name="Ms Alina Arshad" userId="cccdfd85-d35d-4453-9c6f-a463aae40722" providerId="ADAL" clId="{700AA452-C530-416E-96E5-BDDCF9860929}" dt="2024-09-30T18:46:25.475" v="194" actId="207"/>
          <ac:spMkLst>
            <pc:docMk/>
            <pc:sldMk cId="0" sldId="371"/>
            <ac:spMk id="79876" creationId="{092D5270-798D-445A-9B24-A3520F9BB889}"/>
          </ac:spMkLst>
        </pc:spChg>
      </pc:sldChg>
      <pc:sldChg chg="modSp mod ord">
        <pc:chgData name="Ms Alina Arshad" userId="cccdfd85-d35d-4453-9c6f-a463aae40722" providerId="ADAL" clId="{700AA452-C530-416E-96E5-BDDCF9860929}" dt="2024-09-30T18:39:15.777" v="179" actId="1076"/>
        <pc:sldMkLst>
          <pc:docMk/>
          <pc:sldMk cId="0" sldId="372"/>
        </pc:sldMkLst>
        <pc:spChg chg="mod">
          <ac:chgData name="Ms Alina Arshad" userId="cccdfd85-d35d-4453-9c6f-a463aae40722" providerId="ADAL" clId="{700AA452-C530-416E-96E5-BDDCF9860929}" dt="2024-09-30T18:39:10.504" v="177" actId="1076"/>
          <ac:spMkLst>
            <pc:docMk/>
            <pc:sldMk cId="0" sldId="372"/>
            <ac:spMk id="78851" creationId="{5938DAAF-F418-44DE-B803-5D31322FB670}"/>
          </ac:spMkLst>
        </pc:spChg>
        <pc:picChg chg="mod">
          <ac:chgData name="Ms Alina Arshad" userId="cccdfd85-d35d-4453-9c6f-a463aae40722" providerId="ADAL" clId="{700AA452-C530-416E-96E5-BDDCF9860929}" dt="2024-09-30T18:39:15.777" v="179" actId="1076"/>
          <ac:picMkLst>
            <pc:docMk/>
            <pc:sldMk cId="0" sldId="372"/>
            <ac:picMk id="78852" creationId="{698D94F0-9B82-46C7-B735-4F93695DB9A6}"/>
          </ac:picMkLst>
        </pc:picChg>
      </pc:sldChg>
      <pc:sldChg chg="delSp modSp add mod modTransition">
        <pc:chgData name="Ms Alina Arshad" userId="cccdfd85-d35d-4453-9c6f-a463aae40722" providerId="ADAL" clId="{700AA452-C530-416E-96E5-BDDCF9860929}" dt="2024-09-28T18:48:27.419" v="132" actId="478"/>
        <pc:sldMkLst>
          <pc:docMk/>
          <pc:sldMk cId="0" sldId="384"/>
        </pc:sldMkLst>
        <pc:spChg chg="del">
          <ac:chgData name="Ms Alina Arshad" userId="cccdfd85-d35d-4453-9c6f-a463aae40722" providerId="ADAL" clId="{700AA452-C530-416E-96E5-BDDCF9860929}" dt="2024-09-28T18:48:27.419" v="132" actId="478"/>
          <ac:spMkLst>
            <pc:docMk/>
            <pc:sldMk cId="0" sldId="384"/>
            <ac:spMk id="45058" creationId="{F5A5FDB9-F4E1-AF56-BB8A-D14E39931F53}"/>
          </ac:spMkLst>
        </pc:spChg>
        <pc:spChg chg="mod">
          <ac:chgData name="Ms Alina Arshad" userId="cccdfd85-d35d-4453-9c6f-a463aae40722" providerId="ADAL" clId="{700AA452-C530-416E-96E5-BDDCF9860929}" dt="2024-09-28T18:48:08.791" v="129" actId="207"/>
          <ac:spMkLst>
            <pc:docMk/>
            <pc:sldMk cId="0" sldId="384"/>
            <ac:spMk id="45059" creationId="{84D44900-4D45-4C5B-F55E-8C00BDEFF2B6}"/>
          </ac:spMkLst>
        </pc:spChg>
        <pc:spChg chg="mod">
          <ac:chgData name="Ms Alina Arshad" userId="cccdfd85-d35d-4453-9c6f-a463aae40722" providerId="ADAL" clId="{700AA452-C530-416E-96E5-BDDCF9860929}" dt="2024-09-28T18:48:24.244" v="131" actId="12"/>
          <ac:spMkLst>
            <pc:docMk/>
            <pc:sldMk cId="0" sldId="384"/>
            <ac:spMk id="45060" creationId="{91B64F00-F425-3490-70A7-8C5948A081EA}"/>
          </ac:spMkLst>
        </pc:spChg>
      </pc:sldChg>
      <pc:sldChg chg="modSp mod">
        <pc:chgData name="Ms Alina Arshad" userId="cccdfd85-d35d-4453-9c6f-a463aae40722" providerId="ADAL" clId="{700AA452-C530-416E-96E5-BDDCF9860929}" dt="2024-09-30T18:51:31.050" v="210" actId="403"/>
        <pc:sldMkLst>
          <pc:docMk/>
          <pc:sldMk cId="0" sldId="392"/>
        </pc:sldMkLst>
        <pc:spChg chg="mod">
          <ac:chgData name="Ms Alina Arshad" userId="cccdfd85-d35d-4453-9c6f-a463aae40722" providerId="ADAL" clId="{700AA452-C530-416E-96E5-BDDCF9860929}" dt="2024-09-30T18:51:21.703" v="208" actId="1076"/>
          <ac:spMkLst>
            <pc:docMk/>
            <pc:sldMk cId="0" sldId="392"/>
            <ac:spMk id="82946" creationId="{E151F0DE-2290-4565-B2AF-2946B137DBDA}"/>
          </ac:spMkLst>
        </pc:spChg>
        <pc:spChg chg="mod">
          <ac:chgData name="Ms Alina Arshad" userId="cccdfd85-d35d-4453-9c6f-a463aae40722" providerId="ADAL" clId="{700AA452-C530-416E-96E5-BDDCF9860929}" dt="2024-09-30T18:51:31.050" v="210" actId="403"/>
          <ac:spMkLst>
            <pc:docMk/>
            <pc:sldMk cId="0" sldId="392"/>
            <ac:spMk id="82947" creationId="{718E235B-BEB1-4C55-9204-377314CEE69D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1:58.386" v="217" actId="113"/>
        <pc:sldMkLst>
          <pc:docMk/>
          <pc:sldMk cId="0" sldId="396"/>
        </pc:sldMkLst>
        <pc:spChg chg="mod">
          <ac:chgData name="Ms Alina Arshad" userId="cccdfd85-d35d-4453-9c6f-a463aae40722" providerId="ADAL" clId="{700AA452-C530-416E-96E5-BDDCF9860929}" dt="2024-09-30T18:51:58.386" v="217" actId="113"/>
          <ac:spMkLst>
            <pc:docMk/>
            <pc:sldMk cId="0" sldId="396"/>
            <ac:spMk id="83970" creationId="{0BE439A8-31E1-4FAD-A6BE-A942378CBD17}"/>
          </ac:spMkLst>
        </pc:spChg>
        <pc:picChg chg="del mod">
          <ac:chgData name="Ms Alina Arshad" userId="cccdfd85-d35d-4453-9c6f-a463aae40722" providerId="ADAL" clId="{700AA452-C530-416E-96E5-BDDCF9860929}" dt="2024-09-30T18:51:47.699" v="213" actId="478"/>
          <ac:picMkLst>
            <pc:docMk/>
            <pc:sldMk cId="0" sldId="396"/>
            <ac:picMk id="83974" creationId="{4CDE9EC7-1771-4D94-B064-F61198DC51C7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45:49.091" v="116" actId="478"/>
        <pc:sldMkLst>
          <pc:docMk/>
          <pc:sldMk cId="1634129650" sldId="397"/>
        </pc:sldMkLst>
        <pc:spChg chg="del">
          <ac:chgData name="Ms Alina Arshad" userId="cccdfd85-d35d-4453-9c6f-a463aae40722" providerId="ADAL" clId="{700AA452-C530-416E-96E5-BDDCF9860929}" dt="2024-09-22T13:45:49.091" v="116" actId="478"/>
          <ac:spMkLst>
            <pc:docMk/>
            <pc:sldMk cId="1634129650" sldId="397"/>
            <ac:spMk id="2" creationId="{76698A79-8446-4955-82E7-25E504015F3E}"/>
          </ac:spMkLst>
        </pc:spChg>
        <pc:spChg chg="mod">
          <ac:chgData name="Ms Alina Arshad" userId="cccdfd85-d35d-4453-9c6f-a463aae40722" providerId="ADAL" clId="{700AA452-C530-416E-96E5-BDDCF9860929}" dt="2024-09-22T13:45:45.855" v="115" actId="12"/>
          <ac:spMkLst>
            <pc:docMk/>
            <pc:sldMk cId="1634129650" sldId="397"/>
            <ac:spMk id="3" creationId="{566192B2-7CA6-4494-AAC2-7D51C0489E13}"/>
          </ac:spMkLst>
        </pc:spChg>
      </pc:sldChg>
      <pc:sldChg chg="del">
        <pc:chgData name="Ms Alina Arshad" userId="cccdfd85-d35d-4453-9c6f-a463aae40722" providerId="ADAL" clId="{700AA452-C530-416E-96E5-BDDCF9860929}" dt="2024-09-22T13:30:24.076" v="6" actId="47"/>
        <pc:sldMkLst>
          <pc:docMk/>
          <pc:sldMk cId="818196387" sldId="398"/>
        </pc:sldMkLst>
      </pc:sldChg>
      <pc:sldChg chg="del">
        <pc:chgData name="Ms Alina Arshad" userId="cccdfd85-d35d-4453-9c6f-a463aae40722" providerId="ADAL" clId="{700AA452-C530-416E-96E5-BDDCF9860929}" dt="2024-09-22T13:30:24.415" v="7" actId="47"/>
        <pc:sldMkLst>
          <pc:docMk/>
          <pc:sldMk cId="3016557581" sldId="399"/>
        </pc:sldMkLst>
      </pc:sldChg>
      <pc:sldChg chg="del">
        <pc:chgData name="Ms Alina Arshad" userId="cccdfd85-d35d-4453-9c6f-a463aae40722" providerId="ADAL" clId="{700AA452-C530-416E-96E5-BDDCF9860929}" dt="2024-09-22T13:30:25.184" v="9" actId="47"/>
        <pc:sldMkLst>
          <pc:docMk/>
          <pc:sldMk cId="778265951" sldId="400"/>
        </pc:sldMkLst>
      </pc:sldChg>
      <pc:sldChg chg="del">
        <pc:chgData name="Ms Alina Arshad" userId="cccdfd85-d35d-4453-9c6f-a463aae40722" providerId="ADAL" clId="{700AA452-C530-416E-96E5-BDDCF9860929}" dt="2024-09-22T13:30:27.655" v="15" actId="47"/>
        <pc:sldMkLst>
          <pc:docMk/>
          <pc:sldMk cId="978211767" sldId="401"/>
        </pc:sldMkLst>
      </pc:sldChg>
      <pc:sldChg chg="del">
        <pc:chgData name="Ms Alina Arshad" userId="cccdfd85-d35d-4453-9c6f-a463aae40722" providerId="ADAL" clId="{700AA452-C530-416E-96E5-BDDCF9860929}" dt="2024-09-22T13:30:28.051" v="16" actId="47"/>
        <pc:sldMkLst>
          <pc:docMk/>
          <pc:sldMk cId="20141498" sldId="402"/>
        </pc:sldMkLst>
      </pc:sldChg>
      <pc:sldMasterChg chg="modSldLayout">
        <pc:chgData name="Ms Alina Arshad" userId="cccdfd85-d35d-4453-9c6f-a463aae40722" providerId="ADAL" clId="{700AA452-C530-416E-96E5-BDDCF9860929}" dt="2024-09-22T13:44:14.924" v="99" actId="16037"/>
        <pc:sldMasterMkLst>
          <pc:docMk/>
          <pc:sldMasterMk cId="1090009938" sldId="2147483660"/>
        </pc:sldMasterMkLst>
        <pc:sldLayoutChg chg="modSp">
          <pc:chgData name="Ms Alina Arshad" userId="cccdfd85-d35d-4453-9c6f-a463aae40722" providerId="ADAL" clId="{700AA452-C530-416E-96E5-BDDCF9860929}" dt="2024-09-22T13:44:14.924" v="99" actId="16037"/>
          <pc:sldLayoutMkLst>
            <pc:docMk/>
            <pc:sldMasterMk cId="1090009938" sldId="2147483660"/>
            <pc:sldLayoutMk cId="2573694011" sldId="2147483662"/>
          </pc:sldLayoutMkLst>
          <pc:spChg chg="mod">
            <ac:chgData name="Ms Alina Arshad" userId="cccdfd85-d35d-4453-9c6f-a463aae40722" providerId="ADAL" clId="{700AA452-C530-416E-96E5-BDDCF9860929}" dt="2024-09-22T13:44:14.924" v="99" actId="16037"/>
            <ac:spMkLst>
              <pc:docMk/>
              <pc:sldMasterMk cId="1090009938" sldId="2147483660"/>
              <pc:sldLayoutMk cId="2573694011" sldId="2147483662"/>
              <ac:spMk id="3" creationId="{00000000-0000-0000-0000-000000000000}"/>
            </ac:spMkLst>
          </pc:spChg>
        </pc:sldLayoutChg>
      </pc:sldMasterChg>
    </pc:docChg>
  </pc:docChgLst>
  <pc:docChgLst>
    <pc:chgData name="Ms Alina Arshad" userId="cccdfd85-d35d-4453-9c6f-a463aae40722" providerId="ADAL" clId="{0CB232A2-0B42-4DBF-AC2D-50B32D7285CF}"/>
    <pc:docChg chg="custSel addSld delSld modSld sldOrd">
      <pc:chgData name="Ms Alina Arshad" userId="cccdfd85-d35d-4453-9c6f-a463aae40722" providerId="ADAL" clId="{0CB232A2-0B42-4DBF-AC2D-50B32D7285CF}" dt="2024-09-17T07:38:04.651" v="169" actId="47"/>
      <pc:docMkLst>
        <pc:docMk/>
      </pc:docMkLst>
      <pc:sldChg chg="modSp mod">
        <pc:chgData name="Ms Alina Arshad" userId="cccdfd85-d35d-4453-9c6f-a463aae40722" providerId="ADAL" clId="{0CB232A2-0B42-4DBF-AC2D-50B32D7285CF}" dt="2024-09-14T10:46:51.265" v="3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0CB232A2-0B42-4DBF-AC2D-50B32D7285CF}" dt="2024-09-14T10:46:51.265" v="3" actId="1076"/>
          <ac:spMkLst>
            <pc:docMk/>
            <pc:sldMk cId="2295129282" sldId="269"/>
            <ac:spMk id="192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0:45:57.979" v="1" actId="2085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5T13:45:36.793" v="117" actId="113"/>
        <pc:sldMkLst>
          <pc:docMk/>
          <pc:sldMk cId="2090315159" sldId="270"/>
        </pc:sldMkLst>
        <pc:spChg chg="mod">
          <ac:chgData name="Ms Alina Arshad" userId="cccdfd85-d35d-4453-9c6f-a463aae40722" providerId="ADAL" clId="{0CB232A2-0B42-4DBF-AC2D-50B32D7285CF}" dt="2024-09-15T13:45:36.793" v="117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4T10:47:31.591" v="4" actId="207"/>
          <ac:spMkLst>
            <pc:docMk/>
            <pc:sldMk cId="2090315159" sldId="270"/>
            <ac:spMk id="20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4T11:11:09.943" v="5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0CB232A2-0B42-4DBF-AC2D-50B32D7285CF}" dt="2024-09-14T11:11:07.043" v="52" actId="2057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1:11:09.943" v="5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0CB232A2-0B42-4DBF-AC2D-50B32D7285CF}" dt="2024-09-15T13:53:32.742" v="137" actId="1076"/>
        <pc:sldMkLst>
          <pc:docMk/>
          <pc:sldMk cId="0" sldId="277"/>
        </pc:sldMkLst>
        <pc:spChg chg="add del mod">
          <ac:chgData name="Ms Alina Arshad" userId="cccdfd85-d35d-4453-9c6f-a463aae40722" providerId="ADAL" clId="{0CB232A2-0B42-4DBF-AC2D-50B32D7285CF}" dt="2024-09-15T13:53:25.594" v="135" actId="478"/>
          <ac:spMkLst>
            <pc:docMk/>
            <pc:sldMk cId="0" sldId="277"/>
            <ac:spMk id="3" creationId="{D1390B3A-9202-17C5-8B1D-C85833BAA94C}"/>
          </ac:spMkLst>
        </pc:spChg>
        <pc:spChg chg="mod">
          <ac:chgData name="Ms Alina Arshad" userId="cccdfd85-d35d-4453-9c6f-a463aae40722" providerId="ADAL" clId="{0CB232A2-0B42-4DBF-AC2D-50B32D7285CF}" dt="2024-09-15T13:51:51.007" v="12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53:29.472" v="136" actId="1076"/>
          <ac:spMkLst>
            <pc:docMk/>
            <pc:sldMk cId="0" sldId="277"/>
            <ac:spMk id="255" creationId="{00000000-0000-0000-0000-000000000000}"/>
          </ac:spMkLst>
        </pc:spChg>
        <pc:graphicFrameChg chg="mod">
          <ac:chgData name="Ms Alina Arshad" userId="cccdfd85-d35d-4453-9c6f-a463aae40722" providerId="ADAL" clId="{0CB232A2-0B42-4DBF-AC2D-50B32D7285CF}" dt="2024-09-15T13:53:32.742" v="137" actId="1076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0CB232A2-0B42-4DBF-AC2D-50B32D7285CF}" dt="2024-09-14T11:53:23.512" v="104" actId="20577"/>
        <pc:sldMkLst>
          <pc:docMk/>
          <pc:sldMk cId="0" sldId="290"/>
        </pc:sldMkLst>
        <pc:spChg chg="mod">
          <ac:chgData name="Ms Alina Arshad" userId="cccdfd85-d35d-4453-9c6f-a463aae40722" providerId="ADAL" clId="{0CB232A2-0B42-4DBF-AC2D-50B32D7285CF}" dt="2024-09-14T11:53:23.512" v="104" actId="20577"/>
          <ac:spMkLst>
            <pc:docMk/>
            <pc:sldMk cId="0" sldId="290"/>
            <ac:spMk id="333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4:10:32.357" v="138" actId="113"/>
        <pc:sldMkLst>
          <pc:docMk/>
          <pc:sldMk cId="0" sldId="302"/>
        </pc:sldMkLst>
        <pc:spChg chg="mod">
          <ac:chgData name="Ms Alina Arshad" userId="cccdfd85-d35d-4453-9c6f-a463aae40722" providerId="ADAL" clId="{0CB232A2-0B42-4DBF-AC2D-50B32D7285CF}" dt="2024-09-15T14:10:32.357" v="138" actId="113"/>
          <ac:spMkLst>
            <pc:docMk/>
            <pc:sldMk cId="0" sldId="302"/>
            <ac:spMk id="409" creationId="{00000000-0000-0000-0000-000000000000}"/>
          </ac:spMkLst>
        </pc:spChg>
      </pc:sldChg>
      <pc:sldChg chg="del">
        <pc:chgData name="Ms Alina Arshad" userId="cccdfd85-d35d-4453-9c6f-a463aae40722" providerId="ADAL" clId="{0CB232A2-0B42-4DBF-AC2D-50B32D7285CF}" dt="2024-09-17T07:37:56.773" v="139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0CB232A2-0B42-4DBF-AC2D-50B32D7285CF}" dt="2024-09-17T07:37:58.202" v="140" actId="47"/>
        <pc:sldMkLst>
          <pc:docMk/>
          <pc:sldMk cId="0" sldId="308"/>
        </pc:sldMkLst>
      </pc:sldChg>
      <pc:sldChg chg="del">
        <pc:chgData name="Ms Alina Arshad" userId="cccdfd85-d35d-4453-9c6f-a463aae40722" providerId="ADAL" clId="{0CB232A2-0B42-4DBF-AC2D-50B32D7285CF}" dt="2024-09-17T07:37:59.300" v="141" actId="47"/>
        <pc:sldMkLst>
          <pc:docMk/>
          <pc:sldMk cId="0" sldId="309"/>
        </pc:sldMkLst>
      </pc:sldChg>
      <pc:sldChg chg="del">
        <pc:chgData name="Ms Alina Arshad" userId="cccdfd85-d35d-4453-9c6f-a463aae40722" providerId="ADAL" clId="{0CB232A2-0B42-4DBF-AC2D-50B32D7285CF}" dt="2024-09-17T07:38:00.061" v="142" actId="47"/>
        <pc:sldMkLst>
          <pc:docMk/>
          <pc:sldMk cId="0" sldId="310"/>
        </pc:sldMkLst>
      </pc:sldChg>
      <pc:sldChg chg="del">
        <pc:chgData name="Ms Alina Arshad" userId="cccdfd85-d35d-4453-9c6f-a463aae40722" providerId="ADAL" clId="{0CB232A2-0B42-4DBF-AC2D-50B32D7285CF}" dt="2024-09-17T07:38:00.661" v="143" actId="47"/>
        <pc:sldMkLst>
          <pc:docMk/>
          <pc:sldMk cId="0" sldId="311"/>
        </pc:sldMkLst>
      </pc:sldChg>
      <pc:sldChg chg="del">
        <pc:chgData name="Ms Alina Arshad" userId="cccdfd85-d35d-4453-9c6f-a463aae40722" providerId="ADAL" clId="{0CB232A2-0B42-4DBF-AC2D-50B32D7285CF}" dt="2024-09-17T07:38:01.181" v="144" actId="47"/>
        <pc:sldMkLst>
          <pc:docMk/>
          <pc:sldMk cId="0" sldId="312"/>
        </pc:sldMkLst>
      </pc:sldChg>
      <pc:sldChg chg="del">
        <pc:chgData name="Ms Alina Arshad" userId="cccdfd85-d35d-4453-9c6f-a463aae40722" providerId="ADAL" clId="{0CB232A2-0B42-4DBF-AC2D-50B32D7285CF}" dt="2024-09-17T07:38:01.535" v="145" actId="47"/>
        <pc:sldMkLst>
          <pc:docMk/>
          <pc:sldMk cId="0" sldId="313"/>
        </pc:sldMkLst>
      </pc:sldChg>
      <pc:sldChg chg="del">
        <pc:chgData name="Ms Alina Arshad" userId="cccdfd85-d35d-4453-9c6f-a463aae40722" providerId="ADAL" clId="{0CB232A2-0B42-4DBF-AC2D-50B32D7285CF}" dt="2024-09-17T07:38:01.928" v="146" actId="47"/>
        <pc:sldMkLst>
          <pc:docMk/>
          <pc:sldMk cId="0" sldId="314"/>
        </pc:sldMkLst>
      </pc:sldChg>
      <pc:sldChg chg="del">
        <pc:chgData name="Ms Alina Arshad" userId="cccdfd85-d35d-4453-9c6f-a463aae40722" providerId="ADAL" clId="{0CB232A2-0B42-4DBF-AC2D-50B32D7285CF}" dt="2024-09-17T07:38:02.233" v="147" actId="47"/>
        <pc:sldMkLst>
          <pc:docMk/>
          <pc:sldMk cId="0" sldId="315"/>
        </pc:sldMkLst>
      </pc:sldChg>
      <pc:sldChg chg="del">
        <pc:chgData name="Ms Alina Arshad" userId="cccdfd85-d35d-4453-9c6f-a463aae40722" providerId="ADAL" clId="{0CB232A2-0B42-4DBF-AC2D-50B32D7285CF}" dt="2024-09-17T07:38:02.483" v="148" actId="47"/>
        <pc:sldMkLst>
          <pc:docMk/>
          <pc:sldMk cId="0" sldId="316"/>
        </pc:sldMkLst>
      </pc:sldChg>
      <pc:sldChg chg="del">
        <pc:chgData name="Ms Alina Arshad" userId="cccdfd85-d35d-4453-9c6f-a463aae40722" providerId="ADAL" clId="{0CB232A2-0B42-4DBF-AC2D-50B32D7285CF}" dt="2024-09-17T07:38:02.657" v="149" actId="47"/>
        <pc:sldMkLst>
          <pc:docMk/>
          <pc:sldMk cId="0" sldId="317"/>
        </pc:sldMkLst>
      </pc:sldChg>
      <pc:sldChg chg="del">
        <pc:chgData name="Ms Alina Arshad" userId="cccdfd85-d35d-4453-9c6f-a463aae40722" providerId="ADAL" clId="{0CB232A2-0B42-4DBF-AC2D-50B32D7285CF}" dt="2024-09-17T07:38:03.192" v="150" actId="47"/>
        <pc:sldMkLst>
          <pc:docMk/>
          <pc:sldMk cId="0" sldId="318"/>
        </pc:sldMkLst>
      </pc:sldChg>
      <pc:sldChg chg="del">
        <pc:chgData name="Ms Alina Arshad" userId="cccdfd85-d35d-4453-9c6f-a463aae40722" providerId="ADAL" clId="{0CB232A2-0B42-4DBF-AC2D-50B32D7285CF}" dt="2024-09-17T07:38:03.222" v="151" actId="47"/>
        <pc:sldMkLst>
          <pc:docMk/>
          <pc:sldMk cId="0" sldId="319"/>
        </pc:sldMkLst>
      </pc:sldChg>
      <pc:sldChg chg="del">
        <pc:chgData name="Ms Alina Arshad" userId="cccdfd85-d35d-4453-9c6f-a463aae40722" providerId="ADAL" clId="{0CB232A2-0B42-4DBF-AC2D-50B32D7285CF}" dt="2024-09-17T07:38:03.241" v="152" actId="47"/>
        <pc:sldMkLst>
          <pc:docMk/>
          <pc:sldMk cId="0" sldId="320"/>
        </pc:sldMkLst>
      </pc:sldChg>
      <pc:sldChg chg="del">
        <pc:chgData name="Ms Alina Arshad" userId="cccdfd85-d35d-4453-9c6f-a463aae40722" providerId="ADAL" clId="{0CB232A2-0B42-4DBF-AC2D-50B32D7285CF}" dt="2024-09-17T07:38:03.256" v="153" actId="47"/>
        <pc:sldMkLst>
          <pc:docMk/>
          <pc:sldMk cId="0" sldId="321"/>
        </pc:sldMkLst>
      </pc:sldChg>
      <pc:sldChg chg="del">
        <pc:chgData name="Ms Alina Arshad" userId="cccdfd85-d35d-4453-9c6f-a463aae40722" providerId="ADAL" clId="{0CB232A2-0B42-4DBF-AC2D-50B32D7285CF}" dt="2024-09-17T07:38:03.292" v="154" actId="47"/>
        <pc:sldMkLst>
          <pc:docMk/>
          <pc:sldMk cId="0" sldId="322"/>
        </pc:sldMkLst>
      </pc:sldChg>
      <pc:sldChg chg="del">
        <pc:chgData name="Ms Alina Arshad" userId="cccdfd85-d35d-4453-9c6f-a463aae40722" providerId="ADAL" clId="{0CB232A2-0B42-4DBF-AC2D-50B32D7285CF}" dt="2024-09-17T07:38:03.323" v="155" actId="47"/>
        <pc:sldMkLst>
          <pc:docMk/>
          <pc:sldMk cId="0" sldId="323"/>
        </pc:sldMkLst>
      </pc:sldChg>
      <pc:sldChg chg="del">
        <pc:chgData name="Ms Alina Arshad" userId="cccdfd85-d35d-4453-9c6f-a463aae40722" providerId="ADAL" clId="{0CB232A2-0B42-4DBF-AC2D-50B32D7285CF}" dt="2024-09-17T07:38:03.373" v="156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0CB232A2-0B42-4DBF-AC2D-50B32D7285CF}" dt="2024-09-17T07:38:03.394" v="157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0CB232A2-0B42-4DBF-AC2D-50B32D7285CF}" dt="2024-09-17T07:38:03.429" v="158" actId="47"/>
        <pc:sldMkLst>
          <pc:docMk/>
          <pc:sldMk cId="0" sldId="326"/>
        </pc:sldMkLst>
      </pc:sldChg>
      <pc:sldChg chg="del">
        <pc:chgData name="Ms Alina Arshad" userId="cccdfd85-d35d-4453-9c6f-a463aae40722" providerId="ADAL" clId="{0CB232A2-0B42-4DBF-AC2D-50B32D7285CF}" dt="2024-09-17T07:38:03.450" v="159" actId="47"/>
        <pc:sldMkLst>
          <pc:docMk/>
          <pc:sldMk cId="0" sldId="327"/>
        </pc:sldMkLst>
      </pc:sldChg>
      <pc:sldChg chg="del">
        <pc:chgData name="Ms Alina Arshad" userId="cccdfd85-d35d-4453-9c6f-a463aae40722" providerId="ADAL" clId="{0CB232A2-0B42-4DBF-AC2D-50B32D7285CF}" dt="2024-09-17T07:38:03.489" v="160" actId="47"/>
        <pc:sldMkLst>
          <pc:docMk/>
          <pc:sldMk cId="0" sldId="328"/>
        </pc:sldMkLst>
      </pc:sldChg>
      <pc:sldChg chg="del">
        <pc:chgData name="Ms Alina Arshad" userId="cccdfd85-d35d-4453-9c6f-a463aae40722" providerId="ADAL" clId="{0CB232A2-0B42-4DBF-AC2D-50B32D7285CF}" dt="2024-09-17T07:38:03.516" v="161" actId="47"/>
        <pc:sldMkLst>
          <pc:docMk/>
          <pc:sldMk cId="0" sldId="329"/>
        </pc:sldMkLst>
      </pc:sldChg>
      <pc:sldChg chg="del">
        <pc:chgData name="Ms Alina Arshad" userId="cccdfd85-d35d-4453-9c6f-a463aae40722" providerId="ADAL" clId="{0CB232A2-0B42-4DBF-AC2D-50B32D7285CF}" dt="2024-09-17T07:38:03.563" v="162" actId="47"/>
        <pc:sldMkLst>
          <pc:docMk/>
          <pc:sldMk cId="0" sldId="330"/>
        </pc:sldMkLst>
      </pc:sldChg>
      <pc:sldChg chg="del">
        <pc:chgData name="Ms Alina Arshad" userId="cccdfd85-d35d-4453-9c6f-a463aae40722" providerId="ADAL" clId="{0CB232A2-0B42-4DBF-AC2D-50B32D7285CF}" dt="2024-09-17T07:38:03.584" v="163" actId="47"/>
        <pc:sldMkLst>
          <pc:docMk/>
          <pc:sldMk cId="0" sldId="331"/>
        </pc:sldMkLst>
      </pc:sldChg>
      <pc:sldChg chg="del">
        <pc:chgData name="Ms Alina Arshad" userId="cccdfd85-d35d-4453-9c6f-a463aae40722" providerId="ADAL" clId="{0CB232A2-0B42-4DBF-AC2D-50B32D7285CF}" dt="2024-09-17T07:38:03.612" v="164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0CB232A2-0B42-4DBF-AC2D-50B32D7285CF}" dt="2024-09-17T07:38:03.668" v="165" actId="47"/>
        <pc:sldMkLst>
          <pc:docMk/>
          <pc:sldMk cId="0" sldId="333"/>
        </pc:sldMkLst>
      </pc:sldChg>
      <pc:sldChg chg="del">
        <pc:chgData name="Ms Alina Arshad" userId="cccdfd85-d35d-4453-9c6f-a463aae40722" providerId="ADAL" clId="{0CB232A2-0B42-4DBF-AC2D-50B32D7285CF}" dt="2024-09-17T07:38:03.680" v="166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0CB232A2-0B42-4DBF-AC2D-50B32D7285CF}" dt="2024-09-17T07:38:04.295" v="167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0CB232A2-0B42-4DBF-AC2D-50B32D7285CF}" dt="2024-09-17T07:38:04.494" v="168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0CB232A2-0B42-4DBF-AC2D-50B32D7285CF}" dt="2024-09-17T07:38:04.651" v="169" actId="47"/>
        <pc:sldMkLst>
          <pc:docMk/>
          <pc:sldMk cId="0" sldId="337"/>
        </pc:sldMkLst>
      </pc:sldChg>
      <pc:sldChg chg="modSp mod">
        <pc:chgData name="Ms Alina Arshad" userId="cccdfd85-d35d-4453-9c6f-a463aae40722" providerId="ADAL" clId="{0CB232A2-0B42-4DBF-AC2D-50B32D7285CF}" dt="2024-09-14T11:34:36.657" v="79" actId="20577"/>
        <pc:sldMkLst>
          <pc:docMk/>
          <pc:sldMk cId="1204309406" sldId="341"/>
        </pc:sldMkLst>
        <pc:spChg chg="mod">
          <ac:chgData name="Ms Alina Arshad" userId="cccdfd85-d35d-4453-9c6f-a463aae40722" providerId="ADAL" clId="{0CB232A2-0B42-4DBF-AC2D-50B32D7285CF}" dt="2024-09-14T11:34:36.657" v="79" actId="20577"/>
          <ac:spMkLst>
            <pc:docMk/>
            <pc:sldMk cId="1204309406" sldId="341"/>
            <ac:spMk id="3" creationId="{FB09A7D6-CB86-1298-9237-F494689B2453}"/>
          </ac:spMkLst>
        </pc:spChg>
      </pc:sldChg>
      <pc:sldChg chg="addSp modSp new mod ord">
        <pc:chgData name="Ms Alina Arshad" userId="cccdfd85-d35d-4453-9c6f-a463aae40722" providerId="ADAL" clId="{0CB232A2-0B42-4DBF-AC2D-50B32D7285CF}" dt="2024-09-14T11:24:13.633" v="69"/>
        <pc:sldMkLst>
          <pc:docMk/>
          <pc:sldMk cId="96607437" sldId="342"/>
        </pc:sldMkLst>
        <pc:spChg chg="add mod">
          <ac:chgData name="Ms Alina Arshad" userId="cccdfd85-d35d-4453-9c6f-a463aae40722" providerId="ADAL" clId="{0CB232A2-0B42-4DBF-AC2D-50B32D7285CF}" dt="2024-09-14T11:23:57.202" v="62" actId="1076"/>
          <ac:spMkLst>
            <pc:docMk/>
            <pc:sldMk cId="96607437" sldId="342"/>
            <ac:spMk id="3" creationId="{83929A5B-4351-FE6D-372A-06A618BD7968}"/>
          </ac:spMkLst>
        </pc:spChg>
        <pc:spChg chg="add mod">
          <ac:chgData name="Ms Alina Arshad" userId="cccdfd85-d35d-4453-9c6f-a463aae40722" providerId="ADAL" clId="{0CB232A2-0B42-4DBF-AC2D-50B32D7285CF}" dt="2024-09-14T11:24:08.938" v="67" actId="14100"/>
          <ac:spMkLst>
            <pc:docMk/>
            <pc:sldMk cId="96607437" sldId="342"/>
            <ac:spMk id="5" creationId="{2FCB2354-E8E1-7D4F-9119-EADE938CCBEE}"/>
          </ac:spMkLst>
        </pc:spChg>
      </pc:sldChg>
    </pc:docChg>
  </pc:docChgLst>
  <pc:docChgLst>
    <pc:chgData name="Ms Alina Arshad" userId="cccdfd85-d35d-4453-9c6f-a463aae40722" providerId="ADAL" clId="{5B8A6D22-27A2-4EF9-83C4-9A1491FF93A7}"/>
    <pc:docChg chg="undo custSel addSld delSld modSld">
      <pc:chgData name="Ms Alina Arshad" userId="cccdfd85-d35d-4453-9c6f-a463aae40722" providerId="ADAL" clId="{5B8A6D22-27A2-4EF9-83C4-9A1491FF93A7}" dt="2024-09-16T08:06:46.187" v="660" actId="22"/>
      <pc:docMkLst>
        <pc:docMk/>
      </pc:docMkLst>
      <pc:sldChg chg="modSp mod">
        <pc:chgData name="Ms Alina Arshad" userId="cccdfd85-d35d-4453-9c6f-a463aae40722" providerId="ADAL" clId="{5B8A6D22-27A2-4EF9-83C4-9A1491FF93A7}" dt="2024-09-13T05:11:00.601" v="148" actId="1076"/>
        <pc:sldMkLst>
          <pc:docMk/>
          <pc:sldMk cId="90329638" sldId="268"/>
        </pc:sldMkLst>
        <pc:spChg chg="mod">
          <ac:chgData name="Ms Alina Arshad" userId="cccdfd85-d35d-4453-9c6f-a463aae40722" providerId="ADAL" clId="{5B8A6D22-27A2-4EF9-83C4-9A1491FF93A7}" dt="2024-09-13T05:11:00.601" v="148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0:58.274" v="147" actId="1076"/>
          <ac:picMkLst>
            <pc:docMk/>
            <pc:sldMk cId="90329638" sldId="268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0:35.182" v="24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5B8A6D22-27A2-4EF9-83C4-9A1491FF93A7}" dt="2024-09-12T06:49:19.888" v="4" actId="1076"/>
          <ac:spMkLst>
            <pc:docMk/>
            <pc:sldMk cId="2295129282" sldId="269"/>
            <ac:spMk id="19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3.120" v="20" actId="403"/>
          <ac:spMkLst>
            <pc:docMk/>
            <pc:sldMk cId="2295129282" sldId="269"/>
            <ac:spMk id="19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35.182" v="24" actId="1076"/>
          <ac:spMkLst>
            <pc:docMk/>
            <pc:sldMk cId="2295129282" sldId="269"/>
            <ac:spMk id="1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9.260" v="22" actId="1076"/>
          <ac:spMkLst>
            <pc:docMk/>
            <pc:sldMk cId="2295129282" sldId="269"/>
            <ac:spMk id="19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49:25.084" v="7" actId="1076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1:44.971" v="36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5B8A6D22-27A2-4EF9-83C4-9A1491FF93A7}" dt="2024-09-12T06:51:01.318" v="30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04.077" v="31" actId="207"/>
          <ac:spMkLst>
            <pc:docMk/>
            <pc:sldMk cId="2090315159" sldId="270"/>
            <ac:spMk id="2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44.971" v="36" actId="1076"/>
          <ac:spMkLst>
            <pc:docMk/>
            <pc:sldMk cId="2090315159" sldId="270"/>
            <ac:spMk id="2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6:52:07.621" v="4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B8A6D22-27A2-4EF9-83C4-9A1491FF93A7}" dt="2024-09-12T06:51:52.566" v="40" actId="1076"/>
          <ac:spMkLst>
            <pc:docMk/>
            <pc:sldMk cId="3034138166" sldId="271"/>
            <ac:spMk id="20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03.347" v="42" actId="20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07.621" v="4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2:35.218" v="50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5B8A6D22-27A2-4EF9-83C4-9A1491FF93A7}" dt="2024-09-12T06:52:22.609" v="47" actId="207"/>
          <ac:spMkLst>
            <pc:docMk/>
            <pc:sldMk cId="2504047100" sldId="272"/>
            <ac:spMk id="21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30.200" v="49" actId="207"/>
          <ac:spMkLst>
            <pc:docMk/>
            <pc:sldMk cId="2504047100" sldId="272"/>
            <ac:spMk id="2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26.794" v="48" actId="1076"/>
          <ac:picMkLst>
            <pc:docMk/>
            <pc:sldMk cId="2504047100" sldId="272"/>
            <ac:picMk id="21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2:35.218" v="50" actId="1076"/>
          <ac:picMkLst>
            <pc:docMk/>
            <pc:sldMk cId="2504047100" sldId="272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12.755" v="14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5B8A6D22-27A2-4EF9-83C4-9A1491FF93A7}" dt="2024-09-12T06:54:22.495" v="54" actId="1076"/>
          <ac:spMkLst>
            <pc:docMk/>
            <pc:sldMk cId="4283755204" sldId="273"/>
            <ac:spMk id="22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12.755" v="149" actId="1076"/>
          <ac:picMkLst>
            <pc:docMk/>
            <pc:sldMk cId="4283755204" sldId="273"/>
            <ac:picMk id="226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5:15.540" v="59" actId="1076"/>
          <ac:picMkLst>
            <pc:docMk/>
            <pc:sldMk cId="4283755204" sldId="273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20.577" v="150" actId="1076"/>
        <pc:sldMkLst>
          <pc:docMk/>
          <pc:sldMk cId="2935103945" sldId="274"/>
        </pc:sldMkLst>
        <pc:spChg chg="mod">
          <ac:chgData name="Ms Alina Arshad" userId="cccdfd85-d35d-4453-9c6f-a463aae40722" providerId="ADAL" clId="{5B8A6D22-27A2-4EF9-83C4-9A1491FF93A7}" dt="2024-09-12T06:55:27.971" v="63" actId="1076"/>
          <ac:spMkLst>
            <pc:docMk/>
            <pc:sldMk cId="2935103945" sldId="274"/>
            <ac:spMk id="23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38.863" v="64" actId="207"/>
          <ac:spMkLst>
            <pc:docMk/>
            <pc:sldMk cId="2935103945" sldId="274"/>
            <ac:spMk id="2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20.577" v="150" actId="1076"/>
          <ac:picMkLst>
            <pc:docMk/>
            <pc:sldMk cId="2935103945" sldId="274"/>
            <ac:picMk id="23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5:59.781" v="71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B8A6D22-27A2-4EF9-83C4-9A1491FF93A7}" dt="2024-09-12T06:55:57.639" v="70" actId="1076"/>
          <ac:spMkLst>
            <pc:docMk/>
            <pc:sldMk cId="1497646456" sldId="275"/>
            <ac:spMk id="23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59.781" v="71" actId="207"/>
          <ac:spMkLst>
            <pc:docMk/>
            <pc:sldMk cId="1497646456" sldId="275"/>
            <ac:spMk id="24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1:35.304" v="153" actId="113"/>
        <pc:sldMkLst>
          <pc:docMk/>
          <pc:sldMk cId="3993717517" sldId="276"/>
        </pc:sldMkLst>
        <pc:spChg chg="mod">
          <ac:chgData name="Ms Alina Arshad" userId="cccdfd85-d35d-4453-9c6f-a463aae40722" providerId="ADAL" clId="{5B8A6D22-27A2-4EF9-83C4-9A1491FF93A7}" dt="2024-09-12T06:56:16.816" v="74" actId="27636"/>
          <ac:spMkLst>
            <pc:docMk/>
            <pc:sldMk cId="3993717517" sldId="276"/>
            <ac:spMk id="2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1:35.304" v="153" actId="113"/>
          <ac:spMkLst>
            <pc:docMk/>
            <pc:sldMk cId="3993717517" sldId="276"/>
            <ac:spMk id="2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6T03:47:58.286" v="651" actId="20577"/>
        <pc:sldMkLst>
          <pc:docMk/>
          <pc:sldMk cId="0" sldId="277"/>
        </pc:sldMkLst>
        <pc:spChg chg="mod">
          <ac:chgData name="Ms Alina Arshad" userId="cccdfd85-d35d-4453-9c6f-a463aae40722" providerId="ADAL" clId="{5B8A6D22-27A2-4EF9-83C4-9A1491FF93A7}" dt="2024-09-12T06:57:57.575" v="8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7:53.172" v="83" actId="1076"/>
          <ac:spMkLst>
            <pc:docMk/>
            <pc:sldMk cId="0" sldId="277"/>
            <ac:spMk id="255" creationId="{00000000-0000-0000-0000-000000000000}"/>
          </ac:spMkLst>
        </pc:spChg>
        <pc:graphicFrameChg chg="mod modGraphic">
          <ac:chgData name="Ms Alina Arshad" userId="cccdfd85-d35d-4453-9c6f-a463aae40722" providerId="ADAL" clId="{5B8A6D22-27A2-4EF9-83C4-9A1491FF93A7}" dt="2024-09-16T03:47:58.286" v="651" actId="20577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38.473" v="100" actId="1076"/>
        <pc:sldMkLst>
          <pc:docMk/>
          <pc:sldMk cId="2668593764" sldId="278"/>
        </pc:sldMkLst>
        <pc:spChg chg="mod">
          <ac:chgData name="Ms Alina Arshad" userId="cccdfd85-d35d-4453-9c6f-a463aae40722" providerId="ADAL" clId="{5B8A6D22-27A2-4EF9-83C4-9A1491FF93A7}" dt="2024-09-12T06:58:59.110" v="95" actId="1076"/>
          <ac:spMkLst>
            <pc:docMk/>
            <pc:sldMk cId="2668593764" sldId="278"/>
            <ac:spMk id="26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8:57.039" v="94" actId="1076"/>
          <ac:spMkLst>
            <pc:docMk/>
            <pc:sldMk cId="2668593764" sldId="278"/>
            <ac:spMk id="2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9:18.334" v="98" actId="1076"/>
          <ac:spMkLst>
            <pc:docMk/>
            <pc:sldMk cId="2668593764" sldId="278"/>
            <ac:spMk id="263" creationId="{00000000-0000-0000-0000-000000000000}"/>
          </ac:spMkLst>
        </pc:spChg>
        <pc:graphicFrameChg chg="mod">
          <ac:chgData name="Ms Alina Arshad" userId="cccdfd85-d35d-4453-9c6f-a463aae40722" providerId="ADAL" clId="{5B8A6D22-27A2-4EF9-83C4-9A1491FF93A7}" dt="2024-09-12T06:59:08.736" v="96" actId="1076"/>
          <ac:graphicFrameMkLst>
            <pc:docMk/>
            <pc:sldMk cId="2668593764" sldId="278"/>
            <ac:graphicFrameMk id="264" creationId="{00000000-0000-0000-0000-000000000000}"/>
          </ac:graphicFrameMkLst>
        </pc:graphicFrameChg>
        <pc:graphicFrameChg chg="mod">
          <ac:chgData name="Ms Alina Arshad" userId="cccdfd85-d35d-4453-9c6f-a463aae40722" providerId="ADAL" clId="{5B8A6D22-27A2-4EF9-83C4-9A1491FF93A7}" dt="2024-09-12T07:01:38.473" v="100" actId="1076"/>
          <ac:graphicFrameMkLst>
            <pc:docMk/>
            <pc:sldMk cId="2668593764" sldId="278"/>
            <ac:graphicFrameMk id="26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59.359" v="10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5B8A6D22-27A2-4EF9-83C4-9A1491FF93A7}" dt="2024-09-12T07:01:57.063" v="107" actId="1076"/>
          <ac:spMkLst>
            <pc:docMk/>
            <pc:sldMk cId="3605066316" sldId="281"/>
            <ac:spMk id="27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1:59.359" v="108" actId="1076"/>
          <ac:picMkLst>
            <pc:docMk/>
            <pc:sldMk cId="3605066316" sldId="281"/>
            <ac:picMk id="27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13.645" v="113" actId="14100"/>
        <pc:sldMkLst>
          <pc:docMk/>
          <pc:sldMk cId="24697311" sldId="282"/>
        </pc:sldMkLst>
        <pc:spChg chg="mod">
          <ac:chgData name="Ms Alina Arshad" userId="cccdfd85-d35d-4453-9c6f-a463aae40722" providerId="ADAL" clId="{5B8A6D22-27A2-4EF9-83C4-9A1491FF93A7}" dt="2024-09-12T07:02:13.645" v="113" actId="14100"/>
          <ac:spMkLst>
            <pc:docMk/>
            <pc:sldMk cId="24697311" sldId="282"/>
            <ac:spMk id="27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09.818" v="112" actId="1076"/>
          <ac:picMkLst>
            <pc:docMk/>
            <pc:sldMk cId="24697311" sldId="282"/>
            <ac:picMk id="27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32.578" v="122" actId="27636"/>
        <pc:sldMkLst>
          <pc:docMk/>
          <pc:sldMk cId="3289392637" sldId="283"/>
        </pc:sldMkLst>
        <pc:spChg chg="mod">
          <ac:chgData name="Ms Alina Arshad" userId="cccdfd85-d35d-4453-9c6f-a463aae40722" providerId="ADAL" clId="{5B8A6D22-27A2-4EF9-83C4-9A1491FF93A7}" dt="2024-09-12T07:02:32.578" v="122" actId="27636"/>
          <ac:spMkLst>
            <pc:docMk/>
            <pc:sldMk cId="3289392637" sldId="283"/>
            <ac:spMk id="2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28.146" v="120" actId="1076"/>
          <ac:picMkLst>
            <pc:docMk/>
            <pc:sldMk cId="3289392637" sldId="283"/>
            <ac:picMk id="2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13:51.900" v="187" actId="729"/>
        <pc:sldMkLst>
          <pc:docMk/>
          <pc:sldMk cId="800652809" sldId="284"/>
        </pc:sldMkLst>
        <pc:spChg chg="mod">
          <ac:chgData name="Ms Alina Arshad" userId="cccdfd85-d35d-4453-9c6f-a463aae40722" providerId="ADAL" clId="{5B8A6D22-27A2-4EF9-83C4-9A1491FF93A7}" dt="2024-09-12T07:02:45.877" v="129" actId="14100"/>
          <ac:spMkLst>
            <pc:docMk/>
            <pc:sldMk cId="800652809" sldId="284"/>
            <ac:spMk id="29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36.504" v="123" actId="1076"/>
          <ac:picMkLst>
            <pc:docMk/>
            <pc:sldMk cId="800652809" sldId="284"/>
            <ac:picMk id="293" creationId="{00000000-0000-0000-0000-000000000000}"/>
          </ac:picMkLst>
        </pc:picChg>
      </pc:sldChg>
      <pc:sldChg chg="modSp del mod modShow">
        <pc:chgData name="Ms Alina Arshad" userId="cccdfd85-d35d-4453-9c6f-a463aae40722" providerId="ADAL" clId="{5B8A6D22-27A2-4EF9-83C4-9A1491FF93A7}" dt="2024-09-13T05:14:16.175" v="189" actId="47"/>
        <pc:sldMkLst>
          <pc:docMk/>
          <pc:sldMk cId="1402144616" sldId="285"/>
        </pc:sldMkLst>
        <pc:spChg chg="mod">
          <ac:chgData name="Ms Alina Arshad" userId="cccdfd85-d35d-4453-9c6f-a463aae40722" providerId="ADAL" clId="{5B8A6D22-27A2-4EF9-83C4-9A1491FF93A7}" dt="2024-09-12T07:06:10.037" v="136" actId="113"/>
          <ac:spMkLst>
            <pc:docMk/>
            <pc:sldMk cId="1402144616" sldId="285"/>
            <ac:spMk id="29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2:58.581" v="134" actId="14100"/>
          <ac:spMkLst>
            <pc:docMk/>
            <pc:sldMk cId="1402144616" sldId="285"/>
            <ac:spMk id="29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4:33.451" v="203" actId="404"/>
        <pc:sldMkLst>
          <pc:docMk/>
          <pc:sldMk cId="0" sldId="286"/>
        </pc:sldMkLst>
        <pc:spChg chg="mod">
          <ac:chgData name="Ms Alina Arshad" userId="cccdfd85-d35d-4453-9c6f-a463aae40722" providerId="ADAL" clId="{5B8A6D22-27A2-4EF9-83C4-9A1491FF93A7}" dt="2024-09-13T05:14:33.451" v="203" actId="404"/>
          <ac:spMkLst>
            <pc:docMk/>
            <pc:sldMk cId="0" sldId="286"/>
            <ac:spMk id="3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06.008" v="141" actId="14100"/>
          <ac:spMkLst>
            <pc:docMk/>
            <pc:sldMk cId="0" sldId="286"/>
            <ac:spMk id="30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7:09:18.339" v="146" actId="207"/>
        <pc:sldMkLst>
          <pc:docMk/>
          <pc:sldMk cId="3229345964" sldId="287"/>
        </pc:sldMkLst>
        <pc:spChg chg="mod">
          <ac:chgData name="Ms Alina Arshad" userId="cccdfd85-d35d-4453-9c6f-a463aae40722" providerId="ADAL" clId="{5B8A6D22-27A2-4EF9-83C4-9A1491FF93A7}" dt="2024-09-12T07:09:15.575" v="145" actId="1076"/>
          <ac:spMkLst>
            <pc:docMk/>
            <pc:sldMk cId="3229345964" sldId="287"/>
            <ac:spMk id="3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18.339" v="146" actId="207"/>
          <ac:spMkLst>
            <pc:docMk/>
            <pc:sldMk cId="3229345964" sldId="287"/>
            <ac:spMk id="312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15:12.439" v="210" actId="1076"/>
        <pc:sldMkLst>
          <pc:docMk/>
          <pc:sldMk cId="2002870935" sldId="288"/>
        </pc:sldMkLst>
        <pc:spChg chg="mod">
          <ac:chgData name="Ms Alina Arshad" userId="cccdfd85-d35d-4453-9c6f-a463aae40722" providerId="ADAL" clId="{5B8A6D22-27A2-4EF9-83C4-9A1491FF93A7}" dt="2024-09-13T05:15:04.952" v="208" actId="14100"/>
          <ac:spMkLst>
            <pc:docMk/>
            <pc:sldMk cId="2002870935" sldId="288"/>
            <ac:spMk id="3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07.951" v="209" actId="1076"/>
          <ac:picMkLst>
            <pc:docMk/>
            <pc:sldMk cId="2002870935" sldId="288"/>
            <ac:picMk id="320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15:12.439" v="210" actId="1076"/>
          <ac:picMkLst>
            <pc:docMk/>
            <pc:sldMk cId="2002870935" sldId="288"/>
            <ac:picMk id="32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5:39.437" v="223" actId="207"/>
        <pc:sldMkLst>
          <pc:docMk/>
          <pc:sldMk cId="0" sldId="289"/>
        </pc:sldMkLst>
        <pc:spChg chg="mod">
          <ac:chgData name="Ms Alina Arshad" userId="cccdfd85-d35d-4453-9c6f-a463aae40722" providerId="ADAL" clId="{5B8A6D22-27A2-4EF9-83C4-9A1491FF93A7}" dt="2024-09-13T05:15:28.059" v="218" actId="27636"/>
          <ac:spMkLst>
            <pc:docMk/>
            <pc:sldMk cId="0" sldId="289"/>
            <ac:spMk id="32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5:39.437" v="223" actId="207"/>
          <ac:spMkLst>
            <pc:docMk/>
            <pc:sldMk cId="0" sldId="289"/>
            <ac:spMk id="32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6:09.657" v="229" actId="2711"/>
        <pc:sldMkLst>
          <pc:docMk/>
          <pc:sldMk cId="0" sldId="290"/>
        </pc:sldMkLst>
        <pc:spChg chg="mod">
          <ac:chgData name="Ms Alina Arshad" userId="cccdfd85-d35d-4453-9c6f-a463aae40722" providerId="ADAL" clId="{5B8A6D22-27A2-4EF9-83C4-9A1491FF93A7}" dt="2024-09-13T05:16:09.657" v="229" actId="2711"/>
          <ac:spMkLst>
            <pc:docMk/>
            <pc:sldMk cId="0" sldId="290"/>
            <ac:spMk id="3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48.330" v="225" actId="14100"/>
          <ac:picMkLst>
            <pc:docMk/>
            <pc:sldMk cId="0" sldId="290"/>
            <ac:picMk id="33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6:46.897" v="250" actId="1076"/>
        <pc:sldMkLst>
          <pc:docMk/>
          <pc:sldMk cId="0" sldId="291"/>
        </pc:sldMkLst>
        <pc:spChg chg="mod">
          <ac:chgData name="Ms Alina Arshad" userId="cccdfd85-d35d-4453-9c6f-a463aae40722" providerId="ADAL" clId="{5B8A6D22-27A2-4EF9-83C4-9A1491FF93A7}" dt="2024-09-13T05:16:41.828" v="247" actId="27636"/>
          <ac:spMkLst>
            <pc:docMk/>
            <pc:sldMk cId="0" sldId="291"/>
            <ac:spMk id="33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6:46.897" v="250" actId="1076"/>
          <ac:picMkLst>
            <pc:docMk/>
            <pc:sldMk cId="0" sldId="291"/>
            <ac:picMk id="3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7:13.587" v="259" actId="2711"/>
        <pc:sldMkLst>
          <pc:docMk/>
          <pc:sldMk cId="0" sldId="292"/>
        </pc:sldMkLst>
        <pc:spChg chg="mod">
          <ac:chgData name="Ms Alina Arshad" userId="cccdfd85-d35d-4453-9c6f-a463aae40722" providerId="ADAL" clId="{5B8A6D22-27A2-4EF9-83C4-9A1491FF93A7}" dt="2024-09-13T05:16:56.754" v="253" actId="14100"/>
          <ac:spMkLst>
            <pc:docMk/>
            <pc:sldMk cId="0" sldId="292"/>
            <ac:spMk id="34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7:13.587" v="259" actId="2711"/>
          <ac:spMkLst>
            <pc:docMk/>
            <pc:sldMk cId="0" sldId="292"/>
            <ac:spMk id="34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7:54.481" v="276" actId="1076"/>
        <pc:sldMkLst>
          <pc:docMk/>
          <pc:sldMk cId="0" sldId="293"/>
        </pc:sldMkLst>
        <pc:spChg chg="mod">
          <ac:chgData name="Ms Alina Arshad" userId="cccdfd85-d35d-4453-9c6f-a463aae40722" providerId="ADAL" clId="{5B8A6D22-27A2-4EF9-83C4-9A1491FF93A7}" dt="2024-09-13T05:17:54.481" v="276" actId="1076"/>
          <ac:spMkLst>
            <pc:docMk/>
            <pc:sldMk cId="0" sldId="293"/>
            <ac:spMk id="35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7:40.969" v="270" actId="1076"/>
          <ac:picMkLst>
            <pc:docMk/>
            <pc:sldMk cId="0" sldId="293"/>
            <ac:picMk id="35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8:16.246" v="287" actId="20577"/>
        <pc:sldMkLst>
          <pc:docMk/>
          <pc:sldMk cId="0" sldId="294"/>
        </pc:sldMkLst>
        <pc:spChg chg="mod">
          <ac:chgData name="Ms Alina Arshad" userId="cccdfd85-d35d-4453-9c6f-a463aae40722" providerId="ADAL" clId="{5B8A6D22-27A2-4EF9-83C4-9A1491FF93A7}" dt="2024-09-13T05:18:16.246" v="287" actId="20577"/>
          <ac:spMkLst>
            <pc:docMk/>
            <pc:sldMk cId="0" sldId="294"/>
            <ac:spMk id="356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8:03.026" v="279" actId="1076"/>
          <ac:picMkLst>
            <pc:docMk/>
            <pc:sldMk cId="0" sldId="294"/>
            <ac:picMk id="357" creationId="{00000000-0000-0000-0000-000000000000}"/>
          </ac:picMkLst>
        </pc:picChg>
      </pc:sldChg>
      <pc:sldChg chg="delSp modSp mod">
        <pc:chgData name="Ms Alina Arshad" userId="cccdfd85-d35d-4453-9c6f-a463aae40722" providerId="ADAL" clId="{5B8A6D22-27A2-4EF9-83C4-9A1491FF93A7}" dt="2024-09-13T05:18:42.445" v="299" actId="1076"/>
        <pc:sldMkLst>
          <pc:docMk/>
          <pc:sldMk cId="0" sldId="295"/>
        </pc:sldMkLst>
        <pc:spChg chg="del">
          <ac:chgData name="Ms Alina Arshad" userId="cccdfd85-d35d-4453-9c6f-a463aae40722" providerId="ADAL" clId="{5B8A6D22-27A2-4EF9-83C4-9A1491FF93A7}" dt="2024-09-13T05:18:23.414" v="288" actId="478"/>
          <ac:spMkLst>
            <pc:docMk/>
            <pc:sldMk cId="0" sldId="295"/>
            <ac:spMk id="3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42.445" v="299" actId="1076"/>
          <ac:spMkLst>
            <pc:docMk/>
            <pc:sldMk cId="0" sldId="295"/>
            <ac:spMk id="36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8:53.107" v="303" actId="207"/>
        <pc:sldMkLst>
          <pc:docMk/>
          <pc:sldMk cId="0" sldId="296"/>
        </pc:sldMkLst>
        <pc:spChg chg="mod">
          <ac:chgData name="Ms Alina Arshad" userId="cccdfd85-d35d-4453-9c6f-a463aae40722" providerId="ADAL" clId="{5B8A6D22-27A2-4EF9-83C4-9A1491FF93A7}" dt="2024-09-13T05:18:50.848" v="302" actId="113"/>
          <ac:spMkLst>
            <pc:docMk/>
            <pc:sldMk cId="0" sldId="296"/>
            <ac:spMk id="36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53.107" v="303" actId="207"/>
          <ac:spMkLst>
            <pc:docMk/>
            <pc:sldMk cId="0" sldId="296"/>
            <ac:spMk id="36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9:03.816" v="308" actId="207"/>
        <pc:sldMkLst>
          <pc:docMk/>
          <pc:sldMk cId="0" sldId="297"/>
        </pc:sldMkLst>
        <pc:spChg chg="mod">
          <ac:chgData name="Ms Alina Arshad" userId="cccdfd85-d35d-4453-9c6f-a463aae40722" providerId="ADAL" clId="{5B8A6D22-27A2-4EF9-83C4-9A1491FF93A7}" dt="2024-09-13T05:19:00.926" v="307" actId="27636"/>
          <ac:spMkLst>
            <pc:docMk/>
            <pc:sldMk cId="0" sldId="297"/>
            <ac:spMk id="37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9:03.816" v="308" actId="207"/>
          <ac:spMkLst>
            <pc:docMk/>
            <pc:sldMk cId="0" sldId="297"/>
            <ac:spMk id="37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1:57.672" v="332" actId="403"/>
        <pc:sldMkLst>
          <pc:docMk/>
          <pc:sldMk cId="0" sldId="298"/>
        </pc:sldMkLst>
        <pc:spChg chg="mod">
          <ac:chgData name="Ms Alina Arshad" userId="cccdfd85-d35d-4453-9c6f-a463aae40722" providerId="ADAL" clId="{5B8A6D22-27A2-4EF9-83C4-9A1491FF93A7}" dt="2024-09-13T05:21:57.672" v="332" actId="403"/>
          <ac:spMkLst>
            <pc:docMk/>
            <pc:sldMk cId="0" sldId="298"/>
            <ac:spMk id="38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0:54.546" v="311" actId="1076"/>
          <ac:picMkLst>
            <pc:docMk/>
            <pc:sldMk cId="0" sldId="298"/>
            <ac:picMk id="38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21.505" v="342" actId="1076"/>
        <pc:sldMkLst>
          <pc:docMk/>
          <pc:sldMk cId="0" sldId="299"/>
        </pc:sldMkLst>
        <pc:spChg chg="mod">
          <ac:chgData name="Ms Alina Arshad" userId="cccdfd85-d35d-4453-9c6f-a463aae40722" providerId="ADAL" clId="{5B8A6D22-27A2-4EF9-83C4-9A1491FF93A7}" dt="2024-09-13T05:22:21.505" v="342" actId="1076"/>
          <ac:spMkLst>
            <pc:docMk/>
            <pc:sldMk cId="0" sldId="299"/>
            <ac:spMk id="38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18.844" v="341" actId="1076"/>
          <ac:picMkLst>
            <pc:docMk/>
            <pc:sldMk cId="0" sldId="299"/>
            <ac:picMk id="38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54.631" v="358" actId="27636"/>
        <pc:sldMkLst>
          <pc:docMk/>
          <pc:sldMk cId="0" sldId="300"/>
        </pc:sldMkLst>
        <pc:spChg chg="mod">
          <ac:chgData name="Ms Alina Arshad" userId="cccdfd85-d35d-4453-9c6f-a463aae40722" providerId="ADAL" clId="{5B8A6D22-27A2-4EF9-83C4-9A1491FF93A7}" dt="2024-09-13T05:22:54.631" v="358" actId="27636"/>
          <ac:spMkLst>
            <pc:docMk/>
            <pc:sldMk cId="0" sldId="300"/>
            <ac:spMk id="394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29.858" v="345" actId="1076"/>
          <ac:picMkLst>
            <pc:docMk/>
            <pc:sldMk cId="0" sldId="300"/>
            <ac:picMk id="395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3:03.847" v="361" actId="14100"/>
        <pc:sldMkLst>
          <pc:docMk/>
          <pc:sldMk cId="0" sldId="301"/>
        </pc:sldMkLst>
        <pc:spChg chg="mod">
          <ac:chgData name="Ms Alina Arshad" userId="cccdfd85-d35d-4453-9c6f-a463aae40722" providerId="ADAL" clId="{5B8A6D22-27A2-4EF9-83C4-9A1491FF93A7}" dt="2024-09-13T05:23:03.847" v="361" actId="14100"/>
          <ac:spMkLst>
            <pc:docMk/>
            <pc:sldMk cId="0" sldId="301"/>
            <ac:spMk id="40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17.341" v="364" actId="207"/>
        <pc:sldMkLst>
          <pc:docMk/>
          <pc:sldMk cId="0" sldId="302"/>
        </pc:sldMkLst>
        <pc:spChg chg="mod">
          <ac:chgData name="Ms Alina Arshad" userId="cccdfd85-d35d-4453-9c6f-a463aae40722" providerId="ADAL" clId="{5B8A6D22-27A2-4EF9-83C4-9A1491FF93A7}" dt="2024-09-13T05:23:13.439" v="363" actId="27636"/>
          <ac:spMkLst>
            <pc:docMk/>
            <pc:sldMk cId="0" sldId="302"/>
            <ac:spMk id="4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3:17.341" v="364" actId="207"/>
          <ac:spMkLst>
            <pc:docMk/>
            <pc:sldMk cId="0" sldId="302"/>
            <ac:spMk id="4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42.147" v="370" actId="14100"/>
        <pc:sldMkLst>
          <pc:docMk/>
          <pc:sldMk cId="0" sldId="303"/>
        </pc:sldMkLst>
        <pc:spChg chg="mod">
          <ac:chgData name="Ms Alina Arshad" userId="cccdfd85-d35d-4453-9c6f-a463aae40722" providerId="ADAL" clId="{5B8A6D22-27A2-4EF9-83C4-9A1491FF93A7}" dt="2024-09-13T05:23:42.147" v="370" actId="14100"/>
          <ac:spMkLst>
            <pc:docMk/>
            <pc:sldMk cId="0" sldId="303"/>
            <ac:spMk id="41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3:34.127" v="369" actId="14100"/>
          <ac:picMkLst>
            <pc:docMk/>
            <pc:sldMk cId="0" sldId="303"/>
            <ac:picMk id="4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05.710" v="378" actId="1076"/>
        <pc:sldMkLst>
          <pc:docMk/>
          <pc:sldMk cId="0" sldId="304"/>
        </pc:sldMkLst>
        <pc:spChg chg="mod">
          <ac:chgData name="Ms Alina Arshad" userId="cccdfd85-d35d-4453-9c6f-a463aae40722" providerId="ADAL" clId="{5B8A6D22-27A2-4EF9-83C4-9A1491FF93A7}" dt="2024-09-13T05:24:02.244" v="377" actId="113"/>
          <ac:spMkLst>
            <pc:docMk/>
            <pc:sldMk cId="0" sldId="304"/>
            <ac:spMk id="42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4:05.710" v="378" actId="1076"/>
          <ac:picMkLst>
            <pc:docMk/>
            <pc:sldMk cId="0" sldId="304"/>
            <ac:picMk id="42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24.465" v="385" actId="207"/>
        <pc:sldMkLst>
          <pc:docMk/>
          <pc:sldMk cId="0" sldId="305"/>
        </pc:sldMkLst>
        <pc:spChg chg="mod">
          <ac:chgData name="Ms Alina Arshad" userId="cccdfd85-d35d-4453-9c6f-a463aae40722" providerId="ADAL" clId="{5B8A6D22-27A2-4EF9-83C4-9A1491FF93A7}" dt="2024-09-13T05:24:15.183" v="382" actId="27636"/>
          <ac:spMkLst>
            <pc:docMk/>
            <pc:sldMk cId="0" sldId="305"/>
            <ac:spMk id="43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4:24.465" v="385" actId="207"/>
          <ac:spMkLst>
            <pc:docMk/>
            <pc:sldMk cId="0" sldId="305"/>
            <ac:spMk id="43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6:26.766" v="399" actId="207"/>
        <pc:sldMkLst>
          <pc:docMk/>
          <pc:sldMk cId="0" sldId="306"/>
        </pc:sldMkLst>
        <pc:spChg chg="mod">
          <ac:chgData name="Ms Alina Arshad" userId="cccdfd85-d35d-4453-9c6f-a463aae40722" providerId="ADAL" clId="{5B8A6D22-27A2-4EF9-83C4-9A1491FF93A7}" dt="2024-09-13T05:26:12.122" v="395" actId="1076"/>
          <ac:spMkLst>
            <pc:docMk/>
            <pc:sldMk cId="0" sldId="306"/>
            <ac:spMk id="43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26.766" v="399" actId="207"/>
          <ac:spMkLst>
            <pc:docMk/>
            <pc:sldMk cId="0" sldId="306"/>
            <ac:spMk id="44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6:13.794" v="396" actId="1076"/>
          <ac:picMkLst>
            <pc:docMk/>
            <pc:sldMk cId="0" sldId="306"/>
            <ac:picMk id="43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6:16.730" v="397" actId="1076"/>
          <ac:picMkLst>
            <pc:docMk/>
            <pc:sldMk cId="0" sldId="306"/>
            <ac:picMk id="4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6:48.837" v="404" actId="113"/>
        <pc:sldMkLst>
          <pc:docMk/>
          <pc:sldMk cId="0" sldId="307"/>
        </pc:sldMkLst>
        <pc:spChg chg="mod">
          <ac:chgData name="Ms Alina Arshad" userId="cccdfd85-d35d-4453-9c6f-a463aae40722" providerId="ADAL" clId="{5B8A6D22-27A2-4EF9-83C4-9A1491FF93A7}" dt="2024-09-13T05:26:40.090" v="402" actId="14100"/>
          <ac:spMkLst>
            <pc:docMk/>
            <pc:sldMk cId="0" sldId="307"/>
            <ac:spMk id="4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48.837" v="404" actId="113"/>
          <ac:spMkLst>
            <pc:docMk/>
            <pc:sldMk cId="0" sldId="307"/>
            <ac:spMk id="4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7:33.515" v="420" actId="1076"/>
        <pc:sldMkLst>
          <pc:docMk/>
          <pc:sldMk cId="0" sldId="308"/>
        </pc:sldMkLst>
        <pc:spChg chg="mod">
          <ac:chgData name="Ms Alina Arshad" userId="cccdfd85-d35d-4453-9c6f-a463aae40722" providerId="ADAL" clId="{5B8A6D22-27A2-4EF9-83C4-9A1491FF93A7}" dt="2024-09-13T05:26:59.642" v="408" actId="14100"/>
          <ac:spMkLst>
            <pc:docMk/>
            <pc:sldMk cId="0" sldId="308"/>
            <ac:spMk id="4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7:33.515" v="420" actId="1076"/>
          <ac:spMkLst>
            <pc:docMk/>
            <pc:sldMk cId="0" sldId="308"/>
            <ac:spMk id="45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05.875" v="411" actId="1076"/>
          <ac:picMkLst>
            <pc:docMk/>
            <pc:sldMk cId="0" sldId="308"/>
            <ac:picMk id="454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30.375" v="419" actId="1076"/>
          <ac:picMkLst>
            <pc:docMk/>
            <pc:sldMk cId="0" sldId="308"/>
            <ac:picMk id="45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04.912" v="434" actId="1076"/>
        <pc:sldMkLst>
          <pc:docMk/>
          <pc:sldMk cId="0" sldId="309"/>
        </pc:sldMkLst>
        <pc:spChg chg="mod">
          <ac:chgData name="Ms Alina Arshad" userId="cccdfd85-d35d-4453-9c6f-a463aae40722" providerId="ADAL" clId="{5B8A6D22-27A2-4EF9-83C4-9A1491FF93A7}" dt="2024-09-13T05:27:48.996" v="426" actId="1076"/>
          <ac:spMkLst>
            <pc:docMk/>
            <pc:sldMk cId="0" sldId="309"/>
            <ac:spMk id="4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04.912" v="434" actId="1076"/>
          <ac:spMkLst>
            <pc:docMk/>
            <pc:sldMk cId="0" sldId="309"/>
            <ac:spMk id="46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53.686" v="429" actId="1076"/>
          <ac:picMkLst>
            <pc:docMk/>
            <pc:sldMk cId="0" sldId="309"/>
            <ac:picMk id="463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45.262" v="424" actId="1076"/>
          <ac:picMkLst>
            <pc:docMk/>
            <pc:sldMk cId="0" sldId="309"/>
            <ac:picMk id="46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19.789" v="438" actId="207"/>
        <pc:sldMkLst>
          <pc:docMk/>
          <pc:sldMk cId="0" sldId="310"/>
        </pc:sldMkLst>
        <pc:spChg chg="mod">
          <ac:chgData name="Ms Alina Arshad" userId="cccdfd85-d35d-4453-9c6f-a463aae40722" providerId="ADAL" clId="{5B8A6D22-27A2-4EF9-83C4-9A1491FF93A7}" dt="2024-09-13T05:28:16.258" v="437" actId="14100"/>
          <ac:spMkLst>
            <pc:docMk/>
            <pc:sldMk cId="0" sldId="310"/>
            <ac:spMk id="47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19.789" v="438" actId="207"/>
          <ac:spMkLst>
            <pc:docMk/>
            <pc:sldMk cId="0" sldId="310"/>
            <ac:spMk id="47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8:49.849" v="450" actId="1076"/>
        <pc:sldMkLst>
          <pc:docMk/>
          <pc:sldMk cId="0" sldId="311"/>
        </pc:sldMkLst>
        <pc:spChg chg="mod">
          <ac:chgData name="Ms Alina Arshad" userId="cccdfd85-d35d-4453-9c6f-a463aae40722" providerId="ADAL" clId="{5B8A6D22-27A2-4EF9-83C4-9A1491FF93A7}" dt="2024-09-13T05:28:33.913" v="445" actId="1076"/>
          <ac:spMkLst>
            <pc:docMk/>
            <pc:sldMk cId="0" sldId="311"/>
            <ac:spMk id="47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49.849" v="450" actId="1076"/>
          <ac:spMkLst>
            <pc:docMk/>
            <pc:sldMk cId="0" sldId="311"/>
            <ac:spMk id="479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8:36.417" v="446" actId="1076"/>
          <ac:picMkLst>
            <pc:docMk/>
            <pc:sldMk cId="0" sldId="311"/>
            <ac:picMk id="47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5:27.078" v="463" actId="1076"/>
        <pc:sldMkLst>
          <pc:docMk/>
          <pc:sldMk cId="0" sldId="312"/>
        </pc:sldMkLst>
        <pc:spChg chg="mod">
          <ac:chgData name="Ms Alina Arshad" userId="cccdfd85-d35d-4453-9c6f-a463aae40722" providerId="ADAL" clId="{5B8A6D22-27A2-4EF9-83C4-9A1491FF93A7}" dt="2024-09-13T05:35:11.835" v="455" actId="1076"/>
          <ac:spMkLst>
            <pc:docMk/>
            <pc:sldMk cId="0" sldId="312"/>
            <ac:spMk id="48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25.126" v="461" actId="1076"/>
          <ac:spMkLst>
            <pc:docMk/>
            <pc:sldMk cId="0" sldId="312"/>
            <ac:spMk id="48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5:27.078" v="463" actId="1076"/>
          <ac:picMkLst>
            <pc:docMk/>
            <pc:sldMk cId="0" sldId="312"/>
            <ac:picMk id="4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35:54.938" v="473" actId="729"/>
        <pc:sldMkLst>
          <pc:docMk/>
          <pc:sldMk cId="0" sldId="313"/>
        </pc:sldMkLst>
        <pc:spChg chg="mod">
          <ac:chgData name="Ms Alina Arshad" userId="cccdfd85-d35d-4453-9c6f-a463aae40722" providerId="ADAL" clId="{5B8A6D22-27A2-4EF9-83C4-9A1491FF93A7}" dt="2024-09-13T05:35:36.295" v="467" actId="1076"/>
          <ac:spMkLst>
            <pc:docMk/>
            <pc:sldMk cId="0" sldId="313"/>
            <ac:spMk id="4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48.088" v="472" actId="207"/>
          <ac:spMkLst>
            <pc:docMk/>
            <pc:sldMk cId="0" sldId="313"/>
            <ac:spMk id="495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38:01.383" v="486" actId="404"/>
        <pc:sldMkLst>
          <pc:docMk/>
          <pc:sldMk cId="0" sldId="314"/>
        </pc:sldMkLst>
        <pc:spChg chg="mod">
          <ac:chgData name="Ms Alina Arshad" userId="cccdfd85-d35d-4453-9c6f-a463aae40722" providerId="ADAL" clId="{5B8A6D22-27A2-4EF9-83C4-9A1491FF93A7}" dt="2024-09-13T05:37:57.275" v="485" actId="1076"/>
          <ac:spMkLst>
            <pc:docMk/>
            <pc:sldMk cId="0" sldId="314"/>
            <ac:spMk id="5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01.383" v="486" actId="404"/>
          <ac:spMkLst>
            <pc:docMk/>
            <pc:sldMk cId="0" sldId="314"/>
            <ac:spMk id="5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7:38.579" v="481" actId="1076"/>
          <ac:spMkLst>
            <pc:docMk/>
            <pc:sldMk cId="0" sldId="314"/>
            <ac:spMk id="50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6:08.662" v="476" actId="1076"/>
          <ac:picMkLst>
            <pc:docMk/>
            <pc:sldMk cId="0" sldId="314"/>
            <ac:picMk id="50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14.801" v="492" actId="207"/>
        <pc:sldMkLst>
          <pc:docMk/>
          <pc:sldMk cId="0" sldId="315"/>
        </pc:sldMkLst>
        <pc:spChg chg="mod">
          <ac:chgData name="Ms Alina Arshad" userId="cccdfd85-d35d-4453-9c6f-a463aae40722" providerId="ADAL" clId="{5B8A6D22-27A2-4EF9-83C4-9A1491FF93A7}" dt="2024-09-13T05:38:11.662" v="489" actId="14100"/>
          <ac:spMkLst>
            <pc:docMk/>
            <pc:sldMk cId="0" sldId="315"/>
            <ac:spMk id="5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14.801" v="492" actId="207"/>
          <ac:spMkLst>
            <pc:docMk/>
            <pc:sldMk cId="0" sldId="315"/>
            <ac:spMk id="512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26.127" v="495" actId="207"/>
        <pc:sldMkLst>
          <pc:docMk/>
          <pc:sldMk cId="0" sldId="316"/>
        </pc:sldMkLst>
        <pc:spChg chg="mod">
          <ac:chgData name="Ms Alina Arshad" userId="cccdfd85-d35d-4453-9c6f-a463aae40722" providerId="ADAL" clId="{5B8A6D22-27A2-4EF9-83C4-9A1491FF93A7}" dt="2024-09-13T05:38:23.783" v="494" actId="1076"/>
          <ac:spMkLst>
            <pc:docMk/>
            <pc:sldMk cId="0" sldId="316"/>
            <ac:spMk id="51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26.127" v="495" actId="207"/>
          <ac:spMkLst>
            <pc:docMk/>
            <pc:sldMk cId="0" sldId="316"/>
            <ac:spMk id="51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44.712" v="503" actId="1076"/>
        <pc:sldMkLst>
          <pc:docMk/>
          <pc:sldMk cId="0" sldId="317"/>
        </pc:sldMkLst>
        <pc:spChg chg="mod">
          <ac:chgData name="Ms Alina Arshad" userId="cccdfd85-d35d-4453-9c6f-a463aae40722" providerId="ADAL" clId="{5B8A6D22-27A2-4EF9-83C4-9A1491FF93A7}" dt="2024-09-13T05:38:34.026" v="497" actId="14100"/>
          <ac:spMkLst>
            <pc:docMk/>
            <pc:sldMk cId="0" sldId="317"/>
            <ac:spMk id="52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39.716" v="500" actId="1076"/>
          <ac:spMkLst>
            <pc:docMk/>
            <pc:sldMk cId="0" sldId="317"/>
            <ac:spMk id="52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8:44.712" v="503" actId="1076"/>
          <ac:picMkLst>
            <pc:docMk/>
            <pc:sldMk cId="0" sldId="317"/>
            <ac:picMk id="52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56.740" v="507" actId="207"/>
        <pc:sldMkLst>
          <pc:docMk/>
          <pc:sldMk cId="0" sldId="318"/>
        </pc:sldMkLst>
        <pc:spChg chg="mod">
          <ac:chgData name="Ms Alina Arshad" userId="cccdfd85-d35d-4453-9c6f-a463aae40722" providerId="ADAL" clId="{5B8A6D22-27A2-4EF9-83C4-9A1491FF93A7}" dt="2024-09-13T05:38:54.256" v="506" actId="14100"/>
          <ac:spMkLst>
            <pc:docMk/>
            <pc:sldMk cId="0" sldId="318"/>
            <ac:spMk id="53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56.740" v="507" actId="207"/>
          <ac:spMkLst>
            <pc:docMk/>
            <pc:sldMk cId="0" sldId="318"/>
            <ac:spMk id="53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36.508" v="519" actId="207"/>
        <pc:sldMkLst>
          <pc:docMk/>
          <pc:sldMk cId="0" sldId="319"/>
        </pc:sldMkLst>
        <pc:spChg chg="mod">
          <ac:chgData name="Ms Alina Arshad" userId="cccdfd85-d35d-4453-9c6f-a463aae40722" providerId="ADAL" clId="{5B8A6D22-27A2-4EF9-83C4-9A1491FF93A7}" dt="2024-09-13T05:39:08.797" v="511" actId="1076"/>
          <ac:spMkLst>
            <pc:docMk/>
            <pc:sldMk cId="0" sldId="319"/>
            <ac:spMk id="54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36.508" v="519" actId="207"/>
          <ac:spMkLst>
            <pc:docMk/>
            <pc:sldMk cId="0" sldId="319"/>
            <ac:spMk id="54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43.101" v="521" actId="207"/>
        <pc:sldMkLst>
          <pc:docMk/>
          <pc:sldMk cId="0" sldId="320"/>
        </pc:sldMkLst>
        <pc:spChg chg="mod">
          <ac:chgData name="Ms Alina Arshad" userId="cccdfd85-d35d-4453-9c6f-a463aae40722" providerId="ADAL" clId="{5B8A6D22-27A2-4EF9-83C4-9A1491FF93A7}" dt="2024-09-13T05:39:40.086" v="520" actId="207"/>
          <ac:spMkLst>
            <pc:docMk/>
            <pc:sldMk cId="0" sldId="320"/>
            <ac:spMk id="5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43.101" v="521" actId="207"/>
          <ac:spMkLst>
            <pc:docMk/>
            <pc:sldMk cId="0" sldId="320"/>
            <ac:spMk id="5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03.137" v="526" actId="207"/>
        <pc:sldMkLst>
          <pc:docMk/>
          <pc:sldMk cId="0" sldId="321"/>
        </pc:sldMkLst>
        <pc:spChg chg="mod">
          <ac:chgData name="Ms Alina Arshad" userId="cccdfd85-d35d-4453-9c6f-a463aae40722" providerId="ADAL" clId="{5B8A6D22-27A2-4EF9-83C4-9A1491FF93A7}" dt="2024-09-13T05:39:51.130" v="523" actId="14100"/>
          <ac:spMkLst>
            <pc:docMk/>
            <pc:sldMk cId="0" sldId="321"/>
            <ac:spMk id="55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58.675" v="525" actId="2711"/>
          <ac:spMkLst>
            <pc:docMk/>
            <pc:sldMk cId="0" sldId="321"/>
            <ac:spMk id="5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03.137" v="526" actId="207"/>
          <ac:spMkLst>
            <pc:docMk/>
            <pc:sldMk cId="0" sldId="321"/>
            <ac:spMk id="5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17.744" v="534" actId="20577"/>
        <pc:sldMkLst>
          <pc:docMk/>
          <pc:sldMk cId="0" sldId="322"/>
        </pc:sldMkLst>
        <pc:spChg chg="mod">
          <ac:chgData name="Ms Alina Arshad" userId="cccdfd85-d35d-4453-9c6f-a463aae40722" providerId="ADAL" clId="{5B8A6D22-27A2-4EF9-83C4-9A1491FF93A7}" dt="2024-09-13T05:40:10.948" v="529" actId="27636"/>
          <ac:spMkLst>
            <pc:docMk/>
            <pc:sldMk cId="0" sldId="322"/>
            <ac:spMk id="5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17.744" v="534" actId="20577"/>
          <ac:spMkLst>
            <pc:docMk/>
            <pc:sldMk cId="0" sldId="322"/>
            <ac:spMk id="56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09.017" v="547" actId="14100"/>
        <pc:sldMkLst>
          <pc:docMk/>
          <pc:sldMk cId="0" sldId="323"/>
        </pc:sldMkLst>
        <pc:spChg chg="mod">
          <ac:chgData name="Ms Alina Arshad" userId="cccdfd85-d35d-4453-9c6f-a463aae40722" providerId="ADAL" clId="{5B8A6D22-27A2-4EF9-83C4-9A1491FF93A7}" dt="2024-09-13T05:40:50.376" v="538" actId="207"/>
          <ac:spMkLst>
            <pc:docMk/>
            <pc:sldMk cId="0" sldId="323"/>
            <ac:spMk id="56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09.017" v="547" actId="14100"/>
          <ac:spMkLst>
            <pc:docMk/>
            <pc:sldMk cId="0" sldId="323"/>
            <ac:spMk id="57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47.797" v="554" actId="207"/>
        <pc:sldMkLst>
          <pc:docMk/>
          <pc:sldMk cId="0" sldId="324"/>
        </pc:sldMkLst>
        <pc:spChg chg="mod">
          <ac:chgData name="Ms Alina Arshad" userId="cccdfd85-d35d-4453-9c6f-a463aae40722" providerId="ADAL" clId="{5B8A6D22-27A2-4EF9-83C4-9A1491FF93A7}" dt="2024-09-13T05:41:29.887" v="551" actId="207"/>
          <ac:spMkLst>
            <pc:docMk/>
            <pc:sldMk cId="0" sldId="324"/>
            <ac:spMk id="57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47.797" v="554" actId="207"/>
          <ac:spMkLst>
            <pc:docMk/>
            <pc:sldMk cId="0" sldId="324"/>
            <ac:spMk id="57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2:40.229" v="567" actId="207"/>
        <pc:sldMkLst>
          <pc:docMk/>
          <pc:sldMk cId="0" sldId="325"/>
        </pc:sldMkLst>
        <pc:spChg chg="mod">
          <ac:chgData name="Ms Alina Arshad" userId="cccdfd85-d35d-4453-9c6f-a463aae40722" providerId="ADAL" clId="{5B8A6D22-27A2-4EF9-83C4-9A1491FF93A7}" dt="2024-09-13T05:42:36.755" v="566" actId="1076"/>
          <ac:spMkLst>
            <pc:docMk/>
            <pc:sldMk cId="0" sldId="325"/>
            <ac:spMk id="58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2:40.229" v="567" actId="207"/>
          <ac:spMkLst>
            <pc:docMk/>
            <pc:sldMk cId="0" sldId="325"/>
            <ac:spMk id="58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4:13.537" v="571" actId="207"/>
        <pc:sldMkLst>
          <pc:docMk/>
          <pc:sldMk cId="0" sldId="326"/>
        </pc:sldMkLst>
        <pc:spChg chg="mod">
          <ac:chgData name="Ms Alina Arshad" userId="cccdfd85-d35d-4453-9c6f-a463aae40722" providerId="ADAL" clId="{5B8A6D22-27A2-4EF9-83C4-9A1491FF93A7}" dt="2024-09-13T06:34:10.053" v="570" actId="1076"/>
          <ac:spMkLst>
            <pc:docMk/>
            <pc:sldMk cId="0" sldId="326"/>
            <ac:spMk id="58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13.537" v="571" actId="207"/>
          <ac:spMkLst>
            <pc:docMk/>
            <pc:sldMk cId="0" sldId="326"/>
            <ac:spMk id="59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5:12.054" v="588" actId="14100"/>
        <pc:sldMkLst>
          <pc:docMk/>
          <pc:sldMk cId="0" sldId="327"/>
        </pc:sldMkLst>
        <pc:spChg chg="mod">
          <ac:chgData name="Ms Alina Arshad" userId="cccdfd85-d35d-4453-9c6f-a463aae40722" providerId="ADAL" clId="{5B8A6D22-27A2-4EF9-83C4-9A1491FF93A7}" dt="2024-09-13T06:34:22.582" v="573" actId="14100"/>
          <ac:spMkLst>
            <pc:docMk/>
            <pc:sldMk cId="0" sldId="327"/>
            <ac:spMk id="59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34.922" v="577" actId="207"/>
          <ac:spMkLst>
            <pc:docMk/>
            <pc:sldMk cId="0" sldId="327"/>
            <ac:spMk id="59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5:12.054" v="588" actId="14100"/>
          <ac:spMkLst>
            <pc:docMk/>
            <pc:sldMk cId="0" sldId="327"/>
            <ac:spMk id="59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6:37.576" v="592" actId="207"/>
        <pc:sldMkLst>
          <pc:docMk/>
          <pc:sldMk cId="0" sldId="328"/>
        </pc:sldMkLst>
        <pc:spChg chg="mod">
          <ac:chgData name="Ms Alina Arshad" userId="cccdfd85-d35d-4453-9c6f-a463aae40722" providerId="ADAL" clId="{5B8A6D22-27A2-4EF9-83C4-9A1491FF93A7}" dt="2024-09-13T06:36:23.412" v="591" actId="14100"/>
          <ac:spMkLst>
            <pc:docMk/>
            <pc:sldMk cId="0" sldId="328"/>
            <ac:spMk id="6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6:37.576" v="592" actId="207"/>
          <ac:spMkLst>
            <pc:docMk/>
            <pc:sldMk cId="0" sldId="328"/>
            <ac:spMk id="6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46.588" v="597" actId="207"/>
        <pc:sldMkLst>
          <pc:docMk/>
          <pc:sldMk cId="0" sldId="329"/>
        </pc:sldMkLst>
        <pc:spChg chg="mod">
          <ac:chgData name="Ms Alina Arshad" userId="cccdfd85-d35d-4453-9c6f-a463aae40722" providerId="ADAL" clId="{5B8A6D22-27A2-4EF9-83C4-9A1491FF93A7}" dt="2024-09-13T06:37:42.885" v="596" actId="207"/>
          <ac:spMkLst>
            <pc:docMk/>
            <pc:sldMk cId="0" sldId="329"/>
            <ac:spMk id="6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46.588" v="597" actId="207"/>
          <ac:spMkLst>
            <pc:docMk/>
            <pc:sldMk cId="0" sldId="329"/>
            <ac:spMk id="6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59.873" v="604" actId="1076"/>
        <pc:sldMkLst>
          <pc:docMk/>
          <pc:sldMk cId="0" sldId="330"/>
        </pc:sldMkLst>
        <pc:spChg chg="mod">
          <ac:chgData name="Ms Alina Arshad" userId="cccdfd85-d35d-4453-9c6f-a463aae40722" providerId="ADAL" clId="{5B8A6D22-27A2-4EF9-83C4-9A1491FF93A7}" dt="2024-09-13T06:37:52.843" v="600" actId="14100"/>
          <ac:spMkLst>
            <pc:docMk/>
            <pc:sldMk cId="0" sldId="330"/>
            <ac:spMk id="61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55.702" v="601" actId="1076"/>
          <ac:spMkLst>
            <pc:docMk/>
            <pc:sldMk cId="0" sldId="330"/>
            <ac:spMk id="6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6:37:59.873" v="604" actId="1076"/>
          <ac:picMkLst>
            <pc:docMk/>
            <pc:sldMk cId="0" sldId="330"/>
            <ac:picMk id="6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6:38:15.645" v="608" actId="207"/>
        <pc:sldMkLst>
          <pc:docMk/>
          <pc:sldMk cId="0" sldId="331"/>
        </pc:sldMkLst>
        <pc:spChg chg="mod">
          <ac:chgData name="Ms Alina Arshad" userId="cccdfd85-d35d-4453-9c6f-a463aae40722" providerId="ADAL" clId="{5B8A6D22-27A2-4EF9-83C4-9A1491FF93A7}" dt="2024-09-13T06:38:12.901" v="607" actId="14100"/>
          <ac:spMkLst>
            <pc:docMk/>
            <pc:sldMk cId="0" sldId="331"/>
            <ac:spMk id="62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15.645" v="608" actId="207"/>
          <ac:spMkLst>
            <pc:docMk/>
            <pc:sldMk cId="0" sldId="331"/>
            <ac:spMk id="62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36.075" v="612" actId="207"/>
        <pc:sldMkLst>
          <pc:docMk/>
          <pc:sldMk cId="0" sldId="332"/>
        </pc:sldMkLst>
        <pc:spChg chg="mod">
          <ac:chgData name="Ms Alina Arshad" userId="cccdfd85-d35d-4453-9c6f-a463aae40722" providerId="ADAL" clId="{5B8A6D22-27A2-4EF9-83C4-9A1491FF93A7}" dt="2024-09-13T06:38:33.560" v="611" actId="14100"/>
          <ac:spMkLst>
            <pc:docMk/>
            <pc:sldMk cId="0" sldId="332"/>
            <ac:spMk id="62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36.075" v="612" actId="207"/>
          <ac:spMkLst>
            <pc:docMk/>
            <pc:sldMk cId="0" sldId="332"/>
            <ac:spMk id="63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49.541" v="616" actId="207"/>
        <pc:sldMkLst>
          <pc:docMk/>
          <pc:sldMk cId="0" sldId="333"/>
        </pc:sldMkLst>
        <pc:spChg chg="mod">
          <ac:chgData name="Ms Alina Arshad" userId="cccdfd85-d35d-4453-9c6f-a463aae40722" providerId="ADAL" clId="{5B8A6D22-27A2-4EF9-83C4-9A1491FF93A7}" dt="2024-09-13T06:38:46.697" v="615" actId="14100"/>
          <ac:spMkLst>
            <pc:docMk/>
            <pc:sldMk cId="0" sldId="333"/>
            <ac:spMk id="63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49.541" v="616" actId="207"/>
          <ac:spMkLst>
            <pc:docMk/>
            <pc:sldMk cId="0" sldId="333"/>
            <ac:spMk id="63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02.917" v="621" actId="207"/>
        <pc:sldMkLst>
          <pc:docMk/>
          <pc:sldMk cId="0" sldId="334"/>
        </pc:sldMkLst>
        <pc:spChg chg="mod">
          <ac:chgData name="Ms Alina Arshad" userId="cccdfd85-d35d-4453-9c6f-a463aae40722" providerId="ADAL" clId="{5B8A6D22-27A2-4EF9-83C4-9A1491FF93A7}" dt="2024-09-13T06:38:58.679" v="619" actId="113"/>
          <ac:spMkLst>
            <pc:docMk/>
            <pc:sldMk cId="0" sldId="334"/>
            <ac:spMk id="64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02.917" v="621" actId="207"/>
          <ac:spMkLst>
            <pc:docMk/>
            <pc:sldMk cId="0" sldId="334"/>
            <ac:spMk id="64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13.056" v="625" actId="207"/>
        <pc:sldMkLst>
          <pc:docMk/>
          <pc:sldMk cId="0" sldId="335"/>
        </pc:sldMkLst>
        <pc:spChg chg="mod">
          <ac:chgData name="Ms Alina Arshad" userId="cccdfd85-d35d-4453-9c6f-a463aae40722" providerId="ADAL" clId="{5B8A6D22-27A2-4EF9-83C4-9A1491FF93A7}" dt="2024-09-13T06:39:10.822" v="624" actId="14100"/>
          <ac:spMkLst>
            <pc:docMk/>
            <pc:sldMk cId="0" sldId="335"/>
            <ac:spMk id="6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13.056" v="625" actId="207"/>
          <ac:spMkLst>
            <pc:docMk/>
            <pc:sldMk cId="0" sldId="335"/>
            <ac:spMk id="6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33.838" v="634" actId="1076"/>
        <pc:sldMkLst>
          <pc:docMk/>
          <pc:sldMk cId="0" sldId="336"/>
        </pc:sldMkLst>
        <pc:spChg chg="mod">
          <ac:chgData name="Ms Alina Arshad" userId="cccdfd85-d35d-4453-9c6f-a463aae40722" providerId="ADAL" clId="{5B8A6D22-27A2-4EF9-83C4-9A1491FF93A7}" dt="2024-09-13T06:39:33.838" v="634" actId="1076"/>
          <ac:spMkLst>
            <pc:docMk/>
            <pc:sldMk cId="0" sldId="336"/>
            <ac:spMk id="6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29.042" v="633" actId="20577"/>
          <ac:spMkLst>
            <pc:docMk/>
            <pc:sldMk cId="0" sldId="336"/>
            <ac:spMk id="6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44.101" v="636" actId="207"/>
        <pc:sldMkLst>
          <pc:docMk/>
          <pc:sldMk cId="0" sldId="337"/>
        </pc:sldMkLst>
        <pc:spChg chg="mod">
          <ac:chgData name="Ms Alina Arshad" userId="cccdfd85-d35d-4453-9c6f-a463aae40722" providerId="ADAL" clId="{5B8A6D22-27A2-4EF9-83C4-9A1491FF93A7}" dt="2024-09-13T06:39:38.759" v="635" actId="1076"/>
          <ac:spMkLst>
            <pc:docMk/>
            <pc:sldMk cId="0" sldId="337"/>
            <ac:spMk id="6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44.101" v="636" actId="207"/>
          <ac:spMkLst>
            <pc:docMk/>
            <pc:sldMk cId="0" sldId="337"/>
            <ac:spMk id="664" creationId="{00000000-0000-0000-0000-000000000000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24.005" v="161" actId="1076"/>
        <pc:sldMkLst>
          <pc:docMk/>
          <pc:sldMk cId="3233864465" sldId="338"/>
        </pc:sldMkLst>
        <pc:spChg chg="add mod">
          <ac:chgData name="Ms Alina Arshad" userId="cccdfd85-d35d-4453-9c6f-a463aae40722" providerId="ADAL" clId="{5B8A6D22-27A2-4EF9-83C4-9A1491FF93A7}" dt="2024-09-13T05:12:24.005" v="161" actId="1076"/>
          <ac:spMkLst>
            <pc:docMk/>
            <pc:sldMk cId="3233864465" sldId="338"/>
            <ac:spMk id="3" creationId="{38CBFF88-BEC8-EC9F-E1A7-7E913B0EFCDD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54.408" v="167" actId="1076"/>
        <pc:sldMkLst>
          <pc:docMk/>
          <pc:sldMk cId="1267034377" sldId="339"/>
        </pc:sldMkLst>
        <pc:spChg chg="add mod">
          <ac:chgData name="Ms Alina Arshad" userId="cccdfd85-d35d-4453-9c6f-a463aae40722" providerId="ADAL" clId="{5B8A6D22-27A2-4EF9-83C4-9A1491FF93A7}" dt="2024-09-13T05:12:54.408" v="167" actId="1076"/>
          <ac:spMkLst>
            <pc:docMk/>
            <pc:sldMk cId="1267034377" sldId="339"/>
            <ac:spMk id="3" creationId="{41D1BF0D-AD70-8833-5D6D-38565AB0485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11.117" v="176" actId="113"/>
        <pc:sldMkLst>
          <pc:docMk/>
          <pc:sldMk cId="2400815569" sldId="340"/>
        </pc:sldMkLst>
        <pc:spChg chg="add mod">
          <ac:chgData name="Ms Alina Arshad" userId="cccdfd85-d35d-4453-9c6f-a463aae40722" providerId="ADAL" clId="{5B8A6D22-27A2-4EF9-83C4-9A1491FF93A7}" dt="2024-09-13T05:13:11.117" v="176" actId="113"/>
          <ac:spMkLst>
            <pc:docMk/>
            <pc:sldMk cId="2400815569" sldId="340"/>
            <ac:spMk id="3" creationId="{69C02606-FCDF-8546-6C76-44B4F3EA776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43.875" v="186" actId="1076"/>
        <pc:sldMkLst>
          <pc:docMk/>
          <pc:sldMk cId="1204309406" sldId="341"/>
        </pc:sldMkLst>
        <pc:spChg chg="add mod">
          <ac:chgData name="Ms Alina Arshad" userId="cccdfd85-d35d-4453-9c6f-a463aae40722" providerId="ADAL" clId="{5B8A6D22-27A2-4EF9-83C4-9A1491FF93A7}" dt="2024-09-13T05:13:43.875" v="186" actId="1076"/>
          <ac:spMkLst>
            <pc:docMk/>
            <pc:sldMk cId="1204309406" sldId="341"/>
            <ac:spMk id="3" creationId="{FB09A7D6-CB86-1298-9237-F494689B2453}"/>
          </ac:spMkLst>
        </pc:spChg>
      </pc:sldChg>
      <pc:sldChg chg="new del">
        <pc:chgData name="Ms Alina Arshad" userId="cccdfd85-d35d-4453-9c6f-a463aae40722" providerId="ADAL" clId="{5B8A6D22-27A2-4EF9-83C4-9A1491FF93A7}" dt="2024-09-13T05:13:25.901" v="179" actId="47"/>
        <pc:sldMkLst>
          <pc:docMk/>
          <pc:sldMk cId="3585676104" sldId="341"/>
        </pc:sldMkLst>
      </pc:sldChg>
      <pc:sldChg chg="new del">
        <pc:chgData name="Ms Alina Arshad" userId="cccdfd85-d35d-4453-9c6f-a463aae40722" providerId="ADAL" clId="{5B8A6D22-27A2-4EF9-83C4-9A1491FF93A7}" dt="2024-09-13T05:13:26.151" v="180" actId="47"/>
        <pc:sldMkLst>
          <pc:docMk/>
          <pc:sldMk cId="3903136030" sldId="342"/>
        </pc:sldMkLst>
      </pc:sldChg>
    </pc:docChg>
  </pc:docChgLst>
  <pc:docChgLst>
    <pc:chgData name="Ms Alina Arshad" userId="cccdfd85-d35d-4453-9c6f-a463aae40722" providerId="ADAL" clId="{9C5463F7-2E4D-44A3-B83D-E1A8A04E58D3}"/>
    <pc:docChg chg="undo custSel addSld delSld modSld">
      <pc:chgData name="Ms Alina Arshad" userId="cccdfd85-d35d-4453-9c6f-a463aae40722" providerId="ADAL" clId="{9C5463F7-2E4D-44A3-B83D-E1A8A04E58D3}" dt="2024-11-08T04:34:09.577" v="805" actId="47"/>
      <pc:docMkLst>
        <pc:docMk/>
      </pc:docMkLst>
      <pc:sldChg chg="delSp modSp add mod">
        <pc:chgData name="Ms Alina Arshad" userId="cccdfd85-d35d-4453-9c6f-a463aae40722" providerId="ADAL" clId="{9C5463F7-2E4D-44A3-B83D-E1A8A04E58D3}" dt="2024-11-08T04:05:30.432" v="582" actId="478"/>
        <pc:sldMkLst>
          <pc:docMk/>
          <pc:sldMk cId="0" sldId="265"/>
        </pc:sldMkLst>
        <pc:spChg chg="mod">
          <ac:chgData name="Ms Alina Arshad" userId="cccdfd85-d35d-4453-9c6f-a463aae40722" providerId="ADAL" clId="{9C5463F7-2E4D-44A3-B83D-E1A8A04E58D3}" dt="2024-11-06T07:59:24.493" v="118" actId="1076"/>
          <ac:spMkLst>
            <pc:docMk/>
            <pc:sldMk cId="0" sldId="265"/>
            <ac:spMk id="151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7:59:40.352" v="121" actId="12"/>
          <ac:spMkLst>
            <pc:docMk/>
            <pc:sldMk cId="0" sldId="265"/>
            <ac:spMk id="152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05:30.432" v="582" actId="478"/>
          <ac:spMkLst>
            <pc:docMk/>
            <pc:sldMk cId="0" sldId="265"/>
            <ac:spMk id="153" creationId="{00000000-0000-0000-0000-000000000000}"/>
          </ac:spMkLst>
        </pc:spChg>
      </pc:sldChg>
      <pc:sldChg chg="delSp modSp add mod">
        <pc:chgData name="Ms Alina Arshad" userId="cccdfd85-d35d-4453-9c6f-a463aae40722" providerId="ADAL" clId="{9C5463F7-2E4D-44A3-B83D-E1A8A04E58D3}" dt="2024-11-08T04:05:28.472" v="581" actId="478"/>
        <pc:sldMkLst>
          <pc:docMk/>
          <pc:sldMk cId="0" sldId="266"/>
        </pc:sldMkLst>
        <pc:spChg chg="mod">
          <ac:chgData name="Ms Alina Arshad" userId="cccdfd85-d35d-4453-9c6f-a463aae40722" providerId="ADAL" clId="{9C5463F7-2E4D-44A3-B83D-E1A8A04E58D3}" dt="2024-11-06T07:59:53.589" v="126" actId="207"/>
          <ac:spMkLst>
            <pc:docMk/>
            <pc:sldMk cId="0" sldId="266"/>
            <ac:spMk id="158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8:00:06.435" v="130" actId="207"/>
          <ac:spMkLst>
            <pc:docMk/>
            <pc:sldMk cId="0" sldId="266"/>
            <ac:spMk id="159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05:28.472" v="581" actId="478"/>
          <ac:spMkLst>
            <pc:docMk/>
            <pc:sldMk cId="0" sldId="266"/>
            <ac:spMk id="160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6T08:00:03.461" v="129" actId="1076"/>
          <ac:picMkLst>
            <pc:docMk/>
            <pc:sldMk cId="0" sldId="266"/>
            <ac:picMk id="161" creationId="{00000000-0000-0000-0000-000000000000}"/>
          </ac:picMkLst>
        </pc:picChg>
      </pc:sldChg>
      <pc:sldChg chg="modSp add mod">
        <pc:chgData name="Ms Alina Arshad" userId="cccdfd85-d35d-4453-9c6f-a463aae40722" providerId="ADAL" clId="{9C5463F7-2E4D-44A3-B83D-E1A8A04E58D3}" dt="2024-11-06T08:15:05.338" v="137" actId="15"/>
        <pc:sldMkLst>
          <pc:docMk/>
          <pc:sldMk cId="0" sldId="267"/>
        </pc:sldMkLst>
        <pc:spChg chg="mod">
          <ac:chgData name="Ms Alina Arshad" userId="cccdfd85-d35d-4453-9c6f-a463aae40722" providerId="ADAL" clId="{9C5463F7-2E4D-44A3-B83D-E1A8A04E58D3}" dt="2024-11-06T08:14:50.002" v="132" actId="207"/>
          <ac:spMkLst>
            <pc:docMk/>
            <pc:sldMk cId="0" sldId="267"/>
            <ac:spMk id="167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8:15:05.338" v="137" actId="15"/>
          <ac:spMkLst>
            <pc:docMk/>
            <pc:sldMk cId="0" sldId="267"/>
            <ac:spMk id="168" creationId="{00000000-0000-0000-0000-000000000000}"/>
          </ac:spMkLst>
        </pc:spChg>
      </pc:sldChg>
      <pc:sldChg chg="delSp modSp add mod">
        <pc:chgData name="Ms Alina Arshad" userId="cccdfd85-d35d-4453-9c6f-a463aae40722" providerId="ADAL" clId="{9C5463F7-2E4D-44A3-B83D-E1A8A04E58D3}" dt="2024-11-08T04:05:24.890" v="580" actId="478"/>
        <pc:sldMkLst>
          <pc:docMk/>
          <pc:sldMk cId="0" sldId="268"/>
        </pc:sldMkLst>
        <pc:spChg chg="mod">
          <ac:chgData name="Ms Alina Arshad" userId="cccdfd85-d35d-4453-9c6f-a463aae40722" providerId="ADAL" clId="{9C5463F7-2E4D-44A3-B83D-E1A8A04E58D3}" dt="2024-11-06T08:15:14.162" v="139" actId="207"/>
          <ac:spMkLst>
            <pc:docMk/>
            <pc:sldMk cId="0" sldId="268"/>
            <ac:spMk id="174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8:15:37.185" v="148" actId="403"/>
          <ac:spMkLst>
            <pc:docMk/>
            <pc:sldMk cId="0" sldId="268"/>
            <ac:spMk id="175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05:24.890" v="580" actId="478"/>
          <ac:spMkLst>
            <pc:docMk/>
            <pc:sldMk cId="0" sldId="268"/>
            <ac:spMk id="176" creationId="{00000000-0000-0000-0000-000000000000}"/>
          </ac:spMkLst>
        </pc:spChg>
      </pc:sldChg>
      <pc:sldChg chg="addSp delSp modSp add mod">
        <pc:chgData name="Ms Alina Arshad" userId="cccdfd85-d35d-4453-9c6f-a463aae40722" providerId="ADAL" clId="{9C5463F7-2E4D-44A3-B83D-E1A8A04E58D3}" dt="2024-11-08T04:05:21.263" v="579" actId="478"/>
        <pc:sldMkLst>
          <pc:docMk/>
          <pc:sldMk cId="0" sldId="269"/>
        </pc:sldMkLst>
        <pc:spChg chg="add mod">
          <ac:chgData name="Ms Alina Arshad" userId="cccdfd85-d35d-4453-9c6f-a463aae40722" providerId="ADAL" clId="{9C5463F7-2E4D-44A3-B83D-E1A8A04E58D3}" dt="2024-11-08T04:03:45.214" v="495" actId="208"/>
          <ac:spMkLst>
            <pc:docMk/>
            <pc:sldMk cId="0" sldId="269"/>
            <ac:spMk id="2" creationId="{C4F4ADAC-16D3-7F44-A940-6A828CD1374B}"/>
          </ac:spMkLst>
        </pc:spChg>
        <pc:spChg chg="add mod">
          <ac:chgData name="Ms Alina Arshad" userId="cccdfd85-d35d-4453-9c6f-a463aae40722" providerId="ADAL" clId="{9C5463F7-2E4D-44A3-B83D-E1A8A04E58D3}" dt="2024-11-08T04:04:02.690" v="498" actId="1076"/>
          <ac:spMkLst>
            <pc:docMk/>
            <pc:sldMk cId="0" sldId="269"/>
            <ac:spMk id="3" creationId="{4514CDFE-1A72-4DC3-8D7F-42CC9D902786}"/>
          </ac:spMkLst>
        </pc:spChg>
        <pc:spChg chg="mod">
          <ac:chgData name="Ms Alina Arshad" userId="cccdfd85-d35d-4453-9c6f-a463aae40722" providerId="ADAL" clId="{9C5463F7-2E4D-44A3-B83D-E1A8A04E58D3}" dt="2024-11-06T08:15:45.715" v="150" actId="207"/>
          <ac:spMkLst>
            <pc:docMk/>
            <pc:sldMk cId="0" sldId="269"/>
            <ac:spMk id="181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05:21.263" v="579" actId="478"/>
          <ac:spMkLst>
            <pc:docMk/>
            <pc:sldMk cId="0" sldId="269"/>
            <ac:spMk id="182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8:15:53.706" v="154" actId="113"/>
          <ac:spMkLst>
            <pc:docMk/>
            <pc:sldMk cId="0" sldId="269"/>
            <ac:spMk id="184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8T04:04:07.453" v="504" actId="1038"/>
          <ac:picMkLst>
            <pc:docMk/>
            <pc:sldMk cId="0" sldId="269"/>
            <ac:picMk id="183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9C5463F7-2E4D-44A3-B83D-E1A8A04E58D3}" dt="2024-11-08T04:05:18.270" v="578" actId="478"/>
        <pc:sldMkLst>
          <pc:docMk/>
          <pc:sldMk cId="0" sldId="270"/>
        </pc:sldMkLst>
        <pc:spChg chg="add mod">
          <ac:chgData name="Ms Alina Arshad" userId="cccdfd85-d35d-4453-9c6f-a463aae40722" providerId="ADAL" clId="{9C5463F7-2E4D-44A3-B83D-E1A8A04E58D3}" dt="2024-11-08T04:04:49.607" v="512" actId="1038"/>
          <ac:spMkLst>
            <pc:docMk/>
            <pc:sldMk cId="0" sldId="270"/>
            <ac:spMk id="2" creationId="{ACF8643B-97C8-6678-4DC3-88E4EAA1D786}"/>
          </ac:spMkLst>
        </pc:spChg>
        <pc:spChg chg="add del">
          <ac:chgData name="Ms Alina Arshad" userId="cccdfd85-d35d-4453-9c6f-a463aae40722" providerId="ADAL" clId="{9C5463F7-2E4D-44A3-B83D-E1A8A04E58D3}" dt="2024-11-08T04:04:37.508" v="507" actId="478"/>
          <ac:spMkLst>
            <pc:docMk/>
            <pc:sldMk cId="0" sldId="270"/>
            <ac:spMk id="3" creationId="{4AFF343B-BF34-A67C-398B-BAA10C5B39B5}"/>
          </ac:spMkLst>
        </pc:spChg>
        <pc:spChg chg="add mod">
          <ac:chgData name="Ms Alina Arshad" userId="cccdfd85-d35d-4453-9c6f-a463aae40722" providerId="ADAL" clId="{9C5463F7-2E4D-44A3-B83D-E1A8A04E58D3}" dt="2024-11-08T04:05:14.721" v="577" actId="1035"/>
          <ac:spMkLst>
            <pc:docMk/>
            <pc:sldMk cId="0" sldId="270"/>
            <ac:spMk id="4" creationId="{A06B503B-0411-C1D8-7A75-CC7A1A91C16D}"/>
          </ac:spMkLst>
        </pc:spChg>
        <pc:spChg chg="mod">
          <ac:chgData name="Ms Alina Arshad" userId="cccdfd85-d35d-4453-9c6f-a463aae40722" providerId="ADAL" clId="{9C5463F7-2E4D-44A3-B83D-E1A8A04E58D3}" dt="2024-11-06T08:15:59.800" v="156" actId="207"/>
          <ac:spMkLst>
            <pc:docMk/>
            <pc:sldMk cId="0" sldId="270"/>
            <ac:spMk id="192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05:18.270" v="578" actId="478"/>
          <ac:spMkLst>
            <pc:docMk/>
            <pc:sldMk cId="0" sldId="270"/>
            <ac:spMk id="193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8:16:10.626" v="160" actId="113"/>
          <ac:spMkLst>
            <pc:docMk/>
            <pc:sldMk cId="0" sldId="270"/>
            <ac:spMk id="194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8T04:04:41.400" v="508" actId="1076"/>
          <ac:picMkLst>
            <pc:docMk/>
            <pc:sldMk cId="0" sldId="270"/>
            <ac:picMk id="195" creationId="{00000000-0000-0000-0000-000000000000}"/>
          </ac:picMkLst>
        </pc:picChg>
      </pc:sldChg>
      <pc:sldChg chg="modSp add mod">
        <pc:chgData name="Ms Alina Arshad" userId="cccdfd85-d35d-4453-9c6f-a463aae40722" providerId="ADAL" clId="{9C5463F7-2E4D-44A3-B83D-E1A8A04E58D3}" dt="2024-11-07T08:06:28.609" v="213" actId="113"/>
        <pc:sldMkLst>
          <pc:docMk/>
          <pc:sldMk cId="0" sldId="271"/>
        </pc:sldMkLst>
        <pc:spChg chg="mod">
          <ac:chgData name="Ms Alina Arshad" userId="cccdfd85-d35d-4453-9c6f-a463aae40722" providerId="ADAL" clId="{9C5463F7-2E4D-44A3-B83D-E1A8A04E58D3}" dt="2024-11-07T08:06:19.616" v="210" actId="1076"/>
          <ac:spMkLst>
            <pc:docMk/>
            <pc:sldMk cId="0" sldId="271"/>
            <ac:spMk id="200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6:28.609" v="213" actId="113"/>
          <ac:spMkLst>
            <pc:docMk/>
            <pc:sldMk cId="0" sldId="271"/>
            <ac:spMk id="202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7T08:06:23.751" v="211" actId="1076"/>
          <ac:picMkLst>
            <pc:docMk/>
            <pc:sldMk cId="0" sldId="271"/>
            <ac:picMk id="203" creationId="{00000000-0000-0000-0000-000000000000}"/>
          </ac:picMkLst>
        </pc:picChg>
      </pc:sldChg>
      <pc:sldChg chg="addSp modSp add mod">
        <pc:chgData name="Ms Alina Arshad" userId="cccdfd85-d35d-4453-9c6f-a463aae40722" providerId="ADAL" clId="{9C5463F7-2E4D-44A3-B83D-E1A8A04E58D3}" dt="2024-11-08T04:07:41.908" v="697" actId="1038"/>
        <pc:sldMkLst>
          <pc:docMk/>
          <pc:sldMk cId="0" sldId="272"/>
        </pc:sldMkLst>
        <pc:spChg chg="add mod">
          <ac:chgData name="Ms Alina Arshad" userId="cccdfd85-d35d-4453-9c6f-a463aae40722" providerId="ADAL" clId="{9C5463F7-2E4D-44A3-B83D-E1A8A04E58D3}" dt="2024-11-08T04:07:30.830" v="625" actId="1038"/>
          <ac:spMkLst>
            <pc:docMk/>
            <pc:sldMk cId="0" sldId="272"/>
            <ac:spMk id="2" creationId="{F834C7B1-D99D-2351-75EE-70B9B1370F51}"/>
          </ac:spMkLst>
        </pc:spChg>
        <pc:spChg chg="add mod">
          <ac:chgData name="Ms Alina Arshad" userId="cccdfd85-d35d-4453-9c6f-a463aae40722" providerId="ADAL" clId="{9C5463F7-2E4D-44A3-B83D-E1A8A04E58D3}" dt="2024-11-08T04:07:41.908" v="697" actId="1038"/>
          <ac:spMkLst>
            <pc:docMk/>
            <pc:sldMk cId="0" sldId="272"/>
            <ac:spMk id="3" creationId="{BEBFBFD8-14F7-6A6B-AF39-73FA7687BC5F}"/>
          </ac:spMkLst>
        </pc:spChg>
        <pc:spChg chg="mod">
          <ac:chgData name="Ms Alina Arshad" userId="cccdfd85-d35d-4453-9c6f-a463aae40722" providerId="ADAL" clId="{9C5463F7-2E4D-44A3-B83D-E1A8A04E58D3}" dt="2024-11-07T08:06:41.340" v="218" actId="207"/>
          <ac:spMkLst>
            <pc:docMk/>
            <pc:sldMk cId="0" sldId="272"/>
            <ac:spMk id="208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6:48.041" v="222" actId="113"/>
          <ac:spMkLst>
            <pc:docMk/>
            <pc:sldMk cId="0" sldId="272"/>
            <ac:spMk id="210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7T08:06:43.031" v="219" actId="1076"/>
          <ac:picMkLst>
            <pc:docMk/>
            <pc:sldMk cId="0" sldId="272"/>
            <ac:picMk id="211" creationId="{00000000-0000-0000-0000-000000000000}"/>
          </ac:picMkLst>
        </pc:picChg>
      </pc:sldChg>
      <pc:sldChg chg="modSp add del mod">
        <pc:chgData name="Ms Alina Arshad" userId="cccdfd85-d35d-4453-9c6f-a463aae40722" providerId="ADAL" clId="{9C5463F7-2E4D-44A3-B83D-E1A8A04E58D3}" dt="2024-11-07T08:07:14.295" v="231" actId="1076"/>
        <pc:sldMkLst>
          <pc:docMk/>
          <pc:sldMk cId="0" sldId="273"/>
        </pc:sldMkLst>
        <pc:spChg chg="mod">
          <ac:chgData name="Ms Alina Arshad" userId="cccdfd85-d35d-4453-9c6f-a463aae40722" providerId="ADAL" clId="{9C5463F7-2E4D-44A3-B83D-E1A8A04E58D3}" dt="2024-11-07T08:07:10.476" v="230" actId="5793"/>
          <ac:spMkLst>
            <pc:docMk/>
            <pc:sldMk cId="0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6:56.920" v="225" actId="207"/>
          <ac:spMkLst>
            <pc:docMk/>
            <pc:sldMk cId="0" sldId="273"/>
            <ac:spMk id="216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7T08:07:14.295" v="231" actId="1076"/>
          <ac:picMkLst>
            <pc:docMk/>
            <pc:sldMk cId="0" sldId="273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9C5463F7-2E4D-44A3-B83D-E1A8A04E58D3}" dt="2024-11-07T08:08:23.745" v="249" actId="113"/>
        <pc:sldMkLst>
          <pc:docMk/>
          <pc:sldMk cId="0" sldId="274"/>
        </pc:sldMkLst>
        <pc:spChg chg="mod">
          <ac:chgData name="Ms Alina Arshad" userId="cccdfd85-d35d-4453-9c6f-a463aae40722" providerId="ADAL" clId="{9C5463F7-2E4D-44A3-B83D-E1A8A04E58D3}" dt="2024-11-07T08:08:18.327" v="246" actId="14100"/>
          <ac:spMkLst>
            <pc:docMk/>
            <pc:sldMk cId="0" sldId="274"/>
            <ac:spMk id="224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8:23.745" v="249" actId="113"/>
          <ac:spMkLst>
            <pc:docMk/>
            <pc:sldMk cId="0" sldId="274"/>
            <ac:spMk id="226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7T08:08:20.303" v="247" actId="1076"/>
          <ac:picMkLst>
            <pc:docMk/>
            <pc:sldMk cId="0" sldId="274"/>
            <ac:picMk id="227" creationId="{00000000-0000-0000-0000-000000000000}"/>
          </ac:picMkLst>
        </pc:picChg>
      </pc:sldChg>
      <pc:sldChg chg="modSp add del mod">
        <pc:chgData name="Ms Alina Arshad" userId="cccdfd85-d35d-4453-9c6f-a463aae40722" providerId="ADAL" clId="{9C5463F7-2E4D-44A3-B83D-E1A8A04E58D3}" dt="2024-11-07T08:08:45.863" v="257" actId="1076"/>
        <pc:sldMkLst>
          <pc:docMk/>
          <pc:sldMk cId="0" sldId="275"/>
        </pc:sldMkLst>
        <pc:spChg chg="mod">
          <ac:chgData name="Ms Alina Arshad" userId="cccdfd85-d35d-4453-9c6f-a463aae40722" providerId="ADAL" clId="{9C5463F7-2E4D-44A3-B83D-E1A8A04E58D3}" dt="2024-11-07T08:08:38.913" v="253" actId="113"/>
          <ac:spMkLst>
            <pc:docMk/>
            <pc:sldMk cId="0" sldId="275"/>
            <ac:spMk id="232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8:45.863" v="257" actId="1076"/>
          <ac:spMkLst>
            <pc:docMk/>
            <pc:sldMk cId="0" sldId="275"/>
            <ac:spMk id="23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4.487" v="769" actId="47"/>
        <pc:sldMkLst>
          <pc:docMk/>
          <pc:sldMk cId="0" sldId="276"/>
        </pc:sldMkLst>
        <pc:spChg chg="mod">
          <ac:chgData name="Ms Alina Arshad" userId="cccdfd85-d35d-4453-9c6f-a463aae40722" providerId="ADAL" clId="{9C5463F7-2E4D-44A3-B83D-E1A8A04E58D3}" dt="2024-11-07T08:09:43.095" v="272" actId="1076"/>
          <ac:spMkLst>
            <pc:docMk/>
            <pc:sldMk cId="0" sldId="276"/>
            <ac:spMk id="3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9:05.024" v="261" actId="207"/>
          <ac:spMkLst>
            <pc:docMk/>
            <pc:sldMk cId="0" sldId="276"/>
            <ac:spMk id="239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9:37.623" v="271" actId="14100"/>
          <ac:spMkLst>
            <pc:docMk/>
            <pc:sldMk cId="0" sldId="276"/>
            <ac:spMk id="240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0:08.783" v="712" actId="478"/>
          <ac:spMkLst>
            <pc:docMk/>
            <pc:sldMk cId="0" sldId="276"/>
            <ac:spMk id="241" creationId="{00000000-0000-0000-0000-000000000000}"/>
          </ac:spMkLst>
        </pc:spChg>
        <pc:picChg chg="mod modCrop">
          <ac:chgData name="Ms Alina Arshad" userId="cccdfd85-d35d-4453-9c6f-a463aae40722" providerId="ADAL" clId="{9C5463F7-2E4D-44A3-B83D-E1A8A04E58D3}" dt="2024-11-07T08:10:02.327" v="275" actId="1076"/>
          <ac:picMkLst>
            <pc:docMk/>
            <pc:sldMk cId="0" sldId="276"/>
            <ac:picMk id="2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C5463F7-2E4D-44A3-B83D-E1A8A04E58D3}" dt="2024-11-08T04:33:54.960" v="770" actId="47"/>
        <pc:sldMkLst>
          <pc:docMk/>
          <pc:sldMk cId="0" sldId="277"/>
        </pc:sldMkLst>
        <pc:spChg chg="mod">
          <ac:chgData name="Ms Alina Arshad" userId="cccdfd85-d35d-4453-9c6f-a463aae40722" providerId="ADAL" clId="{9C5463F7-2E4D-44A3-B83D-E1A8A04E58D3}" dt="2024-11-07T08:10:11.376" v="277" actId="207"/>
          <ac:spMkLst>
            <pc:docMk/>
            <pc:sldMk cId="0" sldId="277"/>
            <ac:spMk id="246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10:44.086" v="287" actId="1076"/>
          <ac:spMkLst>
            <pc:docMk/>
            <pc:sldMk cId="0" sldId="277"/>
            <ac:spMk id="247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0:28.223" v="713" actId="478"/>
          <ac:spMkLst>
            <pc:docMk/>
            <pc:sldMk cId="0" sldId="277"/>
            <ac:spMk id="248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5.522" v="771" actId="47"/>
        <pc:sldMkLst>
          <pc:docMk/>
          <pc:sldMk cId="0" sldId="278"/>
        </pc:sldMkLst>
        <pc:spChg chg="mod">
          <ac:chgData name="Ms Alina Arshad" userId="cccdfd85-d35d-4453-9c6f-a463aae40722" providerId="ADAL" clId="{9C5463F7-2E4D-44A3-B83D-E1A8A04E58D3}" dt="2024-11-07T08:10:50.512" v="289" actId="207"/>
          <ac:spMkLst>
            <pc:docMk/>
            <pc:sldMk cId="0" sldId="278"/>
            <ac:spMk id="253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11:09.760" v="297" actId="15"/>
          <ac:spMkLst>
            <pc:docMk/>
            <pc:sldMk cId="0" sldId="278"/>
            <ac:spMk id="254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0:31.065" v="714" actId="478"/>
          <ac:spMkLst>
            <pc:docMk/>
            <pc:sldMk cId="0" sldId="278"/>
            <ac:spMk id="25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5.864" v="772" actId="47"/>
        <pc:sldMkLst>
          <pc:docMk/>
          <pc:sldMk cId="0" sldId="279"/>
        </pc:sldMkLst>
        <pc:spChg chg="mod">
          <ac:chgData name="Ms Alina Arshad" userId="cccdfd85-d35d-4453-9c6f-a463aae40722" providerId="ADAL" clId="{9C5463F7-2E4D-44A3-B83D-E1A8A04E58D3}" dt="2024-11-07T08:11:21.431" v="299" actId="207"/>
          <ac:spMkLst>
            <pc:docMk/>
            <pc:sldMk cId="0" sldId="279"/>
            <ac:spMk id="260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11:37.695" v="303" actId="14100"/>
          <ac:spMkLst>
            <pc:docMk/>
            <pc:sldMk cId="0" sldId="279"/>
            <ac:spMk id="261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0:34.595" v="715" actId="478"/>
          <ac:spMkLst>
            <pc:docMk/>
            <pc:sldMk cId="0" sldId="279"/>
            <ac:spMk id="262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6.120" v="773" actId="47"/>
        <pc:sldMkLst>
          <pc:docMk/>
          <pc:sldMk cId="0" sldId="280"/>
        </pc:sldMkLst>
        <pc:spChg chg="mod">
          <ac:chgData name="Ms Alina Arshad" userId="cccdfd85-d35d-4453-9c6f-a463aae40722" providerId="ADAL" clId="{9C5463F7-2E4D-44A3-B83D-E1A8A04E58D3}" dt="2024-11-07T08:11:50.325" v="308" actId="1076"/>
          <ac:spMkLst>
            <pc:docMk/>
            <pc:sldMk cId="0" sldId="280"/>
            <ac:spMk id="267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0:36.965" v="716" actId="478"/>
          <ac:spMkLst>
            <pc:docMk/>
            <pc:sldMk cId="0" sldId="280"/>
            <ac:spMk id="268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12:09.894" v="316" actId="1076"/>
          <ac:spMkLst>
            <pc:docMk/>
            <pc:sldMk cId="0" sldId="280"/>
            <ac:spMk id="270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7T08:12:05.638" v="315" actId="1076"/>
          <ac:picMkLst>
            <pc:docMk/>
            <pc:sldMk cId="0" sldId="280"/>
            <ac:picMk id="269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C5463F7-2E4D-44A3-B83D-E1A8A04E58D3}" dt="2024-11-08T04:33:56.482" v="774" actId="47"/>
        <pc:sldMkLst>
          <pc:docMk/>
          <pc:sldMk cId="0" sldId="281"/>
        </pc:sldMkLst>
        <pc:spChg chg="mod">
          <ac:chgData name="Ms Alina Arshad" userId="cccdfd85-d35d-4453-9c6f-a463aae40722" providerId="ADAL" clId="{9C5463F7-2E4D-44A3-B83D-E1A8A04E58D3}" dt="2024-11-07T08:12:16.119" v="318" actId="207"/>
          <ac:spMkLst>
            <pc:docMk/>
            <pc:sldMk cId="0" sldId="281"/>
            <ac:spMk id="275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12:29.105" v="322" actId="12"/>
          <ac:spMkLst>
            <pc:docMk/>
            <pc:sldMk cId="0" sldId="281"/>
            <ac:spMk id="276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0:39.055" v="717" actId="478"/>
          <ac:spMkLst>
            <pc:docMk/>
            <pc:sldMk cId="0" sldId="281"/>
            <ac:spMk id="277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6.723" v="775" actId="47"/>
        <pc:sldMkLst>
          <pc:docMk/>
          <pc:sldMk cId="0" sldId="282"/>
        </pc:sldMkLst>
        <pc:spChg chg="mod">
          <ac:chgData name="Ms Alina Arshad" userId="cccdfd85-d35d-4453-9c6f-a463aae40722" providerId="ADAL" clId="{9C5463F7-2E4D-44A3-B83D-E1A8A04E58D3}" dt="2024-11-07T08:12:39.111" v="324" actId="207"/>
          <ac:spMkLst>
            <pc:docMk/>
            <pc:sldMk cId="0" sldId="282"/>
            <ac:spMk id="282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12:57.510" v="332" actId="14"/>
          <ac:spMkLst>
            <pc:docMk/>
            <pc:sldMk cId="0" sldId="282"/>
            <ac:spMk id="283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0:44.915" v="718" actId="478"/>
          <ac:spMkLst>
            <pc:docMk/>
            <pc:sldMk cId="0" sldId="282"/>
            <ac:spMk id="284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6.878" v="776" actId="47"/>
        <pc:sldMkLst>
          <pc:docMk/>
          <pc:sldMk cId="0" sldId="283"/>
        </pc:sldMkLst>
        <pc:spChg chg="mod">
          <ac:chgData name="Ms Alina Arshad" userId="cccdfd85-d35d-4453-9c6f-a463aae40722" providerId="ADAL" clId="{9C5463F7-2E4D-44A3-B83D-E1A8A04E58D3}" dt="2024-11-07T08:13:06.813" v="337" actId="1076"/>
          <ac:spMkLst>
            <pc:docMk/>
            <pc:sldMk cId="0" sldId="283"/>
            <ac:spMk id="289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13:46.657" v="345" actId="207"/>
          <ac:spMkLst>
            <pc:docMk/>
            <pc:sldMk cId="0" sldId="283"/>
            <ac:spMk id="290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01.400" v="719" actId="478"/>
          <ac:spMkLst>
            <pc:docMk/>
            <pc:sldMk cId="0" sldId="283"/>
            <ac:spMk id="291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8.050" v="777" actId="47"/>
        <pc:sldMkLst>
          <pc:docMk/>
          <pc:sldMk cId="0" sldId="284"/>
        </pc:sldMkLst>
        <pc:spChg chg="mod">
          <ac:chgData name="Ms Alina Arshad" userId="cccdfd85-d35d-4453-9c6f-a463aae40722" providerId="ADAL" clId="{9C5463F7-2E4D-44A3-B83D-E1A8A04E58D3}" dt="2024-11-07T08:13:57.134" v="350" actId="14100"/>
          <ac:spMkLst>
            <pc:docMk/>
            <pc:sldMk cId="0" sldId="284"/>
            <ac:spMk id="296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14:05.758" v="354" actId="14100"/>
          <ac:spMkLst>
            <pc:docMk/>
            <pc:sldMk cId="0" sldId="284"/>
            <ac:spMk id="297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05.079" v="720" actId="478"/>
          <ac:spMkLst>
            <pc:docMk/>
            <pc:sldMk cId="0" sldId="284"/>
            <ac:spMk id="298" creationId="{00000000-0000-0000-0000-000000000000}"/>
          </ac:spMkLst>
        </pc:spChg>
      </pc:sldChg>
      <pc:sldChg chg="modSp add del mod">
        <pc:chgData name="Ms Alina Arshad" userId="cccdfd85-d35d-4453-9c6f-a463aae40722" providerId="ADAL" clId="{9C5463F7-2E4D-44A3-B83D-E1A8A04E58D3}" dt="2024-11-08T04:33:58.294" v="778" actId="47"/>
        <pc:sldMkLst>
          <pc:docMk/>
          <pc:sldMk cId="0" sldId="285"/>
        </pc:sldMkLst>
        <pc:spChg chg="mod">
          <ac:chgData name="Ms Alina Arshad" userId="cccdfd85-d35d-4453-9c6f-a463aae40722" providerId="ADAL" clId="{9C5463F7-2E4D-44A3-B83D-E1A8A04E58D3}" dt="2024-11-08T03:49:40.202" v="356" actId="14100"/>
          <ac:spMkLst>
            <pc:docMk/>
            <pc:sldMk cId="0" sldId="285"/>
            <ac:spMk id="303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8T03:49:52.298" v="360" actId="1076"/>
          <ac:picMkLst>
            <pc:docMk/>
            <pc:sldMk cId="0" sldId="285"/>
            <ac:picMk id="306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C5463F7-2E4D-44A3-B83D-E1A8A04E58D3}" dt="2024-11-08T04:33:58.461" v="779" actId="47"/>
        <pc:sldMkLst>
          <pc:docMk/>
          <pc:sldMk cId="0" sldId="286"/>
        </pc:sldMkLst>
        <pc:spChg chg="mod">
          <ac:chgData name="Ms Alina Arshad" userId="cccdfd85-d35d-4453-9c6f-a463aae40722" providerId="ADAL" clId="{9C5463F7-2E4D-44A3-B83D-E1A8A04E58D3}" dt="2024-11-08T03:50:01.954" v="363" actId="207"/>
          <ac:spMkLst>
            <pc:docMk/>
            <pc:sldMk cId="0" sldId="286"/>
            <ac:spMk id="311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0:29.805" v="375" actId="207"/>
          <ac:spMkLst>
            <pc:docMk/>
            <pc:sldMk cId="0" sldId="286"/>
            <ac:spMk id="312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10.783" v="721" actId="478"/>
          <ac:spMkLst>
            <pc:docMk/>
            <pc:sldMk cId="0" sldId="286"/>
            <ac:spMk id="31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9.287" v="780" actId="47"/>
        <pc:sldMkLst>
          <pc:docMk/>
          <pc:sldMk cId="0" sldId="287"/>
        </pc:sldMkLst>
        <pc:spChg chg="mod">
          <ac:chgData name="Ms Alina Arshad" userId="cccdfd85-d35d-4453-9c6f-a463aae40722" providerId="ADAL" clId="{9C5463F7-2E4D-44A3-B83D-E1A8A04E58D3}" dt="2024-11-08T03:50:41.623" v="378" actId="207"/>
          <ac:spMkLst>
            <pc:docMk/>
            <pc:sldMk cId="0" sldId="287"/>
            <ac:spMk id="318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2:22.702" v="402" actId="113"/>
          <ac:spMkLst>
            <pc:docMk/>
            <pc:sldMk cId="0" sldId="287"/>
            <ac:spMk id="319" creationId="{00000000-0000-0000-0000-000000000000}"/>
          </ac:spMkLst>
        </pc:spChg>
        <pc:spChg chg="del mod">
          <ac:chgData name="Ms Alina Arshad" userId="cccdfd85-d35d-4453-9c6f-a463aae40722" providerId="ADAL" clId="{9C5463F7-2E4D-44A3-B83D-E1A8A04E58D3}" dt="2024-11-08T04:11:25.764" v="723" actId="478"/>
          <ac:spMkLst>
            <pc:docMk/>
            <pc:sldMk cId="0" sldId="287"/>
            <ac:spMk id="320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3:59.471" v="781" actId="47"/>
        <pc:sldMkLst>
          <pc:docMk/>
          <pc:sldMk cId="0" sldId="288"/>
        </pc:sldMkLst>
        <pc:spChg chg="mod">
          <ac:chgData name="Ms Alina Arshad" userId="cccdfd85-d35d-4453-9c6f-a463aae40722" providerId="ADAL" clId="{9C5463F7-2E4D-44A3-B83D-E1A8A04E58D3}" dt="2024-11-08T03:51:31.048" v="386" actId="1076"/>
          <ac:spMkLst>
            <pc:docMk/>
            <pc:sldMk cId="0" sldId="288"/>
            <ac:spMk id="325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2:13.280" v="400" actId="113"/>
          <ac:spMkLst>
            <pc:docMk/>
            <pc:sldMk cId="0" sldId="288"/>
            <ac:spMk id="326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32.343" v="724" actId="478"/>
          <ac:spMkLst>
            <pc:docMk/>
            <pc:sldMk cId="0" sldId="288"/>
            <ac:spMk id="327" creationId="{00000000-0000-0000-0000-000000000000}"/>
          </ac:spMkLst>
        </pc:spChg>
      </pc:sldChg>
      <pc:sldChg chg="modSp add del mod">
        <pc:chgData name="Ms Alina Arshad" userId="cccdfd85-d35d-4453-9c6f-a463aae40722" providerId="ADAL" clId="{9C5463F7-2E4D-44A3-B83D-E1A8A04E58D3}" dt="2024-11-08T04:33:59.606" v="782" actId="47"/>
        <pc:sldMkLst>
          <pc:docMk/>
          <pc:sldMk cId="0" sldId="289"/>
        </pc:sldMkLst>
        <pc:spChg chg="mod">
          <ac:chgData name="Ms Alina Arshad" userId="cccdfd85-d35d-4453-9c6f-a463aae40722" providerId="ADAL" clId="{9C5463F7-2E4D-44A3-B83D-E1A8A04E58D3}" dt="2024-11-08T03:51:46.674" v="392" actId="113"/>
          <ac:spMkLst>
            <pc:docMk/>
            <pc:sldMk cId="0" sldId="289"/>
            <ac:spMk id="332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2:06.669" v="398" actId="113"/>
          <ac:spMkLst>
            <pc:docMk/>
            <pc:sldMk cId="0" sldId="289"/>
            <ac:spMk id="33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4:00.326" v="783" actId="47"/>
        <pc:sldMkLst>
          <pc:docMk/>
          <pc:sldMk cId="0" sldId="290"/>
        </pc:sldMkLst>
        <pc:spChg chg="mod">
          <ac:chgData name="Ms Alina Arshad" userId="cccdfd85-d35d-4453-9c6f-a463aae40722" providerId="ADAL" clId="{9C5463F7-2E4D-44A3-B83D-E1A8A04E58D3}" dt="2024-11-08T03:52:30.264" v="404" actId="207"/>
          <ac:spMkLst>
            <pc:docMk/>
            <pc:sldMk cId="0" sldId="290"/>
            <ac:spMk id="339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2:54.414" v="410" actId="20577"/>
          <ac:spMkLst>
            <pc:docMk/>
            <pc:sldMk cId="0" sldId="290"/>
            <ac:spMk id="340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43.127" v="725" actId="478"/>
          <ac:spMkLst>
            <pc:docMk/>
            <pc:sldMk cId="0" sldId="290"/>
            <ac:spMk id="341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4:00.520" v="784" actId="47"/>
        <pc:sldMkLst>
          <pc:docMk/>
          <pc:sldMk cId="0" sldId="291"/>
        </pc:sldMkLst>
        <pc:spChg chg="mod">
          <ac:chgData name="Ms Alina Arshad" userId="cccdfd85-d35d-4453-9c6f-a463aae40722" providerId="ADAL" clId="{9C5463F7-2E4D-44A3-B83D-E1A8A04E58D3}" dt="2024-11-08T03:53:09.789" v="413" actId="207"/>
          <ac:spMkLst>
            <pc:docMk/>
            <pc:sldMk cId="0" sldId="291"/>
            <ac:spMk id="346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3:15.615" v="416" actId="14100"/>
          <ac:spMkLst>
            <pc:docMk/>
            <pc:sldMk cId="0" sldId="291"/>
            <ac:spMk id="347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45.167" v="726" actId="478"/>
          <ac:spMkLst>
            <pc:docMk/>
            <pc:sldMk cId="0" sldId="291"/>
            <ac:spMk id="348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4:01.714" v="786" actId="47"/>
        <pc:sldMkLst>
          <pc:docMk/>
          <pc:sldMk cId="0" sldId="292"/>
        </pc:sldMkLst>
        <pc:spChg chg="mod">
          <ac:chgData name="Ms Alina Arshad" userId="cccdfd85-d35d-4453-9c6f-a463aae40722" providerId="ADAL" clId="{9C5463F7-2E4D-44A3-B83D-E1A8A04E58D3}" dt="2024-11-08T03:53:27.495" v="419" actId="207"/>
          <ac:spMkLst>
            <pc:docMk/>
            <pc:sldMk cId="0" sldId="292"/>
            <ac:spMk id="353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3:35.147" v="423" actId="207"/>
          <ac:spMkLst>
            <pc:docMk/>
            <pc:sldMk cId="0" sldId="292"/>
            <ac:spMk id="354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53.323" v="727" actId="478"/>
          <ac:spMkLst>
            <pc:docMk/>
            <pc:sldMk cId="0" sldId="292"/>
            <ac:spMk id="35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4:02.026" v="788" actId="47"/>
        <pc:sldMkLst>
          <pc:docMk/>
          <pc:sldMk cId="0" sldId="293"/>
        </pc:sldMkLst>
        <pc:spChg chg="mod">
          <ac:chgData name="Ms Alina Arshad" userId="cccdfd85-d35d-4453-9c6f-a463aae40722" providerId="ADAL" clId="{9C5463F7-2E4D-44A3-B83D-E1A8A04E58D3}" dt="2024-11-08T03:53:49.523" v="427" actId="113"/>
          <ac:spMkLst>
            <pc:docMk/>
            <pc:sldMk cId="0" sldId="293"/>
            <ac:spMk id="360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3:57.546" v="430" actId="207"/>
          <ac:spMkLst>
            <pc:docMk/>
            <pc:sldMk cId="0" sldId="293"/>
            <ac:spMk id="361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55.907" v="728" actId="478"/>
          <ac:spMkLst>
            <pc:docMk/>
            <pc:sldMk cId="0" sldId="293"/>
            <ac:spMk id="362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4:03.095" v="790" actId="47"/>
        <pc:sldMkLst>
          <pc:docMk/>
          <pc:sldMk cId="0" sldId="294"/>
        </pc:sldMkLst>
        <pc:spChg chg="mod">
          <ac:chgData name="Ms Alina Arshad" userId="cccdfd85-d35d-4453-9c6f-a463aae40722" providerId="ADAL" clId="{9C5463F7-2E4D-44A3-B83D-E1A8A04E58D3}" dt="2024-11-08T03:56:53.496" v="434" actId="207"/>
          <ac:spMkLst>
            <pc:docMk/>
            <pc:sldMk cId="0" sldId="294"/>
            <ac:spMk id="367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7:03.385" v="439" actId="207"/>
          <ac:spMkLst>
            <pc:docMk/>
            <pc:sldMk cId="0" sldId="294"/>
            <ac:spMk id="368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1:58.803" v="729" actId="478"/>
          <ac:spMkLst>
            <pc:docMk/>
            <pc:sldMk cId="0" sldId="294"/>
            <ac:spMk id="369" creationId="{00000000-0000-0000-0000-000000000000}"/>
          </ac:spMkLst>
        </pc:spChg>
      </pc:sldChg>
      <pc:sldChg chg="modSp add del mod">
        <pc:chgData name="Ms Alina Arshad" userId="cccdfd85-d35d-4453-9c6f-a463aae40722" providerId="ADAL" clId="{9C5463F7-2E4D-44A3-B83D-E1A8A04E58D3}" dt="2024-11-08T04:34:03.263" v="791" actId="47"/>
        <pc:sldMkLst>
          <pc:docMk/>
          <pc:sldMk cId="0" sldId="295"/>
        </pc:sldMkLst>
        <pc:spChg chg="mod">
          <ac:chgData name="Ms Alina Arshad" userId="cccdfd85-d35d-4453-9c6f-a463aae40722" providerId="ADAL" clId="{9C5463F7-2E4D-44A3-B83D-E1A8A04E58D3}" dt="2024-11-08T03:57:59.904" v="462" actId="1076"/>
          <ac:spMkLst>
            <pc:docMk/>
            <pc:sldMk cId="0" sldId="295"/>
            <ac:spMk id="376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8T03:57:37.552" v="453" actId="14100"/>
          <ac:picMkLst>
            <pc:docMk/>
            <pc:sldMk cId="0" sldId="295"/>
            <ac:picMk id="375" creationId="{00000000-0000-0000-0000-000000000000}"/>
          </ac:picMkLst>
        </pc:picChg>
        <pc:picChg chg="mod">
          <ac:chgData name="Ms Alina Arshad" userId="cccdfd85-d35d-4453-9c6f-a463aae40722" providerId="ADAL" clId="{9C5463F7-2E4D-44A3-B83D-E1A8A04E58D3}" dt="2024-11-08T03:57:24.655" v="446" actId="1076"/>
          <ac:picMkLst>
            <pc:docMk/>
            <pc:sldMk cId="0" sldId="295"/>
            <ac:picMk id="377" creationId="{00000000-0000-0000-0000-000000000000}"/>
          </ac:picMkLst>
        </pc:picChg>
        <pc:picChg chg="mod">
          <ac:chgData name="Ms Alina Arshad" userId="cccdfd85-d35d-4453-9c6f-a463aae40722" providerId="ADAL" clId="{9C5463F7-2E4D-44A3-B83D-E1A8A04E58D3}" dt="2024-11-08T03:57:40.015" v="454" actId="1076"/>
          <ac:picMkLst>
            <pc:docMk/>
            <pc:sldMk cId="0" sldId="295"/>
            <ac:picMk id="378" creationId="{00000000-0000-0000-0000-000000000000}"/>
          </ac:picMkLst>
        </pc:picChg>
        <pc:picChg chg="mod">
          <ac:chgData name="Ms Alina Arshad" userId="cccdfd85-d35d-4453-9c6f-a463aae40722" providerId="ADAL" clId="{9C5463F7-2E4D-44A3-B83D-E1A8A04E58D3}" dt="2024-11-08T03:57:44.712" v="456" actId="1076"/>
          <ac:picMkLst>
            <pc:docMk/>
            <pc:sldMk cId="0" sldId="295"/>
            <ac:picMk id="379" creationId="{00000000-0000-0000-0000-000000000000}"/>
          </ac:picMkLst>
        </pc:picChg>
        <pc:picChg chg="mod">
          <ac:chgData name="Ms Alina Arshad" userId="cccdfd85-d35d-4453-9c6f-a463aae40722" providerId="ADAL" clId="{9C5463F7-2E4D-44A3-B83D-E1A8A04E58D3}" dt="2024-11-08T03:57:50.633" v="459" actId="1076"/>
          <ac:picMkLst>
            <pc:docMk/>
            <pc:sldMk cId="0" sldId="295"/>
            <ac:picMk id="380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9C5463F7-2E4D-44A3-B83D-E1A8A04E58D3}" dt="2024-11-08T04:34:03.408" v="792" actId="47"/>
        <pc:sldMkLst>
          <pc:docMk/>
          <pc:sldMk cId="0" sldId="296"/>
        </pc:sldMkLst>
        <pc:spChg chg="mod">
          <ac:chgData name="Ms Alina Arshad" userId="cccdfd85-d35d-4453-9c6f-a463aae40722" providerId="ADAL" clId="{9C5463F7-2E4D-44A3-B83D-E1A8A04E58D3}" dt="2024-11-08T03:58:10.801" v="466" actId="113"/>
          <ac:spMkLst>
            <pc:docMk/>
            <pc:sldMk cId="0" sldId="296"/>
            <ac:spMk id="385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3:58:52.744" v="469" actId="14100"/>
          <ac:spMkLst>
            <pc:docMk/>
            <pc:sldMk cId="0" sldId="296"/>
            <ac:spMk id="386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14:52.835" v="755" actId="478"/>
          <ac:spMkLst>
            <pc:docMk/>
            <pc:sldMk cId="0" sldId="296"/>
            <ac:spMk id="387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9C5463F7-2E4D-44A3-B83D-E1A8A04E58D3}" dt="2024-11-08T04:34:03.557" v="793" actId="47"/>
        <pc:sldMkLst>
          <pc:docMk/>
          <pc:sldMk cId="0" sldId="297"/>
        </pc:sldMkLst>
        <pc:spChg chg="mod">
          <ac:chgData name="Ms Alina Arshad" userId="cccdfd85-d35d-4453-9c6f-a463aae40722" providerId="ADAL" clId="{9C5463F7-2E4D-44A3-B83D-E1A8A04E58D3}" dt="2024-11-08T04:15:09.401" v="757" actId="1076"/>
          <ac:spMkLst>
            <pc:docMk/>
            <pc:sldMk cId="0" sldId="297"/>
            <ac:spMk id="392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4:15:09.401" v="757" actId="1076"/>
          <ac:spMkLst>
            <pc:docMk/>
            <pc:sldMk cId="0" sldId="297"/>
            <ac:spMk id="393" creationId="{00000000-0000-0000-0000-000000000000}"/>
          </ac:spMkLst>
        </pc:spChg>
        <pc:spChg chg="del mod">
          <ac:chgData name="Ms Alina Arshad" userId="cccdfd85-d35d-4453-9c6f-a463aae40722" providerId="ADAL" clId="{9C5463F7-2E4D-44A3-B83D-E1A8A04E58D3}" dt="2024-11-08T04:15:16.327" v="759" actId="478"/>
          <ac:spMkLst>
            <pc:docMk/>
            <pc:sldMk cId="0" sldId="297"/>
            <ac:spMk id="394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4:15:18.738" v="760" actId="1076"/>
          <ac:spMkLst>
            <pc:docMk/>
            <pc:sldMk cId="0" sldId="297"/>
            <ac:spMk id="396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8T04:15:09.401" v="757" actId="1076"/>
          <ac:picMkLst>
            <pc:docMk/>
            <pc:sldMk cId="0" sldId="297"/>
            <ac:picMk id="395" creationId="{00000000-0000-0000-0000-000000000000}"/>
          </ac:picMkLst>
        </pc:picChg>
      </pc:sldChg>
      <pc:sldChg chg="modSp add del mod">
        <pc:chgData name="Ms Alina Arshad" userId="cccdfd85-d35d-4453-9c6f-a463aae40722" providerId="ADAL" clId="{9C5463F7-2E4D-44A3-B83D-E1A8A04E58D3}" dt="2024-11-08T04:34:05.210" v="794" actId="47"/>
        <pc:sldMkLst>
          <pc:docMk/>
          <pc:sldMk cId="0" sldId="298"/>
        </pc:sldMkLst>
        <pc:spChg chg="mod">
          <ac:chgData name="Ms Alina Arshad" userId="cccdfd85-d35d-4453-9c6f-a463aae40722" providerId="ADAL" clId="{9C5463F7-2E4D-44A3-B83D-E1A8A04E58D3}" dt="2024-11-08T04:15:35.596" v="763" actId="207"/>
          <ac:spMkLst>
            <pc:docMk/>
            <pc:sldMk cId="0" sldId="298"/>
            <ac:spMk id="401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8T04:15:45.099" v="768" actId="207"/>
          <ac:spMkLst>
            <pc:docMk/>
            <pc:sldMk cId="0" sldId="298"/>
            <ac:spMk id="402" creationId="{00000000-0000-0000-0000-000000000000}"/>
          </ac:spMkLst>
        </pc:spChg>
      </pc:sldChg>
      <pc:sldChg chg="add del">
        <pc:chgData name="Ms Alina Arshad" userId="cccdfd85-d35d-4453-9c6f-a463aae40722" providerId="ADAL" clId="{9C5463F7-2E4D-44A3-B83D-E1A8A04E58D3}" dt="2024-11-08T04:34:05.398" v="795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9C5463F7-2E4D-44A3-B83D-E1A8A04E58D3}" dt="2024-11-08T04:34:05.543" v="796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9C5463F7-2E4D-44A3-B83D-E1A8A04E58D3}" dt="2024-11-08T04:34:06.201" v="797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9C5463F7-2E4D-44A3-B83D-E1A8A04E58D3}" dt="2024-11-08T04:34:06.378" v="798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9C5463F7-2E4D-44A3-B83D-E1A8A04E58D3}" dt="2024-11-08T04:34:06.496" v="799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9C5463F7-2E4D-44A3-B83D-E1A8A04E58D3}" dt="2024-11-08T04:34:07.123" v="800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9C5463F7-2E4D-44A3-B83D-E1A8A04E58D3}" dt="2024-11-08T04:34:07.263" v="801" actId="47"/>
        <pc:sldMkLst>
          <pc:docMk/>
          <pc:sldMk cId="0" sldId="305"/>
        </pc:sldMkLst>
      </pc:sldChg>
      <pc:sldChg chg="del">
        <pc:chgData name="Ms Alina Arshad" userId="cccdfd85-d35d-4453-9c6f-a463aae40722" providerId="ADAL" clId="{9C5463F7-2E4D-44A3-B83D-E1A8A04E58D3}" dt="2024-11-06T07:54:26.356" v="1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9C5463F7-2E4D-44A3-B83D-E1A8A04E58D3}" dt="2024-11-08T04:34:07.409" v="802" actId="47"/>
        <pc:sldMkLst>
          <pc:docMk/>
          <pc:sldMk cId="951193008" sldId="306"/>
        </pc:sldMkLst>
      </pc:sldChg>
      <pc:sldChg chg="add del">
        <pc:chgData name="Ms Alina Arshad" userId="cccdfd85-d35d-4453-9c6f-a463aae40722" providerId="ADAL" clId="{9C5463F7-2E4D-44A3-B83D-E1A8A04E58D3}" dt="2024-11-08T04:34:07.570" v="803" actId="47"/>
        <pc:sldMkLst>
          <pc:docMk/>
          <pc:sldMk cId="1801707573" sldId="307"/>
        </pc:sldMkLst>
      </pc:sldChg>
      <pc:sldChg chg="del">
        <pc:chgData name="Ms Alina Arshad" userId="cccdfd85-d35d-4453-9c6f-a463aae40722" providerId="ADAL" clId="{9C5463F7-2E4D-44A3-B83D-E1A8A04E58D3}" dt="2024-11-06T07:54:23.469" v="6" actId="47"/>
        <pc:sldMkLst>
          <pc:docMk/>
          <pc:sldMk cId="3192711744" sldId="307"/>
        </pc:sldMkLst>
      </pc:sldChg>
      <pc:sldChg chg="delSp modSp add mod">
        <pc:chgData name="Ms Alina Arshad" userId="cccdfd85-d35d-4453-9c6f-a463aae40722" providerId="ADAL" clId="{9C5463F7-2E4D-44A3-B83D-E1A8A04E58D3}" dt="2024-11-08T04:05:51.346" v="586" actId="478"/>
        <pc:sldMkLst>
          <pc:docMk/>
          <pc:sldMk cId="1819283757" sldId="308"/>
        </pc:sldMkLst>
        <pc:spChg chg="mod">
          <ac:chgData name="Ms Alina Arshad" userId="cccdfd85-d35d-4453-9c6f-a463aae40722" providerId="ADAL" clId="{9C5463F7-2E4D-44A3-B83D-E1A8A04E58D3}" dt="2024-11-06T08:16:20.482" v="163" actId="403"/>
          <ac:spMkLst>
            <pc:docMk/>
            <pc:sldMk cId="1819283757" sldId="308"/>
            <ac:spMk id="192" creationId="{00000000-0000-0000-0000-000000000000}"/>
          </ac:spMkLst>
        </pc:spChg>
        <pc:spChg chg="del">
          <ac:chgData name="Ms Alina Arshad" userId="cccdfd85-d35d-4453-9c6f-a463aae40722" providerId="ADAL" clId="{9C5463F7-2E4D-44A3-B83D-E1A8A04E58D3}" dt="2024-11-08T04:05:51.346" v="586" actId="478"/>
          <ac:spMkLst>
            <pc:docMk/>
            <pc:sldMk cId="1819283757" sldId="308"/>
            <ac:spMk id="193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8:16:35.472" v="168" actId="1076"/>
          <ac:spMkLst>
            <pc:docMk/>
            <pc:sldMk cId="1819283757" sldId="308"/>
            <ac:spMk id="194" creationId="{00000000-0000-0000-0000-000000000000}"/>
          </ac:spMkLst>
        </pc:spChg>
      </pc:sldChg>
      <pc:sldChg chg="del">
        <pc:chgData name="Ms Alina Arshad" userId="cccdfd85-d35d-4453-9c6f-a463aae40722" providerId="ADAL" clId="{9C5463F7-2E4D-44A3-B83D-E1A8A04E58D3}" dt="2024-11-06T07:54:24.741" v="14" actId="47"/>
        <pc:sldMkLst>
          <pc:docMk/>
          <pc:sldMk cId="2062406901" sldId="308"/>
        </pc:sldMkLst>
      </pc:sldChg>
      <pc:sldChg chg="del">
        <pc:chgData name="Ms Alina Arshad" userId="cccdfd85-d35d-4453-9c6f-a463aae40722" providerId="ADAL" clId="{9C5463F7-2E4D-44A3-B83D-E1A8A04E58D3}" dt="2024-11-06T07:54:25.037" v="15" actId="47"/>
        <pc:sldMkLst>
          <pc:docMk/>
          <pc:sldMk cId="313500440" sldId="309"/>
        </pc:sldMkLst>
      </pc:sldChg>
      <pc:sldChg chg="modSp add mod">
        <pc:chgData name="Ms Alina Arshad" userId="cccdfd85-d35d-4453-9c6f-a463aae40722" providerId="ADAL" clId="{9C5463F7-2E4D-44A3-B83D-E1A8A04E58D3}" dt="2024-11-06T08:17:01.008" v="177" actId="1076"/>
        <pc:sldMkLst>
          <pc:docMk/>
          <pc:sldMk cId="911303533" sldId="309"/>
        </pc:sldMkLst>
        <pc:spChg chg="mod">
          <ac:chgData name="Ms Alina Arshad" userId="cccdfd85-d35d-4453-9c6f-a463aae40722" providerId="ADAL" clId="{9C5463F7-2E4D-44A3-B83D-E1A8A04E58D3}" dt="2024-11-06T08:16:56.697" v="175" actId="14100"/>
          <ac:spMkLst>
            <pc:docMk/>
            <pc:sldMk cId="911303533" sldId="309"/>
            <ac:spMk id="3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8:16:45.889" v="171" actId="207"/>
          <ac:spMkLst>
            <pc:docMk/>
            <pc:sldMk cId="911303533" sldId="309"/>
            <ac:spMk id="192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6T08:17:01.008" v="177" actId="1076"/>
          <ac:picMkLst>
            <pc:docMk/>
            <pc:sldMk cId="911303533" sldId="309"/>
            <ac:picMk id="4" creationId="{00000000-0000-0000-0000-000000000000}"/>
          </ac:picMkLst>
        </pc:picChg>
      </pc:sldChg>
      <pc:sldChg chg="del">
        <pc:chgData name="Ms Alina Arshad" userId="cccdfd85-d35d-4453-9c6f-a463aae40722" providerId="ADAL" clId="{9C5463F7-2E4D-44A3-B83D-E1A8A04E58D3}" dt="2024-11-06T07:54:26.021" v="18" actId="47"/>
        <pc:sldMkLst>
          <pc:docMk/>
          <pc:sldMk cId="491917458" sldId="310"/>
        </pc:sldMkLst>
      </pc:sldChg>
      <pc:sldChg chg="modSp add mod">
        <pc:chgData name="Ms Alina Arshad" userId="cccdfd85-d35d-4453-9c6f-a463aae40722" providerId="ADAL" clId="{9C5463F7-2E4D-44A3-B83D-E1A8A04E58D3}" dt="2024-11-06T08:17:22.340" v="184" actId="403"/>
        <pc:sldMkLst>
          <pc:docMk/>
          <pc:sldMk cId="3774863996" sldId="310"/>
        </pc:sldMkLst>
        <pc:spChg chg="mod">
          <ac:chgData name="Ms Alina Arshad" userId="cccdfd85-d35d-4453-9c6f-a463aae40722" providerId="ADAL" clId="{9C5463F7-2E4D-44A3-B83D-E1A8A04E58D3}" dt="2024-11-06T08:17:22.340" v="184" actId="403"/>
          <ac:spMkLst>
            <pc:docMk/>
            <pc:sldMk cId="3774863996" sldId="310"/>
            <ac:spMk id="3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6T08:17:12.602" v="179" actId="207"/>
          <ac:spMkLst>
            <pc:docMk/>
            <pc:sldMk cId="3774863996" sldId="310"/>
            <ac:spMk id="4" creationId="{00000000-0000-0000-0000-000000000000}"/>
          </ac:spMkLst>
        </pc:spChg>
      </pc:sldChg>
      <pc:sldChg chg="modSp add mod">
        <pc:chgData name="Ms Alina Arshad" userId="cccdfd85-d35d-4453-9c6f-a463aae40722" providerId="ADAL" clId="{9C5463F7-2E4D-44A3-B83D-E1A8A04E58D3}" dt="2024-11-07T08:05:44.239" v="197" actId="14100"/>
        <pc:sldMkLst>
          <pc:docMk/>
          <pc:sldMk cId="1336404918" sldId="311"/>
        </pc:sldMkLst>
        <pc:spChg chg="mod">
          <ac:chgData name="Ms Alina Arshad" userId="cccdfd85-d35d-4453-9c6f-a463aae40722" providerId="ADAL" clId="{9C5463F7-2E4D-44A3-B83D-E1A8A04E58D3}" dt="2024-11-07T08:05:24.400" v="190" actId="14100"/>
          <ac:spMkLst>
            <pc:docMk/>
            <pc:sldMk cId="1336404918" sldId="311"/>
            <ac:spMk id="3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5:44.239" v="197" actId="14100"/>
          <ac:spMkLst>
            <pc:docMk/>
            <pc:sldMk cId="1336404918" sldId="311"/>
            <ac:spMk id="4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7T08:05:35.872" v="194" actId="1076"/>
          <ac:picMkLst>
            <pc:docMk/>
            <pc:sldMk cId="1336404918" sldId="311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9C5463F7-2E4D-44A3-B83D-E1A8A04E58D3}" dt="2024-11-07T08:06:02.128" v="204" actId="1076"/>
        <pc:sldMkLst>
          <pc:docMk/>
          <pc:sldMk cId="3984117074" sldId="312"/>
        </pc:sldMkLst>
        <pc:spChg chg="mod">
          <ac:chgData name="Ms Alina Arshad" userId="cccdfd85-d35d-4453-9c6f-a463aae40722" providerId="ADAL" clId="{9C5463F7-2E4D-44A3-B83D-E1A8A04E58D3}" dt="2024-11-07T08:06:02.128" v="204" actId="1076"/>
          <ac:spMkLst>
            <pc:docMk/>
            <pc:sldMk cId="3984117074" sldId="312"/>
            <ac:spMk id="2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5:55.592" v="201" actId="14100"/>
          <ac:spMkLst>
            <pc:docMk/>
            <pc:sldMk cId="3984117074" sldId="31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9C5463F7-2E4D-44A3-B83D-E1A8A04E58D3}" dt="2024-11-07T08:08:09.456" v="243" actId="113"/>
        <pc:sldMkLst>
          <pc:docMk/>
          <pc:sldMk cId="579877513" sldId="313"/>
        </pc:sldMkLst>
        <pc:spChg chg="mod">
          <ac:chgData name="Ms Alina Arshad" userId="cccdfd85-d35d-4453-9c6f-a463aae40722" providerId="ADAL" clId="{9C5463F7-2E4D-44A3-B83D-E1A8A04E58D3}" dt="2024-11-07T08:08:03.206" v="239" actId="1076"/>
          <ac:spMkLst>
            <pc:docMk/>
            <pc:sldMk cId="579877513" sldId="313"/>
            <ac:spMk id="216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8:09.456" v="243" actId="113"/>
          <ac:spMkLst>
            <pc:docMk/>
            <pc:sldMk cId="579877513" sldId="313"/>
            <ac:spMk id="218" creationId="{00000000-0000-0000-0000-000000000000}"/>
          </ac:spMkLst>
        </pc:spChg>
        <pc:picChg chg="mod">
          <ac:chgData name="Ms Alina Arshad" userId="cccdfd85-d35d-4453-9c6f-a463aae40722" providerId="ADAL" clId="{9C5463F7-2E4D-44A3-B83D-E1A8A04E58D3}" dt="2024-11-07T08:08:05.086" v="240" actId="1076"/>
          <ac:picMkLst>
            <pc:docMk/>
            <pc:sldMk cId="579877513" sldId="313"/>
            <ac:picMk id="219" creationId="{00000000-0000-0000-0000-000000000000}"/>
          </ac:picMkLst>
        </pc:picChg>
      </pc:sldChg>
      <pc:sldChg chg="modSp add mod">
        <pc:chgData name="Ms Alina Arshad" userId="cccdfd85-d35d-4453-9c6f-a463aae40722" providerId="ADAL" clId="{9C5463F7-2E4D-44A3-B83D-E1A8A04E58D3}" dt="2024-11-07T08:07:51.527" v="237" actId="1076"/>
        <pc:sldMkLst>
          <pc:docMk/>
          <pc:sldMk cId="2008118679" sldId="314"/>
        </pc:sldMkLst>
        <pc:spChg chg="mod">
          <ac:chgData name="Ms Alina Arshad" userId="cccdfd85-d35d-4453-9c6f-a463aae40722" providerId="ADAL" clId="{9C5463F7-2E4D-44A3-B83D-E1A8A04E58D3}" dt="2024-11-07T08:07:51.527" v="237" actId="1076"/>
          <ac:spMkLst>
            <pc:docMk/>
            <pc:sldMk cId="2008118679" sldId="314"/>
            <ac:spMk id="4" creationId="{00000000-0000-0000-0000-000000000000}"/>
          </ac:spMkLst>
        </pc:spChg>
        <pc:spChg chg="mod">
          <ac:chgData name="Ms Alina Arshad" userId="cccdfd85-d35d-4453-9c6f-a463aae40722" providerId="ADAL" clId="{9C5463F7-2E4D-44A3-B83D-E1A8A04E58D3}" dt="2024-11-07T08:07:23.424" v="233" actId="1076"/>
          <ac:spMkLst>
            <pc:docMk/>
            <pc:sldMk cId="2008118679" sldId="314"/>
            <ac:spMk id="216" creationId="{00000000-0000-0000-0000-000000000000}"/>
          </ac:spMkLst>
        </pc:spChg>
      </pc:sldChg>
      <pc:sldChg chg="addSp modSp new mod">
        <pc:chgData name="Ms Alina Arshad" userId="cccdfd85-d35d-4453-9c6f-a463aae40722" providerId="ADAL" clId="{9C5463F7-2E4D-44A3-B83D-E1A8A04E58D3}" dt="2024-11-08T04:09:19.339" v="706" actId="1076"/>
        <pc:sldMkLst>
          <pc:docMk/>
          <pc:sldMk cId="702345561" sldId="315"/>
        </pc:sldMkLst>
        <pc:picChg chg="add mod">
          <ac:chgData name="Ms Alina Arshad" userId="cccdfd85-d35d-4453-9c6f-a463aae40722" providerId="ADAL" clId="{9C5463F7-2E4D-44A3-B83D-E1A8A04E58D3}" dt="2024-11-08T04:09:19.339" v="706" actId="1076"/>
          <ac:picMkLst>
            <pc:docMk/>
            <pc:sldMk cId="702345561" sldId="315"/>
            <ac:picMk id="3" creationId="{354D524B-E602-6B70-AB27-56A4F91B4A6E}"/>
          </ac:picMkLst>
        </pc:picChg>
      </pc:sldChg>
      <pc:sldChg chg="addSp modSp new add del mod">
        <pc:chgData name="Ms Alina Arshad" userId="cccdfd85-d35d-4453-9c6f-a463aae40722" providerId="ADAL" clId="{9C5463F7-2E4D-44A3-B83D-E1A8A04E58D3}" dt="2024-11-08T04:34:09.577" v="805" actId="47"/>
        <pc:sldMkLst>
          <pc:docMk/>
          <pc:sldMk cId="3394757724" sldId="316"/>
        </pc:sldMkLst>
        <pc:picChg chg="add mod">
          <ac:chgData name="Ms Alina Arshad" userId="cccdfd85-d35d-4453-9c6f-a463aae40722" providerId="ADAL" clId="{9C5463F7-2E4D-44A3-B83D-E1A8A04E58D3}" dt="2024-11-08T04:09:39.980" v="711" actId="1076"/>
          <ac:picMkLst>
            <pc:docMk/>
            <pc:sldMk cId="3394757724" sldId="316"/>
            <ac:picMk id="3" creationId="{F882CDBF-31BE-4275-BBFA-F0259CEEDA21}"/>
          </ac:picMkLst>
        </pc:picChg>
      </pc:sldChg>
      <pc:sldChg chg="addSp modSp new del mod">
        <pc:chgData name="Ms Alina Arshad" userId="cccdfd85-d35d-4453-9c6f-a463aae40722" providerId="ADAL" clId="{9C5463F7-2E4D-44A3-B83D-E1A8A04E58D3}" dt="2024-11-08T04:34:00.657" v="785" actId="47"/>
        <pc:sldMkLst>
          <pc:docMk/>
          <pc:sldMk cId="3569780371" sldId="317"/>
        </pc:sldMkLst>
        <pc:picChg chg="add mod">
          <ac:chgData name="Ms Alina Arshad" userId="cccdfd85-d35d-4453-9c6f-a463aae40722" providerId="ADAL" clId="{9C5463F7-2E4D-44A3-B83D-E1A8A04E58D3}" dt="2024-11-08T04:13:03.436" v="736" actId="1076"/>
          <ac:picMkLst>
            <pc:docMk/>
            <pc:sldMk cId="3569780371" sldId="317"/>
            <ac:picMk id="3" creationId="{BBE9B20D-D16F-A005-D6CE-46B83BBCFAE7}"/>
          </ac:picMkLst>
        </pc:picChg>
      </pc:sldChg>
      <pc:sldChg chg="addSp delSp modSp new del mod">
        <pc:chgData name="Ms Alina Arshad" userId="cccdfd85-d35d-4453-9c6f-a463aae40722" providerId="ADAL" clId="{9C5463F7-2E4D-44A3-B83D-E1A8A04E58D3}" dt="2024-11-08T04:34:01.890" v="787" actId="47"/>
        <pc:sldMkLst>
          <pc:docMk/>
          <pc:sldMk cId="928914230" sldId="318"/>
        </pc:sldMkLst>
        <pc:spChg chg="mod">
          <ac:chgData name="Ms Alina Arshad" userId="cccdfd85-d35d-4453-9c6f-a463aae40722" providerId="ADAL" clId="{9C5463F7-2E4D-44A3-B83D-E1A8A04E58D3}" dt="2024-11-08T04:13:51.235" v="747" actId="20577"/>
          <ac:spMkLst>
            <pc:docMk/>
            <pc:sldMk cId="928914230" sldId="318"/>
            <ac:spMk id="2" creationId="{9E9281A8-C33D-11C4-AE01-6A7653629539}"/>
          </ac:spMkLst>
        </pc:spChg>
        <pc:spChg chg="del">
          <ac:chgData name="Ms Alina Arshad" userId="cccdfd85-d35d-4453-9c6f-a463aae40722" providerId="ADAL" clId="{9C5463F7-2E4D-44A3-B83D-E1A8A04E58D3}" dt="2024-11-08T04:13:43.460" v="738" actId="22"/>
          <ac:spMkLst>
            <pc:docMk/>
            <pc:sldMk cId="928914230" sldId="318"/>
            <ac:spMk id="3" creationId="{58D888C4-11C7-7226-154E-2CBFCE02F3E7}"/>
          </ac:spMkLst>
        </pc:spChg>
        <pc:picChg chg="add mod ord">
          <ac:chgData name="Ms Alina Arshad" userId="cccdfd85-d35d-4453-9c6f-a463aae40722" providerId="ADAL" clId="{9C5463F7-2E4D-44A3-B83D-E1A8A04E58D3}" dt="2024-11-08T04:13:54.803" v="748" actId="1076"/>
          <ac:picMkLst>
            <pc:docMk/>
            <pc:sldMk cId="928914230" sldId="318"/>
            <ac:picMk id="5" creationId="{D87310F8-3F2A-A853-4A82-1504CFF41FB4}"/>
          </ac:picMkLst>
        </pc:picChg>
      </pc:sldChg>
      <pc:sldChg chg="new del">
        <pc:chgData name="Ms Alina Arshad" userId="cccdfd85-d35d-4453-9c6f-a463aae40722" providerId="ADAL" clId="{9C5463F7-2E4D-44A3-B83D-E1A8A04E58D3}" dt="2024-11-08T04:14:19.470" v="751" actId="47"/>
        <pc:sldMkLst>
          <pc:docMk/>
          <pc:sldMk cId="2921696272" sldId="319"/>
        </pc:sldMkLst>
      </pc:sldChg>
      <pc:sldChg chg="addSp modSp new del mod">
        <pc:chgData name="Ms Alina Arshad" userId="cccdfd85-d35d-4453-9c6f-a463aae40722" providerId="ADAL" clId="{9C5463F7-2E4D-44A3-B83D-E1A8A04E58D3}" dt="2024-11-08T04:34:02.166" v="789" actId="47"/>
        <pc:sldMkLst>
          <pc:docMk/>
          <pc:sldMk cId="2649099385" sldId="320"/>
        </pc:sldMkLst>
        <pc:picChg chg="add mod">
          <ac:chgData name="Ms Alina Arshad" userId="cccdfd85-d35d-4453-9c6f-a463aae40722" providerId="ADAL" clId="{9C5463F7-2E4D-44A3-B83D-E1A8A04E58D3}" dt="2024-11-08T04:14:33.651" v="754" actId="1076"/>
          <ac:picMkLst>
            <pc:docMk/>
            <pc:sldMk cId="2649099385" sldId="320"/>
            <ac:picMk id="3" creationId="{DAC0F029-47C5-1DCB-B454-1A4D64738C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1-</a:t>
            </a:r>
            <a:r>
              <a:rPr lang="en-US" sz="4400" b="1" dirty="0">
                <a:solidFill>
                  <a:schemeClr val="tx1"/>
                </a:solidFill>
              </a:rPr>
              <a:t>Chapter # 22</a:t>
            </a:r>
          </a:p>
          <a:p>
            <a:pPr marL="12700" algn="ctr">
              <a:spcBef>
                <a:spcPts val="310"/>
              </a:spcBef>
            </a:pPr>
            <a: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  <a:t>Database</a:t>
            </a:r>
            <a:r>
              <a:rPr lang="en-US" sz="3200" b="1" spc="-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  <a:t>Recovery</a:t>
            </a:r>
            <a:r>
              <a:rPr lang="en-US" sz="3200" b="1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200" b="1" spc="-10" dirty="0">
                <a:solidFill>
                  <a:schemeClr val="tx1"/>
                </a:solidFill>
                <a:latin typeface="Calibri"/>
                <a:cs typeface="Calibri"/>
              </a:rPr>
              <a:t>Techniques</a:t>
            </a:r>
            <a:endParaRPr lang="en-US" sz="3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76142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66800" y="1873445"/>
            <a:ext cx="10058400" cy="40754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77825" indent="-342265">
              <a:lnSpc>
                <a:spcPct val="100000"/>
              </a:lnSpc>
              <a:spcBef>
                <a:spcPts val="360"/>
              </a:spcBef>
              <a:buSzPct val="60714"/>
              <a:buFont typeface="Arial MT"/>
              <a:buChar char="•"/>
              <a:tabLst>
                <a:tab pos="377825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Recovery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algorithms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77825" indent="-342265">
              <a:lnSpc>
                <a:spcPct val="100000"/>
              </a:lnSpc>
              <a:spcBef>
                <a:spcPts val="265"/>
              </a:spcBef>
              <a:buSzPct val="60714"/>
              <a:buFont typeface="Arial MT"/>
              <a:buChar char="•"/>
              <a:tabLst>
                <a:tab pos="377825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Recovery</a:t>
            </a:r>
            <a:r>
              <a:rPr sz="28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concepts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79145" lvl="1" indent="-286385">
              <a:lnSpc>
                <a:spcPct val="100000"/>
              </a:lnSpc>
              <a:spcBef>
                <a:spcPts val="245"/>
              </a:spcBef>
              <a:buSzPct val="58333"/>
              <a:buFont typeface="Arial MT"/>
              <a:buChar char="•"/>
              <a:tabLst>
                <a:tab pos="779145" algn="l"/>
              </a:tabLst>
            </a:pP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Write-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ahead</a:t>
            </a:r>
            <a:r>
              <a:rPr sz="2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logging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79145" lvl="1" indent="-286385">
              <a:lnSpc>
                <a:spcPct val="100000"/>
              </a:lnSpc>
              <a:spcBef>
                <a:spcPts val="219"/>
              </a:spcBef>
              <a:buSzPct val="58333"/>
              <a:buFont typeface="Arial MT"/>
              <a:buChar char="•"/>
              <a:tabLst>
                <a:tab pos="779145" algn="l"/>
              </a:tabLst>
            </a:pP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In-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place</a:t>
            </a:r>
            <a:r>
              <a:rPr sz="2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versus</a:t>
            </a:r>
            <a:r>
              <a:rPr sz="2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shadow</a:t>
            </a:r>
            <a:r>
              <a:rPr sz="2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updates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79145" lvl="1" indent="-286385">
              <a:lnSpc>
                <a:spcPct val="100000"/>
              </a:lnSpc>
              <a:buSzPct val="58333"/>
              <a:buFont typeface="Arial MT"/>
              <a:buChar char="•"/>
              <a:tabLst>
                <a:tab pos="779145" algn="l"/>
              </a:tabLst>
            </a:pP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Rollback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79145" lvl="1" indent="-286385">
              <a:lnSpc>
                <a:spcPct val="100000"/>
              </a:lnSpc>
              <a:spcBef>
                <a:spcPts val="219"/>
              </a:spcBef>
              <a:buSzPct val="58333"/>
              <a:buFont typeface="Arial MT"/>
              <a:buChar char="•"/>
              <a:tabLst>
                <a:tab pos="779145" algn="l"/>
              </a:tabLst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Deferred</a:t>
            </a:r>
            <a:r>
              <a:rPr sz="24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update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79145" lvl="1" indent="-286385">
              <a:lnSpc>
                <a:spcPct val="100000"/>
              </a:lnSpc>
              <a:spcBef>
                <a:spcPts val="215"/>
              </a:spcBef>
              <a:buSzPct val="58333"/>
              <a:buFont typeface="Arial MT"/>
              <a:buChar char="•"/>
              <a:tabLst>
                <a:tab pos="779145" algn="l"/>
              </a:tabLst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Immediate</a:t>
            </a:r>
            <a:r>
              <a:rPr sz="24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update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78460" marR="5080" indent="-342900">
              <a:lnSpc>
                <a:spcPts val="3020"/>
              </a:lnSpc>
              <a:spcBef>
                <a:spcPts val="620"/>
              </a:spcBef>
              <a:buSzPct val="60714"/>
              <a:buFont typeface="Arial MT"/>
              <a:buChar char="•"/>
              <a:tabLst>
                <a:tab pos="378460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Certain</a:t>
            </a:r>
            <a:r>
              <a:rPr sz="28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recovery</a:t>
            </a:r>
            <a:r>
              <a:rPr sz="2800" spc="-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techniques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best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used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with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specific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concurrency</a:t>
            </a:r>
            <a:r>
              <a:rPr sz="28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control</a:t>
            </a:r>
            <a:r>
              <a:rPr sz="2800" spc="-1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methods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68489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3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Concepts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66799" y="1873444"/>
            <a:ext cx="10446327" cy="38677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78460" marR="5080" indent="-342900">
              <a:lnSpc>
                <a:spcPts val="3020"/>
              </a:lnSpc>
              <a:spcBef>
                <a:spcPts val="480"/>
              </a:spcBef>
              <a:buSzPct val="60714"/>
              <a:buFont typeface="Arial MT"/>
              <a:buChar char="•"/>
              <a:tabLst>
                <a:tab pos="378460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Recovery</a:t>
            </a:r>
            <a:r>
              <a:rPr sz="2800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process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restores</a:t>
            </a:r>
            <a:r>
              <a:rPr sz="2800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database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8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most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recent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consistent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state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before</a:t>
            </a:r>
            <a:r>
              <a:rPr sz="28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time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failure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77825" indent="-342265">
              <a:lnSpc>
                <a:spcPct val="100000"/>
              </a:lnSpc>
              <a:spcBef>
                <a:spcPts val="225"/>
              </a:spcBef>
              <a:buSzPct val="60714"/>
              <a:buFont typeface="Arial MT"/>
              <a:buChar char="•"/>
              <a:tabLst>
                <a:tab pos="377825" algn="l"/>
              </a:tabLst>
            </a:pP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Information</a:t>
            </a:r>
            <a:r>
              <a:rPr sz="28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kept</a:t>
            </a:r>
            <a:r>
              <a:rPr sz="280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28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system</a:t>
            </a:r>
            <a:r>
              <a:rPr sz="28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log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77825" indent="-342265">
              <a:lnSpc>
                <a:spcPct val="100000"/>
              </a:lnSpc>
              <a:spcBef>
                <a:spcPts val="265"/>
              </a:spcBef>
              <a:buSzPct val="60714"/>
              <a:buFont typeface="Arial MT"/>
              <a:buChar char="•"/>
              <a:tabLst>
                <a:tab pos="377825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Typical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recovery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strategies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79145" lvl="1" indent="-286385">
              <a:lnSpc>
                <a:spcPct val="100000"/>
              </a:lnSpc>
              <a:spcBef>
                <a:spcPts val="245"/>
              </a:spcBef>
              <a:buSzPct val="58333"/>
              <a:buFont typeface="Arial MT"/>
              <a:buChar char="•"/>
              <a:tabLst>
                <a:tab pos="779145" algn="l"/>
              </a:tabLst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Restore</a:t>
            </a:r>
            <a:r>
              <a:rPr sz="24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backed-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up</a:t>
            </a:r>
            <a:r>
              <a:rPr sz="24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copy</a:t>
            </a:r>
            <a:r>
              <a:rPr sz="24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 database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178560" lvl="2" indent="-229235">
              <a:lnSpc>
                <a:spcPct val="100000"/>
              </a:lnSpc>
              <a:spcBef>
                <a:spcPts val="280"/>
              </a:spcBef>
              <a:buSzPct val="60000"/>
              <a:buFont typeface="Arial MT"/>
              <a:buChar char="•"/>
              <a:tabLst>
                <a:tab pos="1178560" algn="l"/>
              </a:tabLst>
            </a:pP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Best</a:t>
            </a:r>
            <a:r>
              <a:rPr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cases</a:t>
            </a:r>
            <a:r>
              <a:rPr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extensive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damage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79145" lvl="1" indent="-286385">
              <a:lnSpc>
                <a:spcPct val="100000"/>
              </a:lnSpc>
              <a:spcBef>
                <a:spcPts val="190"/>
              </a:spcBef>
              <a:buSzPct val="58333"/>
              <a:buFont typeface="Arial MT"/>
              <a:buChar char="•"/>
              <a:tabLst>
                <a:tab pos="779145" algn="l"/>
              </a:tabLst>
            </a:pP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Identify</a:t>
            </a:r>
            <a:r>
              <a:rPr sz="2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any</a:t>
            </a:r>
            <a:r>
              <a:rPr sz="240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changes</a:t>
            </a:r>
            <a:r>
              <a:rPr sz="2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that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may</a:t>
            </a:r>
            <a:r>
              <a:rPr sz="240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latin typeface="Calibri"/>
                <a:cs typeface="Calibri"/>
              </a:rPr>
              <a:t>cause</a:t>
            </a:r>
            <a:r>
              <a:rPr sz="24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latin typeface="Calibri"/>
                <a:cs typeface="Calibri"/>
              </a:rPr>
              <a:t>inconsistency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178560" lvl="2" indent="-229235">
              <a:lnSpc>
                <a:spcPct val="100000"/>
              </a:lnSpc>
              <a:spcBef>
                <a:spcPts val="290"/>
              </a:spcBef>
              <a:buSzPct val="60000"/>
              <a:buFont typeface="Arial MT"/>
              <a:buChar char="•"/>
              <a:tabLst>
                <a:tab pos="1178560" algn="l"/>
              </a:tabLst>
            </a:pP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Best</a:t>
            </a:r>
            <a:r>
              <a:rPr sz="20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cases</a:t>
            </a:r>
            <a:r>
              <a:rPr sz="2000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noncatastrophic</a:t>
            </a:r>
            <a:r>
              <a:rPr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Calibri"/>
                <a:cs typeface="Calibri"/>
              </a:rPr>
              <a:t>failure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178560" lvl="2" indent="-229235">
              <a:lnSpc>
                <a:spcPct val="100000"/>
              </a:lnSpc>
              <a:spcBef>
                <a:spcPts val="254"/>
              </a:spcBef>
              <a:buSzPct val="60000"/>
              <a:buFont typeface="Arial MT"/>
              <a:buChar char="•"/>
              <a:tabLst>
                <a:tab pos="1178560" algn="l"/>
              </a:tabLst>
            </a:pP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Some</a:t>
            </a:r>
            <a:r>
              <a:rPr sz="2000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operations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may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/>
                </a:solidFill>
                <a:latin typeface="Calibri"/>
                <a:cs typeface="Calibri"/>
              </a:rPr>
              <a:t>require</a:t>
            </a:r>
            <a:r>
              <a:rPr sz="20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Calibri"/>
                <a:cs typeface="Calibri"/>
              </a:rPr>
              <a:t>redo</a:t>
            </a:r>
            <a:endParaRPr sz="20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359" y="375888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6277" y="1823186"/>
            <a:ext cx="9887481" cy="22766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970"/>
              </a:lnSpc>
              <a:spcBef>
                <a:spcPts val="105"/>
              </a:spcBef>
              <a:buSzPct val="65384"/>
              <a:buFont typeface="Arial MT"/>
              <a:buChar char="•"/>
              <a:tabLst>
                <a:tab pos="354965" algn="l"/>
              </a:tabLst>
            </a:pPr>
            <a:r>
              <a:rPr sz="2600" b="1" dirty="0">
                <a:latin typeface="Calibri"/>
                <a:cs typeface="Calibri"/>
              </a:rPr>
              <a:t>Deferred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update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techniques</a:t>
            </a:r>
            <a:endParaRPr sz="26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70000"/>
              </a:lnSpc>
              <a:spcBef>
                <a:spcPts val="640"/>
              </a:spcBef>
              <a:buSzPct val="63636"/>
              <a:buFont typeface="Arial MT"/>
              <a:buChar char="•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physically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update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database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until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after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transaction commits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ts val="2350"/>
              </a:lnSpc>
              <a:buSzPct val="63636"/>
              <a:buFont typeface="Arial MT"/>
              <a:buChar char="•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Undo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needed;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needed</a:t>
            </a:r>
            <a:endParaRPr sz="2200" dirty="0">
              <a:latin typeface="Calibri"/>
              <a:cs typeface="Calibri"/>
            </a:endParaRPr>
          </a:p>
          <a:p>
            <a:pPr marL="299085" indent="-286385">
              <a:lnSpc>
                <a:spcPts val="2980"/>
              </a:lnSpc>
              <a:spcBef>
                <a:spcPts val="1910"/>
              </a:spcBef>
              <a:buSzPct val="53846"/>
              <a:buFont typeface="Arial MT"/>
              <a:buChar char="•"/>
              <a:tabLst>
                <a:tab pos="299085" algn="l"/>
              </a:tabLst>
            </a:pPr>
            <a:r>
              <a:rPr sz="2600" b="1" dirty="0">
                <a:latin typeface="Calibri"/>
                <a:cs typeface="Calibri"/>
              </a:rPr>
              <a:t>Example: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(Log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For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Deffered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Update)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ts val="2355"/>
              </a:lnSpc>
              <a:buSzPct val="63636"/>
              <a:buFont typeface="Arial MT"/>
              <a:buChar char="•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&lt;start_Transaction,T1&gt;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ts val="2495"/>
              </a:lnSpc>
              <a:buSzPct val="63636"/>
              <a:buFont typeface="Arial MT"/>
              <a:buChar char="•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&lt;read_item,T1,A&gt;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8743" y="4163390"/>
            <a:ext cx="27730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spcBef>
                <a:spcPts val="95"/>
              </a:spcBef>
              <a:buSzPct val="63636"/>
              <a:buFont typeface="Arial MT"/>
              <a:buChar char="•"/>
              <a:tabLst>
                <a:tab pos="299085" algn="l"/>
              </a:tabLst>
            </a:pPr>
            <a:r>
              <a:rPr sz="2200" spc="-10" dirty="0">
                <a:latin typeface="Calibri"/>
                <a:cs typeface="Calibri"/>
              </a:rPr>
              <a:t>&lt;write_item,T1,A,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2200" spc="-10" dirty="0">
                <a:latin typeface="Calibri"/>
                <a:cs typeface="Calibri"/>
              </a:rPr>
              <a:t>&gt;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8743" y="4462653"/>
            <a:ext cx="18713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spcBef>
                <a:spcPts val="95"/>
              </a:spcBef>
              <a:buSzPct val="63636"/>
              <a:buFont typeface="Arial MT"/>
              <a:buChar char="•"/>
              <a:tabLst>
                <a:tab pos="299085" algn="l"/>
              </a:tabLst>
            </a:pPr>
            <a:r>
              <a:rPr sz="2200" dirty="0">
                <a:latin typeface="Calibri"/>
                <a:cs typeface="Calibri"/>
              </a:rPr>
              <a:t>&lt;commit,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T1&gt;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277" y="5311276"/>
            <a:ext cx="10058399" cy="711477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99085" marR="5080" indent="-287020">
              <a:lnSpc>
                <a:spcPct val="70000"/>
              </a:lnSpc>
              <a:spcBef>
                <a:spcPts val="1040"/>
              </a:spcBef>
              <a:buSzPct val="53846"/>
              <a:buFont typeface="Arial MT"/>
              <a:buChar char="•"/>
              <a:tabLst>
                <a:tab pos="299085" algn="l"/>
              </a:tabLst>
            </a:pPr>
            <a:r>
              <a:rPr sz="2600" b="1" dirty="0">
                <a:latin typeface="Calibri"/>
                <a:cs typeface="Calibri"/>
              </a:rPr>
              <a:t>Note:</a:t>
            </a:r>
            <a:r>
              <a:rPr sz="2600" b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deffered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update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don’t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store </a:t>
            </a:r>
            <a:r>
              <a:rPr sz="2600" dirty="0">
                <a:latin typeface="Calibri"/>
                <a:cs typeface="Calibri"/>
              </a:rPr>
              <a:t>outdated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value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item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because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we </a:t>
            </a:r>
            <a:r>
              <a:rPr sz="2600" dirty="0">
                <a:latin typeface="Calibri"/>
                <a:cs typeface="Calibri"/>
              </a:rPr>
              <a:t>never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operation.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7702" y="4191762"/>
            <a:ext cx="3214370" cy="302647"/>
          </a:xfrm>
          <a:prstGeom prst="rect">
            <a:avLst/>
          </a:prstGeom>
          <a:solidFill>
            <a:srgbClr val="5B9BD4"/>
          </a:solidFill>
          <a:ln w="25907">
            <a:solidFill>
              <a:srgbClr val="41709C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199390">
              <a:spcBef>
                <a:spcPts val="680"/>
              </a:spcBef>
            </a:pPr>
            <a:r>
              <a:rPr sz="1400" dirty="0">
                <a:latin typeface="Arial MT"/>
                <a:cs typeface="Arial MT"/>
              </a:rPr>
              <a:t>10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new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value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06341" y="3895091"/>
            <a:ext cx="2635885" cy="663575"/>
            <a:chOff x="3482340" y="3895090"/>
            <a:chExt cx="2635885" cy="663575"/>
          </a:xfrm>
        </p:grpSpPr>
        <p:sp>
          <p:nvSpPr>
            <p:cNvPr id="9" name="object 9"/>
            <p:cNvSpPr/>
            <p:nvPr/>
          </p:nvSpPr>
          <p:spPr>
            <a:xfrm>
              <a:off x="3643884" y="3895090"/>
              <a:ext cx="2474595" cy="296545"/>
            </a:xfrm>
            <a:custGeom>
              <a:avLst/>
              <a:gdLst/>
              <a:ahLst/>
              <a:cxnLst/>
              <a:rect l="l" t="t" r="r" b="b"/>
              <a:pathLst>
                <a:path w="2474595" h="296545">
                  <a:moveTo>
                    <a:pt x="2429637" y="219837"/>
                  </a:moveTo>
                  <a:lnTo>
                    <a:pt x="2397887" y="219837"/>
                  </a:lnTo>
                  <a:lnTo>
                    <a:pt x="2435987" y="296037"/>
                  </a:lnTo>
                  <a:lnTo>
                    <a:pt x="2467737" y="232537"/>
                  </a:lnTo>
                  <a:lnTo>
                    <a:pt x="2429637" y="232537"/>
                  </a:lnTo>
                  <a:lnTo>
                    <a:pt x="2429637" y="219837"/>
                  </a:lnTo>
                  <a:close/>
                </a:path>
                <a:path w="2474595" h="296545">
                  <a:moveTo>
                    <a:pt x="2429637" y="6350"/>
                  </a:moveTo>
                  <a:lnTo>
                    <a:pt x="2429637" y="232537"/>
                  </a:lnTo>
                  <a:lnTo>
                    <a:pt x="2442337" y="232537"/>
                  </a:lnTo>
                  <a:lnTo>
                    <a:pt x="2442337" y="12700"/>
                  </a:lnTo>
                  <a:lnTo>
                    <a:pt x="2435987" y="12700"/>
                  </a:lnTo>
                  <a:lnTo>
                    <a:pt x="2429637" y="6350"/>
                  </a:lnTo>
                  <a:close/>
                </a:path>
                <a:path w="2474595" h="296545">
                  <a:moveTo>
                    <a:pt x="2474087" y="219837"/>
                  </a:moveTo>
                  <a:lnTo>
                    <a:pt x="2442337" y="219837"/>
                  </a:lnTo>
                  <a:lnTo>
                    <a:pt x="2442337" y="232537"/>
                  </a:lnTo>
                  <a:lnTo>
                    <a:pt x="2467737" y="232537"/>
                  </a:lnTo>
                  <a:lnTo>
                    <a:pt x="2474087" y="219837"/>
                  </a:lnTo>
                  <a:close/>
                </a:path>
                <a:path w="2474595" h="296545">
                  <a:moveTo>
                    <a:pt x="243941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429637" y="12700"/>
                  </a:lnTo>
                  <a:lnTo>
                    <a:pt x="2429637" y="6350"/>
                  </a:lnTo>
                  <a:lnTo>
                    <a:pt x="2442337" y="6350"/>
                  </a:lnTo>
                  <a:lnTo>
                    <a:pt x="2442337" y="2793"/>
                  </a:lnTo>
                  <a:lnTo>
                    <a:pt x="2439416" y="0"/>
                  </a:lnTo>
                  <a:close/>
                </a:path>
                <a:path w="2474595" h="296545">
                  <a:moveTo>
                    <a:pt x="2442337" y="6350"/>
                  </a:moveTo>
                  <a:lnTo>
                    <a:pt x="2429637" y="6350"/>
                  </a:lnTo>
                  <a:lnTo>
                    <a:pt x="2435987" y="12700"/>
                  </a:lnTo>
                  <a:lnTo>
                    <a:pt x="2442337" y="12700"/>
                  </a:lnTo>
                  <a:lnTo>
                    <a:pt x="2442337" y="6350"/>
                  </a:lnTo>
                  <a:close/>
                </a:path>
              </a:pathLst>
            </a:custGeom>
            <a:solidFill>
              <a:srgbClr val="559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43884" y="3901440"/>
              <a:ext cx="0" cy="290195"/>
            </a:xfrm>
            <a:custGeom>
              <a:avLst/>
              <a:gdLst/>
              <a:ahLst/>
              <a:cxnLst/>
              <a:rect l="l" t="t" r="r" b="b"/>
              <a:pathLst>
                <a:path h="290195">
                  <a:moveTo>
                    <a:pt x="0" y="0"/>
                  </a:moveTo>
                  <a:lnTo>
                    <a:pt x="0" y="289687"/>
                  </a:lnTo>
                </a:path>
              </a:pathLst>
            </a:custGeom>
            <a:ln w="9144">
              <a:solidFill>
                <a:srgbClr val="559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95294" y="4191762"/>
              <a:ext cx="335280" cy="353695"/>
            </a:xfrm>
            <a:custGeom>
              <a:avLst/>
              <a:gdLst/>
              <a:ahLst/>
              <a:cxnLst/>
              <a:rect l="l" t="t" r="r" b="b"/>
              <a:pathLst>
                <a:path w="335279" h="353695">
                  <a:moveTo>
                    <a:pt x="0" y="353568"/>
                  </a:moveTo>
                  <a:lnTo>
                    <a:pt x="335279" y="353568"/>
                  </a:lnTo>
                  <a:lnTo>
                    <a:pt x="335279" y="0"/>
                  </a:lnTo>
                  <a:lnTo>
                    <a:pt x="0" y="0"/>
                  </a:lnTo>
                  <a:lnTo>
                    <a:pt x="0" y="353568"/>
                  </a:lnTo>
                  <a:close/>
                </a:path>
              </a:pathLst>
            </a:custGeom>
            <a:ln w="2590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478" y="617728"/>
            <a:ext cx="10058400" cy="1042670"/>
          </a:xfrm>
          <a:prstGeom prst="rect">
            <a:avLst/>
          </a:prstGeom>
        </p:spPr>
        <p:txBody>
          <a:bodyPr vert="horz" wrap="square" lIns="0" tIns="301066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4852" y="1833141"/>
            <a:ext cx="9752639" cy="32327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4965" indent="-342265">
              <a:spcBef>
                <a:spcPts val="380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2800" b="1" dirty="0">
                <a:latin typeface="Calibri"/>
                <a:cs typeface="Calibri"/>
              </a:rPr>
              <a:t>Immediate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update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techniques</a:t>
            </a:r>
            <a:endParaRPr sz="2800" b="1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600"/>
              </a:lnSpc>
              <a:spcBef>
                <a:spcPts val="56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operations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before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reaches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17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Operations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log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204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Recovery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still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possible.</a:t>
            </a:r>
            <a:endParaRPr sz="2400" dirty="0">
              <a:latin typeface="Calibri"/>
              <a:cs typeface="Calibri"/>
            </a:endParaRPr>
          </a:p>
          <a:p>
            <a:pPr marL="299085" indent="-286385">
              <a:spcBef>
                <a:spcPts val="140"/>
              </a:spcBef>
              <a:buSzPct val="50000"/>
              <a:buFont typeface="Arial MT"/>
              <a:buChar char="•"/>
              <a:tabLst>
                <a:tab pos="299085" algn="l"/>
              </a:tabLst>
            </a:pPr>
            <a:r>
              <a:rPr sz="2800" dirty="0">
                <a:latin typeface="Calibri"/>
                <a:cs typeface="Calibri"/>
              </a:rPr>
              <a:t>Example: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(Log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ImmediateUpdate)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4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spc="-10" dirty="0">
                <a:latin typeface="Calibri"/>
                <a:cs typeface="Calibri"/>
              </a:rPr>
              <a:t>&lt;start_Transaction,T1&gt;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204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spc="-10" dirty="0">
                <a:latin typeface="Calibri"/>
                <a:cs typeface="Calibri"/>
              </a:rPr>
              <a:t>&lt;read_item,T1,A&gt;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8742" y="5067680"/>
            <a:ext cx="33864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spcBef>
                <a:spcPts val="100"/>
              </a:spcBef>
              <a:buSzPct val="58333"/>
              <a:buFont typeface="Arial MT"/>
              <a:buChar char="•"/>
              <a:tabLst>
                <a:tab pos="299085" algn="l"/>
              </a:tabLst>
            </a:pPr>
            <a:r>
              <a:rPr sz="2400" spc="-10" dirty="0">
                <a:latin typeface="Calibri"/>
                <a:cs typeface="Calibri"/>
              </a:rPr>
              <a:t>&lt;write_item,T1,A,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10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11</a:t>
            </a:r>
            <a:r>
              <a:rPr sz="2400" spc="-10" dirty="0">
                <a:latin typeface="Calibri"/>
                <a:cs typeface="Calibri"/>
              </a:rPr>
              <a:t>&gt;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8743" y="5460594"/>
            <a:ext cx="20097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spcBef>
                <a:spcPts val="100"/>
              </a:spcBef>
              <a:buSzPct val="58333"/>
              <a:buFont typeface="Arial MT"/>
              <a:buChar char="•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&lt;commit,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T1&gt;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6678" y="5025390"/>
            <a:ext cx="3214370" cy="302006"/>
          </a:xfrm>
          <a:prstGeom prst="rect">
            <a:avLst/>
          </a:prstGeom>
          <a:solidFill>
            <a:srgbClr val="5B9BD4"/>
          </a:solidFill>
          <a:ln w="25907">
            <a:solidFill>
              <a:srgbClr val="41709C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200660">
              <a:spcBef>
                <a:spcPts val="675"/>
              </a:spcBef>
            </a:pPr>
            <a:r>
              <a:rPr sz="1400" dirty="0">
                <a:latin typeface="Arial MT"/>
                <a:cs typeface="Arial MT"/>
              </a:rPr>
              <a:t>10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old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value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96776" y="4716779"/>
            <a:ext cx="2654300" cy="675640"/>
            <a:chOff x="3672776" y="4716779"/>
            <a:chExt cx="2654300" cy="675640"/>
          </a:xfrm>
        </p:grpSpPr>
        <p:sp>
          <p:nvSpPr>
            <p:cNvPr id="8" name="object 8"/>
            <p:cNvSpPr/>
            <p:nvPr/>
          </p:nvSpPr>
          <p:spPr>
            <a:xfrm>
              <a:off x="3833622" y="4716779"/>
              <a:ext cx="2493645" cy="309245"/>
            </a:xfrm>
            <a:custGeom>
              <a:avLst/>
              <a:gdLst/>
              <a:ahLst/>
              <a:cxnLst/>
              <a:rect l="l" t="t" r="r" b="b"/>
              <a:pathLst>
                <a:path w="2493645" h="309245">
                  <a:moveTo>
                    <a:pt x="2416937" y="194437"/>
                  </a:moveTo>
                  <a:lnTo>
                    <a:pt x="2378837" y="194437"/>
                  </a:lnTo>
                  <a:lnTo>
                    <a:pt x="2435987" y="308737"/>
                  </a:lnTo>
                  <a:lnTo>
                    <a:pt x="2483612" y="213487"/>
                  </a:lnTo>
                  <a:lnTo>
                    <a:pt x="2416937" y="213487"/>
                  </a:lnTo>
                  <a:lnTo>
                    <a:pt x="2416937" y="194437"/>
                  </a:lnTo>
                  <a:close/>
                </a:path>
                <a:path w="2493645" h="309245">
                  <a:moveTo>
                    <a:pt x="2416937" y="19050"/>
                  </a:moveTo>
                  <a:lnTo>
                    <a:pt x="2416937" y="213487"/>
                  </a:lnTo>
                  <a:lnTo>
                    <a:pt x="2455037" y="213487"/>
                  </a:lnTo>
                  <a:lnTo>
                    <a:pt x="2455037" y="38100"/>
                  </a:lnTo>
                  <a:lnTo>
                    <a:pt x="2435987" y="38100"/>
                  </a:lnTo>
                  <a:lnTo>
                    <a:pt x="2416937" y="19050"/>
                  </a:lnTo>
                  <a:close/>
                </a:path>
                <a:path w="2493645" h="309245">
                  <a:moveTo>
                    <a:pt x="2493137" y="194437"/>
                  </a:moveTo>
                  <a:lnTo>
                    <a:pt x="2455037" y="194437"/>
                  </a:lnTo>
                  <a:lnTo>
                    <a:pt x="2455037" y="213487"/>
                  </a:lnTo>
                  <a:lnTo>
                    <a:pt x="2483612" y="213487"/>
                  </a:lnTo>
                  <a:lnTo>
                    <a:pt x="2493137" y="194437"/>
                  </a:lnTo>
                  <a:close/>
                </a:path>
                <a:path w="2493645" h="309245">
                  <a:moveTo>
                    <a:pt x="2435987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416937" y="38100"/>
                  </a:lnTo>
                  <a:lnTo>
                    <a:pt x="2416937" y="19050"/>
                  </a:lnTo>
                  <a:lnTo>
                    <a:pt x="2455037" y="19050"/>
                  </a:lnTo>
                  <a:lnTo>
                    <a:pt x="2453542" y="11626"/>
                  </a:lnTo>
                  <a:lnTo>
                    <a:pt x="2449464" y="5572"/>
                  </a:lnTo>
                  <a:lnTo>
                    <a:pt x="2443410" y="1494"/>
                  </a:lnTo>
                  <a:lnTo>
                    <a:pt x="2435987" y="0"/>
                  </a:lnTo>
                  <a:close/>
                </a:path>
                <a:path w="2493645" h="309245">
                  <a:moveTo>
                    <a:pt x="2455037" y="19050"/>
                  </a:moveTo>
                  <a:lnTo>
                    <a:pt x="2416937" y="19050"/>
                  </a:lnTo>
                  <a:lnTo>
                    <a:pt x="2435987" y="38100"/>
                  </a:lnTo>
                  <a:lnTo>
                    <a:pt x="2455037" y="38100"/>
                  </a:lnTo>
                  <a:lnTo>
                    <a:pt x="2455037" y="19050"/>
                  </a:lnTo>
                  <a:close/>
                </a:path>
              </a:pathLst>
            </a:custGeom>
            <a:solidFill>
              <a:srgbClr val="559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85794" y="5025389"/>
              <a:ext cx="335280" cy="353695"/>
            </a:xfrm>
            <a:custGeom>
              <a:avLst/>
              <a:gdLst/>
              <a:ahLst/>
              <a:cxnLst/>
              <a:rect l="l" t="t" r="r" b="b"/>
              <a:pathLst>
                <a:path w="335279" h="353695">
                  <a:moveTo>
                    <a:pt x="0" y="353567"/>
                  </a:moveTo>
                  <a:lnTo>
                    <a:pt x="335279" y="353567"/>
                  </a:lnTo>
                  <a:lnTo>
                    <a:pt x="335279" y="0"/>
                  </a:lnTo>
                  <a:lnTo>
                    <a:pt x="0" y="0"/>
                  </a:lnTo>
                  <a:lnTo>
                    <a:pt x="0" y="353567"/>
                  </a:lnTo>
                  <a:close/>
                </a:path>
              </a:pathLst>
            </a:custGeom>
            <a:ln w="2590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86678" y="5546598"/>
            <a:ext cx="3214370" cy="304571"/>
          </a:xfrm>
          <a:prstGeom prst="rect">
            <a:avLst/>
          </a:prstGeom>
          <a:solidFill>
            <a:srgbClr val="5B9BD4"/>
          </a:solidFill>
          <a:ln w="25907">
            <a:solidFill>
              <a:srgbClr val="41709C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200660">
              <a:spcBef>
                <a:spcPts val="695"/>
              </a:spcBef>
            </a:pPr>
            <a:r>
              <a:rPr sz="1400" dirty="0">
                <a:latin typeface="Arial MT"/>
                <a:cs typeface="Arial MT"/>
              </a:rPr>
              <a:t>11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new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value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58384" y="4732782"/>
            <a:ext cx="2493010" cy="1507490"/>
            <a:chOff x="3834384" y="4732782"/>
            <a:chExt cx="2493010" cy="1507490"/>
          </a:xfrm>
        </p:grpSpPr>
        <p:sp>
          <p:nvSpPr>
            <p:cNvPr id="12" name="object 12"/>
            <p:cNvSpPr/>
            <p:nvPr/>
          </p:nvSpPr>
          <p:spPr>
            <a:xfrm>
              <a:off x="4251198" y="5945886"/>
              <a:ext cx="2076450" cy="285115"/>
            </a:xfrm>
            <a:custGeom>
              <a:avLst/>
              <a:gdLst/>
              <a:ahLst/>
              <a:cxnLst/>
              <a:rect l="l" t="t" r="r" b="b"/>
              <a:pathLst>
                <a:path w="2076450" h="285114">
                  <a:moveTo>
                    <a:pt x="1999868" y="246989"/>
                  </a:moveTo>
                  <a:lnTo>
                    <a:pt x="0" y="246989"/>
                  </a:lnTo>
                  <a:lnTo>
                    <a:pt x="0" y="285089"/>
                  </a:lnTo>
                  <a:lnTo>
                    <a:pt x="2018918" y="285089"/>
                  </a:lnTo>
                  <a:lnTo>
                    <a:pt x="2026342" y="283591"/>
                  </a:lnTo>
                  <a:lnTo>
                    <a:pt x="2032396" y="279507"/>
                  </a:lnTo>
                  <a:lnTo>
                    <a:pt x="2036474" y="273452"/>
                  </a:lnTo>
                  <a:lnTo>
                    <a:pt x="2037968" y="266039"/>
                  </a:lnTo>
                  <a:lnTo>
                    <a:pt x="1999868" y="266039"/>
                  </a:lnTo>
                  <a:lnTo>
                    <a:pt x="1999868" y="246989"/>
                  </a:lnTo>
                  <a:close/>
                </a:path>
                <a:path w="2076450" h="285114">
                  <a:moveTo>
                    <a:pt x="2037968" y="95250"/>
                  </a:moveTo>
                  <a:lnTo>
                    <a:pt x="1999868" y="95250"/>
                  </a:lnTo>
                  <a:lnTo>
                    <a:pt x="1999868" y="266039"/>
                  </a:lnTo>
                  <a:lnTo>
                    <a:pt x="2018918" y="246989"/>
                  </a:lnTo>
                  <a:lnTo>
                    <a:pt x="2037968" y="246989"/>
                  </a:lnTo>
                  <a:lnTo>
                    <a:pt x="2037968" y="95250"/>
                  </a:lnTo>
                  <a:close/>
                </a:path>
                <a:path w="2076450" h="285114">
                  <a:moveTo>
                    <a:pt x="2037968" y="246989"/>
                  </a:moveTo>
                  <a:lnTo>
                    <a:pt x="2018918" y="246989"/>
                  </a:lnTo>
                  <a:lnTo>
                    <a:pt x="1999868" y="266039"/>
                  </a:lnTo>
                  <a:lnTo>
                    <a:pt x="2037968" y="266039"/>
                  </a:lnTo>
                  <a:lnTo>
                    <a:pt x="2037968" y="246989"/>
                  </a:lnTo>
                  <a:close/>
                </a:path>
                <a:path w="2076450" h="285114">
                  <a:moveTo>
                    <a:pt x="2018918" y="0"/>
                  </a:moveTo>
                  <a:lnTo>
                    <a:pt x="1961768" y="114299"/>
                  </a:lnTo>
                  <a:lnTo>
                    <a:pt x="1999868" y="114299"/>
                  </a:lnTo>
                  <a:lnTo>
                    <a:pt x="1999868" y="95250"/>
                  </a:lnTo>
                  <a:lnTo>
                    <a:pt x="2066543" y="95250"/>
                  </a:lnTo>
                  <a:lnTo>
                    <a:pt x="2018918" y="0"/>
                  </a:lnTo>
                  <a:close/>
                </a:path>
                <a:path w="2076450" h="285114">
                  <a:moveTo>
                    <a:pt x="2066543" y="95250"/>
                  </a:moveTo>
                  <a:lnTo>
                    <a:pt x="2037968" y="95250"/>
                  </a:lnTo>
                  <a:lnTo>
                    <a:pt x="2037968" y="114299"/>
                  </a:lnTo>
                  <a:lnTo>
                    <a:pt x="2076068" y="114299"/>
                  </a:lnTo>
                  <a:lnTo>
                    <a:pt x="2066543" y="95250"/>
                  </a:lnTo>
                  <a:close/>
                </a:path>
              </a:pathLst>
            </a:custGeom>
            <a:solidFill>
              <a:srgbClr val="559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3558" y="5014722"/>
              <a:ext cx="335280" cy="352425"/>
            </a:xfrm>
            <a:custGeom>
              <a:avLst/>
              <a:gdLst/>
              <a:ahLst/>
              <a:cxnLst/>
              <a:rect l="l" t="t" r="r" b="b"/>
              <a:pathLst>
                <a:path w="335279" h="352425">
                  <a:moveTo>
                    <a:pt x="0" y="352043"/>
                  </a:moveTo>
                  <a:lnTo>
                    <a:pt x="335279" y="352043"/>
                  </a:lnTo>
                  <a:lnTo>
                    <a:pt x="335279" y="0"/>
                  </a:lnTo>
                  <a:lnTo>
                    <a:pt x="0" y="0"/>
                  </a:lnTo>
                  <a:lnTo>
                    <a:pt x="0" y="352043"/>
                  </a:lnTo>
                  <a:close/>
                </a:path>
              </a:pathLst>
            </a:custGeom>
            <a:ln w="25908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3434" y="4732782"/>
              <a:ext cx="398145" cy="1507490"/>
            </a:xfrm>
            <a:custGeom>
              <a:avLst/>
              <a:gdLst/>
              <a:ahLst/>
              <a:cxnLst/>
              <a:rect l="l" t="t" r="r" b="b"/>
              <a:pathLst>
                <a:path w="398145" h="1507489">
                  <a:moveTo>
                    <a:pt x="0" y="0"/>
                  </a:moveTo>
                  <a:lnTo>
                    <a:pt x="0" y="293116"/>
                  </a:lnTo>
                </a:path>
                <a:path w="398145" h="1507489">
                  <a:moveTo>
                    <a:pt x="397763" y="633984"/>
                  </a:moveTo>
                  <a:lnTo>
                    <a:pt x="397763" y="1506893"/>
                  </a:lnTo>
                </a:path>
              </a:pathLst>
            </a:custGeom>
            <a:ln w="38100">
              <a:solidFill>
                <a:srgbClr val="559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0407" y="653126"/>
            <a:ext cx="10058400" cy="1042670"/>
          </a:xfrm>
          <a:prstGeom prst="rect">
            <a:avLst/>
          </a:prstGeom>
        </p:spPr>
        <p:txBody>
          <a:bodyPr vert="horz" wrap="square" lIns="0" tIns="301066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1615" y="2009902"/>
            <a:ext cx="10279112" cy="121853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96545" marR="5080" indent="-284480">
              <a:lnSpc>
                <a:spcPct val="90000"/>
              </a:lnSpc>
              <a:spcBef>
                <a:spcPts val="430"/>
              </a:spcBef>
              <a:buSzPct val="50000"/>
              <a:buFont typeface="Arial MT"/>
              <a:buChar char="•"/>
              <a:tabLst>
                <a:tab pos="299085" algn="l"/>
              </a:tabLst>
            </a:pPr>
            <a:r>
              <a:rPr sz="2800" b="1" dirty="0">
                <a:latin typeface="Calibri"/>
                <a:cs typeface="Calibri"/>
              </a:rPr>
              <a:t>Note: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immediate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outdated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rollback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initial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stored 	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outdated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34578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799" y="1835058"/>
            <a:ext cx="10224655" cy="285719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1414780" indent="-342900">
              <a:lnSpc>
                <a:spcPts val="3020"/>
              </a:lnSpc>
              <a:spcBef>
                <a:spcPts val="480"/>
              </a:spcBef>
              <a:buSzPct val="60714"/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Undo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operations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required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idempotent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ts val="2740"/>
              </a:lnSpc>
              <a:spcBef>
                <a:spcPts val="20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Executing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equivalent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once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219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Entire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recovery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idempotent</a:t>
            </a:r>
            <a:endParaRPr lang="en-US" sz="2400" spc="-10" dirty="0">
              <a:latin typeface="Calibri"/>
              <a:cs typeface="Calibri"/>
            </a:endParaRPr>
          </a:p>
          <a:p>
            <a:pPr marL="469900" lvl="1">
              <a:spcBef>
                <a:spcPts val="219"/>
              </a:spcBef>
              <a:buSzPct val="58333"/>
              <a:tabLst>
                <a:tab pos="756285" algn="l"/>
              </a:tabLst>
            </a:pPr>
            <a:endParaRPr sz="2400" dirty="0">
              <a:latin typeface="Calibri"/>
              <a:cs typeface="Calibri"/>
            </a:endParaRPr>
          </a:p>
          <a:p>
            <a:pPr marL="354965" indent="-342265">
              <a:spcBef>
                <a:spcPts val="235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Caching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(buffering)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disk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blocks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34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DBMS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in-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buffers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54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Cache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directory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buffers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9967" y="432275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9967" y="1813606"/>
            <a:ext cx="10245342" cy="261097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0714"/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Cache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buffers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replaced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(flushed)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items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spcBef>
                <a:spcPts val="225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Dirty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associated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buffer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cache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4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Indicates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modified</a:t>
            </a:r>
            <a:endParaRPr sz="2400" dirty="0">
              <a:latin typeface="Calibri"/>
              <a:cs typeface="Calibri"/>
            </a:endParaRPr>
          </a:p>
          <a:p>
            <a:pPr marL="355600" marR="273685" indent="-342900">
              <a:lnSpc>
                <a:spcPts val="3020"/>
              </a:lnSpc>
              <a:spcBef>
                <a:spcPts val="620"/>
              </a:spcBef>
              <a:buSzPct val="60714"/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Contents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written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before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flush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dirty </a:t>
            </a:r>
            <a:r>
              <a:rPr sz="2800" dirty="0">
                <a:latin typeface="Calibri"/>
                <a:cs typeface="Calibri"/>
              </a:rPr>
              <a:t>bit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equals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one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spcBef>
                <a:spcPts val="225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Pin-</a:t>
            </a:r>
            <a:r>
              <a:rPr sz="2800" dirty="0">
                <a:latin typeface="Calibri"/>
                <a:cs typeface="Calibri"/>
              </a:rPr>
              <a:t>unpin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bit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4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Page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pinned(1)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written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yet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396055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585" y="1757273"/>
            <a:ext cx="10431651" cy="435503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4965" indent="-342265">
              <a:spcBef>
                <a:spcPts val="380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Main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strategies</a:t>
            </a:r>
            <a:endParaRPr sz="3200" dirty="0">
              <a:latin typeface="Calibri"/>
              <a:cs typeface="Calibri"/>
            </a:endParaRPr>
          </a:p>
          <a:p>
            <a:pPr marL="756285" lvl="1" indent="-286385">
              <a:spcBef>
                <a:spcPts val="24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800" b="1" spc="-10" dirty="0">
                <a:latin typeface="Calibri"/>
                <a:cs typeface="Calibri"/>
              </a:rPr>
              <a:t>In-</a:t>
            </a:r>
            <a:r>
              <a:rPr sz="2800" b="1" dirty="0">
                <a:latin typeface="Calibri"/>
                <a:cs typeface="Calibri"/>
              </a:rPr>
              <a:t>place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updating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spcBef>
                <a:spcPts val="280"/>
              </a:spcBef>
              <a:buSzPct val="60000"/>
              <a:buFont typeface="Arial MT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spcBef>
                <a:spcPts val="265"/>
              </a:spcBef>
              <a:buSzPct val="60000"/>
              <a:buFont typeface="Arial MT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Overwrites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old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19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800" b="1" spc="-10" dirty="0">
                <a:latin typeface="Calibri"/>
                <a:cs typeface="Calibri"/>
              </a:rPr>
              <a:t>Shadowing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ts val="2280"/>
              </a:lnSpc>
              <a:spcBef>
                <a:spcPts val="280"/>
              </a:spcBef>
              <a:buSzPct val="60000"/>
              <a:buFont typeface="Arial MT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endParaRPr sz="2400" dirty="0">
              <a:latin typeface="Calibri"/>
              <a:cs typeface="Calibri"/>
            </a:endParaRPr>
          </a:p>
          <a:p>
            <a:pPr marL="1155700">
              <a:lnSpc>
                <a:spcPts val="2280"/>
              </a:lnSpc>
            </a:pPr>
            <a:r>
              <a:rPr sz="2400" dirty="0">
                <a:latin typeface="Calibri"/>
                <a:cs typeface="Calibri"/>
              </a:rPr>
              <a:t>maintain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versions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spcBef>
                <a:spcPts val="265"/>
              </a:spcBef>
              <a:buSzPct val="60000"/>
              <a:buFont typeface="Arial MT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typically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practice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spcBef>
                <a:spcPts val="209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Before-</a:t>
            </a:r>
            <a:r>
              <a:rPr sz="3200" dirty="0">
                <a:latin typeface="Calibri"/>
                <a:cs typeface="Calibri"/>
              </a:rPr>
              <a:t>image: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old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20" dirty="0">
                <a:latin typeface="Calibri"/>
                <a:cs typeface="Calibri"/>
              </a:rPr>
              <a:t> item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spcBef>
                <a:spcPts val="260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After-</a:t>
            </a:r>
            <a:r>
              <a:rPr sz="3200" dirty="0">
                <a:latin typeface="Calibri"/>
                <a:cs typeface="Calibri"/>
              </a:rPr>
              <a:t>image: new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item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20465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66800" y="1837226"/>
            <a:ext cx="10058400" cy="4133182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77825" indent="-342265">
              <a:lnSpc>
                <a:spcPct val="100000"/>
              </a:lnSpc>
              <a:spcBef>
                <a:spcPts val="409"/>
              </a:spcBef>
              <a:buSzPct val="65384"/>
              <a:buFont typeface="Arial MT"/>
              <a:buChar char="•"/>
              <a:tabLst>
                <a:tab pos="377825" algn="l"/>
              </a:tabLst>
            </a:pPr>
            <a:r>
              <a:rPr sz="2400" b="1" spc="-10" dirty="0">
                <a:solidFill>
                  <a:schemeClr val="accent2"/>
                </a:solidFill>
              </a:rPr>
              <a:t>Write-</a:t>
            </a:r>
            <a:r>
              <a:rPr sz="2400" b="1" dirty="0">
                <a:solidFill>
                  <a:schemeClr val="accent2"/>
                </a:solidFill>
              </a:rPr>
              <a:t>ahead</a:t>
            </a:r>
            <a:r>
              <a:rPr sz="2400" b="1" spc="-30" dirty="0">
                <a:solidFill>
                  <a:schemeClr val="accent2"/>
                </a:solidFill>
              </a:rPr>
              <a:t> </a:t>
            </a:r>
            <a:r>
              <a:rPr sz="2400" b="1" spc="-10" dirty="0">
                <a:solidFill>
                  <a:schemeClr val="accent2"/>
                </a:solidFill>
              </a:rPr>
              <a:t>logging</a:t>
            </a:r>
          </a:p>
          <a:p>
            <a:pPr marL="779145" lvl="1" indent="-286385">
              <a:lnSpc>
                <a:spcPct val="100000"/>
              </a:lnSpc>
              <a:spcBef>
                <a:spcPts val="254"/>
              </a:spcBef>
              <a:buSzPct val="63636"/>
              <a:buFont typeface="Arial MT"/>
              <a:buChar char="•"/>
              <a:tabLst>
                <a:tab pos="779145" algn="l"/>
              </a:tabLst>
            </a:pPr>
            <a:r>
              <a:rPr sz="2400" dirty="0">
                <a:solidFill>
                  <a:schemeClr val="tx1"/>
                </a:solidFill>
                <a:cs typeface="Calibri"/>
              </a:rPr>
              <a:t>Ensure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before-</a:t>
            </a:r>
            <a:r>
              <a:rPr sz="2400" dirty="0">
                <a:solidFill>
                  <a:schemeClr val="tx1"/>
                </a:solidFill>
                <a:cs typeface="Calibri"/>
              </a:rPr>
              <a:t>image</a:t>
            </a:r>
            <a:r>
              <a:rPr sz="2400" spc="5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(BFIM)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is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cs typeface="Calibri"/>
              </a:rPr>
              <a:t>recorded</a:t>
            </a:r>
            <a:endParaRPr sz="2400" dirty="0">
              <a:solidFill>
                <a:schemeClr val="tx1"/>
              </a:solidFill>
              <a:cs typeface="Calibri"/>
            </a:endParaRPr>
          </a:p>
          <a:p>
            <a:pPr marL="779145" lvl="1" indent="-286385">
              <a:lnSpc>
                <a:spcPct val="100000"/>
              </a:lnSpc>
              <a:spcBef>
                <a:spcPts val="240"/>
              </a:spcBef>
              <a:buSzPct val="63636"/>
              <a:buFont typeface="Arial MT"/>
              <a:buChar char="•"/>
              <a:tabLst>
                <a:tab pos="779145" algn="l"/>
              </a:tabLst>
            </a:pPr>
            <a:r>
              <a:rPr sz="2400" dirty="0">
                <a:solidFill>
                  <a:schemeClr val="tx1"/>
                </a:solidFill>
                <a:cs typeface="Calibri"/>
              </a:rPr>
              <a:t>Appropriate</a:t>
            </a:r>
            <a:r>
              <a:rPr sz="24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log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entry</a:t>
            </a:r>
            <a:r>
              <a:rPr sz="24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flushed</a:t>
            </a:r>
            <a:r>
              <a:rPr sz="24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to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 disk</a:t>
            </a:r>
            <a:endParaRPr sz="2400" dirty="0">
              <a:solidFill>
                <a:schemeClr val="tx1"/>
              </a:solidFill>
              <a:cs typeface="Calibri"/>
            </a:endParaRPr>
          </a:p>
          <a:p>
            <a:pPr marL="779145" lvl="1" indent="-286385">
              <a:lnSpc>
                <a:spcPct val="100000"/>
              </a:lnSpc>
              <a:spcBef>
                <a:spcPts val="245"/>
              </a:spcBef>
              <a:buSzPct val="63636"/>
              <a:buFont typeface="Arial MT"/>
              <a:buChar char="•"/>
              <a:tabLst>
                <a:tab pos="779145" algn="l"/>
              </a:tabLst>
            </a:pPr>
            <a:r>
              <a:rPr sz="2400" dirty="0">
                <a:solidFill>
                  <a:schemeClr val="tx1"/>
                </a:solidFill>
                <a:cs typeface="Calibri"/>
              </a:rPr>
              <a:t>Necessary</a:t>
            </a:r>
            <a:r>
              <a:rPr sz="24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for</a:t>
            </a:r>
            <a:r>
              <a:rPr sz="2400" spc="-60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UNDO</a:t>
            </a:r>
            <a:r>
              <a:rPr sz="24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operation</a:t>
            </a:r>
            <a:r>
              <a:rPr sz="2400" spc="-55" dirty="0">
                <a:solidFill>
                  <a:schemeClr val="tx1"/>
                </a:solidFill>
                <a:cs typeface="Calibri"/>
              </a:rPr>
              <a:t> </a:t>
            </a:r>
            <a:r>
              <a:rPr sz="2400" dirty="0">
                <a:solidFill>
                  <a:schemeClr val="tx1"/>
                </a:solidFill>
                <a:cs typeface="Calibri"/>
              </a:rPr>
              <a:t>if</a:t>
            </a:r>
            <a:r>
              <a:rPr sz="2400" spc="-55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cs typeface="Calibri"/>
              </a:rPr>
              <a:t>needed</a:t>
            </a:r>
            <a:endParaRPr sz="2400" dirty="0">
              <a:solidFill>
                <a:schemeClr val="tx1"/>
              </a:solidFill>
              <a:cs typeface="Calibri"/>
            </a:endParaRPr>
          </a:p>
          <a:p>
            <a:pPr marL="378460" marR="5080" indent="-342900">
              <a:lnSpc>
                <a:spcPts val="2810"/>
              </a:lnSpc>
              <a:spcBef>
                <a:spcPts val="610"/>
              </a:spcBef>
              <a:buSzPct val="65384"/>
              <a:buFont typeface="Arial MT"/>
              <a:buChar char="•"/>
              <a:tabLst>
                <a:tab pos="378460" algn="l"/>
              </a:tabLst>
            </a:pPr>
            <a:r>
              <a:rPr sz="2400" spc="-10" dirty="0">
                <a:solidFill>
                  <a:schemeClr val="tx1"/>
                </a:solidFill>
              </a:rPr>
              <a:t>UNDO-</a:t>
            </a:r>
            <a:r>
              <a:rPr sz="2400" dirty="0">
                <a:solidFill>
                  <a:schemeClr val="tx1"/>
                </a:solidFill>
              </a:rPr>
              <a:t>type</a:t>
            </a:r>
            <a:r>
              <a:rPr sz="2400" spc="-1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log</a:t>
            </a:r>
            <a:r>
              <a:rPr sz="2400" spc="-3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entries: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include</a:t>
            </a:r>
            <a:r>
              <a:rPr sz="24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old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value</a:t>
            </a:r>
            <a:r>
              <a:rPr sz="24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(BFIM)</a:t>
            </a:r>
            <a:r>
              <a:rPr sz="24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of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item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written</a:t>
            </a:r>
            <a:r>
              <a:rPr sz="24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by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operation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since</a:t>
            </a:r>
            <a:r>
              <a:rPr sz="24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this</a:t>
            </a:r>
            <a:r>
              <a:rPr sz="24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is</a:t>
            </a:r>
            <a:r>
              <a:rPr sz="24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cs typeface="Calibri"/>
              </a:rPr>
              <a:t>needed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to</a:t>
            </a:r>
            <a:r>
              <a:rPr sz="2400" spc="-1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undo</a:t>
            </a:r>
            <a:r>
              <a:rPr sz="24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4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effects</a:t>
            </a:r>
            <a:r>
              <a:rPr sz="2400" spc="-4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of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operations</a:t>
            </a:r>
            <a:r>
              <a:rPr sz="24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from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log.</a:t>
            </a:r>
          </a:p>
          <a:p>
            <a:pPr marL="378460" marR="6985" indent="-342900">
              <a:lnSpc>
                <a:spcPts val="2810"/>
              </a:lnSpc>
              <a:spcBef>
                <a:spcPts val="595"/>
              </a:spcBef>
              <a:buSzPct val="65384"/>
              <a:buFont typeface="Arial MT"/>
              <a:buChar char="•"/>
              <a:tabLst>
                <a:tab pos="378460" algn="l"/>
              </a:tabLst>
            </a:pPr>
            <a:r>
              <a:rPr sz="2400" spc="-10" dirty="0">
                <a:solidFill>
                  <a:schemeClr val="tx1"/>
                </a:solidFill>
              </a:rPr>
              <a:t>REDO-</a:t>
            </a:r>
            <a:r>
              <a:rPr sz="2400" dirty="0">
                <a:solidFill>
                  <a:schemeClr val="tx1"/>
                </a:solidFill>
              </a:rPr>
              <a:t>type</a:t>
            </a:r>
            <a:r>
              <a:rPr sz="2400" spc="-25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log</a:t>
            </a:r>
            <a:r>
              <a:rPr sz="2400" spc="-20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entries:</a:t>
            </a:r>
            <a:r>
              <a:rPr sz="2400" spc="-10" dirty="0">
                <a:solidFill>
                  <a:schemeClr val="tx1"/>
                </a:solidFill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include</a:t>
            </a:r>
            <a:r>
              <a:rPr sz="2400" spc="-5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new</a:t>
            </a:r>
            <a:r>
              <a:rPr sz="24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value(AFIM)</a:t>
            </a:r>
            <a:r>
              <a:rPr sz="2400" spc="-65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of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item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written</a:t>
            </a:r>
            <a:r>
              <a:rPr sz="2400" spc="-3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by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operation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since</a:t>
            </a:r>
            <a:r>
              <a:rPr sz="24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this</a:t>
            </a:r>
            <a:r>
              <a:rPr sz="2400" spc="-1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is</a:t>
            </a:r>
            <a:r>
              <a:rPr sz="24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10" dirty="0">
                <a:solidFill>
                  <a:schemeClr val="tx1"/>
                </a:solidFill>
                <a:cs typeface="Calibri"/>
              </a:rPr>
              <a:t>needed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to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redo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effects</a:t>
            </a:r>
            <a:r>
              <a:rPr sz="2400" spc="-6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of</a:t>
            </a:r>
            <a:r>
              <a:rPr sz="2400" spc="-1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3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operations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from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b="0" dirty="0">
                <a:solidFill>
                  <a:schemeClr val="tx1"/>
                </a:solidFill>
                <a:cs typeface="Calibri"/>
              </a:rPr>
              <a:t>the</a:t>
            </a:r>
            <a:r>
              <a:rPr sz="2400" spc="-25" dirty="0">
                <a:solidFill>
                  <a:schemeClr val="tx1"/>
                </a:solidFill>
                <a:cs typeface="Calibri"/>
              </a:rPr>
              <a:t> </a:t>
            </a:r>
            <a:r>
              <a:rPr sz="2400" spc="-20" dirty="0">
                <a:solidFill>
                  <a:schemeClr val="tx1"/>
                </a:solidFill>
                <a:cs typeface="Calibri"/>
              </a:rPr>
              <a:t>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4730" y="300226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4730" y="1881964"/>
            <a:ext cx="10351415" cy="268022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spcBef>
                <a:spcPts val="380"/>
              </a:spcBef>
            </a:pPr>
            <a:r>
              <a:rPr sz="2800" b="1" spc="-20" dirty="0">
                <a:latin typeface="Calibri"/>
                <a:cs typeface="Calibri"/>
              </a:rPr>
              <a:t>Steal/no-</a:t>
            </a:r>
            <a:r>
              <a:rPr sz="2800" b="1" dirty="0">
                <a:latin typeface="Calibri"/>
                <a:cs typeface="Calibri"/>
              </a:rPr>
              <a:t>steal</a:t>
            </a:r>
            <a:r>
              <a:rPr sz="2800" b="1" spc="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 </a:t>
            </a:r>
            <a:r>
              <a:rPr sz="2800" b="1" spc="-10" dirty="0">
                <a:latin typeface="Calibri"/>
                <a:cs typeface="Calibri"/>
              </a:rPr>
              <a:t>force/no-force</a:t>
            </a:r>
            <a:endParaRPr sz="2800" dirty="0">
              <a:latin typeface="Calibri"/>
              <a:cs typeface="Calibri"/>
            </a:endParaRPr>
          </a:p>
          <a:p>
            <a:pPr marL="756285" marR="5080" indent="-287020">
              <a:lnSpc>
                <a:spcPts val="2590"/>
              </a:lnSpc>
              <a:spcBef>
                <a:spcPts val="57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Rules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govern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cache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written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  <a:p>
            <a:pPr marL="756285" indent="-286385">
              <a:spcBef>
                <a:spcPts val="18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b="1" spc="-10" dirty="0">
                <a:latin typeface="Calibri"/>
                <a:cs typeface="Calibri"/>
              </a:rPr>
              <a:t>No-</a:t>
            </a:r>
            <a:r>
              <a:rPr sz="2400" b="1" dirty="0">
                <a:latin typeface="Calibri"/>
                <a:cs typeface="Calibri"/>
              </a:rPr>
              <a:t>steal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approach</a:t>
            </a:r>
            <a:endParaRPr sz="2400" dirty="0">
              <a:latin typeface="Calibri"/>
              <a:cs typeface="Calibri"/>
            </a:endParaRPr>
          </a:p>
          <a:p>
            <a:pPr marL="1155700" marR="138430" lvl="1" indent="-229235">
              <a:lnSpc>
                <a:spcPts val="2160"/>
              </a:lnSpc>
              <a:spcBef>
                <a:spcPts val="550"/>
              </a:spcBef>
              <a:buSzPct val="60000"/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Cache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buffer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updated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transaction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written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before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transaction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commits</a:t>
            </a:r>
            <a:endParaRPr sz="2000" dirty="0">
              <a:latin typeface="Calibri"/>
              <a:cs typeface="Calibri"/>
            </a:endParaRPr>
          </a:p>
          <a:p>
            <a:pPr marL="756285" indent="-286385">
              <a:spcBef>
                <a:spcPts val="16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b="1" dirty="0">
                <a:latin typeface="Calibri"/>
                <a:cs typeface="Calibri"/>
              </a:rPr>
              <a:t>Steal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approach</a:t>
            </a:r>
            <a:endParaRPr sz="2400" dirty="0">
              <a:latin typeface="Calibri"/>
              <a:cs typeface="Calibri"/>
            </a:endParaRPr>
          </a:p>
          <a:p>
            <a:pPr marL="1155700" marR="102235" lvl="1" indent="-229235">
              <a:lnSpc>
                <a:spcPts val="2160"/>
              </a:lnSpc>
              <a:spcBef>
                <a:spcPts val="550"/>
              </a:spcBef>
              <a:buSzPct val="60000"/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Recovery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protocol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updated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buffer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before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transaction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commits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4760" y="906324"/>
            <a:ext cx="8905932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4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230234" y="6510096"/>
            <a:ext cx="244475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5570">
                <a:lnSpc>
                  <a:spcPts val="1240"/>
                </a:lnSpc>
              </a:pPr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70857" y="1893772"/>
            <a:ext cx="10250286" cy="390747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4965" indent="-342265">
              <a:spcBef>
                <a:spcPts val="409"/>
              </a:spcBef>
              <a:buSzPct val="65384"/>
              <a:buFont typeface="Arial MT"/>
              <a:buChar char="•"/>
              <a:tabLst>
                <a:tab pos="354965" algn="l"/>
              </a:tabLst>
            </a:pPr>
            <a:r>
              <a:rPr sz="2600" b="1" dirty="0">
                <a:latin typeface="Calibri"/>
                <a:cs typeface="Calibri"/>
              </a:rPr>
              <a:t>Force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approach</a:t>
            </a:r>
            <a:endParaRPr sz="2600" dirty="0">
              <a:latin typeface="Calibri"/>
              <a:cs typeface="Calibri"/>
            </a:endParaRPr>
          </a:p>
          <a:p>
            <a:pPr marL="756285" marR="635635" lvl="1" indent="-287020">
              <a:lnSpc>
                <a:spcPts val="2380"/>
              </a:lnSpc>
              <a:spcBef>
                <a:spcPts val="550"/>
              </a:spcBef>
              <a:buSzPct val="63636"/>
              <a:buFont typeface="Arial MT"/>
              <a:buChar char="•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All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updated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transaction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immediately </a:t>
            </a:r>
            <a:r>
              <a:rPr sz="2200" dirty="0">
                <a:latin typeface="Calibri"/>
                <a:cs typeface="Calibri"/>
              </a:rPr>
              <a:t>written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disk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before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transaction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commits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spcBef>
                <a:spcPts val="200"/>
              </a:spcBef>
              <a:buSzPct val="63636"/>
              <a:buFont typeface="Arial MT"/>
              <a:buChar char="•"/>
              <a:tabLst>
                <a:tab pos="756285" algn="l"/>
              </a:tabLst>
            </a:pPr>
            <a:r>
              <a:rPr sz="2200" b="1" dirty="0">
                <a:latin typeface="Calibri"/>
                <a:cs typeface="Calibri"/>
              </a:rPr>
              <a:t>Otherwise,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no-</a:t>
            </a:r>
            <a:r>
              <a:rPr sz="2200" b="1" spc="-10" dirty="0">
                <a:latin typeface="Calibri"/>
                <a:cs typeface="Calibri"/>
              </a:rPr>
              <a:t>force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810"/>
              </a:lnSpc>
              <a:spcBef>
                <a:spcPts val="615"/>
              </a:spcBef>
              <a:buSzPct val="65384"/>
              <a:buFont typeface="Arial MT"/>
              <a:buChar char="•"/>
              <a:tabLst>
                <a:tab pos="355600" algn="l"/>
              </a:tabLst>
            </a:pPr>
            <a:r>
              <a:rPr sz="2600" b="1" dirty="0">
                <a:latin typeface="Calibri"/>
                <a:cs typeface="Calibri"/>
              </a:rPr>
              <a:t>Typical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database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systems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employ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steal/no-force strategy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ts val="2510"/>
              </a:lnSpc>
              <a:spcBef>
                <a:spcPts val="225"/>
              </a:spcBef>
              <a:buSzPct val="63636"/>
              <a:buFont typeface="Arial MT"/>
              <a:buChar char="•"/>
              <a:tabLst>
                <a:tab pos="756285" algn="l"/>
              </a:tabLst>
            </a:pPr>
            <a:r>
              <a:rPr sz="2200" b="1" dirty="0">
                <a:latin typeface="Calibri"/>
                <a:cs typeface="Calibri"/>
              </a:rPr>
              <a:t>Advantage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“steal”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avoids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large</a:t>
            </a:r>
            <a:endParaRPr sz="2200" dirty="0">
              <a:latin typeface="Calibri"/>
              <a:cs typeface="Calibri"/>
            </a:endParaRPr>
          </a:p>
          <a:p>
            <a:pPr marL="756285">
              <a:lnSpc>
                <a:spcPts val="2510"/>
              </a:lnSpc>
            </a:pPr>
            <a:r>
              <a:rPr sz="2200" dirty="0">
                <a:latin typeface="Calibri"/>
                <a:cs typeface="Calibri"/>
              </a:rPr>
              <a:t>buffer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updated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756285" marR="6350" lvl="1" indent="-287020">
              <a:lnSpc>
                <a:spcPts val="2380"/>
              </a:lnSpc>
              <a:spcBef>
                <a:spcPts val="525"/>
              </a:spcBef>
              <a:buSzPct val="63636"/>
              <a:buFont typeface="Arial MT"/>
              <a:buChar char="•"/>
              <a:tabLst>
                <a:tab pos="756285" algn="l"/>
              </a:tabLst>
            </a:pPr>
            <a:r>
              <a:rPr sz="2200" b="1" dirty="0">
                <a:latin typeface="Calibri"/>
                <a:cs typeface="Calibri"/>
              </a:rPr>
              <a:t>Advantage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“no-</a:t>
            </a:r>
            <a:r>
              <a:rPr sz="2200" b="1" dirty="0">
                <a:latin typeface="Calibri"/>
                <a:cs typeface="Calibri"/>
              </a:rPr>
              <a:t>force”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updated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committed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transaction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still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buffer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when </a:t>
            </a:r>
            <a:r>
              <a:rPr sz="2200" dirty="0">
                <a:latin typeface="Calibri"/>
                <a:cs typeface="Calibri"/>
              </a:rPr>
              <a:t>another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transaction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update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thus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eliminating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I/O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write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multiple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disk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possible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again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20" dirty="0">
                <a:latin typeface="Calibri"/>
                <a:cs typeface="Calibri"/>
              </a:rPr>
              <a:t> disk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32275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Recovery</a:t>
            </a:r>
            <a:r>
              <a:rPr b="1" spc="-6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Concepts</a:t>
            </a:r>
            <a:r>
              <a:rPr b="1" spc="-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957387"/>
            <a:ext cx="10058400" cy="262430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191135" indent="-342900">
              <a:lnSpc>
                <a:spcPts val="3020"/>
              </a:lnSpc>
              <a:spcBef>
                <a:spcPts val="480"/>
              </a:spcBef>
              <a:buSzPct val="60714"/>
              <a:buFont typeface="Arial MT"/>
              <a:buChar char="•"/>
              <a:tabLst>
                <a:tab pos="355600" algn="l"/>
              </a:tabLst>
            </a:pPr>
            <a:r>
              <a:rPr sz="2800" b="1" spc="-25" dirty="0">
                <a:latin typeface="Calibri"/>
                <a:cs typeface="Calibri"/>
              </a:rPr>
              <a:t>Write-</a:t>
            </a:r>
            <a:r>
              <a:rPr sz="2800" b="1" dirty="0">
                <a:latin typeface="Calibri"/>
                <a:cs typeface="Calibri"/>
              </a:rPr>
              <a:t>Ahead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Logging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(WAL)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protocol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recovery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requiring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REDO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90100"/>
              </a:lnSpc>
              <a:spcBef>
                <a:spcPts val="489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BFIM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overwritten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UNDO-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force-written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  <a:p>
            <a:pPr marL="756285" marR="62865" lvl="1" indent="-287020">
              <a:lnSpc>
                <a:spcPts val="2590"/>
              </a:lnSpc>
              <a:spcBef>
                <a:spcPts val="54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Commit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operation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completed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REDO-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UNDO-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force-</a:t>
            </a:r>
            <a:r>
              <a:rPr sz="2400" dirty="0">
                <a:latin typeface="Calibri"/>
                <a:cs typeface="Calibri"/>
              </a:rPr>
              <a:t>written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989" y="386660"/>
            <a:ext cx="10058400" cy="1329467"/>
          </a:xfrm>
          <a:prstGeom prst="rect">
            <a:avLst/>
          </a:prstGeom>
        </p:spPr>
        <p:txBody>
          <a:bodyPr vert="horz" wrap="square" lIns="0" tIns="88900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b="1" dirty="0">
                <a:solidFill>
                  <a:schemeClr val="tx1"/>
                </a:solidFill>
              </a:rPr>
              <a:t>Checkpoints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in</a:t>
            </a:r>
            <a:r>
              <a:rPr b="1" spc="-4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the</a:t>
            </a:r>
            <a:r>
              <a:rPr b="1" spc="-3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System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Log </a:t>
            </a: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Fuzzy</a:t>
            </a:r>
            <a:r>
              <a:rPr b="1" spc="-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Checkpointing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989" y="1965508"/>
            <a:ext cx="10058400" cy="330090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4965" indent="-342265">
              <a:spcBef>
                <a:spcPts val="380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2800" b="1" dirty="0">
                <a:latin typeface="Calibri"/>
                <a:cs typeface="Calibri"/>
              </a:rPr>
              <a:t>Taking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checkpoint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4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Suspend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temporarily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54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spc="-10" dirty="0">
                <a:latin typeface="Calibri"/>
                <a:cs typeface="Calibri"/>
              </a:rPr>
              <a:t>Force-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modified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  <a:p>
            <a:pPr marL="756285" marR="184785" lvl="1" indent="-287020">
              <a:lnSpc>
                <a:spcPts val="2590"/>
              </a:lnSpc>
              <a:spcBef>
                <a:spcPts val="49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checkpoint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force-</a:t>
            </a:r>
            <a:r>
              <a:rPr sz="2400" dirty="0">
                <a:latin typeface="Calibri"/>
                <a:cs typeface="Calibri"/>
              </a:rPr>
              <a:t>write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18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Resume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transactions</a:t>
            </a:r>
            <a:endParaRPr lang="en-US" sz="2400" spc="-10" dirty="0">
              <a:latin typeface="Calibri"/>
              <a:cs typeface="Calibri"/>
            </a:endParaRPr>
          </a:p>
          <a:p>
            <a:pPr marL="299085" indent="-286385">
              <a:spcBef>
                <a:spcPts val="18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800" b="1" dirty="0">
                <a:latin typeface="Calibri"/>
                <a:cs typeface="Calibri"/>
              </a:rPr>
              <a:t>DBMS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recovery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manager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decides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on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checkpoint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interval</a:t>
            </a:r>
            <a:endParaRPr sz="2800" dirty="0">
              <a:latin typeface="Calibri"/>
              <a:cs typeface="Calibri"/>
            </a:endParaRPr>
          </a:p>
          <a:p>
            <a:pPr marL="756285" marR="189230" lvl="1" indent="-287020">
              <a:lnSpc>
                <a:spcPts val="2590"/>
              </a:lnSpc>
              <a:spcBef>
                <a:spcPts val="57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measured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‘m’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minutes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the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‘t’</a:t>
            </a:r>
            <a:r>
              <a:rPr lang="en-US"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committed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checkpoint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27807"/>
            <a:ext cx="10058400" cy="1329467"/>
          </a:xfrm>
          <a:prstGeom prst="rect">
            <a:avLst/>
          </a:prstGeom>
        </p:spPr>
        <p:txBody>
          <a:bodyPr vert="horz" wrap="square" lIns="0" tIns="88900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b="1" dirty="0">
                <a:solidFill>
                  <a:schemeClr val="tx1"/>
                </a:solidFill>
              </a:rPr>
              <a:t>Checkpoints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in</a:t>
            </a:r>
            <a:r>
              <a:rPr b="1" spc="-4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the</a:t>
            </a:r>
            <a:r>
              <a:rPr b="1" spc="-3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System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Log </a:t>
            </a:r>
            <a:r>
              <a:rPr b="1" dirty="0">
                <a:solidFill>
                  <a:schemeClr val="tx1"/>
                </a:solidFill>
              </a:rPr>
              <a:t>and</a:t>
            </a:r>
            <a:r>
              <a:rPr b="1" spc="-1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Fuzzy</a:t>
            </a:r>
            <a:r>
              <a:rPr b="1" spc="-2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Checkpointing</a:t>
            </a:r>
            <a:r>
              <a:rPr b="1" spc="-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(cont’d.)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6307" y="1909673"/>
            <a:ext cx="9918893" cy="195438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4965" indent="-342265">
              <a:spcBef>
                <a:spcPts val="380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2800" b="1" dirty="0">
                <a:latin typeface="Calibri"/>
                <a:cs typeface="Calibri"/>
              </a:rPr>
              <a:t>Fuzzy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checkpointing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57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begin_checkpoint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written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log</a:t>
            </a:r>
            <a:endParaRPr sz="2400" dirty="0">
              <a:latin typeface="Calibri"/>
              <a:cs typeface="Calibri"/>
            </a:endParaRPr>
          </a:p>
          <a:p>
            <a:pPr marL="756285" marR="659130" lvl="1" indent="-287020">
              <a:lnSpc>
                <a:spcPts val="2590"/>
              </a:lnSpc>
              <a:spcBef>
                <a:spcPts val="51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checkpoint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maintained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until </a:t>
            </a:r>
            <a:r>
              <a:rPr sz="2400" dirty="0">
                <a:latin typeface="Calibri"/>
                <a:cs typeface="Calibri"/>
              </a:rPr>
              <a:t>end_checkpoint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written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7109" y="443769"/>
            <a:ext cx="10058400" cy="1361219"/>
          </a:xfrm>
          <a:prstGeom prst="rect">
            <a:avLst/>
          </a:prstGeom>
        </p:spPr>
        <p:txBody>
          <a:bodyPr vert="horz" wrap="square" lIns="0" tIns="616534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  <a:latin typeface="Calibri"/>
                <a:cs typeface="Calibri"/>
              </a:rPr>
              <a:t>Transaction</a:t>
            </a:r>
            <a:r>
              <a:rPr b="1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latin typeface="Calibri"/>
                <a:cs typeface="Calibri"/>
              </a:rPr>
              <a:t>Rollback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6491" y="1804988"/>
            <a:ext cx="10058400" cy="391645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4965" indent="-342265">
              <a:spcBef>
                <a:spcPts val="380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Transaction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failure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before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commit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4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Necessary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transaction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21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Old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restored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undo-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entries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spcBef>
                <a:spcPts val="235"/>
              </a:spcBef>
              <a:buSzPct val="60714"/>
              <a:buFont typeface="Arial MT"/>
              <a:buChar char="•"/>
              <a:tabLst>
                <a:tab pos="354965" algn="l"/>
              </a:tabLst>
            </a:pPr>
            <a:r>
              <a:rPr sz="2800" b="1" dirty="0">
                <a:latin typeface="Calibri"/>
                <a:cs typeface="Calibri"/>
              </a:rPr>
              <a:t>Cascading</a:t>
            </a:r>
            <a:r>
              <a:rPr sz="2800" b="1" spc="-1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rollback</a:t>
            </a:r>
            <a:endParaRPr sz="2800" b="1" dirty="0">
              <a:latin typeface="Calibri"/>
              <a:cs typeface="Calibri"/>
            </a:endParaRPr>
          </a:p>
          <a:p>
            <a:pPr marL="756285" marR="225425" lvl="1" indent="-287020">
              <a:lnSpc>
                <a:spcPts val="2590"/>
              </a:lnSpc>
              <a:spcBef>
                <a:spcPts val="56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back,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read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written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similarly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has</a:t>
            </a:r>
            <a:endParaRPr sz="2400" dirty="0">
              <a:latin typeface="Calibri"/>
              <a:cs typeface="Calibri"/>
            </a:endParaRPr>
          </a:p>
          <a:p>
            <a:pPr marL="756285" marR="5080">
              <a:lnSpc>
                <a:spcPts val="2590"/>
              </a:lnSpc>
            </a:pPr>
            <a:r>
              <a:rPr sz="2400" dirty="0">
                <a:latin typeface="Calibri"/>
                <a:cs typeface="Calibri"/>
              </a:rPr>
              <a:t>read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written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on…,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rolled </a:t>
            </a:r>
            <a:r>
              <a:rPr sz="2400" spc="-20" dirty="0">
                <a:latin typeface="Calibri"/>
                <a:cs typeface="Calibri"/>
              </a:rPr>
              <a:t>back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ts val="2735"/>
              </a:lnSpc>
              <a:spcBef>
                <a:spcPts val="18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recovery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protocol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recoverable</a:t>
            </a:r>
            <a:endParaRPr sz="2400" dirty="0">
              <a:latin typeface="Calibri"/>
              <a:cs typeface="Calibri"/>
            </a:endParaRPr>
          </a:p>
          <a:p>
            <a:pPr marL="756285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schedules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strict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cascade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less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schedule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215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Almost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recovery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mechanisms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avoid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this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7716" y="198579"/>
            <a:ext cx="7074755" cy="61052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4486" y="1549839"/>
            <a:ext cx="2353310" cy="27206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1600" b="1" dirty="0">
                <a:latin typeface="Arial MT"/>
                <a:cs typeface="Arial MT"/>
              </a:rPr>
              <a:t>Figure</a:t>
            </a:r>
            <a:r>
              <a:rPr sz="1600" b="1" spc="-4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22.1</a:t>
            </a:r>
            <a:r>
              <a:rPr sz="1600" b="1" spc="-55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 MT"/>
                <a:cs typeface="Arial MT"/>
              </a:rPr>
              <a:t>Illustrating </a:t>
            </a:r>
            <a:r>
              <a:rPr sz="1600" b="1" dirty="0">
                <a:latin typeface="Arial MT"/>
                <a:cs typeface="Arial MT"/>
              </a:rPr>
              <a:t>cascading</a:t>
            </a:r>
            <a:r>
              <a:rPr sz="1600" b="1" spc="-7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rollback</a:t>
            </a:r>
            <a:r>
              <a:rPr sz="1600" b="1" spc="-55" dirty="0">
                <a:latin typeface="Arial MT"/>
                <a:cs typeface="Arial MT"/>
              </a:rPr>
              <a:t> </a:t>
            </a:r>
            <a:r>
              <a:rPr sz="1600" b="1" spc="-25" dirty="0">
                <a:latin typeface="Arial MT"/>
                <a:cs typeface="Arial MT"/>
              </a:rPr>
              <a:t>(a </a:t>
            </a:r>
            <a:r>
              <a:rPr sz="1600" b="1" dirty="0">
                <a:latin typeface="Arial MT"/>
                <a:cs typeface="Arial MT"/>
              </a:rPr>
              <a:t>process</a:t>
            </a:r>
            <a:r>
              <a:rPr sz="1600" b="1" spc="-4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that</a:t>
            </a:r>
            <a:r>
              <a:rPr sz="1600" b="1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never</a:t>
            </a:r>
            <a:r>
              <a:rPr sz="1600" b="1" spc="-40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 MT"/>
                <a:cs typeface="Arial MT"/>
              </a:rPr>
              <a:t>occurs </a:t>
            </a:r>
            <a:r>
              <a:rPr sz="1600" b="1" dirty="0">
                <a:latin typeface="Arial MT"/>
                <a:cs typeface="Arial MT"/>
              </a:rPr>
              <a:t>in</a:t>
            </a:r>
            <a:r>
              <a:rPr sz="1600" b="1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strict</a:t>
            </a:r>
            <a:r>
              <a:rPr sz="1600" b="1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or </a:t>
            </a:r>
            <a:r>
              <a:rPr sz="1600" b="1" spc="-10" dirty="0">
                <a:latin typeface="Arial MT"/>
                <a:cs typeface="Arial MT"/>
              </a:rPr>
              <a:t>cascadeless </a:t>
            </a:r>
            <a:r>
              <a:rPr sz="1600" b="1" dirty="0">
                <a:latin typeface="Arial MT"/>
                <a:cs typeface="Arial MT"/>
              </a:rPr>
              <a:t>schedules)</a:t>
            </a:r>
            <a:r>
              <a:rPr sz="1600" b="1" spc="-5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(a)</a:t>
            </a:r>
            <a:r>
              <a:rPr sz="1600" b="1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The</a:t>
            </a:r>
            <a:r>
              <a:rPr sz="1600" b="1" spc="-25" dirty="0">
                <a:latin typeface="Arial MT"/>
                <a:cs typeface="Arial MT"/>
              </a:rPr>
              <a:t> </a:t>
            </a:r>
            <a:r>
              <a:rPr sz="1600" b="1" spc="-20" dirty="0">
                <a:latin typeface="Arial MT"/>
                <a:cs typeface="Arial MT"/>
              </a:rPr>
              <a:t>read </a:t>
            </a:r>
            <a:r>
              <a:rPr sz="1600" b="1" dirty="0">
                <a:latin typeface="Arial MT"/>
                <a:cs typeface="Arial MT"/>
              </a:rPr>
              <a:t>and</a:t>
            </a:r>
            <a:r>
              <a:rPr sz="1600" b="1" spc="-4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write</a:t>
            </a:r>
            <a:r>
              <a:rPr sz="1600" b="1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operations</a:t>
            </a:r>
            <a:r>
              <a:rPr sz="1600" b="1" spc="-20" dirty="0">
                <a:latin typeface="Arial MT"/>
                <a:cs typeface="Arial MT"/>
              </a:rPr>
              <a:t> </a:t>
            </a:r>
            <a:r>
              <a:rPr sz="1600" b="1" spc="-25" dirty="0">
                <a:latin typeface="Arial MT"/>
                <a:cs typeface="Arial MT"/>
              </a:rPr>
              <a:t>of </a:t>
            </a:r>
            <a:r>
              <a:rPr sz="1600" b="1" dirty="0">
                <a:latin typeface="Arial MT"/>
                <a:cs typeface="Arial MT"/>
              </a:rPr>
              <a:t>three</a:t>
            </a:r>
            <a:r>
              <a:rPr sz="1600" b="1" spc="-6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transactions</a:t>
            </a:r>
            <a:r>
              <a:rPr sz="1600" b="1" spc="-65" dirty="0">
                <a:latin typeface="Arial MT"/>
                <a:cs typeface="Arial MT"/>
              </a:rPr>
              <a:t> </a:t>
            </a:r>
            <a:r>
              <a:rPr sz="1600" b="1" spc="-25" dirty="0">
                <a:latin typeface="Arial MT"/>
                <a:cs typeface="Arial MT"/>
              </a:rPr>
              <a:t>(b) </a:t>
            </a:r>
            <a:r>
              <a:rPr sz="1600" b="1" dirty="0">
                <a:latin typeface="Arial MT"/>
                <a:cs typeface="Arial MT"/>
              </a:rPr>
              <a:t>System</a:t>
            </a:r>
            <a:r>
              <a:rPr sz="1600" b="1" spc="-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log</a:t>
            </a:r>
            <a:r>
              <a:rPr sz="1600" b="1" spc="-2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at</a:t>
            </a:r>
            <a:r>
              <a:rPr sz="1600" b="1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point</a:t>
            </a:r>
            <a:r>
              <a:rPr sz="1600" b="1" spc="-25" dirty="0">
                <a:latin typeface="Arial MT"/>
                <a:cs typeface="Arial MT"/>
              </a:rPr>
              <a:t> of </a:t>
            </a:r>
            <a:r>
              <a:rPr sz="1600" b="1" dirty="0">
                <a:latin typeface="Arial MT"/>
                <a:cs typeface="Arial MT"/>
              </a:rPr>
              <a:t>crash</a:t>
            </a:r>
            <a:r>
              <a:rPr sz="1600" b="1" spc="-3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(c)</a:t>
            </a:r>
            <a:r>
              <a:rPr sz="1600" b="1" spc="-30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 MT"/>
                <a:cs typeface="Arial MT"/>
              </a:rPr>
              <a:t>Operations </a:t>
            </a:r>
            <a:r>
              <a:rPr sz="1600" b="1" dirty="0">
                <a:latin typeface="Arial MT"/>
                <a:cs typeface="Arial MT"/>
              </a:rPr>
              <a:t>before</a:t>
            </a:r>
            <a:r>
              <a:rPr sz="1600" b="1" spc="-3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 MT"/>
                <a:cs typeface="Arial MT"/>
              </a:rPr>
              <a:t>the</a:t>
            </a:r>
            <a:r>
              <a:rPr sz="1600" b="1" spc="-40" dirty="0">
                <a:latin typeface="Arial MT"/>
                <a:cs typeface="Arial MT"/>
              </a:rPr>
              <a:t> </a:t>
            </a:r>
            <a:r>
              <a:rPr sz="1600" b="1" spc="-10" dirty="0">
                <a:latin typeface="Arial MT"/>
                <a:cs typeface="Arial MT"/>
              </a:rPr>
              <a:t>crash</a:t>
            </a:r>
            <a:endParaRPr sz="1600" b="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815" y="371333"/>
            <a:ext cx="10058400" cy="1329467"/>
          </a:xfrm>
          <a:prstGeom prst="rect">
            <a:avLst/>
          </a:prstGeom>
        </p:spPr>
        <p:txBody>
          <a:bodyPr vert="horz" wrap="square" lIns="0" tIns="88900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b="1" spc="-10" dirty="0">
                <a:solidFill>
                  <a:schemeClr val="tx1"/>
                </a:solidFill>
              </a:rPr>
              <a:t>Transactions</a:t>
            </a:r>
            <a:r>
              <a:rPr b="1" spc="-7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that</a:t>
            </a:r>
            <a:r>
              <a:rPr b="1" spc="-6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Do</a:t>
            </a:r>
            <a:r>
              <a:rPr b="1" spc="-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Not</a:t>
            </a:r>
            <a:r>
              <a:rPr b="1" spc="-65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Affect </a:t>
            </a:r>
            <a:r>
              <a:rPr b="1" dirty="0">
                <a:solidFill>
                  <a:schemeClr val="tx1"/>
                </a:solidFill>
              </a:rPr>
              <a:t>the </a:t>
            </a:r>
            <a:r>
              <a:rPr b="1" spc="-10" dirty="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7870" y="1835057"/>
            <a:ext cx="10058400" cy="326499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2900">
              <a:lnSpc>
                <a:spcPts val="3020"/>
              </a:lnSpc>
              <a:spcBef>
                <a:spcPts val="480"/>
              </a:spcBef>
              <a:buSzPct val="60714"/>
              <a:buFont typeface="Arial MT"/>
              <a:buChar char="•"/>
              <a:tabLst>
                <a:tab pos="355600" algn="l"/>
              </a:tabLst>
            </a:pPr>
            <a:r>
              <a:rPr sz="2800" b="1" dirty="0">
                <a:latin typeface="Calibri"/>
                <a:cs typeface="Calibri"/>
              </a:rPr>
              <a:t>Example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actions: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generating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printing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messages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reports</a:t>
            </a:r>
            <a:endParaRPr sz="2800" dirty="0">
              <a:latin typeface="Calibri"/>
              <a:cs typeface="Calibri"/>
            </a:endParaRPr>
          </a:p>
          <a:p>
            <a:pPr marL="355600" marR="757555" indent="-342900">
              <a:lnSpc>
                <a:spcPts val="3020"/>
              </a:lnSpc>
              <a:spcBef>
                <a:spcPts val="610"/>
              </a:spcBef>
              <a:buSzPct val="60714"/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transaction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fails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before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completion,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not </a:t>
            </a:r>
            <a:r>
              <a:rPr sz="2800" dirty="0">
                <a:latin typeface="Calibri"/>
                <a:cs typeface="Calibri"/>
              </a:rPr>
              <a:t>want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reports</a:t>
            </a:r>
            <a:endParaRPr sz="2800" dirty="0">
              <a:latin typeface="Calibri"/>
              <a:cs typeface="Calibri"/>
            </a:endParaRPr>
          </a:p>
          <a:p>
            <a:pPr marL="756285" marR="727075" lvl="1" indent="-287020">
              <a:lnSpc>
                <a:spcPts val="2590"/>
              </a:lnSpc>
              <a:spcBef>
                <a:spcPts val="530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Reports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transaction </a:t>
            </a:r>
            <a:r>
              <a:rPr sz="2400" dirty="0">
                <a:latin typeface="Calibri"/>
                <a:cs typeface="Calibri"/>
              </a:rPr>
              <a:t>reaches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</a:t>
            </a:r>
            <a:endParaRPr sz="2400" dirty="0">
              <a:latin typeface="Calibri"/>
              <a:cs typeface="Calibri"/>
            </a:endParaRPr>
          </a:p>
          <a:p>
            <a:pPr marL="355600" marR="356235" indent="-342900">
              <a:lnSpc>
                <a:spcPts val="3020"/>
              </a:lnSpc>
              <a:spcBef>
                <a:spcPts val="590"/>
              </a:spcBef>
              <a:buSzPct val="60714"/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Commands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reports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issued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batch </a:t>
            </a:r>
            <a:r>
              <a:rPr sz="2800" dirty="0">
                <a:latin typeface="Calibri"/>
                <a:cs typeface="Calibri"/>
              </a:rPr>
              <a:t>jobs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executed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transaction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reaches </a:t>
            </a:r>
            <a:r>
              <a:rPr sz="2800" dirty="0">
                <a:latin typeface="Calibri"/>
                <a:cs typeface="Calibri"/>
              </a:rPr>
              <a:t>commit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point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04"/>
              </a:spcBef>
              <a:buSzPct val="58333"/>
              <a:buFont typeface="Arial MT"/>
              <a:buChar char="•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Batch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jobs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canceled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transaction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fails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4397</TotalTime>
  <Words>1139</Words>
  <Application>Microsoft Office PowerPoint</Application>
  <PresentationFormat>Widescreen</PresentationFormat>
  <Paragraphs>131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 MT</vt:lpstr>
      <vt:lpstr>Calibri</vt:lpstr>
      <vt:lpstr>Times New Roman</vt:lpstr>
      <vt:lpstr>Retrospect</vt:lpstr>
      <vt:lpstr> Database Systems</vt:lpstr>
      <vt:lpstr>Introduction</vt:lpstr>
      <vt:lpstr>Recovery Concepts</vt:lpstr>
      <vt:lpstr>Recovery Concepts (cont’d.)</vt:lpstr>
      <vt:lpstr>Recovery Concepts (cont’d.)</vt:lpstr>
      <vt:lpstr>Recovery Concepts (cont’d.)</vt:lpstr>
      <vt:lpstr>Recovery Concepts (cont’d.)</vt:lpstr>
      <vt:lpstr>Recovery Concepts (cont’d.)</vt:lpstr>
      <vt:lpstr>Recovery Concepts (cont’d.)</vt:lpstr>
      <vt:lpstr>Recovery Concepts (cont’d.)</vt:lpstr>
      <vt:lpstr>Recovery Concepts (cont’d.)</vt:lpstr>
      <vt:lpstr>Recovery Concepts (cont’d.)</vt:lpstr>
      <vt:lpstr>Recovery Concepts (cont’d.)</vt:lpstr>
      <vt:lpstr>Checkpoints in the System Log and Fuzzy Checkpointing</vt:lpstr>
      <vt:lpstr>Checkpoints in the System Log and Fuzzy Checkpointing (cont’d.)</vt:lpstr>
      <vt:lpstr>Transaction Rollback</vt:lpstr>
      <vt:lpstr>PowerPoint Presentation</vt:lpstr>
      <vt:lpstr>Transactions that Do Not Affect the 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67</cp:revision>
  <dcterms:created xsi:type="dcterms:W3CDTF">2024-08-09T06:58:16Z</dcterms:created>
  <dcterms:modified xsi:type="dcterms:W3CDTF">2024-11-23T10:16:24Z</dcterms:modified>
</cp:coreProperties>
</file>