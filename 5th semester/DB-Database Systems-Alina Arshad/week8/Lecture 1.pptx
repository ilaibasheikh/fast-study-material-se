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g"/>
  <Override PartName="/ppt/media/image3.jpg" ContentType="image/jpg"/>
  <Override PartName="/ppt/media/image6.jpg" ContentType="image/jpg"/>
  <Override PartName="/ppt/media/image9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184B4B-0CF3-4D88-AFEA-77665C37DC41}" v="3" dt="2024-10-06T15:27:51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4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AD184B4B-0CF3-4D88-AFEA-77665C37DC41}"/>
    <pc:docChg chg="undo custSel addSld delSld modSld sldOrd">
      <pc:chgData name="Ms Alina Arshad" userId="cccdfd85-d35d-4453-9c6f-a463aae40722" providerId="ADAL" clId="{AD184B4B-0CF3-4D88-AFEA-77665C37DC41}" dt="2024-10-07T14:53:18.370" v="664" actId="20577"/>
      <pc:docMkLst>
        <pc:docMk/>
      </pc:docMkLst>
      <pc:sldChg chg="modSp mod">
        <pc:chgData name="Ms Alina Arshad" userId="cccdfd85-d35d-4453-9c6f-a463aae40722" providerId="ADAL" clId="{AD184B4B-0CF3-4D88-AFEA-77665C37DC41}" dt="2024-10-01T14:08:05.980" v="476" actId="404"/>
        <pc:sldMkLst>
          <pc:docMk/>
          <pc:sldMk cId="3322361034" sldId="256"/>
        </pc:sldMkLst>
        <pc:spChg chg="mod">
          <ac:chgData name="Ms Alina Arshad" userId="cccdfd85-d35d-4453-9c6f-a463aae40722" providerId="ADAL" clId="{AD184B4B-0CF3-4D88-AFEA-77665C37DC41}" dt="2024-10-01T14:08:05.980" v="476" actId="404"/>
          <ac:spMkLst>
            <pc:docMk/>
            <pc:sldMk cId="3322361034" sldId="256"/>
            <ac:spMk id="3" creationId="{44E9F82C-BBA7-3495-1097-BEDB54FFFDF4}"/>
          </ac:spMkLst>
        </pc:spChg>
      </pc:sldChg>
      <pc:sldChg chg="addSp delSp modSp add mod">
        <pc:chgData name="Ms Alina Arshad" userId="cccdfd85-d35d-4453-9c6f-a463aae40722" providerId="ADAL" clId="{AD184B4B-0CF3-4D88-AFEA-77665C37DC41}" dt="2024-10-06T13:07:38.994" v="580" actId="1038"/>
        <pc:sldMkLst>
          <pc:docMk/>
          <pc:sldMk cId="0" sldId="257"/>
        </pc:sldMkLst>
        <pc:spChg chg="mod">
          <ac:chgData name="Ms Alina Arshad" userId="cccdfd85-d35d-4453-9c6f-a463aae40722" providerId="ADAL" clId="{AD184B4B-0CF3-4D88-AFEA-77665C37DC41}" dt="2024-10-06T13:07:38.994" v="580" actId="103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AD184B4B-0CF3-4D88-AFEA-77665C37DC41}" dt="2024-10-06T13:07:28.261" v="566" actId="1035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6:47.165" v="477" actId="20577"/>
        <pc:sldMkLst>
          <pc:docMk/>
          <pc:sldMk cId="0" sldId="258"/>
        </pc:sldMkLst>
        <pc:spChg chg="mod">
          <ac:chgData name="Ms Alina Arshad" userId="cccdfd85-d35d-4453-9c6f-a463aae40722" providerId="ADAL" clId="{AD184B4B-0CF3-4D88-AFEA-77665C37DC41}" dt="2024-10-01T12:55:10.748" v="3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26:47.165" v="47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7:06.873" v="479" actId="1076"/>
        <pc:sldMkLst>
          <pc:docMk/>
          <pc:sldMk cId="0" sldId="259"/>
        </pc:sldMkLst>
        <pc:picChg chg="mod">
          <ac:chgData name="Ms Alina Arshad" userId="cccdfd85-d35d-4453-9c6f-a463aae40722" providerId="ADAL" clId="{AD184B4B-0CF3-4D88-AFEA-77665C37DC41}" dt="2024-10-01T15:27:06.873" v="47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1T15:34:39.687" v="484" actId="20577"/>
        <pc:sldMkLst>
          <pc:docMk/>
          <pc:sldMk cId="0" sldId="260"/>
        </pc:sldMkLst>
        <pc:spChg chg="mod">
          <ac:chgData name="Ms Alina Arshad" userId="cccdfd85-d35d-4453-9c6f-a463aae40722" providerId="ADAL" clId="{AD184B4B-0CF3-4D88-AFEA-77665C37DC41}" dt="2024-10-01T12:56:27.166" v="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34:39.687" v="48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00:54.474" v="144" actId="1076"/>
        <pc:sldMkLst>
          <pc:docMk/>
          <pc:sldMk cId="0" sldId="261"/>
        </pc:sldMkLst>
        <pc:spChg chg="mod">
          <ac:chgData name="Ms Alina Arshad" userId="cccdfd85-d35d-4453-9c6f-a463aae40722" providerId="ADAL" clId="{AD184B4B-0CF3-4D88-AFEA-77665C37DC41}" dt="2024-10-01T13:00:34.969" v="1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00:54.474" v="144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Ms Alina Arshad" userId="cccdfd85-d35d-4453-9c6f-a463aae40722" providerId="ADAL" clId="{AD184B4B-0CF3-4D88-AFEA-77665C37DC41}" dt="2024-10-01T13:00:51.183" v="143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6T15:28:43.114" v="596" actId="1076"/>
        <pc:sldMkLst>
          <pc:docMk/>
          <pc:sldMk cId="0" sldId="262"/>
        </pc:sldMkLst>
        <pc:spChg chg="mod">
          <ac:chgData name="Ms Alina Arshad" userId="cccdfd85-d35d-4453-9c6f-a463aae40722" providerId="ADAL" clId="{AD184B4B-0CF3-4D88-AFEA-77665C37DC41}" dt="2024-10-01T13:01:13.641" v="150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AD184B4B-0CF3-4D88-AFEA-77665C37DC41}" dt="2024-10-01T13:02:37.800" v="18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28:37.471" v="595" actId="1076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Ms Alina Arshad" userId="cccdfd85-d35d-4453-9c6f-a463aae40722" providerId="ADAL" clId="{AD184B4B-0CF3-4D88-AFEA-77665C37DC41}" dt="2024-10-06T15:28:43.114" v="596" actId="1076"/>
          <ac:spMkLst>
            <pc:docMk/>
            <pc:sldMk cId="0" sldId="262"/>
            <ac:spMk id="11" creationId="{2509622A-3BA6-6953-439A-8A41E00ECEA6}"/>
          </ac:spMkLst>
        </pc:spChg>
        <pc:grpChg chg="add del mod">
          <ac:chgData name="Ms Alina Arshad" userId="cccdfd85-d35d-4453-9c6f-a463aae40722" providerId="ADAL" clId="{AD184B4B-0CF3-4D88-AFEA-77665C37DC41}" dt="2024-10-06T15:28:23.862" v="592" actId="1076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AD184B4B-0CF3-4D88-AFEA-77665C37DC41}" dt="2024-10-06T15:28:27.139" v="593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6T15:32:58.563" v="607" actId="15"/>
        <pc:sldMkLst>
          <pc:docMk/>
          <pc:sldMk cId="0" sldId="263"/>
        </pc:sldMkLst>
        <pc:spChg chg="mod">
          <ac:chgData name="Ms Alina Arshad" userId="cccdfd85-d35d-4453-9c6f-a463aae40722" providerId="ADAL" clId="{AD184B4B-0CF3-4D88-AFEA-77665C37DC41}" dt="2024-10-01T13:23:42.894" v="18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2:58.563" v="607" actId="15"/>
          <ac:spMkLst>
            <pc:docMk/>
            <pc:sldMk cId="0" sldId="263"/>
            <ac:spMk id="7" creationId="{00000000-0000-0000-0000-000000000000}"/>
          </ac:spMkLst>
        </pc:spChg>
        <pc:grpChg chg="del">
          <ac:chgData name="Ms Alina Arshad" userId="cccdfd85-d35d-4453-9c6f-a463aae40722" providerId="ADAL" clId="{AD184B4B-0CF3-4D88-AFEA-77665C37DC41}" dt="2024-10-01T13:23:57.524" v="187" actId="478"/>
          <ac:grpSpMkLst>
            <pc:docMk/>
            <pc:sldMk cId="0" sldId="263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AD184B4B-0CF3-4D88-AFEA-77665C37DC41}" dt="2024-10-06T15:34:44.095" v="614" actId="20577"/>
        <pc:sldMkLst>
          <pc:docMk/>
          <pc:sldMk cId="0" sldId="264"/>
        </pc:sldMkLst>
        <pc:spChg chg="mod">
          <ac:chgData name="Ms Alina Arshad" userId="cccdfd85-d35d-4453-9c6f-a463aae40722" providerId="ADAL" clId="{AD184B4B-0CF3-4D88-AFEA-77665C37DC41}" dt="2024-10-01T13:25:17.907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4:44.095" v="61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31:39.089" v="316" actId="1076"/>
        <pc:sldMkLst>
          <pc:docMk/>
          <pc:sldMk cId="0" sldId="265"/>
        </pc:sldMkLst>
        <pc:spChg chg="mod">
          <ac:chgData name="Ms Alina Arshad" userId="cccdfd85-d35d-4453-9c6f-a463aae40722" providerId="ADAL" clId="{AD184B4B-0CF3-4D88-AFEA-77665C37DC41}" dt="2024-10-01T13:27:17.158" v="24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39.089" v="3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21.750" v="313" actId="1076"/>
          <ac:spMkLst>
            <pc:docMk/>
            <pc:sldMk cId="0" sldId="265"/>
            <ac:spMk id="7" creationId="{00000000-0000-0000-0000-000000000000}"/>
          </ac:spMkLst>
        </pc:spChg>
        <pc:grpChg chg="mod">
          <ac:chgData name="Ms Alina Arshad" userId="cccdfd85-d35d-4453-9c6f-a463aae40722" providerId="ADAL" clId="{AD184B4B-0CF3-4D88-AFEA-77665C37DC41}" dt="2024-10-01T13:27:32.316" v="275" actId="1076"/>
          <ac:grpSpMkLst>
            <pc:docMk/>
            <pc:sldMk cId="0" sldId="265"/>
            <ac:grpSpMk id="3" creationId="{00000000-0000-0000-0000-000000000000}"/>
          </ac:grpSpMkLst>
        </pc:grpChg>
        <pc:grpChg chg="mod">
          <ac:chgData name="Ms Alina Arshad" userId="cccdfd85-d35d-4453-9c6f-a463aae40722" providerId="ADAL" clId="{AD184B4B-0CF3-4D88-AFEA-77665C37DC41}" dt="2024-10-01T13:27:26.833" v="273" actId="1036"/>
          <ac:grpSpMkLst>
            <pc:docMk/>
            <pc:sldMk cId="0" sldId="265"/>
            <ac:grpSpMk id="8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AD184B4B-0CF3-4D88-AFEA-77665C37DC41}" dt="2024-10-01T13:57:24.117" v="329" actId="1076"/>
        <pc:sldMkLst>
          <pc:docMk/>
          <pc:sldMk cId="0" sldId="266"/>
        </pc:sldMkLst>
        <pc:spChg chg="mod">
          <ac:chgData name="Ms Alina Arshad" userId="cccdfd85-d35d-4453-9c6f-a463aae40722" providerId="ADAL" clId="{AD184B4B-0CF3-4D88-AFEA-77665C37DC41}" dt="2024-10-01T13:28:09.910" v="28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6:42.043" v="317" actId="207"/>
          <ac:spMkLst>
            <pc:docMk/>
            <pc:sldMk cId="0" sldId="266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3:57:01.043" v="32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7:24.117" v="329" actId="1076"/>
          <ac:spMkLst>
            <pc:docMk/>
            <pc:sldMk cId="0" sldId="266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3:57:01.043" v="321" actId="478"/>
          <ac:grpSpMkLst>
            <pc:docMk/>
            <pc:sldMk cId="0" sldId="266"/>
            <ac:grpSpMk id="4" creationId="{00000000-0000-0000-0000-000000000000}"/>
          </ac:grpSpMkLst>
        </pc:grpChg>
        <pc:picChg chg="mod topLvl">
          <ac:chgData name="Ms Alina Arshad" userId="cccdfd85-d35d-4453-9c6f-a463aae40722" providerId="ADAL" clId="{AD184B4B-0CF3-4D88-AFEA-77665C37DC41}" dt="2024-10-01T13:57:20.612" v="328" actId="1076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7:03.560" v="618" actId="20577"/>
        <pc:sldMkLst>
          <pc:docMk/>
          <pc:sldMk cId="0" sldId="267"/>
        </pc:sldMkLst>
        <pc:spChg chg="mod">
          <ac:chgData name="Ms Alina Arshad" userId="cccdfd85-d35d-4453-9c6f-a463aae40722" providerId="ADAL" clId="{AD184B4B-0CF3-4D88-AFEA-77665C37DC41}" dt="2024-10-01T13:59:26.397" v="36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7:03.560" v="618" actId="20577"/>
          <ac:spMkLst>
            <pc:docMk/>
            <pc:sldMk cId="0" sldId="267"/>
            <ac:spMk id="3" creationId="{00000000-0000-0000-0000-000000000000}"/>
          </ac:spMkLst>
        </pc:spChg>
        <pc:spChg chg="del mod topLvl">
          <ac:chgData name="Ms Alina Arshad" userId="cccdfd85-d35d-4453-9c6f-a463aae40722" providerId="ADAL" clId="{AD184B4B-0CF3-4D88-AFEA-77665C37DC41}" dt="2024-10-01T13:58:20.058" v="344" actId="478"/>
          <ac:spMkLst>
            <pc:docMk/>
            <pc:sldMk cId="0" sldId="267"/>
            <ac:spMk id="7" creationId="{00000000-0000-0000-0000-000000000000}"/>
          </ac:spMkLst>
        </pc:spChg>
        <pc:grpChg chg="add del mod">
          <ac:chgData name="Ms Alina Arshad" userId="cccdfd85-d35d-4453-9c6f-a463aae40722" providerId="ADAL" clId="{AD184B4B-0CF3-4D88-AFEA-77665C37DC41}" dt="2024-10-01T13:58:20.058" v="344" actId="478"/>
          <ac:grpSpMkLst>
            <pc:docMk/>
            <pc:sldMk cId="0" sldId="267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3:57:58.291" v="338" actId="478"/>
          <ac:picMkLst>
            <pc:docMk/>
            <pc:sldMk cId="0" sldId="267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3:58:26.739" v="34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9:12.046" v="634" actId="20577"/>
        <pc:sldMkLst>
          <pc:docMk/>
          <pc:sldMk cId="0" sldId="268"/>
        </pc:sldMkLst>
        <pc:spChg chg="mod">
          <ac:chgData name="Ms Alina Arshad" userId="cccdfd85-d35d-4453-9c6f-a463aae40722" providerId="ADAL" clId="{AD184B4B-0CF3-4D88-AFEA-77665C37DC41}" dt="2024-10-01T13:59:56.983" v="376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9:12.046" v="634" actId="20577"/>
          <ac:spMkLst>
            <pc:docMk/>
            <pc:sldMk cId="0" sldId="268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1:04.580" v="411" actId="478"/>
          <ac:spMkLst>
            <pc:docMk/>
            <pc:sldMk cId="0" sldId="268"/>
            <ac:spMk id="7" creationId="{00000000-0000-0000-0000-000000000000}"/>
          </ac:spMkLst>
        </pc:spChg>
        <pc:grpChg chg="add del">
          <ac:chgData name="Ms Alina Arshad" userId="cccdfd85-d35d-4453-9c6f-a463aae40722" providerId="ADAL" clId="{AD184B4B-0CF3-4D88-AFEA-77665C37DC41}" dt="2024-10-01T14:01:04.580" v="411" actId="478"/>
          <ac:grpSpMkLst>
            <pc:docMk/>
            <pc:sldMk cId="0" sldId="268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4:00:56.714" v="408" actId="478"/>
          <ac:picMkLst>
            <pc:docMk/>
            <pc:sldMk cId="0" sldId="268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1:14.991" v="41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7T14:50:11.823" v="641" actId="20577"/>
        <pc:sldMkLst>
          <pc:docMk/>
          <pc:sldMk cId="0" sldId="269"/>
        </pc:sldMkLst>
        <pc:spChg chg="mod">
          <ac:chgData name="Ms Alina Arshad" userId="cccdfd85-d35d-4453-9c6f-a463aae40722" providerId="ADAL" clId="{AD184B4B-0CF3-4D88-AFEA-77665C37DC41}" dt="2024-10-01T14:01:30.015" v="42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11.823" v="641" actId="20577"/>
          <ac:spMkLst>
            <pc:docMk/>
            <pc:sldMk cId="0" sldId="269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2:25.429" v="451" actId="478"/>
          <ac:spMkLst>
            <pc:docMk/>
            <pc:sldMk cId="0" sldId="269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4:02:25.429" v="451" actId="478"/>
          <ac:grpSpMkLst>
            <pc:docMk/>
            <pc:sldMk cId="0" sldId="269"/>
            <ac:grpSpMk id="4" creationId="{00000000-0000-0000-0000-000000000000}"/>
          </ac:grpSpMkLst>
        </pc:grpChg>
        <pc:picChg chg="del mod">
          <ac:chgData name="Ms Alina Arshad" userId="cccdfd85-d35d-4453-9c6f-a463aae40722" providerId="ADAL" clId="{AD184B4B-0CF3-4D88-AFEA-77665C37DC41}" dt="2024-10-01T14:02:21.558" v="450" actId="478"/>
          <ac:picMkLst>
            <pc:docMk/>
            <pc:sldMk cId="0" sldId="269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2:32.106" v="454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7T14:50:44.500" v="647" actId="20577"/>
        <pc:sldMkLst>
          <pc:docMk/>
          <pc:sldMk cId="0" sldId="270"/>
        </pc:sldMkLst>
        <pc:spChg chg="mod">
          <ac:chgData name="Ms Alina Arshad" userId="cccdfd85-d35d-4453-9c6f-a463aae40722" providerId="ADAL" clId="{AD184B4B-0CF3-4D88-AFEA-77665C37DC41}" dt="2024-10-05T06:10:19.654" v="489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44.500" v="647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1:38.980" v="655" actId="113"/>
        <pc:sldMkLst>
          <pc:docMk/>
          <pc:sldMk cId="0" sldId="271"/>
        </pc:sldMkLst>
        <pc:spChg chg="mod">
          <ac:chgData name="Ms Alina Arshad" userId="cccdfd85-d35d-4453-9c6f-a463aae40722" providerId="ADAL" clId="{AD184B4B-0CF3-4D88-AFEA-77665C37DC41}" dt="2024-10-07T14:51:38.980" v="655" actId="113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1:30.715" v="654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3:18.370" v="664" actId="20577"/>
        <pc:sldMkLst>
          <pc:docMk/>
          <pc:sldMk cId="0" sldId="272"/>
        </pc:sldMkLst>
        <pc:spChg chg="mod">
          <ac:chgData name="Ms Alina Arshad" userId="cccdfd85-d35d-4453-9c6f-a463aae40722" providerId="ADAL" clId="{AD184B4B-0CF3-4D88-AFEA-77665C37DC41}" dt="2024-10-05T06:18:28.445" v="523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3:18.370" v="664" actId="20577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D184B4B-0CF3-4D88-AFEA-77665C37DC41}" dt="2024-10-01T12:57:25.028" v="94" actId="47"/>
        <pc:sldMkLst>
          <pc:docMk/>
          <pc:sldMk cId="3703048629" sldId="279"/>
        </pc:sldMkLst>
      </pc:sldChg>
      <pc:sldChg chg="del">
        <pc:chgData name="Ms Alina Arshad" userId="cccdfd85-d35d-4453-9c6f-a463aae40722" providerId="ADAL" clId="{AD184B4B-0CF3-4D88-AFEA-77665C37DC41}" dt="2024-10-01T12:57:25.764" v="95" actId="47"/>
        <pc:sldMkLst>
          <pc:docMk/>
          <pc:sldMk cId="1821615422" sldId="280"/>
        </pc:sldMkLst>
      </pc:sldChg>
      <pc:sldChg chg="del">
        <pc:chgData name="Ms Alina Arshad" userId="cccdfd85-d35d-4453-9c6f-a463aae40722" providerId="ADAL" clId="{AD184B4B-0CF3-4D88-AFEA-77665C37DC41}" dt="2024-10-01T12:57:26.817" v="97" actId="47"/>
        <pc:sldMkLst>
          <pc:docMk/>
          <pc:sldMk cId="3605066316" sldId="281"/>
        </pc:sldMkLst>
      </pc:sldChg>
      <pc:sldChg chg="del">
        <pc:chgData name="Ms Alina Arshad" userId="cccdfd85-d35d-4453-9c6f-a463aae40722" providerId="ADAL" clId="{AD184B4B-0CF3-4D88-AFEA-77665C37DC41}" dt="2024-10-01T12:57:27.073" v="98" actId="47"/>
        <pc:sldMkLst>
          <pc:docMk/>
          <pc:sldMk cId="24697311" sldId="282"/>
        </pc:sldMkLst>
      </pc:sldChg>
      <pc:sldChg chg="del">
        <pc:chgData name="Ms Alina Arshad" userId="cccdfd85-d35d-4453-9c6f-a463aae40722" providerId="ADAL" clId="{AD184B4B-0CF3-4D88-AFEA-77665C37DC41}" dt="2024-10-01T12:57:28.572" v="103" actId="47"/>
        <pc:sldMkLst>
          <pc:docMk/>
          <pc:sldMk cId="800652809" sldId="284"/>
        </pc:sldMkLst>
      </pc:sldChg>
      <pc:sldChg chg="del">
        <pc:chgData name="Ms Alina Arshad" userId="cccdfd85-d35d-4453-9c6f-a463aae40722" providerId="ADAL" clId="{AD184B4B-0CF3-4D88-AFEA-77665C37DC41}" dt="2024-10-01T12:57:26.310" v="96" actId="47"/>
        <pc:sldMkLst>
          <pc:docMk/>
          <pc:sldMk cId="2002870935" sldId="288"/>
        </pc:sldMkLst>
      </pc:sldChg>
      <pc:sldChg chg="del">
        <pc:chgData name="Ms Alina Arshad" userId="cccdfd85-d35d-4453-9c6f-a463aae40722" providerId="ADAL" clId="{AD184B4B-0CF3-4D88-AFEA-77665C37DC41}" dt="2024-10-01T12:57:24.591" v="93" actId="47"/>
        <pc:sldMkLst>
          <pc:docMk/>
          <pc:sldMk cId="0" sldId="347"/>
        </pc:sldMkLst>
      </pc:sldChg>
      <pc:sldChg chg="del">
        <pc:chgData name="Ms Alina Arshad" userId="cccdfd85-d35d-4453-9c6f-a463aae40722" providerId="ADAL" clId="{AD184B4B-0CF3-4D88-AFEA-77665C37DC41}" dt="2024-10-01T12:57:27.720" v="99" actId="47"/>
        <pc:sldMkLst>
          <pc:docMk/>
          <pc:sldMk cId="2036508356" sldId="348"/>
        </pc:sldMkLst>
      </pc:sldChg>
      <pc:sldChg chg="del">
        <pc:chgData name="Ms Alina Arshad" userId="cccdfd85-d35d-4453-9c6f-a463aae40722" providerId="ADAL" clId="{AD184B4B-0CF3-4D88-AFEA-77665C37DC41}" dt="2024-10-01T12:57:27.938" v="100" actId="47"/>
        <pc:sldMkLst>
          <pc:docMk/>
          <pc:sldMk cId="132290220" sldId="349"/>
        </pc:sldMkLst>
      </pc:sldChg>
      <pc:sldChg chg="del">
        <pc:chgData name="Ms Alina Arshad" userId="cccdfd85-d35d-4453-9c6f-a463aae40722" providerId="ADAL" clId="{AD184B4B-0CF3-4D88-AFEA-77665C37DC41}" dt="2024-10-01T12:57:28.358" v="102" actId="47"/>
        <pc:sldMkLst>
          <pc:docMk/>
          <pc:sldMk cId="448686030" sldId="350"/>
        </pc:sldMkLst>
      </pc:sldChg>
      <pc:sldChg chg="del">
        <pc:chgData name="Ms Alina Arshad" userId="cccdfd85-d35d-4453-9c6f-a463aae40722" providerId="ADAL" clId="{AD184B4B-0CF3-4D88-AFEA-77665C37DC41}" dt="2024-10-01T12:57:28.175" v="101" actId="47"/>
        <pc:sldMkLst>
          <pc:docMk/>
          <pc:sldMk cId="3109540881" sldId="351"/>
        </pc:sldMkLst>
      </pc:sldChg>
      <pc:sldChg chg="del">
        <pc:chgData name="Ms Alina Arshad" userId="cccdfd85-d35d-4453-9c6f-a463aae40722" providerId="ADAL" clId="{AD184B4B-0CF3-4D88-AFEA-77665C37DC41}" dt="2024-10-01T12:57:29.086" v="104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AD184B4B-0CF3-4D88-AFEA-77665C37DC41}" dt="2024-10-01T12:57:29.443" v="106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AD184B4B-0CF3-4D88-AFEA-77665C37DC41}" dt="2024-10-01T12:57:29.610" v="107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AD184B4B-0CF3-4D88-AFEA-77665C37DC41}" dt="2024-10-01T12:57:30.402" v="109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AD184B4B-0CF3-4D88-AFEA-77665C37DC41}" dt="2024-10-01T12:57:33.574" v="116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AD184B4B-0CF3-4D88-AFEA-77665C37DC41}" dt="2024-10-01T12:57:31.496" v="112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AD184B4B-0CF3-4D88-AFEA-77665C37DC41}" dt="2024-10-01T12:57:31.858" v="113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AD184B4B-0CF3-4D88-AFEA-77665C37DC41}" dt="2024-10-01T12:57:30.575" v="110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AD184B4B-0CF3-4D88-AFEA-77665C37DC41}" dt="2024-10-01T12:57:31.210" v="111" actId="47"/>
        <pc:sldMkLst>
          <pc:docMk/>
          <pc:sldMk cId="0" sldId="371"/>
        </pc:sldMkLst>
      </pc:sldChg>
      <pc:sldChg chg="del ord">
        <pc:chgData name="Ms Alina Arshad" userId="cccdfd85-d35d-4453-9c6f-a463aae40722" providerId="ADAL" clId="{AD184B4B-0CF3-4D88-AFEA-77665C37DC41}" dt="2024-10-01T12:57:30.161" v="108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AD184B4B-0CF3-4D88-AFEA-77665C37DC41}" dt="2024-10-01T12:57:24.110" v="92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AD184B4B-0CF3-4D88-AFEA-77665C37DC41}" dt="2024-10-01T12:57:32.374" v="114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AD184B4B-0CF3-4D88-AFEA-77665C37DC41}" dt="2024-10-01T12:57:32.626" v="115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AD184B4B-0CF3-4D88-AFEA-77665C37DC41}" dt="2024-10-01T12:57:29.281" v="105" actId="47"/>
        <pc:sldMkLst>
          <pc:docMk/>
          <pc:sldMk cId="1634129650" sldId="397"/>
        </pc:sldMkLst>
      </pc:sldChg>
    </pc:docChg>
  </pc:docChgLst>
  <pc:docChgLst>
    <pc:chgData name="Ms Alina Arshad" userId="cccdfd85-d35d-4453-9c6f-a463aae40722" providerId="ADAL" clId="{700AA452-C530-416E-96E5-BDDCF9860929}"/>
    <pc:docChg chg="custSel addSld delSld modSld sldOrd modMainMaster">
      <pc:chgData name="Ms Alina Arshad" userId="cccdfd85-d35d-4453-9c6f-a463aae40722" providerId="ADAL" clId="{700AA452-C530-416E-96E5-BDDCF9860929}" dt="2024-09-30T18:52:44.057" v="228" actId="1076"/>
      <pc:docMkLst>
        <pc:docMk/>
      </pc:docMkLst>
      <pc:sldChg chg="modSp mod">
        <pc:chgData name="Ms Alina Arshad" userId="cccdfd85-d35d-4453-9c6f-a463aae40722" providerId="ADAL" clId="{700AA452-C530-416E-96E5-BDDCF9860929}" dt="2024-09-30T14:50:50.653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00AA452-C530-416E-96E5-BDDCF9860929}" dt="2024-09-30T14:50:50.653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00AA452-C530-416E-96E5-BDDCF9860929}" dt="2024-09-22T13:30:22.497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700AA452-C530-416E-96E5-BDDCF9860929}" dt="2024-09-22T13:30:22.895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700AA452-C530-416E-96E5-BDDCF9860929}" dt="2024-09-22T13:30:23.271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700AA452-C530-416E-96E5-BDDCF9860929}" dt="2024-09-22T13:30:23.636" v="5" actId="47"/>
        <pc:sldMkLst>
          <pc:docMk/>
          <pc:sldMk cId="1577505814" sldId="265"/>
        </pc:sldMkLst>
      </pc:sldChg>
      <pc:sldChg chg="del">
        <pc:chgData name="Ms Alina Arshad" userId="cccdfd85-d35d-4453-9c6f-a463aae40722" providerId="ADAL" clId="{700AA452-C530-416E-96E5-BDDCF9860929}" dt="2024-09-22T13:30:25.540" v="10" actId="47"/>
        <pc:sldMkLst>
          <pc:docMk/>
          <pc:sldMk cId="1582826008" sldId="266"/>
        </pc:sldMkLst>
      </pc:sldChg>
      <pc:sldChg chg="del">
        <pc:chgData name="Ms Alina Arshad" userId="cccdfd85-d35d-4453-9c6f-a463aae40722" providerId="ADAL" clId="{700AA452-C530-416E-96E5-BDDCF9860929}" dt="2024-09-22T13:30:28.390" v="17" actId="47"/>
        <pc:sldMkLst>
          <pc:docMk/>
          <pc:sldMk cId="731299161" sldId="267"/>
        </pc:sldMkLst>
      </pc:sldChg>
      <pc:sldChg chg="del">
        <pc:chgData name="Ms Alina Arshad" userId="cccdfd85-d35d-4453-9c6f-a463aae40722" providerId="ADAL" clId="{700AA452-C530-416E-96E5-BDDCF9860929}" dt="2024-09-22T13:30:25.951" v="11" actId="47"/>
        <pc:sldMkLst>
          <pc:docMk/>
          <pc:sldMk cId="90329638" sldId="268"/>
        </pc:sldMkLst>
      </pc:sldChg>
      <pc:sldChg chg="del">
        <pc:chgData name="Ms Alina Arshad" userId="cccdfd85-d35d-4453-9c6f-a463aae40722" providerId="ADAL" clId="{700AA452-C530-416E-96E5-BDDCF9860929}" dt="2024-09-22T13:30:26.385" v="12" actId="47"/>
        <pc:sldMkLst>
          <pc:docMk/>
          <pc:sldMk cId="2295129282" sldId="269"/>
        </pc:sldMkLst>
      </pc:sldChg>
      <pc:sldChg chg="del">
        <pc:chgData name="Ms Alina Arshad" userId="cccdfd85-d35d-4453-9c6f-a463aae40722" providerId="ADAL" clId="{700AA452-C530-416E-96E5-BDDCF9860929}" dt="2024-09-22T13:30:26.779" v="13" actId="47"/>
        <pc:sldMkLst>
          <pc:docMk/>
          <pc:sldMk cId="2090315159" sldId="270"/>
        </pc:sldMkLst>
      </pc:sldChg>
      <pc:sldChg chg="del">
        <pc:chgData name="Ms Alina Arshad" userId="cccdfd85-d35d-4453-9c6f-a463aae40722" providerId="ADAL" clId="{700AA452-C530-416E-96E5-BDDCF9860929}" dt="2024-09-22T13:30:27.167" v="14" actId="47"/>
        <pc:sldMkLst>
          <pc:docMk/>
          <pc:sldMk cId="3034138166" sldId="271"/>
        </pc:sldMkLst>
      </pc:sldChg>
      <pc:sldChg chg="del">
        <pc:chgData name="Ms Alina Arshad" userId="cccdfd85-d35d-4453-9c6f-a463aae40722" providerId="ADAL" clId="{700AA452-C530-416E-96E5-BDDCF9860929}" dt="2024-09-22T13:30:28.703" v="18" actId="47"/>
        <pc:sldMkLst>
          <pc:docMk/>
          <pc:sldMk cId="2504047100" sldId="272"/>
        </pc:sldMkLst>
      </pc:sldChg>
      <pc:sldChg chg="del">
        <pc:chgData name="Ms Alina Arshad" userId="cccdfd85-d35d-4453-9c6f-a463aae40722" providerId="ADAL" clId="{700AA452-C530-416E-96E5-BDDCF9860929}" dt="2024-09-22T13:30:29.112" v="19" actId="47"/>
        <pc:sldMkLst>
          <pc:docMk/>
          <pc:sldMk cId="4283755204" sldId="273"/>
        </pc:sldMkLst>
      </pc:sldChg>
      <pc:sldChg chg="del">
        <pc:chgData name="Ms Alina Arshad" userId="cccdfd85-d35d-4453-9c6f-a463aae40722" providerId="ADAL" clId="{700AA452-C530-416E-96E5-BDDCF9860929}" dt="2024-09-22T13:30:30.826" v="20" actId="47"/>
        <pc:sldMkLst>
          <pc:docMk/>
          <pc:sldMk cId="2935103945" sldId="274"/>
        </pc:sldMkLst>
      </pc:sldChg>
      <pc:sldChg chg="del">
        <pc:chgData name="Ms Alina Arshad" userId="cccdfd85-d35d-4453-9c6f-a463aae40722" providerId="ADAL" clId="{700AA452-C530-416E-96E5-BDDCF9860929}" dt="2024-09-22T13:30:32.394" v="22" actId="47"/>
        <pc:sldMkLst>
          <pc:docMk/>
          <pc:sldMk cId="1497646456" sldId="275"/>
        </pc:sldMkLst>
      </pc:sldChg>
      <pc:sldChg chg="del">
        <pc:chgData name="Ms Alina Arshad" userId="cccdfd85-d35d-4453-9c6f-a463aae40722" providerId="ADAL" clId="{700AA452-C530-416E-96E5-BDDCF9860929}" dt="2024-09-22T13:30:34.442" v="24" actId="47"/>
        <pc:sldMkLst>
          <pc:docMk/>
          <pc:sldMk cId="3993717517" sldId="276"/>
        </pc:sldMkLst>
      </pc:sldChg>
      <pc:sldChg chg="del">
        <pc:chgData name="Ms Alina Arshad" userId="cccdfd85-d35d-4453-9c6f-a463aae40722" providerId="ADAL" clId="{700AA452-C530-416E-96E5-BDDCF9860929}" dt="2024-09-22T13:30:33.290" v="23" actId="47"/>
        <pc:sldMkLst>
          <pc:docMk/>
          <pc:sldMk cId="2668593764" sldId="278"/>
        </pc:sldMkLst>
      </pc:sldChg>
      <pc:sldChg chg="modSp mod">
        <pc:chgData name="Ms Alina Arshad" userId="cccdfd85-d35d-4453-9c6f-a463aae40722" providerId="ADAL" clId="{700AA452-C530-416E-96E5-BDDCF9860929}" dt="2024-09-22T13:34:43.002" v="68" actId="12"/>
        <pc:sldMkLst>
          <pc:docMk/>
          <pc:sldMk cId="3703048629" sldId="279"/>
        </pc:sldMkLst>
        <pc:spChg chg="mod">
          <ac:chgData name="Ms Alina Arshad" userId="cccdfd85-d35d-4453-9c6f-a463aae40722" providerId="ADAL" clId="{700AA452-C530-416E-96E5-BDDCF9860929}" dt="2024-09-22T13:33:11.415" v="43" actId="113"/>
          <ac:spMkLst>
            <pc:docMk/>
            <pc:sldMk cId="3703048629" sldId="279"/>
            <ac:spMk id="2" creationId="{C0531C6D-BBF1-4A8F-A69A-DB05C817BC81}"/>
          </ac:spMkLst>
        </pc:spChg>
        <pc:spChg chg="mod">
          <ac:chgData name="Ms Alina Arshad" userId="cccdfd85-d35d-4453-9c6f-a463aae40722" providerId="ADAL" clId="{700AA452-C530-416E-96E5-BDDCF9860929}" dt="2024-09-22T13:34:43.002" v="68" actId="12"/>
          <ac:spMkLst>
            <pc:docMk/>
            <pc:sldMk cId="3703048629" sldId="279"/>
            <ac:spMk id="3" creationId="{14C2275F-EEF7-4B46-8F23-7E6682716D48}"/>
          </ac:spMkLst>
        </pc:spChg>
        <pc:picChg chg="mod">
          <ac:chgData name="Ms Alina Arshad" userId="cccdfd85-d35d-4453-9c6f-a463aae40722" providerId="ADAL" clId="{700AA452-C530-416E-96E5-BDDCF9860929}" dt="2024-09-22T13:33:32.702" v="53" actId="1076"/>
          <ac:picMkLst>
            <pc:docMk/>
            <pc:sldMk cId="3703048629" sldId="279"/>
            <ac:picMk id="5" creationId="{B341A69E-52DE-472E-8D85-410C0A82622D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33:50.104" v="57" actId="1076"/>
        <pc:sldMkLst>
          <pc:docMk/>
          <pc:sldMk cId="1821615422" sldId="280"/>
        </pc:sldMkLst>
        <pc:spChg chg="del">
          <ac:chgData name="Ms Alina Arshad" userId="cccdfd85-d35d-4453-9c6f-a463aae40722" providerId="ADAL" clId="{700AA452-C530-416E-96E5-BDDCF9860929}" dt="2024-09-22T13:33:39.548" v="54" actId="478"/>
          <ac:spMkLst>
            <pc:docMk/>
            <pc:sldMk cId="1821615422" sldId="280"/>
            <ac:spMk id="2" creationId="{3F5B8599-097F-47C6-8975-4A5EB88DFD01}"/>
          </ac:spMkLst>
        </pc:spChg>
        <pc:picChg chg="mod">
          <ac:chgData name="Ms Alina Arshad" userId="cccdfd85-d35d-4453-9c6f-a463aae40722" providerId="ADAL" clId="{700AA452-C530-416E-96E5-BDDCF9860929}" dt="2024-09-22T13:33:50.104" v="57" actId="1076"/>
          <ac:picMkLst>
            <pc:docMk/>
            <pc:sldMk cId="1821615422" sldId="280"/>
            <ac:picMk id="5" creationId="{894791AD-65B4-4FB8-9291-53F6E89BDCE6}"/>
          </ac:picMkLst>
        </pc:picChg>
      </pc:sldChg>
      <pc:sldChg chg="modSp mod">
        <pc:chgData name="Ms Alina Arshad" userId="cccdfd85-d35d-4453-9c6f-a463aae40722" providerId="ADAL" clId="{700AA452-C530-416E-96E5-BDDCF9860929}" dt="2024-09-28T19:12:04.191" v="13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700AA452-C530-416E-96E5-BDDCF9860929}" dt="2024-09-28T19:11:44.367" v="135" actId="27636"/>
          <ac:spMkLst>
            <pc:docMk/>
            <pc:sldMk cId="3605066316" sldId="281"/>
            <ac:spMk id="2" creationId="{B31F7F40-579C-4FE5-8B85-B1955C717D63}"/>
          </ac:spMkLst>
        </pc:spChg>
        <pc:spChg chg="mod">
          <ac:chgData name="Ms Alina Arshad" userId="cccdfd85-d35d-4453-9c6f-a463aae40722" providerId="ADAL" clId="{700AA452-C530-416E-96E5-BDDCF9860929}" dt="2024-09-28T19:11:54.895" v="137" actId="14100"/>
          <ac:spMkLst>
            <pc:docMk/>
            <pc:sldMk cId="3605066316" sldId="281"/>
            <ac:spMk id="3" creationId="{4B76A832-156A-4738-A370-C6C9263DD589}"/>
          </ac:spMkLst>
        </pc:spChg>
        <pc:picChg chg="mod">
          <ac:chgData name="Ms Alina Arshad" userId="cccdfd85-d35d-4453-9c6f-a463aae40722" providerId="ADAL" clId="{700AA452-C530-416E-96E5-BDDCF9860929}" dt="2024-09-28T19:12:04.191" v="138" actId="1076"/>
          <ac:picMkLst>
            <pc:docMk/>
            <pc:sldMk cId="3605066316" sldId="281"/>
            <ac:picMk id="4" creationId="{AF3FF7B2-C599-40C2-A196-FB83C9F0FFF2}"/>
          </ac:picMkLst>
        </pc:picChg>
      </pc:sldChg>
      <pc:sldChg chg="modSp mod">
        <pc:chgData name="Ms Alina Arshad" userId="cccdfd85-d35d-4453-9c6f-a463aae40722" providerId="ADAL" clId="{700AA452-C530-416E-96E5-BDDCF9860929}" dt="2024-09-29T12:58:48.742" v="151" actId="14100"/>
        <pc:sldMkLst>
          <pc:docMk/>
          <pc:sldMk cId="24697311" sldId="282"/>
        </pc:sldMkLst>
        <pc:spChg chg="mod">
          <ac:chgData name="Ms Alina Arshad" userId="cccdfd85-d35d-4453-9c6f-a463aae40722" providerId="ADAL" clId="{700AA452-C530-416E-96E5-BDDCF9860929}" dt="2024-09-28T19:24:32.392" v="147" actId="207"/>
          <ac:spMkLst>
            <pc:docMk/>
            <pc:sldMk cId="24697311" sldId="282"/>
            <ac:spMk id="2" creationId="{C8D57331-0580-411F-A66E-6F735F653098}"/>
          </ac:spMkLst>
        </pc:spChg>
        <pc:spChg chg="mod">
          <ac:chgData name="Ms Alina Arshad" userId="cccdfd85-d35d-4453-9c6f-a463aae40722" providerId="ADAL" clId="{700AA452-C530-416E-96E5-BDDCF9860929}" dt="2024-09-29T12:58:48.742" v="151" actId="14100"/>
          <ac:spMkLst>
            <pc:docMk/>
            <pc:sldMk cId="24697311" sldId="282"/>
            <ac:spMk id="3" creationId="{5D6B3F0C-9FE7-4CF4-8A70-5A9DC5CC300D}"/>
          </ac:spMkLst>
        </pc:spChg>
      </pc:sldChg>
      <pc:sldChg chg="del">
        <pc:chgData name="Ms Alina Arshad" userId="cccdfd85-d35d-4453-9c6f-a463aae40722" providerId="ADAL" clId="{700AA452-C530-416E-96E5-BDDCF9860929}" dt="2024-09-22T13:30:31.378" v="21" actId="47"/>
        <pc:sldMkLst>
          <pc:docMk/>
          <pc:sldMk cId="3289392637" sldId="283"/>
        </pc:sldMkLst>
      </pc:sldChg>
      <pc:sldChg chg="modSp mod">
        <pc:chgData name="Ms Alina Arshad" userId="cccdfd85-d35d-4453-9c6f-a463aae40722" providerId="ADAL" clId="{700AA452-C530-416E-96E5-BDDCF9860929}" dt="2024-09-22T13:41:49.891" v="98" actId="2711"/>
        <pc:sldMkLst>
          <pc:docMk/>
          <pc:sldMk cId="800652809" sldId="284"/>
        </pc:sldMkLst>
        <pc:spChg chg="mod">
          <ac:chgData name="Ms Alina Arshad" userId="cccdfd85-d35d-4453-9c6f-a463aae40722" providerId="ADAL" clId="{700AA452-C530-416E-96E5-BDDCF9860929}" dt="2024-09-22T13:41:49.891" v="98" actId="2711"/>
          <ac:spMkLst>
            <pc:docMk/>
            <pc:sldMk cId="800652809" sldId="284"/>
            <ac:spMk id="3" creationId="{B5595F3F-845B-42B5-B0D6-06074B82D45C}"/>
          </ac:spMkLst>
        </pc:spChg>
      </pc:sldChg>
      <pc:sldChg chg="del">
        <pc:chgData name="Ms Alina Arshad" userId="cccdfd85-d35d-4453-9c6f-a463aae40722" providerId="ADAL" clId="{700AA452-C530-416E-96E5-BDDCF9860929}" dt="2024-09-22T13:30:24.766" v="8" actId="47"/>
        <pc:sldMkLst>
          <pc:docMk/>
          <pc:sldMk cId="1402144616" sldId="285"/>
        </pc:sldMkLst>
      </pc:sldChg>
      <pc:sldChg chg="del">
        <pc:chgData name="Ms Alina Arshad" userId="cccdfd85-d35d-4453-9c6f-a463aae40722" providerId="ADAL" clId="{700AA452-C530-416E-96E5-BDDCF9860929}" dt="2024-09-22T13:30:35.929" v="25" actId="47"/>
        <pc:sldMkLst>
          <pc:docMk/>
          <pc:sldMk cId="3229345964" sldId="287"/>
        </pc:sldMkLst>
      </pc:sldChg>
      <pc:sldChg chg="modSp mod">
        <pc:chgData name="Ms Alina Arshad" userId="cccdfd85-d35d-4453-9c6f-a463aae40722" providerId="ADAL" clId="{700AA452-C530-416E-96E5-BDDCF9860929}" dt="2024-09-22T13:34:26.334" v="67" actId="12"/>
        <pc:sldMkLst>
          <pc:docMk/>
          <pc:sldMk cId="2002870935" sldId="288"/>
        </pc:sldMkLst>
        <pc:spChg chg="mod">
          <ac:chgData name="Ms Alina Arshad" userId="cccdfd85-d35d-4453-9c6f-a463aae40722" providerId="ADAL" clId="{700AA452-C530-416E-96E5-BDDCF9860929}" dt="2024-09-22T13:34:01.272" v="61" actId="1076"/>
          <ac:spMkLst>
            <pc:docMk/>
            <pc:sldMk cId="2002870935" sldId="288"/>
            <ac:spMk id="2" creationId="{3F5B8599-097F-47C6-8975-4A5EB88DFD01}"/>
          </ac:spMkLst>
        </pc:spChg>
        <pc:spChg chg="mod">
          <ac:chgData name="Ms Alina Arshad" userId="cccdfd85-d35d-4453-9c6f-a463aae40722" providerId="ADAL" clId="{700AA452-C530-416E-96E5-BDDCF9860929}" dt="2024-09-22T13:34:26.334" v="67" actId="12"/>
          <ac:spMkLst>
            <pc:docMk/>
            <pc:sldMk cId="2002870935" sldId="288"/>
            <ac:spMk id="4" creationId="{CE607608-9379-4954-A9D2-4545D6BFDFB4}"/>
          </ac:spMkLst>
        </pc:spChg>
      </pc:sldChg>
      <pc:sldChg chg="addSp modSp mod setBg">
        <pc:chgData name="Ms Alina Arshad" userId="cccdfd85-d35d-4453-9c6f-a463aae40722" providerId="ADAL" clId="{700AA452-C530-416E-96E5-BDDCF9860929}" dt="2024-09-22T13:31:19.705" v="41" actId="1076"/>
        <pc:sldMkLst>
          <pc:docMk/>
          <pc:sldMk cId="0" sldId="347"/>
        </pc:sldMkLst>
        <pc:spChg chg="mo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75" creationId="{05811255-AEB9-464F-8A4D-2ACF44038D7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1" creationId="{4E4490D0-3672-446A-AC12-B4830333BDDD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3" creationId="{39CB82C2-DF65-4EC1-8280-F201D50F570B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7" creationId="{FA4CD5CB-D209-4D70-8CA4-629731C5921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1" creationId="{B4C27B90-DF2B-4D00-BA07-18ED774CD2F1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3" creationId="{593ACC25-C262-417A-8AA9-0641C772BDB6}"/>
          </ac:spMkLst>
        </pc:spChg>
        <pc:picChg chg="mod">
          <ac:chgData name="Ms Alina Arshad" userId="cccdfd85-d35d-4453-9c6f-a463aae40722" providerId="ADAL" clId="{700AA452-C530-416E-96E5-BDDCF9860929}" dt="2024-09-22T13:31:19.705" v="41" actId="1076"/>
          <ac:picMkLst>
            <pc:docMk/>
            <pc:sldMk cId="0" sldId="347"/>
            <ac:picMk id="54276" creationId="{2AD11418-104B-4018-8AA4-90D20E00BBB7}"/>
          </ac:picMkLst>
        </pc:pic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5" creationId="{7E1D4427-852B-4B37-8E76-0E9F1810BA2A}"/>
          </ac:cxnSpMkLst>
        </pc:cxn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9" creationId="{5C6A2BAE-B461-4B55-8E1F-0722ABDD1393}"/>
          </ac:cxnSpMkLst>
        </pc:cxnChg>
      </pc:sldChg>
      <pc:sldChg chg="modSp mod">
        <pc:chgData name="Ms Alina Arshad" userId="cccdfd85-d35d-4453-9c6f-a463aae40722" providerId="ADAL" clId="{700AA452-C530-416E-96E5-BDDCF9860929}" dt="2024-09-29T13:05:06.492" v="154" actId="20577"/>
        <pc:sldMkLst>
          <pc:docMk/>
          <pc:sldMk cId="2036508356" sldId="348"/>
        </pc:sldMkLst>
        <pc:spChg chg="mod">
          <ac:chgData name="Ms Alina Arshad" userId="cccdfd85-d35d-4453-9c6f-a463aae40722" providerId="ADAL" clId="{700AA452-C530-416E-96E5-BDDCF9860929}" dt="2024-09-29T13:04:40.062" v="152" actId="207"/>
          <ac:spMkLst>
            <pc:docMk/>
            <pc:sldMk cId="2036508356" sldId="348"/>
            <ac:spMk id="2" creationId="{C0E80CD8-9EA5-4B12-B717-3449A4678F5C}"/>
          </ac:spMkLst>
        </pc:spChg>
        <pc:spChg chg="mod">
          <ac:chgData name="Ms Alina Arshad" userId="cccdfd85-d35d-4453-9c6f-a463aae40722" providerId="ADAL" clId="{700AA452-C530-416E-96E5-BDDCF9860929}" dt="2024-09-29T13:05:06.492" v="154" actId="20577"/>
          <ac:spMkLst>
            <pc:docMk/>
            <pc:sldMk cId="2036508356" sldId="348"/>
            <ac:spMk id="3" creationId="{0D74B3B6-9876-42D3-AE90-C1F71A7BF21E}"/>
          </ac:spMkLst>
        </pc:spChg>
      </pc:sldChg>
      <pc:sldChg chg="modSp mod">
        <pc:chgData name="Ms Alina Arshad" userId="cccdfd85-d35d-4453-9c6f-a463aae40722" providerId="ADAL" clId="{700AA452-C530-416E-96E5-BDDCF9860929}" dt="2024-09-29T13:05:56.360" v="155" actId="255"/>
        <pc:sldMkLst>
          <pc:docMk/>
          <pc:sldMk cId="132290220" sldId="349"/>
        </pc:sldMkLst>
        <pc:spChg chg="mod">
          <ac:chgData name="Ms Alina Arshad" userId="cccdfd85-d35d-4453-9c6f-a463aae40722" providerId="ADAL" clId="{700AA452-C530-416E-96E5-BDDCF9860929}" dt="2024-09-22T13:35:33.981" v="80" actId="207"/>
          <ac:spMkLst>
            <pc:docMk/>
            <pc:sldMk cId="132290220" sldId="349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9T13:05:56.360" v="155" actId="255"/>
          <ac:spMkLst>
            <pc:docMk/>
            <pc:sldMk cId="132290220" sldId="349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2T13:36:56.677" v="95" actId="12"/>
        <pc:sldMkLst>
          <pc:docMk/>
          <pc:sldMk cId="448686030" sldId="350"/>
        </pc:sldMkLst>
        <pc:spChg chg="mod">
          <ac:chgData name="Ms Alina Arshad" userId="cccdfd85-d35d-4453-9c6f-a463aae40722" providerId="ADAL" clId="{700AA452-C530-416E-96E5-BDDCF9860929}" dt="2024-09-22T13:36:41.029" v="90" actId="207"/>
          <ac:spMkLst>
            <pc:docMk/>
            <pc:sldMk cId="448686030" sldId="350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2T13:36:56.677" v="95" actId="12"/>
          <ac:spMkLst>
            <pc:docMk/>
            <pc:sldMk cId="448686030" sldId="350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9T13:07:04.867" v="156" actId="1076"/>
        <pc:sldMkLst>
          <pc:docMk/>
          <pc:sldMk cId="3109540881" sldId="351"/>
        </pc:sldMkLst>
        <pc:spChg chg="mod">
          <ac:chgData name="Ms Alina Arshad" userId="cccdfd85-d35d-4453-9c6f-a463aae40722" providerId="ADAL" clId="{700AA452-C530-416E-96E5-BDDCF9860929}" dt="2024-09-22T13:36:24.960" v="87" actId="1076"/>
          <ac:spMkLst>
            <pc:docMk/>
            <pc:sldMk cId="3109540881" sldId="351"/>
            <ac:spMk id="3" creationId="{00000000-0000-0000-0000-000000000000}"/>
          </ac:spMkLst>
        </pc:spChg>
        <pc:spChg chg="mod">
          <ac:chgData name="Ms Alina Arshad" userId="cccdfd85-d35d-4453-9c6f-a463aae40722" providerId="ADAL" clId="{700AA452-C530-416E-96E5-BDDCF9860929}" dt="2024-09-22T13:36:30.456" v="88" actId="1076"/>
          <ac:spMkLst>
            <pc:docMk/>
            <pc:sldMk cId="3109540881" sldId="351"/>
            <ac:spMk id="7" creationId="{00000000-0000-0000-0000-000000000000}"/>
          </ac:spMkLst>
        </pc:spChg>
        <pc:picChg chg="mod">
          <ac:chgData name="Ms Alina Arshad" userId="cccdfd85-d35d-4453-9c6f-a463aae40722" providerId="ADAL" clId="{700AA452-C530-416E-96E5-BDDCF9860929}" dt="2024-09-29T13:07:04.867" v="156" actId="1076"/>
          <ac:picMkLst>
            <pc:docMk/>
            <pc:sldMk cId="3109540881" sldId="351"/>
            <ac:picMk id="4" creationId="{21521628-EC7A-4860-9AD2-ED0E0C440F5B}"/>
          </ac:picMkLst>
        </pc:picChg>
        <pc:cxnChg chg="mod">
          <ac:chgData name="Ms Alina Arshad" userId="cccdfd85-d35d-4453-9c6f-a463aae40722" providerId="ADAL" clId="{700AA452-C530-416E-96E5-BDDCF9860929}" dt="2024-09-22T13:36:32.961" v="89" actId="1076"/>
          <ac:cxnSpMkLst>
            <pc:docMk/>
            <pc:sldMk cId="3109540881" sldId="351"/>
            <ac:cxnSpMk id="6" creationId="{00000000-0000-0000-0000-000000000000}"/>
          </ac:cxnSpMkLst>
        </pc:cxnChg>
      </pc:sldChg>
      <pc:sldChg chg="modSp mod">
        <pc:chgData name="Ms Alina Arshad" userId="cccdfd85-d35d-4453-9c6f-a463aae40722" providerId="ADAL" clId="{700AA452-C530-416E-96E5-BDDCF9860929}" dt="2024-09-30T15:04:42.060" v="159" actId="207"/>
        <pc:sldMkLst>
          <pc:docMk/>
          <pc:sldMk cId="0" sldId="352"/>
        </pc:sldMkLst>
        <pc:spChg chg="mod">
          <ac:chgData name="Ms Alina Arshad" userId="cccdfd85-d35d-4453-9c6f-a463aae40722" providerId="ADAL" clId="{700AA452-C530-416E-96E5-BDDCF9860929}" dt="2024-09-30T15:04:42.060" v="159" actId="207"/>
          <ac:spMkLst>
            <pc:docMk/>
            <pc:sldMk cId="0" sldId="352"/>
            <ac:spMk id="64515" creationId="{2E4645F8-E14A-4CA7-AE6B-F33FAA978EE6}"/>
          </ac:spMkLst>
        </pc:spChg>
        <pc:spChg chg="mod">
          <ac:chgData name="Ms Alina Arshad" userId="cccdfd85-d35d-4453-9c6f-a463aae40722" providerId="ADAL" clId="{700AA452-C530-416E-96E5-BDDCF9860929}" dt="2024-09-22T13:45:31.228" v="110" actId="14100"/>
          <ac:spMkLst>
            <pc:docMk/>
            <pc:sldMk cId="0" sldId="352"/>
            <ac:spMk id="64516" creationId="{D2D679A3-2E8D-4632-948B-DAF7F009B134}"/>
          </ac:spMkLst>
        </pc:spChg>
      </pc:sldChg>
      <pc:sldChg chg="modSp mod">
        <pc:chgData name="Ms Alina Arshad" userId="cccdfd85-d35d-4453-9c6f-a463aae40722" providerId="ADAL" clId="{700AA452-C530-416E-96E5-BDDCF9860929}" dt="2024-09-22T13:46:13.377" v="122" actId="207"/>
        <pc:sldMkLst>
          <pc:docMk/>
          <pc:sldMk cId="0" sldId="353"/>
        </pc:sldMkLst>
        <pc:spChg chg="mod">
          <ac:chgData name="Ms Alina Arshad" userId="cccdfd85-d35d-4453-9c6f-a463aae40722" providerId="ADAL" clId="{700AA452-C530-416E-96E5-BDDCF9860929}" dt="2024-09-22T13:45:57.835" v="118" actId="113"/>
          <ac:spMkLst>
            <pc:docMk/>
            <pc:sldMk cId="0" sldId="353"/>
            <ac:spMk id="66563" creationId="{650DE2D3-D33D-40B5-8D5C-AB29784566B6}"/>
          </ac:spMkLst>
        </pc:spChg>
        <pc:spChg chg="mod">
          <ac:chgData name="Ms Alina Arshad" userId="cccdfd85-d35d-4453-9c6f-a463aae40722" providerId="ADAL" clId="{700AA452-C530-416E-96E5-BDDCF9860929}" dt="2024-09-22T13:46:13.377" v="122" actId="207"/>
          <ac:spMkLst>
            <pc:docMk/>
            <pc:sldMk cId="0" sldId="353"/>
            <ac:spMk id="66565" creationId="{64F0F6F5-8B02-4BA2-8850-441C6DF481F0}"/>
          </ac:spMkLst>
        </pc:spChg>
        <pc:picChg chg="mod">
          <ac:chgData name="Ms Alina Arshad" userId="cccdfd85-d35d-4453-9c6f-a463aae40722" providerId="ADAL" clId="{700AA452-C530-416E-96E5-BDDCF9860929}" dt="2024-09-22T13:45:59.814" v="119" actId="1076"/>
          <ac:picMkLst>
            <pc:docMk/>
            <pc:sldMk cId="0" sldId="353"/>
            <ac:picMk id="66564" creationId="{573920A5-602D-4661-B4F9-9067EB5BEADE}"/>
          </ac:picMkLst>
        </pc:picChg>
      </pc:sldChg>
      <pc:sldChg chg="modSp mod">
        <pc:chgData name="Ms Alina Arshad" userId="cccdfd85-d35d-4453-9c6f-a463aae40722" providerId="ADAL" clId="{700AA452-C530-416E-96E5-BDDCF9860929}" dt="2024-09-30T15:07:21.563" v="164" actId="14100"/>
        <pc:sldMkLst>
          <pc:docMk/>
          <pc:sldMk cId="0" sldId="354"/>
        </pc:sldMkLst>
        <pc:spChg chg="mod">
          <ac:chgData name="Ms Alina Arshad" userId="cccdfd85-d35d-4453-9c6f-a463aae40722" providerId="ADAL" clId="{700AA452-C530-416E-96E5-BDDCF9860929}" dt="2024-09-30T15:07:18.372" v="163" actId="1076"/>
          <ac:spMkLst>
            <pc:docMk/>
            <pc:sldMk cId="0" sldId="354"/>
            <ac:spMk id="68611" creationId="{7219106E-1553-4571-BEA9-6E2CC9576B6D}"/>
          </ac:spMkLst>
        </pc:spChg>
        <pc:picChg chg="mod">
          <ac:chgData name="Ms Alina Arshad" userId="cccdfd85-d35d-4453-9c6f-a463aae40722" providerId="ADAL" clId="{700AA452-C530-416E-96E5-BDDCF9860929}" dt="2024-09-30T15:07:21.563" v="164" actId="14100"/>
          <ac:picMkLst>
            <pc:docMk/>
            <pc:sldMk cId="0" sldId="354"/>
            <ac:picMk id="68612" creationId="{0C875AAC-7673-45CE-B586-BDF42E669911}"/>
          </ac:picMkLst>
        </pc:picChg>
      </pc:sldChg>
      <pc:sldChg chg="modSp mod">
        <pc:chgData name="Ms Alina Arshad" userId="cccdfd85-d35d-4453-9c6f-a463aae40722" providerId="ADAL" clId="{700AA452-C530-416E-96E5-BDDCF9860929}" dt="2024-09-30T15:08:40.788" v="170" actId="1076"/>
        <pc:sldMkLst>
          <pc:docMk/>
          <pc:sldMk cId="0" sldId="355"/>
        </pc:sldMkLst>
        <pc:spChg chg="mod">
          <ac:chgData name="Ms Alina Arshad" userId="cccdfd85-d35d-4453-9c6f-a463aae40722" providerId="ADAL" clId="{700AA452-C530-416E-96E5-BDDCF9860929}" dt="2024-09-30T15:08:03.318" v="165" actId="207"/>
          <ac:spMkLst>
            <pc:docMk/>
            <pc:sldMk cId="0" sldId="355"/>
            <ac:spMk id="75779" creationId="{B61B8769-D463-457A-B042-0D946EB6E901}"/>
          </ac:spMkLst>
        </pc:spChg>
        <pc:spChg chg="mod">
          <ac:chgData name="Ms Alina Arshad" userId="cccdfd85-d35d-4453-9c6f-a463aae40722" providerId="ADAL" clId="{700AA452-C530-416E-96E5-BDDCF9860929}" dt="2024-09-30T15:08:40.788" v="170" actId="1076"/>
          <ac:spMkLst>
            <pc:docMk/>
            <pc:sldMk cId="0" sldId="355"/>
            <ac:spMk id="75780" creationId="{B969BE2E-346A-40F3-BA4C-8A977B24D846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2:44.057" v="228" actId="1076"/>
        <pc:sldMkLst>
          <pc:docMk/>
          <pc:sldMk cId="0" sldId="357"/>
        </pc:sldMkLst>
        <pc:spChg chg="del">
          <ac:chgData name="Ms Alina Arshad" userId="cccdfd85-d35d-4453-9c6f-a463aae40722" providerId="ADAL" clId="{700AA452-C530-416E-96E5-BDDCF9860929}" dt="2024-09-30T18:52:12.279" v="220" actId="478"/>
          <ac:spMkLst>
            <pc:docMk/>
            <pc:sldMk cId="0" sldId="357"/>
            <ac:spMk id="84994" creationId="{FEC753B0-AD36-4203-91A2-CE32D7F4AE44}"/>
          </ac:spMkLst>
        </pc:spChg>
        <pc:spChg chg="mod">
          <ac:chgData name="Ms Alina Arshad" userId="cccdfd85-d35d-4453-9c6f-a463aae40722" providerId="ADAL" clId="{700AA452-C530-416E-96E5-BDDCF9860929}" dt="2024-09-30T18:52:44.057" v="228" actId="1076"/>
          <ac:spMkLst>
            <pc:docMk/>
            <pc:sldMk cId="0" sldId="357"/>
            <ac:spMk id="84995" creationId="{6B637A28-0889-4EC5-BA30-354C9967D0FB}"/>
          </ac:spMkLst>
        </pc:spChg>
        <pc:graphicFrameChg chg="mod modGraphic">
          <ac:chgData name="Ms Alina Arshad" userId="cccdfd85-d35d-4453-9c6f-a463aae40722" providerId="ADAL" clId="{700AA452-C530-416E-96E5-BDDCF9860929}" dt="2024-09-30T18:52:39.248" v="227" actId="1076"/>
          <ac:graphicFrameMkLst>
            <pc:docMk/>
            <pc:sldMk cId="0" sldId="357"/>
            <ac:graphicFrameMk id="884809" creationId="{556EDF7B-4711-416D-A419-F0CB230120BD}"/>
          </ac:graphicFrameMkLst>
        </pc:graphicFrameChg>
      </pc:sldChg>
      <pc:sldChg chg="modSp mod">
        <pc:chgData name="Ms Alina Arshad" userId="cccdfd85-d35d-4453-9c6f-a463aae40722" providerId="ADAL" clId="{700AA452-C530-416E-96E5-BDDCF9860929}" dt="2024-09-30T18:48:23.109" v="199" actId="403"/>
        <pc:sldMkLst>
          <pc:docMk/>
          <pc:sldMk cId="0" sldId="368"/>
        </pc:sldMkLst>
        <pc:spChg chg="mod">
          <ac:chgData name="Ms Alina Arshad" userId="cccdfd85-d35d-4453-9c6f-a463aae40722" providerId="ADAL" clId="{700AA452-C530-416E-96E5-BDDCF9860929}" dt="2024-09-30T18:48:23.109" v="199" actId="403"/>
          <ac:spMkLst>
            <pc:docMk/>
            <pc:sldMk cId="0" sldId="368"/>
            <ac:spMk id="80899" creationId="{8AA31434-6D57-45F6-91CD-6F6FEBE0E785}"/>
          </ac:spMkLst>
        </pc:spChg>
      </pc:sldChg>
      <pc:sldChg chg="modSp mod">
        <pc:chgData name="Ms Alina Arshad" userId="cccdfd85-d35d-4453-9c6f-a463aae40722" providerId="ADAL" clId="{700AA452-C530-416E-96E5-BDDCF9860929}" dt="2024-09-30T18:49:20.358" v="205" actId="207"/>
        <pc:sldMkLst>
          <pc:docMk/>
          <pc:sldMk cId="0" sldId="369"/>
        </pc:sldMkLst>
        <pc:spChg chg="mod">
          <ac:chgData name="Ms Alina Arshad" userId="cccdfd85-d35d-4453-9c6f-a463aae40722" providerId="ADAL" clId="{700AA452-C530-416E-96E5-BDDCF9860929}" dt="2024-09-30T18:49:05.147" v="204" actId="1076"/>
          <ac:spMkLst>
            <pc:docMk/>
            <pc:sldMk cId="0" sldId="369"/>
            <ac:spMk id="81923" creationId="{212404F8-56E8-4683-B334-13C19B18AB45}"/>
          </ac:spMkLst>
        </pc:spChg>
        <pc:spChg chg="mod">
          <ac:chgData name="Ms Alina Arshad" userId="cccdfd85-d35d-4453-9c6f-a463aae40722" providerId="ADAL" clId="{700AA452-C530-416E-96E5-BDDCF9860929}" dt="2024-09-30T18:49:20.358" v="205" actId="207"/>
          <ac:spMkLst>
            <pc:docMk/>
            <pc:sldMk cId="0" sldId="369"/>
            <ac:spMk id="81924" creationId="{68248C69-9332-4A99-BC0A-14F57C4D99DE}"/>
          </ac:spMkLst>
        </pc:spChg>
      </pc:sldChg>
      <pc:sldChg chg="modSp mod">
        <pc:chgData name="Ms Alina Arshad" userId="cccdfd85-d35d-4453-9c6f-a463aae40722" providerId="ADAL" clId="{700AA452-C530-416E-96E5-BDDCF9860929}" dt="2024-09-30T18:45:49.813" v="193" actId="20577"/>
        <pc:sldMkLst>
          <pc:docMk/>
          <pc:sldMk cId="0" sldId="370"/>
        </pc:sldMkLst>
        <pc:spChg chg="mod">
          <ac:chgData name="Ms Alina Arshad" userId="cccdfd85-d35d-4453-9c6f-a463aae40722" providerId="ADAL" clId="{700AA452-C530-416E-96E5-BDDCF9860929}" dt="2024-09-30T15:08:48.912" v="172" actId="207"/>
          <ac:spMkLst>
            <pc:docMk/>
            <pc:sldMk cId="0" sldId="370"/>
            <ac:spMk id="77827" creationId="{67E99228-87F5-434B-834C-05F83602BEA7}"/>
          </ac:spMkLst>
        </pc:spChg>
        <pc:spChg chg="mod">
          <ac:chgData name="Ms Alina Arshad" userId="cccdfd85-d35d-4453-9c6f-a463aae40722" providerId="ADAL" clId="{700AA452-C530-416E-96E5-BDDCF9860929}" dt="2024-09-30T18:45:49.813" v="193" actId="20577"/>
          <ac:spMkLst>
            <pc:docMk/>
            <pc:sldMk cId="0" sldId="370"/>
            <ac:spMk id="77828" creationId="{AE58D6A9-2268-4B9B-B644-43B75570DBA9}"/>
          </ac:spMkLst>
        </pc:spChg>
      </pc:sldChg>
      <pc:sldChg chg="modSp mod">
        <pc:chgData name="Ms Alina Arshad" userId="cccdfd85-d35d-4453-9c6f-a463aae40722" providerId="ADAL" clId="{700AA452-C530-416E-96E5-BDDCF9860929}" dt="2024-09-30T18:46:34.209" v="196" actId="14100"/>
        <pc:sldMkLst>
          <pc:docMk/>
          <pc:sldMk cId="0" sldId="371"/>
        </pc:sldMkLst>
        <pc:spChg chg="mod">
          <ac:chgData name="Ms Alina Arshad" userId="cccdfd85-d35d-4453-9c6f-a463aae40722" providerId="ADAL" clId="{700AA452-C530-416E-96E5-BDDCF9860929}" dt="2024-09-30T18:46:34.209" v="196" actId="14100"/>
          <ac:spMkLst>
            <pc:docMk/>
            <pc:sldMk cId="0" sldId="371"/>
            <ac:spMk id="79875" creationId="{8CF305EB-D670-4393-98CF-42D50C4A807E}"/>
          </ac:spMkLst>
        </pc:spChg>
        <pc:spChg chg="mod">
          <ac:chgData name="Ms Alina Arshad" userId="cccdfd85-d35d-4453-9c6f-a463aae40722" providerId="ADAL" clId="{700AA452-C530-416E-96E5-BDDCF9860929}" dt="2024-09-30T18:46:25.475" v="194" actId="207"/>
          <ac:spMkLst>
            <pc:docMk/>
            <pc:sldMk cId="0" sldId="371"/>
            <ac:spMk id="79876" creationId="{092D5270-798D-445A-9B24-A3520F9BB889}"/>
          </ac:spMkLst>
        </pc:spChg>
      </pc:sldChg>
      <pc:sldChg chg="modSp mod ord">
        <pc:chgData name="Ms Alina Arshad" userId="cccdfd85-d35d-4453-9c6f-a463aae40722" providerId="ADAL" clId="{700AA452-C530-416E-96E5-BDDCF9860929}" dt="2024-09-30T18:39:15.777" v="179" actId="1076"/>
        <pc:sldMkLst>
          <pc:docMk/>
          <pc:sldMk cId="0" sldId="372"/>
        </pc:sldMkLst>
        <pc:spChg chg="mod">
          <ac:chgData name="Ms Alina Arshad" userId="cccdfd85-d35d-4453-9c6f-a463aae40722" providerId="ADAL" clId="{700AA452-C530-416E-96E5-BDDCF9860929}" dt="2024-09-30T18:39:10.504" v="177" actId="1076"/>
          <ac:spMkLst>
            <pc:docMk/>
            <pc:sldMk cId="0" sldId="372"/>
            <ac:spMk id="78851" creationId="{5938DAAF-F418-44DE-B803-5D31322FB670}"/>
          </ac:spMkLst>
        </pc:spChg>
        <pc:picChg chg="mod">
          <ac:chgData name="Ms Alina Arshad" userId="cccdfd85-d35d-4453-9c6f-a463aae40722" providerId="ADAL" clId="{700AA452-C530-416E-96E5-BDDCF9860929}" dt="2024-09-30T18:39:15.777" v="179" actId="1076"/>
          <ac:picMkLst>
            <pc:docMk/>
            <pc:sldMk cId="0" sldId="372"/>
            <ac:picMk id="78852" creationId="{698D94F0-9B82-46C7-B735-4F93695DB9A6}"/>
          </ac:picMkLst>
        </pc:picChg>
      </pc:sldChg>
      <pc:sldChg chg="delSp modSp add mod modTransition">
        <pc:chgData name="Ms Alina Arshad" userId="cccdfd85-d35d-4453-9c6f-a463aae40722" providerId="ADAL" clId="{700AA452-C530-416E-96E5-BDDCF9860929}" dt="2024-09-28T18:48:27.419" v="132" actId="478"/>
        <pc:sldMkLst>
          <pc:docMk/>
          <pc:sldMk cId="0" sldId="384"/>
        </pc:sldMkLst>
        <pc:spChg chg="del">
          <ac:chgData name="Ms Alina Arshad" userId="cccdfd85-d35d-4453-9c6f-a463aae40722" providerId="ADAL" clId="{700AA452-C530-416E-96E5-BDDCF9860929}" dt="2024-09-28T18:48:27.419" v="132" actId="478"/>
          <ac:spMkLst>
            <pc:docMk/>
            <pc:sldMk cId="0" sldId="384"/>
            <ac:spMk id="45058" creationId="{F5A5FDB9-F4E1-AF56-BB8A-D14E39931F53}"/>
          </ac:spMkLst>
        </pc:spChg>
        <pc:spChg chg="mod">
          <ac:chgData name="Ms Alina Arshad" userId="cccdfd85-d35d-4453-9c6f-a463aae40722" providerId="ADAL" clId="{700AA452-C530-416E-96E5-BDDCF9860929}" dt="2024-09-28T18:48:08.791" v="129" actId="207"/>
          <ac:spMkLst>
            <pc:docMk/>
            <pc:sldMk cId="0" sldId="384"/>
            <ac:spMk id="45059" creationId="{84D44900-4D45-4C5B-F55E-8C00BDEFF2B6}"/>
          </ac:spMkLst>
        </pc:spChg>
        <pc:spChg chg="mod">
          <ac:chgData name="Ms Alina Arshad" userId="cccdfd85-d35d-4453-9c6f-a463aae40722" providerId="ADAL" clId="{700AA452-C530-416E-96E5-BDDCF9860929}" dt="2024-09-28T18:48:24.244" v="131" actId="12"/>
          <ac:spMkLst>
            <pc:docMk/>
            <pc:sldMk cId="0" sldId="384"/>
            <ac:spMk id="45060" creationId="{91B64F00-F425-3490-70A7-8C5948A081EA}"/>
          </ac:spMkLst>
        </pc:spChg>
      </pc:sldChg>
      <pc:sldChg chg="modSp mod">
        <pc:chgData name="Ms Alina Arshad" userId="cccdfd85-d35d-4453-9c6f-a463aae40722" providerId="ADAL" clId="{700AA452-C530-416E-96E5-BDDCF9860929}" dt="2024-09-30T18:51:31.050" v="210" actId="403"/>
        <pc:sldMkLst>
          <pc:docMk/>
          <pc:sldMk cId="0" sldId="392"/>
        </pc:sldMkLst>
        <pc:spChg chg="mod">
          <ac:chgData name="Ms Alina Arshad" userId="cccdfd85-d35d-4453-9c6f-a463aae40722" providerId="ADAL" clId="{700AA452-C530-416E-96E5-BDDCF9860929}" dt="2024-09-30T18:51:21.703" v="208" actId="1076"/>
          <ac:spMkLst>
            <pc:docMk/>
            <pc:sldMk cId="0" sldId="392"/>
            <ac:spMk id="82946" creationId="{E151F0DE-2290-4565-B2AF-2946B137DBDA}"/>
          </ac:spMkLst>
        </pc:spChg>
        <pc:spChg chg="mod">
          <ac:chgData name="Ms Alina Arshad" userId="cccdfd85-d35d-4453-9c6f-a463aae40722" providerId="ADAL" clId="{700AA452-C530-416E-96E5-BDDCF9860929}" dt="2024-09-30T18:51:31.050" v="210" actId="403"/>
          <ac:spMkLst>
            <pc:docMk/>
            <pc:sldMk cId="0" sldId="392"/>
            <ac:spMk id="82947" creationId="{718E235B-BEB1-4C55-9204-377314CEE69D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1:58.386" v="217" actId="113"/>
        <pc:sldMkLst>
          <pc:docMk/>
          <pc:sldMk cId="0" sldId="396"/>
        </pc:sldMkLst>
        <pc:spChg chg="mod">
          <ac:chgData name="Ms Alina Arshad" userId="cccdfd85-d35d-4453-9c6f-a463aae40722" providerId="ADAL" clId="{700AA452-C530-416E-96E5-BDDCF9860929}" dt="2024-09-30T18:51:58.386" v="217" actId="113"/>
          <ac:spMkLst>
            <pc:docMk/>
            <pc:sldMk cId="0" sldId="396"/>
            <ac:spMk id="83970" creationId="{0BE439A8-31E1-4FAD-A6BE-A942378CBD17}"/>
          </ac:spMkLst>
        </pc:spChg>
        <pc:picChg chg="del mod">
          <ac:chgData name="Ms Alina Arshad" userId="cccdfd85-d35d-4453-9c6f-a463aae40722" providerId="ADAL" clId="{700AA452-C530-416E-96E5-BDDCF9860929}" dt="2024-09-30T18:51:47.699" v="213" actId="478"/>
          <ac:picMkLst>
            <pc:docMk/>
            <pc:sldMk cId="0" sldId="396"/>
            <ac:picMk id="83974" creationId="{4CDE9EC7-1771-4D94-B064-F61198DC51C7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45:49.091" v="116" actId="478"/>
        <pc:sldMkLst>
          <pc:docMk/>
          <pc:sldMk cId="1634129650" sldId="397"/>
        </pc:sldMkLst>
        <pc:spChg chg="del">
          <ac:chgData name="Ms Alina Arshad" userId="cccdfd85-d35d-4453-9c6f-a463aae40722" providerId="ADAL" clId="{700AA452-C530-416E-96E5-BDDCF9860929}" dt="2024-09-22T13:45:49.091" v="116" actId="478"/>
          <ac:spMkLst>
            <pc:docMk/>
            <pc:sldMk cId="1634129650" sldId="397"/>
            <ac:spMk id="2" creationId="{76698A79-8446-4955-82E7-25E504015F3E}"/>
          </ac:spMkLst>
        </pc:spChg>
        <pc:spChg chg="mod">
          <ac:chgData name="Ms Alina Arshad" userId="cccdfd85-d35d-4453-9c6f-a463aae40722" providerId="ADAL" clId="{700AA452-C530-416E-96E5-BDDCF9860929}" dt="2024-09-22T13:45:45.855" v="115" actId="12"/>
          <ac:spMkLst>
            <pc:docMk/>
            <pc:sldMk cId="1634129650" sldId="397"/>
            <ac:spMk id="3" creationId="{566192B2-7CA6-4494-AAC2-7D51C0489E13}"/>
          </ac:spMkLst>
        </pc:spChg>
      </pc:sldChg>
      <pc:sldChg chg="del">
        <pc:chgData name="Ms Alina Arshad" userId="cccdfd85-d35d-4453-9c6f-a463aae40722" providerId="ADAL" clId="{700AA452-C530-416E-96E5-BDDCF9860929}" dt="2024-09-22T13:30:24.076" v="6" actId="47"/>
        <pc:sldMkLst>
          <pc:docMk/>
          <pc:sldMk cId="818196387" sldId="398"/>
        </pc:sldMkLst>
      </pc:sldChg>
      <pc:sldChg chg="del">
        <pc:chgData name="Ms Alina Arshad" userId="cccdfd85-d35d-4453-9c6f-a463aae40722" providerId="ADAL" clId="{700AA452-C530-416E-96E5-BDDCF9860929}" dt="2024-09-22T13:30:24.415" v="7" actId="47"/>
        <pc:sldMkLst>
          <pc:docMk/>
          <pc:sldMk cId="3016557581" sldId="399"/>
        </pc:sldMkLst>
      </pc:sldChg>
      <pc:sldChg chg="del">
        <pc:chgData name="Ms Alina Arshad" userId="cccdfd85-d35d-4453-9c6f-a463aae40722" providerId="ADAL" clId="{700AA452-C530-416E-96E5-BDDCF9860929}" dt="2024-09-22T13:30:25.184" v="9" actId="47"/>
        <pc:sldMkLst>
          <pc:docMk/>
          <pc:sldMk cId="778265951" sldId="400"/>
        </pc:sldMkLst>
      </pc:sldChg>
      <pc:sldChg chg="del">
        <pc:chgData name="Ms Alina Arshad" userId="cccdfd85-d35d-4453-9c6f-a463aae40722" providerId="ADAL" clId="{700AA452-C530-416E-96E5-BDDCF9860929}" dt="2024-09-22T13:30:27.655" v="15" actId="47"/>
        <pc:sldMkLst>
          <pc:docMk/>
          <pc:sldMk cId="978211767" sldId="401"/>
        </pc:sldMkLst>
      </pc:sldChg>
      <pc:sldChg chg="del">
        <pc:chgData name="Ms Alina Arshad" userId="cccdfd85-d35d-4453-9c6f-a463aae40722" providerId="ADAL" clId="{700AA452-C530-416E-96E5-BDDCF9860929}" dt="2024-09-22T13:30:28.051" v="16" actId="47"/>
        <pc:sldMkLst>
          <pc:docMk/>
          <pc:sldMk cId="20141498" sldId="402"/>
        </pc:sldMkLst>
      </pc:sldChg>
      <pc:sldMasterChg chg="modSldLayout">
        <pc:chgData name="Ms Alina Arshad" userId="cccdfd85-d35d-4453-9c6f-a463aae40722" providerId="ADAL" clId="{700AA452-C530-416E-96E5-BDDCF9860929}" dt="2024-09-22T13:44:14.924" v="99" actId="16037"/>
        <pc:sldMasterMkLst>
          <pc:docMk/>
          <pc:sldMasterMk cId="1090009938" sldId="2147483660"/>
        </pc:sldMasterMkLst>
        <pc:sldLayoutChg chg="modSp">
          <pc:chgData name="Ms Alina Arshad" userId="cccdfd85-d35d-4453-9c6f-a463aae40722" providerId="ADAL" clId="{700AA452-C530-416E-96E5-BDDCF9860929}" dt="2024-09-22T13:44:14.924" v="99" actId="16037"/>
          <pc:sldLayoutMkLst>
            <pc:docMk/>
            <pc:sldMasterMk cId="1090009938" sldId="2147483660"/>
            <pc:sldLayoutMk cId="2573694011" sldId="2147483662"/>
          </pc:sldLayoutMkLst>
          <pc:spChg chg="mod">
            <ac:chgData name="Ms Alina Arshad" userId="cccdfd85-d35d-4453-9c6f-a463aae40722" providerId="ADAL" clId="{700AA452-C530-416E-96E5-BDDCF9860929}" dt="2024-09-22T13:44:14.924" v="99" actId="16037"/>
            <ac:spMkLst>
              <pc:docMk/>
              <pc:sldMasterMk cId="1090009938" sldId="2147483660"/>
              <pc:sldLayoutMk cId="2573694011" sldId="2147483662"/>
              <ac:spMk id="3" creationId="{00000000-0000-0000-0000-000000000000}"/>
            </ac:spMkLst>
          </pc:spChg>
        </pc:sldLayoutChg>
      </pc:sldMasterChg>
    </pc:docChg>
  </pc:docChgLst>
  <pc:docChgLst>
    <pc:chgData name="Ms Alina Arshad" userId="cccdfd85-d35d-4453-9c6f-a463aae40722" providerId="ADAL" clId="{D4C91E6F-B9DD-440D-9732-C61CDFB6C2C8}"/>
    <pc:docChg chg="undo custSel addSld delSld modSld">
      <pc:chgData name="Ms Alina Arshad" userId="cccdfd85-d35d-4453-9c6f-a463aae40722" providerId="ADAL" clId="{D4C91E6F-B9DD-440D-9732-C61CDFB6C2C8}" dt="2024-09-22T13:28:42.450" v="404" actId="1076"/>
      <pc:docMkLst>
        <pc:docMk/>
      </pc:docMkLst>
      <pc:sldChg chg="new del">
        <pc:chgData name="Ms Alina Arshad" userId="cccdfd85-d35d-4453-9c6f-a463aae40722" providerId="ADAL" clId="{D4C91E6F-B9DD-440D-9732-C61CDFB6C2C8}" dt="2024-09-22T13:07:42.221" v="218" actId="680"/>
        <pc:sldMkLst>
          <pc:docMk/>
          <pc:sldMk cId="1855390167" sldId="256"/>
        </pc:sldMkLst>
      </pc:sldChg>
      <pc:sldChg chg="modSp add del mod">
        <pc:chgData name="Ms Alina Arshad" userId="cccdfd85-d35d-4453-9c6f-a463aae40722" providerId="ADAL" clId="{D4C91E6F-B9DD-440D-9732-C61CDFB6C2C8}" dt="2024-09-22T13:07:42.671" v="219" actId="47"/>
        <pc:sldMkLst>
          <pc:docMk/>
          <pc:sldMk cId="3322361034" sldId="256"/>
        </pc:sldMkLst>
        <pc:spChg chg="mod">
          <ac:chgData name="Ms Alina Arshad" userId="cccdfd85-d35d-4453-9c6f-a463aae40722" providerId="ADAL" clId="{D4C91E6F-B9DD-440D-9732-C61CDFB6C2C8}" dt="2024-09-22T13:02:12.272" v="129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D4C91E6F-B9DD-440D-9732-C61CDFB6C2C8}" dt="2024-09-22T13:02:23.599" v="131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D4C91E6F-B9DD-440D-9732-C61CDFB6C2C8}" dt="2024-09-22T13:08:06.675" v="233" actId="47"/>
        <pc:sldMkLst>
          <pc:docMk/>
          <pc:sldMk cId="2343470586" sldId="257"/>
        </pc:sldMkLst>
        <pc:spChg chg="mod">
          <ac:chgData name="Ms Alina Arshad" userId="cccdfd85-d35d-4453-9c6f-a463aae40722" providerId="ADAL" clId="{D4C91E6F-B9DD-440D-9732-C61CDFB6C2C8}" dt="2024-09-22T13:07:58.750" v="224" actId="27636"/>
          <ac:spMkLst>
            <pc:docMk/>
            <pc:sldMk cId="2343470586" sldId="257"/>
            <ac:spMk id="3" creationId="{1A620018-CE39-4020-94EA-A75332477218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43.147" v="220" actId="47"/>
        <pc:sldMkLst>
          <pc:docMk/>
          <pc:sldMk cId="0" sldId="258"/>
        </pc:sldMkLst>
        <pc:spChg chg="mod">
          <ac:chgData name="Ms Alina Arshad" userId="cccdfd85-d35d-4453-9c6f-a463aae40722" providerId="ADAL" clId="{D4C91E6F-B9DD-440D-9732-C61CDFB6C2C8}" dt="2024-09-22T13:02:43.692" v="134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3:02.394" v="138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 modNotesTx">
        <pc:chgData name="Ms Alina Arshad" userId="cccdfd85-d35d-4453-9c6f-a463aae40722" providerId="ADAL" clId="{D4C91E6F-B9DD-440D-9732-C61CDFB6C2C8}" dt="2024-09-22T13:08:24.737" v="236"/>
        <pc:sldMkLst>
          <pc:docMk/>
          <pc:sldMk cId="0" sldId="259"/>
        </pc:sldMkLst>
        <pc:grpChg chg="mod">
          <ac:chgData name="Ms Alina Arshad" userId="cccdfd85-d35d-4453-9c6f-a463aae40722" providerId="ADAL" clId="{D4C91E6F-B9DD-440D-9732-C61CDFB6C2C8}" dt="2024-09-22T13:03:09.171" v="139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Ms Alina Arshad" userId="cccdfd85-d35d-4453-9c6f-a463aae40722" providerId="ADAL" clId="{D4C91E6F-B9DD-440D-9732-C61CDFB6C2C8}" dt="2024-09-22T13:03:15.346" v="140" actId="2085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 modNotesTx">
        <pc:chgData name="Ms Alina Arshad" userId="cccdfd85-d35d-4453-9c6f-a463aae40722" providerId="ADAL" clId="{D4C91E6F-B9DD-440D-9732-C61CDFB6C2C8}" dt="2024-09-22T13:08:41.224" v="238"/>
        <pc:sldMkLst>
          <pc:docMk/>
          <pc:sldMk cId="0" sldId="260"/>
        </pc:sldMkLst>
        <pc:spChg chg="mod">
          <ac:chgData name="Ms Alina Arshad" userId="cccdfd85-d35d-4453-9c6f-a463aae40722" providerId="ADAL" clId="{D4C91E6F-B9DD-440D-9732-C61CDFB6C2C8}" dt="2024-09-22T13:03:43.152" v="14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4:20.885" v="16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37.134" v="212" actId="47"/>
        <pc:sldMkLst>
          <pc:docMk/>
          <pc:sldMk cId="0" sldId="261"/>
        </pc:sldMkLst>
        <pc:spChg chg="mod">
          <ac:chgData name="Ms Alina Arshad" userId="cccdfd85-d35d-4453-9c6f-a463aae40722" providerId="ADAL" clId="{D4C91E6F-B9DD-440D-9732-C61CDFB6C2C8}" dt="2024-09-22T13:04:32.763" v="1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6:27.187" v="166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Ms Alina Arshad" userId="cccdfd85-d35d-4453-9c6f-a463aae40722" providerId="ADAL" clId="{D4C91E6F-B9DD-440D-9732-C61CDFB6C2C8}" dt="2024-09-22T13:04:36.578" v="16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 del">
        <pc:chgData name="Ms Alina Arshad" userId="cccdfd85-d35d-4453-9c6f-a463aae40722" providerId="ADAL" clId="{D4C91E6F-B9DD-440D-9732-C61CDFB6C2C8}" dt="2024-09-22T13:08:06.214" v="232" actId="47"/>
        <pc:sldMkLst>
          <pc:docMk/>
          <pc:sldMk cId="3815384740" sldId="261"/>
        </pc:sldMkLst>
      </pc:sldChg>
      <pc:sldChg chg="add del">
        <pc:chgData name="Ms Alina Arshad" userId="cccdfd85-d35d-4453-9c6f-a463aae40722" providerId="ADAL" clId="{D4C91E6F-B9DD-440D-9732-C61CDFB6C2C8}" dt="2024-09-22T13:07:35.157" v="167" actId="47"/>
        <pc:sldMkLst>
          <pc:docMk/>
          <pc:sldMk cId="0" sldId="262"/>
        </pc:sldMkLst>
      </pc:sldChg>
      <pc:sldChg chg="add del">
        <pc:chgData name="Ms Alina Arshad" userId="cccdfd85-d35d-4453-9c6f-a463aae40722" providerId="ADAL" clId="{D4C91E6F-B9DD-440D-9732-C61CDFB6C2C8}" dt="2024-09-22T13:08:14.053" v="234" actId="47"/>
        <pc:sldMkLst>
          <pc:docMk/>
          <pc:sldMk cId="129713762" sldId="262"/>
        </pc:sldMkLst>
      </pc:sldChg>
      <pc:sldChg chg="add del">
        <pc:chgData name="Ms Alina Arshad" userId="cccdfd85-d35d-4453-9c6f-a463aae40722" providerId="ADAL" clId="{D4C91E6F-B9DD-440D-9732-C61CDFB6C2C8}" dt="2024-09-22T13:07:35.672" v="168" actId="47"/>
        <pc:sldMkLst>
          <pc:docMk/>
          <pc:sldMk cId="0" sldId="263"/>
        </pc:sldMkLst>
      </pc:sldChg>
      <pc:sldChg chg="add del setBg">
        <pc:chgData name="Ms Alina Arshad" userId="cccdfd85-d35d-4453-9c6f-a463aae40722" providerId="ADAL" clId="{D4C91E6F-B9DD-440D-9732-C61CDFB6C2C8}" dt="2024-09-22T13:08:22.006" v="235" actId="47"/>
        <pc:sldMkLst>
          <pc:docMk/>
          <pc:sldMk cId="3764556304" sldId="263"/>
        </pc:sldMkLst>
      </pc:sldChg>
      <pc:sldChg chg="add del">
        <pc:chgData name="Ms Alina Arshad" userId="cccdfd85-d35d-4453-9c6f-a463aae40722" providerId="ADAL" clId="{D4C91E6F-B9DD-440D-9732-C61CDFB6C2C8}" dt="2024-09-22T13:07:35.700" v="169" actId="47"/>
        <pc:sldMkLst>
          <pc:docMk/>
          <pc:sldMk cId="0" sldId="264"/>
        </pc:sldMkLst>
      </pc:sldChg>
      <pc:sldChg chg="add del">
        <pc:chgData name="Ms Alina Arshad" userId="cccdfd85-d35d-4453-9c6f-a463aae40722" providerId="ADAL" clId="{D4C91E6F-B9DD-440D-9732-C61CDFB6C2C8}" dt="2024-09-22T13:08:34.058" v="237" actId="47"/>
        <pc:sldMkLst>
          <pc:docMk/>
          <pc:sldMk cId="1207064355" sldId="264"/>
        </pc:sldMkLst>
      </pc:sldChg>
      <pc:sldChg chg="add del">
        <pc:chgData name="Ms Alina Arshad" userId="cccdfd85-d35d-4453-9c6f-a463aae40722" providerId="ADAL" clId="{D4C91E6F-B9DD-440D-9732-C61CDFB6C2C8}" dt="2024-09-22T13:07:35.725" v="170" actId="47"/>
        <pc:sldMkLst>
          <pc:docMk/>
          <pc:sldMk cId="1577505814" sldId="265"/>
        </pc:sldMkLst>
        <pc:spChg chg="mod">
          <ac:chgData name="Ms Alina Arshad" userId="cccdfd85-d35d-4453-9c6f-a463aae40722" providerId="ADAL" clId="{D4C91E6F-B9DD-440D-9732-C61CDFB6C2C8}" dt="2024-09-22T13:08:55.410" v="241" actId="14100"/>
          <ac:spMkLst>
            <pc:docMk/>
            <pc:sldMk cId="1577505814" sldId="265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09:39.028" v="256" actId="20577"/>
          <ac:spMkLst>
            <pc:docMk/>
            <pc:sldMk cId="1577505814" sldId="265"/>
            <ac:spMk id="3" creationId="{E63F2E24-C7BF-41F5-B648-FAA96C5DE71A}"/>
          </ac:spMkLst>
        </pc:spChg>
        <pc:spChg chg="mod">
          <ac:chgData name="Ms Alina Arshad" userId="cccdfd85-d35d-4453-9c6f-a463aae40722" providerId="ADAL" clId="{D4C91E6F-B9DD-440D-9732-C61CDFB6C2C8}" dt="2024-09-22T13:15:03.116" v="266" actId="1076"/>
          <ac:spMkLst>
            <pc:docMk/>
            <pc:sldMk cId="1577505814" sldId="265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4:56.785" v="264" actId="1076"/>
          <ac:picMkLst>
            <pc:docMk/>
            <pc:sldMk cId="1577505814" sldId="265"/>
            <ac:picMk id="5" creationId="{28B6A947-1E80-48EF-9AA4-2B6CCB11361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770" v="171" actId="47"/>
        <pc:sldMkLst>
          <pc:docMk/>
          <pc:sldMk cId="1582826008" sldId="266"/>
        </pc:sldMkLst>
        <pc:spChg chg="mod">
          <ac:chgData name="Ms Alina Arshad" userId="cccdfd85-d35d-4453-9c6f-a463aae40722" providerId="ADAL" clId="{D4C91E6F-B9DD-440D-9732-C61CDFB6C2C8}" dt="2024-09-22T13:19:27.669" v="311" actId="14100"/>
          <ac:spMkLst>
            <pc:docMk/>
            <pc:sldMk cId="1582826008" sldId="266"/>
            <ac:spMk id="2" creationId="{46EBB6ED-E43E-4705-8E79-74B8B05AAD23}"/>
          </ac:spMkLst>
        </pc:spChg>
        <pc:spChg chg="mod">
          <ac:chgData name="Ms Alina Arshad" userId="cccdfd85-d35d-4453-9c6f-a463aae40722" providerId="ADAL" clId="{D4C91E6F-B9DD-440D-9732-C61CDFB6C2C8}" dt="2024-09-22T13:20:12.385" v="318" actId="12"/>
          <ac:spMkLst>
            <pc:docMk/>
            <pc:sldMk cId="1582826008" sldId="266"/>
            <ac:spMk id="3" creationId="{4196CBF0-4754-427D-8A38-7DDD2A8EC7AF}"/>
          </ac:spMkLst>
        </pc:spChg>
      </pc:sldChg>
      <pc:sldChg chg="modSp add mod">
        <pc:chgData name="Ms Alina Arshad" userId="cccdfd85-d35d-4453-9c6f-a463aae40722" providerId="ADAL" clId="{D4C91E6F-B9DD-440D-9732-C61CDFB6C2C8}" dt="2024-09-22T13:23:30.753" v="35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D4C91E6F-B9DD-440D-9732-C61CDFB6C2C8}" dt="2024-09-22T13:22:57.244" v="346" actId="207"/>
          <ac:spMkLst>
            <pc:docMk/>
            <pc:sldMk cId="731299161" sldId="267"/>
            <ac:spMk id="2" creationId="{9201C7C5-381E-4176-A65A-204F25AA8BDC}"/>
          </ac:spMkLst>
        </pc:spChg>
        <pc:spChg chg="mod">
          <ac:chgData name="Ms Alina Arshad" userId="cccdfd85-d35d-4453-9c6f-a463aae40722" providerId="ADAL" clId="{D4C91E6F-B9DD-440D-9732-C61CDFB6C2C8}" dt="2024-09-22T13:23:15.910" v="351" actId="27636"/>
          <ac:spMkLst>
            <pc:docMk/>
            <pc:sldMk cId="731299161" sldId="267"/>
            <ac:spMk id="3" creationId="{FCCFEEAF-64FB-4C56-B9BC-E9CF77168172}"/>
          </ac:spMkLst>
        </pc:spChg>
        <pc:picChg chg="mod">
          <ac:chgData name="Ms Alina Arshad" userId="cccdfd85-d35d-4453-9c6f-a463aae40722" providerId="ADAL" clId="{D4C91E6F-B9DD-440D-9732-C61CDFB6C2C8}" dt="2024-09-22T13:23:19.471" v="352" actId="1076"/>
          <ac:picMkLst>
            <pc:docMk/>
            <pc:sldMk cId="731299161" sldId="267"/>
            <ac:picMk id="5" creationId="{8353E4DA-5B96-4841-87DE-4D047CCEE14B}"/>
          </ac:picMkLst>
        </pc:picChg>
        <pc:picChg chg="mod">
          <ac:chgData name="Ms Alina Arshad" userId="cccdfd85-d35d-4453-9c6f-a463aae40722" providerId="ADAL" clId="{D4C91E6F-B9DD-440D-9732-C61CDFB6C2C8}" dt="2024-09-22T13:23:30.753" v="355" actId="1076"/>
          <ac:picMkLst>
            <pc:docMk/>
            <pc:sldMk cId="731299161" sldId="267"/>
            <ac:picMk id="7" creationId="{8F9DBF2E-B7FC-4CA0-B16C-95411F8BFBDA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51" v="173" actId="47"/>
        <pc:sldMkLst>
          <pc:docMk/>
          <pc:sldMk cId="90329638" sldId="268"/>
        </pc:sldMkLst>
        <pc:spChg chg="mod">
          <ac:chgData name="Ms Alina Arshad" userId="cccdfd85-d35d-4453-9c6f-a463aae40722" providerId="ADAL" clId="{D4C91E6F-B9DD-440D-9732-C61CDFB6C2C8}" dt="2024-09-22T13:20:29.385" v="322" actId="207"/>
          <ac:spMkLst>
            <pc:docMk/>
            <pc:sldMk cId="90329638" sldId="268"/>
            <ac:spMk id="2" creationId="{4EDE3C3C-40B3-4F0A-A7FF-AB655B1FF156}"/>
          </ac:spMkLst>
        </pc:spChg>
        <pc:picChg chg="mod">
          <ac:chgData name="Ms Alina Arshad" userId="cccdfd85-d35d-4453-9c6f-a463aae40722" providerId="ADAL" clId="{D4C91E6F-B9DD-440D-9732-C61CDFB6C2C8}" dt="2024-09-22T13:20:25.320" v="321" actId="1076"/>
          <ac:picMkLst>
            <pc:docMk/>
            <pc:sldMk cId="90329638" sldId="268"/>
            <ac:picMk id="4" creationId="{DB3C41BB-6C26-4A8B-9A8A-A3637402DEC3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83" v="174" actId="47"/>
        <pc:sldMkLst>
          <pc:docMk/>
          <pc:sldMk cId="2295129282" sldId="269"/>
        </pc:sldMkLst>
        <pc:spChg chg="mod">
          <ac:chgData name="Ms Alina Arshad" userId="cccdfd85-d35d-4453-9c6f-a463aae40722" providerId="ADAL" clId="{D4C91E6F-B9DD-440D-9732-C61CDFB6C2C8}" dt="2024-09-22T13:20:33.194" v="323" actId="207"/>
          <ac:spMkLst>
            <pc:docMk/>
            <pc:sldMk cId="2295129282" sldId="269"/>
            <ac:spMk id="2" creationId="{93C8DEF6-C2A6-4FFE-93D4-B72310FBBE69}"/>
          </ac:spMkLst>
        </pc:spChg>
        <pc:spChg chg="mod">
          <ac:chgData name="Ms Alina Arshad" userId="cccdfd85-d35d-4453-9c6f-a463aae40722" providerId="ADAL" clId="{D4C91E6F-B9DD-440D-9732-C61CDFB6C2C8}" dt="2024-09-22T13:20:54.354" v="327" actId="12"/>
          <ac:spMkLst>
            <pc:docMk/>
            <pc:sldMk cId="2295129282" sldId="269"/>
            <ac:spMk id="3" creationId="{66EFAC1E-5121-41BA-9011-3E368A014F17}"/>
          </ac:spMkLst>
        </pc:spChg>
      </pc:sldChg>
      <pc:sldChg chg="add del">
        <pc:chgData name="Ms Alina Arshad" userId="cccdfd85-d35d-4453-9c6f-a463aae40722" providerId="ADAL" clId="{D4C91E6F-B9DD-440D-9732-C61CDFB6C2C8}" dt="2024-09-22T13:07:35.915" v="175" actId="47"/>
        <pc:sldMkLst>
          <pc:docMk/>
          <pc:sldMk cId="2090315159" sldId="270"/>
        </pc:sldMkLst>
        <pc:spChg chg="del mod">
          <ac:chgData name="Ms Alina Arshad" userId="cccdfd85-d35d-4453-9c6f-a463aae40722" providerId="ADAL" clId="{D4C91E6F-B9DD-440D-9732-C61CDFB6C2C8}" dt="2024-09-22T13:21:00.410" v="329" actId="478"/>
          <ac:spMkLst>
            <pc:docMk/>
            <pc:sldMk cId="2090315159" sldId="270"/>
            <ac:spMk id="2" creationId="{0426256D-2615-4908-82AE-C041376F8B14}"/>
          </ac:spMkLst>
        </pc:spChg>
        <pc:picChg chg="mod">
          <ac:chgData name="Ms Alina Arshad" userId="cccdfd85-d35d-4453-9c6f-a463aae40722" providerId="ADAL" clId="{D4C91E6F-B9DD-440D-9732-C61CDFB6C2C8}" dt="2024-09-22T13:21:05.927" v="331" actId="14100"/>
          <ac:picMkLst>
            <pc:docMk/>
            <pc:sldMk cId="2090315159" sldId="270"/>
            <ac:picMk id="5" creationId="{25C3C4F9-7925-4068-AA4C-4E3D602F577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946" v="176" actId="47"/>
        <pc:sldMkLst>
          <pc:docMk/>
          <pc:sldMk cId="3034138166" sldId="271"/>
        </pc:sldMkLst>
        <pc:spChg chg="mod">
          <ac:chgData name="Ms Alina Arshad" userId="cccdfd85-d35d-4453-9c6f-a463aae40722" providerId="ADAL" clId="{D4C91E6F-B9DD-440D-9732-C61CDFB6C2C8}" dt="2024-09-22T13:21:39.851" v="338" actId="207"/>
          <ac:spMkLst>
            <pc:docMk/>
            <pc:sldMk cId="3034138166" sldId="271"/>
            <ac:spMk id="2" creationId="{8C9FE61B-36F7-43C1-B94F-337BAEC25346}"/>
          </ac:spMkLst>
        </pc:spChg>
        <pc:spChg chg="mod">
          <ac:chgData name="Ms Alina Arshad" userId="cccdfd85-d35d-4453-9c6f-a463aae40722" providerId="ADAL" clId="{D4C91E6F-B9DD-440D-9732-C61CDFB6C2C8}" dt="2024-09-22T13:21:35.824" v="337" actId="12"/>
          <ac:spMkLst>
            <pc:docMk/>
            <pc:sldMk cId="3034138166" sldId="271"/>
            <ac:spMk id="3" creationId="{F4DD344C-E183-4834-ADD9-55E7821B0508}"/>
          </ac:spMkLst>
        </pc:spChg>
      </pc:sldChg>
      <pc:sldChg chg="add del">
        <pc:chgData name="Ms Alina Arshad" userId="cccdfd85-d35d-4453-9c6f-a463aae40722" providerId="ADAL" clId="{D4C91E6F-B9DD-440D-9732-C61CDFB6C2C8}" dt="2024-09-22T13:07:35.960" v="177" actId="47"/>
        <pc:sldMkLst>
          <pc:docMk/>
          <pc:sldMk cId="2504047100" sldId="272"/>
        </pc:sldMkLst>
        <pc:spChg chg="mod">
          <ac:chgData name="Ms Alina Arshad" userId="cccdfd85-d35d-4453-9c6f-a463aae40722" providerId="ADAL" clId="{D4C91E6F-B9DD-440D-9732-C61CDFB6C2C8}" dt="2024-09-22T13:25:13.354" v="360" actId="403"/>
          <ac:spMkLst>
            <pc:docMk/>
            <pc:sldMk cId="2504047100" sldId="272"/>
            <ac:spMk id="3" creationId="{63575681-B3F7-4B23-9460-6AB9C10F11E7}"/>
          </ac:spMkLst>
        </pc:spChg>
        <pc:spChg chg="mod">
          <ac:chgData name="Ms Alina Arshad" userId="cccdfd85-d35d-4453-9c6f-a463aae40722" providerId="ADAL" clId="{D4C91E6F-B9DD-440D-9732-C61CDFB6C2C8}" dt="2024-09-22T13:24:55.335" v="356" actId="207"/>
          <ac:spMkLst>
            <pc:docMk/>
            <pc:sldMk cId="2504047100" sldId="272"/>
            <ac:spMk id="6" creationId="{0D48C4BA-D3D1-40FF-B0BF-0C6BBE0932B9}"/>
          </ac:spMkLst>
        </pc:spChg>
        <pc:picChg chg="mod">
          <ac:chgData name="Ms Alina Arshad" userId="cccdfd85-d35d-4453-9c6f-a463aae40722" providerId="ADAL" clId="{D4C91E6F-B9DD-440D-9732-C61CDFB6C2C8}" dt="2024-09-22T13:25:26.652" v="363" actId="1076"/>
          <ac:picMkLst>
            <pc:docMk/>
            <pc:sldMk cId="2504047100" sldId="272"/>
            <ac:picMk id="5" creationId="{875B59C6-BD88-403C-A5A5-3503BF501A7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6:22.252" v="37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D4C91E6F-B9DD-440D-9732-C61CDFB6C2C8}" dt="2024-09-22T13:25:53.216" v="370" actId="2711"/>
          <ac:spMkLst>
            <pc:docMk/>
            <pc:sldMk cId="4283755204" sldId="273"/>
            <ac:spMk id="3" creationId="{480AF8B5-325E-40CD-8205-5DD4CE2045CE}"/>
          </ac:spMkLst>
        </pc:spChg>
        <pc:spChg chg="mod">
          <ac:chgData name="Ms Alina Arshad" userId="cccdfd85-d35d-4453-9c6f-a463aae40722" providerId="ADAL" clId="{D4C91E6F-B9DD-440D-9732-C61CDFB6C2C8}" dt="2024-09-22T13:26:22.252" v="379" actId="1076"/>
          <ac:spMkLst>
            <pc:docMk/>
            <pc:sldMk cId="4283755204" sldId="273"/>
            <ac:spMk id="6" creationId="{4BFD4BED-801D-42A3-8A5B-FF9C1516D72C}"/>
          </ac:spMkLst>
        </pc:spChg>
        <pc:picChg chg="mod">
          <ac:chgData name="Ms Alina Arshad" userId="cccdfd85-d35d-4453-9c6f-a463aae40722" providerId="ADAL" clId="{D4C91E6F-B9DD-440D-9732-C61CDFB6C2C8}" dt="2024-09-22T13:25:42.787" v="366" actId="1076"/>
          <ac:picMkLst>
            <pc:docMk/>
            <pc:sldMk cId="4283755204" sldId="273"/>
            <ac:picMk id="5" creationId="{D8DA8D51-5D53-44D8-AD01-9D3D3C4B857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42" v="179" actId="47"/>
        <pc:sldMkLst>
          <pc:docMk/>
          <pc:sldMk cId="2935103945" sldId="274"/>
        </pc:sldMkLst>
        <pc:spChg chg="mod">
          <ac:chgData name="Ms Alina Arshad" userId="cccdfd85-d35d-4453-9c6f-a463aae40722" providerId="ADAL" clId="{D4C91E6F-B9DD-440D-9732-C61CDFB6C2C8}" dt="2024-09-22T13:26:29.045" v="380" actId="207"/>
          <ac:spMkLst>
            <pc:docMk/>
            <pc:sldMk cId="2935103945" sldId="274"/>
            <ac:spMk id="2" creationId="{C68223F5-F8BE-48BC-8240-78FBA46AF802}"/>
          </ac:spMkLst>
        </pc:spChg>
        <pc:spChg chg="mod">
          <ac:chgData name="Ms Alina Arshad" userId="cccdfd85-d35d-4453-9c6f-a463aae40722" providerId="ADAL" clId="{D4C91E6F-B9DD-440D-9732-C61CDFB6C2C8}" dt="2024-09-22T13:26:45.100" v="386" actId="20577"/>
          <ac:spMkLst>
            <pc:docMk/>
            <pc:sldMk cId="2935103945" sldId="274"/>
            <ac:spMk id="3" creationId="{58F9CE5B-D0D8-4F74-8E4E-CFF85A1C2C17}"/>
          </ac:spMkLst>
        </pc:spChg>
      </pc:sldChg>
      <pc:sldChg chg="modSp add mod">
        <pc:chgData name="Ms Alina Arshad" userId="cccdfd85-d35d-4453-9c6f-a463aae40722" providerId="ADAL" clId="{D4C91E6F-B9DD-440D-9732-C61CDFB6C2C8}" dt="2024-09-22T13:27:16.223" v="393" actId="1076"/>
        <pc:sldMkLst>
          <pc:docMk/>
          <pc:sldMk cId="1497646456" sldId="275"/>
        </pc:sldMkLst>
        <pc:picChg chg="mod">
          <ac:chgData name="Ms Alina Arshad" userId="cccdfd85-d35d-4453-9c6f-a463aae40722" providerId="ADAL" clId="{D4C91E6F-B9DD-440D-9732-C61CDFB6C2C8}" dt="2024-09-22T13:27:12.158" v="392" actId="1076"/>
          <ac:picMkLst>
            <pc:docMk/>
            <pc:sldMk cId="1497646456" sldId="275"/>
            <ac:picMk id="5" creationId="{0DBB2777-7016-4A01-8AF0-F96056B9FC8F}"/>
          </ac:picMkLst>
        </pc:picChg>
        <pc:picChg chg="mod">
          <ac:chgData name="Ms Alina Arshad" userId="cccdfd85-d35d-4453-9c6f-a463aae40722" providerId="ADAL" clId="{D4C91E6F-B9DD-440D-9732-C61CDFB6C2C8}" dt="2024-09-22T13:27:16.223" v="393" actId="1076"/>
          <ac:picMkLst>
            <pc:docMk/>
            <pc:sldMk cId="1497646456" sldId="275"/>
            <ac:picMk id="6" creationId="{FA9585FB-CBE2-4A52-9153-F383B3C1533C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89" v="181" actId="47"/>
        <pc:sldMkLst>
          <pc:docMk/>
          <pc:sldMk cId="3993717517" sldId="276"/>
        </pc:sldMkLst>
        <pc:spChg chg="mod">
          <ac:chgData name="Ms Alina Arshad" userId="cccdfd85-d35d-4453-9c6f-a463aae40722" providerId="ADAL" clId="{D4C91E6F-B9DD-440D-9732-C61CDFB6C2C8}" dt="2024-09-22T13:27:41.415" v="397" actId="207"/>
          <ac:spMkLst>
            <pc:docMk/>
            <pc:sldMk cId="3993717517" sldId="276"/>
            <ac:spMk id="2" creationId="{781791DC-0148-40EC-85C5-4A802374F13F}"/>
          </ac:spMkLst>
        </pc:spChg>
        <pc:spChg chg="mod">
          <ac:chgData name="Ms Alina Arshad" userId="cccdfd85-d35d-4453-9c6f-a463aae40722" providerId="ADAL" clId="{D4C91E6F-B9DD-440D-9732-C61CDFB6C2C8}" dt="2024-09-22T13:27:50.921" v="399" actId="403"/>
          <ac:spMkLst>
            <pc:docMk/>
            <pc:sldMk cId="3993717517" sldId="276"/>
            <ac:spMk id="3" creationId="{31A7AFD5-81DA-4DED-AD8C-F310D4820705}"/>
          </ac:spMkLst>
        </pc:spChg>
      </pc:sldChg>
      <pc:sldChg chg="add del">
        <pc:chgData name="Ms Alina Arshad" userId="cccdfd85-d35d-4453-9c6f-a463aae40722" providerId="ADAL" clId="{D4C91E6F-B9DD-440D-9732-C61CDFB6C2C8}" dt="2024-09-22T13:07:36.120" v="182" actId="47"/>
        <pc:sldMkLst>
          <pc:docMk/>
          <pc:sldMk cId="0" sldId="277"/>
        </pc:sldMkLst>
      </pc:sldChg>
      <pc:sldChg chg="add del">
        <pc:chgData name="Ms Alina Arshad" userId="cccdfd85-d35d-4453-9c6f-a463aae40722" providerId="ADAL" clId="{D4C91E6F-B9DD-440D-9732-C61CDFB6C2C8}" dt="2024-09-22T13:07:36.158" v="183" actId="47"/>
        <pc:sldMkLst>
          <pc:docMk/>
          <pc:sldMk cId="2668593764" sldId="278"/>
        </pc:sldMkLst>
        <pc:spChg chg="mod">
          <ac:chgData name="Ms Alina Arshad" userId="cccdfd85-d35d-4453-9c6f-a463aae40722" providerId="ADAL" clId="{D4C91E6F-B9DD-440D-9732-C61CDFB6C2C8}" dt="2024-09-22T13:27:26.932" v="394" actId="207"/>
          <ac:spMkLst>
            <pc:docMk/>
            <pc:sldMk cId="2668593764" sldId="278"/>
            <ac:spMk id="2" creationId="{E5F7AB3E-208B-4CED-8A8F-7FD72405664D}"/>
          </ac:spMkLst>
        </pc:spChg>
        <pc:spChg chg="mod">
          <ac:chgData name="Ms Alina Arshad" userId="cccdfd85-d35d-4453-9c6f-a463aae40722" providerId="ADAL" clId="{D4C91E6F-B9DD-440D-9732-C61CDFB6C2C8}" dt="2024-09-22T13:27:35.494" v="396" actId="2711"/>
          <ac:spMkLst>
            <pc:docMk/>
            <pc:sldMk cId="2668593764" sldId="278"/>
            <ac:spMk id="3" creationId="{49F9FC7E-9E3B-42F7-B653-B264FCCAE9D8}"/>
          </ac:spMkLst>
        </pc:spChg>
      </pc:sldChg>
      <pc:sldChg chg="del">
        <pc:chgData name="Ms Alina Arshad" userId="cccdfd85-d35d-4453-9c6f-a463aae40722" providerId="ADAL" clId="{D4C91E6F-B9DD-440D-9732-C61CDFB6C2C8}" dt="2024-09-22T13:07:37.093" v="211" actId="47"/>
        <pc:sldMkLst>
          <pc:docMk/>
          <pc:sldMk cId="1325985888" sldId="279"/>
        </pc:sldMkLst>
      </pc:sldChg>
      <pc:sldChg chg="modSp add mod">
        <pc:chgData name="Ms Alina Arshad" userId="cccdfd85-d35d-4453-9c6f-a463aae40722" providerId="ADAL" clId="{D4C91E6F-B9DD-440D-9732-C61CDFB6C2C8}" dt="2024-09-22T13:07:58.843" v="228" actId="27636"/>
        <pc:sldMkLst>
          <pc:docMk/>
          <pc:sldMk cId="3703048629" sldId="279"/>
        </pc:sldMkLst>
        <pc:spChg chg="mod">
          <ac:chgData name="Ms Alina Arshad" userId="cccdfd85-d35d-4453-9c6f-a463aae40722" providerId="ADAL" clId="{D4C91E6F-B9DD-440D-9732-C61CDFB6C2C8}" dt="2024-09-22T13:07:58.843" v="228" actId="27636"/>
          <ac:spMkLst>
            <pc:docMk/>
            <pc:sldMk cId="3703048629" sldId="279"/>
            <ac:spMk id="3" creationId="{14C2275F-EEF7-4B46-8F23-7E6682716D48}"/>
          </ac:spMkLst>
        </pc:spChg>
      </pc:sldChg>
      <pc:sldChg chg="add del">
        <pc:chgData name="Ms Alina Arshad" userId="cccdfd85-d35d-4453-9c6f-a463aae40722" providerId="ADAL" clId="{D4C91E6F-B9DD-440D-9732-C61CDFB6C2C8}" dt="2024-09-22T13:02:21.183" v="130" actId="47"/>
        <pc:sldMkLst>
          <pc:docMk/>
          <pc:sldMk cId="1821615422" sldId="28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605066316" sldId="281"/>
        </pc:sldMkLst>
      </pc:sldChg>
      <pc:sldChg chg="add del">
        <pc:chgData name="Ms Alina Arshad" userId="cccdfd85-d35d-4453-9c6f-a463aae40722" providerId="ADAL" clId="{D4C91E6F-B9DD-440D-9732-C61CDFB6C2C8}" dt="2024-09-22T13:07:36.223" v="185" actId="47"/>
        <pc:sldMkLst>
          <pc:docMk/>
          <pc:sldMk cId="24697311" sldId="282"/>
        </pc:sldMkLst>
      </pc:sldChg>
      <pc:sldChg chg="modSp add mod">
        <pc:chgData name="Ms Alina Arshad" userId="cccdfd85-d35d-4453-9c6f-a463aae40722" providerId="ADAL" clId="{D4C91E6F-B9DD-440D-9732-C61CDFB6C2C8}" dt="2024-09-22T13:26:58.544" v="388" actId="14100"/>
        <pc:sldMkLst>
          <pc:docMk/>
          <pc:sldMk cId="3289392637" sldId="283"/>
        </pc:sldMkLst>
        <pc:picChg chg="mod">
          <ac:chgData name="Ms Alina Arshad" userId="cccdfd85-d35d-4453-9c6f-a463aae40722" providerId="ADAL" clId="{D4C91E6F-B9DD-440D-9732-C61CDFB6C2C8}" dt="2024-09-22T13:26:58.544" v="388" actId="14100"/>
          <ac:picMkLst>
            <pc:docMk/>
            <pc:sldMk cId="3289392637" sldId="283"/>
            <ac:picMk id="5" creationId="{E9364447-0905-4016-B0E8-FD9646A14B1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291" v="187" actId="47"/>
        <pc:sldMkLst>
          <pc:docMk/>
          <pc:sldMk cId="800652809" sldId="284"/>
        </pc:sldMkLst>
      </pc:sldChg>
      <pc:sldChg chg="add del">
        <pc:chgData name="Ms Alina Arshad" userId="cccdfd85-d35d-4453-9c6f-a463aae40722" providerId="ADAL" clId="{D4C91E6F-B9DD-440D-9732-C61CDFB6C2C8}" dt="2024-09-22T13:07:36.322" v="188" actId="47"/>
        <pc:sldMkLst>
          <pc:docMk/>
          <pc:sldMk cId="1402144616" sldId="285"/>
        </pc:sldMkLst>
        <pc:spChg chg="mo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2" creationId="{2F6CB8CE-8AA3-4A30-80C4-4E7895E4B350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6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7" creationId="{39CB82C2-DF65-4EC1-8280-F201D50F570B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9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0" creationId="{FA4CD5CB-D209-4D70-8CA4-629731C59219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1" creationId="{39CB82C2-DF65-4EC1-8280-F201D50F570B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4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5" creationId="{FA4CD5CB-D209-4D70-8CA4-629731C59219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6" creationId="{593ACC25-C262-417A-8AA9-0641C772BDB6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9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21" creationId="{593ACC25-C262-417A-8AA9-0641C772BDB6}"/>
          </ac:spMkLst>
        </pc:spChg>
        <pc:picChg chg="mod">
          <ac:chgData name="Ms Alina Arshad" userId="cccdfd85-d35d-4453-9c6f-a463aae40722" providerId="ADAL" clId="{D4C91E6F-B9DD-440D-9732-C61CDFB6C2C8}" dt="2024-09-22T13:16:44.250" v="292" actId="1076"/>
          <ac:picMkLst>
            <pc:docMk/>
            <pc:sldMk cId="1402144616" sldId="285"/>
            <ac:picMk id="4" creationId="{2D2785FA-9ADF-4C9B-A0F6-034810D10C6E}"/>
          </ac:picMkLst>
        </pc:pic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8" creationId="{7E1D4427-852B-4B37-8E76-0E9F1810BA2A}"/>
          </ac:cxnSpMkLst>
        </pc:cxn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12" creationId="{5C6A2BAE-B461-4B55-8E1F-0722ABDD1393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3" creationId="{7E1D4427-852B-4B37-8E76-0E9F1810BA2A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7" creationId="{5C6A2BAE-B461-4B55-8E1F-0722ABDD1393}"/>
          </ac:cxnSpMkLst>
        </pc:cxnChg>
      </pc:sldChg>
      <pc:sldChg chg="add del">
        <pc:chgData name="Ms Alina Arshad" userId="cccdfd85-d35d-4453-9c6f-a463aae40722" providerId="ADAL" clId="{D4C91E6F-B9DD-440D-9732-C61CDFB6C2C8}" dt="2024-09-22T13:07:36.353" v="189" actId="47"/>
        <pc:sldMkLst>
          <pc:docMk/>
          <pc:sldMk cId="0" sldId="286"/>
        </pc:sldMkLst>
      </pc:sldChg>
      <pc:sldChg chg="delSp modSp add mod">
        <pc:chgData name="Ms Alina Arshad" userId="cccdfd85-d35d-4453-9c6f-a463aae40722" providerId="ADAL" clId="{D4C91E6F-B9DD-440D-9732-C61CDFB6C2C8}" dt="2024-09-22T13:28:42.450" v="404" actId="1076"/>
        <pc:sldMkLst>
          <pc:docMk/>
          <pc:sldMk cId="3229345964" sldId="287"/>
        </pc:sldMkLst>
        <pc:spChg chg="del">
          <ac:chgData name="Ms Alina Arshad" userId="cccdfd85-d35d-4453-9c6f-a463aae40722" providerId="ADAL" clId="{D4C91E6F-B9DD-440D-9732-C61CDFB6C2C8}" dt="2024-09-22T13:28:32.954" v="400" actId="478"/>
          <ac:spMkLst>
            <pc:docMk/>
            <pc:sldMk cId="3229345964" sldId="287"/>
            <ac:spMk id="2" creationId="{5DA081F5-16CF-4CA2-A173-0E030024A636}"/>
          </ac:spMkLst>
        </pc:spChg>
        <pc:picChg chg="mod">
          <ac:chgData name="Ms Alina Arshad" userId="cccdfd85-d35d-4453-9c6f-a463aae40722" providerId="ADAL" clId="{D4C91E6F-B9DD-440D-9732-C61CDFB6C2C8}" dt="2024-09-22T13:28:42.450" v="404" actId="1076"/>
          <ac:picMkLst>
            <pc:docMk/>
            <pc:sldMk cId="3229345964" sldId="287"/>
            <ac:picMk id="5" creationId="{8EF4BFF1-87E0-4AF5-83CA-F11370D161B8}"/>
          </ac:picMkLst>
        </pc:pic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02870935" sldId="288"/>
        </pc:sldMkLst>
      </pc:sldChg>
      <pc:sldChg chg="add del">
        <pc:chgData name="Ms Alina Arshad" userId="cccdfd85-d35d-4453-9c6f-a463aae40722" providerId="ADAL" clId="{D4C91E6F-B9DD-440D-9732-C61CDFB6C2C8}" dt="2024-09-22T13:07:36.456" v="192" actId="47"/>
        <pc:sldMkLst>
          <pc:docMk/>
          <pc:sldMk cId="0" sldId="289"/>
        </pc:sldMkLst>
      </pc:sldChg>
      <pc:sldChg chg="add del">
        <pc:chgData name="Ms Alina Arshad" userId="cccdfd85-d35d-4453-9c6f-a463aae40722" providerId="ADAL" clId="{D4C91E6F-B9DD-440D-9732-C61CDFB6C2C8}" dt="2024-09-22T13:07:36.475" v="193" actId="47"/>
        <pc:sldMkLst>
          <pc:docMk/>
          <pc:sldMk cId="0" sldId="290"/>
        </pc:sldMkLst>
      </pc:sldChg>
      <pc:sldChg chg="add del">
        <pc:chgData name="Ms Alina Arshad" userId="cccdfd85-d35d-4453-9c6f-a463aae40722" providerId="ADAL" clId="{D4C91E6F-B9DD-440D-9732-C61CDFB6C2C8}" dt="2024-09-22T13:07:36.517" v="194" actId="47"/>
        <pc:sldMkLst>
          <pc:docMk/>
          <pc:sldMk cId="0" sldId="291"/>
        </pc:sldMkLst>
      </pc:sldChg>
      <pc:sldChg chg="add del">
        <pc:chgData name="Ms Alina Arshad" userId="cccdfd85-d35d-4453-9c6f-a463aae40722" providerId="ADAL" clId="{D4C91E6F-B9DD-440D-9732-C61CDFB6C2C8}" dt="2024-09-22T13:07:36.562" v="195" actId="47"/>
        <pc:sldMkLst>
          <pc:docMk/>
          <pc:sldMk cId="0" sldId="292"/>
        </pc:sldMkLst>
      </pc:sldChg>
      <pc:sldChg chg="add del">
        <pc:chgData name="Ms Alina Arshad" userId="cccdfd85-d35d-4453-9c6f-a463aae40722" providerId="ADAL" clId="{D4C91E6F-B9DD-440D-9732-C61CDFB6C2C8}" dt="2024-09-22T13:07:36.605" v="196" actId="47"/>
        <pc:sldMkLst>
          <pc:docMk/>
          <pc:sldMk cId="0" sldId="293"/>
        </pc:sldMkLst>
      </pc:sldChg>
      <pc:sldChg chg="add del">
        <pc:chgData name="Ms Alina Arshad" userId="cccdfd85-d35d-4453-9c6f-a463aae40722" providerId="ADAL" clId="{D4C91E6F-B9DD-440D-9732-C61CDFB6C2C8}" dt="2024-09-22T13:07:36.636" v="197" actId="47"/>
        <pc:sldMkLst>
          <pc:docMk/>
          <pc:sldMk cId="0" sldId="294"/>
        </pc:sldMkLst>
      </pc:sldChg>
      <pc:sldChg chg="add del">
        <pc:chgData name="Ms Alina Arshad" userId="cccdfd85-d35d-4453-9c6f-a463aae40722" providerId="ADAL" clId="{D4C91E6F-B9DD-440D-9732-C61CDFB6C2C8}" dt="2024-09-22T13:07:36.651" v="198" actId="47"/>
        <pc:sldMkLst>
          <pc:docMk/>
          <pc:sldMk cId="0" sldId="295"/>
        </pc:sldMkLst>
      </pc:sldChg>
      <pc:sldChg chg="add del">
        <pc:chgData name="Ms Alina Arshad" userId="cccdfd85-d35d-4453-9c6f-a463aae40722" providerId="ADAL" clId="{D4C91E6F-B9DD-440D-9732-C61CDFB6C2C8}" dt="2024-09-22T13:07:36.673" v="199" actId="47"/>
        <pc:sldMkLst>
          <pc:docMk/>
          <pc:sldMk cId="0" sldId="296"/>
        </pc:sldMkLst>
      </pc:sldChg>
      <pc:sldChg chg="add del">
        <pc:chgData name="Ms Alina Arshad" userId="cccdfd85-d35d-4453-9c6f-a463aae40722" providerId="ADAL" clId="{D4C91E6F-B9DD-440D-9732-C61CDFB6C2C8}" dt="2024-09-22T13:07:36.722" v="200" actId="47"/>
        <pc:sldMkLst>
          <pc:docMk/>
          <pc:sldMk cId="0" sldId="297"/>
        </pc:sldMkLst>
      </pc:sldChg>
      <pc:sldChg chg="add del">
        <pc:chgData name="Ms Alina Arshad" userId="cccdfd85-d35d-4453-9c6f-a463aae40722" providerId="ADAL" clId="{D4C91E6F-B9DD-440D-9732-C61CDFB6C2C8}" dt="2024-09-22T13:07:36.760" v="201" actId="47"/>
        <pc:sldMkLst>
          <pc:docMk/>
          <pc:sldMk cId="0" sldId="298"/>
        </pc:sldMkLst>
      </pc:sldChg>
      <pc:sldChg chg="add del">
        <pc:chgData name="Ms Alina Arshad" userId="cccdfd85-d35d-4453-9c6f-a463aae40722" providerId="ADAL" clId="{D4C91E6F-B9DD-440D-9732-C61CDFB6C2C8}" dt="2024-09-22T13:07:36.791" v="202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D4C91E6F-B9DD-440D-9732-C61CDFB6C2C8}" dt="2024-09-22T13:07:36.806" v="203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D4C91E6F-B9DD-440D-9732-C61CDFB6C2C8}" dt="2024-09-22T13:07:36.854" v="204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D4C91E6F-B9DD-440D-9732-C61CDFB6C2C8}" dt="2024-09-22T13:07:36.887" v="205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D4C91E6F-B9DD-440D-9732-C61CDFB6C2C8}" dt="2024-09-22T13:07:36.945" v="206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D4C91E6F-B9DD-440D-9732-C61CDFB6C2C8}" dt="2024-09-22T13:07:36.961" v="207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D4C91E6F-B9DD-440D-9732-C61CDFB6C2C8}" dt="2024-09-22T13:07:36.976" v="208" actId="47"/>
        <pc:sldMkLst>
          <pc:docMk/>
          <pc:sldMk cId="0" sldId="305"/>
        </pc:sldMkLst>
      </pc:sldChg>
      <pc:sldChg chg="add del">
        <pc:chgData name="Ms Alina Arshad" userId="cccdfd85-d35d-4453-9c6f-a463aae40722" providerId="ADAL" clId="{D4C91E6F-B9DD-440D-9732-C61CDFB6C2C8}" dt="2024-09-22T13:07:37.046" v="20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D4C91E6F-B9DD-440D-9732-C61CDFB6C2C8}" dt="2024-09-22T13:07:37.078" v="210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D4C91E6F-B9DD-440D-9732-C61CDFB6C2C8}" dt="2024-09-22T13:00:34.514" v="22" actId="47"/>
        <pc:sldMkLst>
          <pc:docMk/>
          <pc:sldMk cId="3233864465" sldId="338"/>
        </pc:sldMkLst>
      </pc:sldChg>
      <pc:sldChg chg="del">
        <pc:chgData name="Ms Alina Arshad" userId="cccdfd85-d35d-4453-9c6f-a463aae40722" providerId="ADAL" clId="{D4C91E6F-B9DD-440D-9732-C61CDFB6C2C8}" dt="2024-09-22T13:00:34.573" v="24" actId="47"/>
        <pc:sldMkLst>
          <pc:docMk/>
          <pc:sldMk cId="1267034377" sldId="339"/>
        </pc:sldMkLst>
      </pc:sldChg>
      <pc:sldChg chg="del">
        <pc:chgData name="Ms Alina Arshad" userId="cccdfd85-d35d-4453-9c6f-a463aae40722" providerId="ADAL" clId="{D4C91E6F-B9DD-440D-9732-C61CDFB6C2C8}" dt="2024-09-22T13:00:35.285" v="26" actId="47"/>
        <pc:sldMkLst>
          <pc:docMk/>
          <pc:sldMk cId="2400815569" sldId="340"/>
        </pc:sldMkLst>
      </pc:sldChg>
      <pc:sldChg chg="del">
        <pc:chgData name="Ms Alina Arshad" userId="cccdfd85-d35d-4453-9c6f-a463aae40722" providerId="ADAL" clId="{D4C91E6F-B9DD-440D-9732-C61CDFB6C2C8}" dt="2024-09-22T13:00:35.591" v="28" actId="47"/>
        <pc:sldMkLst>
          <pc:docMk/>
          <pc:sldMk cId="1204309406" sldId="341"/>
        </pc:sldMkLst>
      </pc:sldChg>
      <pc:sldChg chg="del">
        <pc:chgData name="Ms Alina Arshad" userId="cccdfd85-d35d-4453-9c6f-a463aae40722" providerId="ADAL" clId="{D4C91E6F-B9DD-440D-9732-C61CDFB6C2C8}" dt="2024-09-22T13:00:34.459" v="20" actId="47"/>
        <pc:sldMkLst>
          <pc:docMk/>
          <pc:sldMk cId="96607437" sldId="34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4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36508356" sldId="348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32290220" sldId="349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448686030" sldId="35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109540881" sldId="351"/>
        </pc:sldMkLst>
      </pc:sldChg>
      <pc:sldChg chg="modSp add mod">
        <pc:chgData name="Ms Alina Arshad" userId="cccdfd85-d35d-4453-9c6f-a463aae40722" providerId="ADAL" clId="{D4C91E6F-B9DD-440D-9732-C61CDFB6C2C8}" dt="2024-09-22T13:07:58.869" v="229" actId="27636"/>
        <pc:sldMkLst>
          <pc:docMk/>
          <pc:sldMk cId="0" sldId="352"/>
        </pc:sldMkLst>
        <pc:spChg chg="mod">
          <ac:chgData name="Ms Alina Arshad" userId="cccdfd85-d35d-4453-9c6f-a463aae40722" providerId="ADAL" clId="{D4C91E6F-B9DD-440D-9732-C61CDFB6C2C8}" dt="2024-09-22T13:07:58.869" v="229" actId="27636"/>
          <ac:spMkLst>
            <pc:docMk/>
            <pc:sldMk cId="0" sldId="352"/>
            <ac:spMk id="64516" creationId="{D2D679A3-2E8D-4632-948B-DAF7F009B134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3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4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5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68"/>
        </pc:sldMkLst>
      </pc:sldChg>
      <pc:sldChg chg="modSp add mod">
        <pc:chgData name="Ms Alina Arshad" userId="cccdfd85-d35d-4453-9c6f-a463aae40722" providerId="ADAL" clId="{D4C91E6F-B9DD-440D-9732-C61CDFB6C2C8}" dt="2024-09-22T13:07:58.878" v="231" actId="27636"/>
        <pc:sldMkLst>
          <pc:docMk/>
          <pc:sldMk cId="0" sldId="369"/>
        </pc:sldMkLst>
        <pc:spChg chg="mod">
          <ac:chgData name="Ms Alina Arshad" userId="cccdfd85-d35d-4453-9c6f-a463aae40722" providerId="ADAL" clId="{D4C91E6F-B9DD-440D-9732-C61CDFB6C2C8}" dt="2024-09-22T13:07:58.878" v="231" actId="27636"/>
          <ac:spMkLst>
            <pc:docMk/>
            <pc:sldMk cId="0" sldId="369"/>
            <ac:spMk id="81924" creationId="{68248C69-9332-4A99-BC0A-14F57C4D99DE}"/>
          </ac:spMkLst>
        </pc:spChg>
      </pc:sldChg>
      <pc:sldChg chg="modSp add mod">
        <pc:chgData name="Ms Alina Arshad" userId="cccdfd85-d35d-4453-9c6f-a463aae40722" providerId="ADAL" clId="{D4C91E6F-B9DD-440D-9732-C61CDFB6C2C8}" dt="2024-09-22T13:07:58.875" v="230" actId="27636"/>
        <pc:sldMkLst>
          <pc:docMk/>
          <pc:sldMk cId="0" sldId="370"/>
        </pc:sldMkLst>
        <pc:spChg chg="mod">
          <ac:chgData name="Ms Alina Arshad" userId="cccdfd85-d35d-4453-9c6f-a463aae40722" providerId="ADAL" clId="{D4C91E6F-B9DD-440D-9732-C61CDFB6C2C8}" dt="2024-09-22T13:07:58.875" v="230" actId="27636"/>
          <ac:spMkLst>
            <pc:docMk/>
            <pc:sldMk cId="0" sldId="370"/>
            <ac:spMk id="77828" creationId="{AE58D6A9-2268-4B9B-B644-43B75570DBA9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1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6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634129650" sldId="397"/>
        </pc:sldMkLst>
      </pc:sldChg>
      <pc:sldChg chg="modSp add mod">
        <pc:chgData name="Ms Alina Arshad" userId="cccdfd85-d35d-4453-9c6f-a463aae40722" providerId="ADAL" clId="{D4C91E6F-B9DD-440D-9732-C61CDFB6C2C8}" dt="2024-09-22T13:15:46.580" v="277" actId="14100"/>
        <pc:sldMkLst>
          <pc:docMk/>
          <pc:sldMk cId="818196387" sldId="398"/>
        </pc:sldMkLst>
        <pc:spChg chg="mod">
          <ac:chgData name="Ms Alina Arshad" userId="cccdfd85-d35d-4453-9c6f-a463aae40722" providerId="ADAL" clId="{D4C91E6F-B9DD-440D-9732-C61CDFB6C2C8}" dt="2024-09-22T13:15:12.286" v="267" actId="207"/>
          <ac:spMkLst>
            <pc:docMk/>
            <pc:sldMk cId="818196387" sldId="398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15:46.580" v="277" actId="14100"/>
          <ac:spMkLst>
            <pc:docMk/>
            <pc:sldMk cId="818196387" sldId="398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5:42.498" v="276" actId="1076"/>
          <ac:picMkLst>
            <pc:docMk/>
            <pc:sldMk cId="818196387" sldId="398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16:05.241" v="284" actId="403"/>
        <pc:sldMkLst>
          <pc:docMk/>
          <pc:sldMk cId="3016557581" sldId="399"/>
        </pc:sldMkLst>
        <pc:spChg chg="mod">
          <ac:chgData name="Ms Alina Arshad" userId="cccdfd85-d35d-4453-9c6f-a463aae40722" providerId="ADAL" clId="{D4C91E6F-B9DD-440D-9732-C61CDFB6C2C8}" dt="2024-09-22T13:15:51.562" v="278" actId="207"/>
          <ac:spMkLst>
            <pc:docMk/>
            <pc:sldMk cId="3016557581" sldId="399"/>
            <ac:spMk id="2" creationId="{E2B52054-9130-4CB7-BA10-54AC86DB3C4E}"/>
          </ac:spMkLst>
        </pc:spChg>
        <pc:spChg chg="mod">
          <ac:chgData name="Ms Alina Arshad" userId="cccdfd85-d35d-4453-9c6f-a463aae40722" providerId="ADAL" clId="{D4C91E6F-B9DD-440D-9732-C61CDFB6C2C8}" dt="2024-09-22T13:16:05.241" v="284" actId="403"/>
          <ac:spMkLst>
            <pc:docMk/>
            <pc:sldMk cId="3016557581" sldId="399"/>
            <ac:spMk id="3" creationId="{0EA14083-9FE5-4604-AE9D-7238164721FE}"/>
          </ac:spMkLst>
        </pc:spChg>
      </pc:sldChg>
      <pc:sldChg chg="modSp add mod">
        <pc:chgData name="Ms Alina Arshad" userId="cccdfd85-d35d-4453-9c6f-a463aae40722" providerId="ADAL" clId="{D4C91E6F-B9DD-440D-9732-C61CDFB6C2C8}" dt="2024-09-22T13:17:35.564" v="306" actId="33524"/>
        <pc:sldMkLst>
          <pc:docMk/>
          <pc:sldMk cId="778265951" sldId="400"/>
        </pc:sldMkLst>
        <pc:spChg chg="mod">
          <ac:chgData name="Ms Alina Arshad" userId="cccdfd85-d35d-4453-9c6f-a463aae40722" providerId="ADAL" clId="{D4C91E6F-B9DD-440D-9732-C61CDFB6C2C8}" dt="2024-09-22T13:17:02.083" v="296" actId="207"/>
          <ac:spMkLst>
            <pc:docMk/>
            <pc:sldMk cId="778265951" sldId="400"/>
            <ac:spMk id="2" creationId="{81D18A18-D626-433C-BD10-286086DF62BE}"/>
          </ac:spMkLst>
        </pc:spChg>
        <pc:spChg chg="mod">
          <ac:chgData name="Ms Alina Arshad" userId="cccdfd85-d35d-4453-9c6f-a463aae40722" providerId="ADAL" clId="{D4C91E6F-B9DD-440D-9732-C61CDFB6C2C8}" dt="2024-09-22T13:17:35.564" v="306" actId="33524"/>
          <ac:spMkLst>
            <pc:docMk/>
            <pc:sldMk cId="778265951" sldId="400"/>
            <ac:spMk id="3" creationId="{F5F3CEE5-C73D-4116-87E2-1842D15B8EF7}"/>
          </ac:spMkLst>
        </pc:spChg>
        <pc:picChg chg="mod">
          <ac:chgData name="Ms Alina Arshad" userId="cccdfd85-d35d-4453-9c6f-a463aae40722" providerId="ADAL" clId="{D4C91E6F-B9DD-440D-9732-C61CDFB6C2C8}" dt="2024-09-22T13:17:28.856" v="305" actId="1076"/>
          <ac:picMkLst>
            <pc:docMk/>
            <pc:sldMk cId="778265951" sldId="400"/>
            <ac:picMk id="5" creationId="{13889469-74D1-4332-9F10-768E2A51287B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1:58.553" v="341" actId="14100"/>
        <pc:sldMkLst>
          <pc:docMk/>
          <pc:sldMk cId="978211767" sldId="401"/>
        </pc:sldMkLst>
        <pc:spChg chg="mod">
          <ac:chgData name="Ms Alina Arshad" userId="cccdfd85-d35d-4453-9c6f-a463aae40722" providerId="ADAL" clId="{D4C91E6F-B9DD-440D-9732-C61CDFB6C2C8}" dt="2024-09-22T13:21:46.534" v="339" actId="207"/>
          <ac:spMkLst>
            <pc:docMk/>
            <pc:sldMk cId="978211767" sldId="401"/>
            <ac:spMk id="2" creationId="{144233A4-E56A-464D-B33A-A1504BF17870}"/>
          </ac:spMkLst>
        </pc:spChg>
        <pc:spChg chg="mod">
          <ac:chgData name="Ms Alina Arshad" userId="cccdfd85-d35d-4453-9c6f-a463aae40722" providerId="ADAL" clId="{D4C91E6F-B9DD-440D-9732-C61CDFB6C2C8}" dt="2024-09-22T13:21:58.553" v="341" actId="14100"/>
          <ac:spMkLst>
            <pc:docMk/>
            <pc:sldMk cId="978211767" sldId="401"/>
            <ac:spMk id="3" creationId="{E937F355-7669-4EAF-9A89-20F10222BF5D}"/>
          </ac:spMkLst>
        </pc:spChg>
      </pc:sldChg>
      <pc:sldChg chg="modSp add mod">
        <pc:chgData name="Ms Alina Arshad" userId="cccdfd85-d35d-4453-9c6f-a463aae40722" providerId="ADAL" clId="{D4C91E6F-B9DD-440D-9732-C61CDFB6C2C8}" dt="2024-09-22T13:22:20.742" v="345" actId="207"/>
        <pc:sldMkLst>
          <pc:docMk/>
          <pc:sldMk cId="20141498" sldId="402"/>
        </pc:sldMkLst>
        <pc:spChg chg="mod">
          <ac:chgData name="Ms Alina Arshad" userId="cccdfd85-d35d-4453-9c6f-a463aae40722" providerId="ADAL" clId="{D4C91E6F-B9DD-440D-9732-C61CDFB6C2C8}" dt="2024-09-22T13:22:20.742" v="345" actId="207"/>
          <ac:spMkLst>
            <pc:docMk/>
            <pc:sldMk cId="20141498" sldId="402"/>
            <ac:spMk id="2" creationId="{D639E78D-B438-402C-80B5-31FC5FB10F7F}"/>
          </ac:spMkLst>
        </pc:spChg>
        <pc:spChg chg="mod">
          <ac:chgData name="Ms Alina Arshad" userId="cccdfd85-d35d-4453-9c6f-a463aae40722" providerId="ADAL" clId="{D4C91E6F-B9DD-440D-9732-C61CDFB6C2C8}" dt="2024-09-22T13:22:16.676" v="344" actId="2711"/>
          <ac:spMkLst>
            <pc:docMk/>
            <pc:sldMk cId="20141498" sldId="402"/>
            <ac:spMk id="3" creationId="{2EA2AE38-5155-482E-84CB-CC5042136080}"/>
          </ac:spMkLst>
        </pc:spChg>
      </pc:sldChg>
    </pc:docChg>
  </pc:docChgLst>
  <pc:docChgLst>
    <pc:chgData name="Ms Alina Arshad" userId="cccdfd85-d35d-4453-9c6f-a463aae40722" providerId="ADAL" clId="{CC6B5282-6613-48F0-886F-796865211BB0}"/>
    <pc:docChg chg="custSel addSld delSld modSld">
      <pc:chgData name="Ms Alina Arshad" userId="cccdfd85-d35d-4453-9c6f-a463aae40722" providerId="ADAL" clId="{CC6B5282-6613-48F0-886F-796865211BB0}" dt="2024-09-11T13:33:58.825" v="122" actId="47"/>
      <pc:docMkLst>
        <pc:docMk/>
      </pc:docMkLst>
      <pc:sldChg chg="modSp mod">
        <pc:chgData name="Ms Alina Arshad" userId="cccdfd85-d35d-4453-9c6f-a463aae40722" providerId="ADAL" clId="{CC6B5282-6613-48F0-886F-796865211BB0}" dt="2024-09-11T12:42:56.927" v="41" actId="207"/>
        <pc:sldMkLst>
          <pc:docMk/>
          <pc:sldMk cId="3322361034" sldId="256"/>
        </pc:sldMkLst>
        <pc:spChg chg="mod">
          <ac:chgData name="Ms Alina Arshad" userId="cccdfd85-d35d-4453-9c6f-a463aae40722" providerId="ADAL" clId="{CC6B5282-6613-48F0-886F-796865211BB0}" dt="2024-09-11T12:42:56.927" v="41" actId="207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CC6B5282-6613-48F0-886F-796865211BB0}" dt="2024-09-11T12:43:01.209" v="4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CC6B5282-6613-48F0-886F-796865211BB0}" dt="2024-09-11T12:43:46.054" v="48" actId="113"/>
        <pc:sldMkLst>
          <pc:docMk/>
          <pc:sldMk cId="0" sldId="258"/>
        </pc:sldMkLst>
        <pc:spChg chg="mod">
          <ac:chgData name="Ms Alina Arshad" userId="cccdfd85-d35d-4453-9c6f-a463aae40722" providerId="ADAL" clId="{CC6B5282-6613-48F0-886F-796865211BB0}" dt="2024-09-11T12:43:28.260" v="44" actId="1076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3:46.054" v="48" actId="113"/>
          <ac:spMkLst>
            <pc:docMk/>
            <pc:sldMk cId="0" sldId="258"/>
            <ac:spMk id="107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44:19.755" v="55" actId="12"/>
        <pc:sldMkLst>
          <pc:docMk/>
          <pc:sldMk cId="0" sldId="259"/>
        </pc:sldMkLst>
        <pc:spChg chg="mod">
          <ac:chgData name="Ms Alina Arshad" userId="cccdfd85-d35d-4453-9c6f-a463aae40722" providerId="ADAL" clId="{CC6B5282-6613-48F0-886F-796865211BB0}" dt="2024-09-11T12:43:56.283" v="51" actId="14100"/>
          <ac:spMkLst>
            <pc:docMk/>
            <pc:sldMk cId="0" sldId="259"/>
            <ac:spMk id="112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4:19.755" v="55" actId="12"/>
          <ac:spMkLst>
            <pc:docMk/>
            <pc:sldMk cId="0" sldId="259"/>
            <ac:spMk id="113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44:40.458" v="59" actId="14100"/>
        <pc:sldMkLst>
          <pc:docMk/>
          <pc:sldMk cId="0" sldId="260"/>
        </pc:sldMkLst>
        <pc:spChg chg="mod">
          <ac:chgData name="Ms Alina Arshad" userId="cccdfd85-d35d-4453-9c6f-a463aae40722" providerId="ADAL" clId="{CC6B5282-6613-48F0-886F-796865211BB0}" dt="2024-09-11T12:44:27.952" v="56" actId="207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4:40.458" v="59" actId="14100"/>
          <ac:spMkLst>
            <pc:docMk/>
            <pc:sldMk cId="0" sldId="260"/>
            <ac:spMk id="121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44:31.775" v="57" actId="1076"/>
          <ac:picMkLst>
            <pc:docMk/>
            <pc:sldMk cId="0" sldId="260"/>
            <ac:picMk id="12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2:51:30.146" v="76" actId="1076"/>
        <pc:sldMkLst>
          <pc:docMk/>
          <pc:sldMk cId="0" sldId="261"/>
        </pc:sldMkLst>
        <pc:spChg chg="mod">
          <ac:chgData name="Ms Alina Arshad" userId="cccdfd85-d35d-4453-9c6f-a463aae40722" providerId="ADAL" clId="{CC6B5282-6613-48F0-886F-796865211BB0}" dt="2024-09-11T12:51:16.602" v="71" actId="107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1:13.184" v="70" actId="1076"/>
          <ac:spMkLst>
            <pc:docMk/>
            <pc:sldMk cId="0" sldId="261"/>
            <ac:spMk id="12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1:30.146" v="76" actId="1076"/>
          <ac:picMkLst>
            <pc:docMk/>
            <pc:sldMk cId="0" sldId="261"/>
            <ac:picMk id="129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2:51:25.307" v="74" actId="1076"/>
          <ac:picMkLst>
            <pc:docMk/>
            <pc:sldMk cId="0" sldId="261"/>
            <ac:picMk id="13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4:48.316" v="89" actId="1076"/>
        <pc:sldMkLst>
          <pc:docMk/>
          <pc:sldMk cId="0" sldId="262"/>
        </pc:sldMkLst>
        <pc:spChg chg="mod">
          <ac:chgData name="Ms Alina Arshad" userId="cccdfd85-d35d-4453-9c6f-a463aae40722" providerId="ADAL" clId="{CC6B5282-6613-48F0-886F-796865211BB0}" dt="2024-09-11T12:52:23.498" v="77" actId="207"/>
          <ac:spMkLst>
            <pc:docMk/>
            <pc:sldMk cId="0" sldId="262"/>
            <ac:spMk id="13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2:27.292" v="78" actId="1076"/>
          <ac:picMkLst>
            <pc:docMk/>
            <pc:sldMk cId="0" sldId="262"/>
            <ac:picMk id="137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4:48.316" v="89" actId="1076"/>
          <ac:picMkLst>
            <pc:docMk/>
            <pc:sldMk cId="0" sldId="262"/>
            <ac:picMk id="138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1:30.026" v="88" actId="1036"/>
        <pc:sldMkLst>
          <pc:docMk/>
          <pc:sldMk cId="0" sldId="263"/>
        </pc:sldMkLst>
        <pc:spChg chg="mod">
          <ac:chgData name="Ms Alina Arshad" userId="cccdfd85-d35d-4453-9c6f-a463aae40722" providerId="ADAL" clId="{CC6B5282-6613-48F0-886F-796865211BB0}" dt="2024-09-11T13:01:30.026" v="88" actId="103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3:36.609" v="85" actId="1076"/>
          <ac:spMkLst>
            <pc:docMk/>
            <pc:sldMk cId="0" sldId="263"/>
            <ac:spMk id="14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3:29.518" v="83" actId="1076"/>
          <ac:picMkLst>
            <pc:docMk/>
            <pc:sldMk cId="0" sldId="263"/>
            <ac:picMk id="145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5:23.098" v="91" actId="1076"/>
        <pc:sldMkLst>
          <pc:docMk/>
          <pc:sldMk cId="0" sldId="264"/>
        </pc:sldMkLst>
        <pc:spChg chg="mod">
          <ac:chgData name="Ms Alina Arshad" userId="cccdfd85-d35d-4453-9c6f-a463aae40722" providerId="ADAL" clId="{CC6B5282-6613-48F0-886F-796865211BB0}" dt="2024-09-11T12:42:03.318" v="21" actId="27636"/>
          <ac:spMkLst>
            <pc:docMk/>
            <pc:sldMk cId="0" sldId="264"/>
            <ac:spMk id="154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18.520" v="90" actId="1076"/>
          <ac:picMkLst>
            <pc:docMk/>
            <pc:sldMk cId="0" sldId="264"/>
            <ac:picMk id="152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5:23.098" v="91" actId="1076"/>
          <ac:picMkLst>
            <pc:docMk/>
            <pc:sldMk cId="0" sldId="264"/>
            <ac:picMk id="153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33:58.825" v="122" actId="47"/>
        <pc:sldMkLst>
          <pc:docMk/>
          <pc:sldMk cId="1577505814" sldId="265"/>
        </pc:sldMkLst>
        <pc:spChg chg="mod">
          <ac:chgData name="Ms Alina Arshad" userId="cccdfd85-d35d-4453-9c6f-a463aae40722" providerId="ADAL" clId="{CC6B5282-6613-48F0-886F-796865211BB0}" dt="2024-09-11T13:05:48.001" v="98" actId="14100"/>
          <ac:spMkLst>
            <pc:docMk/>
            <pc:sldMk cId="1577505814" sldId="265"/>
            <ac:spMk id="160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35.798" v="95" actId="1076"/>
          <ac:picMkLst>
            <pc:docMk/>
            <pc:sldMk cId="1577505814" sldId="265"/>
            <ac:picMk id="161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25.138" v="106" actId="1076"/>
        <pc:sldMkLst>
          <pc:docMk/>
          <pc:sldMk cId="1582826008" sldId="266"/>
        </pc:sldMkLst>
        <pc:spChg chg="mod">
          <ac:chgData name="Ms Alina Arshad" userId="cccdfd85-d35d-4453-9c6f-a463aae40722" providerId="ADAL" clId="{CC6B5282-6613-48F0-886F-796865211BB0}" dt="2024-09-11T13:06:03.598" v="101" actId="1076"/>
          <ac:spMkLst>
            <pc:docMk/>
            <pc:sldMk cId="1582826008" sldId="266"/>
            <ac:spMk id="16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13.318" v="103" actId="403"/>
          <ac:spMkLst>
            <pc:docMk/>
            <pc:sldMk cId="1582826008" sldId="266"/>
            <ac:spMk id="16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25.138" v="106" actId="1076"/>
          <ac:picMkLst>
            <pc:docMk/>
            <pc:sldMk cId="1582826008" sldId="266"/>
            <ac:picMk id="169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55.957" v="114" actId="1076"/>
        <pc:sldMkLst>
          <pc:docMk/>
          <pc:sldMk cId="731299161" sldId="267"/>
        </pc:sldMkLst>
        <pc:spChg chg="mod">
          <ac:chgData name="Ms Alina Arshad" userId="cccdfd85-d35d-4453-9c6f-a463aae40722" providerId="ADAL" clId="{CC6B5282-6613-48F0-886F-796865211BB0}" dt="2024-09-11T13:06:55.957" v="114" actId="1076"/>
          <ac:spMkLst>
            <pc:docMk/>
            <pc:sldMk cId="731299161" sldId="267"/>
            <ac:spMk id="175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51.496" v="113" actId="14100"/>
          <ac:spMkLst>
            <pc:docMk/>
            <pc:sldMk cId="731299161" sldId="267"/>
            <ac:spMk id="177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47.359" v="112" actId="1076"/>
          <ac:picMkLst>
            <pc:docMk/>
            <pc:sldMk cId="731299161" sldId="267"/>
            <ac:picMk id="176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7:19.043" v="121" actId="1076"/>
        <pc:sldMkLst>
          <pc:docMk/>
          <pc:sldMk cId="90329638" sldId="268"/>
        </pc:sldMkLst>
        <pc:spChg chg="mod">
          <ac:chgData name="Ms Alina Arshad" userId="cccdfd85-d35d-4453-9c6f-a463aae40722" providerId="ADAL" clId="{CC6B5282-6613-48F0-886F-796865211BB0}" dt="2024-09-11T13:07:15.560" v="120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7:06.044" v="117" actId="1076"/>
          <ac:picMkLst>
            <pc:docMk/>
            <pc:sldMk cId="90329638" sldId="268"/>
            <ac:picMk id="183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7:19.043" v="121" actId="1076"/>
          <ac:picMkLst>
            <pc:docMk/>
            <pc:sldMk cId="90329638" sldId="268"/>
            <ac:picMk id="184" creationId="{00000000-0000-0000-0000-000000000000}"/>
          </ac:picMkLst>
        </pc:picChg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295129282" sldId="269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090315159" sldId="270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3034138166" sldId="271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504047100" sldId="272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4283755204" sldId="273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935103945" sldId="274"/>
        </pc:sldMkLst>
      </pc:sldChg>
      <pc:sldChg chg="modSp add mod">
        <pc:chgData name="Ms Alina Arshad" userId="cccdfd85-d35d-4453-9c6f-a463aae40722" providerId="ADAL" clId="{CC6B5282-6613-48F0-886F-796865211BB0}" dt="2024-09-11T12:42:03.381" v="23" actId="27636"/>
        <pc:sldMkLst>
          <pc:docMk/>
          <pc:sldMk cId="1497646456" sldId="275"/>
        </pc:sldMkLst>
        <pc:spChg chg="mod">
          <ac:chgData name="Ms Alina Arshad" userId="cccdfd85-d35d-4453-9c6f-a463aae40722" providerId="ADAL" clId="{CC6B5282-6613-48F0-886F-796865211BB0}" dt="2024-09-11T12:42:03.381" v="23" actId="27636"/>
          <ac:spMkLst>
            <pc:docMk/>
            <pc:sldMk cId="1497646456" sldId="275"/>
            <ac:spMk id="240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993717517" sldId="27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7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668593764" sldId="278"/>
        </pc:sldMkLst>
      </pc:sldChg>
      <pc:sldChg chg="modSp add del mod">
        <pc:chgData name="Ms Alina Arshad" userId="cccdfd85-d35d-4453-9c6f-a463aae40722" providerId="ADAL" clId="{CC6B5282-6613-48F0-886F-796865211BB0}" dt="2024-09-11T12:42:44.828" v="35" actId="47"/>
        <pc:sldMkLst>
          <pc:docMk/>
          <pc:sldMk cId="1821615422" sldId="280"/>
        </pc:sldMkLst>
        <pc:spChg chg="mod">
          <ac:chgData name="Ms Alina Arshad" userId="cccdfd85-d35d-4453-9c6f-a463aae40722" providerId="ADAL" clId="{CC6B5282-6613-48F0-886F-796865211BB0}" dt="2024-09-11T12:42:42.317" v="34" actId="6549"/>
          <ac:spMkLst>
            <pc:docMk/>
            <pc:sldMk cId="1821615422" sldId="280"/>
            <ac:spMk id="95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605066316" sldId="28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4697311" sldId="28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89392637" sldId="28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800652809" sldId="28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1402144616" sldId="28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8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29345964" sldId="28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002870935" sldId="288"/>
        </pc:sldMkLst>
      </pc:sldChg>
      <pc:sldChg chg="modSp add mod">
        <pc:chgData name="Ms Alina Arshad" userId="cccdfd85-d35d-4453-9c6f-a463aae40722" providerId="ADAL" clId="{CC6B5282-6613-48F0-886F-796865211BB0}" dt="2024-09-11T12:42:03.393" v="24" actId="27636"/>
        <pc:sldMkLst>
          <pc:docMk/>
          <pc:sldMk cId="0" sldId="289"/>
        </pc:sldMkLst>
        <pc:spChg chg="mod">
          <ac:chgData name="Ms Alina Arshad" userId="cccdfd85-d35d-4453-9c6f-a463aae40722" providerId="ADAL" clId="{CC6B5282-6613-48F0-886F-796865211BB0}" dt="2024-09-11T12:42:03.393" v="24" actId="27636"/>
          <ac:spMkLst>
            <pc:docMk/>
            <pc:sldMk cId="0" sldId="289"/>
            <ac:spMk id="32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9"/>
        </pc:sldMkLst>
      </pc:sldChg>
      <pc:sldChg chg="modSp add mod">
        <pc:chgData name="Ms Alina Arshad" userId="cccdfd85-d35d-4453-9c6f-a463aae40722" providerId="ADAL" clId="{CC6B5282-6613-48F0-886F-796865211BB0}" dt="2024-09-11T12:42:03.479" v="25" actId="27636"/>
        <pc:sldMkLst>
          <pc:docMk/>
          <pc:sldMk cId="0" sldId="320"/>
        </pc:sldMkLst>
        <pc:spChg chg="mod">
          <ac:chgData name="Ms Alina Arshad" userId="cccdfd85-d35d-4453-9c6f-a463aae40722" providerId="ADAL" clId="{CC6B5282-6613-48F0-886F-796865211BB0}" dt="2024-09-11T12:42:03.479" v="25" actId="27636"/>
          <ac:spMkLst>
            <pc:docMk/>
            <pc:sldMk cId="0" sldId="320"/>
            <ac:spMk id="549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6"/>
        </pc:sldMkLst>
      </pc:sldChg>
      <pc:sldChg chg="modSp add mod">
        <pc:chgData name="Ms Alina Arshad" userId="cccdfd85-d35d-4453-9c6f-a463aae40722" providerId="ADAL" clId="{CC6B5282-6613-48F0-886F-796865211BB0}" dt="2024-09-11T12:42:03.520" v="26" actId="27636"/>
        <pc:sldMkLst>
          <pc:docMk/>
          <pc:sldMk cId="0" sldId="327"/>
        </pc:sldMkLst>
        <pc:spChg chg="mod">
          <ac:chgData name="Ms Alina Arshad" userId="cccdfd85-d35d-4453-9c6f-a463aae40722" providerId="ADAL" clId="{CC6B5282-6613-48F0-886F-796865211BB0}" dt="2024-09-11T12:42:03.520" v="26" actId="27636"/>
          <ac:spMkLst>
            <pc:docMk/>
            <pc:sldMk cId="0" sldId="327"/>
            <ac:spMk id="59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7"/>
        </pc:sldMkLst>
      </pc:sldChg>
    </pc:docChg>
  </pc:docChgLst>
  <pc:docChgLst>
    <pc:chgData name="Ms Alina Arshad" userId="cccdfd85-d35d-4453-9c6f-a463aae40722" providerId="ADAL" clId="{6EDDA1BD-D3CC-45E4-ACF9-6AC323ACE8EB}"/>
    <pc:docChg chg="modSld">
      <pc:chgData name="Ms Alina Arshad" userId="cccdfd85-d35d-4453-9c6f-a463aae40722" providerId="ADAL" clId="{6EDDA1BD-D3CC-45E4-ACF9-6AC323ACE8EB}" dt="2024-10-01T05:29:43.597" v="2" actId="478"/>
      <pc:docMkLst>
        <pc:docMk/>
      </pc:docMkLst>
      <pc:sldChg chg="modSp mod">
        <pc:chgData name="Ms Alina Arshad" userId="cccdfd85-d35d-4453-9c6f-a463aae40722" providerId="ADAL" clId="{6EDDA1BD-D3CC-45E4-ACF9-6AC323ACE8EB}" dt="2024-10-01T05:14:42.548" v="1" actId="20577"/>
        <pc:sldMkLst>
          <pc:docMk/>
          <pc:sldMk cId="0" sldId="352"/>
        </pc:sldMkLst>
        <pc:spChg chg="mod">
          <ac:chgData name="Ms Alina Arshad" userId="cccdfd85-d35d-4453-9c6f-a463aae40722" providerId="ADAL" clId="{6EDDA1BD-D3CC-45E4-ACF9-6AC323ACE8EB}" dt="2024-10-01T05:14:42.548" v="1" actId="20577"/>
          <ac:spMkLst>
            <pc:docMk/>
            <pc:sldMk cId="0" sldId="352"/>
            <ac:spMk id="64516" creationId="{D2D679A3-2E8D-4632-948B-DAF7F009B134}"/>
          </ac:spMkLst>
        </pc:spChg>
      </pc:sldChg>
      <pc:sldChg chg="delSp">
        <pc:chgData name="Ms Alina Arshad" userId="cccdfd85-d35d-4453-9c6f-a463aae40722" providerId="ADAL" clId="{6EDDA1BD-D3CC-45E4-ACF9-6AC323ACE8EB}" dt="2024-10-01T05:29:43.597" v="2" actId="478"/>
        <pc:sldMkLst>
          <pc:docMk/>
          <pc:sldMk cId="0" sldId="368"/>
        </pc:sldMkLst>
        <pc:spChg chg="del">
          <ac:chgData name="Ms Alina Arshad" userId="cccdfd85-d35d-4453-9c6f-a463aae40722" providerId="ADAL" clId="{6EDDA1BD-D3CC-45E4-ACF9-6AC323ACE8EB}" dt="2024-10-01T05:29:43.597" v="2" actId="478"/>
          <ac:spMkLst>
            <pc:docMk/>
            <pc:sldMk cId="0" sldId="368"/>
            <ac:spMk id="80898" creationId="{52ED864D-0629-4251-9D8E-CE2EF8458A4D}"/>
          </ac:spMkLst>
        </pc:spChg>
      </pc:sld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1577505814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1577505814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1582826008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1582826008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731299161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731299161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90329638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90329638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90329638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2295129282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2295129282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2090315159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3034138166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3034138166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250404710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250404710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250404710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4283755204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4283755204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4283755204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2935103945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2935103945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2935103945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1497646456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1497646456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163412965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  <pc:docChgLst>
    <pc:chgData name="Ms Alina Arshad" userId="cccdfd85-d35d-4453-9c6f-a463aae40722" providerId="ADAL" clId="{0CB232A2-0B42-4DBF-AC2D-50B32D7285CF}"/>
    <pc:docChg chg="custSel addSld delSld modSld sldOrd">
      <pc:chgData name="Ms Alina Arshad" userId="cccdfd85-d35d-4453-9c6f-a463aae40722" providerId="ADAL" clId="{0CB232A2-0B42-4DBF-AC2D-50B32D7285CF}" dt="2024-09-17T07:38:04.651" v="169" actId="47"/>
      <pc:docMkLst>
        <pc:docMk/>
      </pc:docMkLst>
      <pc:sldChg chg="modSp mod">
        <pc:chgData name="Ms Alina Arshad" userId="cccdfd85-d35d-4453-9c6f-a463aae40722" providerId="ADAL" clId="{0CB232A2-0B42-4DBF-AC2D-50B32D7285CF}" dt="2024-09-15T13:43:36.080" v="115" actId="1076"/>
        <pc:sldMkLst>
          <pc:docMk/>
          <pc:sldMk cId="0" sldId="258"/>
        </pc:sldMkLst>
        <pc:spChg chg="mod">
          <ac:chgData name="Ms Alina Arshad" userId="cccdfd85-d35d-4453-9c6f-a463aae40722" providerId="ADAL" clId="{0CB232A2-0B42-4DBF-AC2D-50B32D7285CF}" dt="2024-09-15T13:42:00.427" v="111" actId="14100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43:36.080" v="115" actId="1076"/>
          <ac:spMkLst>
            <pc:docMk/>
            <pc:sldMk cId="0" sldId="258"/>
            <ac:spMk id="107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2:20.799" v="112" actId="207"/>
        <pc:sldMkLst>
          <pc:docMk/>
          <pc:sldMk cId="0" sldId="259"/>
        </pc:sldMkLst>
        <pc:spChg chg="mod">
          <ac:chgData name="Ms Alina Arshad" userId="cccdfd85-d35d-4453-9c6f-a463aae40722" providerId="ADAL" clId="{0CB232A2-0B42-4DBF-AC2D-50B32D7285CF}" dt="2024-09-15T13:42:20.799" v="112" actId="207"/>
          <ac:spMkLst>
            <pc:docMk/>
            <pc:sldMk cId="0" sldId="259"/>
            <ac:spMk id="11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0:10.232" v="105" actId="14100"/>
        <pc:sldMkLst>
          <pc:docMk/>
          <pc:sldMk cId="0" sldId="260"/>
        </pc:sldMkLst>
        <pc:picChg chg="mod">
          <ac:chgData name="Ms Alina Arshad" userId="cccdfd85-d35d-4453-9c6f-a463aae40722" providerId="ADAL" clId="{0CB232A2-0B42-4DBF-AC2D-50B32D7285CF}" dt="2024-09-15T13:40:10.232" v="105" actId="14100"/>
          <ac:picMkLst>
            <pc:docMk/>
            <pc:sldMk cId="0" sldId="260"/>
            <ac:picMk id="120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4T10:46:51.265" v="3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0CB232A2-0B42-4DBF-AC2D-50B32D7285CF}" dt="2024-09-14T10:46:51.265" v="3" actId="1076"/>
          <ac:spMkLst>
            <pc:docMk/>
            <pc:sldMk cId="2295129282" sldId="269"/>
            <ac:spMk id="192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0:45:57.979" v="1" actId="2085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5T13:45:36.793" v="117" actId="113"/>
        <pc:sldMkLst>
          <pc:docMk/>
          <pc:sldMk cId="2090315159" sldId="270"/>
        </pc:sldMkLst>
        <pc:spChg chg="mod">
          <ac:chgData name="Ms Alina Arshad" userId="cccdfd85-d35d-4453-9c6f-a463aae40722" providerId="ADAL" clId="{0CB232A2-0B42-4DBF-AC2D-50B32D7285CF}" dt="2024-09-15T13:45:36.793" v="117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4T10:47:31.591" v="4" actId="207"/>
          <ac:spMkLst>
            <pc:docMk/>
            <pc:sldMk cId="2090315159" sldId="270"/>
            <ac:spMk id="20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4T11:11:09.943" v="5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0CB232A2-0B42-4DBF-AC2D-50B32D7285CF}" dt="2024-09-14T11:11:07.043" v="52" actId="2057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1:11:09.943" v="5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0CB232A2-0B42-4DBF-AC2D-50B32D7285CF}" dt="2024-09-15T13:53:32.742" v="137" actId="1076"/>
        <pc:sldMkLst>
          <pc:docMk/>
          <pc:sldMk cId="0" sldId="277"/>
        </pc:sldMkLst>
        <pc:spChg chg="add del mod">
          <ac:chgData name="Ms Alina Arshad" userId="cccdfd85-d35d-4453-9c6f-a463aae40722" providerId="ADAL" clId="{0CB232A2-0B42-4DBF-AC2D-50B32D7285CF}" dt="2024-09-15T13:53:25.594" v="135" actId="478"/>
          <ac:spMkLst>
            <pc:docMk/>
            <pc:sldMk cId="0" sldId="277"/>
            <ac:spMk id="3" creationId="{D1390B3A-9202-17C5-8B1D-C85833BAA94C}"/>
          </ac:spMkLst>
        </pc:spChg>
        <pc:spChg chg="mod">
          <ac:chgData name="Ms Alina Arshad" userId="cccdfd85-d35d-4453-9c6f-a463aae40722" providerId="ADAL" clId="{0CB232A2-0B42-4DBF-AC2D-50B32D7285CF}" dt="2024-09-15T13:51:51.007" v="12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53:29.472" v="136" actId="1076"/>
          <ac:spMkLst>
            <pc:docMk/>
            <pc:sldMk cId="0" sldId="277"/>
            <ac:spMk id="255" creationId="{00000000-0000-0000-0000-000000000000}"/>
          </ac:spMkLst>
        </pc:spChg>
        <pc:graphicFrameChg chg="mod">
          <ac:chgData name="Ms Alina Arshad" userId="cccdfd85-d35d-4453-9c6f-a463aae40722" providerId="ADAL" clId="{0CB232A2-0B42-4DBF-AC2D-50B32D7285CF}" dt="2024-09-15T13:53:32.742" v="137" actId="1076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0CB232A2-0B42-4DBF-AC2D-50B32D7285CF}" dt="2024-09-14T11:53:23.512" v="104" actId="20577"/>
        <pc:sldMkLst>
          <pc:docMk/>
          <pc:sldMk cId="0" sldId="290"/>
        </pc:sldMkLst>
        <pc:spChg chg="mod">
          <ac:chgData name="Ms Alina Arshad" userId="cccdfd85-d35d-4453-9c6f-a463aae40722" providerId="ADAL" clId="{0CB232A2-0B42-4DBF-AC2D-50B32D7285CF}" dt="2024-09-14T11:53:23.512" v="104" actId="20577"/>
          <ac:spMkLst>
            <pc:docMk/>
            <pc:sldMk cId="0" sldId="290"/>
            <ac:spMk id="333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4:10:32.357" v="138" actId="113"/>
        <pc:sldMkLst>
          <pc:docMk/>
          <pc:sldMk cId="0" sldId="302"/>
        </pc:sldMkLst>
        <pc:spChg chg="mod">
          <ac:chgData name="Ms Alina Arshad" userId="cccdfd85-d35d-4453-9c6f-a463aae40722" providerId="ADAL" clId="{0CB232A2-0B42-4DBF-AC2D-50B32D7285CF}" dt="2024-09-15T14:10:32.357" v="138" actId="113"/>
          <ac:spMkLst>
            <pc:docMk/>
            <pc:sldMk cId="0" sldId="302"/>
            <ac:spMk id="409" creationId="{00000000-0000-0000-0000-000000000000}"/>
          </ac:spMkLst>
        </pc:spChg>
      </pc:sldChg>
      <pc:sldChg chg="del">
        <pc:chgData name="Ms Alina Arshad" userId="cccdfd85-d35d-4453-9c6f-a463aae40722" providerId="ADAL" clId="{0CB232A2-0B42-4DBF-AC2D-50B32D7285CF}" dt="2024-09-17T07:37:56.773" v="139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0CB232A2-0B42-4DBF-AC2D-50B32D7285CF}" dt="2024-09-17T07:37:58.202" v="140" actId="47"/>
        <pc:sldMkLst>
          <pc:docMk/>
          <pc:sldMk cId="0" sldId="308"/>
        </pc:sldMkLst>
      </pc:sldChg>
      <pc:sldChg chg="del">
        <pc:chgData name="Ms Alina Arshad" userId="cccdfd85-d35d-4453-9c6f-a463aae40722" providerId="ADAL" clId="{0CB232A2-0B42-4DBF-AC2D-50B32D7285CF}" dt="2024-09-17T07:37:59.300" v="141" actId="47"/>
        <pc:sldMkLst>
          <pc:docMk/>
          <pc:sldMk cId="0" sldId="309"/>
        </pc:sldMkLst>
      </pc:sldChg>
      <pc:sldChg chg="del">
        <pc:chgData name="Ms Alina Arshad" userId="cccdfd85-d35d-4453-9c6f-a463aae40722" providerId="ADAL" clId="{0CB232A2-0B42-4DBF-AC2D-50B32D7285CF}" dt="2024-09-17T07:38:00.061" v="142" actId="47"/>
        <pc:sldMkLst>
          <pc:docMk/>
          <pc:sldMk cId="0" sldId="310"/>
        </pc:sldMkLst>
      </pc:sldChg>
      <pc:sldChg chg="del">
        <pc:chgData name="Ms Alina Arshad" userId="cccdfd85-d35d-4453-9c6f-a463aae40722" providerId="ADAL" clId="{0CB232A2-0B42-4DBF-AC2D-50B32D7285CF}" dt="2024-09-17T07:38:00.661" v="143" actId="47"/>
        <pc:sldMkLst>
          <pc:docMk/>
          <pc:sldMk cId="0" sldId="311"/>
        </pc:sldMkLst>
      </pc:sldChg>
      <pc:sldChg chg="del">
        <pc:chgData name="Ms Alina Arshad" userId="cccdfd85-d35d-4453-9c6f-a463aae40722" providerId="ADAL" clId="{0CB232A2-0B42-4DBF-AC2D-50B32D7285CF}" dt="2024-09-17T07:38:01.181" v="144" actId="47"/>
        <pc:sldMkLst>
          <pc:docMk/>
          <pc:sldMk cId="0" sldId="312"/>
        </pc:sldMkLst>
      </pc:sldChg>
      <pc:sldChg chg="del">
        <pc:chgData name="Ms Alina Arshad" userId="cccdfd85-d35d-4453-9c6f-a463aae40722" providerId="ADAL" clId="{0CB232A2-0B42-4DBF-AC2D-50B32D7285CF}" dt="2024-09-17T07:38:01.535" v="145" actId="47"/>
        <pc:sldMkLst>
          <pc:docMk/>
          <pc:sldMk cId="0" sldId="313"/>
        </pc:sldMkLst>
      </pc:sldChg>
      <pc:sldChg chg="del">
        <pc:chgData name="Ms Alina Arshad" userId="cccdfd85-d35d-4453-9c6f-a463aae40722" providerId="ADAL" clId="{0CB232A2-0B42-4DBF-AC2D-50B32D7285CF}" dt="2024-09-17T07:38:01.928" v="146" actId="47"/>
        <pc:sldMkLst>
          <pc:docMk/>
          <pc:sldMk cId="0" sldId="314"/>
        </pc:sldMkLst>
      </pc:sldChg>
      <pc:sldChg chg="del">
        <pc:chgData name="Ms Alina Arshad" userId="cccdfd85-d35d-4453-9c6f-a463aae40722" providerId="ADAL" clId="{0CB232A2-0B42-4DBF-AC2D-50B32D7285CF}" dt="2024-09-17T07:38:02.233" v="147" actId="47"/>
        <pc:sldMkLst>
          <pc:docMk/>
          <pc:sldMk cId="0" sldId="315"/>
        </pc:sldMkLst>
      </pc:sldChg>
      <pc:sldChg chg="del">
        <pc:chgData name="Ms Alina Arshad" userId="cccdfd85-d35d-4453-9c6f-a463aae40722" providerId="ADAL" clId="{0CB232A2-0B42-4DBF-AC2D-50B32D7285CF}" dt="2024-09-17T07:38:02.483" v="148" actId="47"/>
        <pc:sldMkLst>
          <pc:docMk/>
          <pc:sldMk cId="0" sldId="316"/>
        </pc:sldMkLst>
      </pc:sldChg>
      <pc:sldChg chg="del">
        <pc:chgData name="Ms Alina Arshad" userId="cccdfd85-d35d-4453-9c6f-a463aae40722" providerId="ADAL" clId="{0CB232A2-0B42-4DBF-AC2D-50B32D7285CF}" dt="2024-09-17T07:38:02.657" v="149" actId="47"/>
        <pc:sldMkLst>
          <pc:docMk/>
          <pc:sldMk cId="0" sldId="317"/>
        </pc:sldMkLst>
      </pc:sldChg>
      <pc:sldChg chg="del">
        <pc:chgData name="Ms Alina Arshad" userId="cccdfd85-d35d-4453-9c6f-a463aae40722" providerId="ADAL" clId="{0CB232A2-0B42-4DBF-AC2D-50B32D7285CF}" dt="2024-09-17T07:38:03.192" v="150" actId="47"/>
        <pc:sldMkLst>
          <pc:docMk/>
          <pc:sldMk cId="0" sldId="318"/>
        </pc:sldMkLst>
      </pc:sldChg>
      <pc:sldChg chg="del">
        <pc:chgData name="Ms Alina Arshad" userId="cccdfd85-d35d-4453-9c6f-a463aae40722" providerId="ADAL" clId="{0CB232A2-0B42-4DBF-AC2D-50B32D7285CF}" dt="2024-09-17T07:38:03.222" v="151" actId="47"/>
        <pc:sldMkLst>
          <pc:docMk/>
          <pc:sldMk cId="0" sldId="319"/>
        </pc:sldMkLst>
      </pc:sldChg>
      <pc:sldChg chg="del">
        <pc:chgData name="Ms Alina Arshad" userId="cccdfd85-d35d-4453-9c6f-a463aae40722" providerId="ADAL" clId="{0CB232A2-0B42-4DBF-AC2D-50B32D7285CF}" dt="2024-09-17T07:38:03.241" v="152" actId="47"/>
        <pc:sldMkLst>
          <pc:docMk/>
          <pc:sldMk cId="0" sldId="320"/>
        </pc:sldMkLst>
      </pc:sldChg>
      <pc:sldChg chg="del">
        <pc:chgData name="Ms Alina Arshad" userId="cccdfd85-d35d-4453-9c6f-a463aae40722" providerId="ADAL" clId="{0CB232A2-0B42-4DBF-AC2D-50B32D7285CF}" dt="2024-09-17T07:38:03.256" v="153" actId="47"/>
        <pc:sldMkLst>
          <pc:docMk/>
          <pc:sldMk cId="0" sldId="321"/>
        </pc:sldMkLst>
      </pc:sldChg>
      <pc:sldChg chg="del">
        <pc:chgData name="Ms Alina Arshad" userId="cccdfd85-d35d-4453-9c6f-a463aae40722" providerId="ADAL" clId="{0CB232A2-0B42-4DBF-AC2D-50B32D7285CF}" dt="2024-09-17T07:38:03.292" v="154" actId="47"/>
        <pc:sldMkLst>
          <pc:docMk/>
          <pc:sldMk cId="0" sldId="322"/>
        </pc:sldMkLst>
      </pc:sldChg>
      <pc:sldChg chg="del">
        <pc:chgData name="Ms Alina Arshad" userId="cccdfd85-d35d-4453-9c6f-a463aae40722" providerId="ADAL" clId="{0CB232A2-0B42-4DBF-AC2D-50B32D7285CF}" dt="2024-09-17T07:38:03.323" v="155" actId="47"/>
        <pc:sldMkLst>
          <pc:docMk/>
          <pc:sldMk cId="0" sldId="323"/>
        </pc:sldMkLst>
      </pc:sldChg>
      <pc:sldChg chg="del">
        <pc:chgData name="Ms Alina Arshad" userId="cccdfd85-d35d-4453-9c6f-a463aae40722" providerId="ADAL" clId="{0CB232A2-0B42-4DBF-AC2D-50B32D7285CF}" dt="2024-09-17T07:38:03.373" v="156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0CB232A2-0B42-4DBF-AC2D-50B32D7285CF}" dt="2024-09-17T07:38:03.394" v="157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0CB232A2-0B42-4DBF-AC2D-50B32D7285CF}" dt="2024-09-17T07:38:03.429" v="158" actId="47"/>
        <pc:sldMkLst>
          <pc:docMk/>
          <pc:sldMk cId="0" sldId="326"/>
        </pc:sldMkLst>
      </pc:sldChg>
      <pc:sldChg chg="del">
        <pc:chgData name="Ms Alina Arshad" userId="cccdfd85-d35d-4453-9c6f-a463aae40722" providerId="ADAL" clId="{0CB232A2-0B42-4DBF-AC2D-50B32D7285CF}" dt="2024-09-17T07:38:03.450" v="159" actId="47"/>
        <pc:sldMkLst>
          <pc:docMk/>
          <pc:sldMk cId="0" sldId="327"/>
        </pc:sldMkLst>
      </pc:sldChg>
      <pc:sldChg chg="del">
        <pc:chgData name="Ms Alina Arshad" userId="cccdfd85-d35d-4453-9c6f-a463aae40722" providerId="ADAL" clId="{0CB232A2-0B42-4DBF-AC2D-50B32D7285CF}" dt="2024-09-17T07:38:03.489" v="160" actId="47"/>
        <pc:sldMkLst>
          <pc:docMk/>
          <pc:sldMk cId="0" sldId="328"/>
        </pc:sldMkLst>
      </pc:sldChg>
      <pc:sldChg chg="del">
        <pc:chgData name="Ms Alina Arshad" userId="cccdfd85-d35d-4453-9c6f-a463aae40722" providerId="ADAL" clId="{0CB232A2-0B42-4DBF-AC2D-50B32D7285CF}" dt="2024-09-17T07:38:03.516" v="161" actId="47"/>
        <pc:sldMkLst>
          <pc:docMk/>
          <pc:sldMk cId="0" sldId="329"/>
        </pc:sldMkLst>
      </pc:sldChg>
      <pc:sldChg chg="del">
        <pc:chgData name="Ms Alina Arshad" userId="cccdfd85-d35d-4453-9c6f-a463aae40722" providerId="ADAL" clId="{0CB232A2-0B42-4DBF-AC2D-50B32D7285CF}" dt="2024-09-17T07:38:03.563" v="162" actId="47"/>
        <pc:sldMkLst>
          <pc:docMk/>
          <pc:sldMk cId="0" sldId="330"/>
        </pc:sldMkLst>
      </pc:sldChg>
      <pc:sldChg chg="del">
        <pc:chgData name="Ms Alina Arshad" userId="cccdfd85-d35d-4453-9c6f-a463aae40722" providerId="ADAL" clId="{0CB232A2-0B42-4DBF-AC2D-50B32D7285CF}" dt="2024-09-17T07:38:03.584" v="163" actId="47"/>
        <pc:sldMkLst>
          <pc:docMk/>
          <pc:sldMk cId="0" sldId="331"/>
        </pc:sldMkLst>
      </pc:sldChg>
      <pc:sldChg chg="del">
        <pc:chgData name="Ms Alina Arshad" userId="cccdfd85-d35d-4453-9c6f-a463aae40722" providerId="ADAL" clId="{0CB232A2-0B42-4DBF-AC2D-50B32D7285CF}" dt="2024-09-17T07:38:03.612" v="164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0CB232A2-0B42-4DBF-AC2D-50B32D7285CF}" dt="2024-09-17T07:38:03.668" v="165" actId="47"/>
        <pc:sldMkLst>
          <pc:docMk/>
          <pc:sldMk cId="0" sldId="333"/>
        </pc:sldMkLst>
      </pc:sldChg>
      <pc:sldChg chg="del">
        <pc:chgData name="Ms Alina Arshad" userId="cccdfd85-d35d-4453-9c6f-a463aae40722" providerId="ADAL" clId="{0CB232A2-0B42-4DBF-AC2D-50B32D7285CF}" dt="2024-09-17T07:38:03.680" v="166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0CB232A2-0B42-4DBF-AC2D-50B32D7285CF}" dt="2024-09-17T07:38:04.295" v="167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0CB232A2-0B42-4DBF-AC2D-50B32D7285CF}" dt="2024-09-17T07:38:04.494" v="168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0CB232A2-0B42-4DBF-AC2D-50B32D7285CF}" dt="2024-09-17T07:38:04.651" v="169" actId="47"/>
        <pc:sldMkLst>
          <pc:docMk/>
          <pc:sldMk cId="0" sldId="337"/>
        </pc:sldMkLst>
      </pc:sldChg>
      <pc:sldChg chg="modSp mod">
        <pc:chgData name="Ms Alina Arshad" userId="cccdfd85-d35d-4453-9c6f-a463aae40722" providerId="ADAL" clId="{0CB232A2-0B42-4DBF-AC2D-50B32D7285CF}" dt="2024-09-14T11:34:36.657" v="79" actId="20577"/>
        <pc:sldMkLst>
          <pc:docMk/>
          <pc:sldMk cId="1204309406" sldId="341"/>
        </pc:sldMkLst>
        <pc:spChg chg="mod">
          <ac:chgData name="Ms Alina Arshad" userId="cccdfd85-d35d-4453-9c6f-a463aae40722" providerId="ADAL" clId="{0CB232A2-0B42-4DBF-AC2D-50B32D7285CF}" dt="2024-09-14T11:34:36.657" v="79" actId="20577"/>
          <ac:spMkLst>
            <pc:docMk/>
            <pc:sldMk cId="1204309406" sldId="341"/>
            <ac:spMk id="3" creationId="{FB09A7D6-CB86-1298-9237-F494689B2453}"/>
          </ac:spMkLst>
        </pc:spChg>
      </pc:sldChg>
      <pc:sldChg chg="addSp modSp new mod ord">
        <pc:chgData name="Ms Alina Arshad" userId="cccdfd85-d35d-4453-9c6f-a463aae40722" providerId="ADAL" clId="{0CB232A2-0B42-4DBF-AC2D-50B32D7285CF}" dt="2024-09-14T11:24:13.633" v="69"/>
        <pc:sldMkLst>
          <pc:docMk/>
          <pc:sldMk cId="96607437" sldId="342"/>
        </pc:sldMkLst>
        <pc:spChg chg="add mod">
          <ac:chgData name="Ms Alina Arshad" userId="cccdfd85-d35d-4453-9c6f-a463aae40722" providerId="ADAL" clId="{0CB232A2-0B42-4DBF-AC2D-50B32D7285CF}" dt="2024-09-14T11:23:57.202" v="62" actId="1076"/>
          <ac:spMkLst>
            <pc:docMk/>
            <pc:sldMk cId="96607437" sldId="342"/>
            <ac:spMk id="3" creationId="{83929A5B-4351-FE6D-372A-06A618BD7968}"/>
          </ac:spMkLst>
        </pc:spChg>
        <pc:spChg chg="add mod">
          <ac:chgData name="Ms Alina Arshad" userId="cccdfd85-d35d-4453-9c6f-a463aae40722" providerId="ADAL" clId="{0CB232A2-0B42-4DBF-AC2D-50B32D7285CF}" dt="2024-09-14T11:24:08.938" v="67" actId="14100"/>
          <ac:spMkLst>
            <pc:docMk/>
            <pc:sldMk cId="96607437" sldId="342"/>
            <ac:spMk id="5" creationId="{2FCB2354-E8E1-7D4F-9119-EADE938CCBEE}"/>
          </ac:spMkLst>
        </pc:spChg>
      </pc:sld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1577505814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1582826008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1582826008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731299161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90329638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90329638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2295129282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2295129282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2090315159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2090315159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3034138166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3034138166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163412965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163412965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163412965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163412965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163412965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11:57:54.719" v="25" actId="5793"/>
        <pc:sldMkLst>
          <pc:docMk/>
          <pc:sldMk cId="0" sldId="262"/>
        </pc:sldMkLst>
        <pc:spChg chg="mod">
          <ac:chgData name="Ms Alina Arshad" userId="cccdfd85-d35d-4453-9c6f-a463aae40722" providerId="ADAL" clId="{3DC40453-2615-4ACE-A024-C61DE1A47E6A}" dt="2024-09-08T11:57:54.719" v="2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1577505814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1582826008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1582826008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731299161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2090315159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250404710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250404710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1497646456" sldId="275"/>
        </pc:sldMkLst>
      </pc:sld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1577505814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1577505814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1582826008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1582826008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1582826008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1582826008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1582826008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1582826008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1582826008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1582826008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1582826008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1582826008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731299161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731299161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731299161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90329638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90329638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90329638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90329638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2295129282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2295129282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2295129282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2090315159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3034138166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250404710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250404710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5B8A6D22-27A2-4EF9-83C4-9A1491FF93A7}"/>
    <pc:docChg chg="undo custSel addSld delSld modSld">
      <pc:chgData name="Ms Alina Arshad" userId="cccdfd85-d35d-4453-9c6f-a463aae40722" providerId="ADAL" clId="{5B8A6D22-27A2-4EF9-83C4-9A1491FF93A7}" dt="2024-09-16T08:06:46.187" v="660" actId="22"/>
      <pc:docMkLst>
        <pc:docMk/>
      </pc:docMkLst>
      <pc:sldChg chg="addSp delSp modSp mod">
        <pc:chgData name="Ms Alina Arshad" userId="cccdfd85-d35d-4453-9c6f-a463aae40722" providerId="ADAL" clId="{5B8A6D22-27A2-4EF9-83C4-9A1491FF93A7}" dt="2024-09-16T08:06:46.187" v="660" actId="22"/>
        <pc:sldMkLst>
          <pc:docMk/>
          <pc:sldMk cId="3322361034" sldId="256"/>
        </pc:sldMkLst>
        <pc:spChg chg="add del mod">
          <ac:chgData name="Ms Alina Arshad" userId="cccdfd85-d35d-4453-9c6f-a463aae40722" providerId="ADAL" clId="{5B8A6D22-27A2-4EF9-83C4-9A1491FF93A7}" dt="2024-09-16T08:06:46.187" v="660" actId="22"/>
          <ac:spMkLst>
            <pc:docMk/>
            <pc:sldMk cId="3322361034" sldId="256"/>
            <ac:spMk id="6" creationId="{72021E80-E761-54BE-AD10-FD26DBA73B2D}"/>
          </ac:spMkLst>
        </pc:spChg>
      </pc:sldChg>
      <pc:sldChg chg="modSp mod">
        <pc:chgData name="Ms Alina Arshad" userId="cccdfd85-d35d-4453-9c6f-a463aae40722" providerId="ADAL" clId="{5B8A6D22-27A2-4EF9-83C4-9A1491FF93A7}" dt="2024-09-13T05:11:00.601" v="148" actId="1076"/>
        <pc:sldMkLst>
          <pc:docMk/>
          <pc:sldMk cId="90329638" sldId="268"/>
        </pc:sldMkLst>
        <pc:spChg chg="mod">
          <ac:chgData name="Ms Alina Arshad" userId="cccdfd85-d35d-4453-9c6f-a463aae40722" providerId="ADAL" clId="{5B8A6D22-27A2-4EF9-83C4-9A1491FF93A7}" dt="2024-09-13T05:11:00.601" v="148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0:58.274" v="147" actId="1076"/>
          <ac:picMkLst>
            <pc:docMk/>
            <pc:sldMk cId="90329638" sldId="268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0:35.182" v="24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5B8A6D22-27A2-4EF9-83C4-9A1491FF93A7}" dt="2024-09-12T06:49:19.888" v="4" actId="1076"/>
          <ac:spMkLst>
            <pc:docMk/>
            <pc:sldMk cId="2295129282" sldId="269"/>
            <ac:spMk id="19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3.120" v="20" actId="403"/>
          <ac:spMkLst>
            <pc:docMk/>
            <pc:sldMk cId="2295129282" sldId="269"/>
            <ac:spMk id="19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35.182" v="24" actId="1076"/>
          <ac:spMkLst>
            <pc:docMk/>
            <pc:sldMk cId="2295129282" sldId="269"/>
            <ac:spMk id="1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9.260" v="22" actId="1076"/>
          <ac:spMkLst>
            <pc:docMk/>
            <pc:sldMk cId="2295129282" sldId="269"/>
            <ac:spMk id="19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49:25.084" v="7" actId="1076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1:44.971" v="36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5B8A6D22-27A2-4EF9-83C4-9A1491FF93A7}" dt="2024-09-12T06:51:01.318" v="30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04.077" v="31" actId="207"/>
          <ac:spMkLst>
            <pc:docMk/>
            <pc:sldMk cId="2090315159" sldId="270"/>
            <ac:spMk id="2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44.971" v="36" actId="1076"/>
          <ac:spMkLst>
            <pc:docMk/>
            <pc:sldMk cId="2090315159" sldId="270"/>
            <ac:spMk id="2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6:52:07.621" v="4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B8A6D22-27A2-4EF9-83C4-9A1491FF93A7}" dt="2024-09-12T06:51:52.566" v="40" actId="1076"/>
          <ac:spMkLst>
            <pc:docMk/>
            <pc:sldMk cId="3034138166" sldId="271"/>
            <ac:spMk id="20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03.347" v="42" actId="20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07.621" v="4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2:35.218" v="50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5B8A6D22-27A2-4EF9-83C4-9A1491FF93A7}" dt="2024-09-12T06:52:22.609" v="47" actId="207"/>
          <ac:spMkLst>
            <pc:docMk/>
            <pc:sldMk cId="2504047100" sldId="272"/>
            <ac:spMk id="21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30.200" v="49" actId="207"/>
          <ac:spMkLst>
            <pc:docMk/>
            <pc:sldMk cId="2504047100" sldId="272"/>
            <ac:spMk id="2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26.794" v="48" actId="1076"/>
          <ac:picMkLst>
            <pc:docMk/>
            <pc:sldMk cId="2504047100" sldId="272"/>
            <ac:picMk id="21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2:35.218" v="50" actId="1076"/>
          <ac:picMkLst>
            <pc:docMk/>
            <pc:sldMk cId="2504047100" sldId="272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12.755" v="14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5B8A6D22-27A2-4EF9-83C4-9A1491FF93A7}" dt="2024-09-12T06:54:22.495" v="54" actId="1076"/>
          <ac:spMkLst>
            <pc:docMk/>
            <pc:sldMk cId="4283755204" sldId="273"/>
            <ac:spMk id="22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12.755" v="149" actId="1076"/>
          <ac:picMkLst>
            <pc:docMk/>
            <pc:sldMk cId="4283755204" sldId="273"/>
            <ac:picMk id="226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5:15.540" v="59" actId="1076"/>
          <ac:picMkLst>
            <pc:docMk/>
            <pc:sldMk cId="4283755204" sldId="273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20.577" v="150" actId="1076"/>
        <pc:sldMkLst>
          <pc:docMk/>
          <pc:sldMk cId="2935103945" sldId="274"/>
        </pc:sldMkLst>
        <pc:spChg chg="mod">
          <ac:chgData name="Ms Alina Arshad" userId="cccdfd85-d35d-4453-9c6f-a463aae40722" providerId="ADAL" clId="{5B8A6D22-27A2-4EF9-83C4-9A1491FF93A7}" dt="2024-09-12T06:55:27.971" v="63" actId="1076"/>
          <ac:spMkLst>
            <pc:docMk/>
            <pc:sldMk cId="2935103945" sldId="274"/>
            <ac:spMk id="23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38.863" v="64" actId="207"/>
          <ac:spMkLst>
            <pc:docMk/>
            <pc:sldMk cId="2935103945" sldId="274"/>
            <ac:spMk id="2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20.577" v="150" actId="1076"/>
          <ac:picMkLst>
            <pc:docMk/>
            <pc:sldMk cId="2935103945" sldId="274"/>
            <ac:picMk id="23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5:59.781" v="71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B8A6D22-27A2-4EF9-83C4-9A1491FF93A7}" dt="2024-09-12T06:55:57.639" v="70" actId="1076"/>
          <ac:spMkLst>
            <pc:docMk/>
            <pc:sldMk cId="1497646456" sldId="275"/>
            <ac:spMk id="23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59.781" v="71" actId="207"/>
          <ac:spMkLst>
            <pc:docMk/>
            <pc:sldMk cId="1497646456" sldId="275"/>
            <ac:spMk id="24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1:35.304" v="153" actId="113"/>
        <pc:sldMkLst>
          <pc:docMk/>
          <pc:sldMk cId="3993717517" sldId="276"/>
        </pc:sldMkLst>
        <pc:spChg chg="mod">
          <ac:chgData name="Ms Alina Arshad" userId="cccdfd85-d35d-4453-9c6f-a463aae40722" providerId="ADAL" clId="{5B8A6D22-27A2-4EF9-83C4-9A1491FF93A7}" dt="2024-09-12T06:56:16.816" v="74" actId="27636"/>
          <ac:spMkLst>
            <pc:docMk/>
            <pc:sldMk cId="3993717517" sldId="276"/>
            <ac:spMk id="2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1:35.304" v="153" actId="113"/>
          <ac:spMkLst>
            <pc:docMk/>
            <pc:sldMk cId="3993717517" sldId="276"/>
            <ac:spMk id="2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6T03:47:58.286" v="651" actId="20577"/>
        <pc:sldMkLst>
          <pc:docMk/>
          <pc:sldMk cId="0" sldId="277"/>
        </pc:sldMkLst>
        <pc:spChg chg="mod">
          <ac:chgData name="Ms Alina Arshad" userId="cccdfd85-d35d-4453-9c6f-a463aae40722" providerId="ADAL" clId="{5B8A6D22-27A2-4EF9-83C4-9A1491FF93A7}" dt="2024-09-12T06:57:57.575" v="8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7:53.172" v="83" actId="1076"/>
          <ac:spMkLst>
            <pc:docMk/>
            <pc:sldMk cId="0" sldId="277"/>
            <ac:spMk id="255" creationId="{00000000-0000-0000-0000-000000000000}"/>
          </ac:spMkLst>
        </pc:spChg>
        <pc:graphicFrameChg chg="mod modGraphic">
          <ac:chgData name="Ms Alina Arshad" userId="cccdfd85-d35d-4453-9c6f-a463aae40722" providerId="ADAL" clId="{5B8A6D22-27A2-4EF9-83C4-9A1491FF93A7}" dt="2024-09-16T03:47:58.286" v="651" actId="20577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38.473" v="100" actId="1076"/>
        <pc:sldMkLst>
          <pc:docMk/>
          <pc:sldMk cId="2668593764" sldId="278"/>
        </pc:sldMkLst>
        <pc:spChg chg="mod">
          <ac:chgData name="Ms Alina Arshad" userId="cccdfd85-d35d-4453-9c6f-a463aae40722" providerId="ADAL" clId="{5B8A6D22-27A2-4EF9-83C4-9A1491FF93A7}" dt="2024-09-12T06:58:59.110" v="95" actId="1076"/>
          <ac:spMkLst>
            <pc:docMk/>
            <pc:sldMk cId="2668593764" sldId="278"/>
            <ac:spMk id="26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8:57.039" v="94" actId="1076"/>
          <ac:spMkLst>
            <pc:docMk/>
            <pc:sldMk cId="2668593764" sldId="278"/>
            <ac:spMk id="2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9:18.334" v="98" actId="1076"/>
          <ac:spMkLst>
            <pc:docMk/>
            <pc:sldMk cId="2668593764" sldId="278"/>
            <ac:spMk id="263" creationId="{00000000-0000-0000-0000-000000000000}"/>
          </ac:spMkLst>
        </pc:spChg>
        <pc:graphicFrameChg chg="mod">
          <ac:chgData name="Ms Alina Arshad" userId="cccdfd85-d35d-4453-9c6f-a463aae40722" providerId="ADAL" clId="{5B8A6D22-27A2-4EF9-83C4-9A1491FF93A7}" dt="2024-09-12T06:59:08.736" v="96" actId="1076"/>
          <ac:graphicFrameMkLst>
            <pc:docMk/>
            <pc:sldMk cId="2668593764" sldId="278"/>
            <ac:graphicFrameMk id="264" creationId="{00000000-0000-0000-0000-000000000000}"/>
          </ac:graphicFrameMkLst>
        </pc:graphicFrameChg>
        <pc:graphicFrameChg chg="mod">
          <ac:chgData name="Ms Alina Arshad" userId="cccdfd85-d35d-4453-9c6f-a463aae40722" providerId="ADAL" clId="{5B8A6D22-27A2-4EF9-83C4-9A1491FF93A7}" dt="2024-09-12T07:01:38.473" v="100" actId="1076"/>
          <ac:graphicFrameMkLst>
            <pc:docMk/>
            <pc:sldMk cId="2668593764" sldId="278"/>
            <ac:graphicFrameMk id="26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59.359" v="10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5B8A6D22-27A2-4EF9-83C4-9A1491FF93A7}" dt="2024-09-12T07:01:57.063" v="107" actId="1076"/>
          <ac:spMkLst>
            <pc:docMk/>
            <pc:sldMk cId="3605066316" sldId="281"/>
            <ac:spMk id="27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1:59.359" v="108" actId="1076"/>
          <ac:picMkLst>
            <pc:docMk/>
            <pc:sldMk cId="3605066316" sldId="281"/>
            <ac:picMk id="27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13.645" v="113" actId="14100"/>
        <pc:sldMkLst>
          <pc:docMk/>
          <pc:sldMk cId="24697311" sldId="282"/>
        </pc:sldMkLst>
        <pc:spChg chg="mod">
          <ac:chgData name="Ms Alina Arshad" userId="cccdfd85-d35d-4453-9c6f-a463aae40722" providerId="ADAL" clId="{5B8A6D22-27A2-4EF9-83C4-9A1491FF93A7}" dt="2024-09-12T07:02:13.645" v="113" actId="14100"/>
          <ac:spMkLst>
            <pc:docMk/>
            <pc:sldMk cId="24697311" sldId="282"/>
            <ac:spMk id="27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09.818" v="112" actId="1076"/>
          <ac:picMkLst>
            <pc:docMk/>
            <pc:sldMk cId="24697311" sldId="282"/>
            <ac:picMk id="27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32.578" v="122" actId="27636"/>
        <pc:sldMkLst>
          <pc:docMk/>
          <pc:sldMk cId="3289392637" sldId="283"/>
        </pc:sldMkLst>
        <pc:spChg chg="mod">
          <ac:chgData name="Ms Alina Arshad" userId="cccdfd85-d35d-4453-9c6f-a463aae40722" providerId="ADAL" clId="{5B8A6D22-27A2-4EF9-83C4-9A1491FF93A7}" dt="2024-09-12T07:02:32.578" v="122" actId="27636"/>
          <ac:spMkLst>
            <pc:docMk/>
            <pc:sldMk cId="3289392637" sldId="283"/>
            <ac:spMk id="2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28.146" v="120" actId="1076"/>
          <ac:picMkLst>
            <pc:docMk/>
            <pc:sldMk cId="3289392637" sldId="283"/>
            <ac:picMk id="2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13:51.900" v="187" actId="729"/>
        <pc:sldMkLst>
          <pc:docMk/>
          <pc:sldMk cId="800652809" sldId="284"/>
        </pc:sldMkLst>
        <pc:spChg chg="mod">
          <ac:chgData name="Ms Alina Arshad" userId="cccdfd85-d35d-4453-9c6f-a463aae40722" providerId="ADAL" clId="{5B8A6D22-27A2-4EF9-83C4-9A1491FF93A7}" dt="2024-09-12T07:02:45.877" v="129" actId="14100"/>
          <ac:spMkLst>
            <pc:docMk/>
            <pc:sldMk cId="800652809" sldId="284"/>
            <ac:spMk id="29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36.504" v="123" actId="1076"/>
          <ac:picMkLst>
            <pc:docMk/>
            <pc:sldMk cId="800652809" sldId="284"/>
            <ac:picMk id="293" creationId="{00000000-0000-0000-0000-000000000000}"/>
          </ac:picMkLst>
        </pc:picChg>
      </pc:sldChg>
      <pc:sldChg chg="modSp del mod modShow">
        <pc:chgData name="Ms Alina Arshad" userId="cccdfd85-d35d-4453-9c6f-a463aae40722" providerId="ADAL" clId="{5B8A6D22-27A2-4EF9-83C4-9A1491FF93A7}" dt="2024-09-13T05:14:16.175" v="189" actId="47"/>
        <pc:sldMkLst>
          <pc:docMk/>
          <pc:sldMk cId="1402144616" sldId="285"/>
        </pc:sldMkLst>
        <pc:spChg chg="mod">
          <ac:chgData name="Ms Alina Arshad" userId="cccdfd85-d35d-4453-9c6f-a463aae40722" providerId="ADAL" clId="{5B8A6D22-27A2-4EF9-83C4-9A1491FF93A7}" dt="2024-09-12T07:06:10.037" v="136" actId="113"/>
          <ac:spMkLst>
            <pc:docMk/>
            <pc:sldMk cId="1402144616" sldId="285"/>
            <ac:spMk id="29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2:58.581" v="134" actId="14100"/>
          <ac:spMkLst>
            <pc:docMk/>
            <pc:sldMk cId="1402144616" sldId="285"/>
            <ac:spMk id="29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4:33.451" v="203" actId="404"/>
        <pc:sldMkLst>
          <pc:docMk/>
          <pc:sldMk cId="0" sldId="286"/>
        </pc:sldMkLst>
        <pc:spChg chg="mod">
          <ac:chgData name="Ms Alina Arshad" userId="cccdfd85-d35d-4453-9c6f-a463aae40722" providerId="ADAL" clId="{5B8A6D22-27A2-4EF9-83C4-9A1491FF93A7}" dt="2024-09-13T05:14:33.451" v="203" actId="404"/>
          <ac:spMkLst>
            <pc:docMk/>
            <pc:sldMk cId="0" sldId="286"/>
            <ac:spMk id="3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06.008" v="141" actId="14100"/>
          <ac:spMkLst>
            <pc:docMk/>
            <pc:sldMk cId="0" sldId="286"/>
            <ac:spMk id="30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7:09:18.339" v="146" actId="207"/>
        <pc:sldMkLst>
          <pc:docMk/>
          <pc:sldMk cId="3229345964" sldId="287"/>
        </pc:sldMkLst>
        <pc:spChg chg="mod">
          <ac:chgData name="Ms Alina Arshad" userId="cccdfd85-d35d-4453-9c6f-a463aae40722" providerId="ADAL" clId="{5B8A6D22-27A2-4EF9-83C4-9A1491FF93A7}" dt="2024-09-12T07:09:15.575" v="145" actId="1076"/>
          <ac:spMkLst>
            <pc:docMk/>
            <pc:sldMk cId="3229345964" sldId="287"/>
            <ac:spMk id="3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18.339" v="146" actId="207"/>
          <ac:spMkLst>
            <pc:docMk/>
            <pc:sldMk cId="3229345964" sldId="287"/>
            <ac:spMk id="312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15:12.439" v="210" actId="1076"/>
        <pc:sldMkLst>
          <pc:docMk/>
          <pc:sldMk cId="2002870935" sldId="288"/>
        </pc:sldMkLst>
        <pc:spChg chg="mod">
          <ac:chgData name="Ms Alina Arshad" userId="cccdfd85-d35d-4453-9c6f-a463aae40722" providerId="ADAL" clId="{5B8A6D22-27A2-4EF9-83C4-9A1491FF93A7}" dt="2024-09-13T05:15:04.952" v="208" actId="14100"/>
          <ac:spMkLst>
            <pc:docMk/>
            <pc:sldMk cId="2002870935" sldId="288"/>
            <ac:spMk id="3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07.951" v="209" actId="1076"/>
          <ac:picMkLst>
            <pc:docMk/>
            <pc:sldMk cId="2002870935" sldId="288"/>
            <ac:picMk id="320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15:12.439" v="210" actId="1076"/>
          <ac:picMkLst>
            <pc:docMk/>
            <pc:sldMk cId="2002870935" sldId="288"/>
            <ac:picMk id="32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5:39.437" v="223" actId="207"/>
        <pc:sldMkLst>
          <pc:docMk/>
          <pc:sldMk cId="0" sldId="289"/>
        </pc:sldMkLst>
        <pc:spChg chg="mod">
          <ac:chgData name="Ms Alina Arshad" userId="cccdfd85-d35d-4453-9c6f-a463aae40722" providerId="ADAL" clId="{5B8A6D22-27A2-4EF9-83C4-9A1491FF93A7}" dt="2024-09-13T05:15:28.059" v="218" actId="27636"/>
          <ac:spMkLst>
            <pc:docMk/>
            <pc:sldMk cId="0" sldId="289"/>
            <ac:spMk id="32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5:39.437" v="223" actId="207"/>
          <ac:spMkLst>
            <pc:docMk/>
            <pc:sldMk cId="0" sldId="289"/>
            <ac:spMk id="32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6:09.657" v="229" actId="2711"/>
        <pc:sldMkLst>
          <pc:docMk/>
          <pc:sldMk cId="0" sldId="290"/>
        </pc:sldMkLst>
        <pc:spChg chg="mod">
          <ac:chgData name="Ms Alina Arshad" userId="cccdfd85-d35d-4453-9c6f-a463aae40722" providerId="ADAL" clId="{5B8A6D22-27A2-4EF9-83C4-9A1491FF93A7}" dt="2024-09-13T05:16:09.657" v="229" actId="2711"/>
          <ac:spMkLst>
            <pc:docMk/>
            <pc:sldMk cId="0" sldId="290"/>
            <ac:spMk id="3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48.330" v="225" actId="14100"/>
          <ac:picMkLst>
            <pc:docMk/>
            <pc:sldMk cId="0" sldId="290"/>
            <ac:picMk id="33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6:46.897" v="250" actId="1076"/>
        <pc:sldMkLst>
          <pc:docMk/>
          <pc:sldMk cId="0" sldId="291"/>
        </pc:sldMkLst>
        <pc:spChg chg="mod">
          <ac:chgData name="Ms Alina Arshad" userId="cccdfd85-d35d-4453-9c6f-a463aae40722" providerId="ADAL" clId="{5B8A6D22-27A2-4EF9-83C4-9A1491FF93A7}" dt="2024-09-13T05:16:41.828" v="247" actId="27636"/>
          <ac:spMkLst>
            <pc:docMk/>
            <pc:sldMk cId="0" sldId="291"/>
            <ac:spMk id="33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6:46.897" v="250" actId="1076"/>
          <ac:picMkLst>
            <pc:docMk/>
            <pc:sldMk cId="0" sldId="291"/>
            <ac:picMk id="3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7:13.587" v="259" actId="2711"/>
        <pc:sldMkLst>
          <pc:docMk/>
          <pc:sldMk cId="0" sldId="292"/>
        </pc:sldMkLst>
        <pc:spChg chg="mod">
          <ac:chgData name="Ms Alina Arshad" userId="cccdfd85-d35d-4453-9c6f-a463aae40722" providerId="ADAL" clId="{5B8A6D22-27A2-4EF9-83C4-9A1491FF93A7}" dt="2024-09-13T05:16:56.754" v="253" actId="14100"/>
          <ac:spMkLst>
            <pc:docMk/>
            <pc:sldMk cId="0" sldId="292"/>
            <ac:spMk id="34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7:13.587" v="259" actId="2711"/>
          <ac:spMkLst>
            <pc:docMk/>
            <pc:sldMk cId="0" sldId="292"/>
            <ac:spMk id="34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7:54.481" v="276" actId="1076"/>
        <pc:sldMkLst>
          <pc:docMk/>
          <pc:sldMk cId="0" sldId="293"/>
        </pc:sldMkLst>
        <pc:spChg chg="mod">
          <ac:chgData name="Ms Alina Arshad" userId="cccdfd85-d35d-4453-9c6f-a463aae40722" providerId="ADAL" clId="{5B8A6D22-27A2-4EF9-83C4-9A1491FF93A7}" dt="2024-09-13T05:17:54.481" v="276" actId="1076"/>
          <ac:spMkLst>
            <pc:docMk/>
            <pc:sldMk cId="0" sldId="293"/>
            <ac:spMk id="35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7:40.969" v="270" actId="1076"/>
          <ac:picMkLst>
            <pc:docMk/>
            <pc:sldMk cId="0" sldId="293"/>
            <ac:picMk id="35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8:16.246" v="287" actId="20577"/>
        <pc:sldMkLst>
          <pc:docMk/>
          <pc:sldMk cId="0" sldId="294"/>
        </pc:sldMkLst>
        <pc:spChg chg="mod">
          <ac:chgData name="Ms Alina Arshad" userId="cccdfd85-d35d-4453-9c6f-a463aae40722" providerId="ADAL" clId="{5B8A6D22-27A2-4EF9-83C4-9A1491FF93A7}" dt="2024-09-13T05:18:16.246" v="287" actId="20577"/>
          <ac:spMkLst>
            <pc:docMk/>
            <pc:sldMk cId="0" sldId="294"/>
            <ac:spMk id="356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8:03.026" v="279" actId="1076"/>
          <ac:picMkLst>
            <pc:docMk/>
            <pc:sldMk cId="0" sldId="294"/>
            <ac:picMk id="357" creationId="{00000000-0000-0000-0000-000000000000}"/>
          </ac:picMkLst>
        </pc:picChg>
      </pc:sldChg>
      <pc:sldChg chg="delSp modSp mod">
        <pc:chgData name="Ms Alina Arshad" userId="cccdfd85-d35d-4453-9c6f-a463aae40722" providerId="ADAL" clId="{5B8A6D22-27A2-4EF9-83C4-9A1491FF93A7}" dt="2024-09-13T05:18:42.445" v="299" actId="1076"/>
        <pc:sldMkLst>
          <pc:docMk/>
          <pc:sldMk cId="0" sldId="295"/>
        </pc:sldMkLst>
        <pc:spChg chg="del">
          <ac:chgData name="Ms Alina Arshad" userId="cccdfd85-d35d-4453-9c6f-a463aae40722" providerId="ADAL" clId="{5B8A6D22-27A2-4EF9-83C4-9A1491FF93A7}" dt="2024-09-13T05:18:23.414" v="288" actId="478"/>
          <ac:spMkLst>
            <pc:docMk/>
            <pc:sldMk cId="0" sldId="295"/>
            <ac:spMk id="3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42.445" v="299" actId="1076"/>
          <ac:spMkLst>
            <pc:docMk/>
            <pc:sldMk cId="0" sldId="295"/>
            <ac:spMk id="36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8:53.107" v="303" actId="207"/>
        <pc:sldMkLst>
          <pc:docMk/>
          <pc:sldMk cId="0" sldId="296"/>
        </pc:sldMkLst>
        <pc:spChg chg="mod">
          <ac:chgData name="Ms Alina Arshad" userId="cccdfd85-d35d-4453-9c6f-a463aae40722" providerId="ADAL" clId="{5B8A6D22-27A2-4EF9-83C4-9A1491FF93A7}" dt="2024-09-13T05:18:50.848" v="302" actId="113"/>
          <ac:spMkLst>
            <pc:docMk/>
            <pc:sldMk cId="0" sldId="296"/>
            <ac:spMk id="36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53.107" v="303" actId="207"/>
          <ac:spMkLst>
            <pc:docMk/>
            <pc:sldMk cId="0" sldId="296"/>
            <ac:spMk id="36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9:03.816" v="308" actId="207"/>
        <pc:sldMkLst>
          <pc:docMk/>
          <pc:sldMk cId="0" sldId="297"/>
        </pc:sldMkLst>
        <pc:spChg chg="mod">
          <ac:chgData name="Ms Alina Arshad" userId="cccdfd85-d35d-4453-9c6f-a463aae40722" providerId="ADAL" clId="{5B8A6D22-27A2-4EF9-83C4-9A1491FF93A7}" dt="2024-09-13T05:19:00.926" v="307" actId="27636"/>
          <ac:spMkLst>
            <pc:docMk/>
            <pc:sldMk cId="0" sldId="297"/>
            <ac:spMk id="37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9:03.816" v="308" actId="207"/>
          <ac:spMkLst>
            <pc:docMk/>
            <pc:sldMk cId="0" sldId="297"/>
            <ac:spMk id="37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1:57.672" v="332" actId="403"/>
        <pc:sldMkLst>
          <pc:docMk/>
          <pc:sldMk cId="0" sldId="298"/>
        </pc:sldMkLst>
        <pc:spChg chg="mod">
          <ac:chgData name="Ms Alina Arshad" userId="cccdfd85-d35d-4453-9c6f-a463aae40722" providerId="ADAL" clId="{5B8A6D22-27A2-4EF9-83C4-9A1491FF93A7}" dt="2024-09-13T05:21:57.672" v="332" actId="403"/>
          <ac:spMkLst>
            <pc:docMk/>
            <pc:sldMk cId="0" sldId="298"/>
            <ac:spMk id="38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0:54.546" v="311" actId="1076"/>
          <ac:picMkLst>
            <pc:docMk/>
            <pc:sldMk cId="0" sldId="298"/>
            <ac:picMk id="38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21.505" v="342" actId="1076"/>
        <pc:sldMkLst>
          <pc:docMk/>
          <pc:sldMk cId="0" sldId="299"/>
        </pc:sldMkLst>
        <pc:spChg chg="mod">
          <ac:chgData name="Ms Alina Arshad" userId="cccdfd85-d35d-4453-9c6f-a463aae40722" providerId="ADAL" clId="{5B8A6D22-27A2-4EF9-83C4-9A1491FF93A7}" dt="2024-09-13T05:22:21.505" v="342" actId="1076"/>
          <ac:spMkLst>
            <pc:docMk/>
            <pc:sldMk cId="0" sldId="299"/>
            <ac:spMk id="38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18.844" v="341" actId="1076"/>
          <ac:picMkLst>
            <pc:docMk/>
            <pc:sldMk cId="0" sldId="299"/>
            <ac:picMk id="38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54.631" v="358" actId="27636"/>
        <pc:sldMkLst>
          <pc:docMk/>
          <pc:sldMk cId="0" sldId="300"/>
        </pc:sldMkLst>
        <pc:spChg chg="mod">
          <ac:chgData name="Ms Alina Arshad" userId="cccdfd85-d35d-4453-9c6f-a463aae40722" providerId="ADAL" clId="{5B8A6D22-27A2-4EF9-83C4-9A1491FF93A7}" dt="2024-09-13T05:22:54.631" v="358" actId="27636"/>
          <ac:spMkLst>
            <pc:docMk/>
            <pc:sldMk cId="0" sldId="300"/>
            <ac:spMk id="394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29.858" v="345" actId="1076"/>
          <ac:picMkLst>
            <pc:docMk/>
            <pc:sldMk cId="0" sldId="300"/>
            <ac:picMk id="395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3:03.847" v="361" actId="14100"/>
        <pc:sldMkLst>
          <pc:docMk/>
          <pc:sldMk cId="0" sldId="301"/>
        </pc:sldMkLst>
        <pc:spChg chg="mod">
          <ac:chgData name="Ms Alina Arshad" userId="cccdfd85-d35d-4453-9c6f-a463aae40722" providerId="ADAL" clId="{5B8A6D22-27A2-4EF9-83C4-9A1491FF93A7}" dt="2024-09-13T05:23:03.847" v="361" actId="14100"/>
          <ac:spMkLst>
            <pc:docMk/>
            <pc:sldMk cId="0" sldId="301"/>
            <ac:spMk id="40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17.341" v="364" actId="207"/>
        <pc:sldMkLst>
          <pc:docMk/>
          <pc:sldMk cId="0" sldId="302"/>
        </pc:sldMkLst>
        <pc:spChg chg="mod">
          <ac:chgData name="Ms Alina Arshad" userId="cccdfd85-d35d-4453-9c6f-a463aae40722" providerId="ADAL" clId="{5B8A6D22-27A2-4EF9-83C4-9A1491FF93A7}" dt="2024-09-13T05:23:13.439" v="363" actId="27636"/>
          <ac:spMkLst>
            <pc:docMk/>
            <pc:sldMk cId="0" sldId="302"/>
            <ac:spMk id="4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3:17.341" v="364" actId="207"/>
          <ac:spMkLst>
            <pc:docMk/>
            <pc:sldMk cId="0" sldId="302"/>
            <ac:spMk id="4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42.147" v="370" actId="14100"/>
        <pc:sldMkLst>
          <pc:docMk/>
          <pc:sldMk cId="0" sldId="303"/>
        </pc:sldMkLst>
        <pc:spChg chg="mod">
          <ac:chgData name="Ms Alina Arshad" userId="cccdfd85-d35d-4453-9c6f-a463aae40722" providerId="ADAL" clId="{5B8A6D22-27A2-4EF9-83C4-9A1491FF93A7}" dt="2024-09-13T05:23:42.147" v="370" actId="14100"/>
          <ac:spMkLst>
            <pc:docMk/>
            <pc:sldMk cId="0" sldId="303"/>
            <ac:spMk id="41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3:34.127" v="369" actId="14100"/>
          <ac:picMkLst>
            <pc:docMk/>
            <pc:sldMk cId="0" sldId="303"/>
            <ac:picMk id="4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05.710" v="378" actId="1076"/>
        <pc:sldMkLst>
          <pc:docMk/>
          <pc:sldMk cId="0" sldId="304"/>
        </pc:sldMkLst>
        <pc:spChg chg="mod">
          <ac:chgData name="Ms Alina Arshad" userId="cccdfd85-d35d-4453-9c6f-a463aae40722" providerId="ADAL" clId="{5B8A6D22-27A2-4EF9-83C4-9A1491FF93A7}" dt="2024-09-13T05:24:02.244" v="377" actId="113"/>
          <ac:spMkLst>
            <pc:docMk/>
            <pc:sldMk cId="0" sldId="304"/>
            <ac:spMk id="42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4:05.710" v="378" actId="1076"/>
          <ac:picMkLst>
            <pc:docMk/>
            <pc:sldMk cId="0" sldId="304"/>
            <ac:picMk id="42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24.465" v="385" actId="207"/>
        <pc:sldMkLst>
          <pc:docMk/>
          <pc:sldMk cId="0" sldId="305"/>
        </pc:sldMkLst>
        <pc:spChg chg="mod">
          <ac:chgData name="Ms Alina Arshad" userId="cccdfd85-d35d-4453-9c6f-a463aae40722" providerId="ADAL" clId="{5B8A6D22-27A2-4EF9-83C4-9A1491FF93A7}" dt="2024-09-13T05:24:15.183" v="382" actId="27636"/>
          <ac:spMkLst>
            <pc:docMk/>
            <pc:sldMk cId="0" sldId="305"/>
            <ac:spMk id="43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4:24.465" v="385" actId="207"/>
          <ac:spMkLst>
            <pc:docMk/>
            <pc:sldMk cId="0" sldId="305"/>
            <ac:spMk id="43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6:26.766" v="399" actId="207"/>
        <pc:sldMkLst>
          <pc:docMk/>
          <pc:sldMk cId="0" sldId="306"/>
        </pc:sldMkLst>
        <pc:spChg chg="mod">
          <ac:chgData name="Ms Alina Arshad" userId="cccdfd85-d35d-4453-9c6f-a463aae40722" providerId="ADAL" clId="{5B8A6D22-27A2-4EF9-83C4-9A1491FF93A7}" dt="2024-09-13T05:26:12.122" v="395" actId="1076"/>
          <ac:spMkLst>
            <pc:docMk/>
            <pc:sldMk cId="0" sldId="306"/>
            <ac:spMk id="43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26.766" v="399" actId="207"/>
          <ac:spMkLst>
            <pc:docMk/>
            <pc:sldMk cId="0" sldId="306"/>
            <ac:spMk id="44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6:13.794" v="396" actId="1076"/>
          <ac:picMkLst>
            <pc:docMk/>
            <pc:sldMk cId="0" sldId="306"/>
            <ac:picMk id="43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6:16.730" v="397" actId="1076"/>
          <ac:picMkLst>
            <pc:docMk/>
            <pc:sldMk cId="0" sldId="306"/>
            <ac:picMk id="4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6:48.837" v="404" actId="113"/>
        <pc:sldMkLst>
          <pc:docMk/>
          <pc:sldMk cId="0" sldId="307"/>
        </pc:sldMkLst>
        <pc:spChg chg="mod">
          <ac:chgData name="Ms Alina Arshad" userId="cccdfd85-d35d-4453-9c6f-a463aae40722" providerId="ADAL" clId="{5B8A6D22-27A2-4EF9-83C4-9A1491FF93A7}" dt="2024-09-13T05:26:40.090" v="402" actId="14100"/>
          <ac:spMkLst>
            <pc:docMk/>
            <pc:sldMk cId="0" sldId="307"/>
            <ac:spMk id="4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48.837" v="404" actId="113"/>
          <ac:spMkLst>
            <pc:docMk/>
            <pc:sldMk cId="0" sldId="307"/>
            <ac:spMk id="4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7:33.515" v="420" actId="1076"/>
        <pc:sldMkLst>
          <pc:docMk/>
          <pc:sldMk cId="0" sldId="308"/>
        </pc:sldMkLst>
        <pc:spChg chg="mod">
          <ac:chgData name="Ms Alina Arshad" userId="cccdfd85-d35d-4453-9c6f-a463aae40722" providerId="ADAL" clId="{5B8A6D22-27A2-4EF9-83C4-9A1491FF93A7}" dt="2024-09-13T05:26:59.642" v="408" actId="14100"/>
          <ac:spMkLst>
            <pc:docMk/>
            <pc:sldMk cId="0" sldId="308"/>
            <ac:spMk id="4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7:33.515" v="420" actId="1076"/>
          <ac:spMkLst>
            <pc:docMk/>
            <pc:sldMk cId="0" sldId="308"/>
            <ac:spMk id="45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05.875" v="411" actId="1076"/>
          <ac:picMkLst>
            <pc:docMk/>
            <pc:sldMk cId="0" sldId="308"/>
            <ac:picMk id="454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30.375" v="419" actId="1076"/>
          <ac:picMkLst>
            <pc:docMk/>
            <pc:sldMk cId="0" sldId="308"/>
            <ac:picMk id="45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04.912" v="434" actId="1076"/>
        <pc:sldMkLst>
          <pc:docMk/>
          <pc:sldMk cId="0" sldId="309"/>
        </pc:sldMkLst>
        <pc:spChg chg="mod">
          <ac:chgData name="Ms Alina Arshad" userId="cccdfd85-d35d-4453-9c6f-a463aae40722" providerId="ADAL" clId="{5B8A6D22-27A2-4EF9-83C4-9A1491FF93A7}" dt="2024-09-13T05:27:48.996" v="426" actId="1076"/>
          <ac:spMkLst>
            <pc:docMk/>
            <pc:sldMk cId="0" sldId="309"/>
            <ac:spMk id="4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04.912" v="434" actId="1076"/>
          <ac:spMkLst>
            <pc:docMk/>
            <pc:sldMk cId="0" sldId="309"/>
            <ac:spMk id="46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53.686" v="429" actId="1076"/>
          <ac:picMkLst>
            <pc:docMk/>
            <pc:sldMk cId="0" sldId="309"/>
            <ac:picMk id="463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45.262" v="424" actId="1076"/>
          <ac:picMkLst>
            <pc:docMk/>
            <pc:sldMk cId="0" sldId="309"/>
            <ac:picMk id="46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19.789" v="438" actId="207"/>
        <pc:sldMkLst>
          <pc:docMk/>
          <pc:sldMk cId="0" sldId="310"/>
        </pc:sldMkLst>
        <pc:spChg chg="mod">
          <ac:chgData name="Ms Alina Arshad" userId="cccdfd85-d35d-4453-9c6f-a463aae40722" providerId="ADAL" clId="{5B8A6D22-27A2-4EF9-83C4-9A1491FF93A7}" dt="2024-09-13T05:28:16.258" v="437" actId="14100"/>
          <ac:spMkLst>
            <pc:docMk/>
            <pc:sldMk cId="0" sldId="310"/>
            <ac:spMk id="47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19.789" v="438" actId="207"/>
          <ac:spMkLst>
            <pc:docMk/>
            <pc:sldMk cId="0" sldId="310"/>
            <ac:spMk id="47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8:49.849" v="450" actId="1076"/>
        <pc:sldMkLst>
          <pc:docMk/>
          <pc:sldMk cId="0" sldId="311"/>
        </pc:sldMkLst>
        <pc:spChg chg="mod">
          <ac:chgData name="Ms Alina Arshad" userId="cccdfd85-d35d-4453-9c6f-a463aae40722" providerId="ADAL" clId="{5B8A6D22-27A2-4EF9-83C4-9A1491FF93A7}" dt="2024-09-13T05:28:33.913" v="445" actId="1076"/>
          <ac:spMkLst>
            <pc:docMk/>
            <pc:sldMk cId="0" sldId="311"/>
            <ac:spMk id="47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49.849" v="450" actId="1076"/>
          <ac:spMkLst>
            <pc:docMk/>
            <pc:sldMk cId="0" sldId="311"/>
            <ac:spMk id="479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8:36.417" v="446" actId="1076"/>
          <ac:picMkLst>
            <pc:docMk/>
            <pc:sldMk cId="0" sldId="311"/>
            <ac:picMk id="47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5:27.078" v="463" actId="1076"/>
        <pc:sldMkLst>
          <pc:docMk/>
          <pc:sldMk cId="0" sldId="312"/>
        </pc:sldMkLst>
        <pc:spChg chg="mod">
          <ac:chgData name="Ms Alina Arshad" userId="cccdfd85-d35d-4453-9c6f-a463aae40722" providerId="ADAL" clId="{5B8A6D22-27A2-4EF9-83C4-9A1491FF93A7}" dt="2024-09-13T05:35:11.835" v="455" actId="1076"/>
          <ac:spMkLst>
            <pc:docMk/>
            <pc:sldMk cId="0" sldId="312"/>
            <ac:spMk id="48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25.126" v="461" actId="1076"/>
          <ac:spMkLst>
            <pc:docMk/>
            <pc:sldMk cId="0" sldId="312"/>
            <ac:spMk id="48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5:27.078" v="463" actId="1076"/>
          <ac:picMkLst>
            <pc:docMk/>
            <pc:sldMk cId="0" sldId="312"/>
            <ac:picMk id="4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35:54.938" v="473" actId="729"/>
        <pc:sldMkLst>
          <pc:docMk/>
          <pc:sldMk cId="0" sldId="313"/>
        </pc:sldMkLst>
        <pc:spChg chg="mod">
          <ac:chgData name="Ms Alina Arshad" userId="cccdfd85-d35d-4453-9c6f-a463aae40722" providerId="ADAL" clId="{5B8A6D22-27A2-4EF9-83C4-9A1491FF93A7}" dt="2024-09-13T05:35:36.295" v="467" actId="1076"/>
          <ac:spMkLst>
            <pc:docMk/>
            <pc:sldMk cId="0" sldId="313"/>
            <ac:spMk id="4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48.088" v="472" actId="207"/>
          <ac:spMkLst>
            <pc:docMk/>
            <pc:sldMk cId="0" sldId="313"/>
            <ac:spMk id="495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38:01.383" v="486" actId="404"/>
        <pc:sldMkLst>
          <pc:docMk/>
          <pc:sldMk cId="0" sldId="314"/>
        </pc:sldMkLst>
        <pc:spChg chg="mod">
          <ac:chgData name="Ms Alina Arshad" userId="cccdfd85-d35d-4453-9c6f-a463aae40722" providerId="ADAL" clId="{5B8A6D22-27A2-4EF9-83C4-9A1491FF93A7}" dt="2024-09-13T05:37:57.275" v="485" actId="1076"/>
          <ac:spMkLst>
            <pc:docMk/>
            <pc:sldMk cId="0" sldId="314"/>
            <ac:spMk id="5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01.383" v="486" actId="404"/>
          <ac:spMkLst>
            <pc:docMk/>
            <pc:sldMk cId="0" sldId="314"/>
            <ac:spMk id="5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7:38.579" v="481" actId="1076"/>
          <ac:spMkLst>
            <pc:docMk/>
            <pc:sldMk cId="0" sldId="314"/>
            <ac:spMk id="50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6:08.662" v="476" actId="1076"/>
          <ac:picMkLst>
            <pc:docMk/>
            <pc:sldMk cId="0" sldId="314"/>
            <ac:picMk id="50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14.801" v="492" actId="207"/>
        <pc:sldMkLst>
          <pc:docMk/>
          <pc:sldMk cId="0" sldId="315"/>
        </pc:sldMkLst>
        <pc:spChg chg="mod">
          <ac:chgData name="Ms Alina Arshad" userId="cccdfd85-d35d-4453-9c6f-a463aae40722" providerId="ADAL" clId="{5B8A6D22-27A2-4EF9-83C4-9A1491FF93A7}" dt="2024-09-13T05:38:11.662" v="489" actId="14100"/>
          <ac:spMkLst>
            <pc:docMk/>
            <pc:sldMk cId="0" sldId="315"/>
            <ac:spMk id="5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14.801" v="492" actId="207"/>
          <ac:spMkLst>
            <pc:docMk/>
            <pc:sldMk cId="0" sldId="315"/>
            <ac:spMk id="512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26.127" v="495" actId="207"/>
        <pc:sldMkLst>
          <pc:docMk/>
          <pc:sldMk cId="0" sldId="316"/>
        </pc:sldMkLst>
        <pc:spChg chg="mod">
          <ac:chgData name="Ms Alina Arshad" userId="cccdfd85-d35d-4453-9c6f-a463aae40722" providerId="ADAL" clId="{5B8A6D22-27A2-4EF9-83C4-9A1491FF93A7}" dt="2024-09-13T05:38:23.783" v="494" actId="1076"/>
          <ac:spMkLst>
            <pc:docMk/>
            <pc:sldMk cId="0" sldId="316"/>
            <ac:spMk id="51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26.127" v="495" actId="207"/>
          <ac:spMkLst>
            <pc:docMk/>
            <pc:sldMk cId="0" sldId="316"/>
            <ac:spMk id="51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44.712" v="503" actId="1076"/>
        <pc:sldMkLst>
          <pc:docMk/>
          <pc:sldMk cId="0" sldId="317"/>
        </pc:sldMkLst>
        <pc:spChg chg="mod">
          <ac:chgData name="Ms Alina Arshad" userId="cccdfd85-d35d-4453-9c6f-a463aae40722" providerId="ADAL" clId="{5B8A6D22-27A2-4EF9-83C4-9A1491FF93A7}" dt="2024-09-13T05:38:34.026" v="497" actId="14100"/>
          <ac:spMkLst>
            <pc:docMk/>
            <pc:sldMk cId="0" sldId="317"/>
            <ac:spMk id="52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39.716" v="500" actId="1076"/>
          <ac:spMkLst>
            <pc:docMk/>
            <pc:sldMk cId="0" sldId="317"/>
            <ac:spMk id="52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8:44.712" v="503" actId="1076"/>
          <ac:picMkLst>
            <pc:docMk/>
            <pc:sldMk cId="0" sldId="317"/>
            <ac:picMk id="52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56.740" v="507" actId="207"/>
        <pc:sldMkLst>
          <pc:docMk/>
          <pc:sldMk cId="0" sldId="318"/>
        </pc:sldMkLst>
        <pc:spChg chg="mod">
          <ac:chgData name="Ms Alina Arshad" userId="cccdfd85-d35d-4453-9c6f-a463aae40722" providerId="ADAL" clId="{5B8A6D22-27A2-4EF9-83C4-9A1491FF93A7}" dt="2024-09-13T05:38:54.256" v="506" actId="14100"/>
          <ac:spMkLst>
            <pc:docMk/>
            <pc:sldMk cId="0" sldId="318"/>
            <ac:spMk id="53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56.740" v="507" actId="207"/>
          <ac:spMkLst>
            <pc:docMk/>
            <pc:sldMk cId="0" sldId="318"/>
            <ac:spMk id="53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36.508" v="519" actId="207"/>
        <pc:sldMkLst>
          <pc:docMk/>
          <pc:sldMk cId="0" sldId="319"/>
        </pc:sldMkLst>
        <pc:spChg chg="mod">
          <ac:chgData name="Ms Alina Arshad" userId="cccdfd85-d35d-4453-9c6f-a463aae40722" providerId="ADAL" clId="{5B8A6D22-27A2-4EF9-83C4-9A1491FF93A7}" dt="2024-09-13T05:39:08.797" v="511" actId="1076"/>
          <ac:spMkLst>
            <pc:docMk/>
            <pc:sldMk cId="0" sldId="319"/>
            <ac:spMk id="54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36.508" v="519" actId="207"/>
          <ac:spMkLst>
            <pc:docMk/>
            <pc:sldMk cId="0" sldId="319"/>
            <ac:spMk id="54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43.101" v="521" actId="207"/>
        <pc:sldMkLst>
          <pc:docMk/>
          <pc:sldMk cId="0" sldId="320"/>
        </pc:sldMkLst>
        <pc:spChg chg="mod">
          <ac:chgData name="Ms Alina Arshad" userId="cccdfd85-d35d-4453-9c6f-a463aae40722" providerId="ADAL" clId="{5B8A6D22-27A2-4EF9-83C4-9A1491FF93A7}" dt="2024-09-13T05:39:40.086" v="520" actId="207"/>
          <ac:spMkLst>
            <pc:docMk/>
            <pc:sldMk cId="0" sldId="320"/>
            <ac:spMk id="5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43.101" v="521" actId="207"/>
          <ac:spMkLst>
            <pc:docMk/>
            <pc:sldMk cId="0" sldId="320"/>
            <ac:spMk id="5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03.137" v="526" actId="207"/>
        <pc:sldMkLst>
          <pc:docMk/>
          <pc:sldMk cId="0" sldId="321"/>
        </pc:sldMkLst>
        <pc:spChg chg="mod">
          <ac:chgData name="Ms Alina Arshad" userId="cccdfd85-d35d-4453-9c6f-a463aae40722" providerId="ADAL" clId="{5B8A6D22-27A2-4EF9-83C4-9A1491FF93A7}" dt="2024-09-13T05:39:51.130" v="523" actId="14100"/>
          <ac:spMkLst>
            <pc:docMk/>
            <pc:sldMk cId="0" sldId="321"/>
            <ac:spMk id="55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58.675" v="525" actId="2711"/>
          <ac:spMkLst>
            <pc:docMk/>
            <pc:sldMk cId="0" sldId="321"/>
            <ac:spMk id="5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03.137" v="526" actId="207"/>
          <ac:spMkLst>
            <pc:docMk/>
            <pc:sldMk cId="0" sldId="321"/>
            <ac:spMk id="5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17.744" v="534" actId="20577"/>
        <pc:sldMkLst>
          <pc:docMk/>
          <pc:sldMk cId="0" sldId="322"/>
        </pc:sldMkLst>
        <pc:spChg chg="mod">
          <ac:chgData name="Ms Alina Arshad" userId="cccdfd85-d35d-4453-9c6f-a463aae40722" providerId="ADAL" clId="{5B8A6D22-27A2-4EF9-83C4-9A1491FF93A7}" dt="2024-09-13T05:40:10.948" v="529" actId="27636"/>
          <ac:spMkLst>
            <pc:docMk/>
            <pc:sldMk cId="0" sldId="322"/>
            <ac:spMk id="5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17.744" v="534" actId="20577"/>
          <ac:spMkLst>
            <pc:docMk/>
            <pc:sldMk cId="0" sldId="322"/>
            <ac:spMk id="56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09.017" v="547" actId="14100"/>
        <pc:sldMkLst>
          <pc:docMk/>
          <pc:sldMk cId="0" sldId="323"/>
        </pc:sldMkLst>
        <pc:spChg chg="mod">
          <ac:chgData name="Ms Alina Arshad" userId="cccdfd85-d35d-4453-9c6f-a463aae40722" providerId="ADAL" clId="{5B8A6D22-27A2-4EF9-83C4-9A1491FF93A7}" dt="2024-09-13T05:40:50.376" v="538" actId="207"/>
          <ac:spMkLst>
            <pc:docMk/>
            <pc:sldMk cId="0" sldId="323"/>
            <ac:spMk id="56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09.017" v="547" actId="14100"/>
          <ac:spMkLst>
            <pc:docMk/>
            <pc:sldMk cId="0" sldId="323"/>
            <ac:spMk id="57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47.797" v="554" actId="207"/>
        <pc:sldMkLst>
          <pc:docMk/>
          <pc:sldMk cId="0" sldId="324"/>
        </pc:sldMkLst>
        <pc:spChg chg="mod">
          <ac:chgData name="Ms Alina Arshad" userId="cccdfd85-d35d-4453-9c6f-a463aae40722" providerId="ADAL" clId="{5B8A6D22-27A2-4EF9-83C4-9A1491FF93A7}" dt="2024-09-13T05:41:29.887" v="551" actId="207"/>
          <ac:spMkLst>
            <pc:docMk/>
            <pc:sldMk cId="0" sldId="324"/>
            <ac:spMk id="57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47.797" v="554" actId="207"/>
          <ac:spMkLst>
            <pc:docMk/>
            <pc:sldMk cId="0" sldId="324"/>
            <ac:spMk id="57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2:40.229" v="567" actId="207"/>
        <pc:sldMkLst>
          <pc:docMk/>
          <pc:sldMk cId="0" sldId="325"/>
        </pc:sldMkLst>
        <pc:spChg chg="mod">
          <ac:chgData name="Ms Alina Arshad" userId="cccdfd85-d35d-4453-9c6f-a463aae40722" providerId="ADAL" clId="{5B8A6D22-27A2-4EF9-83C4-9A1491FF93A7}" dt="2024-09-13T05:42:36.755" v="566" actId="1076"/>
          <ac:spMkLst>
            <pc:docMk/>
            <pc:sldMk cId="0" sldId="325"/>
            <ac:spMk id="58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2:40.229" v="567" actId="207"/>
          <ac:spMkLst>
            <pc:docMk/>
            <pc:sldMk cId="0" sldId="325"/>
            <ac:spMk id="58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4:13.537" v="571" actId="207"/>
        <pc:sldMkLst>
          <pc:docMk/>
          <pc:sldMk cId="0" sldId="326"/>
        </pc:sldMkLst>
        <pc:spChg chg="mod">
          <ac:chgData name="Ms Alina Arshad" userId="cccdfd85-d35d-4453-9c6f-a463aae40722" providerId="ADAL" clId="{5B8A6D22-27A2-4EF9-83C4-9A1491FF93A7}" dt="2024-09-13T06:34:10.053" v="570" actId="1076"/>
          <ac:spMkLst>
            <pc:docMk/>
            <pc:sldMk cId="0" sldId="326"/>
            <ac:spMk id="58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13.537" v="571" actId="207"/>
          <ac:spMkLst>
            <pc:docMk/>
            <pc:sldMk cId="0" sldId="326"/>
            <ac:spMk id="59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5:12.054" v="588" actId="14100"/>
        <pc:sldMkLst>
          <pc:docMk/>
          <pc:sldMk cId="0" sldId="327"/>
        </pc:sldMkLst>
        <pc:spChg chg="mod">
          <ac:chgData name="Ms Alina Arshad" userId="cccdfd85-d35d-4453-9c6f-a463aae40722" providerId="ADAL" clId="{5B8A6D22-27A2-4EF9-83C4-9A1491FF93A7}" dt="2024-09-13T06:34:22.582" v="573" actId="14100"/>
          <ac:spMkLst>
            <pc:docMk/>
            <pc:sldMk cId="0" sldId="327"/>
            <ac:spMk id="59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34.922" v="577" actId="207"/>
          <ac:spMkLst>
            <pc:docMk/>
            <pc:sldMk cId="0" sldId="327"/>
            <ac:spMk id="59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5:12.054" v="588" actId="14100"/>
          <ac:spMkLst>
            <pc:docMk/>
            <pc:sldMk cId="0" sldId="327"/>
            <ac:spMk id="59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6:37.576" v="592" actId="207"/>
        <pc:sldMkLst>
          <pc:docMk/>
          <pc:sldMk cId="0" sldId="328"/>
        </pc:sldMkLst>
        <pc:spChg chg="mod">
          <ac:chgData name="Ms Alina Arshad" userId="cccdfd85-d35d-4453-9c6f-a463aae40722" providerId="ADAL" clId="{5B8A6D22-27A2-4EF9-83C4-9A1491FF93A7}" dt="2024-09-13T06:36:23.412" v="591" actId="14100"/>
          <ac:spMkLst>
            <pc:docMk/>
            <pc:sldMk cId="0" sldId="328"/>
            <ac:spMk id="6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6:37.576" v="592" actId="207"/>
          <ac:spMkLst>
            <pc:docMk/>
            <pc:sldMk cId="0" sldId="328"/>
            <ac:spMk id="6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46.588" v="597" actId="207"/>
        <pc:sldMkLst>
          <pc:docMk/>
          <pc:sldMk cId="0" sldId="329"/>
        </pc:sldMkLst>
        <pc:spChg chg="mod">
          <ac:chgData name="Ms Alina Arshad" userId="cccdfd85-d35d-4453-9c6f-a463aae40722" providerId="ADAL" clId="{5B8A6D22-27A2-4EF9-83C4-9A1491FF93A7}" dt="2024-09-13T06:37:42.885" v="596" actId="207"/>
          <ac:spMkLst>
            <pc:docMk/>
            <pc:sldMk cId="0" sldId="329"/>
            <ac:spMk id="6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46.588" v="597" actId="207"/>
          <ac:spMkLst>
            <pc:docMk/>
            <pc:sldMk cId="0" sldId="329"/>
            <ac:spMk id="6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59.873" v="604" actId="1076"/>
        <pc:sldMkLst>
          <pc:docMk/>
          <pc:sldMk cId="0" sldId="330"/>
        </pc:sldMkLst>
        <pc:spChg chg="mod">
          <ac:chgData name="Ms Alina Arshad" userId="cccdfd85-d35d-4453-9c6f-a463aae40722" providerId="ADAL" clId="{5B8A6D22-27A2-4EF9-83C4-9A1491FF93A7}" dt="2024-09-13T06:37:52.843" v="600" actId="14100"/>
          <ac:spMkLst>
            <pc:docMk/>
            <pc:sldMk cId="0" sldId="330"/>
            <ac:spMk id="61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55.702" v="601" actId="1076"/>
          <ac:spMkLst>
            <pc:docMk/>
            <pc:sldMk cId="0" sldId="330"/>
            <ac:spMk id="6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6:37:59.873" v="604" actId="1076"/>
          <ac:picMkLst>
            <pc:docMk/>
            <pc:sldMk cId="0" sldId="330"/>
            <ac:picMk id="6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6:38:15.645" v="608" actId="207"/>
        <pc:sldMkLst>
          <pc:docMk/>
          <pc:sldMk cId="0" sldId="331"/>
        </pc:sldMkLst>
        <pc:spChg chg="mod">
          <ac:chgData name="Ms Alina Arshad" userId="cccdfd85-d35d-4453-9c6f-a463aae40722" providerId="ADAL" clId="{5B8A6D22-27A2-4EF9-83C4-9A1491FF93A7}" dt="2024-09-13T06:38:12.901" v="607" actId="14100"/>
          <ac:spMkLst>
            <pc:docMk/>
            <pc:sldMk cId="0" sldId="331"/>
            <ac:spMk id="62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15.645" v="608" actId="207"/>
          <ac:spMkLst>
            <pc:docMk/>
            <pc:sldMk cId="0" sldId="331"/>
            <ac:spMk id="62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36.075" v="612" actId="207"/>
        <pc:sldMkLst>
          <pc:docMk/>
          <pc:sldMk cId="0" sldId="332"/>
        </pc:sldMkLst>
        <pc:spChg chg="mod">
          <ac:chgData name="Ms Alina Arshad" userId="cccdfd85-d35d-4453-9c6f-a463aae40722" providerId="ADAL" clId="{5B8A6D22-27A2-4EF9-83C4-9A1491FF93A7}" dt="2024-09-13T06:38:33.560" v="611" actId="14100"/>
          <ac:spMkLst>
            <pc:docMk/>
            <pc:sldMk cId="0" sldId="332"/>
            <ac:spMk id="62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36.075" v="612" actId="207"/>
          <ac:spMkLst>
            <pc:docMk/>
            <pc:sldMk cId="0" sldId="332"/>
            <ac:spMk id="63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49.541" v="616" actId="207"/>
        <pc:sldMkLst>
          <pc:docMk/>
          <pc:sldMk cId="0" sldId="333"/>
        </pc:sldMkLst>
        <pc:spChg chg="mod">
          <ac:chgData name="Ms Alina Arshad" userId="cccdfd85-d35d-4453-9c6f-a463aae40722" providerId="ADAL" clId="{5B8A6D22-27A2-4EF9-83C4-9A1491FF93A7}" dt="2024-09-13T06:38:46.697" v="615" actId="14100"/>
          <ac:spMkLst>
            <pc:docMk/>
            <pc:sldMk cId="0" sldId="333"/>
            <ac:spMk id="63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49.541" v="616" actId="207"/>
          <ac:spMkLst>
            <pc:docMk/>
            <pc:sldMk cId="0" sldId="333"/>
            <ac:spMk id="63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02.917" v="621" actId="207"/>
        <pc:sldMkLst>
          <pc:docMk/>
          <pc:sldMk cId="0" sldId="334"/>
        </pc:sldMkLst>
        <pc:spChg chg="mod">
          <ac:chgData name="Ms Alina Arshad" userId="cccdfd85-d35d-4453-9c6f-a463aae40722" providerId="ADAL" clId="{5B8A6D22-27A2-4EF9-83C4-9A1491FF93A7}" dt="2024-09-13T06:38:58.679" v="619" actId="113"/>
          <ac:spMkLst>
            <pc:docMk/>
            <pc:sldMk cId="0" sldId="334"/>
            <ac:spMk id="64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02.917" v="621" actId="207"/>
          <ac:spMkLst>
            <pc:docMk/>
            <pc:sldMk cId="0" sldId="334"/>
            <ac:spMk id="64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13.056" v="625" actId="207"/>
        <pc:sldMkLst>
          <pc:docMk/>
          <pc:sldMk cId="0" sldId="335"/>
        </pc:sldMkLst>
        <pc:spChg chg="mod">
          <ac:chgData name="Ms Alina Arshad" userId="cccdfd85-d35d-4453-9c6f-a463aae40722" providerId="ADAL" clId="{5B8A6D22-27A2-4EF9-83C4-9A1491FF93A7}" dt="2024-09-13T06:39:10.822" v="624" actId="14100"/>
          <ac:spMkLst>
            <pc:docMk/>
            <pc:sldMk cId="0" sldId="335"/>
            <ac:spMk id="6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13.056" v="625" actId="207"/>
          <ac:spMkLst>
            <pc:docMk/>
            <pc:sldMk cId="0" sldId="335"/>
            <ac:spMk id="6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33.838" v="634" actId="1076"/>
        <pc:sldMkLst>
          <pc:docMk/>
          <pc:sldMk cId="0" sldId="336"/>
        </pc:sldMkLst>
        <pc:spChg chg="mod">
          <ac:chgData name="Ms Alina Arshad" userId="cccdfd85-d35d-4453-9c6f-a463aae40722" providerId="ADAL" clId="{5B8A6D22-27A2-4EF9-83C4-9A1491FF93A7}" dt="2024-09-13T06:39:33.838" v="634" actId="1076"/>
          <ac:spMkLst>
            <pc:docMk/>
            <pc:sldMk cId="0" sldId="336"/>
            <ac:spMk id="6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29.042" v="633" actId="20577"/>
          <ac:spMkLst>
            <pc:docMk/>
            <pc:sldMk cId="0" sldId="336"/>
            <ac:spMk id="6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44.101" v="636" actId="207"/>
        <pc:sldMkLst>
          <pc:docMk/>
          <pc:sldMk cId="0" sldId="337"/>
        </pc:sldMkLst>
        <pc:spChg chg="mod">
          <ac:chgData name="Ms Alina Arshad" userId="cccdfd85-d35d-4453-9c6f-a463aae40722" providerId="ADAL" clId="{5B8A6D22-27A2-4EF9-83C4-9A1491FF93A7}" dt="2024-09-13T06:39:38.759" v="635" actId="1076"/>
          <ac:spMkLst>
            <pc:docMk/>
            <pc:sldMk cId="0" sldId="337"/>
            <ac:spMk id="6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44.101" v="636" actId="207"/>
          <ac:spMkLst>
            <pc:docMk/>
            <pc:sldMk cId="0" sldId="337"/>
            <ac:spMk id="664" creationId="{00000000-0000-0000-0000-000000000000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24.005" v="161" actId="1076"/>
        <pc:sldMkLst>
          <pc:docMk/>
          <pc:sldMk cId="3233864465" sldId="338"/>
        </pc:sldMkLst>
        <pc:spChg chg="add mod">
          <ac:chgData name="Ms Alina Arshad" userId="cccdfd85-d35d-4453-9c6f-a463aae40722" providerId="ADAL" clId="{5B8A6D22-27A2-4EF9-83C4-9A1491FF93A7}" dt="2024-09-13T05:12:24.005" v="161" actId="1076"/>
          <ac:spMkLst>
            <pc:docMk/>
            <pc:sldMk cId="3233864465" sldId="338"/>
            <ac:spMk id="3" creationId="{38CBFF88-BEC8-EC9F-E1A7-7E913B0EFCDD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54.408" v="167" actId="1076"/>
        <pc:sldMkLst>
          <pc:docMk/>
          <pc:sldMk cId="1267034377" sldId="339"/>
        </pc:sldMkLst>
        <pc:spChg chg="add mod">
          <ac:chgData name="Ms Alina Arshad" userId="cccdfd85-d35d-4453-9c6f-a463aae40722" providerId="ADAL" clId="{5B8A6D22-27A2-4EF9-83C4-9A1491FF93A7}" dt="2024-09-13T05:12:54.408" v="167" actId="1076"/>
          <ac:spMkLst>
            <pc:docMk/>
            <pc:sldMk cId="1267034377" sldId="339"/>
            <ac:spMk id="3" creationId="{41D1BF0D-AD70-8833-5D6D-38565AB0485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11.117" v="176" actId="113"/>
        <pc:sldMkLst>
          <pc:docMk/>
          <pc:sldMk cId="2400815569" sldId="340"/>
        </pc:sldMkLst>
        <pc:spChg chg="add mod">
          <ac:chgData name="Ms Alina Arshad" userId="cccdfd85-d35d-4453-9c6f-a463aae40722" providerId="ADAL" clId="{5B8A6D22-27A2-4EF9-83C4-9A1491FF93A7}" dt="2024-09-13T05:13:11.117" v="176" actId="113"/>
          <ac:spMkLst>
            <pc:docMk/>
            <pc:sldMk cId="2400815569" sldId="340"/>
            <ac:spMk id="3" creationId="{69C02606-FCDF-8546-6C76-44B4F3EA776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43.875" v="186" actId="1076"/>
        <pc:sldMkLst>
          <pc:docMk/>
          <pc:sldMk cId="1204309406" sldId="341"/>
        </pc:sldMkLst>
        <pc:spChg chg="add mod">
          <ac:chgData name="Ms Alina Arshad" userId="cccdfd85-d35d-4453-9c6f-a463aae40722" providerId="ADAL" clId="{5B8A6D22-27A2-4EF9-83C4-9A1491FF93A7}" dt="2024-09-13T05:13:43.875" v="186" actId="1076"/>
          <ac:spMkLst>
            <pc:docMk/>
            <pc:sldMk cId="1204309406" sldId="341"/>
            <ac:spMk id="3" creationId="{FB09A7D6-CB86-1298-9237-F494689B2453}"/>
          </ac:spMkLst>
        </pc:spChg>
      </pc:sldChg>
      <pc:sldChg chg="new del">
        <pc:chgData name="Ms Alina Arshad" userId="cccdfd85-d35d-4453-9c6f-a463aae40722" providerId="ADAL" clId="{5B8A6D22-27A2-4EF9-83C4-9A1491FF93A7}" dt="2024-09-13T05:13:25.901" v="179" actId="47"/>
        <pc:sldMkLst>
          <pc:docMk/>
          <pc:sldMk cId="3585676104" sldId="341"/>
        </pc:sldMkLst>
      </pc:sldChg>
      <pc:sldChg chg="new del">
        <pc:chgData name="Ms Alina Arshad" userId="cccdfd85-d35d-4453-9c6f-a463aae40722" providerId="ADAL" clId="{5B8A6D22-27A2-4EF9-83C4-9A1491FF93A7}" dt="2024-09-13T05:13:26.151" v="180" actId="47"/>
        <pc:sldMkLst>
          <pc:docMk/>
          <pc:sldMk cId="3903136030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568" y="507666"/>
            <a:ext cx="10688861" cy="633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168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1-</a:t>
            </a:r>
            <a:r>
              <a:rPr lang="en-US" sz="4400" b="1" dirty="0">
                <a:solidFill>
                  <a:schemeClr val="tx1"/>
                </a:solidFill>
              </a:rPr>
              <a:t>Chapter # 14</a:t>
            </a:r>
          </a:p>
          <a:p>
            <a:pPr algn="ctr"/>
            <a:r>
              <a:rPr lang="en-US" sz="4000" b="1" spc="-5" dirty="0">
                <a:solidFill>
                  <a:schemeClr val="tx1"/>
                </a:solidFill>
                <a:cs typeface="Tahoma"/>
              </a:rPr>
              <a:t>D</a:t>
            </a:r>
            <a:r>
              <a:rPr lang="en-US" sz="4000" b="1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-130" dirty="0">
                <a:solidFill>
                  <a:schemeClr val="tx1"/>
                </a:solidFill>
                <a:cs typeface="Tahoma"/>
              </a:rPr>
              <a:t>TABASE</a:t>
            </a:r>
            <a:r>
              <a:rPr lang="en-US" sz="4000" b="1" spc="-7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254" dirty="0">
                <a:solidFill>
                  <a:schemeClr val="tx1"/>
                </a:solidFill>
                <a:cs typeface="Tahoma"/>
              </a:rPr>
              <a:t>DES</a:t>
            </a:r>
            <a:r>
              <a:rPr lang="en-US" sz="4000" b="1" spc="-180" dirty="0">
                <a:solidFill>
                  <a:schemeClr val="tx1"/>
                </a:solidFill>
                <a:cs typeface="Tahoma"/>
              </a:rPr>
              <a:t>I</a:t>
            </a:r>
            <a:r>
              <a:rPr lang="en-US" sz="4000" b="1" spc="65" dirty="0">
                <a:solidFill>
                  <a:schemeClr val="tx1"/>
                </a:solidFill>
                <a:cs typeface="Tahoma"/>
              </a:rPr>
              <a:t>GN</a:t>
            </a:r>
            <a:r>
              <a:rPr lang="en-US" sz="4000" b="1" spc="-6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165" dirty="0">
                <a:solidFill>
                  <a:schemeClr val="tx1"/>
                </a:solidFill>
                <a:cs typeface="Tahoma"/>
              </a:rPr>
              <a:t>THEORY</a:t>
            </a:r>
            <a:r>
              <a:rPr lang="en-US" sz="4000" b="1" spc="-55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25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30" dirty="0">
                <a:solidFill>
                  <a:schemeClr val="tx1"/>
                </a:solidFill>
                <a:cs typeface="Tahoma"/>
              </a:rPr>
              <a:t>N</a:t>
            </a:r>
            <a:r>
              <a:rPr lang="en-US" sz="4000" b="1" spc="-114" dirty="0">
                <a:solidFill>
                  <a:schemeClr val="tx1"/>
                </a:solidFill>
                <a:cs typeface="Tahoma"/>
              </a:rPr>
              <a:t>D</a:t>
            </a:r>
            <a:r>
              <a:rPr lang="en-US" sz="4000" b="1" spc="-6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130" dirty="0">
                <a:solidFill>
                  <a:schemeClr val="tx1"/>
                </a:solidFill>
                <a:cs typeface="Tahoma"/>
              </a:rPr>
              <a:t>NORMALI</a:t>
            </a:r>
            <a:r>
              <a:rPr lang="en-US" sz="4000" b="1" spc="-110" dirty="0">
                <a:solidFill>
                  <a:schemeClr val="tx1"/>
                </a:solidFill>
                <a:cs typeface="Tahoma"/>
              </a:rPr>
              <a:t>Z</a:t>
            </a:r>
            <a:r>
              <a:rPr lang="en-US" sz="4000" b="1" spc="100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-400" dirty="0">
                <a:solidFill>
                  <a:schemeClr val="tx1"/>
                </a:solidFill>
                <a:cs typeface="Tahoma"/>
              </a:rPr>
              <a:t>T</a:t>
            </a:r>
            <a:r>
              <a:rPr lang="en-US" sz="4000" b="1" spc="-110" dirty="0">
                <a:solidFill>
                  <a:schemeClr val="tx1"/>
                </a:solidFill>
                <a:cs typeface="Tahoma"/>
              </a:rPr>
              <a:t>ION</a:t>
            </a:r>
            <a:endParaRPr lang="en-US" sz="4000" b="1" dirty="0">
              <a:solidFill>
                <a:schemeClr val="tx1"/>
              </a:solidFill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4570" y="841456"/>
            <a:ext cx="359029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50" dirty="0">
                <a:solidFill>
                  <a:schemeClr val="tx1"/>
                </a:solidFill>
              </a:rPr>
              <a:t>Normalizat</a:t>
            </a:r>
            <a:r>
              <a:rPr b="1" spc="-100" dirty="0">
                <a:solidFill>
                  <a:schemeClr val="tx1"/>
                </a:solidFill>
              </a:rPr>
              <a:t>i</a:t>
            </a:r>
            <a:r>
              <a:rPr b="1" spc="-40" dirty="0">
                <a:solidFill>
                  <a:schemeClr val="tx1"/>
                </a:solidFill>
              </a:rPr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7146" y="1965276"/>
            <a:ext cx="10345003" cy="33528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75590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Normalization is the process of reorganizing/restructuring data in a database  with a series of so</a:t>
            </a:r>
            <a:r>
              <a:rPr lang="en-US" sz="2400" dirty="0"/>
              <a:t> </a:t>
            </a:r>
            <a:r>
              <a:rPr sz="2400" dirty="0"/>
              <a:t>called</a:t>
            </a:r>
            <a:r>
              <a:rPr lang="en-US" sz="2400" dirty="0"/>
              <a:t> </a:t>
            </a:r>
            <a:r>
              <a:rPr sz="2400" dirty="0"/>
              <a:t>normal-forms, so that it meets two basic</a:t>
            </a:r>
            <a:r>
              <a:rPr lang="en-US" sz="2400" dirty="0"/>
              <a:t> </a:t>
            </a:r>
            <a:r>
              <a:rPr sz="2400" dirty="0"/>
              <a:t>requirements:</a:t>
            </a:r>
          </a:p>
          <a:p>
            <a:pPr marL="812165" marR="5080" indent="-342900"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400" dirty="0"/>
              <a:t>There is no redundancy of data (all data is stored in only one place)</a:t>
            </a:r>
          </a:p>
          <a:p>
            <a:pPr marL="812165" marR="34798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400" dirty="0"/>
              <a:t>data dependencies are logical (all related data items are stored together).</a:t>
            </a:r>
          </a:p>
          <a:p>
            <a:pPr marL="355600" marR="42545" indent="-34290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Normalization is important for many reasons, but chiefly because it allows databases to take up as little disk space as possible, resulting in increased 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855" y="909695"/>
            <a:ext cx="615061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45" dirty="0">
                <a:solidFill>
                  <a:schemeClr val="tx1"/>
                </a:solidFill>
              </a:rPr>
              <a:t>Four</a:t>
            </a:r>
            <a:r>
              <a:rPr b="1" spc="-75" dirty="0">
                <a:solidFill>
                  <a:schemeClr val="tx1"/>
                </a:solidFill>
              </a:rPr>
              <a:t> </a:t>
            </a:r>
            <a:r>
              <a:rPr b="1" spc="-165" dirty="0">
                <a:solidFill>
                  <a:schemeClr val="tx1"/>
                </a:solidFill>
              </a:rPr>
              <a:t>informal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spc="-85" dirty="0">
                <a:solidFill>
                  <a:schemeClr val="tx1"/>
                </a:solidFill>
              </a:rPr>
              <a:t>guidelines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8685" y="1902968"/>
            <a:ext cx="10236252" cy="23730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354965" algn="l"/>
              </a:tabLst>
            </a:pPr>
            <a:r>
              <a:rPr sz="2400" dirty="0"/>
              <a:t>Four informal guidelines used to determine the</a:t>
            </a:r>
            <a:r>
              <a:rPr lang="en-US" sz="2400" dirty="0"/>
              <a:t> </a:t>
            </a:r>
            <a:r>
              <a:rPr sz="2400" dirty="0"/>
              <a:t>quality of relation schema design:</a:t>
            </a:r>
          </a:p>
          <a:p>
            <a:pPr marL="812165" marR="5080" indent="-342900"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400" dirty="0"/>
              <a:t>Making sure that the semantics of the attributes is clear in the schema</a:t>
            </a:r>
          </a:p>
          <a:p>
            <a:pPr marL="812165" indent="-342900"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dirty="0"/>
              <a:t>Reducing the redundant information in tuples</a:t>
            </a:r>
          </a:p>
          <a:p>
            <a:pPr marL="812165" indent="-342900"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sz="2400" dirty="0"/>
              <a:t>Reducing the NULL values in tuples</a:t>
            </a:r>
          </a:p>
          <a:p>
            <a:pPr marL="812165" marR="195580" indent="-342900"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dirty="0"/>
              <a:t>Disallowing the possibility of generating spurious tuples.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145" y="179735"/>
            <a:ext cx="5551796" cy="64985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10613" y="5271973"/>
            <a:ext cx="180721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  <a:tabLst>
                <a:tab pos="1082675" algn="l"/>
              </a:tabLst>
            </a:pP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Figure</a:t>
            </a:r>
            <a:r>
              <a:rPr sz="1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14.1	</a:t>
            </a:r>
            <a:r>
              <a:rPr sz="1400" spc="200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1400" spc="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400" spc="14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400" spc="17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li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400" spc="180" dirty="0">
                <a:solidFill>
                  <a:srgbClr val="FFFFFF"/>
                </a:solidFill>
                <a:latin typeface="Tahoma"/>
                <a:cs typeface="Tahoma"/>
              </a:rPr>
              <a:t>ed</a:t>
            </a:r>
            <a:r>
              <a:rPr sz="1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24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400" spc="29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400" spc="22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400" spc="4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400" spc="2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Y  </a:t>
            </a:r>
            <a:r>
              <a:rPr sz="1400" spc="65" dirty="0">
                <a:solidFill>
                  <a:srgbClr val="FFFFFF"/>
                </a:solidFill>
                <a:latin typeface="Tahoma"/>
                <a:cs typeface="Tahoma"/>
              </a:rPr>
              <a:t>relational </a:t>
            </a:r>
            <a:r>
              <a:rPr sz="1400" spc="135" dirty="0">
                <a:solidFill>
                  <a:srgbClr val="FFFFFF"/>
                </a:solidFill>
                <a:latin typeface="Tahoma"/>
                <a:cs typeface="Tahoma"/>
              </a:rPr>
              <a:t>database </a:t>
            </a:r>
            <a:r>
              <a:rPr sz="1400" spc="-4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schema.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982" y="909695"/>
            <a:ext cx="298386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chemeClr val="tx1"/>
                </a:solidFill>
              </a:rPr>
              <a:t>Guideline</a:t>
            </a:r>
            <a:r>
              <a:rPr b="1" spc="-110" dirty="0">
                <a:solidFill>
                  <a:schemeClr val="tx1"/>
                </a:solidFill>
              </a:rPr>
              <a:t> </a:t>
            </a:r>
            <a:r>
              <a:rPr b="1" spc="-325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028" y="2012148"/>
            <a:ext cx="10168012" cy="211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</a:t>
            </a:r>
            <a:r>
              <a:rPr sz="2400" dirty="0"/>
              <a:t>sign a relation schema so that it is easy to</a:t>
            </a:r>
            <a:r>
              <a:rPr lang="en-US" sz="2400" dirty="0"/>
              <a:t> </a:t>
            </a:r>
            <a:r>
              <a:rPr sz="2400" dirty="0"/>
              <a:t>explain its meaning.</a:t>
            </a:r>
          </a:p>
          <a:p>
            <a:pPr marL="298450" marR="5080" indent="-285750" algn="just"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dirty="0"/>
              <a:t>Do not combine attributes from multiple entity types and relationship types into a single relation.</a:t>
            </a:r>
          </a:p>
          <a:p>
            <a:pPr marL="298450" marR="6350" indent="-285750" algn="just"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sz="2400" dirty="0"/>
              <a:t>If the relation corresponds to a mixture of multiple entities</a:t>
            </a:r>
            <a:r>
              <a:rPr lang="en-US" sz="2400" dirty="0"/>
              <a:t> </a:t>
            </a:r>
            <a:r>
              <a:rPr sz="2400" dirty="0"/>
              <a:t>and relationships,  semantic ambiguities will result and the relation cannot be easily explained.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4041" y="378701"/>
            <a:ext cx="9004533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85" dirty="0">
                <a:solidFill>
                  <a:schemeClr val="tx1"/>
                </a:solidFill>
              </a:rPr>
              <a:t>Examples </a:t>
            </a:r>
            <a:r>
              <a:rPr b="1" spc="-170" dirty="0">
                <a:solidFill>
                  <a:schemeClr val="tx1"/>
                </a:solidFill>
              </a:rPr>
              <a:t>of</a:t>
            </a:r>
            <a:r>
              <a:rPr b="1" spc="-80" dirty="0">
                <a:solidFill>
                  <a:schemeClr val="tx1"/>
                </a:solidFill>
              </a:rPr>
              <a:t> </a:t>
            </a:r>
            <a:r>
              <a:rPr b="1" spc="-100" dirty="0">
                <a:solidFill>
                  <a:schemeClr val="tx1"/>
                </a:solidFill>
              </a:rPr>
              <a:t>Violating </a:t>
            </a:r>
            <a:r>
              <a:rPr b="1" spc="-121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Guideline</a:t>
            </a:r>
            <a:r>
              <a:rPr b="1" spc="-40" dirty="0">
                <a:solidFill>
                  <a:schemeClr val="tx1"/>
                </a:solidFill>
              </a:rPr>
              <a:t> </a:t>
            </a:r>
            <a:r>
              <a:rPr b="1" spc="-235" dirty="0">
                <a:solidFill>
                  <a:schemeClr val="tx1"/>
                </a:solidFill>
              </a:rPr>
              <a:t>1.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041" y="1130189"/>
            <a:ext cx="10229260" cy="38747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8696" y="4785377"/>
            <a:ext cx="10354605" cy="15510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2000" spc="100" dirty="0">
                <a:ea typeface="Tahoma" panose="020B0604030504040204" pitchFamily="34" charset="0"/>
                <a:cs typeface="Tahoma" panose="020B0604030504040204" pitchFamily="34" charset="0"/>
              </a:rPr>
              <a:t>Guideline </a:t>
            </a:r>
            <a:r>
              <a:rPr sz="2000" spc="10" dirty="0">
                <a:ea typeface="Tahoma" panose="020B0604030504040204" pitchFamily="34" charset="0"/>
                <a:cs typeface="Tahoma" panose="020B0604030504040204" pitchFamily="34" charset="0"/>
              </a:rPr>
              <a:t>1 </a:t>
            </a:r>
            <a:r>
              <a:rPr sz="2000" spc="125" dirty="0">
                <a:ea typeface="Tahoma" panose="020B0604030504040204" pitchFamily="34" charset="0"/>
                <a:cs typeface="Tahoma" panose="020B0604030504040204" pitchFamily="34" charset="0"/>
              </a:rPr>
              <a:t>by </a:t>
            </a:r>
            <a:r>
              <a:rPr sz="2000" spc="50" dirty="0">
                <a:ea typeface="Tahoma" panose="020B0604030504040204" pitchFamily="34" charset="0"/>
                <a:cs typeface="Tahoma" panose="020B0604030504040204" pitchFamily="34" charset="0"/>
              </a:rPr>
              <a:t>mixing </a:t>
            </a:r>
            <a:r>
              <a:rPr sz="2000" spc="45" dirty="0">
                <a:ea typeface="Tahoma" panose="020B0604030504040204" pitchFamily="34" charset="0"/>
                <a:cs typeface="Tahoma" panose="020B0604030504040204" pitchFamily="34" charset="0"/>
              </a:rPr>
              <a:t>attributes </a:t>
            </a:r>
            <a:r>
              <a:rPr sz="2000" spc="55" dirty="0"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sz="2000" spc="45" dirty="0">
                <a:ea typeface="Tahoma" panose="020B0604030504040204" pitchFamily="34" charset="0"/>
                <a:cs typeface="Tahoma" panose="020B0604030504040204" pitchFamily="34" charset="0"/>
              </a:rPr>
              <a:t>distinct </a:t>
            </a:r>
            <a:r>
              <a:rPr sz="2000" spc="60" dirty="0">
                <a:ea typeface="Tahoma" panose="020B0604030504040204" pitchFamily="34" charset="0"/>
                <a:cs typeface="Tahoma" panose="020B0604030504040204" pitchFamily="34" charset="0"/>
              </a:rPr>
              <a:t>real-world </a:t>
            </a:r>
            <a:r>
              <a:rPr sz="2000" spc="10" dirty="0">
                <a:ea typeface="Tahoma" panose="020B0604030504040204" pitchFamily="34" charset="0"/>
                <a:cs typeface="Tahoma" panose="020B0604030504040204" pitchFamily="34" charset="0"/>
              </a:rPr>
              <a:t>entities: </a:t>
            </a:r>
            <a:r>
              <a:rPr sz="2000" dirty="0">
                <a:ea typeface="Tahoma" panose="020B0604030504040204" pitchFamily="34" charset="0"/>
                <a:cs typeface="Tahoma" panose="020B0604030504040204" pitchFamily="34" charset="0"/>
              </a:rPr>
              <a:t>EMP_DEPT </a:t>
            </a:r>
            <a:r>
              <a:rPr sz="2000" spc="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5" dirty="0">
                <a:ea typeface="Tahoma" panose="020B0604030504040204" pitchFamily="34" charset="0"/>
                <a:cs typeface="Tahoma" panose="020B0604030504040204" pitchFamily="34" charset="0"/>
              </a:rPr>
              <a:t>mixes </a:t>
            </a:r>
            <a:r>
              <a:rPr sz="2000" spc="45" dirty="0">
                <a:ea typeface="Tahoma" panose="020B0604030504040204" pitchFamily="34" charset="0"/>
                <a:cs typeface="Tahoma" panose="020B0604030504040204" pitchFamily="34" charset="0"/>
              </a:rPr>
              <a:t>attributes </a:t>
            </a:r>
            <a:r>
              <a:rPr sz="2000" spc="80" dirty="0"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sz="2000" spc="114" dirty="0">
                <a:ea typeface="Tahoma" panose="020B0604030504040204" pitchFamily="34" charset="0"/>
                <a:cs typeface="Tahoma" panose="020B0604030504040204" pitchFamily="34" charset="0"/>
              </a:rPr>
              <a:t>employees </a:t>
            </a:r>
            <a:r>
              <a:rPr sz="2000" spc="175" dirty="0"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sz="2000" spc="80" dirty="0">
                <a:ea typeface="Tahoma" panose="020B0604030504040204" pitchFamily="34" charset="0"/>
                <a:cs typeface="Tahoma" panose="020B0604030504040204" pitchFamily="34" charset="0"/>
              </a:rPr>
              <a:t>departments, </a:t>
            </a:r>
            <a:r>
              <a:rPr sz="2000" spc="175" dirty="0"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sz="2000" spc="70" dirty="0">
                <a:ea typeface="Tahoma" panose="020B0604030504040204" pitchFamily="34" charset="0"/>
                <a:cs typeface="Tahoma" panose="020B0604030504040204" pitchFamily="34" charset="0"/>
              </a:rPr>
              <a:t>EMP_PROJ </a:t>
            </a:r>
            <a:r>
              <a:rPr sz="2000" spc="35" dirty="0">
                <a:ea typeface="Tahoma" panose="020B0604030504040204" pitchFamily="34" charset="0"/>
                <a:cs typeface="Tahoma" panose="020B0604030504040204" pitchFamily="34" charset="0"/>
              </a:rPr>
              <a:t>mixes </a:t>
            </a:r>
            <a:r>
              <a:rPr sz="2000" spc="4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5" dirty="0">
                <a:ea typeface="Tahoma" panose="020B0604030504040204" pitchFamily="34" charset="0"/>
                <a:cs typeface="Tahoma" panose="020B0604030504040204" pitchFamily="34" charset="0"/>
              </a:rPr>
              <a:t>attributes </a:t>
            </a:r>
            <a:r>
              <a:rPr sz="2000" spc="80" dirty="0"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sz="2000" spc="114" dirty="0">
                <a:ea typeface="Tahoma" panose="020B0604030504040204" pitchFamily="34" charset="0"/>
                <a:cs typeface="Tahoma" panose="020B0604030504040204" pitchFamily="34" charset="0"/>
              </a:rPr>
              <a:t>employees </a:t>
            </a:r>
            <a:r>
              <a:rPr sz="2000" spc="175" dirty="0"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sz="2000" spc="60" dirty="0">
                <a:ea typeface="Tahoma" panose="020B0604030504040204" pitchFamily="34" charset="0"/>
                <a:cs typeface="Tahoma" panose="020B0604030504040204" pitchFamily="34" charset="0"/>
              </a:rPr>
              <a:t>projects </a:t>
            </a:r>
            <a:r>
              <a:rPr sz="2000" spc="175" dirty="0"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sz="2000" spc="85" dirty="0"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2000" spc="55" dirty="0">
                <a:ea typeface="Tahoma" panose="020B0604030504040204" pitchFamily="34" charset="0"/>
                <a:cs typeface="Tahoma" panose="020B0604030504040204" pitchFamily="34" charset="0"/>
              </a:rPr>
              <a:t>WORKS_ON </a:t>
            </a:r>
            <a:r>
              <a:rPr sz="2000" spc="35" dirty="0">
                <a:ea typeface="Tahoma" panose="020B0604030504040204" pitchFamily="34" charset="0"/>
                <a:cs typeface="Tahoma" panose="020B0604030504040204" pitchFamily="34" charset="0"/>
              </a:rPr>
              <a:t>relationship.They </a:t>
            </a:r>
            <a:r>
              <a:rPr sz="2000" spc="-484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85" dirty="0">
                <a:ea typeface="Tahoma" panose="020B0604030504040204" pitchFamily="34" charset="0"/>
                <a:cs typeface="Tahoma" panose="020B0604030504040204" pitchFamily="34" charset="0"/>
              </a:rPr>
              <a:t>fare</a:t>
            </a:r>
            <a:r>
              <a:rPr sz="2000" spc="-6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75" dirty="0">
                <a:ea typeface="Tahoma" panose="020B0604030504040204" pitchFamily="34" charset="0"/>
                <a:cs typeface="Tahoma" panose="020B0604030504040204" pitchFamily="34" charset="0"/>
              </a:rPr>
              <a:t>poorly</a:t>
            </a:r>
            <a:r>
              <a:rPr sz="2000" spc="-6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85" dirty="0">
                <a:ea typeface="Tahoma" panose="020B0604030504040204" pitchFamily="34" charset="0"/>
                <a:cs typeface="Tahoma" panose="020B0604030504040204" pitchFamily="34" charset="0"/>
              </a:rPr>
              <a:t>Against</a:t>
            </a:r>
            <a:r>
              <a:rPr sz="2000" spc="-6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85" dirty="0"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sz="2000" spc="-5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85" dirty="0">
                <a:ea typeface="Tahoma" panose="020B0604030504040204" pitchFamily="34" charset="0"/>
                <a:cs typeface="Tahoma" panose="020B0604030504040204" pitchFamily="34" charset="0"/>
              </a:rPr>
              <a:t>above</a:t>
            </a:r>
            <a:r>
              <a:rPr sz="2000" spc="-8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95" dirty="0">
                <a:ea typeface="Tahoma" panose="020B0604030504040204" pitchFamily="34" charset="0"/>
                <a:cs typeface="Tahoma" panose="020B0604030504040204" pitchFamily="34" charset="0"/>
              </a:rPr>
              <a:t>measure</a:t>
            </a:r>
            <a:r>
              <a:rPr sz="2000" spc="-5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80" dirty="0">
                <a:ea typeface="Tahoma" panose="020B0604030504040204" pitchFamily="34" charset="0"/>
                <a:cs typeface="Tahoma" panose="020B0604030504040204" pitchFamily="34" charset="0"/>
              </a:rPr>
              <a:t>of</a:t>
            </a:r>
            <a:r>
              <a:rPr sz="2000" spc="-5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80" dirty="0"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r>
              <a:rPr sz="2000" spc="-4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55" dirty="0">
                <a:ea typeface="Tahoma" panose="020B0604030504040204" pitchFamily="34" charset="0"/>
                <a:cs typeface="Tahoma" panose="020B0604030504040204" pitchFamily="34" charset="0"/>
              </a:rPr>
              <a:t>quality.</a:t>
            </a:r>
            <a:r>
              <a:rPr sz="2000" spc="-7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ea typeface="Tahoma" panose="020B0604030504040204" pitchFamily="34" charset="0"/>
                <a:cs typeface="Tahoma" panose="020B0604030504040204" pitchFamily="34" charset="0"/>
              </a:rPr>
              <a:t>They</a:t>
            </a:r>
            <a:r>
              <a:rPr sz="2000" spc="-1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0" dirty="0">
                <a:ea typeface="Tahoma" panose="020B0604030504040204" pitchFamily="34" charset="0"/>
                <a:cs typeface="Tahoma" panose="020B0604030504040204" pitchFamily="34" charset="0"/>
              </a:rPr>
              <a:t>may</a:t>
            </a:r>
            <a:r>
              <a:rPr sz="2000" spc="-6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95" dirty="0">
                <a:ea typeface="Tahoma" panose="020B0604030504040204" pitchFamily="34" charset="0"/>
                <a:cs typeface="Tahoma" panose="020B0604030504040204" pitchFamily="34" charset="0"/>
              </a:rPr>
              <a:t>be</a:t>
            </a:r>
            <a:r>
              <a:rPr sz="2000" spc="-7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95" dirty="0">
                <a:ea typeface="Tahoma" panose="020B0604030504040204" pitchFamily="34" charset="0"/>
                <a:cs typeface="Tahoma" panose="020B0604030504040204" pitchFamily="34" charset="0"/>
              </a:rPr>
              <a:t>used </a:t>
            </a:r>
            <a:r>
              <a:rPr sz="2000" spc="-484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75" dirty="0"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sz="2000" spc="-6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5" dirty="0">
                <a:ea typeface="Tahoma" panose="020B0604030504040204" pitchFamily="34" charset="0"/>
                <a:cs typeface="Tahoma" panose="020B0604030504040204" pitchFamily="34" charset="0"/>
              </a:rPr>
              <a:t>views,</a:t>
            </a:r>
            <a:r>
              <a:rPr sz="2000" spc="-5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90" dirty="0">
                <a:ea typeface="Tahoma" panose="020B0604030504040204" pitchFamily="34" charset="0"/>
                <a:cs typeface="Tahoma" panose="020B0604030504040204" pitchFamily="34" charset="0"/>
              </a:rPr>
              <a:t>but</a:t>
            </a:r>
            <a:r>
              <a:rPr sz="2000" spc="-6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80" dirty="0">
                <a:ea typeface="Tahoma" panose="020B0604030504040204" pitchFamily="34" charset="0"/>
                <a:cs typeface="Tahoma" panose="020B0604030504040204" pitchFamily="34" charset="0"/>
              </a:rPr>
              <a:t>they</a:t>
            </a:r>
            <a:r>
              <a:rPr sz="2000" spc="-4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0" dirty="0">
                <a:ea typeface="Tahoma" panose="020B0604030504040204" pitchFamily="34" charset="0"/>
                <a:cs typeface="Tahoma" panose="020B0604030504040204" pitchFamily="34" charset="0"/>
              </a:rPr>
              <a:t>Cause</a:t>
            </a:r>
            <a:r>
              <a:rPr sz="2000" spc="-6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85" dirty="0">
                <a:ea typeface="Tahoma" panose="020B0604030504040204" pitchFamily="34" charset="0"/>
                <a:cs typeface="Tahoma" panose="020B0604030504040204" pitchFamily="34" charset="0"/>
              </a:rPr>
              <a:t>problems</a:t>
            </a:r>
            <a:r>
              <a:rPr sz="2000" spc="-5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10" dirty="0">
                <a:ea typeface="Tahoma" panose="020B0604030504040204" pitchFamily="34" charset="0"/>
                <a:cs typeface="Tahoma" panose="020B0604030504040204" pitchFamily="34" charset="0"/>
              </a:rPr>
              <a:t>when</a:t>
            </a:r>
            <a:r>
              <a:rPr sz="2000" spc="-2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95" dirty="0">
                <a:ea typeface="Tahoma" panose="020B0604030504040204" pitchFamily="34" charset="0"/>
                <a:cs typeface="Tahoma" panose="020B0604030504040204" pitchFamily="34" charset="0"/>
              </a:rPr>
              <a:t>used</a:t>
            </a:r>
            <a:r>
              <a:rPr sz="2000" spc="-6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75" dirty="0"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sz="2000" spc="-5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35" dirty="0">
                <a:ea typeface="Tahoma" panose="020B0604030504040204" pitchFamily="34" charset="0"/>
                <a:cs typeface="Tahoma" panose="020B0604030504040204" pitchFamily="34" charset="0"/>
              </a:rPr>
              <a:t>base</a:t>
            </a:r>
            <a:r>
              <a:rPr sz="2000" spc="-75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ea typeface="Tahoma" panose="020B0604030504040204" pitchFamily="34" charset="0"/>
                <a:cs typeface="Tahoma" panose="020B0604030504040204" pitchFamily="34" charset="0"/>
              </a:rPr>
              <a:t>relations,</a:t>
            </a:r>
            <a:endParaRPr sz="2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559" y="141416"/>
            <a:ext cx="11327642" cy="149015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105" dirty="0">
                <a:solidFill>
                  <a:schemeClr val="tx1"/>
                </a:solidFill>
              </a:rPr>
              <a:t>Redundant</a:t>
            </a:r>
            <a:r>
              <a:rPr b="1" spc="-45" dirty="0">
                <a:solidFill>
                  <a:schemeClr val="tx1"/>
                </a:solidFill>
              </a:rPr>
              <a:t> </a:t>
            </a:r>
            <a:r>
              <a:rPr b="1" spc="-225" dirty="0">
                <a:solidFill>
                  <a:schemeClr val="tx1"/>
                </a:solidFill>
              </a:rPr>
              <a:t>Information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215" dirty="0">
                <a:solidFill>
                  <a:schemeClr val="tx1"/>
                </a:solidFill>
              </a:rPr>
              <a:t>in </a:t>
            </a:r>
            <a:r>
              <a:rPr b="1" spc="-204" dirty="0">
                <a:solidFill>
                  <a:schemeClr val="tx1"/>
                </a:solidFill>
              </a:rPr>
              <a:t>Tuples</a:t>
            </a:r>
            <a:r>
              <a:rPr b="1" spc="-65" dirty="0">
                <a:solidFill>
                  <a:schemeClr val="tx1"/>
                </a:solidFill>
              </a:rPr>
              <a:t> </a:t>
            </a:r>
            <a:r>
              <a:rPr b="1" spc="65" dirty="0">
                <a:solidFill>
                  <a:schemeClr val="tx1"/>
                </a:solidFill>
              </a:rPr>
              <a:t>and</a:t>
            </a:r>
            <a:r>
              <a:rPr b="1" spc="-40" dirty="0">
                <a:solidFill>
                  <a:schemeClr val="tx1"/>
                </a:solidFill>
              </a:rPr>
              <a:t> Update</a:t>
            </a:r>
            <a:r>
              <a:rPr b="1" spc="-65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Anomalies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9182" y="3429000"/>
            <a:ext cx="4780968" cy="3306089"/>
            <a:chOff x="0" y="3572255"/>
            <a:chExt cx="4280408" cy="284175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572255"/>
              <a:ext cx="4157472" cy="16428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" y="5311139"/>
              <a:ext cx="2400300" cy="10012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338" y="3573017"/>
              <a:ext cx="4243070" cy="2840990"/>
            </a:xfrm>
            <a:custGeom>
              <a:avLst/>
              <a:gdLst/>
              <a:ahLst/>
              <a:cxnLst/>
              <a:rect l="l" t="t" r="r" b="b"/>
              <a:pathLst>
                <a:path w="4243070" h="2840990">
                  <a:moveTo>
                    <a:pt x="0" y="2840736"/>
                  </a:moveTo>
                  <a:lnTo>
                    <a:pt x="4242816" y="2840736"/>
                  </a:lnTo>
                  <a:lnTo>
                    <a:pt x="4242816" y="0"/>
                  </a:lnTo>
                  <a:lnTo>
                    <a:pt x="0" y="0"/>
                  </a:lnTo>
                  <a:lnTo>
                    <a:pt x="0" y="2840736"/>
                  </a:lnTo>
                  <a:close/>
                </a:path>
              </a:pathLst>
            </a:custGeom>
            <a:ln w="38100">
              <a:solidFill>
                <a:srgbClr val="0308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6365" y="1766038"/>
            <a:ext cx="10194878" cy="15036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b="1" dirty="0"/>
              <a:t>Goal of schema design: </a:t>
            </a:r>
            <a:r>
              <a:rPr sz="2400" dirty="0"/>
              <a:t>to minimize the storage</a:t>
            </a:r>
            <a:r>
              <a:rPr lang="en-US" sz="2400" dirty="0"/>
              <a:t> </a:t>
            </a:r>
            <a:r>
              <a:rPr sz="2400" dirty="0"/>
              <a:t>space used by the base relations</a:t>
            </a:r>
            <a:endParaRPr lang="en-US" sz="2400" dirty="0"/>
          </a:p>
          <a:p>
            <a:pPr marL="1270000" lvl="2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Grouping attributes into relation schemas has a  significant effect on storage space</a:t>
            </a:r>
            <a:r>
              <a:rPr sz="2000" dirty="0"/>
              <a:t>.</a:t>
            </a:r>
            <a:endParaRPr lang="en-US" sz="2000" dirty="0"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61854" y="3984231"/>
            <a:ext cx="4946232" cy="27121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09622A-3BA6-6953-439A-8A41E00ECEA6}"/>
              </a:ext>
            </a:extLst>
          </p:cNvPr>
          <p:cNvSpPr txBox="1"/>
          <p:nvPr/>
        </p:nvSpPr>
        <p:spPr>
          <a:xfrm>
            <a:off x="5074490" y="3613099"/>
            <a:ext cx="6093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marR="760095">
              <a:spcBef>
                <a:spcPts val="1005"/>
              </a:spcBef>
            </a:pPr>
            <a:r>
              <a:rPr lang="en-US" sz="2000" dirty="0"/>
              <a:t>Natural join of Employee and Department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1389" y="928139"/>
            <a:ext cx="276987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>
                <a:solidFill>
                  <a:schemeClr val="tx1"/>
                </a:solidFill>
              </a:rPr>
              <a:t>Anomalies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91389" y="1883392"/>
            <a:ext cx="10099775" cy="26270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  <a:tabLst>
                <a:tab pos="354965" algn="l"/>
              </a:tabLst>
            </a:pPr>
            <a:r>
              <a:rPr lang="en-US" sz="2400" dirty="0"/>
              <a:t>Storing natural joins of base relations leads to an additional problem referred to as update anomalies.</a:t>
            </a:r>
          </a:p>
          <a:p>
            <a:pPr marL="12700" marR="5080">
              <a:spcBef>
                <a:spcPts val="105"/>
              </a:spcBef>
              <a:tabLst>
                <a:tab pos="354965" algn="l"/>
              </a:tabLst>
            </a:pPr>
            <a:r>
              <a:rPr sz="2400" dirty="0"/>
              <a:t>These anomalies can be categorized into three types:</a:t>
            </a:r>
          </a:p>
          <a:p>
            <a:pPr marL="755650" lvl="1" indent="-28575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Insertion Anomalies</a:t>
            </a:r>
          </a:p>
          <a:p>
            <a:pPr marL="755650" lvl="1" indent="-28575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Deletion Anomalies</a:t>
            </a:r>
          </a:p>
          <a:p>
            <a:pPr marL="755650" lvl="1" indent="-285750">
              <a:spcBef>
                <a:spcPts val="10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Update Anomalies.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5038" y="889683"/>
            <a:ext cx="523557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70" dirty="0">
                <a:solidFill>
                  <a:schemeClr val="tx1"/>
                </a:solidFill>
              </a:rPr>
              <a:t>Insertion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spc="-45" dirty="0">
                <a:solidFill>
                  <a:schemeClr val="tx1"/>
                </a:solidFill>
              </a:rPr>
              <a:t>Anomalies.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038" y="1875672"/>
            <a:ext cx="10181660" cy="2855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354965" algn="l"/>
              </a:tabLst>
            </a:pPr>
            <a:r>
              <a:rPr sz="2400" b="1" dirty="0"/>
              <a:t>Insertion anomalies can be differentiated into two</a:t>
            </a:r>
            <a:r>
              <a:rPr lang="en-US" sz="2400" b="1" dirty="0"/>
              <a:t> </a:t>
            </a:r>
            <a:r>
              <a:rPr sz="2400" b="1" dirty="0"/>
              <a:t>types:</a:t>
            </a:r>
          </a:p>
          <a:p>
            <a:pPr marL="298450" marR="5080" indent="-28575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To insert a new employee tuple into EMP_DEPT,  we must include either the attribute values for </a:t>
            </a:r>
            <a:r>
              <a:rPr sz="2400"/>
              <a:t>the department </a:t>
            </a:r>
            <a:r>
              <a:rPr sz="2400" dirty="0"/>
              <a:t>that the employee works for, or NULLs  (if the employee does not work for a department as yet).</a:t>
            </a:r>
            <a:endParaRPr lang="en-US" sz="2400" dirty="0"/>
          </a:p>
          <a:p>
            <a:pPr marL="298450" marR="5080" indent="-28575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For example, to insert a new tuple for an employee  who works in department number 5, we must enter all the attribute values of department 5 correctly so  that they are consistent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509" y="602671"/>
            <a:ext cx="523557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70" dirty="0">
                <a:solidFill>
                  <a:schemeClr val="tx1"/>
                </a:solidFill>
              </a:rPr>
              <a:t>Insertion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spc="-45" dirty="0">
                <a:solidFill>
                  <a:schemeClr val="tx1"/>
                </a:solidFill>
              </a:rPr>
              <a:t>Anomalies.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80768" y="1417538"/>
            <a:ext cx="4157979" cy="2642870"/>
            <a:chOff x="0" y="1505711"/>
            <a:chExt cx="4157979" cy="2642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05711"/>
              <a:ext cx="4157472" cy="16428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48583"/>
              <a:ext cx="2400300" cy="99974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09314" y="4652222"/>
            <a:ext cx="4856996" cy="1426031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47370" marR="88900">
              <a:spcBef>
                <a:spcPts val="320"/>
              </a:spcBef>
            </a:pPr>
            <a:r>
              <a:rPr dirty="0">
                <a:cs typeface="Tahoma"/>
              </a:rPr>
              <a:t>For </a:t>
            </a:r>
            <a:r>
              <a:rPr spc="110" dirty="0">
                <a:cs typeface="Tahoma"/>
              </a:rPr>
              <a:t>example, </a:t>
            </a:r>
            <a:r>
              <a:rPr spc="80" dirty="0">
                <a:cs typeface="Tahoma"/>
              </a:rPr>
              <a:t>to </a:t>
            </a:r>
            <a:r>
              <a:rPr spc="5" dirty="0">
                <a:cs typeface="Tahoma"/>
              </a:rPr>
              <a:t>insert </a:t>
            </a:r>
            <a:r>
              <a:rPr spc="250" dirty="0">
                <a:cs typeface="Tahoma"/>
              </a:rPr>
              <a:t>a </a:t>
            </a:r>
            <a:r>
              <a:rPr spc="135" dirty="0">
                <a:cs typeface="Tahoma"/>
              </a:rPr>
              <a:t>new</a:t>
            </a:r>
            <a:r>
              <a:rPr spc="-70" dirty="0">
                <a:cs typeface="Tahoma"/>
              </a:rPr>
              <a:t> </a:t>
            </a:r>
            <a:r>
              <a:rPr spc="85" dirty="0">
                <a:cs typeface="Tahoma"/>
              </a:rPr>
              <a:t>tuple</a:t>
            </a:r>
            <a:r>
              <a:rPr spc="-90" dirty="0">
                <a:cs typeface="Tahoma"/>
              </a:rPr>
              <a:t> </a:t>
            </a:r>
            <a:r>
              <a:rPr spc="20" dirty="0">
                <a:cs typeface="Tahoma"/>
              </a:rPr>
              <a:t>for</a:t>
            </a:r>
            <a:r>
              <a:rPr spc="-70" dirty="0">
                <a:cs typeface="Tahoma"/>
              </a:rPr>
              <a:t> </a:t>
            </a:r>
            <a:r>
              <a:rPr spc="165" dirty="0">
                <a:cs typeface="Tahoma"/>
              </a:rPr>
              <a:t>an</a:t>
            </a:r>
            <a:r>
              <a:rPr spc="-75" dirty="0">
                <a:cs typeface="Tahoma"/>
              </a:rPr>
              <a:t> </a:t>
            </a:r>
            <a:r>
              <a:rPr spc="140" dirty="0">
                <a:cs typeface="Tahoma"/>
              </a:rPr>
              <a:t>employee </a:t>
            </a:r>
            <a:r>
              <a:rPr spc="-484" dirty="0">
                <a:cs typeface="Tahoma"/>
              </a:rPr>
              <a:t> </a:t>
            </a:r>
            <a:r>
              <a:rPr spc="120" dirty="0">
                <a:cs typeface="Tahoma"/>
              </a:rPr>
              <a:t>who </a:t>
            </a:r>
            <a:r>
              <a:rPr spc="15" dirty="0">
                <a:cs typeface="Tahoma"/>
              </a:rPr>
              <a:t>works in </a:t>
            </a:r>
            <a:r>
              <a:rPr spc="114" dirty="0">
                <a:cs typeface="Tahoma"/>
              </a:rPr>
              <a:t>department </a:t>
            </a:r>
            <a:r>
              <a:rPr spc="120" dirty="0">
                <a:cs typeface="Tahoma"/>
              </a:rPr>
              <a:t> </a:t>
            </a:r>
            <a:r>
              <a:rPr spc="100" dirty="0">
                <a:cs typeface="Tahoma"/>
              </a:rPr>
              <a:t>number </a:t>
            </a:r>
            <a:r>
              <a:rPr spc="-20" dirty="0">
                <a:cs typeface="Tahoma"/>
              </a:rPr>
              <a:t>5, </a:t>
            </a:r>
            <a:r>
              <a:rPr spc="150" dirty="0">
                <a:cs typeface="Tahoma"/>
              </a:rPr>
              <a:t>we </a:t>
            </a:r>
            <a:r>
              <a:rPr spc="35" dirty="0">
                <a:cs typeface="Tahoma"/>
              </a:rPr>
              <a:t>must </a:t>
            </a:r>
            <a:r>
              <a:rPr spc="65" dirty="0">
                <a:cs typeface="Tahoma"/>
              </a:rPr>
              <a:t>enter </a:t>
            </a:r>
            <a:r>
              <a:rPr spc="70" dirty="0">
                <a:cs typeface="Tahoma"/>
              </a:rPr>
              <a:t> </a:t>
            </a:r>
            <a:r>
              <a:rPr spc="55" dirty="0">
                <a:cs typeface="Tahoma"/>
              </a:rPr>
              <a:t>all </a:t>
            </a:r>
            <a:r>
              <a:rPr spc="85" dirty="0">
                <a:cs typeface="Tahoma"/>
              </a:rPr>
              <a:t>the </a:t>
            </a:r>
            <a:r>
              <a:rPr spc="60" dirty="0">
                <a:cs typeface="Tahoma"/>
              </a:rPr>
              <a:t>attribute </a:t>
            </a:r>
            <a:r>
              <a:rPr spc="80" dirty="0">
                <a:cs typeface="Tahoma"/>
              </a:rPr>
              <a:t>values of </a:t>
            </a:r>
            <a:r>
              <a:rPr spc="85" dirty="0">
                <a:cs typeface="Tahoma"/>
              </a:rPr>
              <a:t> </a:t>
            </a:r>
            <a:r>
              <a:rPr spc="114" dirty="0">
                <a:cs typeface="Tahoma"/>
              </a:rPr>
              <a:t>department </a:t>
            </a:r>
            <a:r>
              <a:rPr spc="10" dirty="0">
                <a:cs typeface="Tahoma"/>
              </a:rPr>
              <a:t>5 </a:t>
            </a:r>
            <a:r>
              <a:rPr spc="85" dirty="0">
                <a:cs typeface="Tahoma"/>
              </a:rPr>
              <a:t>correctly </a:t>
            </a:r>
            <a:r>
              <a:rPr spc="35" dirty="0">
                <a:cs typeface="Tahoma"/>
              </a:rPr>
              <a:t>so </a:t>
            </a:r>
            <a:r>
              <a:rPr spc="40" dirty="0">
                <a:cs typeface="Tahoma"/>
              </a:rPr>
              <a:t> </a:t>
            </a:r>
            <a:r>
              <a:rPr spc="80" dirty="0">
                <a:cs typeface="Tahoma"/>
              </a:rPr>
              <a:t>that</a:t>
            </a:r>
            <a:r>
              <a:rPr spc="-70" dirty="0">
                <a:cs typeface="Tahoma"/>
              </a:rPr>
              <a:t> </a:t>
            </a:r>
            <a:r>
              <a:rPr spc="75" dirty="0">
                <a:cs typeface="Tahoma"/>
              </a:rPr>
              <a:t>they</a:t>
            </a:r>
            <a:r>
              <a:rPr spc="-45" dirty="0">
                <a:cs typeface="Tahoma"/>
              </a:rPr>
              <a:t> </a:t>
            </a:r>
            <a:r>
              <a:rPr spc="110" dirty="0">
                <a:cs typeface="Tahoma"/>
              </a:rPr>
              <a:t>are</a:t>
            </a:r>
            <a:r>
              <a:rPr spc="-65" dirty="0">
                <a:cs typeface="Tahoma"/>
              </a:rPr>
              <a:t> </a:t>
            </a:r>
            <a:r>
              <a:rPr i="1" spc="-45" dirty="0">
                <a:cs typeface="Verdana"/>
              </a:rPr>
              <a:t>consistent</a:t>
            </a:r>
            <a:endParaRPr dirty="0"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81724" y="4829298"/>
            <a:ext cx="5381767" cy="1426031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 marR="179705">
              <a:spcBef>
                <a:spcPts val="320"/>
              </a:spcBef>
            </a:pPr>
            <a:r>
              <a:rPr dirty="0"/>
              <a:t>In the design of Figure 14.2, we do not have  to worry about this consistency problem  because we enter only the department  number in the employee tuple; once in the  database, as a single tuple in the  DEPARTMENT relation.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246401" y="1398488"/>
            <a:ext cx="9145905" cy="3676015"/>
            <a:chOff x="-18288" y="1289303"/>
            <a:chExt cx="9145905" cy="3676015"/>
          </a:xfrm>
        </p:grpSpPr>
        <p:sp>
          <p:nvSpPr>
            <p:cNvPr id="9" name="object 9"/>
            <p:cNvSpPr/>
            <p:nvPr/>
          </p:nvSpPr>
          <p:spPr>
            <a:xfrm>
              <a:off x="761" y="1308353"/>
              <a:ext cx="4243070" cy="2840990"/>
            </a:xfrm>
            <a:custGeom>
              <a:avLst/>
              <a:gdLst/>
              <a:ahLst/>
              <a:cxnLst/>
              <a:rect l="l" t="t" r="r" b="b"/>
              <a:pathLst>
                <a:path w="4243070" h="2840990">
                  <a:moveTo>
                    <a:pt x="0" y="2840736"/>
                  </a:moveTo>
                  <a:lnTo>
                    <a:pt x="4242816" y="2840736"/>
                  </a:lnTo>
                  <a:lnTo>
                    <a:pt x="4242816" y="0"/>
                  </a:lnTo>
                  <a:lnTo>
                    <a:pt x="0" y="0"/>
                  </a:lnTo>
                  <a:lnTo>
                    <a:pt x="0" y="2840736"/>
                  </a:lnTo>
                  <a:close/>
                </a:path>
              </a:pathLst>
            </a:custGeom>
            <a:ln w="38099">
              <a:solidFill>
                <a:srgbClr val="0308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74058" y="2353817"/>
              <a:ext cx="4834255" cy="1801495"/>
            </a:xfrm>
            <a:custGeom>
              <a:avLst/>
              <a:gdLst/>
              <a:ahLst/>
              <a:cxnLst/>
              <a:rect l="l" t="t" r="r" b="b"/>
              <a:pathLst>
                <a:path w="4834255" h="1801495">
                  <a:moveTo>
                    <a:pt x="0" y="1801367"/>
                  </a:moveTo>
                  <a:lnTo>
                    <a:pt x="4834128" y="1801367"/>
                  </a:lnTo>
                  <a:lnTo>
                    <a:pt x="4834128" y="0"/>
                  </a:lnTo>
                  <a:lnTo>
                    <a:pt x="0" y="0"/>
                  </a:lnTo>
                  <a:lnTo>
                    <a:pt x="0" y="1801367"/>
                  </a:lnTo>
                  <a:close/>
                </a:path>
              </a:pathLst>
            </a:custGeom>
            <a:ln w="38100">
              <a:solidFill>
                <a:srgbClr val="0308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2307" y="4120870"/>
              <a:ext cx="249961" cy="4770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86128" y="4134611"/>
              <a:ext cx="86995" cy="316230"/>
            </a:xfrm>
            <a:custGeom>
              <a:avLst/>
              <a:gdLst/>
              <a:ahLst/>
              <a:cxnLst/>
              <a:rect l="l" t="t" r="r" b="b"/>
              <a:pathLst>
                <a:path w="86994" h="316229">
                  <a:moveTo>
                    <a:pt x="28956" y="228981"/>
                  </a:moveTo>
                  <a:lnTo>
                    <a:pt x="0" y="228981"/>
                  </a:lnTo>
                  <a:lnTo>
                    <a:pt x="43434" y="315849"/>
                  </a:lnTo>
                  <a:lnTo>
                    <a:pt x="72390" y="257937"/>
                  </a:lnTo>
                  <a:lnTo>
                    <a:pt x="35433" y="257937"/>
                  </a:lnTo>
                  <a:lnTo>
                    <a:pt x="28956" y="251460"/>
                  </a:lnTo>
                  <a:lnTo>
                    <a:pt x="28956" y="228981"/>
                  </a:lnTo>
                  <a:close/>
                </a:path>
                <a:path w="86994" h="316229">
                  <a:moveTo>
                    <a:pt x="51435" y="0"/>
                  </a:moveTo>
                  <a:lnTo>
                    <a:pt x="35433" y="0"/>
                  </a:lnTo>
                  <a:lnTo>
                    <a:pt x="28956" y="6476"/>
                  </a:lnTo>
                  <a:lnTo>
                    <a:pt x="28956" y="251460"/>
                  </a:lnTo>
                  <a:lnTo>
                    <a:pt x="35433" y="257937"/>
                  </a:lnTo>
                  <a:lnTo>
                    <a:pt x="51435" y="257937"/>
                  </a:lnTo>
                  <a:lnTo>
                    <a:pt x="57912" y="251460"/>
                  </a:lnTo>
                  <a:lnTo>
                    <a:pt x="57912" y="6476"/>
                  </a:lnTo>
                  <a:lnTo>
                    <a:pt x="51435" y="0"/>
                  </a:lnTo>
                  <a:close/>
                </a:path>
                <a:path w="86994" h="316229">
                  <a:moveTo>
                    <a:pt x="86868" y="228981"/>
                  </a:moveTo>
                  <a:lnTo>
                    <a:pt x="57912" y="228981"/>
                  </a:lnTo>
                  <a:lnTo>
                    <a:pt x="57912" y="251460"/>
                  </a:lnTo>
                  <a:lnTo>
                    <a:pt x="51435" y="257937"/>
                  </a:lnTo>
                  <a:lnTo>
                    <a:pt x="72390" y="257937"/>
                  </a:lnTo>
                  <a:lnTo>
                    <a:pt x="86868" y="228981"/>
                  </a:lnTo>
                  <a:close/>
                </a:path>
              </a:pathLst>
            </a:custGeom>
            <a:solidFill>
              <a:srgbClr val="5F9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7876" y="4120883"/>
              <a:ext cx="249961" cy="8443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710933" y="4134484"/>
              <a:ext cx="86995" cy="683260"/>
            </a:xfrm>
            <a:custGeom>
              <a:avLst/>
              <a:gdLst/>
              <a:ahLst/>
              <a:cxnLst/>
              <a:rect l="l" t="t" r="r" b="b"/>
              <a:pathLst>
                <a:path w="86995" h="683260">
                  <a:moveTo>
                    <a:pt x="28950" y="596476"/>
                  </a:moveTo>
                  <a:lnTo>
                    <a:pt x="0" y="596772"/>
                  </a:lnTo>
                  <a:lnTo>
                    <a:pt x="44196" y="683132"/>
                  </a:lnTo>
                  <a:lnTo>
                    <a:pt x="72457" y="625347"/>
                  </a:lnTo>
                  <a:lnTo>
                    <a:pt x="35687" y="625347"/>
                  </a:lnTo>
                  <a:lnTo>
                    <a:pt x="29083" y="618870"/>
                  </a:lnTo>
                  <a:lnTo>
                    <a:pt x="29079" y="610615"/>
                  </a:lnTo>
                  <a:lnTo>
                    <a:pt x="28950" y="596476"/>
                  </a:lnTo>
                  <a:close/>
                </a:path>
                <a:path w="86995" h="683260">
                  <a:moveTo>
                    <a:pt x="57906" y="596180"/>
                  </a:moveTo>
                  <a:lnTo>
                    <a:pt x="28950" y="596476"/>
                  </a:lnTo>
                  <a:lnTo>
                    <a:pt x="29079" y="610615"/>
                  </a:lnTo>
                  <a:lnTo>
                    <a:pt x="29083" y="618870"/>
                  </a:lnTo>
                  <a:lnTo>
                    <a:pt x="35687" y="625347"/>
                  </a:lnTo>
                  <a:lnTo>
                    <a:pt x="43688" y="625220"/>
                  </a:lnTo>
                  <a:lnTo>
                    <a:pt x="51689" y="625220"/>
                  </a:lnTo>
                  <a:lnTo>
                    <a:pt x="58039" y="618616"/>
                  </a:lnTo>
                  <a:lnTo>
                    <a:pt x="57906" y="596180"/>
                  </a:lnTo>
                  <a:close/>
                </a:path>
                <a:path w="86995" h="683260">
                  <a:moveTo>
                    <a:pt x="86868" y="595883"/>
                  </a:moveTo>
                  <a:lnTo>
                    <a:pt x="57906" y="596180"/>
                  </a:lnTo>
                  <a:lnTo>
                    <a:pt x="58039" y="618616"/>
                  </a:lnTo>
                  <a:lnTo>
                    <a:pt x="51689" y="625220"/>
                  </a:lnTo>
                  <a:lnTo>
                    <a:pt x="43688" y="625220"/>
                  </a:lnTo>
                  <a:lnTo>
                    <a:pt x="35687" y="625347"/>
                  </a:lnTo>
                  <a:lnTo>
                    <a:pt x="72457" y="625347"/>
                  </a:lnTo>
                  <a:lnTo>
                    <a:pt x="86868" y="595883"/>
                  </a:lnTo>
                  <a:close/>
                </a:path>
                <a:path w="86995" h="683260">
                  <a:moveTo>
                    <a:pt x="45974" y="0"/>
                  </a:moveTo>
                  <a:lnTo>
                    <a:pt x="29972" y="253"/>
                  </a:lnTo>
                  <a:lnTo>
                    <a:pt x="23749" y="6476"/>
                  </a:lnTo>
                  <a:lnTo>
                    <a:pt x="23622" y="14731"/>
                  </a:lnTo>
                  <a:lnTo>
                    <a:pt x="28950" y="596476"/>
                  </a:lnTo>
                  <a:lnTo>
                    <a:pt x="57906" y="596180"/>
                  </a:lnTo>
                  <a:lnTo>
                    <a:pt x="52580" y="14731"/>
                  </a:lnTo>
                  <a:lnTo>
                    <a:pt x="52450" y="6476"/>
                  </a:lnTo>
                  <a:lnTo>
                    <a:pt x="45974" y="0"/>
                  </a:lnTo>
                  <a:close/>
                </a:path>
              </a:pathLst>
            </a:custGeom>
            <a:solidFill>
              <a:srgbClr val="5F9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5696" y="2407919"/>
              <a:ext cx="4645152" cy="16916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2333" y="914106"/>
            <a:ext cx="523557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70" dirty="0">
                <a:solidFill>
                  <a:schemeClr val="tx1"/>
                </a:solidFill>
              </a:rPr>
              <a:t>Insertion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spc="-45" dirty="0">
                <a:solidFill>
                  <a:schemeClr val="tx1"/>
                </a:solidFill>
              </a:rPr>
              <a:t>Anomalies.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2333" y="1878534"/>
            <a:ext cx="10017888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It is difficult to insert a new department that has no</a:t>
            </a:r>
          </a:p>
          <a:p>
            <a:pPr marL="355600">
              <a:spcBef>
                <a:spcPts val="5"/>
              </a:spcBef>
            </a:pPr>
            <a:r>
              <a:rPr sz="2000" dirty="0"/>
              <a:t>employees as yet in the EMP_DEPT relation.</a:t>
            </a:r>
            <a:r>
              <a:rPr lang="en-US" sz="2000" dirty="0"/>
              <a:t> </a:t>
            </a:r>
            <a:r>
              <a:rPr sz="2000" dirty="0"/>
              <a:t>The only way to do this is to place NULL values in the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6602" y="2705859"/>
            <a:ext cx="6635655" cy="32380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9844" y="3482262"/>
            <a:ext cx="356190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70" dirty="0">
                <a:latin typeface="Tahoma"/>
                <a:cs typeface="Tahoma"/>
              </a:rPr>
              <a:t>This</a:t>
            </a:r>
            <a:r>
              <a:rPr b="1" spc="-35" dirty="0">
                <a:latin typeface="Tahoma"/>
                <a:cs typeface="Tahoma"/>
              </a:rPr>
              <a:t> </a:t>
            </a:r>
            <a:r>
              <a:rPr b="1" spc="-50" dirty="0">
                <a:latin typeface="Tahoma"/>
                <a:cs typeface="Tahoma"/>
              </a:rPr>
              <a:t>violates</a:t>
            </a:r>
            <a:r>
              <a:rPr b="1" spc="-20" dirty="0">
                <a:latin typeface="Tahoma"/>
                <a:cs typeface="Tahoma"/>
              </a:rPr>
              <a:t> </a:t>
            </a:r>
            <a:r>
              <a:rPr b="1" spc="-70" dirty="0">
                <a:latin typeface="Tahoma"/>
                <a:cs typeface="Tahoma"/>
              </a:rPr>
              <a:t>the</a:t>
            </a:r>
            <a:r>
              <a:rPr b="1" spc="-35" dirty="0">
                <a:latin typeface="Tahoma"/>
                <a:cs typeface="Tahoma"/>
              </a:rPr>
              <a:t> </a:t>
            </a:r>
            <a:r>
              <a:rPr b="1" spc="-90" dirty="0">
                <a:latin typeface="Tahoma"/>
                <a:cs typeface="Tahoma"/>
              </a:rPr>
              <a:t>entity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b="1" spc="-90" dirty="0">
                <a:latin typeface="Tahoma"/>
                <a:cs typeface="Tahoma"/>
              </a:rPr>
              <a:t>integrity</a:t>
            </a:r>
            <a:r>
              <a:rPr b="1" spc="-20" dirty="0">
                <a:latin typeface="Tahoma"/>
                <a:cs typeface="Tahoma"/>
              </a:rPr>
              <a:t> </a:t>
            </a:r>
            <a:r>
              <a:rPr b="1" spc="-120" dirty="0">
                <a:latin typeface="Tahoma"/>
                <a:cs typeface="Tahoma"/>
              </a:rPr>
              <a:t>for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b="1" spc="-175" dirty="0">
                <a:latin typeface="Tahoma"/>
                <a:cs typeface="Tahoma"/>
              </a:rPr>
              <a:t>EMP_DEPT</a:t>
            </a:r>
            <a:r>
              <a:rPr b="1" spc="-15" dirty="0">
                <a:latin typeface="Tahoma"/>
                <a:cs typeface="Tahoma"/>
              </a:rPr>
              <a:t> </a:t>
            </a:r>
            <a:r>
              <a:rPr b="1" spc="40" dirty="0">
                <a:latin typeface="Tahoma"/>
                <a:cs typeface="Tahoma"/>
              </a:rPr>
              <a:t>because</a:t>
            </a:r>
            <a:r>
              <a:rPr b="1" spc="-50" dirty="0">
                <a:latin typeface="Tahoma"/>
                <a:cs typeface="Tahoma"/>
              </a:rPr>
              <a:t> </a:t>
            </a:r>
            <a:r>
              <a:rPr b="1" spc="-155" dirty="0">
                <a:latin typeface="Tahoma"/>
                <a:cs typeface="Tahoma"/>
              </a:rPr>
              <a:t>its</a:t>
            </a:r>
            <a:r>
              <a:rPr b="1" spc="-20" dirty="0">
                <a:latin typeface="Tahoma"/>
                <a:cs typeface="Tahoma"/>
              </a:rPr>
              <a:t> </a:t>
            </a:r>
            <a:r>
              <a:rPr b="1" spc="-55" dirty="0">
                <a:latin typeface="Tahoma"/>
                <a:cs typeface="Tahoma"/>
              </a:rPr>
              <a:t>primary</a:t>
            </a:r>
            <a:endParaRPr dirty="0">
              <a:latin typeface="Tahoma"/>
              <a:cs typeface="Tahoma"/>
            </a:endParaRPr>
          </a:p>
          <a:p>
            <a:pPr marL="12700">
              <a:spcBef>
                <a:spcPts val="5"/>
              </a:spcBef>
            </a:pPr>
            <a:r>
              <a:rPr b="1" spc="10" dirty="0">
                <a:latin typeface="Tahoma"/>
                <a:cs typeface="Tahoma"/>
              </a:rPr>
              <a:t>ke</a:t>
            </a:r>
            <a:r>
              <a:rPr b="1" spc="15" dirty="0">
                <a:latin typeface="Tahoma"/>
                <a:cs typeface="Tahoma"/>
              </a:rPr>
              <a:t>y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spc="-140" dirty="0">
                <a:latin typeface="Tahoma"/>
                <a:cs typeface="Tahoma"/>
              </a:rPr>
              <a:t>Ssn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b="1" spc="-5" dirty="0">
                <a:latin typeface="Tahoma"/>
                <a:cs typeface="Tahoma"/>
              </a:rPr>
              <a:t>canno</a:t>
            </a:r>
            <a:r>
              <a:rPr b="1" dirty="0">
                <a:latin typeface="Tahoma"/>
                <a:cs typeface="Tahoma"/>
              </a:rPr>
              <a:t>t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b="1" spc="60" dirty="0">
                <a:latin typeface="Tahoma"/>
                <a:cs typeface="Tahoma"/>
              </a:rPr>
              <a:t>b</a:t>
            </a:r>
            <a:r>
              <a:rPr b="1" spc="65" dirty="0">
                <a:latin typeface="Tahoma"/>
                <a:cs typeface="Tahoma"/>
              </a:rPr>
              <a:t>e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b="1" spc="-95" dirty="0">
                <a:latin typeface="Tahoma"/>
                <a:cs typeface="Tahoma"/>
              </a:rPr>
              <a:t>null.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254" y="852782"/>
            <a:ext cx="10058400" cy="750847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b="1" dirty="0"/>
              <a:t>EXAMPLE OF AN INSERT ANOMALY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806" y="2109261"/>
            <a:ext cx="5779693" cy="3567002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55600" indent="-342900">
              <a:spcBef>
                <a:spcPts val="121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b="1" dirty="0"/>
              <a:t>Consider the relation:</a:t>
            </a:r>
          </a:p>
          <a:p>
            <a:pPr marL="812165" marR="53975" indent="-342900">
              <a:spcBef>
                <a:spcPts val="995"/>
              </a:spcBef>
              <a:buFont typeface="Arial" panose="020B0604020202020204" pitchFamily="34" charset="0"/>
              <a:buChar char="•"/>
            </a:pPr>
            <a:r>
              <a:rPr sz="2000" dirty="0"/>
              <a:t> EMP_PROJ(Emp#, Proj#, Hours  Ename, Pname,Plocation)</a:t>
            </a:r>
          </a:p>
          <a:p>
            <a:pPr marL="355600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54965" algn="l"/>
                <a:tab pos="1151890" algn="l"/>
              </a:tabLst>
            </a:pPr>
            <a:r>
              <a:rPr sz="2000" b="1" dirty="0"/>
              <a:t>Insert</a:t>
            </a:r>
            <a:r>
              <a:rPr lang="en-US" sz="2000" b="1" dirty="0"/>
              <a:t> </a:t>
            </a:r>
            <a:r>
              <a:rPr sz="2000" b="1" dirty="0"/>
              <a:t>Anomaly:</a:t>
            </a:r>
          </a:p>
          <a:p>
            <a:pPr marL="812165" marR="100330" indent="-342900"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000" dirty="0"/>
              <a:t>Cannot insert a project unless  an employee is assigned to it.</a:t>
            </a:r>
          </a:p>
          <a:p>
            <a:pPr marL="355600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b="1" dirty="0"/>
              <a:t>Conversely</a:t>
            </a:r>
          </a:p>
          <a:p>
            <a:pPr marL="812165" marR="5080" indent="-342900">
              <a:spcBef>
                <a:spcPts val="990"/>
              </a:spcBef>
              <a:buFont typeface="Arial" panose="020B0604020202020204" pitchFamily="34" charset="0"/>
              <a:buChar char="•"/>
            </a:pPr>
            <a:r>
              <a:rPr sz="2000" dirty="0"/>
              <a:t>Cannot insert an employee unless an he/she is assigned to  a project.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878" y="1781050"/>
            <a:ext cx="4730424" cy="4224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149" y="293131"/>
            <a:ext cx="11368585" cy="149015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EXAMPLE OF AN UPDATE</a:t>
            </a:r>
            <a:r>
              <a:rPr lang="en-US" b="1" dirty="0"/>
              <a:t> </a:t>
            </a:r>
            <a:r>
              <a:rPr b="1" dirty="0"/>
              <a:t>ANOMALY(Repeated Update)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890" y="2059120"/>
            <a:ext cx="5479576" cy="3308598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spcBef>
                <a:spcPts val="1200"/>
              </a:spcBef>
              <a:tabLst>
                <a:tab pos="354965" algn="l"/>
              </a:tabLst>
            </a:pPr>
            <a:r>
              <a:rPr sz="2000" b="1" dirty="0"/>
              <a:t>Consider the relation:</a:t>
            </a:r>
          </a:p>
          <a:p>
            <a:pPr marL="298450" indent="-285750"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000" dirty="0"/>
              <a:t>EMP_PROJ(Emp#, Proj#, Hours</a:t>
            </a:r>
            <a:r>
              <a:rPr lang="en-US" sz="2000" dirty="0"/>
              <a:t> </a:t>
            </a:r>
            <a:r>
              <a:rPr sz="2000" dirty="0" err="1"/>
              <a:t>Ename</a:t>
            </a:r>
            <a:r>
              <a:rPr sz="2000" dirty="0"/>
              <a:t>, </a:t>
            </a:r>
            <a:r>
              <a:rPr sz="2000" dirty="0" err="1"/>
              <a:t>Pname</a:t>
            </a:r>
            <a:r>
              <a:rPr sz="2000" dirty="0"/>
              <a:t>,</a:t>
            </a:r>
            <a:r>
              <a:rPr lang="en-US" sz="2000" dirty="0"/>
              <a:t> </a:t>
            </a:r>
            <a:r>
              <a:rPr sz="2000" dirty="0" err="1"/>
              <a:t>Plocation</a:t>
            </a:r>
            <a:r>
              <a:rPr sz="2000" dirty="0"/>
              <a:t>)</a:t>
            </a:r>
            <a:endParaRPr lang="en-US" sz="2000" dirty="0"/>
          </a:p>
          <a:p>
            <a:pPr marL="298450" indent="-285750"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000" dirty="0"/>
              <a:t>Update Anomaly:</a:t>
            </a:r>
          </a:p>
          <a:p>
            <a:pPr marL="1669415" marR="5080" lvl="2" indent="-285750"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000" dirty="0"/>
              <a:t>Changing the name of  project number P1 from  “ProjectX” to “Customer-  Accounting” may cause this  update to be made for all  100 employees working on  project P1.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466" y="1783283"/>
            <a:ext cx="5479577" cy="43752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4367" y="860819"/>
            <a:ext cx="1005840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tx1"/>
                </a:solidFill>
              </a:rPr>
              <a:t>EXAMPLE OF A DELETE ANOMALY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50392" y="2143665"/>
            <a:ext cx="5245608" cy="3743331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969"/>
              </a:spcBef>
              <a:buNone/>
              <a:tabLst>
                <a:tab pos="354965" algn="l"/>
              </a:tabLst>
            </a:pPr>
            <a:r>
              <a:rPr b="1" dirty="0">
                <a:solidFill>
                  <a:schemeClr val="tx1"/>
                </a:solidFill>
              </a:rPr>
              <a:t>Consider the relation:</a:t>
            </a:r>
          </a:p>
          <a:p>
            <a:pPr marL="355600" marR="356235" indent="-342900">
              <a:lnSpc>
                <a:spcPts val="1939"/>
              </a:lnSpc>
              <a:spcBef>
                <a:spcPts val="102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EMP_PROJ(Emp#, Proj#, Hours  Ename, Pname,Plocation)</a:t>
            </a:r>
          </a:p>
          <a:p>
            <a:pPr>
              <a:lnSpc>
                <a:spcPct val="100000"/>
              </a:lnSpc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dirty="0">
                <a:solidFill>
                  <a:schemeClr val="tx1"/>
                </a:solidFill>
              </a:rPr>
              <a:t>Delete Anomaly:</a:t>
            </a:r>
          </a:p>
          <a:p>
            <a:pPr marL="756285" marR="5080" indent="-287020">
              <a:spcBef>
                <a:spcPts val="1005"/>
              </a:spcBef>
            </a:pPr>
            <a:r>
              <a:rPr dirty="0">
                <a:solidFill>
                  <a:schemeClr val="tx1"/>
                </a:solidFill>
              </a:rPr>
              <a:t>When a project is deleted, it  will result in deleting all the employees who work on that  project.</a:t>
            </a:r>
          </a:p>
          <a:p>
            <a:pPr marL="756285" marR="17145" indent="-287020">
              <a:spcBef>
                <a:spcPts val="994"/>
              </a:spcBef>
            </a:pPr>
            <a:r>
              <a:rPr dirty="0">
                <a:solidFill>
                  <a:schemeClr val="tx1"/>
                </a:solidFill>
              </a:rPr>
              <a:t>Alternately, if an employee is  the sole employee on a  project, deleting that  employee would result i</a:t>
            </a:r>
            <a:r>
              <a:rPr lang="en-US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deleting the corresponding  project.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766341"/>
            <a:ext cx="5245608" cy="44979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6924" y="940478"/>
            <a:ext cx="313309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b="1" spc="-25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Guideline</a:t>
            </a:r>
            <a:r>
              <a:rPr sz="4400" b="1" spc="-114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4400" b="1" spc="-235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2.</a:t>
            </a:r>
            <a:endParaRPr sz="4400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6537" y="2080388"/>
            <a:ext cx="9826388" cy="1134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  <a:tabLst>
                <a:tab pos="354965" algn="l"/>
              </a:tabLst>
            </a:pPr>
            <a:r>
              <a:rPr sz="2400" dirty="0"/>
              <a:t>Guideline 2</a:t>
            </a:r>
            <a:r>
              <a:rPr lang="en-US" sz="2400" dirty="0"/>
              <a:t>:</a:t>
            </a:r>
          </a:p>
          <a:p>
            <a:pPr marL="12700" marR="5080">
              <a:spcBef>
                <a:spcPts val="105"/>
              </a:spcBef>
              <a:tabLst>
                <a:tab pos="354965" algn="l"/>
              </a:tabLst>
            </a:pPr>
            <a:r>
              <a:rPr sz="2400" dirty="0"/>
              <a:t>Design the base relation schemas so that no insertion, deletion, or modification anomalies are not present in the relations.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2267" y="827808"/>
            <a:ext cx="289687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4" dirty="0">
                <a:solidFill>
                  <a:schemeClr val="tx1"/>
                </a:solidFill>
              </a:rPr>
              <a:t>Null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2267" y="1971206"/>
            <a:ext cx="10277261" cy="211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37795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If many of the attributes do not apply to all tuples  in the relation, we end up with many NULLs in  those tuples.</a:t>
            </a:r>
          </a:p>
          <a:p>
            <a:pPr marL="355600" marR="5080" indent="-34290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This can waste space at the storage level and  may also lead to problems with understanding the  meaning of the attributes.</a:t>
            </a:r>
          </a:p>
          <a:p>
            <a:pPr marL="355600" marR="40005" indent="-342900" algn="just"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sz="2000" dirty="0"/>
              <a:t>Another problem with NULLs is how to account for them when aggregate operations such as COUNT or SUM are applied.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3370" y="869262"/>
            <a:ext cx="460311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tx1"/>
                </a:solidFill>
              </a:rPr>
              <a:t>Reasons for NULLS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3370" y="2052954"/>
            <a:ext cx="10078737" cy="26927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2165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Attribute not applicable or invalid (e.g. </a:t>
            </a:r>
            <a:r>
              <a:rPr sz="2000" dirty="0" err="1"/>
              <a:t>Visa_Status</a:t>
            </a:r>
            <a:r>
              <a:rPr lang="en-US" sz="2000" dirty="0"/>
              <a:t> </a:t>
            </a:r>
            <a:r>
              <a:rPr sz="2000" dirty="0"/>
              <a:t>may not apply to local students)</a:t>
            </a:r>
          </a:p>
          <a:p>
            <a:pPr marL="355600" indent="-342900">
              <a:lnSpc>
                <a:spcPts val="2165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Value known to exist, but unavailable (e.g.</a:t>
            </a:r>
            <a:r>
              <a:rPr lang="en-US" sz="2000" dirty="0"/>
              <a:t> </a:t>
            </a:r>
            <a:r>
              <a:rPr sz="2000" dirty="0" err="1"/>
              <a:t>Home_Phone_Number</a:t>
            </a:r>
            <a:r>
              <a:rPr sz="2000" dirty="0"/>
              <a:t> for an employee may exist,</a:t>
            </a:r>
            <a:r>
              <a:rPr lang="en-US" sz="2000" dirty="0"/>
              <a:t> </a:t>
            </a:r>
            <a:r>
              <a:rPr sz="2000" dirty="0"/>
              <a:t>but may not be available and recorded yet.</a:t>
            </a:r>
          </a:p>
          <a:p>
            <a:pPr marL="355600" marR="683260" indent="-342900">
              <a:lnSpc>
                <a:spcPts val="2050"/>
              </a:lnSpc>
              <a:spcBef>
                <a:spcPts val="103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lang="en-US" sz="2000" dirty="0"/>
          </a:p>
          <a:p>
            <a:pPr marL="12700" marR="683260">
              <a:lnSpc>
                <a:spcPts val="2050"/>
              </a:lnSpc>
              <a:spcBef>
                <a:spcPts val="1030"/>
              </a:spcBef>
              <a:tabLst>
                <a:tab pos="354965" algn="l"/>
              </a:tabLst>
            </a:pPr>
            <a:r>
              <a:rPr sz="2000" b="1" dirty="0"/>
              <a:t>Guideline 3. </a:t>
            </a:r>
            <a:r>
              <a:rPr sz="2000" dirty="0"/>
              <a:t>As far as possible, avoid placing attributes in a base relation whose values may</a:t>
            </a:r>
            <a:r>
              <a:rPr lang="en-US" sz="2000" dirty="0"/>
              <a:t> </a:t>
            </a:r>
            <a:r>
              <a:rPr sz="2000" dirty="0"/>
              <a:t>frequently be NULL.</a:t>
            </a:r>
            <a:endParaRPr lang="en-US" sz="2000" dirty="0"/>
          </a:p>
          <a:p>
            <a:pPr marL="355600" marR="683260" indent="-342900">
              <a:lnSpc>
                <a:spcPts val="2050"/>
              </a:lnSpc>
              <a:spcBef>
                <a:spcPts val="103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If NULLs are unavoidable, make sure that they apply  in exceptional cases only and do not apply to </a:t>
            </a:r>
            <a:r>
              <a:rPr sz="2000"/>
              <a:t>a majority </a:t>
            </a:r>
            <a:r>
              <a:rPr sz="2000" dirty="0"/>
              <a:t>of tuples in the relation.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2091</TotalTime>
  <Words>990</Words>
  <Application>Microsoft Office PowerPoint</Application>
  <PresentationFormat>Widescreen</PresentationFormat>
  <Paragraphs>77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Tahoma</vt:lpstr>
      <vt:lpstr>Times New Roman</vt:lpstr>
      <vt:lpstr>Verdana</vt:lpstr>
      <vt:lpstr>Retrospect</vt:lpstr>
      <vt:lpstr> Database Systems</vt:lpstr>
      <vt:lpstr>Normalization</vt:lpstr>
      <vt:lpstr>Four informal guidelines</vt:lpstr>
      <vt:lpstr>PowerPoint Presentation</vt:lpstr>
      <vt:lpstr>Guideline 1</vt:lpstr>
      <vt:lpstr>Examples of Violating  Guideline 1.</vt:lpstr>
      <vt:lpstr>Redundant Information in Tuples and Update Anomalies</vt:lpstr>
      <vt:lpstr>Anomalies</vt:lpstr>
      <vt:lpstr>Insertion Anomalies.</vt:lpstr>
      <vt:lpstr>Insertion Anomalies.</vt:lpstr>
      <vt:lpstr>Insertion Anomalies.</vt:lpstr>
      <vt:lpstr>EXAMPLE OF AN INSERT ANOMALY</vt:lpstr>
      <vt:lpstr>EXAMPLE OF AN UPDATE ANOMALY(Repeated Update)</vt:lpstr>
      <vt:lpstr>EXAMPLE OF A DELETE ANOMALY</vt:lpstr>
      <vt:lpstr>PowerPoint Presentation</vt:lpstr>
      <vt:lpstr>Null Values</vt:lpstr>
      <vt:lpstr>Reasons for NULLS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2024-10-07T14:53:19Z</dcterms:modified>
</cp:coreProperties>
</file>