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4"/>
  </p:notesMasterIdLst>
  <p:sldIdLst>
    <p:sldId id="256" r:id="rId2"/>
    <p:sldId id="258" r:id="rId3"/>
    <p:sldId id="259" r:id="rId4"/>
    <p:sldId id="260" r:id="rId5"/>
    <p:sldId id="261" r:id="rId6"/>
    <p:sldId id="262" r:id="rId7"/>
    <p:sldId id="263" r:id="rId8"/>
    <p:sldId id="264"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342" r:id="rId23"/>
    <p:sldId id="281" r:id="rId24"/>
    <p:sldId id="338" r:id="rId25"/>
    <p:sldId id="282" r:id="rId26"/>
    <p:sldId id="339" r:id="rId27"/>
    <p:sldId id="283" r:id="rId28"/>
    <p:sldId id="340" r:id="rId29"/>
    <p:sldId id="284" r:id="rId30"/>
    <p:sldId id="341"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279"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9979"/>
    <a:srgbClr val="BF59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74" autoAdjust="0"/>
    <p:restoredTop sz="80077" autoAdjust="0"/>
  </p:normalViewPr>
  <p:slideViewPr>
    <p:cSldViewPr snapToGrid="0">
      <p:cViewPr varScale="1">
        <p:scale>
          <a:sx n="70" d="100"/>
          <a:sy n="70" d="100"/>
        </p:scale>
        <p:origin x="5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9C125398-0035-40D4-80A2-48A755B7795E}"/>
    <pc:docChg chg="addSld modSld">
      <pc:chgData name="Ms Alina Arshad" userId="cccdfd85-d35d-4453-9c6f-a463aae40722" providerId="ADAL" clId="{9C125398-0035-40D4-80A2-48A755B7795E}" dt="2024-08-25T16:00:43.580" v="6" actId="1076"/>
      <pc:docMkLst>
        <pc:docMk/>
      </pc:docMkLst>
      <pc:sldChg chg="modSp add mod">
        <pc:chgData name="Ms Alina Arshad" userId="cccdfd85-d35d-4453-9c6f-a463aae40722" providerId="ADAL" clId="{9C125398-0035-40D4-80A2-48A755B7795E}" dt="2024-08-25T16:00:43.580" v="6" actId="1076"/>
        <pc:sldMkLst>
          <pc:docMk/>
          <pc:sldMk cId="0" sldId="324"/>
        </pc:sldMkLst>
        <pc:spChg chg="mod">
          <ac:chgData name="Ms Alina Arshad" userId="cccdfd85-d35d-4453-9c6f-a463aae40722" providerId="ADAL" clId="{9C125398-0035-40D4-80A2-48A755B7795E}" dt="2024-08-25T16:00:43.580" v="6" actId="1076"/>
          <ac:spMkLst>
            <pc:docMk/>
            <pc:sldMk cId="0" sldId="324"/>
            <ac:spMk id="29699" creationId="{BC7ACC91-16AA-5D67-B935-92EE00D4568C}"/>
          </ac:spMkLst>
        </pc:spChg>
      </pc:sldChg>
    </pc:docChg>
  </pc:docChgLst>
  <pc:docChgLst>
    <pc:chgData name="Ms Alina Arshad" userId="cccdfd85-d35d-4453-9c6f-a463aae40722" providerId="ADAL" clId="{506AEF98-43AF-47E5-97BE-CEE6E380F332}"/>
    <pc:docChg chg="custSel addSld delSld modSld">
      <pc:chgData name="Ms Alina Arshad" userId="cccdfd85-d35d-4453-9c6f-a463aae40722" providerId="ADAL" clId="{506AEF98-43AF-47E5-97BE-CEE6E380F332}" dt="2024-09-06T05:02:08.009" v="313" actId="207"/>
      <pc:docMkLst>
        <pc:docMk/>
      </pc:docMkLst>
      <pc:sldChg chg="modSp mod">
        <pc:chgData name="Ms Alina Arshad" userId="cccdfd85-d35d-4453-9c6f-a463aae40722" providerId="ADAL" clId="{506AEF98-43AF-47E5-97BE-CEE6E380F332}" dt="2024-09-05T09:07:33.153" v="31" actId="2711"/>
        <pc:sldMkLst>
          <pc:docMk/>
          <pc:sldMk cId="3322361034" sldId="256"/>
        </pc:sldMkLst>
        <pc:spChg chg="mod">
          <ac:chgData name="Ms Alina Arshad" userId="cccdfd85-d35d-4453-9c6f-a463aae40722" providerId="ADAL" clId="{506AEF98-43AF-47E5-97BE-CEE6E380F332}" dt="2024-09-05T09:07:33.153" v="31" actId="2711"/>
          <ac:spMkLst>
            <pc:docMk/>
            <pc:sldMk cId="3322361034" sldId="256"/>
            <ac:spMk id="3" creationId="{44E9F82C-BBA7-3495-1097-BEDB54FFFDF4}"/>
          </ac:spMkLst>
        </pc:spChg>
      </pc:sldChg>
      <pc:sldChg chg="add del">
        <pc:chgData name="Ms Alina Arshad" userId="cccdfd85-d35d-4453-9c6f-a463aae40722" providerId="ADAL" clId="{506AEF98-43AF-47E5-97BE-CEE6E380F332}" dt="2024-09-05T09:07:40.105" v="32" actId="47"/>
        <pc:sldMkLst>
          <pc:docMk/>
          <pc:sldMk cId="0" sldId="257"/>
        </pc:sldMkLst>
      </pc:sldChg>
      <pc:sldChg chg="modSp add del mod">
        <pc:chgData name="Ms Alina Arshad" userId="cccdfd85-d35d-4453-9c6f-a463aae40722" providerId="ADAL" clId="{506AEF98-43AF-47E5-97BE-CEE6E380F332}" dt="2024-09-05T09:16:16.547" v="48" actId="5793"/>
        <pc:sldMkLst>
          <pc:docMk/>
          <pc:sldMk cId="0" sldId="258"/>
        </pc:sldMkLst>
        <pc:spChg chg="mod">
          <ac:chgData name="Ms Alina Arshad" userId="cccdfd85-d35d-4453-9c6f-a463aae40722" providerId="ADAL" clId="{506AEF98-43AF-47E5-97BE-CEE6E380F332}" dt="2024-09-05T09:07:46.918" v="35" actId="207"/>
          <ac:spMkLst>
            <pc:docMk/>
            <pc:sldMk cId="0" sldId="258"/>
            <ac:spMk id="2" creationId="{00000000-0000-0000-0000-000000000000}"/>
          </ac:spMkLst>
        </pc:spChg>
        <pc:spChg chg="mod">
          <ac:chgData name="Ms Alina Arshad" userId="cccdfd85-d35d-4453-9c6f-a463aae40722" providerId="ADAL" clId="{506AEF98-43AF-47E5-97BE-CEE6E380F332}" dt="2024-09-05T09:16:16.547" v="48" actId="5793"/>
          <ac:spMkLst>
            <pc:docMk/>
            <pc:sldMk cId="0" sldId="258"/>
            <ac:spMk id="3" creationId="{00000000-0000-0000-0000-000000000000}"/>
          </ac:spMkLst>
        </pc:spChg>
      </pc:sldChg>
      <pc:sldChg chg="delSp modSp add del mod">
        <pc:chgData name="Ms Alina Arshad" userId="cccdfd85-d35d-4453-9c6f-a463aae40722" providerId="ADAL" clId="{506AEF98-43AF-47E5-97BE-CEE6E380F332}" dt="2024-09-05T09:25:27.259" v="160" actId="207"/>
        <pc:sldMkLst>
          <pc:docMk/>
          <pc:sldMk cId="0" sldId="259"/>
        </pc:sldMkLst>
        <pc:spChg chg="mod">
          <ac:chgData name="Ms Alina Arshad" userId="cccdfd85-d35d-4453-9c6f-a463aae40722" providerId="ADAL" clId="{506AEF98-43AF-47E5-97BE-CEE6E380F332}" dt="2024-09-05T09:17:01.684" v="52" actId="113"/>
          <ac:spMkLst>
            <pc:docMk/>
            <pc:sldMk cId="0" sldId="259"/>
            <ac:spMk id="2" creationId="{00000000-0000-0000-0000-000000000000}"/>
          </ac:spMkLst>
        </pc:spChg>
        <pc:spChg chg="mod">
          <ac:chgData name="Ms Alina Arshad" userId="cccdfd85-d35d-4453-9c6f-a463aae40722" providerId="ADAL" clId="{506AEF98-43AF-47E5-97BE-CEE6E380F332}" dt="2024-09-05T09:17:19.919" v="57" actId="14100"/>
          <ac:spMkLst>
            <pc:docMk/>
            <pc:sldMk cId="0" sldId="259"/>
            <ac:spMk id="3" creationId="{00000000-0000-0000-0000-000000000000}"/>
          </ac:spMkLst>
        </pc:spChg>
        <pc:graphicFrameChg chg="mod modGraphic">
          <ac:chgData name="Ms Alina Arshad" userId="cccdfd85-d35d-4453-9c6f-a463aae40722" providerId="ADAL" clId="{506AEF98-43AF-47E5-97BE-CEE6E380F332}" dt="2024-09-05T09:25:27.259" v="160" actId="207"/>
          <ac:graphicFrameMkLst>
            <pc:docMk/>
            <pc:sldMk cId="0" sldId="259"/>
            <ac:graphicFrameMk id="5" creationId="{00000000-0000-0000-0000-000000000000}"/>
          </ac:graphicFrameMkLst>
        </pc:graphicFrameChg>
        <pc:picChg chg="del mod">
          <ac:chgData name="Ms Alina Arshad" userId="cccdfd85-d35d-4453-9c6f-a463aae40722" providerId="ADAL" clId="{506AEF98-43AF-47E5-97BE-CEE6E380F332}" dt="2024-09-05T09:17:31.759" v="61" actId="478"/>
          <ac:picMkLst>
            <pc:docMk/>
            <pc:sldMk cId="0" sldId="259"/>
            <ac:picMk id="4" creationId="{00000000-0000-0000-0000-000000000000}"/>
          </ac:picMkLst>
        </pc:picChg>
      </pc:sldChg>
      <pc:sldChg chg="delSp modSp add del mod">
        <pc:chgData name="Ms Alina Arshad" userId="cccdfd85-d35d-4453-9c6f-a463aae40722" providerId="ADAL" clId="{506AEF98-43AF-47E5-97BE-CEE6E380F332}" dt="2024-09-05T09:25:45.452" v="163" actId="207"/>
        <pc:sldMkLst>
          <pc:docMk/>
          <pc:sldMk cId="0" sldId="260"/>
        </pc:sldMkLst>
        <pc:spChg chg="mod">
          <ac:chgData name="Ms Alina Arshad" userId="cccdfd85-d35d-4453-9c6f-a463aae40722" providerId="ADAL" clId="{506AEF98-43AF-47E5-97BE-CEE6E380F332}" dt="2024-09-05T09:20:13.003" v="92" actId="1076"/>
          <ac:spMkLst>
            <pc:docMk/>
            <pc:sldMk cId="0" sldId="260"/>
            <ac:spMk id="2" creationId="{00000000-0000-0000-0000-000000000000}"/>
          </ac:spMkLst>
        </pc:spChg>
        <pc:spChg chg="mod">
          <ac:chgData name="Ms Alina Arshad" userId="cccdfd85-d35d-4453-9c6f-a463aae40722" providerId="ADAL" clId="{506AEF98-43AF-47E5-97BE-CEE6E380F332}" dt="2024-09-05T09:21:43.387" v="119" actId="14100"/>
          <ac:spMkLst>
            <pc:docMk/>
            <pc:sldMk cId="0" sldId="260"/>
            <ac:spMk id="5" creationId="{00000000-0000-0000-0000-000000000000}"/>
          </ac:spMkLst>
        </pc:spChg>
        <pc:spChg chg="mod">
          <ac:chgData name="Ms Alina Arshad" userId="cccdfd85-d35d-4453-9c6f-a463aae40722" providerId="ADAL" clId="{506AEF98-43AF-47E5-97BE-CEE6E380F332}" dt="2024-09-05T09:21:35.811" v="117" actId="14100"/>
          <ac:spMkLst>
            <pc:docMk/>
            <pc:sldMk cId="0" sldId="260"/>
            <ac:spMk id="8" creationId="{00000000-0000-0000-0000-000000000000}"/>
          </ac:spMkLst>
        </pc:spChg>
        <pc:graphicFrameChg chg="mod modGraphic">
          <ac:chgData name="Ms Alina Arshad" userId="cccdfd85-d35d-4453-9c6f-a463aae40722" providerId="ADAL" clId="{506AEF98-43AF-47E5-97BE-CEE6E380F332}" dt="2024-09-05T09:25:38.150" v="161" actId="207"/>
          <ac:graphicFrameMkLst>
            <pc:docMk/>
            <pc:sldMk cId="0" sldId="260"/>
            <ac:graphicFrameMk id="4" creationId="{00000000-0000-0000-0000-000000000000}"/>
          </ac:graphicFrameMkLst>
        </pc:graphicFrameChg>
        <pc:graphicFrameChg chg="mod modGraphic">
          <ac:chgData name="Ms Alina Arshad" userId="cccdfd85-d35d-4453-9c6f-a463aae40722" providerId="ADAL" clId="{506AEF98-43AF-47E5-97BE-CEE6E380F332}" dt="2024-09-05T09:25:45.452" v="163" actId="207"/>
          <ac:graphicFrameMkLst>
            <pc:docMk/>
            <pc:sldMk cId="0" sldId="260"/>
            <ac:graphicFrameMk id="7" creationId="{00000000-0000-0000-0000-000000000000}"/>
          </ac:graphicFrameMkLst>
        </pc:graphicFrameChg>
        <pc:picChg chg="del">
          <ac:chgData name="Ms Alina Arshad" userId="cccdfd85-d35d-4453-9c6f-a463aae40722" providerId="ADAL" clId="{506AEF98-43AF-47E5-97BE-CEE6E380F332}" dt="2024-09-05T09:20:24.155" v="95" actId="478"/>
          <ac:picMkLst>
            <pc:docMk/>
            <pc:sldMk cId="0" sldId="260"/>
            <ac:picMk id="3" creationId="{00000000-0000-0000-0000-000000000000}"/>
          </ac:picMkLst>
        </pc:picChg>
        <pc:picChg chg="del">
          <ac:chgData name="Ms Alina Arshad" userId="cccdfd85-d35d-4453-9c6f-a463aae40722" providerId="ADAL" clId="{506AEF98-43AF-47E5-97BE-CEE6E380F332}" dt="2024-09-05T09:21:48.675" v="121" actId="478"/>
          <ac:picMkLst>
            <pc:docMk/>
            <pc:sldMk cId="0" sldId="260"/>
            <ac:picMk id="6" creationId="{00000000-0000-0000-0000-000000000000}"/>
          </ac:picMkLst>
        </pc:picChg>
      </pc:sldChg>
      <pc:sldChg chg="addSp delSp modSp add del mod">
        <pc:chgData name="Ms Alina Arshad" userId="cccdfd85-d35d-4453-9c6f-a463aae40722" providerId="ADAL" clId="{506AEF98-43AF-47E5-97BE-CEE6E380F332}" dt="2024-09-05T09:25:51.450" v="164" actId="207"/>
        <pc:sldMkLst>
          <pc:docMk/>
          <pc:sldMk cId="0" sldId="261"/>
        </pc:sldMkLst>
        <pc:spChg chg="del">
          <ac:chgData name="Ms Alina Arshad" userId="cccdfd85-d35d-4453-9c6f-a463aae40722" providerId="ADAL" clId="{506AEF98-43AF-47E5-97BE-CEE6E380F332}" dt="2024-09-05T09:24:03.114" v="142" actId="478"/>
          <ac:spMkLst>
            <pc:docMk/>
            <pc:sldMk cId="0" sldId="261"/>
            <ac:spMk id="2" creationId="{00000000-0000-0000-0000-000000000000}"/>
          </ac:spMkLst>
        </pc:spChg>
        <pc:spChg chg="mod">
          <ac:chgData name="Ms Alina Arshad" userId="cccdfd85-d35d-4453-9c6f-a463aae40722" providerId="ADAL" clId="{506AEF98-43AF-47E5-97BE-CEE6E380F332}" dt="2024-09-05T09:24:27.558" v="148" actId="2711"/>
          <ac:spMkLst>
            <pc:docMk/>
            <pc:sldMk cId="0" sldId="261"/>
            <ac:spMk id="3" creationId="{00000000-0000-0000-0000-000000000000}"/>
          </ac:spMkLst>
        </pc:spChg>
        <pc:spChg chg="add del mod">
          <ac:chgData name="Ms Alina Arshad" userId="cccdfd85-d35d-4453-9c6f-a463aae40722" providerId="ADAL" clId="{506AEF98-43AF-47E5-97BE-CEE6E380F332}" dt="2024-09-05T09:24:06.217" v="143" actId="478"/>
          <ac:spMkLst>
            <pc:docMk/>
            <pc:sldMk cId="0" sldId="261"/>
            <ac:spMk id="7" creationId="{9B225BDB-465A-3ADD-4CEC-29C7CC1832AD}"/>
          </ac:spMkLst>
        </pc:spChg>
        <pc:spChg chg="add mod">
          <ac:chgData name="Ms Alina Arshad" userId="cccdfd85-d35d-4453-9c6f-a463aae40722" providerId="ADAL" clId="{506AEF98-43AF-47E5-97BE-CEE6E380F332}" dt="2024-09-05T09:24:07.546" v="144"/>
          <ac:spMkLst>
            <pc:docMk/>
            <pc:sldMk cId="0" sldId="261"/>
            <ac:spMk id="8" creationId="{882DBBE7-BADA-A9F1-3050-34ED00C528A2}"/>
          </ac:spMkLst>
        </pc:spChg>
        <pc:graphicFrameChg chg="mod modGraphic">
          <ac:chgData name="Ms Alina Arshad" userId="cccdfd85-d35d-4453-9c6f-a463aae40722" providerId="ADAL" clId="{506AEF98-43AF-47E5-97BE-CEE6E380F332}" dt="2024-09-05T09:25:51.450" v="164" actId="207"/>
          <ac:graphicFrameMkLst>
            <pc:docMk/>
            <pc:sldMk cId="0" sldId="261"/>
            <ac:graphicFrameMk id="5" creationId="{00000000-0000-0000-0000-000000000000}"/>
          </ac:graphicFrameMkLst>
        </pc:graphicFrameChg>
        <pc:picChg chg="del">
          <ac:chgData name="Ms Alina Arshad" userId="cccdfd85-d35d-4453-9c6f-a463aae40722" providerId="ADAL" clId="{506AEF98-43AF-47E5-97BE-CEE6E380F332}" dt="2024-09-05T09:24:18.348" v="147" actId="478"/>
          <ac:picMkLst>
            <pc:docMk/>
            <pc:sldMk cId="0" sldId="261"/>
            <ac:picMk id="4" creationId="{00000000-0000-0000-0000-000000000000}"/>
          </ac:picMkLst>
        </pc:picChg>
      </pc:sldChg>
      <pc:sldChg chg="modSp add del mod">
        <pc:chgData name="Ms Alina Arshad" userId="cccdfd85-d35d-4453-9c6f-a463aae40722" providerId="ADAL" clId="{506AEF98-43AF-47E5-97BE-CEE6E380F332}" dt="2024-09-05T09:26:42.097" v="174" actId="207"/>
        <pc:sldMkLst>
          <pc:docMk/>
          <pc:sldMk cId="0" sldId="262"/>
        </pc:sldMkLst>
        <pc:spChg chg="mod">
          <ac:chgData name="Ms Alina Arshad" userId="cccdfd85-d35d-4453-9c6f-a463aae40722" providerId="ADAL" clId="{506AEF98-43AF-47E5-97BE-CEE6E380F332}" dt="2024-09-05T09:26:08.874" v="168" actId="1076"/>
          <ac:spMkLst>
            <pc:docMk/>
            <pc:sldMk cId="0" sldId="262"/>
            <ac:spMk id="2" creationId="{00000000-0000-0000-0000-000000000000}"/>
          </ac:spMkLst>
        </pc:spChg>
        <pc:spChg chg="mod">
          <ac:chgData name="Ms Alina Arshad" userId="cccdfd85-d35d-4453-9c6f-a463aae40722" providerId="ADAL" clId="{506AEF98-43AF-47E5-97BE-CEE6E380F332}" dt="2024-09-05T09:26:42.097" v="174" actId="207"/>
          <ac:spMkLst>
            <pc:docMk/>
            <pc:sldMk cId="0" sldId="262"/>
            <ac:spMk id="3" creationId="{00000000-0000-0000-0000-000000000000}"/>
          </ac:spMkLst>
        </pc:spChg>
      </pc:sldChg>
      <pc:sldChg chg="modSp add del mod">
        <pc:chgData name="Ms Alina Arshad" userId="cccdfd85-d35d-4453-9c6f-a463aae40722" providerId="ADAL" clId="{506AEF98-43AF-47E5-97BE-CEE6E380F332}" dt="2024-09-05T09:27:22.823" v="183" actId="207"/>
        <pc:sldMkLst>
          <pc:docMk/>
          <pc:sldMk cId="0" sldId="263"/>
        </pc:sldMkLst>
        <pc:spChg chg="mod">
          <ac:chgData name="Ms Alina Arshad" userId="cccdfd85-d35d-4453-9c6f-a463aae40722" providerId="ADAL" clId="{506AEF98-43AF-47E5-97BE-CEE6E380F332}" dt="2024-09-05T09:26:56.430" v="178" actId="113"/>
          <ac:spMkLst>
            <pc:docMk/>
            <pc:sldMk cId="0" sldId="263"/>
            <ac:spMk id="2" creationId="{00000000-0000-0000-0000-000000000000}"/>
          </ac:spMkLst>
        </pc:spChg>
        <pc:spChg chg="mod">
          <ac:chgData name="Ms Alina Arshad" userId="cccdfd85-d35d-4453-9c6f-a463aae40722" providerId="ADAL" clId="{506AEF98-43AF-47E5-97BE-CEE6E380F332}" dt="2024-09-05T09:27:22.823" v="183" actId="207"/>
          <ac:spMkLst>
            <pc:docMk/>
            <pc:sldMk cId="0" sldId="263"/>
            <ac:spMk id="3" creationId="{00000000-0000-0000-0000-000000000000}"/>
          </ac:spMkLst>
        </pc:spChg>
      </pc:sldChg>
      <pc:sldChg chg="modSp add del mod">
        <pc:chgData name="Ms Alina Arshad" userId="cccdfd85-d35d-4453-9c6f-a463aae40722" providerId="ADAL" clId="{506AEF98-43AF-47E5-97BE-CEE6E380F332}" dt="2024-09-06T04:48:09.575" v="198" actId="404"/>
        <pc:sldMkLst>
          <pc:docMk/>
          <pc:sldMk cId="0" sldId="264"/>
        </pc:sldMkLst>
        <pc:spChg chg="mod">
          <ac:chgData name="Ms Alina Arshad" userId="cccdfd85-d35d-4453-9c6f-a463aae40722" providerId="ADAL" clId="{506AEF98-43AF-47E5-97BE-CEE6E380F332}" dt="2024-09-06T04:44:50.131" v="194" actId="1076"/>
          <ac:spMkLst>
            <pc:docMk/>
            <pc:sldMk cId="0" sldId="264"/>
            <ac:spMk id="2" creationId="{00000000-0000-0000-0000-000000000000}"/>
          </ac:spMkLst>
        </pc:spChg>
        <pc:spChg chg="mod">
          <ac:chgData name="Ms Alina Arshad" userId="cccdfd85-d35d-4453-9c6f-a463aae40722" providerId="ADAL" clId="{506AEF98-43AF-47E5-97BE-CEE6E380F332}" dt="2024-09-06T04:48:09.575" v="198" actId="404"/>
          <ac:spMkLst>
            <pc:docMk/>
            <pc:sldMk cId="0" sldId="264"/>
            <ac:spMk id="3" creationId="{00000000-0000-0000-0000-000000000000}"/>
          </ac:spMkLst>
        </pc:spChg>
      </pc:sldChg>
      <pc:sldChg chg="modSp add del mod">
        <pc:chgData name="Ms Alina Arshad" userId="cccdfd85-d35d-4453-9c6f-a463aae40722" providerId="ADAL" clId="{506AEF98-43AF-47E5-97BE-CEE6E380F332}" dt="2024-09-06T04:49:09.787" v="209" actId="207"/>
        <pc:sldMkLst>
          <pc:docMk/>
          <pc:sldMk cId="0" sldId="265"/>
        </pc:sldMkLst>
        <pc:spChg chg="mod">
          <ac:chgData name="Ms Alina Arshad" userId="cccdfd85-d35d-4453-9c6f-a463aae40722" providerId="ADAL" clId="{506AEF98-43AF-47E5-97BE-CEE6E380F332}" dt="2024-09-06T04:48:27.833" v="203" actId="1076"/>
          <ac:spMkLst>
            <pc:docMk/>
            <pc:sldMk cId="0" sldId="265"/>
            <ac:spMk id="2" creationId="{00000000-0000-0000-0000-000000000000}"/>
          </ac:spMkLst>
        </pc:spChg>
        <pc:spChg chg="mod">
          <ac:chgData name="Ms Alina Arshad" userId="cccdfd85-d35d-4453-9c6f-a463aae40722" providerId="ADAL" clId="{506AEF98-43AF-47E5-97BE-CEE6E380F332}" dt="2024-09-06T04:49:09.787" v="209" actId="207"/>
          <ac:spMkLst>
            <pc:docMk/>
            <pc:sldMk cId="0" sldId="265"/>
            <ac:spMk id="3" creationId="{00000000-0000-0000-0000-000000000000}"/>
          </ac:spMkLst>
        </pc:spChg>
      </pc:sldChg>
      <pc:sldChg chg="modSp add del mod">
        <pc:chgData name="Ms Alina Arshad" userId="cccdfd85-d35d-4453-9c6f-a463aae40722" providerId="ADAL" clId="{506AEF98-43AF-47E5-97BE-CEE6E380F332}" dt="2024-09-06T04:50:19.086" v="224" actId="207"/>
        <pc:sldMkLst>
          <pc:docMk/>
          <pc:sldMk cId="0" sldId="266"/>
        </pc:sldMkLst>
        <pc:spChg chg="mod">
          <ac:chgData name="Ms Alina Arshad" userId="cccdfd85-d35d-4453-9c6f-a463aae40722" providerId="ADAL" clId="{506AEF98-43AF-47E5-97BE-CEE6E380F332}" dt="2024-09-06T04:49:30.963" v="213" actId="113"/>
          <ac:spMkLst>
            <pc:docMk/>
            <pc:sldMk cId="0" sldId="266"/>
            <ac:spMk id="2" creationId="{00000000-0000-0000-0000-000000000000}"/>
          </ac:spMkLst>
        </pc:spChg>
        <pc:spChg chg="mod">
          <ac:chgData name="Ms Alina Arshad" userId="cccdfd85-d35d-4453-9c6f-a463aae40722" providerId="ADAL" clId="{506AEF98-43AF-47E5-97BE-CEE6E380F332}" dt="2024-09-06T04:50:19.086" v="224" actId="207"/>
          <ac:spMkLst>
            <pc:docMk/>
            <pc:sldMk cId="0" sldId="266"/>
            <ac:spMk id="3" creationId="{00000000-0000-0000-0000-000000000000}"/>
          </ac:spMkLst>
        </pc:spChg>
      </pc:sldChg>
      <pc:sldChg chg="modSp add del mod">
        <pc:chgData name="Ms Alina Arshad" userId="cccdfd85-d35d-4453-9c6f-a463aae40722" providerId="ADAL" clId="{506AEF98-43AF-47E5-97BE-CEE6E380F332}" dt="2024-09-06T04:51:24.650" v="238" actId="207"/>
        <pc:sldMkLst>
          <pc:docMk/>
          <pc:sldMk cId="0" sldId="267"/>
        </pc:sldMkLst>
        <pc:spChg chg="mod">
          <ac:chgData name="Ms Alina Arshad" userId="cccdfd85-d35d-4453-9c6f-a463aae40722" providerId="ADAL" clId="{506AEF98-43AF-47E5-97BE-CEE6E380F332}" dt="2024-09-06T04:50:58.749" v="233" actId="1076"/>
          <ac:spMkLst>
            <pc:docMk/>
            <pc:sldMk cId="0" sldId="267"/>
            <ac:spMk id="2" creationId="{00000000-0000-0000-0000-000000000000}"/>
          </ac:spMkLst>
        </pc:spChg>
        <pc:spChg chg="mod">
          <ac:chgData name="Ms Alina Arshad" userId="cccdfd85-d35d-4453-9c6f-a463aae40722" providerId="ADAL" clId="{506AEF98-43AF-47E5-97BE-CEE6E380F332}" dt="2024-09-06T04:51:24.650" v="238" actId="207"/>
          <ac:spMkLst>
            <pc:docMk/>
            <pc:sldMk cId="0" sldId="267"/>
            <ac:spMk id="3" creationId="{00000000-0000-0000-0000-000000000000}"/>
          </ac:spMkLst>
        </pc:spChg>
      </pc:sldChg>
      <pc:sldChg chg="modSp add del mod">
        <pc:chgData name="Ms Alina Arshad" userId="cccdfd85-d35d-4453-9c6f-a463aae40722" providerId="ADAL" clId="{506AEF98-43AF-47E5-97BE-CEE6E380F332}" dt="2024-09-06T04:51:56.787" v="247" actId="1076"/>
        <pc:sldMkLst>
          <pc:docMk/>
          <pc:sldMk cId="0" sldId="268"/>
        </pc:sldMkLst>
        <pc:spChg chg="mod">
          <ac:chgData name="Ms Alina Arshad" userId="cccdfd85-d35d-4453-9c6f-a463aae40722" providerId="ADAL" clId="{506AEF98-43AF-47E5-97BE-CEE6E380F332}" dt="2024-09-06T04:51:55.847" v="246" actId="1076"/>
          <ac:spMkLst>
            <pc:docMk/>
            <pc:sldMk cId="0" sldId="268"/>
            <ac:spMk id="2" creationId="{00000000-0000-0000-0000-000000000000}"/>
          </ac:spMkLst>
        </pc:spChg>
        <pc:picChg chg="mod">
          <ac:chgData name="Ms Alina Arshad" userId="cccdfd85-d35d-4453-9c6f-a463aae40722" providerId="ADAL" clId="{506AEF98-43AF-47E5-97BE-CEE6E380F332}" dt="2024-09-06T04:51:56.787" v="247" actId="1076"/>
          <ac:picMkLst>
            <pc:docMk/>
            <pc:sldMk cId="0" sldId="268"/>
            <ac:picMk id="3" creationId="{00000000-0000-0000-0000-000000000000}"/>
          </ac:picMkLst>
        </pc:picChg>
      </pc:sldChg>
      <pc:sldChg chg="modSp add del mod">
        <pc:chgData name="Ms Alina Arshad" userId="cccdfd85-d35d-4453-9c6f-a463aae40722" providerId="ADAL" clId="{506AEF98-43AF-47E5-97BE-CEE6E380F332}" dt="2024-09-06T04:52:10.571" v="252" actId="1076"/>
        <pc:sldMkLst>
          <pc:docMk/>
          <pc:sldMk cId="0" sldId="269"/>
        </pc:sldMkLst>
        <pc:picChg chg="mod">
          <ac:chgData name="Ms Alina Arshad" userId="cccdfd85-d35d-4453-9c6f-a463aae40722" providerId="ADAL" clId="{506AEF98-43AF-47E5-97BE-CEE6E380F332}" dt="2024-09-06T04:52:10.571" v="252" actId="1076"/>
          <ac:picMkLst>
            <pc:docMk/>
            <pc:sldMk cId="0" sldId="269"/>
            <ac:picMk id="2" creationId="{00000000-0000-0000-0000-000000000000}"/>
          </ac:picMkLst>
        </pc:picChg>
      </pc:sldChg>
      <pc:sldChg chg="modSp add del mod">
        <pc:chgData name="Ms Alina Arshad" userId="cccdfd85-d35d-4453-9c6f-a463aae40722" providerId="ADAL" clId="{506AEF98-43AF-47E5-97BE-CEE6E380F332}" dt="2024-09-06T04:52:20.805" v="255" actId="1076"/>
        <pc:sldMkLst>
          <pc:docMk/>
          <pc:sldMk cId="0" sldId="270"/>
        </pc:sldMkLst>
        <pc:picChg chg="mod">
          <ac:chgData name="Ms Alina Arshad" userId="cccdfd85-d35d-4453-9c6f-a463aae40722" providerId="ADAL" clId="{506AEF98-43AF-47E5-97BE-CEE6E380F332}" dt="2024-09-06T04:52:20.805" v="255" actId="1076"/>
          <ac:picMkLst>
            <pc:docMk/>
            <pc:sldMk cId="0" sldId="270"/>
            <ac:picMk id="2" creationId="{00000000-0000-0000-0000-000000000000}"/>
          </ac:picMkLst>
        </pc:picChg>
      </pc:sldChg>
      <pc:sldChg chg="modSp add del mod">
        <pc:chgData name="Ms Alina Arshad" userId="cccdfd85-d35d-4453-9c6f-a463aae40722" providerId="ADAL" clId="{506AEF98-43AF-47E5-97BE-CEE6E380F332}" dt="2024-09-06T04:52:59.227" v="271" actId="1076"/>
        <pc:sldMkLst>
          <pc:docMk/>
          <pc:sldMk cId="0" sldId="271"/>
        </pc:sldMkLst>
        <pc:spChg chg="mod">
          <ac:chgData name="Ms Alina Arshad" userId="cccdfd85-d35d-4453-9c6f-a463aae40722" providerId="ADAL" clId="{506AEF98-43AF-47E5-97BE-CEE6E380F332}" dt="2024-09-06T04:52:59.227" v="271" actId="1076"/>
          <ac:spMkLst>
            <pc:docMk/>
            <pc:sldMk cId="0" sldId="271"/>
            <ac:spMk id="2" creationId="{00000000-0000-0000-0000-000000000000}"/>
          </ac:spMkLst>
        </pc:spChg>
        <pc:picChg chg="mod">
          <ac:chgData name="Ms Alina Arshad" userId="cccdfd85-d35d-4453-9c6f-a463aae40722" providerId="ADAL" clId="{506AEF98-43AF-47E5-97BE-CEE6E380F332}" dt="2024-09-06T04:52:53.655" v="270" actId="14100"/>
          <ac:picMkLst>
            <pc:docMk/>
            <pc:sldMk cId="0" sldId="271"/>
            <ac:picMk id="3" creationId="{00000000-0000-0000-0000-000000000000}"/>
          </ac:picMkLst>
        </pc:picChg>
      </pc:sldChg>
      <pc:sldChg chg="modSp add del mod">
        <pc:chgData name="Ms Alina Arshad" userId="cccdfd85-d35d-4453-9c6f-a463aae40722" providerId="ADAL" clId="{506AEF98-43AF-47E5-97BE-CEE6E380F332}" dt="2024-09-06T05:00:31.482" v="282" actId="255"/>
        <pc:sldMkLst>
          <pc:docMk/>
          <pc:sldMk cId="0" sldId="272"/>
        </pc:sldMkLst>
        <pc:spChg chg="mod">
          <ac:chgData name="Ms Alina Arshad" userId="cccdfd85-d35d-4453-9c6f-a463aae40722" providerId="ADAL" clId="{506AEF98-43AF-47E5-97BE-CEE6E380F332}" dt="2024-09-06T04:53:12.362" v="275" actId="1076"/>
          <ac:spMkLst>
            <pc:docMk/>
            <pc:sldMk cId="0" sldId="272"/>
            <ac:spMk id="2" creationId="{00000000-0000-0000-0000-000000000000}"/>
          </ac:spMkLst>
        </pc:spChg>
        <pc:spChg chg="mod">
          <ac:chgData name="Ms Alina Arshad" userId="cccdfd85-d35d-4453-9c6f-a463aae40722" providerId="ADAL" clId="{506AEF98-43AF-47E5-97BE-CEE6E380F332}" dt="2024-09-06T05:00:31.482" v="282" actId="255"/>
          <ac:spMkLst>
            <pc:docMk/>
            <pc:sldMk cId="0" sldId="272"/>
            <ac:spMk id="3" creationId="{00000000-0000-0000-0000-000000000000}"/>
          </ac:spMkLst>
        </pc:spChg>
      </pc:sldChg>
      <pc:sldChg chg="modSp add mod">
        <pc:chgData name="Ms Alina Arshad" userId="cccdfd85-d35d-4453-9c6f-a463aae40722" providerId="ADAL" clId="{506AEF98-43AF-47E5-97BE-CEE6E380F332}" dt="2024-09-06T05:01:36.068" v="304" actId="113"/>
        <pc:sldMkLst>
          <pc:docMk/>
          <pc:sldMk cId="0" sldId="273"/>
        </pc:sldMkLst>
        <pc:spChg chg="mod">
          <ac:chgData name="Ms Alina Arshad" userId="cccdfd85-d35d-4453-9c6f-a463aae40722" providerId="ADAL" clId="{506AEF98-43AF-47E5-97BE-CEE6E380F332}" dt="2024-09-06T05:00:41.168" v="286" actId="113"/>
          <ac:spMkLst>
            <pc:docMk/>
            <pc:sldMk cId="0" sldId="273"/>
            <ac:spMk id="2" creationId="{00000000-0000-0000-0000-000000000000}"/>
          </ac:spMkLst>
        </pc:spChg>
        <pc:spChg chg="mod">
          <ac:chgData name="Ms Alina Arshad" userId="cccdfd85-d35d-4453-9c6f-a463aae40722" providerId="ADAL" clId="{506AEF98-43AF-47E5-97BE-CEE6E380F332}" dt="2024-09-06T05:01:36.068" v="304" actId="113"/>
          <ac:spMkLst>
            <pc:docMk/>
            <pc:sldMk cId="0" sldId="273"/>
            <ac:spMk id="3" creationId="{00000000-0000-0000-0000-000000000000}"/>
          </ac:spMkLst>
        </pc:spChg>
      </pc:sldChg>
      <pc:sldChg chg="modSp add mod">
        <pc:chgData name="Ms Alina Arshad" userId="cccdfd85-d35d-4453-9c6f-a463aae40722" providerId="ADAL" clId="{506AEF98-43AF-47E5-97BE-CEE6E380F332}" dt="2024-09-06T05:01:31.214" v="302" actId="113"/>
        <pc:sldMkLst>
          <pc:docMk/>
          <pc:sldMk cId="0" sldId="274"/>
        </pc:sldMkLst>
        <pc:spChg chg="mod">
          <ac:chgData name="Ms Alina Arshad" userId="cccdfd85-d35d-4453-9c6f-a463aae40722" providerId="ADAL" clId="{506AEF98-43AF-47E5-97BE-CEE6E380F332}" dt="2024-09-06T05:01:05.870" v="295" actId="113"/>
          <ac:spMkLst>
            <pc:docMk/>
            <pc:sldMk cId="0" sldId="274"/>
            <ac:spMk id="2" creationId="{00000000-0000-0000-0000-000000000000}"/>
          </ac:spMkLst>
        </pc:spChg>
        <pc:spChg chg="mod">
          <ac:chgData name="Ms Alina Arshad" userId="cccdfd85-d35d-4453-9c6f-a463aae40722" providerId="ADAL" clId="{506AEF98-43AF-47E5-97BE-CEE6E380F332}" dt="2024-09-06T05:01:31.214" v="302" actId="113"/>
          <ac:spMkLst>
            <pc:docMk/>
            <pc:sldMk cId="0" sldId="274"/>
            <ac:spMk id="3" creationId="{00000000-0000-0000-0000-000000000000}"/>
          </ac:spMkLst>
        </pc:spChg>
      </pc:sldChg>
      <pc:sldChg chg="modSp add mod">
        <pc:chgData name="Ms Alina Arshad" userId="cccdfd85-d35d-4453-9c6f-a463aae40722" providerId="ADAL" clId="{506AEF98-43AF-47E5-97BE-CEE6E380F332}" dt="2024-09-06T05:02:08.009" v="313" actId="207"/>
        <pc:sldMkLst>
          <pc:docMk/>
          <pc:sldMk cId="0" sldId="275"/>
        </pc:sldMkLst>
        <pc:spChg chg="mod">
          <ac:chgData name="Ms Alina Arshad" userId="cccdfd85-d35d-4453-9c6f-a463aae40722" providerId="ADAL" clId="{506AEF98-43AF-47E5-97BE-CEE6E380F332}" dt="2024-09-06T05:01:55.431" v="309" actId="1076"/>
          <ac:spMkLst>
            <pc:docMk/>
            <pc:sldMk cId="0" sldId="275"/>
            <ac:spMk id="2" creationId="{00000000-0000-0000-0000-000000000000}"/>
          </ac:spMkLst>
        </pc:spChg>
        <pc:spChg chg="mod">
          <ac:chgData name="Ms Alina Arshad" userId="cccdfd85-d35d-4453-9c6f-a463aae40722" providerId="ADAL" clId="{506AEF98-43AF-47E5-97BE-CEE6E380F332}" dt="2024-09-06T05:02:08.009" v="313" actId="207"/>
          <ac:spMkLst>
            <pc:docMk/>
            <pc:sldMk cId="0" sldId="275"/>
            <ac:spMk id="3" creationId="{00000000-0000-0000-0000-000000000000}"/>
          </ac:spMkLst>
        </pc:spChg>
      </pc:sldChg>
      <pc:sldChg chg="del">
        <pc:chgData name="Ms Alina Arshad" userId="cccdfd85-d35d-4453-9c6f-a463aae40722" providerId="ADAL" clId="{506AEF98-43AF-47E5-97BE-CEE6E380F332}" dt="2024-09-05T09:06:19.247" v="16" actId="47"/>
        <pc:sldMkLst>
          <pc:docMk/>
          <pc:sldMk cId="0" sldId="395"/>
        </pc:sldMkLst>
      </pc:sldChg>
      <pc:sldChg chg="del">
        <pc:chgData name="Ms Alina Arshad" userId="cccdfd85-d35d-4453-9c6f-a463aae40722" providerId="ADAL" clId="{506AEF98-43AF-47E5-97BE-CEE6E380F332}" dt="2024-09-05T09:06:19.481" v="17" actId="47"/>
        <pc:sldMkLst>
          <pc:docMk/>
          <pc:sldMk cId="0" sldId="396"/>
        </pc:sldMkLst>
      </pc:sldChg>
      <pc:sldChg chg="del">
        <pc:chgData name="Ms Alina Arshad" userId="cccdfd85-d35d-4453-9c6f-a463aae40722" providerId="ADAL" clId="{506AEF98-43AF-47E5-97BE-CEE6E380F332}" dt="2024-09-05T09:06:18.950" v="15" actId="47"/>
        <pc:sldMkLst>
          <pc:docMk/>
          <pc:sldMk cId="0" sldId="397"/>
        </pc:sldMkLst>
      </pc:sldChg>
      <pc:sldMasterChg chg="delSldLayout">
        <pc:chgData name="Ms Alina Arshad" userId="cccdfd85-d35d-4453-9c6f-a463aae40722" providerId="ADAL" clId="{506AEF98-43AF-47E5-97BE-CEE6E380F332}" dt="2024-09-05T09:06:16.387" v="7" actId="47"/>
        <pc:sldMasterMkLst>
          <pc:docMk/>
          <pc:sldMasterMk cId="1090009938" sldId="2147483660"/>
        </pc:sldMasterMkLst>
        <pc:sldLayoutChg chg="del">
          <pc:chgData name="Ms Alina Arshad" userId="cccdfd85-d35d-4453-9c6f-a463aae40722" providerId="ADAL" clId="{506AEF98-43AF-47E5-97BE-CEE6E380F332}" dt="2024-09-05T09:06:16.387" v="7" actId="47"/>
          <pc:sldLayoutMkLst>
            <pc:docMk/>
            <pc:sldMasterMk cId="1090009938" sldId="2147483660"/>
            <pc:sldLayoutMk cId="678066955" sldId="2147483672"/>
          </pc:sldLayoutMkLst>
        </pc:sldLayoutChg>
      </pc:sldMasterChg>
    </pc:docChg>
  </pc:docChgLst>
  <pc:docChgLst>
    <pc:chgData name="Ms Alina Arshad" userId="cccdfd85-d35d-4453-9c6f-a463aae40722" providerId="ADAL" clId="{57485560-A1FA-415A-BF02-476F12996002}"/>
    <pc:docChg chg="undo custSel addSld modSld sldOrd">
      <pc:chgData name="Ms Alina Arshad" userId="cccdfd85-d35d-4453-9c6f-a463aae40722" providerId="ADAL" clId="{57485560-A1FA-415A-BF02-476F12996002}" dt="2024-09-01T05:25:33.551" v="283" actId="20577"/>
      <pc:docMkLst>
        <pc:docMk/>
      </pc:docMkLst>
      <pc:sldChg chg="addSp delSp mod">
        <pc:chgData name="Ms Alina Arshad" userId="cccdfd85-d35d-4453-9c6f-a463aae40722" providerId="ADAL" clId="{57485560-A1FA-415A-BF02-476F12996002}" dt="2024-09-01T04:11:14.245" v="2" actId="22"/>
        <pc:sldMkLst>
          <pc:docMk/>
          <pc:sldMk cId="0" sldId="259"/>
        </pc:sldMkLst>
        <pc:picChg chg="add del">
          <ac:chgData name="Ms Alina Arshad" userId="cccdfd85-d35d-4453-9c6f-a463aae40722" providerId="ADAL" clId="{57485560-A1FA-415A-BF02-476F12996002}" dt="2024-09-01T04:11:14.245" v="2" actId="22"/>
          <ac:picMkLst>
            <pc:docMk/>
            <pc:sldMk cId="0" sldId="259"/>
            <ac:picMk id="5" creationId="{057F4995-001D-925F-66AC-88924EEB93E7}"/>
          </ac:picMkLst>
        </pc:picChg>
      </pc:sldChg>
      <pc:sldChg chg="modSp mod">
        <pc:chgData name="Ms Alina Arshad" userId="cccdfd85-d35d-4453-9c6f-a463aae40722" providerId="ADAL" clId="{57485560-A1FA-415A-BF02-476F12996002}" dt="2024-09-01T04:14:43.156" v="8" actId="1076"/>
        <pc:sldMkLst>
          <pc:docMk/>
          <pc:sldMk cId="0" sldId="260"/>
        </pc:sldMkLst>
        <pc:picChg chg="mod">
          <ac:chgData name="Ms Alina Arshad" userId="cccdfd85-d35d-4453-9c6f-a463aae40722" providerId="ADAL" clId="{57485560-A1FA-415A-BF02-476F12996002}" dt="2024-09-01T04:14:43.156" v="8" actId="1076"/>
          <ac:picMkLst>
            <pc:docMk/>
            <pc:sldMk cId="0" sldId="260"/>
            <ac:picMk id="2" creationId="{00000000-0000-0000-0000-000000000000}"/>
          </ac:picMkLst>
        </pc:picChg>
      </pc:sldChg>
      <pc:sldChg chg="modSp mod">
        <pc:chgData name="Ms Alina Arshad" userId="cccdfd85-d35d-4453-9c6f-a463aae40722" providerId="ADAL" clId="{57485560-A1FA-415A-BF02-476F12996002}" dt="2024-09-01T04:18:18.107" v="52" actId="113"/>
        <pc:sldMkLst>
          <pc:docMk/>
          <pc:sldMk cId="0" sldId="261"/>
        </pc:sldMkLst>
        <pc:spChg chg="mod">
          <ac:chgData name="Ms Alina Arshad" userId="cccdfd85-d35d-4453-9c6f-a463aae40722" providerId="ADAL" clId="{57485560-A1FA-415A-BF02-476F12996002}" dt="2024-09-01T04:18:18.107" v="52" actId="113"/>
          <ac:spMkLst>
            <pc:docMk/>
            <pc:sldMk cId="0" sldId="261"/>
            <ac:spMk id="3" creationId="{00000000-0000-0000-0000-000000000000}"/>
          </ac:spMkLst>
        </pc:spChg>
      </pc:sldChg>
      <pc:sldChg chg="modSp mod modNotesTx">
        <pc:chgData name="Ms Alina Arshad" userId="cccdfd85-d35d-4453-9c6f-a463aae40722" providerId="ADAL" clId="{57485560-A1FA-415A-BF02-476F12996002}" dt="2024-09-01T05:00:40.446" v="208" actId="1076"/>
        <pc:sldMkLst>
          <pc:docMk/>
          <pc:sldMk cId="0" sldId="262"/>
        </pc:sldMkLst>
        <pc:spChg chg="mod">
          <ac:chgData name="Ms Alina Arshad" userId="cccdfd85-d35d-4453-9c6f-a463aae40722" providerId="ADAL" clId="{57485560-A1FA-415A-BF02-476F12996002}" dt="2024-09-01T05:00:40.446" v="208" actId="1076"/>
          <ac:spMkLst>
            <pc:docMk/>
            <pc:sldMk cId="0" sldId="262"/>
            <ac:spMk id="2" creationId="{00000000-0000-0000-0000-000000000000}"/>
          </ac:spMkLst>
        </pc:spChg>
        <pc:spChg chg="mod">
          <ac:chgData name="Ms Alina Arshad" userId="cccdfd85-d35d-4453-9c6f-a463aae40722" providerId="ADAL" clId="{57485560-A1FA-415A-BF02-476F12996002}" dt="2024-09-01T05:00:34.321" v="207" actId="14100"/>
          <ac:spMkLst>
            <pc:docMk/>
            <pc:sldMk cId="0" sldId="262"/>
            <ac:spMk id="3" creationId="{00000000-0000-0000-0000-000000000000}"/>
          </ac:spMkLst>
        </pc:spChg>
      </pc:sldChg>
      <pc:sldChg chg="modSp mod">
        <pc:chgData name="Ms Alina Arshad" userId="cccdfd85-d35d-4453-9c6f-a463aae40722" providerId="ADAL" clId="{57485560-A1FA-415A-BF02-476F12996002}" dt="2024-09-01T04:58:20.337" v="187" actId="113"/>
        <pc:sldMkLst>
          <pc:docMk/>
          <pc:sldMk cId="0" sldId="264"/>
        </pc:sldMkLst>
        <pc:spChg chg="mod">
          <ac:chgData name="Ms Alina Arshad" userId="cccdfd85-d35d-4453-9c6f-a463aae40722" providerId="ADAL" clId="{57485560-A1FA-415A-BF02-476F12996002}" dt="2024-09-01T04:58:20.337" v="187" actId="113"/>
          <ac:spMkLst>
            <pc:docMk/>
            <pc:sldMk cId="0" sldId="264"/>
            <ac:spMk id="3" creationId="{00000000-0000-0000-0000-000000000000}"/>
          </ac:spMkLst>
        </pc:spChg>
      </pc:sldChg>
      <pc:sldChg chg="modSp mod">
        <pc:chgData name="Ms Alina Arshad" userId="cccdfd85-d35d-4453-9c6f-a463aae40722" providerId="ADAL" clId="{57485560-A1FA-415A-BF02-476F12996002}" dt="2024-09-01T04:58:29.544" v="188" actId="113"/>
        <pc:sldMkLst>
          <pc:docMk/>
          <pc:sldMk cId="0" sldId="265"/>
        </pc:sldMkLst>
        <pc:spChg chg="mod">
          <ac:chgData name="Ms Alina Arshad" userId="cccdfd85-d35d-4453-9c6f-a463aae40722" providerId="ADAL" clId="{57485560-A1FA-415A-BF02-476F12996002}" dt="2024-09-01T04:58:29.544" v="188" actId="113"/>
          <ac:spMkLst>
            <pc:docMk/>
            <pc:sldMk cId="0" sldId="265"/>
            <ac:spMk id="3" creationId="{00000000-0000-0000-0000-000000000000}"/>
          </ac:spMkLst>
        </pc:spChg>
      </pc:sldChg>
      <pc:sldChg chg="modSp mod">
        <pc:chgData name="Ms Alina Arshad" userId="cccdfd85-d35d-4453-9c6f-a463aae40722" providerId="ADAL" clId="{57485560-A1FA-415A-BF02-476F12996002}" dt="2024-09-01T05:04:23.703" v="211" actId="20577"/>
        <pc:sldMkLst>
          <pc:docMk/>
          <pc:sldMk cId="0" sldId="266"/>
        </pc:sldMkLst>
        <pc:spChg chg="mod">
          <ac:chgData name="Ms Alina Arshad" userId="cccdfd85-d35d-4453-9c6f-a463aae40722" providerId="ADAL" clId="{57485560-A1FA-415A-BF02-476F12996002}" dt="2024-09-01T05:03:09.408" v="210" actId="20577"/>
          <ac:spMkLst>
            <pc:docMk/>
            <pc:sldMk cId="0" sldId="266"/>
            <ac:spMk id="11" creationId="{00000000-0000-0000-0000-000000000000}"/>
          </ac:spMkLst>
        </pc:spChg>
        <pc:spChg chg="mod">
          <ac:chgData name="Ms Alina Arshad" userId="cccdfd85-d35d-4453-9c6f-a463aae40722" providerId="ADAL" clId="{57485560-A1FA-415A-BF02-476F12996002}" dt="2024-09-01T05:04:23.703" v="211" actId="20577"/>
          <ac:spMkLst>
            <pc:docMk/>
            <pc:sldMk cId="0" sldId="266"/>
            <ac:spMk id="12" creationId="{00000000-0000-0000-0000-000000000000}"/>
          </ac:spMkLst>
        </pc:spChg>
      </pc:sldChg>
      <pc:sldChg chg="modSp mod">
        <pc:chgData name="Ms Alina Arshad" userId="cccdfd85-d35d-4453-9c6f-a463aae40722" providerId="ADAL" clId="{57485560-A1FA-415A-BF02-476F12996002}" dt="2024-09-01T05:05:30.761" v="212" actId="20577"/>
        <pc:sldMkLst>
          <pc:docMk/>
          <pc:sldMk cId="0" sldId="267"/>
        </pc:sldMkLst>
        <pc:spChg chg="mod">
          <ac:chgData name="Ms Alina Arshad" userId="cccdfd85-d35d-4453-9c6f-a463aae40722" providerId="ADAL" clId="{57485560-A1FA-415A-BF02-476F12996002}" dt="2024-09-01T05:05:30.761" v="212" actId="20577"/>
          <ac:spMkLst>
            <pc:docMk/>
            <pc:sldMk cId="0" sldId="267"/>
            <ac:spMk id="4" creationId="{00000000-0000-0000-0000-000000000000}"/>
          </ac:spMkLst>
        </pc:spChg>
      </pc:sldChg>
      <pc:sldChg chg="modSp mod">
        <pc:chgData name="Ms Alina Arshad" userId="cccdfd85-d35d-4453-9c6f-a463aae40722" providerId="ADAL" clId="{57485560-A1FA-415A-BF02-476F12996002}" dt="2024-09-01T05:09:01.570" v="220" actId="255"/>
        <pc:sldMkLst>
          <pc:docMk/>
          <pc:sldMk cId="0" sldId="268"/>
        </pc:sldMkLst>
        <pc:spChg chg="mod">
          <ac:chgData name="Ms Alina Arshad" userId="cccdfd85-d35d-4453-9c6f-a463aae40722" providerId="ADAL" clId="{57485560-A1FA-415A-BF02-476F12996002}" dt="2024-09-01T05:09:01.570" v="220" actId="255"/>
          <ac:spMkLst>
            <pc:docMk/>
            <pc:sldMk cId="0" sldId="268"/>
            <ac:spMk id="3" creationId="{00000000-0000-0000-0000-000000000000}"/>
          </ac:spMkLst>
        </pc:spChg>
      </pc:sldChg>
      <pc:sldChg chg="modSp mod">
        <pc:chgData name="Ms Alina Arshad" userId="cccdfd85-d35d-4453-9c6f-a463aae40722" providerId="ADAL" clId="{57485560-A1FA-415A-BF02-476F12996002}" dt="2024-09-01T05:11:03.383" v="223" actId="20577"/>
        <pc:sldMkLst>
          <pc:docMk/>
          <pc:sldMk cId="0" sldId="269"/>
        </pc:sldMkLst>
        <pc:spChg chg="mod">
          <ac:chgData name="Ms Alina Arshad" userId="cccdfd85-d35d-4453-9c6f-a463aae40722" providerId="ADAL" clId="{57485560-A1FA-415A-BF02-476F12996002}" dt="2024-09-01T05:11:03.383" v="223" actId="20577"/>
          <ac:spMkLst>
            <pc:docMk/>
            <pc:sldMk cId="0" sldId="269"/>
            <ac:spMk id="3" creationId="{00000000-0000-0000-0000-000000000000}"/>
          </ac:spMkLst>
        </pc:spChg>
      </pc:sldChg>
      <pc:sldChg chg="modSp mod">
        <pc:chgData name="Ms Alina Arshad" userId="cccdfd85-d35d-4453-9c6f-a463aae40722" providerId="ADAL" clId="{57485560-A1FA-415A-BF02-476F12996002}" dt="2024-09-01T05:11:51.067" v="229" actId="5793"/>
        <pc:sldMkLst>
          <pc:docMk/>
          <pc:sldMk cId="0" sldId="270"/>
        </pc:sldMkLst>
        <pc:spChg chg="mod">
          <ac:chgData name="Ms Alina Arshad" userId="cccdfd85-d35d-4453-9c6f-a463aae40722" providerId="ADAL" clId="{57485560-A1FA-415A-BF02-476F12996002}" dt="2024-09-01T05:11:09.635" v="224" actId="207"/>
          <ac:spMkLst>
            <pc:docMk/>
            <pc:sldMk cId="0" sldId="270"/>
            <ac:spMk id="2" creationId="{00000000-0000-0000-0000-000000000000}"/>
          </ac:spMkLst>
        </pc:spChg>
        <pc:spChg chg="mod">
          <ac:chgData name="Ms Alina Arshad" userId="cccdfd85-d35d-4453-9c6f-a463aae40722" providerId="ADAL" clId="{57485560-A1FA-415A-BF02-476F12996002}" dt="2024-09-01T05:11:51.067" v="229" actId="5793"/>
          <ac:spMkLst>
            <pc:docMk/>
            <pc:sldMk cId="0" sldId="270"/>
            <ac:spMk id="3" creationId="{00000000-0000-0000-0000-000000000000}"/>
          </ac:spMkLst>
        </pc:spChg>
      </pc:sldChg>
      <pc:sldChg chg="modSp mod">
        <pc:chgData name="Ms Alina Arshad" userId="cccdfd85-d35d-4453-9c6f-a463aae40722" providerId="ADAL" clId="{57485560-A1FA-415A-BF02-476F12996002}" dt="2024-09-01T05:21:52.328" v="235" actId="20577"/>
        <pc:sldMkLst>
          <pc:docMk/>
          <pc:sldMk cId="0" sldId="271"/>
        </pc:sldMkLst>
        <pc:spChg chg="mod">
          <ac:chgData name="Ms Alina Arshad" userId="cccdfd85-d35d-4453-9c6f-a463aae40722" providerId="ADAL" clId="{57485560-A1FA-415A-BF02-476F12996002}" dt="2024-08-31T05:25:06.082" v="0" actId="207"/>
          <ac:spMkLst>
            <pc:docMk/>
            <pc:sldMk cId="0" sldId="271"/>
            <ac:spMk id="2" creationId="{00000000-0000-0000-0000-000000000000}"/>
          </ac:spMkLst>
        </pc:spChg>
        <pc:spChg chg="mod">
          <ac:chgData name="Ms Alina Arshad" userId="cccdfd85-d35d-4453-9c6f-a463aae40722" providerId="ADAL" clId="{57485560-A1FA-415A-BF02-476F12996002}" dt="2024-09-01T05:21:52.328" v="235" actId="20577"/>
          <ac:spMkLst>
            <pc:docMk/>
            <pc:sldMk cId="0" sldId="271"/>
            <ac:spMk id="3" creationId="{00000000-0000-0000-0000-000000000000}"/>
          </ac:spMkLst>
        </pc:spChg>
      </pc:sldChg>
      <pc:sldChg chg="add">
        <pc:chgData name="Ms Alina Arshad" userId="cccdfd85-d35d-4453-9c6f-a463aae40722" providerId="ADAL" clId="{57485560-A1FA-415A-BF02-476F12996002}" dt="2024-09-01T05:22:47.975" v="236"/>
        <pc:sldMkLst>
          <pc:docMk/>
          <pc:sldMk cId="0" sldId="395"/>
        </pc:sldMkLst>
      </pc:sldChg>
      <pc:sldChg chg="add">
        <pc:chgData name="Ms Alina Arshad" userId="cccdfd85-d35d-4453-9c6f-a463aae40722" providerId="ADAL" clId="{57485560-A1FA-415A-BF02-476F12996002}" dt="2024-09-01T05:22:47.975" v="236"/>
        <pc:sldMkLst>
          <pc:docMk/>
          <pc:sldMk cId="0" sldId="396"/>
        </pc:sldMkLst>
      </pc:sldChg>
      <pc:sldChg chg="addSp modSp add mod ord">
        <pc:chgData name="Ms Alina Arshad" userId="cccdfd85-d35d-4453-9c6f-a463aae40722" providerId="ADAL" clId="{57485560-A1FA-415A-BF02-476F12996002}" dt="2024-09-01T05:25:33.551" v="283" actId="20577"/>
        <pc:sldMkLst>
          <pc:docMk/>
          <pc:sldMk cId="0" sldId="397"/>
        </pc:sldMkLst>
        <pc:spChg chg="add mod">
          <ac:chgData name="Ms Alina Arshad" userId="cccdfd85-d35d-4453-9c6f-a463aae40722" providerId="ADAL" clId="{57485560-A1FA-415A-BF02-476F12996002}" dt="2024-09-01T05:25:12.124" v="266" actId="1076"/>
          <ac:spMkLst>
            <pc:docMk/>
            <pc:sldMk cId="0" sldId="397"/>
            <ac:spMk id="9" creationId="{9D0D359F-C3E9-3846-8DB7-AD3581B08C6B}"/>
          </ac:spMkLst>
        </pc:spChg>
        <pc:spChg chg="add mod">
          <ac:chgData name="Ms Alina Arshad" userId="cccdfd85-d35d-4453-9c6f-a463aae40722" providerId="ADAL" clId="{57485560-A1FA-415A-BF02-476F12996002}" dt="2024-09-01T05:25:33.551" v="283" actId="20577"/>
          <ac:spMkLst>
            <pc:docMk/>
            <pc:sldMk cId="0" sldId="397"/>
            <ac:spMk id="11" creationId="{39892B7B-C278-B430-2B7F-DE54CB5DF6B8}"/>
          </ac:spMkLst>
        </pc:spChg>
        <pc:cxnChg chg="add mod">
          <ac:chgData name="Ms Alina Arshad" userId="cccdfd85-d35d-4453-9c6f-a463aae40722" providerId="ADAL" clId="{57485560-A1FA-415A-BF02-476F12996002}" dt="2024-09-01T05:25:07.018" v="265" actId="1076"/>
          <ac:cxnSpMkLst>
            <pc:docMk/>
            <pc:sldMk cId="0" sldId="397"/>
            <ac:cxnSpMk id="7" creationId="{84E759F7-FE21-D60C-031A-2B938FAD14BD}"/>
          </ac:cxnSpMkLst>
        </pc:cxnChg>
        <pc:cxnChg chg="add mod">
          <ac:chgData name="Ms Alina Arshad" userId="cccdfd85-d35d-4453-9c6f-a463aae40722" providerId="ADAL" clId="{57485560-A1FA-415A-BF02-476F12996002}" dt="2024-09-01T05:25:18.356" v="268" actId="14100"/>
          <ac:cxnSpMkLst>
            <pc:docMk/>
            <pc:sldMk cId="0" sldId="397"/>
            <ac:cxnSpMk id="10" creationId="{8A2E3792-997B-B08B-40C7-96693FDD8B19}"/>
          </ac:cxnSpMkLst>
        </pc:cxnChg>
      </pc:sldChg>
    </pc:docChg>
  </pc:docChgLst>
  <pc:docChgLst>
    <pc:chgData name="Ms Alina Arshad" userId="cccdfd85-d35d-4453-9c6f-a463aae40722" providerId="ADAL" clId="{44991E72-28EC-43D4-9452-2984EF5D346D}"/>
    <pc:docChg chg="undo custSel addSld delSld modSld">
      <pc:chgData name="Ms Alina Arshad" userId="cccdfd85-d35d-4453-9c6f-a463aae40722" providerId="ADAL" clId="{44991E72-28EC-43D4-9452-2984EF5D346D}" dt="2024-09-03T04:23:54.014" v="592" actId="404"/>
      <pc:docMkLst>
        <pc:docMk/>
      </pc:docMkLst>
      <pc:sldChg chg="addSp delSp modSp mod">
        <pc:chgData name="Ms Alina Arshad" userId="cccdfd85-d35d-4453-9c6f-a463aae40722" providerId="ADAL" clId="{44991E72-28EC-43D4-9452-2984EF5D346D}" dt="2024-08-29T08:38:26.035" v="584" actId="27636"/>
        <pc:sldMkLst>
          <pc:docMk/>
          <pc:sldMk cId="3322361034" sldId="256"/>
        </pc:sldMkLst>
        <pc:spChg chg="mod">
          <ac:chgData name="Ms Alina Arshad" userId="cccdfd85-d35d-4453-9c6f-a463aae40722" providerId="ADAL" clId="{44991E72-28EC-43D4-9452-2984EF5D346D}" dt="2024-08-29T08:38:26.035" v="584" actId="27636"/>
          <ac:spMkLst>
            <pc:docMk/>
            <pc:sldMk cId="3322361034" sldId="256"/>
            <ac:spMk id="3" creationId="{44E9F82C-BBA7-3495-1097-BEDB54FFFDF4}"/>
          </ac:spMkLst>
        </pc:spChg>
        <pc:spChg chg="add del mod">
          <ac:chgData name="Ms Alina Arshad" userId="cccdfd85-d35d-4453-9c6f-a463aae40722" providerId="ADAL" clId="{44991E72-28EC-43D4-9452-2984EF5D346D}" dt="2024-08-29T06:58:40.247" v="81" actId="478"/>
          <ac:spMkLst>
            <pc:docMk/>
            <pc:sldMk cId="3322361034" sldId="256"/>
            <ac:spMk id="6" creationId="{DA71808B-1605-2E5A-9020-A111E2109C1E}"/>
          </ac:spMkLst>
        </pc:spChg>
      </pc:sldChg>
      <pc:sldChg chg="modSp add mod">
        <pc:chgData name="Ms Alina Arshad" userId="cccdfd85-d35d-4453-9c6f-a463aae40722" providerId="ADAL" clId="{44991E72-28EC-43D4-9452-2984EF5D346D}" dt="2024-08-29T07:36:47.319" v="127" actId="403"/>
        <pc:sldMkLst>
          <pc:docMk/>
          <pc:sldMk cId="0" sldId="258"/>
        </pc:sldMkLst>
        <pc:spChg chg="mod">
          <ac:chgData name="Ms Alina Arshad" userId="cccdfd85-d35d-4453-9c6f-a463aae40722" providerId="ADAL" clId="{44991E72-28EC-43D4-9452-2984EF5D346D}" dt="2024-08-29T07:36:47.319" v="127" actId="403"/>
          <ac:spMkLst>
            <pc:docMk/>
            <pc:sldMk cId="0" sldId="258"/>
            <ac:spMk id="3" creationId="{00000000-0000-0000-0000-000000000000}"/>
          </ac:spMkLst>
        </pc:spChg>
        <pc:graphicFrameChg chg="modGraphic">
          <ac:chgData name="Ms Alina Arshad" userId="cccdfd85-d35d-4453-9c6f-a463aae40722" providerId="ADAL" clId="{44991E72-28EC-43D4-9452-2984EF5D346D}" dt="2024-08-29T07:35:42.142" v="124" actId="207"/>
          <ac:graphicFrameMkLst>
            <pc:docMk/>
            <pc:sldMk cId="0" sldId="258"/>
            <ac:graphicFrameMk id="2" creationId="{00000000-0000-0000-0000-000000000000}"/>
          </ac:graphicFrameMkLst>
        </pc:graphicFrameChg>
      </pc:sldChg>
      <pc:sldChg chg="modSp add mod">
        <pc:chgData name="Ms Alina Arshad" userId="cccdfd85-d35d-4453-9c6f-a463aae40722" providerId="ADAL" clId="{44991E72-28EC-43D4-9452-2984EF5D346D}" dt="2024-08-29T07:40:55.749" v="147" actId="403"/>
        <pc:sldMkLst>
          <pc:docMk/>
          <pc:sldMk cId="0" sldId="259"/>
        </pc:sldMkLst>
        <pc:spChg chg="mod">
          <ac:chgData name="Ms Alina Arshad" userId="cccdfd85-d35d-4453-9c6f-a463aae40722" providerId="ADAL" clId="{44991E72-28EC-43D4-9452-2984EF5D346D}" dt="2024-08-29T07:37:18.868" v="132" actId="207"/>
          <ac:spMkLst>
            <pc:docMk/>
            <pc:sldMk cId="0" sldId="259"/>
            <ac:spMk id="2" creationId="{00000000-0000-0000-0000-000000000000}"/>
          </ac:spMkLst>
        </pc:spChg>
        <pc:spChg chg="mod">
          <ac:chgData name="Ms Alina Arshad" userId="cccdfd85-d35d-4453-9c6f-a463aae40722" providerId="ADAL" clId="{44991E72-28EC-43D4-9452-2984EF5D346D}" dt="2024-08-29T07:40:55.749" v="147" actId="403"/>
          <ac:spMkLst>
            <pc:docMk/>
            <pc:sldMk cId="0" sldId="259"/>
            <ac:spMk id="3" creationId="{00000000-0000-0000-0000-000000000000}"/>
          </ac:spMkLst>
        </pc:spChg>
      </pc:sldChg>
      <pc:sldChg chg="modSp add mod">
        <pc:chgData name="Ms Alina Arshad" userId="cccdfd85-d35d-4453-9c6f-a463aae40722" providerId="ADAL" clId="{44991E72-28EC-43D4-9452-2984EF5D346D}" dt="2024-08-29T07:42:14.196" v="154" actId="1076"/>
        <pc:sldMkLst>
          <pc:docMk/>
          <pc:sldMk cId="0" sldId="260"/>
        </pc:sldMkLst>
        <pc:picChg chg="mod">
          <ac:chgData name="Ms Alina Arshad" userId="cccdfd85-d35d-4453-9c6f-a463aae40722" providerId="ADAL" clId="{44991E72-28EC-43D4-9452-2984EF5D346D}" dt="2024-08-29T07:42:14.196" v="154" actId="1076"/>
          <ac:picMkLst>
            <pc:docMk/>
            <pc:sldMk cId="0" sldId="260"/>
            <ac:picMk id="2" creationId="{00000000-0000-0000-0000-000000000000}"/>
          </ac:picMkLst>
        </pc:picChg>
      </pc:sldChg>
      <pc:sldChg chg="modSp add mod">
        <pc:chgData name="Ms Alina Arshad" userId="cccdfd85-d35d-4453-9c6f-a463aae40722" providerId="ADAL" clId="{44991E72-28EC-43D4-9452-2984EF5D346D}" dt="2024-08-29T08:00:14.745" v="276" actId="404"/>
        <pc:sldMkLst>
          <pc:docMk/>
          <pc:sldMk cId="0" sldId="261"/>
        </pc:sldMkLst>
        <pc:spChg chg="mod">
          <ac:chgData name="Ms Alina Arshad" userId="cccdfd85-d35d-4453-9c6f-a463aae40722" providerId="ADAL" clId="{44991E72-28EC-43D4-9452-2984EF5D346D}" dt="2024-08-29T07:47:22.283" v="189" actId="403"/>
          <ac:spMkLst>
            <pc:docMk/>
            <pc:sldMk cId="0" sldId="261"/>
            <ac:spMk id="2" creationId="{00000000-0000-0000-0000-000000000000}"/>
          </ac:spMkLst>
        </pc:spChg>
        <pc:spChg chg="mod">
          <ac:chgData name="Ms Alina Arshad" userId="cccdfd85-d35d-4453-9c6f-a463aae40722" providerId="ADAL" clId="{44991E72-28EC-43D4-9452-2984EF5D346D}" dt="2024-08-29T08:00:14.745" v="276" actId="404"/>
          <ac:spMkLst>
            <pc:docMk/>
            <pc:sldMk cId="0" sldId="261"/>
            <ac:spMk id="3" creationId="{00000000-0000-0000-0000-000000000000}"/>
          </ac:spMkLst>
        </pc:spChg>
      </pc:sldChg>
      <pc:sldChg chg="modSp add mod">
        <pc:chgData name="Ms Alina Arshad" userId="cccdfd85-d35d-4453-9c6f-a463aae40722" providerId="ADAL" clId="{44991E72-28EC-43D4-9452-2984EF5D346D}" dt="2024-08-29T08:00:48.725" v="286" actId="1076"/>
        <pc:sldMkLst>
          <pc:docMk/>
          <pc:sldMk cId="0" sldId="262"/>
        </pc:sldMkLst>
        <pc:spChg chg="mod">
          <ac:chgData name="Ms Alina Arshad" userId="cccdfd85-d35d-4453-9c6f-a463aae40722" providerId="ADAL" clId="{44991E72-28EC-43D4-9452-2984EF5D346D}" dt="2024-08-29T08:00:32.710" v="281" actId="1076"/>
          <ac:spMkLst>
            <pc:docMk/>
            <pc:sldMk cId="0" sldId="262"/>
            <ac:spMk id="2" creationId="{00000000-0000-0000-0000-000000000000}"/>
          </ac:spMkLst>
        </pc:spChg>
        <pc:spChg chg="mod">
          <ac:chgData name="Ms Alina Arshad" userId="cccdfd85-d35d-4453-9c6f-a463aae40722" providerId="ADAL" clId="{44991E72-28EC-43D4-9452-2984EF5D346D}" dt="2024-08-29T08:00:48.725" v="286" actId="1076"/>
          <ac:spMkLst>
            <pc:docMk/>
            <pc:sldMk cId="0" sldId="262"/>
            <ac:spMk id="3" creationId="{00000000-0000-0000-0000-000000000000}"/>
          </ac:spMkLst>
        </pc:spChg>
      </pc:sldChg>
      <pc:sldChg chg="modSp add mod">
        <pc:chgData name="Ms Alina Arshad" userId="cccdfd85-d35d-4453-9c6f-a463aae40722" providerId="ADAL" clId="{44991E72-28EC-43D4-9452-2984EF5D346D}" dt="2024-08-29T08:07:44.108" v="385" actId="207"/>
        <pc:sldMkLst>
          <pc:docMk/>
          <pc:sldMk cId="0" sldId="263"/>
        </pc:sldMkLst>
        <pc:spChg chg="mod">
          <ac:chgData name="Ms Alina Arshad" userId="cccdfd85-d35d-4453-9c6f-a463aae40722" providerId="ADAL" clId="{44991E72-28EC-43D4-9452-2984EF5D346D}" dt="2024-08-29T08:01:34.730" v="295" actId="113"/>
          <ac:spMkLst>
            <pc:docMk/>
            <pc:sldMk cId="0" sldId="263"/>
            <ac:spMk id="2" creationId="{00000000-0000-0000-0000-000000000000}"/>
          </ac:spMkLst>
        </pc:spChg>
        <pc:spChg chg="mod">
          <ac:chgData name="Ms Alina Arshad" userId="cccdfd85-d35d-4453-9c6f-a463aae40722" providerId="ADAL" clId="{44991E72-28EC-43D4-9452-2984EF5D346D}" dt="2024-08-29T08:07:44.108" v="385" actId="207"/>
          <ac:spMkLst>
            <pc:docMk/>
            <pc:sldMk cId="0" sldId="263"/>
            <ac:spMk id="4" creationId="{00000000-0000-0000-0000-000000000000}"/>
          </ac:spMkLst>
        </pc:spChg>
        <pc:picChg chg="mod">
          <ac:chgData name="Ms Alina Arshad" userId="cccdfd85-d35d-4453-9c6f-a463aae40722" providerId="ADAL" clId="{44991E72-28EC-43D4-9452-2984EF5D346D}" dt="2024-08-29T08:07:38.875" v="384" actId="1076"/>
          <ac:picMkLst>
            <pc:docMk/>
            <pc:sldMk cId="0" sldId="263"/>
            <ac:picMk id="3" creationId="{00000000-0000-0000-0000-000000000000}"/>
          </ac:picMkLst>
        </pc:picChg>
      </pc:sldChg>
      <pc:sldChg chg="addSp delSp modSp add mod">
        <pc:chgData name="Ms Alina Arshad" userId="cccdfd85-d35d-4453-9c6f-a463aae40722" providerId="ADAL" clId="{44991E72-28EC-43D4-9452-2984EF5D346D}" dt="2024-09-03T04:23:54.014" v="592" actId="404"/>
        <pc:sldMkLst>
          <pc:docMk/>
          <pc:sldMk cId="0" sldId="264"/>
        </pc:sldMkLst>
        <pc:spChg chg="mod">
          <ac:chgData name="Ms Alina Arshad" userId="cccdfd85-d35d-4453-9c6f-a463aae40722" providerId="ADAL" clId="{44991E72-28EC-43D4-9452-2984EF5D346D}" dt="2024-08-29T08:01:51.913" v="299" actId="403"/>
          <ac:spMkLst>
            <pc:docMk/>
            <pc:sldMk cId="0" sldId="264"/>
            <ac:spMk id="2" creationId="{00000000-0000-0000-0000-000000000000}"/>
          </ac:spMkLst>
        </pc:spChg>
        <pc:spChg chg="add del mod">
          <ac:chgData name="Ms Alina Arshad" userId="cccdfd85-d35d-4453-9c6f-a463aae40722" providerId="ADAL" clId="{44991E72-28EC-43D4-9452-2984EF5D346D}" dt="2024-09-03T04:23:15.630" v="585" actId="14100"/>
          <ac:spMkLst>
            <pc:docMk/>
            <pc:sldMk cId="0" sldId="264"/>
            <ac:spMk id="3" creationId="{00000000-0000-0000-0000-000000000000}"/>
          </ac:spMkLst>
        </pc:spChg>
        <pc:spChg chg="add mod">
          <ac:chgData name="Ms Alina Arshad" userId="cccdfd85-d35d-4453-9c6f-a463aae40722" providerId="ADAL" clId="{44991E72-28EC-43D4-9452-2984EF5D346D}" dt="2024-09-03T04:23:54.014" v="592" actId="404"/>
          <ac:spMkLst>
            <pc:docMk/>
            <pc:sldMk cId="0" sldId="264"/>
            <ac:spMk id="5" creationId="{F49829E9-2E92-A5C9-F182-CCE08B8090CD}"/>
          </ac:spMkLst>
        </pc:spChg>
      </pc:sldChg>
      <pc:sldChg chg="modSp add mod">
        <pc:chgData name="Ms Alina Arshad" userId="cccdfd85-d35d-4453-9c6f-a463aae40722" providerId="ADAL" clId="{44991E72-28EC-43D4-9452-2984EF5D346D}" dt="2024-08-29T08:04:14.004" v="338" actId="1076"/>
        <pc:sldMkLst>
          <pc:docMk/>
          <pc:sldMk cId="0" sldId="265"/>
        </pc:sldMkLst>
        <pc:spChg chg="mod">
          <ac:chgData name="Ms Alina Arshad" userId="cccdfd85-d35d-4453-9c6f-a463aae40722" providerId="ADAL" clId="{44991E72-28EC-43D4-9452-2984EF5D346D}" dt="2024-08-29T08:03:46.692" v="333" actId="207"/>
          <ac:spMkLst>
            <pc:docMk/>
            <pc:sldMk cId="0" sldId="265"/>
            <ac:spMk id="2" creationId="{00000000-0000-0000-0000-000000000000}"/>
          </ac:spMkLst>
        </pc:spChg>
        <pc:spChg chg="mod">
          <ac:chgData name="Ms Alina Arshad" userId="cccdfd85-d35d-4453-9c6f-a463aae40722" providerId="ADAL" clId="{44991E72-28EC-43D4-9452-2984EF5D346D}" dt="2024-08-29T08:04:14.004" v="338" actId="1076"/>
          <ac:spMkLst>
            <pc:docMk/>
            <pc:sldMk cId="0" sldId="265"/>
            <ac:spMk id="3" creationId="{00000000-0000-0000-0000-000000000000}"/>
          </ac:spMkLst>
        </pc:spChg>
      </pc:sldChg>
      <pc:sldChg chg="delSp modSp add mod">
        <pc:chgData name="Ms Alina Arshad" userId="cccdfd85-d35d-4453-9c6f-a463aae40722" providerId="ADAL" clId="{44991E72-28EC-43D4-9452-2984EF5D346D}" dt="2024-08-29T08:09:29.823" v="407" actId="1076"/>
        <pc:sldMkLst>
          <pc:docMk/>
          <pc:sldMk cId="0" sldId="266"/>
        </pc:sldMkLst>
        <pc:spChg chg="del">
          <ac:chgData name="Ms Alina Arshad" userId="cccdfd85-d35d-4453-9c6f-a463aae40722" providerId="ADAL" clId="{44991E72-28EC-43D4-9452-2984EF5D346D}" dt="2024-08-29T08:04:22.645" v="339" actId="478"/>
          <ac:spMkLst>
            <pc:docMk/>
            <pc:sldMk cId="0" sldId="266"/>
            <ac:spMk id="2" creationId="{00000000-0000-0000-0000-000000000000}"/>
          </ac:spMkLst>
        </pc:spChg>
        <pc:spChg chg="mod">
          <ac:chgData name="Ms Alina Arshad" userId="cccdfd85-d35d-4453-9c6f-a463aae40722" providerId="ADAL" clId="{44991E72-28EC-43D4-9452-2984EF5D346D}" dt="2024-08-29T08:04:57.742" v="355" actId="14100"/>
          <ac:spMkLst>
            <pc:docMk/>
            <pc:sldMk cId="0" sldId="266"/>
            <ac:spMk id="10" creationId="{00000000-0000-0000-0000-000000000000}"/>
          </ac:spMkLst>
        </pc:spChg>
        <pc:spChg chg="mod">
          <ac:chgData name="Ms Alina Arshad" userId="cccdfd85-d35d-4453-9c6f-a463aae40722" providerId="ADAL" clId="{44991E72-28EC-43D4-9452-2984EF5D346D}" dt="2024-08-29T08:08:49.436" v="389" actId="255"/>
          <ac:spMkLst>
            <pc:docMk/>
            <pc:sldMk cId="0" sldId="266"/>
            <ac:spMk id="11" creationId="{00000000-0000-0000-0000-000000000000}"/>
          </ac:spMkLst>
        </pc:spChg>
        <pc:spChg chg="mod">
          <ac:chgData name="Ms Alina Arshad" userId="cccdfd85-d35d-4453-9c6f-a463aae40722" providerId="ADAL" clId="{44991E72-28EC-43D4-9452-2984EF5D346D}" dt="2024-08-29T08:09:05.110" v="399" actId="1076"/>
          <ac:spMkLst>
            <pc:docMk/>
            <pc:sldMk cId="0" sldId="266"/>
            <ac:spMk id="12" creationId="{00000000-0000-0000-0000-000000000000}"/>
          </ac:spMkLst>
        </pc:spChg>
        <pc:grpChg chg="del">
          <ac:chgData name="Ms Alina Arshad" userId="cccdfd85-d35d-4453-9c6f-a463aae40722" providerId="ADAL" clId="{44991E72-28EC-43D4-9452-2984EF5D346D}" dt="2024-08-29T08:04:26.410" v="342" actId="478"/>
          <ac:grpSpMkLst>
            <pc:docMk/>
            <pc:sldMk cId="0" sldId="266"/>
            <ac:grpSpMk id="7" creationId="{00000000-0000-0000-0000-000000000000}"/>
          </ac:grpSpMkLst>
        </pc:grpChg>
        <pc:picChg chg="del">
          <ac:chgData name="Ms Alina Arshad" userId="cccdfd85-d35d-4453-9c6f-a463aae40722" providerId="ADAL" clId="{44991E72-28EC-43D4-9452-2984EF5D346D}" dt="2024-08-29T08:04:28.128" v="344" actId="478"/>
          <ac:picMkLst>
            <pc:docMk/>
            <pc:sldMk cId="0" sldId="266"/>
            <ac:picMk id="3" creationId="{00000000-0000-0000-0000-000000000000}"/>
          </ac:picMkLst>
        </pc:picChg>
        <pc:picChg chg="del">
          <ac:chgData name="Ms Alina Arshad" userId="cccdfd85-d35d-4453-9c6f-a463aae40722" providerId="ADAL" clId="{44991E72-28EC-43D4-9452-2984EF5D346D}" dt="2024-08-29T08:04:25.816" v="341" actId="478"/>
          <ac:picMkLst>
            <pc:docMk/>
            <pc:sldMk cId="0" sldId="266"/>
            <ac:picMk id="4" creationId="{00000000-0000-0000-0000-000000000000}"/>
          </ac:picMkLst>
        </pc:picChg>
        <pc:picChg chg="del">
          <ac:chgData name="Ms Alina Arshad" userId="cccdfd85-d35d-4453-9c6f-a463aae40722" providerId="ADAL" clId="{44991E72-28EC-43D4-9452-2984EF5D346D}" dt="2024-08-29T08:04:27.456" v="343" actId="478"/>
          <ac:picMkLst>
            <pc:docMk/>
            <pc:sldMk cId="0" sldId="266"/>
            <ac:picMk id="5" creationId="{00000000-0000-0000-0000-000000000000}"/>
          </ac:picMkLst>
        </pc:picChg>
        <pc:picChg chg="del">
          <ac:chgData name="Ms Alina Arshad" userId="cccdfd85-d35d-4453-9c6f-a463aae40722" providerId="ADAL" clId="{44991E72-28EC-43D4-9452-2984EF5D346D}" dt="2024-08-29T08:04:24.113" v="340" actId="478"/>
          <ac:picMkLst>
            <pc:docMk/>
            <pc:sldMk cId="0" sldId="266"/>
            <ac:picMk id="6" creationId="{00000000-0000-0000-0000-000000000000}"/>
          </ac:picMkLst>
        </pc:picChg>
        <pc:picChg chg="mod">
          <ac:chgData name="Ms Alina Arshad" userId="cccdfd85-d35d-4453-9c6f-a463aae40722" providerId="ADAL" clId="{44991E72-28EC-43D4-9452-2984EF5D346D}" dt="2024-08-29T08:09:13.515" v="402" actId="1076"/>
          <ac:picMkLst>
            <pc:docMk/>
            <pc:sldMk cId="0" sldId="266"/>
            <ac:picMk id="13" creationId="{00000000-0000-0000-0000-000000000000}"/>
          </ac:picMkLst>
        </pc:picChg>
        <pc:picChg chg="mod modCrop">
          <ac:chgData name="Ms Alina Arshad" userId="cccdfd85-d35d-4453-9c6f-a463aae40722" providerId="ADAL" clId="{44991E72-28EC-43D4-9452-2984EF5D346D}" dt="2024-08-29T08:09:29.823" v="407" actId="1076"/>
          <ac:picMkLst>
            <pc:docMk/>
            <pc:sldMk cId="0" sldId="266"/>
            <ac:picMk id="14" creationId="{00000000-0000-0000-0000-000000000000}"/>
          </ac:picMkLst>
        </pc:picChg>
      </pc:sldChg>
      <pc:sldChg chg="modSp add mod">
        <pc:chgData name="Ms Alina Arshad" userId="cccdfd85-d35d-4453-9c6f-a463aae40722" providerId="ADAL" clId="{44991E72-28EC-43D4-9452-2984EF5D346D}" dt="2024-08-29T08:13:35.878" v="445" actId="20577"/>
        <pc:sldMkLst>
          <pc:docMk/>
          <pc:sldMk cId="0" sldId="267"/>
        </pc:sldMkLst>
        <pc:spChg chg="mod">
          <ac:chgData name="Ms Alina Arshad" userId="cccdfd85-d35d-4453-9c6f-a463aae40722" providerId="ADAL" clId="{44991E72-28EC-43D4-9452-2984EF5D346D}" dt="2024-08-29T08:09:51.911" v="415" actId="1076"/>
          <ac:spMkLst>
            <pc:docMk/>
            <pc:sldMk cId="0" sldId="267"/>
            <ac:spMk id="2" creationId="{00000000-0000-0000-0000-000000000000}"/>
          </ac:spMkLst>
        </pc:spChg>
        <pc:spChg chg="mod">
          <ac:chgData name="Ms Alina Arshad" userId="cccdfd85-d35d-4453-9c6f-a463aae40722" providerId="ADAL" clId="{44991E72-28EC-43D4-9452-2984EF5D346D}" dt="2024-08-29T08:13:35.878" v="445" actId="20577"/>
          <ac:spMkLst>
            <pc:docMk/>
            <pc:sldMk cId="0" sldId="267"/>
            <ac:spMk id="3" creationId="{00000000-0000-0000-0000-000000000000}"/>
          </ac:spMkLst>
        </pc:spChg>
        <pc:spChg chg="mod">
          <ac:chgData name="Ms Alina Arshad" userId="cccdfd85-d35d-4453-9c6f-a463aae40722" providerId="ADAL" clId="{44991E72-28EC-43D4-9452-2984EF5D346D}" dt="2024-08-29T08:12:56.468" v="443" actId="12"/>
          <ac:spMkLst>
            <pc:docMk/>
            <pc:sldMk cId="0" sldId="267"/>
            <ac:spMk id="4" creationId="{00000000-0000-0000-0000-000000000000}"/>
          </ac:spMkLst>
        </pc:spChg>
        <pc:picChg chg="mod">
          <ac:chgData name="Ms Alina Arshad" userId="cccdfd85-d35d-4453-9c6f-a463aae40722" providerId="ADAL" clId="{44991E72-28EC-43D4-9452-2984EF5D346D}" dt="2024-08-29T08:10:27.839" v="428" actId="14100"/>
          <ac:picMkLst>
            <pc:docMk/>
            <pc:sldMk cId="0" sldId="267"/>
            <ac:picMk id="5" creationId="{00000000-0000-0000-0000-000000000000}"/>
          </ac:picMkLst>
        </pc:picChg>
      </pc:sldChg>
      <pc:sldChg chg="modSp add mod">
        <pc:chgData name="Ms Alina Arshad" userId="cccdfd85-d35d-4453-9c6f-a463aae40722" providerId="ADAL" clId="{44991E72-28EC-43D4-9452-2984EF5D346D}" dt="2024-08-29T08:17:58.105" v="481" actId="1076"/>
        <pc:sldMkLst>
          <pc:docMk/>
          <pc:sldMk cId="0" sldId="268"/>
        </pc:sldMkLst>
        <pc:spChg chg="mod">
          <ac:chgData name="Ms Alina Arshad" userId="cccdfd85-d35d-4453-9c6f-a463aae40722" providerId="ADAL" clId="{44991E72-28EC-43D4-9452-2984EF5D346D}" dt="2024-08-29T08:16:47.171" v="469" actId="403"/>
          <ac:spMkLst>
            <pc:docMk/>
            <pc:sldMk cId="0" sldId="268"/>
            <ac:spMk id="2" creationId="{00000000-0000-0000-0000-000000000000}"/>
          </ac:spMkLst>
        </pc:spChg>
        <pc:spChg chg="mod">
          <ac:chgData name="Ms Alina Arshad" userId="cccdfd85-d35d-4453-9c6f-a463aae40722" providerId="ADAL" clId="{44991E72-28EC-43D4-9452-2984EF5D346D}" dt="2024-08-29T08:17:49.888" v="478" actId="1076"/>
          <ac:spMkLst>
            <pc:docMk/>
            <pc:sldMk cId="0" sldId="268"/>
            <ac:spMk id="3" creationId="{00000000-0000-0000-0000-000000000000}"/>
          </ac:spMkLst>
        </pc:spChg>
        <pc:picChg chg="mod">
          <ac:chgData name="Ms Alina Arshad" userId="cccdfd85-d35d-4453-9c6f-a463aae40722" providerId="ADAL" clId="{44991E72-28EC-43D4-9452-2984EF5D346D}" dt="2024-08-29T08:17:58.105" v="481" actId="1076"/>
          <ac:picMkLst>
            <pc:docMk/>
            <pc:sldMk cId="0" sldId="268"/>
            <ac:picMk id="4" creationId="{00000000-0000-0000-0000-000000000000}"/>
          </ac:picMkLst>
        </pc:picChg>
      </pc:sldChg>
      <pc:sldChg chg="modSp add mod">
        <pc:chgData name="Ms Alina Arshad" userId="cccdfd85-d35d-4453-9c6f-a463aae40722" providerId="ADAL" clId="{44991E72-28EC-43D4-9452-2984EF5D346D}" dt="2024-08-29T08:20:16.085" v="509" actId="113"/>
        <pc:sldMkLst>
          <pc:docMk/>
          <pc:sldMk cId="0" sldId="269"/>
        </pc:sldMkLst>
        <pc:spChg chg="mod">
          <ac:chgData name="Ms Alina Arshad" userId="cccdfd85-d35d-4453-9c6f-a463aae40722" providerId="ADAL" clId="{44991E72-28EC-43D4-9452-2984EF5D346D}" dt="2024-08-29T08:20:16.085" v="509" actId="113"/>
          <ac:spMkLst>
            <pc:docMk/>
            <pc:sldMk cId="0" sldId="269"/>
            <ac:spMk id="2" creationId="{00000000-0000-0000-0000-000000000000}"/>
          </ac:spMkLst>
        </pc:spChg>
        <pc:spChg chg="mod">
          <ac:chgData name="Ms Alina Arshad" userId="cccdfd85-d35d-4453-9c6f-a463aae40722" providerId="ADAL" clId="{44991E72-28EC-43D4-9452-2984EF5D346D}" dt="2024-08-29T08:20:05.729" v="505" actId="113"/>
          <ac:spMkLst>
            <pc:docMk/>
            <pc:sldMk cId="0" sldId="269"/>
            <ac:spMk id="3" creationId="{00000000-0000-0000-0000-000000000000}"/>
          </ac:spMkLst>
        </pc:spChg>
      </pc:sldChg>
      <pc:sldChg chg="modSp add mod">
        <pc:chgData name="Ms Alina Arshad" userId="cccdfd85-d35d-4453-9c6f-a463aae40722" providerId="ADAL" clId="{44991E72-28EC-43D4-9452-2984EF5D346D}" dt="2024-08-29T08:21:54.031" v="544" actId="1076"/>
        <pc:sldMkLst>
          <pc:docMk/>
          <pc:sldMk cId="0" sldId="270"/>
        </pc:sldMkLst>
        <pc:spChg chg="mod">
          <ac:chgData name="Ms Alina Arshad" userId="cccdfd85-d35d-4453-9c6f-a463aae40722" providerId="ADAL" clId="{44991E72-28EC-43D4-9452-2984EF5D346D}" dt="2024-08-29T08:21:51.679" v="543" actId="403"/>
          <ac:spMkLst>
            <pc:docMk/>
            <pc:sldMk cId="0" sldId="270"/>
            <ac:spMk id="2" creationId="{00000000-0000-0000-0000-000000000000}"/>
          </ac:spMkLst>
        </pc:spChg>
        <pc:spChg chg="mod">
          <ac:chgData name="Ms Alina Arshad" userId="cccdfd85-d35d-4453-9c6f-a463aae40722" providerId="ADAL" clId="{44991E72-28EC-43D4-9452-2984EF5D346D}" dt="2024-08-29T08:21:54.031" v="544" actId="1076"/>
          <ac:spMkLst>
            <pc:docMk/>
            <pc:sldMk cId="0" sldId="270"/>
            <ac:spMk id="3" creationId="{00000000-0000-0000-0000-000000000000}"/>
          </ac:spMkLst>
        </pc:spChg>
      </pc:sldChg>
      <pc:sldChg chg="modSp add mod">
        <pc:chgData name="Ms Alina Arshad" userId="cccdfd85-d35d-4453-9c6f-a463aae40722" providerId="ADAL" clId="{44991E72-28EC-43D4-9452-2984EF5D346D}" dt="2024-08-29T08:23:44.454" v="571" actId="1076"/>
        <pc:sldMkLst>
          <pc:docMk/>
          <pc:sldMk cId="0" sldId="271"/>
        </pc:sldMkLst>
        <pc:spChg chg="mod">
          <ac:chgData name="Ms Alina Arshad" userId="cccdfd85-d35d-4453-9c6f-a463aae40722" providerId="ADAL" clId="{44991E72-28EC-43D4-9452-2984EF5D346D}" dt="2024-08-29T08:22:11.095" v="548" actId="403"/>
          <ac:spMkLst>
            <pc:docMk/>
            <pc:sldMk cId="0" sldId="271"/>
            <ac:spMk id="2" creationId="{00000000-0000-0000-0000-000000000000}"/>
          </ac:spMkLst>
        </pc:spChg>
        <pc:spChg chg="mod">
          <ac:chgData name="Ms Alina Arshad" userId="cccdfd85-d35d-4453-9c6f-a463aae40722" providerId="ADAL" clId="{44991E72-28EC-43D4-9452-2984EF5D346D}" dt="2024-08-29T08:23:44.454" v="571" actId="1076"/>
          <ac:spMkLst>
            <pc:docMk/>
            <pc:sldMk cId="0" sldId="271"/>
            <ac:spMk id="3" creationId="{00000000-0000-0000-0000-000000000000}"/>
          </ac:spMkLst>
        </pc:spChg>
      </pc:sldChg>
      <pc:sldChg chg="modSp add mod">
        <pc:chgData name="Ms Alina Arshad" userId="cccdfd85-d35d-4453-9c6f-a463aae40722" providerId="ADAL" clId="{44991E72-28EC-43D4-9452-2984EF5D346D}" dt="2024-08-29T08:38:06.899" v="582" actId="1076"/>
        <pc:sldMkLst>
          <pc:docMk/>
          <pc:sldMk cId="0" sldId="272"/>
        </pc:sldMkLst>
        <pc:spChg chg="mod">
          <ac:chgData name="Ms Alina Arshad" userId="cccdfd85-d35d-4453-9c6f-a463aae40722" providerId="ADAL" clId="{44991E72-28EC-43D4-9452-2984EF5D346D}" dt="2024-08-29T08:38:00.463" v="578" actId="1076"/>
          <ac:spMkLst>
            <pc:docMk/>
            <pc:sldMk cId="0" sldId="272"/>
            <ac:spMk id="2" creationId="{00000000-0000-0000-0000-000000000000}"/>
          </ac:spMkLst>
        </pc:spChg>
        <pc:picChg chg="mod">
          <ac:chgData name="Ms Alina Arshad" userId="cccdfd85-d35d-4453-9c6f-a463aae40722" providerId="ADAL" clId="{44991E72-28EC-43D4-9452-2984EF5D346D}" dt="2024-08-29T08:38:06.899" v="582" actId="1076"/>
          <ac:picMkLst>
            <pc:docMk/>
            <pc:sldMk cId="0" sldId="272"/>
            <ac:picMk id="3" creationId="{00000000-0000-0000-0000-000000000000}"/>
          </ac:picMkLst>
        </pc:picChg>
      </pc:sldChg>
      <pc:sldChg chg="del">
        <pc:chgData name="Ms Alina Arshad" userId="cccdfd85-d35d-4453-9c6f-a463aae40722" providerId="ADAL" clId="{44991E72-28EC-43D4-9452-2984EF5D346D}" dt="2024-08-29T07:33:57.889" v="92" actId="47"/>
        <pc:sldMkLst>
          <pc:docMk/>
          <pc:sldMk cId="2226389095" sldId="301"/>
        </pc:sldMkLst>
      </pc:sldChg>
      <pc:sldChg chg="del">
        <pc:chgData name="Ms Alina Arshad" userId="cccdfd85-d35d-4453-9c6f-a463aae40722" providerId="ADAL" clId="{44991E72-28EC-43D4-9452-2984EF5D346D}" dt="2024-08-29T07:33:58.045" v="93" actId="47"/>
        <pc:sldMkLst>
          <pc:docMk/>
          <pc:sldMk cId="1203345699" sldId="302"/>
        </pc:sldMkLst>
      </pc:sldChg>
      <pc:sldChg chg="del">
        <pc:chgData name="Ms Alina Arshad" userId="cccdfd85-d35d-4453-9c6f-a463aae40722" providerId="ADAL" clId="{44991E72-28EC-43D4-9452-2984EF5D346D}" dt="2024-08-29T07:34:01.341" v="99" actId="47"/>
        <pc:sldMkLst>
          <pc:docMk/>
          <pc:sldMk cId="1723003181" sldId="308"/>
        </pc:sldMkLst>
      </pc:sldChg>
      <pc:sldChg chg="del">
        <pc:chgData name="Ms Alina Arshad" userId="cccdfd85-d35d-4453-9c6f-a463aae40722" providerId="ADAL" clId="{44991E72-28EC-43D4-9452-2984EF5D346D}" dt="2024-08-29T07:34:02.716" v="101" actId="47"/>
        <pc:sldMkLst>
          <pc:docMk/>
          <pc:sldMk cId="126494912" sldId="310"/>
        </pc:sldMkLst>
      </pc:sldChg>
      <pc:sldChg chg="del">
        <pc:chgData name="Ms Alina Arshad" userId="cccdfd85-d35d-4453-9c6f-a463aae40722" providerId="ADAL" clId="{44991E72-28EC-43D4-9452-2984EF5D346D}" dt="2024-08-29T07:34:02.013" v="100" actId="47"/>
        <pc:sldMkLst>
          <pc:docMk/>
          <pc:sldMk cId="0" sldId="324"/>
        </pc:sldMkLst>
      </pc:sldChg>
      <pc:sldChg chg="del">
        <pc:chgData name="Ms Alina Arshad" userId="cccdfd85-d35d-4453-9c6f-a463aae40722" providerId="ADAL" clId="{44991E72-28EC-43D4-9452-2984EF5D346D}" dt="2024-08-29T07:33:57.561" v="90" actId="47"/>
        <pc:sldMkLst>
          <pc:docMk/>
          <pc:sldMk cId="0" sldId="325"/>
        </pc:sldMkLst>
      </pc:sldChg>
      <pc:sldChg chg="del">
        <pc:chgData name="Ms Alina Arshad" userId="cccdfd85-d35d-4453-9c6f-a463aae40722" providerId="ADAL" clId="{44991E72-28EC-43D4-9452-2984EF5D346D}" dt="2024-08-29T07:33:59.764" v="97" actId="47"/>
        <pc:sldMkLst>
          <pc:docMk/>
          <pc:sldMk cId="0" sldId="332"/>
        </pc:sldMkLst>
      </pc:sldChg>
      <pc:sldChg chg="del">
        <pc:chgData name="Ms Alina Arshad" userId="cccdfd85-d35d-4453-9c6f-a463aae40722" providerId="ADAL" clId="{44991E72-28EC-43D4-9452-2984EF5D346D}" dt="2024-08-29T07:34:03.434" v="102" actId="47"/>
        <pc:sldMkLst>
          <pc:docMk/>
          <pc:sldMk cId="0" sldId="334"/>
        </pc:sldMkLst>
      </pc:sldChg>
      <pc:sldChg chg="del">
        <pc:chgData name="Ms Alina Arshad" userId="cccdfd85-d35d-4453-9c6f-a463aae40722" providerId="ADAL" clId="{44991E72-28EC-43D4-9452-2984EF5D346D}" dt="2024-08-29T07:34:04.278" v="103" actId="47"/>
        <pc:sldMkLst>
          <pc:docMk/>
          <pc:sldMk cId="0" sldId="335"/>
        </pc:sldMkLst>
      </pc:sldChg>
      <pc:sldChg chg="del">
        <pc:chgData name="Ms Alina Arshad" userId="cccdfd85-d35d-4453-9c6f-a463aae40722" providerId="ADAL" clId="{44991E72-28EC-43D4-9452-2984EF5D346D}" dt="2024-08-29T07:34:05.012" v="104" actId="47"/>
        <pc:sldMkLst>
          <pc:docMk/>
          <pc:sldMk cId="0" sldId="336"/>
        </pc:sldMkLst>
      </pc:sldChg>
      <pc:sldChg chg="del">
        <pc:chgData name="Ms Alina Arshad" userId="cccdfd85-d35d-4453-9c6f-a463aae40722" providerId="ADAL" clId="{44991E72-28EC-43D4-9452-2984EF5D346D}" dt="2024-08-29T07:34:05.606" v="105" actId="47"/>
        <pc:sldMkLst>
          <pc:docMk/>
          <pc:sldMk cId="0" sldId="337"/>
        </pc:sldMkLst>
      </pc:sldChg>
      <pc:sldChg chg="del">
        <pc:chgData name="Ms Alina Arshad" userId="cccdfd85-d35d-4453-9c6f-a463aae40722" providerId="ADAL" clId="{44991E72-28EC-43D4-9452-2984EF5D346D}" dt="2024-08-29T07:33:58.951" v="96" actId="47"/>
        <pc:sldMkLst>
          <pc:docMk/>
          <pc:sldMk cId="0" sldId="361"/>
        </pc:sldMkLst>
      </pc:sldChg>
      <pc:sldChg chg="del">
        <pc:chgData name="Ms Alina Arshad" userId="cccdfd85-d35d-4453-9c6f-a463aae40722" providerId="ADAL" clId="{44991E72-28EC-43D4-9452-2984EF5D346D}" dt="2024-08-29T07:33:57.780" v="91" actId="47"/>
        <pc:sldMkLst>
          <pc:docMk/>
          <pc:sldMk cId="0" sldId="368"/>
        </pc:sldMkLst>
      </pc:sldChg>
      <pc:sldChg chg="del">
        <pc:chgData name="Ms Alina Arshad" userId="cccdfd85-d35d-4453-9c6f-a463aae40722" providerId="ADAL" clId="{44991E72-28EC-43D4-9452-2984EF5D346D}" dt="2024-08-29T07:33:58.186" v="94" actId="47"/>
        <pc:sldMkLst>
          <pc:docMk/>
          <pc:sldMk cId="2092443423" sldId="380"/>
        </pc:sldMkLst>
      </pc:sldChg>
      <pc:sldChg chg="del">
        <pc:chgData name="Ms Alina Arshad" userId="cccdfd85-d35d-4453-9c6f-a463aae40722" providerId="ADAL" clId="{44991E72-28EC-43D4-9452-2984EF5D346D}" dt="2024-08-29T07:33:58.358" v="95" actId="47"/>
        <pc:sldMkLst>
          <pc:docMk/>
          <pc:sldMk cId="80739059" sldId="381"/>
        </pc:sldMkLst>
      </pc:sldChg>
      <pc:sldChg chg="del">
        <pc:chgData name="Ms Alina Arshad" userId="cccdfd85-d35d-4453-9c6f-a463aae40722" providerId="ADAL" clId="{44991E72-28EC-43D4-9452-2984EF5D346D}" dt="2024-08-29T07:34:00.295" v="98" actId="47"/>
        <pc:sldMkLst>
          <pc:docMk/>
          <pc:sldMk cId="858854176" sldId="382"/>
        </pc:sldMkLst>
      </pc:sldChg>
    </pc:docChg>
  </pc:docChgLst>
  <pc:docChgLst>
    <pc:chgData name="Ms Alina Arshad" userId="cccdfd85-d35d-4453-9c6f-a463aae40722" providerId="ADAL" clId="{3DC40453-2615-4ACE-A024-C61DE1A47E6A}"/>
    <pc:docChg chg="delSld modSld">
      <pc:chgData name="Ms Alina Arshad" userId="cccdfd85-d35d-4453-9c6f-a463aae40722" providerId="ADAL" clId="{3DC40453-2615-4ACE-A024-C61DE1A47E6A}" dt="2024-09-08T12:04:59.350" v="26" actId="2696"/>
      <pc:docMkLst>
        <pc:docMk/>
      </pc:docMkLst>
      <pc:sldChg chg="modSp mod modNotesTx">
        <pc:chgData name="Ms Alina Arshad" userId="cccdfd85-d35d-4453-9c6f-a463aae40722" providerId="ADAL" clId="{3DC40453-2615-4ACE-A024-C61DE1A47E6A}" dt="2024-09-08T11:56:17.075" v="24"/>
        <pc:sldMkLst>
          <pc:docMk/>
          <pc:sldMk cId="0" sldId="259"/>
        </pc:sldMkLst>
        <pc:graphicFrameChg chg="modGraphic">
          <ac:chgData name="Ms Alina Arshad" userId="cccdfd85-d35d-4453-9c6f-a463aae40722" providerId="ADAL" clId="{3DC40453-2615-4ACE-A024-C61DE1A47E6A}" dt="2024-09-08T11:55:17.515" v="23" actId="14734"/>
          <ac:graphicFrameMkLst>
            <pc:docMk/>
            <pc:sldMk cId="0" sldId="259"/>
            <ac:graphicFrameMk id="5" creationId="{00000000-0000-0000-0000-000000000000}"/>
          </ac:graphicFrameMkLst>
        </pc:graphicFrameChg>
      </pc:sldChg>
      <pc:sldChg chg="modSp mod">
        <pc:chgData name="Ms Alina Arshad" userId="cccdfd85-d35d-4453-9c6f-a463aae40722" providerId="ADAL" clId="{3DC40453-2615-4ACE-A024-C61DE1A47E6A}" dt="2024-09-08T11:57:54.719" v="25" actId="5793"/>
        <pc:sldMkLst>
          <pc:docMk/>
          <pc:sldMk cId="0" sldId="262"/>
        </pc:sldMkLst>
        <pc:spChg chg="mod">
          <ac:chgData name="Ms Alina Arshad" userId="cccdfd85-d35d-4453-9c6f-a463aae40722" providerId="ADAL" clId="{3DC40453-2615-4ACE-A024-C61DE1A47E6A}" dt="2024-09-08T11:57:54.719" v="25" actId="5793"/>
          <ac:spMkLst>
            <pc:docMk/>
            <pc:sldMk cId="0" sldId="262"/>
            <ac:spMk id="3" creationId="{00000000-0000-0000-0000-000000000000}"/>
          </ac:spMkLst>
        </pc:spChg>
      </pc:sldChg>
      <pc:sldChg chg="modSp mod">
        <pc:chgData name="Ms Alina Arshad" userId="cccdfd85-d35d-4453-9c6f-a463aae40722" providerId="ADAL" clId="{3DC40453-2615-4ACE-A024-C61DE1A47E6A}" dt="2024-09-08T08:35:03.322" v="1" actId="20577"/>
        <pc:sldMkLst>
          <pc:docMk/>
          <pc:sldMk cId="0" sldId="263"/>
        </pc:sldMkLst>
        <pc:spChg chg="mod">
          <ac:chgData name="Ms Alina Arshad" userId="cccdfd85-d35d-4453-9c6f-a463aae40722" providerId="ADAL" clId="{3DC40453-2615-4ACE-A024-C61DE1A47E6A}" dt="2024-09-08T08:35:03.322" v="1" actId="20577"/>
          <ac:spMkLst>
            <pc:docMk/>
            <pc:sldMk cId="0" sldId="263"/>
            <ac:spMk id="3" creationId="{00000000-0000-0000-0000-000000000000}"/>
          </ac:spMkLst>
        </pc:spChg>
      </pc:sldChg>
      <pc:sldChg chg="modSp mod">
        <pc:chgData name="Ms Alina Arshad" userId="cccdfd85-d35d-4453-9c6f-a463aae40722" providerId="ADAL" clId="{3DC40453-2615-4ACE-A024-C61DE1A47E6A}" dt="2024-09-08T08:36:48.436" v="3" actId="1076"/>
        <pc:sldMkLst>
          <pc:docMk/>
          <pc:sldMk cId="0" sldId="264"/>
        </pc:sldMkLst>
        <pc:spChg chg="mod">
          <ac:chgData name="Ms Alina Arshad" userId="cccdfd85-d35d-4453-9c6f-a463aae40722" providerId="ADAL" clId="{3DC40453-2615-4ACE-A024-C61DE1A47E6A}" dt="2024-09-08T08:36:48.436" v="3" actId="1076"/>
          <ac:spMkLst>
            <pc:docMk/>
            <pc:sldMk cId="0" sldId="264"/>
            <ac:spMk id="2" creationId="{00000000-0000-0000-0000-000000000000}"/>
          </ac:spMkLst>
        </pc:spChg>
      </pc:sldChg>
      <pc:sldChg chg="modSp mod">
        <pc:chgData name="Ms Alina Arshad" userId="cccdfd85-d35d-4453-9c6f-a463aae40722" providerId="ADAL" clId="{3DC40453-2615-4ACE-A024-C61DE1A47E6A}" dt="2024-09-08T08:41:22.601" v="5" actId="20577"/>
        <pc:sldMkLst>
          <pc:docMk/>
          <pc:sldMk cId="0" sldId="265"/>
        </pc:sldMkLst>
        <pc:spChg chg="mod">
          <ac:chgData name="Ms Alina Arshad" userId="cccdfd85-d35d-4453-9c6f-a463aae40722" providerId="ADAL" clId="{3DC40453-2615-4ACE-A024-C61DE1A47E6A}" dt="2024-09-08T08:41:22.601" v="5" actId="20577"/>
          <ac:spMkLst>
            <pc:docMk/>
            <pc:sldMk cId="0" sldId="265"/>
            <ac:spMk id="3" creationId="{00000000-0000-0000-0000-000000000000}"/>
          </ac:spMkLst>
        </pc:spChg>
      </pc:sldChg>
      <pc:sldChg chg="modSp mod">
        <pc:chgData name="Ms Alina Arshad" userId="cccdfd85-d35d-4453-9c6f-a463aae40722" providerId="ADAL" clId="{3DC40453-2615-4ACE-A024-C61DE1A47E6A}" dt="2024-09-08T08:42:20.927" v="9" actId="403"/>
        <pc:sldMkLst>
          <pc:docMk/>
          <pc:sldMk cId="0" sldId="266"/>
        </pc:sldMkLst>
        <pc:spChg chg="mod">
          <ac:chgData name="Ms Alina Arshad" userId="cccdfd85-d35d-4453-9c6f-a463aae40722" providerId="ADAL" clId="{3DC40453-2615-4ACE-A024-C61DE1A47E6A}" dt="2024-09-08T08:42:20.927" v="9" actId="403"/>
          <ac:spMkLst>
            <pc:docMk/>
            <pc:sldMk cId="0" sldId="266"/>
            <ac:spMk id="3" creationId="{00000000-0000-0000-0000-000000000000}"/>
          </ac:spMkLst>
        </pc:spChg>
      </pc:sldChg>
      <pc:sldChg chg="modSp mod">
        <pc:chgData name="Ms Alina Arshad" userId="cccdfd85-d35d-4453-9c6f-a463aae40722" providerId="ADAL" clId="{3DC40453-2615-4ACE-A024-C61DE1A47E6A}" dt="2024-09-08T08:50:50.297" v="15" actId="1076"/>
        <pc:sldMkLst>
          <pc:docMk/>
          <pc:sldMk cId="0" sldId="267"/>
        </pc:sldMkLst>
        <pc:spChg chg="mod">
          <ac:chgData name="Ms Alina Arshad" userId="cccdfd85-d35d-4453-9c6f-a463aae40722" providerId="ADAL" clId="{3DC40453-2615-4ACE-A024-C61DE1A47E6A}" dt="2024-09-08T08:50:50.297" v="15" actId="1076"/>
          <ac:spMkLst>
            <pc:docMk/>
            <pc:sldMk cId="0" sldId="267"/>
            <ac:spMk id="3" creationId="{00000000-0000-0000-0000-000000000000}"/>
          </ac:spMkLst>
        </pc:spChg>
      </pc:sldChg>
      <pc:sldChg chg="modSp mod">
        <pc:chgData name="Ms Alina Arshad" userId="cccdfd85-d35d-4453-9c6f-a463aae40722" providerId="ADAL" clId="{3DC40453-2615-4ACE-A024-C61DE1A47E6A}" dt="2024-09-08T08:52:25.007" v="17" actId="1035"/>
        <pc:sldMkLst>
          <pc:docMk/>
          <pc:sldMk cId="0" sldId="270"/>
        </pc:sldMkLst>
        <pc:picChg chg="mod">
          <ac:chgData name="Ms Alina Arshad" userId="cccdfd85-d35d-4453-9c6f-a463aae40722" providerId="ADAL" clId="{3DC40453-2615-4ACE-A024-C61DE1A47E6A}" dt="2024-09-08T08:52:25.007" v="17" actId="1035"/>
          <ac:picMkLst>
            <pc:docMk/>
            <pc:sldMk cId="0" sldId="270"/>
            <ac:picMk id="2" creationId="{00000000-0000-0000-0000-000000000000}"/>
          </ac:picMkLst>
        </pc:picChg>
      </pc:sldChg>
      <pc:sldChg chg="modSp mod">
        <pc:chgData name="Ms Alina Arshad" userId="cccdfd85-d35d-4453-9c6f-a463aae40722" providerId="ADAL" clId="{3DC40453-2615-4ACE-A024-C61DE1A47E6A}" dt="2024-09-08T08:53:48.350" v="21" actId="113"/>
        <pc:sldMkLst>
          <pc:docMk/>
          <pc:sldMk cId="0" sldId="272"/>
        </pc:sldMkLst>
        <pc:spChg chg="mod">
          <ac:chgData name="Ms Alina Arshad" userId="cccdfd85-d35d-4453-9c6f-a463aae40722" providerId="ADAL" clId="{3DC40453-2615-4ACE-A024-C61DE1A47E6A}" dt="2024-09-08T08:53:48.350" v="21" actId="113"/>
          <ac:spMkLst>
            <pc:docMk/>
            <pc:sldMk cId="0" sldId="272"/>
            <ac:spMk id="3" creationId="{00000000-0000-0000-0000-000000000000}"/>
          </ac:spMkLst>
        </pc:spChg>
      </pc:sldChg>
      <pc:sldChg chg="del">
        <pc:chgData name="Ms Alina Arshad" userId="cccdfd85-d35d-4453-9c6f-a463aae40722" providerId="ADAL" clId="{3DC40453-2615-4ACE-A024-C61DE1A47E6A}" dt="2024-09-08T12:04:59.350" v="26" actId="2696"/>
        <pc:sldMkLst>
          <pc:docMk/>
          <pc:sldMk cId="0" sldId="275"/>
        </pc:sldMkLst>
      </pc:sldChg>
    </pc:docChg>
  </pc:docChgLst>
  <pc:docChgLst>
    <pc:chgData name="Ms Alina Arshad" userId="cccdfd85-d35d-4453-9c6f-a463aae40722" providerId="ADAL" clId="{5B8A6D22-27A2-4EF9-83C4-9A1491FF93A7}"/>
    <pc:docChg chg="undo custSel addSld delSld modSld">
      <pc:chgData name="Ms Alina Arshad" userId="cccdfd85-d35d-4453-9c6f-a463aae40722" providerId="ADAL" clId="{5B8A6D22-27A2-4EF9-83C4-9A1491FF93A7}" dt="2024-09-16T08:06:46.187" v="660" actId="22"/>
      <pc:docMkLst>
        <pc:docMk/>
      </pc:docMkLst>
      <pc:sldChg chg="addSp delSp modSp mod">
        <pc:chgData name="Ms Alina Arshad" userId="cccdfd85-d35d-4453-9c6f-a463aae40722" providerId="ADAL" clId="{5B8A6D22-27A2-4EF9-83C4-9A1491FF93A7}" dt="2024-09-16T08:06:46.187" v="660" actId="22"/>
        <pc:sldMkLst>
          <pc:docMk/>
          <pc:sldMk cId="3322361034" sldId="256"/>
        </pc:sldMkLst>
        <pc:spChg chg="add del mod">
          <ac:chgData name="Ms Alina Arshad" userId="cccdfd85-d35d-4453-9c6f-a463aae40722" providerId="ADAL" clId="{5B8A6D22-27A2-4EF9-83C4-9A1491FF93A7}" dt="2024-09-16T08:06:46.187" v="660" actId="22"/>
          <ac:spMkLst>
            <pc:docMk/>
            <pc:sldMk cId="3322361034" sldId="256"/>
            <ac:spMk id="6" creationId="{72021E80-E761-54BE-AD10-FD26DBA73B2D}"/>
          </ac:spMkLst>
        </pc:spChg>
      </pc:sldChg>
      <pc:sldChg chg="modSp mod">
        <pc:chgData name="Ms Alina Arshad" userId="cccdfd85-d35d-4453-9c6f-a463aae40722" providerId="ADAL" clId="{5B8A6D22-27A2-4EF9-83C4-9A1491FF93A7}" dt="2024-09-13T05:11:00.601" v="148" actId="1076"/>
        <pc:sldMkLst>
          <pc:docMk/>
          <pc:sldMk cId="0" sldId="268"/>
        </pc:sldMkLst>
        <pc:spChg chg="mod">
          <ac:chgData name="Ms Alina Arshad" userId="cccdfd85-d35d-4453-9c6f-a463aae40722" providerId="ADAL" clId="{5B8A6D22-27A2-4EF9-83C4-9A1491FF93A7}" dt="2024-09-13T05:11:00.601" v="148" actId="1076"/>
          <ac:spMkLst>
            <pc:docMk/>
            <pc:sldMk cId="0" sldId="268"/>
            <ac:spMk id="185" creationId="{00000000-0000-0000-0000-000000000000}"/>
          </ac:spMkLst>
        </pc:spChg>
        <pc:picChg chg="mod">
          <ac:chgData name="Ms Alina Arshad" userId="cccdfd85-d35d-4453-9c6f-a463aae40722" providerId="ADAL" clId="{5B8A6D22-27A2-4EF9-83C4-9A1491FF93A7}" dt="2024-09-13T05:10:58.274" v="147" actId="1076"/>
          <ac:picMkLst>
            <pc:docMk/>
            <pc:sldMk cId="0" sldId="268"/>
            <ac:picMk id="183" creationId="{00000000-0000-0000-0000-000000000000}"/>
          </ac:picMkLst>
        </pc:picChg>
      </pc:sldChg>
      <pc:sldChg chg="modSp mod">
        <pc:chgData name="Ms Alina Arshad" userId="cccdfd85-d35d-4453-9c6f-a463aae40722" providerId="ADAL" clId="{5B8A6D22-27A2-4EF9-83C4-9A1491FF93A7}" dt="2024-09-12T06:50:35.182" v="24" actId="1076"/>
        <pc:sldMkLst>
          <pc:docMk/>
          <pc:sldMk cId="0" sldId="269"/>
        </pc:sldMkLst>
        <pc:spChg chg="mod">
          <ac:chgData name="Ms Alina Arshad" userId="cccdfd85-d35d-4453-9c6f-a463aae40722" providerId="ADAL" clId="{5B8A6D22-27A2-4EF9-83C4-9A1491FF93A7}" dt="2024-09-12T06:49:19.888" v="4" actId="1076"/>
          <ac:spMkLst>
            <pc:docMk/>
            <pc:sldMk cId="0" sldId="269"/>
            <ac:spMk id="191" creationId="{00000000-0000-0000-0000-000000000000}"/>
          </ac:spMkLst>
        </pc:spChg>
        <pc:spChg chg="mod">
          <ac:chgData name="Ms Alina Arshad" userId="cccdfd85-d35d-4453-9c6f-a463aae40722" providerId="ADAL" clId="{5B8A6D22-27A2-4EF9-83C4-9A1491FF93A7}" dt="2024-09-12T06:50:23.120" v="20" actId="403"/>
          <ac:spMkLst>
            <pc:docMk/>
            <pc:sldMk cId="0" sldId="269"/>
            <ac:spMk id="192" creationId="{00000000-0000-0000-0000-000000000000}"/>
          </ac:spMkLst>
        </pc:spChg>
        <pc:spChg chg="mod">
          <ac:chgData name="Ms Alina Arshad" userId="cccdfd85-d35d-4453-9c6f-a463aae40722" providerId="ADAL" clId="{5B8A6D22-27A2-4EF9-83C4-9A1491FF93A7}" dt="2024-09-12T06:50:35.182" v="24" actId="1076"/>
          <ac:spMkLst>
            <pc:docMk/>
            <pc:sldMk cId="0" sldId="269"/>
            <ac:spMk id="194" creationId="{00000000-0000-0000-0000-000000000000}"/>
          </ac:spMkLst>
        </pc:spChg>
        <pc:spChg chg="mod">
          <ac:chgData name="Ms Alina Arshad" userId="cccdfd85-d35d-4453-9c6f-a463aae40722" providerId="ADAL" clId="{5B8A6D22-27A2-4EF9-83C4-9A1491FF93A7}" dt="2024-09-12T06:50:29.260" v="22" actId="1076"/>
          <ac:spMkLst>
            <pc:docMk/>
            <pc:sldMk cId="0" sldId="269"/>
            <ac:spMk id="195" creationId="{00000000-0000-0000-0000-000000000000}"/>
          </ac:spMkLst>
        </pc:spChg>
        <pc:picChg chg="mod">
          <ac:chgData name="Ms Alina Arshad" userId="cccdfd85-d35d-4453-9c6f-a463aae40722" providerId="ADAL" clId="{5B8A6D22-27A2-4EF9-83C4-9A1491FF93A7}" dt="2024-09-12T06:49:25.084" v="7" actId="1076"/>
          <ac:picMkLst>
            <pc:docMk/>
            <pc:sldMk cId="0" sldId="269"/>
            <ac:picMk id="193" creationId="{00000000-0000-0000-0000-000000000000}"/>
          </ac:picMkLst>
        </pc:picChg>
      </pc:sldChg>
      <pc:sldChg chg="modSp mod">
        <pc:chgData name="Ms Alina Arshad" userId="cccdfd85-d35d-4453-9c6f-a463aae40722" providerId="ADAL" clId="{5B8A6D22-27A2-4EF9-83C4-9A1491FF93A7}" dt="2024-09-12T06:51:44.971" v="36" actId="1076"/>
        <pc:sldMkLst>
          <pc:docMk/>
          <pc:sldMk cId="0" sldId="270"/>
        </pc:sldMkLst>
        <pc:spChg chg="mod">
          <ac:chgData name="Ms Alina Arshad" userId="cccdfd85-d35d-4453-9c6f-a463aae40722" providerId="ADAL" clId="{5B8A6D22-27A2-4EF9-83C4-9A1491FF93A7}" dt="2024-09-12T06:51:01.318" v="30" actId="113"/>
          <ac:spMkLst>
            <pc:docMk/>
            <pc:sldMk cId="0" sldId="270"/>
            <ac:spMk id="201" creationId="{00000000-0000-0000-0000-000000000000}"/>
          </ac:spMkLst>
        </pc:spChg>
        <pc:spChg chg="mod">
          <ac:chgData name="Ms Alina Arshad" userId="cccdfd85-d35d-4453-9c6f-a463aae40722" providerId="ADAL" clId="{5B8A6D22-27A2-4EF9-83C4-9A1491FF93A7}" dt="2024-09-12T06:51:04.077" v="31" actId="207"/>
          <ac:spMkLst>
            <pc:docMk/>
            <pc:sldMk cId="0" sldId="270"/>
            <ac:spMk id="202" creationId="{00000000-0000-0000-0000-000000000000}"/>
          </ac:spMkLst>
        </pc:spChg>
        <pc:spChg chg="mod">
          <ac:chgData name="Ms Alina Arshad" userId="cccdfd85-d35d-4453-9c6f-a463aae40722" providerId="ADAL" clId="{5B8A6D22-27A2-4EF9-83C4-9A1491FF93A7}" dt="2024-09-12T06:51:44.971" v="36" actId="1076"/>
          <ac:spMkLst>
            <pc:docMk/>
            <pc:sldMk cId="0" sldId="270"/>
            <ac:spMk id="203" creationId="{00000000-0000-0000-0000-000000000000}"/>
          </ac:spMkLst>
        </pc:spChg>
      </pc:sldChg>
      <pc:sldChg chg="modSp mod">
        <pc:chgData name="Ms Alina Arshad" userId="cccdfd85-d35d-4453-9c6f-a463aae40722" providerId="ADAL" clId="{5B8A6D22-27A2-4EF9-83C4-9A1491FF93A7}" dt="2024-09-12T06:52:07.621" v="43" actId="1076"/>
        <pc:sldMkLst>
          <pc:docMk/>
          <pc:sldMk cId="0" sldId="271"/>
        </pc:sldMkLst>
        <pc:spChg chg="mod">
          <ac:chgData name="Ms Alina Arshad" userId="cccdfd85-d35d-4453-9c6f-a463aae40722" providerId="ADAL" clId="{5B8A6D22-27A2-4EF9-83C4-9A1491FF93A7}" dt="2024-09-12T06:51:52.566" v="40" actId="1076"/>
          <ac:spMkLst>
            <pc:docMk/>
            <pc:sldMk cId="0" sldId="271"/>
            <ac:spMk id="209" creationId="{00000000-0000-0000-0000-000000000000}"/>
          </ac:spMkLst>
        </pc:spChg>
        <pc:spChg chg="mod">
          <ac:chgData name="Ms Alina Arshad" userId="cccdfd85-d35d-4453-9c6f-a463aae40722" providerId="ADAL" clId="{5B8A6D22-27A2-4EF9-83C4-9A1491FF93A7}" dt="2024-09-12T06:52:03.347" v="42" actId="207"/>
          <ac:spMkLst>
            <pc:docMk/>
            <pc:sldMk cId="0" sldId="271"/>
            <ac:spMk id="210" creationId="{00000000-0000-0000-0000-000000000000}"/>
          </ac:spMkLst>
        </pc:spChg>
        <pc:picChg chg="mod">
          <ac:chgData name="Ms Alina Arshad" userId="cccdfd85-d35d-4453-9c6f-a463aae40722" providerId="ADAL" clId="{5B8A6D22-27A2-4EF9-83C4-9A1491FF93A7}" dt="2024-09-12T06:52:07.621" v="43" actId="1076"/>
          <ac:picMkLst>
            <pc:docMk/>
            <pc:sldMk cId="0" sldId="271"/>
            <ac:picMk id="211" creationId="{00000000-0000-0000-0000-000000000000}"/>
          </ac:picMkLst>
        </pc:picChg>
      </pc:sldChg>
      <pc:sldChg chg="modSp mod">
        <pc:chgData name="Ms Alina Arshad" userId="cccdfd85-d35d-4453-9c6f-a463aae40722" providerId="ADAL" clId="{5B8A6D22-27A2-4EF9-83C4-9A1491FF93A7}" dt="2024-09-12T06:52:35.218" v="50" actId="1076"/>
        <pc:sldMkLst>
          <pc:docMk/>
          <pc:sldMk cId="0" sldId="272"/>
        </pc:sldMkLst>
        <pc:spChg chg="mod">
          <ac:chgData name="Ms Alina Arshad" userId="cccdfd85-d35d-4453-9c6f-a463aae40722" providerId="ADAL" clId="{5B8A6D22-27A2-4EF9-83C4-9A1491FF93A7}" dt="2024-09-12T06:52:22.609" v="47" actId="207"/>
          <ac:spMkLst>
            <pc:docMk/>
            <pc:sldMk cId="0" sldId="272"/>
            <ac:spMk id="216" creationId="{00000000-0000-0000-0000-000000000000}"/>
          </ac:spMkLst>
        </pc:spChg>
        <pc:spChg chg="mod">
          <ac:chgData name="Ms Alina Arshad" userId="cccdfd85-d35d-4453-9c6f-a463aae40722" providerId="ADAL" clId="{5B8A6D22-27A2-4EF9-83C4-9A1491FF93A7}" dt="2024-09-12T06:52:30.200" v="49" actId="207"/>
          <ac:spMkLst>
            <pc:docMk/>
            <pc:sldMk cId="0" sldId="272"/>
            <ac:spMk id="217" creationId="{00000000-0000-0000-0000-000000000000}"/>
          </ac:spMkLst>
        </pc:spChg>
        <pc:picChg chg="mod">
          <ac:chgData name="Ms Alina Arshad" userId="cccdfd85-d35d-4453-9c6f-a463aae40722" providerId="ADAL" clId="{5B8A6D22-27A2-4EF9-83C4-9A1491FF93A7}" dt="2024-09-12T06:52:26.794" v="48" actId="1076"/>
          <ac:picMkLst>
            <pc:docMk/>
            <pc:sldMk cId="0" sldId="272"/>
            <ac:picMk id="218" creationId="{00000000-0000-0000-0000-000000000000}"/>
          </ac:picMkLst>
        </pc:picChg>
        <pc:picChg chg="mod">
          <ac:chgData name="Ms Alina Arshad" userId="cccdfd85-d35d-4453-9c6f-a463aae40722" providerId="ADAL" clId="{5B8A6D22-27A2-4EF9-83C4-9A1491FF93A7}" dt="2024-09-12T06:52:35.218" v="50" actId="1076"/>
          <ac:picMkLst>
            <pc:docMk/>
            <pc:sldMk cId="0" sldId="272"/>
            <ac:picMk id="219" creationId="{00000000-0000-0000-0000-000000000000}"/>
          </ac:picMkLst>
        </pc:picChg>
      </pc:sldChg>
      <pc:sldChg chg="modSp mod">
        <pc:chgData name="Ms Alina Arshad" userId="cccdfd85-d35d-4453-9c6f-a463aae40722" providerId="ADAL" clId="{5B8A6D22-27A2-4EF9-83C4-9A1491FF93A7}" dt="2024-09-13T05:11:12.755" v="149" actId="1076"/>
        <pc:sldMkLst>
          <pc:docMk/>
          <pc:sldMk cId="0" sldId="273"/>
        </pc:sldMkLst>
        <pc:spChg chg="mod">
          <ac:chgData name="Ms Alina Arshad" userId="cccdfd85-d35d-4453-9c6f-a463aae40722" providerId="ADAL" clId="{5B8A6D22-27A2-4EF9-83C4-9A1491FF93A7}" dt="2024-09-12T06:54:22.495" v="54" actId="1076"/>
          <ac:spMkLst>
            <pc:docMk/>
            <pc:sldMk cId="0" sldId="273"/>
            <ac:spMk id="225" creationId="{00000000-0000-0000-0000-000000000000}"/>
          </ac:spMkLst>
        </pc:spChg>
        <pc:picChg chg="mod">
          <ac:chgData name="Ms Alina Arshad" userId="cccdfd85-d35d-4453-9c6f-a463aae40722" providerId="ADAL" clId="{5B8A6D22-27A2-4EF9-83C4-9A1491FF93A7}" dt="2024-09-13T05:11:12.755" v="149" actId="1076"/>
          <ac:picMkLst>
            <pc:docMk/>
            <pc:sldMk cId="0" sldId="273"/>
            <ac:picMk id="226" creationId="{00000000-0000-0000-0000-000000000000}"/>
          </ac:picMkLst>
        </pc:picChg>
        <pc:picChg chg="mod">
          <ac:chgData name="Ms Alina Arshad" userId="cccdfd85-d35d-4453-9c6f-a463aae40722" providerId="ADAL" clId="{5B8A6D22-27A2-4EF9-83C4-9A1491FF93A7}" dt="2024-09-12T06:55:15.540" v="59" actId="1076"/>
          <ac:picMkLst>
            <pc:docMk/>
            <pc:sldMk cId="0" sldId="273"/>
            <ac:picMk id="227" creationId="{00000000-0000-0000-0000-000000000000}"/>
          </ac:picMkLst>
        </pc:picChg>
      </pc:sldChg>
      <pc:sldChg chg="modSp mod">
        <pc:chgData name="Ms Alina Arshad" userId="cccdfd85-d35d-4453-9c6f-a463aae40722" providerId="ADAL" clId="{5B8A6D22-27A2-4EF9-83C4-9A1491FF93A7}" dt="2024-09-13T05:11:20.577" v="150" actId="1076"/>
        <pc:sldMkLst>
          <pc:docMk/>
          <pc:sldMk cId="0" sldId="274"/>
        </pc:sldMkLst>
        <pc:spChg chg="mod">
          <ac:chgData name="Ms Alina Arshad" userId="cccdfd85-d35d-4453-9c6f-a463aae40722" providerId="ADAL" clId="{5B8A6D22-27A2-4EF9-83C4-9A1491FF93A7}" dt="2024-09-12T06:55:27.971" v="63" actId="1076"/>
          <ac:spMkLst>
            <pc:docMk/>
            <pc:sldMk cId="0" sldId="274"/>
            <ac:spMk id="232" creationId="{00000000-0000-0000-0000-000000000000}"/>
          </ac:spMkLst>
        </pc:spChg>
        <pc:spChg chg="mod">
          <ac:chgData name="Ms Alina Arshad" userId="cccdfd85-d35d-4453-9c6f-a463aae40722" providerId="ADAL" clId="{5B8A6D22-27A2-4EF9-83C4-9A1491FF93A7}" dt="2024-09-12T06:55:38.863" v="64" actId="207"/>
          <ac:spMkLst>
            <pc:docMk/>
            <pc:sldMk cId="0" sldId="274"/>
            <ac:spMk id="233" creationId="{00000000-0000-0000-0000-000000000000}"/>
          </ac:spMkLst>
        </pc:spChg>
        <pc:picChg chg="mod">
          <ac:chgData name="Ms Alina Arshad" userId="cccdfd85-d35d-4453-9c6f-a463aae40722" providerId="ADAL" clId="{5B8A6D22-27A2-4EF9-83C4-9A1491FF93A7}" dt="2024-09-13T05:11:20.577" v="150" actId="1076"/>
          <ac:picMkLst>
            <pc:docMk/>
            <pc:sldMk cId="0" sldId="274"/>
            <ac:picMk id="234" creationId="{00000000-0000-0000-0000-000000000000}"/>
          </ac:picMkLst>
        </pc:picChg>
      </pc:sldChg>
      <pc:sldChg chg="modSp mod">
        <pc:chgData name="Ms Alina Arshad" userId="cccdfd85-d35d-4453-9c6f-a463aae40722" providerId="ADAL" clId="{5B8A6D22-27A2-4EF9-83C4-9A1491FF93A7}" dt="2024-09-12T06:55:59.781" v="71" actId="207"/>
        <pc:sldMkLst>
          <pc:docMk/>
          <pc:sldMk cId="0" sldId="275"/>
        </pc:sldMkLst>
        <pc:spChg chg="mod">
          <ac:chgData name="Ms Alina Arshad" userId="cccdfd85-d35d-4453-9c6f-a463aae40722" providerId="ADAL" clId="{5B8A6D22-27A2-4EF9-83C4-9A1491FF93A7}" dt="2024-09-12T06:55:57.639" v="70" actId="1076"/>
          <ac:spMkLst>
            <pc:docMk/>
            <pc:sldMk cId="0" sldId="275"/>
            <ac:spMk id="239" creationId="{00000000-0000-0000-0000-000000000000}"/>
          </ac:spMkLst>
        </pc:spChg>
        <pc:spChg chg="mod">
          <ac:chgData name="Ms Alina Arshad" userId="cccdfd85-d35d-4453-9c6f-a463aae40722" providerId="ADAL" clId="{5B8A6D22-27A2-4EF9-83C4-9A1491FF93A7}" dt="2024-09-12T06:55:59.781" v="71" actId="207"/>
          <ac:spMkLst>
            <pc:docMk/>
            <pc:sldMk cId="0" sldId="275"/>
            <ac:spMk id="240" creationId="{00000000-0000-0000-0000-000000000000}"/>
          </ac:spMkLst>
        </pc:spChg>
      </pc:sldChg>
      <pc:sldChg chg="modSp mod">
        <pc:chgData name="Ms Alina Arshad" userId="cccdfd85-d35d-4453-9c6f-a463aae40722" providerId="ADAL" clId="{5B8A6D22-27A2-4EF9-83C4-9A1491FF93A7}" dt="2024-09-13T05:11:35.304" v="153" actId="113"/>
        <pc:sldMkLst>
          <pc:docMk/>
          <pc:sldMk cId="0" sldId="276"/>
        </pc:sldMkLst>
        <pc:spChg chg="mod">
          <ac:chgData name="Ms Alina Arshad" userId="cccdfd85-d35d-4453-9c6f-a463aae40722" providerId="ADAL" clId="{5B8A6D22-27A2-4EF9-83C4-9A1491FF93A7}" dt="2024-09-12T06:56:16.816" v="74" actId="27636"/>
          <ac:spMkLst>
            <pc:docMk/>
            <pc:sldMk cId="0" sldId="276"/>
            <ac:spMk id="246" creationId="{00000000-0000-0000-0000-000000000000}"/>
          </ac:spMkLst>
        </pc:spChg>
        <pc:spChg chg="mod">
          <ac:chgData name="Ms Alina Arshad" userId="cccdfd85-d35d-4453-9c6f-a463aae40722" providerId="ADAL" clId="{5B8A6D22-27A2-4EF9-83C4-9A1491FF93A7}" dt="2024-09-13T05:11:35.304" v="153" actId="113"/>
          <ac:spMkLst>
            <pc:docMk/>
            <pc:sldMk cId="0" sldId="276"/>
            <ac:spMk id="247" creationId="{00000000-0000-0000-0000-000000000000}"/>
          </ac:spMkLst>
        </pc:spChg>
      </pc:sldChg>
      <pc:sldChg chg="modSp mod">
        <pc:chgData name="Ms Alina Arshad" userId="cccdfd85-d35d-4453-9c6f-a463aae40722" providerId="ADAL" clId="{5B8A6D22-27A2-4EF9-83C4-9A1491FF93A7}" dt="2024-09-16T03:47:58.286" v="651" actId="20577"/>
        <pc:sldMkLst>
          <pc:docMk/>
          <pc:sldMk cId="0" sldId="277"/>
        </pc:sldMkLst>
        <pc:spChg chg="mod">
          <ac:chgData name="Ms Alina Arshad" userId="cccdfd85-d35d-4453-9c6f-a463aae40722" providerId="ADAL" clId="{5B8A6D22-27A2-4EF9-83C4-9A1491FF93A7}" dt="2024-09-12T06:57:57.575" v="84" actId="1076"/>
          <ac:spMkLst>
            <pc:docMk/>
            <pc:sldMk cId="0" sldId="277"/>
            <ac:spMk id="253" creationId="{00000000-0000-0000-0000-000000000000}"/>
          </ac:spMkLst>
        </pc:spChg>
        <pc:spChg chg="mod">
          <ac:chgData name="Ms Alina Arshad" userId="cccdfd85-d35d-4453-9c6f-a463aae40722" providerId="ADAL" clId="{5B8A6D22-27A2-4EF9-83C4-9A1491FF93A7}" dt="2024-09-12T06:57:53.172" v="83" actId="1076"/>
          <ac:spMkLst>
            <pc:docMk/>
            <pc:sldMk cId="0" sldId="277"/>
            <ac:spMk id="255" creationId="{00000000-0000-0000-0000-000000000000}"/>
          </ac:spMkLst>
        </pc:spChg>
        <pc:graphicFrameChg chg="mod modGraphic">
          <ac:chgData name="Ms Alina Arshad" userId="cccdfd85-d35d-4453-9c6f-a463aae40722" providerId="ADAL" clId="{5B8A6D22-27A2-4EF9-83C4-9A1491FF93A7}" dt="2024-09-16T03:47:58.286" v="651" actId="20577"/>
          <ac:graphicFrameMkLst>
            <pc:docMk/>
            <pc:sldMk cId="0" sldId="277"/>
            <ac:graphicFrameMk id="254" creationId="{00000000-0000-0000-0000-000000000000}"/>
          </ac:graphicFrameMkLst>
        </pc:graphicFrameChg>
      </pc:sldChg>
      <pc:sldChg chg="modSp mod">
        <pc:chgData name="Ms Alina Arshad" userId="cccdfd85-d35d-4453-9c6f-a463aae40722" providerId="ADAL" clId="{5B8A6D22-27A2-4EF9-83C4-9A1491FF93A7}" dt="2024-09-12T07:01:38.473" v="100" actId="1076"/>
        <pc:sldMkLst>
          <pc:docMk/>
          <pc:sldMk cId="0" sldId="278"/>
        </pc:sldMkLst>
        <pc:spChg chg="mod">
          <ac:chgData name="Ms Alina Arshad" userId="cccdfd85-d35d-4453-9c6f-a463aae40722" providerId="ADAL" clId="{5B8A6D22-27A2-4EF9-83C4-9A1491FF93A7}" dt="2024-09-12T06:58:59.110" v="95" actId="1076"/>
          <ac:spMkLst>
            <pc:docMk/>
            <pc:sldMk cId="0" sldId="278"/>
            <ac:spMk id="261" creationId="{00000000-0000-0000-0000-000000000000}"/>
          </ac:spMkLst>
        </pc:spChg>
        <pc:spChg chg="mod">
          <ac:chgData name="Ms Alina Arshad" userId="cccdfd85-d35d-4453-9c6f-a463aae40722" providerId="ADAL" clId="{5B8A6D22-27A2-4EF9-83C4-9A1491FF93A7}" dt="2024-09-12T06:58:57.039" v="94" actId="1076"/>
          <ac:spMkLst>
            <pc:docMk/>
            <pc:sldMk cId="0" sldId="278"/>
            <ac:spMk id="262" creationId="{00000000-0000-0000-0000-000000000000}"/>
          </ac:spMkLst>
        </pc:spChg>
        <pc:spChg chg="mod">
          <ac:chgData name="Ms Alina Arshad" userId="cccdfd85-d35d-4453-9c6f-a463aae40722" providerId="ADAL" clId="{5B8A6D22-27A2-4EF9-83C4-9A1491FF93A7}" dt="2024-09-12T06:59:18.334" v="98" actId="1076"/>
          <ac:spMkLst>
            <pc:docMk/>
            <pc:sldMk cId="0" sldId="278"/>
            <ac:spMk id="263" creationId="{00000000-0000-0000-0000-000000000000}"/>
          </ac:spMkLst>
        </pc:spChg>
        <pc:graphicFrameChg chg="mod">
          <ac:chgData name="Ms Alina Arshad" userId="cccdfd85-d35d-4453-9c6f-a463aae40722" providerId="ADAL" clId="{5B8A6D22-27A2-4EF9-83C4-9A1491FF93A7}" dt="2024-09-12T06:59:08.736" v="96" actId="1076"/>
          <ac:graphicFrameMkLst>
            <pc:docMk/>
            <pc:sldMk cId="0" sldId="278"/>
            <ac:graphicFrameMk id="264" creationId="{00000000-0000-0000-0000-000000000000}"/>
          </ac:graphicFrameMkLst>
        </pc:graphicFrameChg>
        <pc:graphicFrameChg chg="mod">
          <ac:chgData name="Ms Alina Arshad" userId="cccdfd85-d35d-4453-9c6f-a463aae40722" providerId="ADAL" clId="{5B8A6D22-27A2-4EF9-83C4-9A1491FF93A7}" dt="2024-09-12T07:01:38.473" v="100" actId="1076"/>
          <ac:graphicFrameMkLst>
            <pc:docMk/>
            <pc:sldMk cId="0" sldId="278"/>
            <ac:graphicFrameMk id="265" creationId="{00000000-0000-0000-0000-000000000000}"/>
          </ac:graphicFrameMkLst>
        </pc:graphicFrameChg>
      </pc:sldChg>
      <pc:sldChg chg="modSp mod">
        <pc:chgData name="Ms Alina Arshad" userId="cccdfd85-d35d-4453-9c6f-a463aae40722" providerId="ADAL" clId="{5B8A6D22-27A2-4EF9-83C4-9A1491FF93A7}" dt="2024-09-12T07:01:59.359" v="108" actId="1076"/>
        <pc:sldMkLst>
          <pc:docMk/>
          <pc:sldMk cId="0" sldId="281"/>
        </pc:sldMkLst>
        <pc:spChg chg="mod">
          <ac:chgData name="Ms Alina Arshad" userId="cccdfd85-d35d-4453-9c6f-a463aae40722" providerId="ADAL" clId="{5B8A6D22-27A2-4EF9-83C4-9A1491FF93A7}" dt="2024-09-12T07:01:57.063" v="107" actId="1076"/>
          <ac:spMkLst>
            <pc:docMk/>
            <pc:sldMk cId="0" sldId="281"/>
            <ac:spMk id="271" creationId="{00000000-0000-0000-0000-000000000000}"/>
          </ac:spMkLst>
        </pc:spChg>
        <pc:picChg chg="mod">
          <ac:chgData name="Ms Alina Arshad" userId="cccdfd85-d35d-4453-9c6f-a463aae40722" providerId="ADAL" clId="{5B8A6D22-27A2-4EF9-83C4-9A1491FF93A7}" dt="2024-09-12T07:01:59.359" v="108" actId="1076"/>
          <ac:picMkLst>
            <pc:docMk/>
            <pc:sldMk cId="0" sldId="281"/>
            <ac:picMk id="272" creationId="{00000000-0000-0000-0000-000000000000}"/>
          </ac:picMkLst>
        </pc:picChg>
      </pc:sldChg>
      <pc:sldChg chg="modSp mod">
        <pc:chgData name="Ms Alina Arshad" userId="cccdfd85-d35d-4453-9c6f-a463aae40722" providerId="ADAL" clId="{5B8A6D22-27A2-4EF9-83C4-9A1491FF93A7}" dt="2024-09-12T07:02:13.645" v="113" actId="14100"/>
        <pc:sldMkLst>
          <pc:docMk/>
          <pc:sldMk cId="0" sldId="282"/>
        </pc:sldMkLst>
        <pc:spChg chg="mod">
          <ac:chgData name="Ms Alina Arshad" userId="cccdfd85-d35d-4453-9c6f-a463aae40722" providerId="ADAL" clId="{5B8A6D22-27A2-4EF9-83C4-9A1491FF93A7}" dt="2024-09-12T07:02:13.645" v="113" actId="14100"/>
          <ac:spMkLst>
            <pc:docMk/>
            <pc:sldMk cId="0" sldId="282"/>
            <ac:spMk id="278" creationId="{00000000-0000-0000-0000-000000000000}"/>
          </ac:spMkLst>
        </pc:spChg>
        <pc:picChg chg="mod">
          <ac:chgData name="Ms Alina Arshad" userId="cccdfd85-d35d-4453-9c6f-a463aae40722" providerId="ADAL" clId="{5B8A6D22-27A2-4EF9-83C4-9A1491FF93A7}" dt="2024-09-12T07:02:09.818" v="112" actId="1076"/>
          <ac:picMkLst>
            <pc:docMk/>
            <pc:sldMk cId="0" sldId="282"/>
            <ac:picMk id="279" creationId="{00000000-0000-0000-0000-000000000000}"/>
          </ac:picMkLst>
        </pc:picChg>
      </pc:sldChg>
      <pc:sldChg chg="modSp mod">
        <pc:chgData name="Ms Alina Arshad" userId="cccdfd85-d35d-4453-9c6f-a463aae40722" providerId="ADAL" clId="{5B8A6D22-27A2-4EF9-83C4-9A1491FF93A7}" dt="2024-09-12T07:02:32.578" v="122" actId="27636"/>
        <pc:sldMkLst>
          <pc:docMk/>
          <pc:sldMk cId="0" sldId="283"/>
        </pc:sldMkLst>
        <pc:spChg chg="mod">
          <ac:chgData name="Ms Alina Arshad" userId="cccdfd85-d35d-4453-9c6f-a463aae40722" providerId="ADAL" clId="{5B8A6D22-27A2-4EF9-83C4-9A1491FF93A7}" dt="2024-09-12T07:02:32.578" v="122" actId="27636"/>
          <ac:spMkLst>
            <pc:docMk/>
            <pc:sldMk cId="0" sldId="283"/>
            <ac:spMk id="285" creationId="{00000000-0000-0000-0000-000000000000}"/>
          </ac:spMkLst>
        </pc:spChg>
        <pc:picChg chg="mod">
          <ac:chgData name="Ms Alina Arshad" userId="cccdfd85-d35d-4453-9c6f-a463aae40722" providerId="ADAL" clId="{5B8A6D22-27A2-4EF9-83C4-9A1491FF93A7}" dt="2024-09-12T07:02:28.146" v="120" actId="1076"/>
          <ac:picMkLst>
            <pc:docMk/>
            <pc:sldMk cId="0" sldId="283"/>
            <ac:picMk id="286" creationId="{00000000-0000-0000-0000-000000000000}"/>
          </ac:picMkLst>
        </pc:picChg>
      </pc:sldChg>
      <pc:sldChg chg="modSp mod modShow">
        <pc:chgData name="Ms Alina Arshad" userId="cccdfd85-d35d-4453-9c6f-a463aae40722" providerId="ADAL" clId="{5B8A6D22-27A2-4EF9-83C4-9A1491FF93A7}" dt="2024-09-13T05:13:51.900" v="187" actId="729"/>
        <pc:sldMkLst>
          <pc:docMk/>
          <pc:sldMk cId="0" sldId="284"/>
        </pc:sldMkLst>
        <pc:spChg chg="mod">
          <ac:chgData name="Ms Alina Arshad" userId="cccdfd85-d35d-4453-9c6f-a463aae40722" providerId="ADAL" clId="{5B8A6D22-27A2-4EF9-83C4-9A1491FF93A7}" dt="2024-09-12T07:02:45.877" v="129" actId="14100"/>
          <ac:spMkLst>
            <pc:docMk/>
            <pc:sldMk cId="0" sldId="284"/>
            <ac:spMk id="292" creationId="{00000000-0000-0000-0000-000000000000}"/>
          </ac:spMkLst>
        </pc:spChg>
        <pc:picChg chg="mod">
          <ac:chgData name="Ms Alina Arshad" userId="cccdfd85-d35d-4453-9c6f-a463aae40722" providerId="ADAL" clId="{5B8A6D22-27A2-4EF9-83C4-9A1491FF93A7}" dt="2024-09-12T07:02:36.504" v="123" actId="1076"/>
          <ac:picMkLst>
            <pc:docMk/>
            <pc:sldMk cId="0" sldId="284"/>
            <ac:picMk id="293" creationId="{00000000-0000-0000-0000-000000000000}"/>
          </ac:picMkLst>
        </pc:picChg>
      </pc:sldChg>
      <pc:sldChg chg="modSp del mod modShow">
        <pc:chgData name="Ms Alina Arshad" userId="cccdfd85-d35d-4453-9c6f-a463aae40722" providerId="ADAL" clId="{5B8A6D22-27A2-4EF9-83C4-9A1491FF93A7}" dt="2024-09-13T05:14:16.175" v="189" actId="47"/>
        <pc:sldMkLst>
          <pc:docMk/>
          <pc:sldMk cId="0" sldId="285"/>
        </pc:sldMkLst>
        <pc:spChg chg="mod">
          <ac:chgData name="Ms Alina Arshad" userId="cccdfd85-d35d-4453-9c6f-a463aae40722" providerId="ADAL" clId="{5B8A6D22-27A2-4EF9-83C4-9A1491FF93A7}" dt="2024-09-12T07:06:10.037" v="136" actId="113"/>
          <ac:spMkLst>
            <pc:docMk/>
            <pc:sldMk cId="0" sldId="285"/>
            <ac:spMk id="298" creationId="{00000000-0000-0000-0000-000000000000}"/>
          </ac:spMkLst>
        </pc:spChg>
        <pc:spChg chg="mod">
          <ac:chgData name="Ms Alina Arshad" userId="cccdfd85-d35d-4453-9c6f-a463aae40722" providerId="ADAL" clId="{5B8A6D22-27A2-4EF9-83C4-9A1491FF93A7}" dt="2024-09-12T07:02:58.581" v="134" actId="14100"/>
          <ac:spMkLst>
            <pc:docMk/>
            <pc:sldMk cId="0" sldId="285"/>
            <ac:spMk id="299" creationId="{00000000-0000-0000-0000-000000000000}"/>
          </ac:spMkLst>
        </pc:spChg>
      </pc:sldChg>
      <pc:sldChg chg="modSp mod">
        <pc:chgData name="Ms Alina Arshad" userId="cccdfd85-d35d-4453-9c6f-a463aae40722" providerId="ADAL" clId="{5B8A6D22-27A2-4EF9-83C4-9A1491FF93A7}" dt="2024-09-13T05:14:33.451" v="203" actId="404"/>
        <pc:sldMkLst>
          <pc:docMk/>
          <pc:sldMk cId="0" sldId="286"/>
        </pc:sldMkLst>
        <pc:spChg chg="mod">
          <ac:chgData name="Ms Alina Arshad" userId="cccdfd85-d35d-4453-9c6f-a463aae40722" providerId="ADAL" clId="{5B8A6D22-27A2-4EF9-83C4-9A1491FF93A7}" dt="2024-09-13T05:14:33.451" v="203" actId="404"/>
          <ac:spMkLst>
            <pc:docMk/>
            <pc:sldMk cId="0" sldId="286"/>
            <ac:spMk id="304" creationId="{00000000-0000-0000-0000-000000000000}"/>
          </ac:spMkLst>
        </pc:spChg>
        <pc:spChg chg="mod">
          <ac:chgData name="Ms Alina Arshad" userId="cccdfd85-d35d-4453-9c6f-a463aae40722" providerId="ADAL" clId="{5B8A6D22-27A2-4EF9-83C4-9A1491FF93A7}" dt="2024-09-12T07:09:06.008" v="141" actId="14100"/>
          <ac:spMkLst>
            <pc:docMk/>
            <pc:sldMk cId="0" sldId="286"/>
            <ac:spMk id="305" creationId="{00000000-0000-0000-0000-000000000000}"/>
          </ac:spMkLst>
        </pc:spChg>
      </pc:sldChg>
      <pc:sldChg chg="modSp mod">
        <pc:chgData name="Ms Alina Arshad" userId="cccdfd85-d35d-4453-9c6f-a463aae40722" providerId="ADAL" clId="{5B8A6D22-27A2-4EF9-83C4-9A1491FF93A7}" dt="2024-09-12T07:09:18.339" v="146" actId="207"/>
        <pc:sldMkLst>
          <pc:docMk/>
          <pc:sldMk cId="0" sldId="287"/>
        </pc:sldMkLst>
        <pc:spChg chg="mod">
          <ac:chgData name="Ms Alina Arshad" userId="cccdfd85-d35d-4453-9c6f-a463aae40722" providerId="ADAL" clId="{5B8A6D22-27A2-4EF9-83C4-9A1491FF93A7}" dt="2024-09-12T07:09:15.575" v="145" actId="1076"/>
          <ac:spMkLst>
            <pc:docMk/>
            <pc:sldMk cId="0" sldId="287"/>
            <ac:spMk id="311" creationId="{00000000-0000-0000-0000-000000000000}"/>
          </ac:spMkLst>
        </pc:spChg>
        <pc:spChg chg="mod">
          <ac:chgData name="Ms Alina Arshad" userId="cccdfd85-d35d-4453-9c6f-a463aae40722" providerId="ADAL" clId="{5B8A6D22-27A2-4EF9-83C4-9A1491FF93A7}" dt="2024-09-12T07:09:18.339" v="146" actId="207"/>
          <ac:spMkLst>
            <pc:docMk/>
            <pc:sldMk cId="0" sldId="287"/>
            <ac:spMk id="312" creationId="{00000000-0000-0000-0000-000000000000}"/>
          </ac:spMkLst>
        </pc:spChg>
      </pc:sldChg>
      <pc:sldChg chg="modSp mod modShow">
        <pc:chgData name="Ms Alina Arshad" userId="cccdfd85-d35d-4453-9c6f-a463aae40722" providerId="ADAL" clId="{5B8A6D22-27A2-4EF9-83C4-9A1491FF93A7}" dt="2024-09-13T05:15:12.439" v="210" actId="1076"/>
        <pc:sldMkLst>
          <pc:docMk/>
          <pc:sldMk cId="0" sldId="288"/>
        </pc:sldMkLst>
        <pc:spChg chg="mod">
          <ac:chgData name="Ms Alina Arshad" userId="cccdfd85-d35d-4453-9c6f-a463aae40722" providerId="ADAL" clId="{5B8A6D22-27A2-4EF9-83C4-9A1491FF93A7}" dt="2024-09-13T05:15:04.952" v="208" actId="14100"/>
          <ac:spMkLst>
            <pc:docMk/>
            <pc:sldMk cId="0" sldId="288"/>
            <ac:spMk id="317" creationId="{00000000-0000-0000-0000-000000000000}"/>
          </ac:spMkLst>
        </pc:spChg>
        <pc:picChg chg="mod">
          <ac:chgData name="Ms Alina Arshad" userId="cccdfd85-d35d-4453-9c6f-a463aae40722" providerId="ADAL" clId="{5B8A6D22-27A2-4EF9-83C4-9A1491FF93A7}" dt="2024-09-13T05:15:07.951" v="209" actId="1076"/>
          <ac:picMkLst>
            <pc:docMk/>
            <pc:sldMk cId="0" sldId="288"/>
            <ac:picMk id="320" creationId="{00000000-0000-0000-0000-000000000000}"/>
          </ac:picMkLst>
        </pc:picChg>
        <pc:picChg chg="mod">
          <ac:chgData name="Ms Alina Arshad" userId="cccdfd85-d35d-4453-9c6f-a463aae40722" providerId="ADAL" clId="{5B8A6D22-27A2-4EF9-83C4-9A1491FF93A7}" dt="2024-09-13T05:15:12.439" v="210" actId="1076"/>
          <ac:picMkLst>
            <pc:docMk/>
            <pc:sldMk cId="0" sldId="288"/>
            <ac:picMk id="321" creationId="{00000000-0000-0000-0000-000000000000}"/>
          </ac:picMkLst>
        </pc:picChg>
      </pc:sldChg>
      <pc:sldChg chg="modSp mod">
        <pc:chgData name="Ms Alina Arshad" userId="cccdfd85-d35d-4453-9c6f-a463aae40722" providerId="ADAL" clId="{5B8A6D22-27A2-4EF9-83C4-9A1491FF93A7}" dt="2024-09-13T05:15:39.437" v="223" actId="207"/>
        <pc:sldMkLst>
          <pc:docMk/>
          <pc:sldMk cId="0" sldId="289"/>
        </pc:sldMkLst>
        <pc:spChg chg="mod">
          <ac:chgData name="Ms Alina Arshad" userId="cccdfd85-d35d-4453-9c6f-a463aae40722" providerId="ADAL" clId="{5B8A6D22-27A2-4EF9-83C4-9A1491FF93A7}" dt="2024-09-13T05:15:28.059" v="218" actId="27636"/>
          <ac:spMkLst>
            <pc:docMk/>
            <pc:sldMk cId="0" sldId="289"/>
            <ac:spMk id="326" creationId="{00000000-0000-0000-0000-000000000000}"/>
          </ac:spMkLst>
        </pc:spChg>
        <pc:spChg chg="mod">
          <ac:chgData name="Ms Alina Arshad" userId="cccdfd85-d35d-4453-9c6f-a463aae40722" providerId="ADAL" clId="{5B8A6D22-27A2-4EF9-83C4-9A1491FF93A7}" dt="2024-09-13T05:15:39.437" v="223" actId="207"/>
          <ac:spMkLst>
            <pc:docMk/>
            <pc:sldMk cId="0" sldId="289"/>
            <ac:spMk id="327" creationId="{00000000-0000-0000-0000-000000000000}"/>
          </ac:spMkLst>
        </pc:spChg>
      </pc:sldChg>
      <pc:sldChg chg="modSp mod">
        <pc:chgData name="Ms Alina Arshad" userId="cccdfd85-d35d-4453-9c6f-a463aae40722" providerId="ADAL" clId="{5B8A6D22-27A2-4EF9-83C4-9A1491FF93A7}" dt="2024-09-13T05:16:09.657" v="229" actId="2711"/>
        <pc:sldMkLst>
          <pc:docMk/>
          <pc:sldMk cId="0" sldId="290"/>
        </pc:sldMkLst>
        <pc:spChg chg="mod">
          <ac:chgData name="Ms Alina Arshad" userId="cccdfd85-d35d-4453-9c6f-a463aae40722" providerId="ADAL" clId="{5B8A6D22-27A2-4EF9-83C4-9A1491FF93A7}" dt="2024-09-13T05:16:09.657" v="229" actId="2711"/>
          <ac:spMkLst>
            <pc:docMk/>
            <pc:sldMk cId="0" sldId="290"/>
            <ac:spMk id="333" creationId="{00000000-0000-0000-0000-000000000000}"/>
          </ac:spMkLst>
        </pc:spChg>
        <pc:picChg chg="mod">
          <ac:chgData name="Ms Alina Arshad" userId="cccdfd85-d35d-4453-9c6f-a463aae40722" providerId="ADAL" clId="{5B8A6D22-27A2-4EF9-83C4-9A1491FF93A7}" dt="2024-09-13T05:15:48.330" v="225" actId="14100"/>
          <ac:picMkLst>
            <pc:docMk/>
            <pc:sldMk cId="0" sldId="290"/>
            <ac:picMk id="332" creationId="{00000000-0000-0000-0000-000000000000}"/>
          </ac:picMkLst>
        </pc:picChg>
      </pc:sldChg>
      <pc:sldChg chg="modSp mod">
        <pc:chgData name="Ms Alina Arshad" userId="cccdfd85-d35d-4453-9c6f-a463aae40722" providerId="ADAL" clId="{5B8A6D22-27A2-4EF9-83C4-9A1491FF93A7}" dt="2024-09-13T05:16:46.897" v="250" actId="1076"/>
        <pc:sldMkLst>
          <pc:docMk/>
          <pc:sldMk cId="0" sldId="291"/>
        </pc:sldMkLst>
        <pc:spChg chg="mod">
          <ac:chgData name="Ms Alina Arshad" userId="cccdfd85-d35d-4453-9c6f-a463aae40722" providerId="ADAL" clId="{5B8A6D22-27A2-4EF9-83C4-9A1491FF93A7}" dt="2024-09-13T05:16:41.828" v="247" actId="27636"/>
          <ac:spMkLst>
            <pc:docMk/>
            <pc:sldMk cId="0" sldId="291"/>
            <ac:spMk id="338" creationId="{00000000-0000-0000-0000-000000000000}"/>
          </ac:spMkLst>
        </pc:spChg>
        <pc:picChg chg="mod">
          <ac:chgData name="Ms Alina Arshad" userId="cccdfd85-d35d-4453-9c6f-a463aae40722" providerId="ADAL" clId="{5B8A6D22-27A2-4EF9-83C4-9A1491FF93A7}" dt="2024-09-13T05:16:46.897" v="250" actId="1076"/>
          <ac:picMkLst>
            <pc:docMk/>
            <pc:sldMk cId="0" sldId="291"/>
            <ac:picMk id="339" creationId="{00000000-0000-0000-0000-000000000000}"/>
          </ac:picMkLst>
        </pc:picChg>
      </pc:sldChg>
      <pc:sldChg chg="modSp mod">
        <pc:chgData name="Ms Alina Arshad" userId="cccdfd85-d35d-4453-9c6f-a463aae40722" providerId="ADAL" clId="{5B8A6D22-27A2-4EF9-83C4-9A1491FF93A7}" dt="2024-09-13T05:17:13.587" v="259" actId="2711"/>
        <pc:sldMkLst>
          <pc:docMk/>
          <pc:sldMk cId="0" sldId="292"/>
        </pc:sldMkLst>
        <pc:spChg chg="mod">
          <ac:chgData name="Ms Alina Arshad" userId="cccdfd85-d35d-4453-9c6f-a463aae40722" providerId="ADAL" clId="{5B8A6D22-27A2-4EF9-83C4-9A1491FF93A7}" dt="2024-09-13T05:16:56.754" v="253" actId="14100"/>
          <ac:spMkLst>
            <pc:docMk/>
            <pc:sldMk cId="0" sldId="292"/>
            <ac:spMk id="344" creationId="{00000000-0000-0000-0000-000000000000}"/>
          </ac:spMkLst>
        </pc:spChg>
        <pc:spChg chg="mod">
          <ac:chgData name="Ms Alina Arshad" userId="cccdfd85-d35d-4453-9c6f-a463aae40722" providerId="ADAL" clId="{5B8A6D22-27A2-4EF9-83C4-9A1491FF93A7}" dt="2024-09-13T05:17:13.587" v="259" actId="2711"/>
          <ac:spMkLst>
            <pc:docMk/>
            <pc:sldMk cId="0" sldId="292"/>
            <ac:spMk id="345" creationId="{00000000-0000-0000-0000-000000000000}"/>
          </ac:spMkLst>
        </pc:spChg>
      </pc:sldChg>
      <pc:sldChg chg="modSp mod">
        <pc:chgData name="Ms Alina Arshad" userId="cccdfd85-d35d-4453-9c6f-a463aae40722" providerId="ADAL" clId="{5B8A6D22-27A2-4EF9-83C4-9A1491FF93A7}" dt="2024-09-13T05:17:54.481" v="276" actId="1076"/>
        <pc:sldMkLst>
          <pc:docMk/>
          <pc:sldMk cId="0" sldId="293"/>
        </pc:sldMkLst>
        <pc:spChg chg="mod">
          <ac:chgData name="Ms Alina Arshad" userId="cccdfd85-d35d-4453-9c6f-a463aae40722" providerId="ADAL" clId="{5B8A6D22-27A2-4EF9-83C4-9A1491FF93A7}" dt="2024-09-13T05:17:54.481" v="276" actId="1076"/>
          <ac:spMkLst>
            <pc:docMk/>
            <pc:sldMk cId="0" sldId="293"/>
            <ac:spMk id="350" creationId="{00000000-0000-0000-0000-000000000000}"/>
          </ac:spMkLst>
        </pc:spChg>
        <pc:picChg chg="mod">
          <ac:chgData name="Ms Alina Arshad" userId="cccdfd85-d35d-4453-9c6f-a463aae40722" providerId="ADAL" clId="{5B8A6D22-27A2-4EF9-83C4-9A1491FF93A7}" dt="2024-09-13T05:17:40.969" v="270" actId="1076"/>
          <ac:picMkLst>
            <pc:docMk/>
            <pc:sldMk cId="0" sldId="293"/>
            <ac:picMk id="351" creationId="{00000000-0000-0000-0000-000000000000}"/>
          </ac:picMkLst>
        </pc:picChg>
      </pc:sldChg>
      <pc:sldChg chg="modSp mod">
        <pc:chgData name="Ms Alina Arshad" userId="cccdfd85-d35d-4453-9c6f-a463aae40722" providerId="ADAL" clId="{5B8A6D22-27A2-4EF9-83C4-9A1491FF93A7}" dt="2024-09-13T05:18:16.246" v="287" actId="20577"/>
        <pc:sldMkLst>
          <pc:docMk/>
          <pc:sldMk cId="0" sldId="294"/>
        </pc:sldMkLst>
        <pc:spChg chg="mod">
          <ac:chgData name="Ms Alina Arshad" userId="cccdfd85-d35d-4453-9c6f-a463aae40722" providerId="ADAL" clId="{5B8A6D22-27A2-4EF9-83C4-9A1491FF93A7}" dt="2024-09-13T05:18:16.246" v="287" actId="20577"/>
          <ac:spMkLst>
            <pc:docMk/>
            <pc:sldMk cId="0" sldId="294"/>
            <ac:spMk id="356" creationId="{00000000-0000-0000-0000-000000000000}"/>
          </ac:spMkLst>
        </pc:spChg>
        <pc:picChg chg="mod">
          <ac:chgData name="Ms Alina Arshad" userId="cccdfd85-d35d-4453-9c6f-a463aae40722" providerId="ADAL" clId="{5B8A6D22-27A2-4EF9-83C4-9A1491FF93A7}" dt="2024-09-13T05:18:03.026" v="279" actId="1076"/>
          <ac:picMkLst>
            <pc:docMk/>
            <pc:sldMk cId="0" sldId="294"/>
            <ac:picMk id="357" creationId="{00000000-0000-0000-0000-000000000000}"/>
          </ac:picMkLst>
        </pc:picChg>
      </pc:sldChg>
      <pc:sldChg chg="delSp modSp mod">
        <pc:chgData name="Ms Alina Arshad" userId="cccdfd85-d35d-4453-9c6f-a463aae40722" providerId="ADAL" clId="{5B8A6D22-27A2-4EF9-83C4-9A1491FF93A7}" dt="2024-09-13T05:18:42.445" v="299" actId="1076"/>
        <pc:sldMkLst>
          <pc:docMk/>
          <pc:sldMk cId="0" sldId="295"/>
        </pc:sldMkLst>
        <pc:spChg chg="del">
          <ac:chgData name="Ms Alina Arshad" userId="cccdfd85-d35d-4453-9c6f-a463aae40722" providerId="ADAL" clId="{5B8A6D22-27A2-4EF9-83C4-9A1491FF93A7}" dt="2024-09-13T05:18:23.414" v="288" actId="478"/>
          <ac:spMkLst>
            <pc:docMk/>
            <pc:sldMk cId="0" sldId="295"/>
            <ac:spMk id="362" creationId="{00000000-0000-0000-0000-000000000000}"/>
          </ac:spMkLst>
        </pc:spChg>
        <pc:spChg chg="mod">
          <ac:chgData name="Ms Alina Arshad" userId="cccdfd85-d35d-4453-9c6f-a463aae40722" providerId="ADAL" clId="{5B8A6D22-27A2-4EF9-83C4-9A1491FF93A7}" dt="2024-09-13T05:18:42.445" v="299" actId="1076"/>
          <ac:spMkLst>
            <pc:docMk/>
            <pc:sldMk cId="0" sldId="295"/>
            <ac:spMk id="363" creationId="{00000000-0000-0000-0000-000000000000}"/>
          </ac:spMkLst>
        </pc:spChg>
      </pc:sldChg>
      <pc:sldChg chg="modSp mod">
        <pc:chgData name="Ms Alina Arshad" userId="cccdfd85-d35d-4453-9c6f-a463aae40722" providerId="ADAL" clId="{5B8A6D22-27A2-4EF9-83C4-9A1491FF93A7}" dt="2024-09-13T05:18:53.107" v="303" actId="207"/>
        <pc:sldMkLst>
          <pc:docMk/>
          <pc:sldMk cId="0" sldId="296"/>
        </pc:sldMkLst>
        <pc:spChg chg="mod">
          <ac:chgData name="Ms Alina Arshad" userId="cccdfd85-d35d-4453-9c6f-a463aae40722" providerId="ADAL" clId="{5B8A6D22-27A2-4EF9-83C4-9A1491FF93A7}" dt="2024-09-13T05:18:50.848" v="302" actId="113"/>
          <ac:spMkLst>
            <pc:docMk/>
            <pc:sldMk cId="0" sldId="296"/>
            <ac:spMk id="368" creationId="{00000000-0000-0000-0000-000000000000}"/>
          </ac:spMkLst>
        </pc:spChg>
        <pc:spChg chg="mod">
          <ac:chgData name="Ms Alina Arshad" userId="cccdfd85-d35d-4453-9c6f-a463aae40722" providerId="ADAL" clId="{5B8A6D22-27A2-4EF9-83C4-9A1491FF93A7}" dt="2024-09-13T05:18:53.107" v="303" actId="207"/>
          <ac:spMkLst>
            <pc:docMk/>
            <pc:sldMk cId="0" sldId="296"/>
            <ac:spMk id="369" creationId="{00000000-0000-0000-0000-000000000000}"/>
          </ac:spMkLst>
        </pc:spChg>
      </pc:sldChg>
      <pc:sldChg chg="modSp mod">
        <pc:chgData name="Ms Alina Arshad" userId="cccdfd85-d35d-4453-9c6f-a463aae40722" providerId="ADAL" clId="{5B8A6D22-27A2-4EF9-83C4-9A1491FF93A7}" dt="2024-09-13T05:19:03.816" v="308" actId="207"/>
        <pc:sldMkLst>
          <pc:docMk/>
          <pc:sldMk cId="0" sldId="297"/>
        </pc:sldMkLst>
        <pc:spChg chg="mod">
          <ac:chgData name="Ms Alina Arshad" userId="cccdfd85-d35d-4453-9c6f-a463aae40722" providerId="ADAL" clId="{5B8A6D22-27A2-4EF9-83C4-9A1491FF93A7}" dt="2024-09-13T05:19:00.926" v="307" actId="27636"/>
          <ac:spMkLst>
            <pc:docMk/>
            <pc:sldMk cId="0" sldId="297"/>
            <ac:spMk id="374" creationId="{00000000-0000-0000-0000-000000000000}"/>
          </ac:spMkLst>
        </pc:spChg>
        <pc:spChg chg="mod">
          <ac:chgData name="Ms Alina Arshad" userId="cccdfd85-d35d-4453-9c6f-a463aae40722" providerId="ADAL" clId="{5B8A6D22-27A2-4EF9-83C4-9A1491FF93A7}" dt="2024-09-13T05:19:03.816" v="308" actId="207"/>
          <ac:spMkLst>
            <pc:docMk/>
            <pc:sldMk cId="0" sldId="297"/>
            <ac:spMk id="375" creationId="{00000000-0000-0000-0000-000000000000}"/>
          </ac:spMkLst>
        </pc:spChg>
      </pc:sldChg>
      <pc:sldChg chg="modSp mod">
        <pc:chgData name="Ms Alina Arshad" userId="cccdfd85-d35d-4453-9c6f-a463aae40722" providerId="ADAL" clId="{5B8A6D22-27A2-4EF9-83C4-9A1491FF93A7}" dt="2024-09-13T05:21:57.672" v="332" actId="403"/>
        <pc:sldMkLst>
          <pc:docMk/>
          <pc:sldMk cId="0" sldId="298"/>
        </pc:sldMkLst>
        <pc:spChg chg="mod">
          <ac:chgData name="Ms Alina Arshad" userId="cccdfd85-d35d-4453-9c6f-a463aae40722" providerId="ADAL" clId="{5B8A6D22-27A2-4EF9-83C4-9A1491FF93A7}" dt="2024-09-13T05:21:57.672" v="332" actId="403"/>
          <ac:spMkLst>
            <pc:docMk/>
            <pc:sldMk cId="0" sldId="298"/>
            <ac:spMk id="381" creationId="{00000000-0000-0000-0000-000000000000}"/>
          </ac:spMkLst>
        </pc:spChg>
        <pc:picChg chg="mod">
          <ac:chgData name="Ms Alina Arshad" userId="cccdfd85-d35d-4453-9c6f-a463aae40722" providerId="ADAL" clId="{5B8A6D22-27A2-4EF9-83C4-9A1491FF93A7}" dt="2024-09-13T05:20:54.546" v="311" actId="1076"/>
          <ac:picMkLst>
            <pc:docMk/>
            <pc:sldMk cId="0" sldId="298"/>
            <ac:picMk id="382" creationId="{00000000-0000-0000-0000-000000000000}"/>
          </ac:picMkLst>
        </pc:picChg>
      </pc:sldChg>
      <pc:sldChg chg="modSp mod">
        <pc:chgData name="Ms Alina Arshad" userId="cccdfd85-d35d-4453-9c6f-a463aae40722" providerId="ADAL" clId="{5B8A6D22-27A2-4EF9-83C4-9A1491FF93A7}" dt="2024-09-13T05:22:21.505" v="342" actId="1076"/>
        <pc:sldMkLst>
          <pc:docMk/>
          <pc:sldMk cId="0" sldId="299"/>
        </pc:sldMkLst>
        <pc:spChg chg="mod">
          <ac:chgData name="Ms Alina Arshad" userId="cccdfd85-d35d-4453-9c6f-a463aae40722" providerId="ADAL" clId="{5B8A6D22-27A2-4EF9-83C4-9A1491FF93A7}" dt="2024-09-13T05:22:21.505" v="342" actId="1076"/>
          <ac:spMkLst>
            <pc:docMk/>
            <pc:sldMk cId="0" sldId="299"/>
            <ac:spMk id="387" creationId="{00000000-0000-0000-0000-000000000000}"/>
          </ac:spMkLst>
        </pc:spChg>
        <pc:picChg chg="mod">
          <ac:chgData name="Ms Alina Arshad" userId="cccdfd85-d35d-4453-9c6f-a463aae40722" providerId="ADAL" clId="{5B8A6D22-27A2-4EF9-83C4-9A1491FF93A7}" dt="2024-09-13T05:22:18.844" v="341" actId="1076"/>
          <ac:picMkLst>
            <pc:docMk/>
            <pc:sldMk cId="0" sldId="299"/>
            <ac:picMk id="388" creationId="{00000000-0000-0000-0000-000000000000}"/>
          </ac:picMkLst>
        </pc:picChg>
      </pc:sldChg>
      <pc:sldChg chg="modSp mod">
        <pc:chgData name="Ms Alina Arshad" userId="cccdfd85-d35d-4453-9c6f-a463aae40722" providerId="ADAL" clId="{5B8A6D22-27A2-4EF9-83C4-9A1491FF93A7}" dt="2024-09-13T05:22:54.631" v="358" actId="27636"/>
        <pc:sldMkLst>
          <pc:docMk/>
          <pc:sldMk cId="0" sldId="300"/>
        </pc:sldMkLst>
        <pc:spChg chg="mod">
          <ac:chgData name="Ms Alina Arshad" userId="cccdfd85-d35d-4453-9c6f-a463aae40722" providerId="ADAL" clId="{5B8A6D22-27A2-4EF9-83C4-9A1491FF93A7}" dt="2024-09-13T05:22:54.631" v="358" actId="27636"/>
          <ac:spMkLst>
            <pc:docMk/>
            <pc:sldMk cId="0" sldId="300"/>
            <ac:spMk id="394" creationId="{00000000-0000-0000-0000-000000000000}"/>
          </ac:spMkLst>
        </pc:spChg>
        <pc:picChg chg="mod">
          <ac:chgData name="Ms Alina Arshad" userId="cccdfd85-d35d-4453-9c6f-a463aae40722" providerId="ADAL" clId="{5B8A6D22-27A2-4EF9-83C4-9A1491FF93A7}" dt="2024-09-13T05:22:29.858" v="345" actId="1076"/>
          <ac:picMkLst>
            <pc:docMk/>
            <pc:sldMk cId="0" sldId="300"/>
            <ac:picMk id="395" creationId="{00000000-0000-0000-0000-000000000000}"/>
          </ac:picMkLst>
        </pc:picChg>
      </pc:sldChg>
      <pc:sldChg chg="modSp mod">
        <pc:chgData name="Ms Alina Arshad" userId="cccdfd85-d35d-4453-9c6f-a463aae40722" providerId="ADAL" clId="{5B8A6D22-27A2-4EF9-83C4-9A1491FF93A7}" dt="2024-09-13T05:23:03.847" v="361" actId="14100"/>
        <pc:sldMkLst>
          <pc:docMk/>
          <pc:sldMk cId="0" sldId="301"/>
        </pc:sldMkLst>
        <pc:spChg chg="mod">
          <ac:chgData name="Ms Alina Arshad" userId="cccdfd85-d35d-4453-9c6f-a463aae40722" providerId="ADAL" clId="{5B8A6D22-27A2-4EF9-83C4-9A1491FF93A7}" dt="2024-09-13T05:23:03.847" v="361" actId="14100"/>
          <ac:spMkLst>
            <pc:docMk/>
            <pc:sldMk cId="0" sldId="301"/>
            <ac:spMk id="401" creationId="{00000000-0000-0000-0000-000000000000}"/>
          </ac:spMkLst>
        </pc:spChg>
      </pc:sldChg>
      <pc:sldChg chg="modSp mod">
        <pc:chgData name="Ms Alina Arshad" userId="cccdfd85-d35d-4453-9c6f-a463aae40722" providerId="ADAL" clId="{5B8A6D22-27A2-4EF9-83C4-9A1491FF93A7}" dt="2024-09-13T05:23:17.341" v="364" actId="207"/>
        <pc:sldMkLst>
          <pc:docMk/>
          <pc:sldMk cId="0" sldId="302"/>
        </pc:sldMkLst>
        <pc:spChg chg="mod">
          <ac:chgData name="Ms Alina Arshad" userId="cccdfd85-d35d-4453-9c6f-a463aae40722" providerId="ADAL" clId="{5B8A6D22-27A2-4EF9-83C4-9A1491FF93A7}" dt="2024-09-13T05:23:13.439" v="363" actId="27636"/>
          <ac:spMkLst>
            <pc:docMk/>
            <pc:sldMk cId="0" sldId="302"/>
            <ac:spMk id="408" creationId="{00000000-0000-0000-0000-000000000000}"/>
          </ac:spMkLst>
        </pc:spChg>
        <pc:spChg chg="mod">
          <ac:chgData name="Ms Alina Arshad" userId="cccdfd85-d35d-4453-9c6f-a463aae40722" providerId="ADAL" clId="{5B8A6D22-27A2-4EF9-83C4-9A1491FF93A7}" dt="2024-09-13T05:23:17.341" v="364" actId="207"/>
          <ac:spMkLst>
            <pc:docMk/>
            <pc:sldMk cId="0" sldId="302"/>
            <ac:spMk id="409" creationId="{00000000-0000-0000-0000-000000000000}"/>
          </ac:spMkLst>
        </pc:spChg>
      </pc:sldChg>
      <pc:sldChg chg="modSp mod">
        <pc:chgData name="Ms Alina Arshad" userId="cccdfd85-d35d-4453-9c6f-a463aae40722" providerId="ADAL" clId="{5B8A6D22-27A2-4EF9-83C4-9A1491FF93A7}" dt="2024-09-13T05:23:42.147" v="370" actId="14100"/>
        <pc:sldMkLst>
          <pc:docMk/>
          <pc:sldMk cId="0" sldId="303"/>
        </pc:sldMkLst>
        <pc:spChg chg="mod">
          <ac:chgData name="Ms Alina Arshad" userId="cccdfd85-d35d-4453-9c6f-a463aae40722" providerId="ADAL" clId="{5B8A6D22-27A2-4EF9-83C4-9A1491FF93A7}" dt="2024-09-13T05:23:42.147" v="370" actId="14100"/>
          <ac:spMkLst>
            <pc:docMk/>
            <pc:sldMk cId="0" sldId="303"/>
            <ac:spMk id="415" creationId="{00000000-0000-0000-0000-000000000000}"/>
          </ac:spMkLst>
        </pc:spChg>
        <pc:picChg chg="mod">
          <ac:chgData name="Ms Alina Arshad" userId="cccdfd85-d35d-4453-9c6f-a463aae40722" providerId="ADAL" clId="{5B8A6D22-27A2-4EF9-83C4-9A1491FF93A7}" dt="2024-09-13T05:23:34.127" v="369" actId="14100"/>
          <ac:picMkLst>
            <pc:docMk/>
            <pc:sldMk cId="0" sldId="303"/>
            <ac:picMk id="416" creationId="{00000000-0000-0000-0000-000000000000}"/>
          </ac:picMkLst>
        </pc:picChg>
      </pc:sldChg>
      <pc:sldChg chg="modSp mod">
        <pc:chgData name="Ms Alina Arshad" userId="cccdfd85-d35d-4453-9c6f-a463aae40722" providerId="ADAL" clId="{5B8A6D22-27A2-4EF9-83C4-9A1491FF93A7}" dt="2024-09-13T05:24:05.710" v="378" actId="1076"/>
        <pc:sldMkLst>
          <pc:docMk/>
          <pc:sldMk cId="0" sldId="304"/>
        </pc:sldMkLst>
        <pc:spChg chg="mod">
          <ac:chgData name="Ms Alina Arshad" userId="cccdfd85-d35d-4453-9c6f-a463aae40722" providerId="ADAL" clId="{5B8A6D22-27A2-4EF9-83C4-9A1491FF93A7}" dt="2024-09-13T05:24:02.244" v="377" actId="113"/>
          <ac:spMkLst>
            <pc:docMk/>
            <pc:sldMk cId="0" sldId="304"/>
            <ac:spMk id="422" creationId="{00000000-0000-0000-0000-000000000000}"/>
          </ac:spMkLst>
        </pc:spChg>
        <pc:picChg chg="mod">
          <ac:chgData name="Ms Alina Arshad" userId="cccdfd85-d35d-4453-9c6f-a463aae40722" providerId="ADAL" clId="{5B8A6D22-27A2-4EF9-83C4-9A1491FF93A7}" dt="2024-09-13T05:24:05.710" v="378" actId="1076"/>
          <ac:picMkLst>
            <pc:docMk/>
            <pc:sldMk cId="0" sldId="304"/>
            <ac:picMk id="423" creationId="{00000000-0000-0000-0000-000000000000}"/>
          </ac:picMkLst>
        </pc:picChg>
      </pc:sldChg>
      <pc:sldChg chg="modSp mod">
        <pc:chgData name="Ms Alina Arshad" userId="cccdfd85-d35d-4453-9c6f-a463aae40722" providerId="ADAL" clId="{5B8A6D22-27A2-4EF9-83C4-9A1491FF93A7}" dt="2024-09-13T05:24:24.465" v="385" actId="207"/>
        <pc:sldMkLst>
          <pc:docMk/>
          <pc:sldMk cId="0" sldId="305"/>
        </pc:sldMkLst>
        <pc:spChg chg="mod">
          <ac:chgData name="Ms Alina Arshad" userId="cccdfd85-d35d-4453-9c6f-a463aae40722" providerId="ADAL" clId="{5B8A6D22-27A2-4EF9-83C4-9A1491FF93A7}" dt="2024-09-13T05:24:15.183" v="382" actId="27636"/>
          <ac:spMkLst>
            <pc:docMk/>
            <pc:sldMk cId="0" sldId="305"/>
            <ac:spMk id="430" creationId="{00000000-0000-0000-0000-000000000000}"/>
          </ac:spMkLst>
        </pc:spChg>
        <pc:spChg chg="mod">
          <ac:chgData name="Ms Alina Arshad" userId="cccdfd85-d35d-4453-9c6f-a463aae40722" providerId="ADAL" clId="{5B8A6D22-27A2-4EF9-83C4-9A1491FF93A7}" dt="2024-09-13T05:24:24.465" v="385" actId="207"/>
          <ac:spMkLst>
            <pc:docMk/>
            <pc:sldMk cId="0" sldId="305"/>
            <ac:spMk id="431" creationId="{00000000-0000-0000-0000-000000000000}"/>
          </ac:spMkLst>
        </pc:spChg>
      </pc:sldChg>
      <pc:sldChg chg="modSp mod">
        <pc:chgData name="Ms Alina Arshad" userId="cccdfd85-d35d-4453-9c6f-a463aae40722" providerId="ADAL" clId="{5B8A6D22-27A2-4EF9-83C4-9A1491FF93A7}" dt="2024-09-13T05:26:26.766" v="399" actId="207"/>
        <pc:sldMkLst>
          <pc:docMk/>
          <pc:sldMk cId="0" sldId="306"/>
        </pc:sldMkLst>
        <pc:spChg chg="mod">
          <ac:chgData name="Ms Alina Arshad" userId="cccdfd85-d35d-4453-9c6f-a463aae40722" providerId="ADAL" clId="{5B8A6D22-27A2-4EF9-83C4-9A1491FF93A7}" dt="2024-09-13T05:26:12.122" v="395" actId="1076"/>
          <ac:spMkLst>
            <pc:docMk/>
            <pc:sldMk cId="0" sldId="306"/>
            <ac:spMk id="437" creationId="{00000000-0000-0000-0000-000000000000}"/>
          </ac:spMkLst>
        </pc:spChg>
        <pc:spChg chg="mod">
          <ac:chgData name="Ms Alina Arshad" userId="cccdfd85-d35d-4453-9c6f-a463aae40722" providerId="ADAL" clId="{5B8A6D22-27A2-4EF9-83C4-9A1491FF93A7}" dt="2024-09-13T05:26:26.766" v="399" actId="207"/>
          <ac:spMkLst>
            <pc:docMk/>
            <pc:sldMk cId="0" sldId="306"/>
            <ac:spMk id="440" creationId="{00000000-0000-0000-0000-000000000000}"/>
          </ac:spMkLst>
        </pc:spChg>
        <pc:picChg chg="mod">
          <ac:chgData name="Ms Alina Arshad" userId="cccdfd85-d35d-4453-9c6f-a463aae40722" providerId="ADAL" clId="{5B8A6D22-27A2-4EF9-83C4-9A1491FF93A7}" dt="2024-09-13T05:26:13.794" v="396" actId="1076"/>
          <ac:picMkLst>
            <pc:docMk/>
            <pc:sldMk cId="0" sldId="306"/>
            <ac:picMk id="438" creationId="{00000000-0000-0000-0000-000000000000}"/>
          </ac:picMkLst>
        </pc:picChg>
        <pc:picChg chg="mod">
          <ac:chgData name="Ms Alina Arshad" userId="cccdfd85-d35d-4453-9c6f-a463aae40722" providerId="ADAL" clId="{5B8A6D22-27A2-4EF9-83C4-9A1491FF93A7}" dt="2024-09-13T05:26:16.730" v="397" actId="1076"/>
          <ac:picMkLst>
            <pc:docMk/>
            <pc:sldMk cId="0" sldId="306"/>
            <ac:picMk id="439" creationId="{00000000-0000-0000-0000-000000000000}"/>
          </ac:picMkLst>
        </pc:picChg>
      </pc:sldChg>
      <pc:sldChg chg="modSp mod">
        <pc:chgData name="Ms Alina Arshad" userId="cccdfd85-d35d-4453-9c6f-a463aae40722" providerId="ADAL" clId="{5B8A6D22-27A2-4EF9-83C4-9A1491FF93A7}" dt="2024-09-13T05:26:48.837" v="404" actId="113"/>
        <pc:sldMkLst>
          <pc:docMk/>
          <pc:sldMk cId="0" sldId="307"/>
        </pc:sldMkLst>
        <pc:spChg chg="mod">
          <ac:chgData name="Ms Alina Arshad" userId="cccdfd85-d35d-4453-9c6f-a463aae40722" providerId="ADAL" clId="{5B8A6D22-27A2-4EF9-83C4-9A1491FF93A7}" dt="2024-09-13T05:26:40.090" v="402" actId="14100"/>
          <ac:spMkLst>
            <pc:docMk/>
            <pc:sldMk cId="0" sldId="307"/>
            <ac:spMk id="446" creationId="{00000000-0000-0000-0000-000000000000}"/>
          </ac:spMkLst>
        </pc:spChg>
        <pc:spChg chg="mod">
          <ac:chgData name="Ms Alina Arshad" userId="cccdfd85-d35d-4453-9c6f-a463aae40722" providerId="ADAL" clId="{5B8A6D22-27A2-4EF9-83C4-9A1491FF93A7}" dt="2024-09-13T05:26:48.837" v="404" actId="113"/>
          <ac:spMkLst>
            <pc:docMk/>
            <pc:sldMk cId="0" sldId="307"/>
            <ac:spMk id="447" creationId="{00000000-0000-0000-0000-000000000000}"/>
          </ac:spMkLst>
        </pc:spChg>
      </pc:sldChg>
      <pc:sldChg chg="modSp mod">
        <pc:chgData name="Ms Alina Arshad" userId="cccdfd85-d35d-4453-9c6f-a463aae40722" providerId="ADAL" clId="{5B8A6D22-27A2-4EF9-83C4-9A1491FF93A7}" dt="2024-09-13T05:27:33.515" v="420" actId="1076"/>
        <pc:sldMkLst>
          <pc:docMk/>
          <pc:sldMk cId="0" sldId="308"/>
        </pc:sldMkLst>
        <pc:spChg chg="mod">
          <ac:chgData name="Ms Alina Arshad" userId="cccdfd85-d35d-4453-9c6f-a463aae40722" providerId="ADAL" clId="{5B8A6D22-27A2-4EF9-83C4-9A1491FF93A7}" dt="2024-09-13T05:26:59.642" v="408" actId="14100"/>
          <ac:spMkLst>
            <pc:docMk/>
            <pc:sldMk cId="0" sldId="308"/>
            <ac:spMk id="453" creationId="{00000000-0000-0000-0000-000000000000}"/>
          </ac:spMkLst>
        </pc:spChg>
        <pc:spChg chg="mod">
          <ac:chgData name="Ms Alina Arshad" userId="cccdfd85-d35d-4453-9c6f-a463aae40722" providerId="ADAL" clId="{5B8A6D22-27A2-4EF9-83C4-9A1491FF93A7}" dt="2024-09-13T05:27:33.515" v="420" actId="1076"/>
          <ac:spMkLst>
            <pc:docMk/>
            <pc:sldMk cId="0" sldId="308"/>
            <ac:spMk id="455" creationId="{00000000-0000-0000-0000-000000000000}"/>
          </ac:spMkLst>
        </pc:spChg>
        <pc:picChg chg="mod">
          <ac:chgData name="Ms Alina Arshad" userId="cccdfd85-d35d-4453-9c6f-a463aae40722" providerId="ADAL" clId="{5B8A6D22-27A2-4EF9-83C4-9A1491FF93A7}" dt="2024-09-13T05:27:05.875" v="411" actId="1076"/>
          <ac:picMkLst>
            <pc:docMk/>
            <pc:sldMk cId="0" sldId="308"/>
            <ac:picMk id="454" creationId="{00000000-0000-0000-0000-000000000000}"/>
          </ac:picMkLst>
        </pc:picChg>
        <pc:picChg chg="mod">
          <ac:chgData name="Ms Alina Arshad" userId="cccdfd85-d35d-4453-9c6f-a463aae40722" providerId="ADAL" clId="{5B8A6D22-27A2-4EF9-83C4-9A1491FF93A7}" dt="2024-09-13T05:27:30.375" v="419" actId="1076"/>
          <ac:picMkLst>
            <pc:docMk/>
            <pc:sldMk cId="0" sldId="308"/>
            <ac:picMk id="456" creationId="{00000000-0000-0000-0000-000000000000}"/>
          </ac:picMkLst>
        </pc:picChg>
      </pc:sldChg>
      <pc:sldChg chg="modSp mod">
        <pc:chgData name="Ms Alina Arshad" userId="cccdfd85-d35d-4453-9c6f-a463aae40722" providerId="ADAL" clId="{5B8A6D22-27A2-4EF9-83C4-9A1491FF93A7}" dt="2024-09-13T05:28:04.912" v="434" actId="1076"/>
        <pc:sldMkLst>
          <pc:docMk/>
          <pc:sldMk cId="0" sldId="309"/>
        </pc:sldMkLst>
        <pc:spChg chg="mod">
          <ac:chgData name="Ms Alina Arshad" userId="cccdfd85-d35d-4453-9c6f-a463aae40722" providerId="ADAL" clId="{5B8A6D22-27A2-4EF9-83C4-9A1491FF93A7}" dt="2024-09-13T05:27:48.996" v="426" actId="1076"/>
          <ac:spMkLst>
            <pc:docMk/>
            <pc:sldMk cId="0" sldId="309"/>
            <ac:spMk id="462" creationId="{00000000-0000-0000-0000-000000000000}"/>
          </ac:spMkLst>
        </pc:spChg>
        <pc:spChg chg="mod">
          <ac:chgData name="Ms Alina Arshad" userId="cccdfd85-d35d-4453-9c6f-a463aae40722" providerId="ADAL" clId="{5B8A6D22-27A2-4EF9-83C4-9A1491FF93A7}" dt="2024-09-13T05:28:04.912" v="434" actId="1076"/>
          <ac:spMkLst>
            <pc:docMk/>
            <pc:sldMk cId="0" sldId="309"/>
            <ac:spMk id="465" creationId="{00000000-0000-0000-0000-000000000000}"/>
          </ac:spMkLst>
        </pc:spChg>
        <pc:picChg chg="mod">
          <ac:chgData name="Ms Alina Arshad" userId="cccdfd85-d35d-4453-9c6f-a463aae40722" providerId="ADAL" clId="{5B8A6D22-27A2-4EF9-83C4-9A1491FF93A7}" dt="2024-09-13T05:27:53.686" v="429" actId="1076"/>
          <ac:picMkLst>
            <pc:docMk/>
            <pc:sldMk cId="0" sldId="309"/>
            <ac:picMk id="463" creationId="{00000000-0000-0000-0000-000000000000}"/>
          </ac:picMkLst>
        </pc:picChg>
        <pc:picChg chg="mod">
          <ac:chgData name="Ms Alina Arshad" userId="cccdfd85-d35d-4453-9c6f-a463aae40722" providerId="ADAL" clId="{5B8A6D22-27A2-4EF9-83C4-9A1491FF93A7}" dt="2024-09-13T05:27:45.262" v="424" actId="1076"/>
          <ac:picMkLst>
            <pc:docMk/>
            <pc:sldMk cId="0" sldId="309"/>
            <ac:picMk id="464" creationId="{00000000-0000-0000-0000-000000000000}"/>
          </ac:picMkLst>
        </pc:picChg>
      </pc:sldChg>
      <pc:sldChg chg="modSp mod">
        <pc:chgData name="Ms Alina Arshad" userId="cccdfd85-d35d-4453-9c6f-a463aae40722" providerId="ADAL" clId="{5B8A6D22-27A2-4EF9-83C4-9A1491FF93A7}" dt="2024-09-13T05:28:19.789" v="438" actId="207"/>
        <pc:sldMkLst>
          <pc:docMk/>
          <pc:sldMk cId="0" sldId="310"/>
        </pc:sldMkLst>
        <pc:spChg chg="mod">
          <ac:chgData name="Ms Alina Arshad" userId="cccdfd85-d35d-4453-9c6f-a463aae40722" providerId="ADAL" clId="{5B8A6D22-27A2-4EF9-83C4-9A1491FF93A7}" dt="2024-09-13T05:28:16.258" v="437" actId="14100"/>
          <ac:spMkLst>
            <pc:docMk/>
            <pc:sldMk cId="0" sldId="310"/>
            <ac:spMk id="470" creationId="{00000000-0000-0000-0000-000000000000}"/>
          </ac:spMkLst>
        </pc:spChg>
        <pc:spChg chg="mod">
          <ac:chgData name="Ms Alina Arshad" userId="cccdfd85-d35d-4453-9c6f-a463aae40722" providerId="ADAL" clId="{5B8A6D22-27A2-4EF9-83C4-9A1491FF93A7}" dt="2024-09-13T05:28:19.789" v="438" actId="207"/>
          <ac:spMkLst>
            <pc:docMk/>
            <pc:sldMk cId="0" sldId="310"/>
            <ac:spMk id="471" creationId="{00000000-0000-0000-0000-000000000000}"/>
          </ac:spMkLst>
        </pc:spChg>
      </pc:sldChg>
      <pc:sldChg chg="modSp mod">
        <pc:chgData name="Ms Alina Arshad" userId="cccdfd85-d35d-4453-9c6f-a463aae40722" providerId="ADAL" clId="{5B8A6D22-27A2-4EF9-83C4-9A1491FF93A7}" dt="2024-09-13T05:28:49.849" v="450" actId="1076"/>
        <pc:sldMkLst>
          <pc:docMk/>
          <pc:sldMk cId="0" sldId="311"/>
        </pc:sldMkLst>
        <pc:spChg chg="mod">
          <ac:chgData name="Ms Alina Arshad" userId="cccdfd85-d35d-4453-9c6f-a463aae40722" providerId="ADAL" clId="{5B8A6D22-27A2-4EF9-83C4-9A1491FF93A7}" dt="2024-09-13T05:28:33.913" v="445" actId="1076"/>
          <ac:spMkLst>
            <pc:docMk/>
            <pc:sldMk cId="0" sldId="311"/>
            <ac:spMk id="477" creationId="{00000000-0000-0000-0000-000000000000}"/>
          </ac:spMkLst>
        </pc:spChg>
        <pc:spChg chg="mod">
          <ac:chgData name="Ms Alina Arshad" userId="cccdfd85-d35d-4453-9c6f-a463aae40722" providerId="ADAL" clId="{5B8A6D22-27A2-4EF9-83C4-9A1491FF93A7}" dt="2024-09-13T05:28:49.849" v="450" actId="1076"/>
          <ac:spMkLst>
            <pc:docMk/>
            <pc:sldMk cId="0" sldId="311"/>
            <ac:spMk id="479" creationId="{00000000-0000-0000-0000-000000000000}"/>
          </ac:spMkLst>
        </pc:spChg>
        <pc:picChg chg="mod">
          <ac:chgData name="Ms Alina Arshad" userId="cccdfd85-d35d-4453-9c6f-a463aae40722" providerId="ADAL" clId="{5B8A6D22-27A2-4EF9-83C4-9A1491FF93A7}" dt="2024-09-13T05:28:36.417" v="446" actId="1076"/>
          <ac:picMkLst>
            <pc:docMk/>
            <pc:sldMk cId="0" sldId="311"/>
            <ac:picMk id="478" creationId="{00000000-0000-0000-0000-000000000000}"/>
          </ac:picMkLst>
        </pc:picChg>
      </pc:sldChg>
      <pc:sldChg chg="modSp mod">
        <pc:chgData name="Ms Alina Arshad" userId="cccdfd85-d35d-4453-9c6f-a463aae40722" providerId="ADAL" clId="{5B8A6D22-27A2-4EF9-83C4-9A1491FF93A7}" dt="2024-09-13T05:35:27.078" v="463" actId="1076"/>
        <pc:sldMkLst>
          <pc:docMk/>
          <pc:sldMk cId="0" sldId="312"/>
        </pc:sldMkLst>
        <pc:spChg chg="mod">
          <ac:chgData name="Ms Alina Arshad" userId="cccdfd85-d35d-4453-9c6f-a463aae40722" providerId="ADAL" clId="{5B8A6D22-27A2-4EF9-83C4-9A1491FF93A7}" dt="2024-09-13T05:35:11.835" v="455" actId="1076"/>
          <ac:spMkLst>
            <pc:docMk/>
            <pc:sldMk cId="0" sldId="312"/>
            <ac:spMk id="485" creationId="{00000000-0000-0000-0000-000000000000}"/>
          </ac:spMkLst>
        </pc:spChg>
        <pc:spChg chg="mod">
          <ac:chgData name="Ms Alina Arshad" userId="cccdfd85-d35d-4453-9c6f-a463aae40722" providerId="ADAL" clId="{5B8A6D22-27A2-4EF9-83C4-9A1491FF93A7}" dt="2024-09-13T05:35:25.126" v="461" actId="1076"/>
          <ac:spMkLst>
            <pc:docMk/>
            <pc:sldMk cId="0" sldId="312"/>
            <ac:spMk id="488" creationId="{00000000-0000-0000-0000-000000000000}"/>
          </ac:spMkLst>
        </pc:spChg>
        <pc:picChg chg="mod">
          <ac:chgData name="Ms Alina Arshad" userId="cccdfd85-d35d-4453-9c6f-a463aae40722" providerId="ADAL" clId="{5B8A6D22-27A2-4EF9-83C4-9A1491FF93A7}" dt="2024-09-13T05:35:27.078" v="463" actId="1076"/>
          <ac:picMkLst>
            <pc:docMk/>
            <pc:sldMk cId="0" sldId="312"/>
            <ac:picMk id="486" creationId="{00000000-0000-0000-0000-000000000000}"/>
          </ac:picMkLst>
        </pc:picChg>
      </pc:sldChg>
      <pc:sldChg chg="modSp mod modShow">
        <pc:chgData name="Ms Alina Arshad" userId="cccdfd85-d35d-4453-9c6f-a463aae40722" providerId="ADAL" clId="{5B8A6D22-27A2-4EF9-83C4-9A1491FF93A7}" dt="2024-09-13T05:35:54.938" v="473" actId="729"/>
        <pc:sldMkLst>
          <pc:docMk/>
          <pc:sldMk cId="0" sldId="313"/>
        </pc:sldMkLst>
        <pc:spChg chg="mod">
          <ac:chgData name="Ms Alina Arshad" userId="cccdfd85-d35d-4453-9c6f-a463aae40722" providerId="ADAL" clId="{5B8A6D22-27A2-4EF9-83C4-9A1491FF93A7}" dt="2024-09-13T05:35:36.295" v="467" actId="1076"/>
          <ac:spMkLst>
            <pc:docMk/>
            <pc:sldMk cId="0" sldId="313"/>
            <ac:spMk id="494" creationId="{00000000-0000-0000-0000-000000000000}"/>
          </ac:spMkLst>
        </pc:spChg>
        <pc:spChg chg="mod">
          <ac:chgData name="Ms Alina Arshad" userId="cccdfd85-d35d-4453-9c6f-a463aae40722" providerId="ADAL" clId="{5B8A6D22-27A2-4EF9-83C4-9A1491FF93A7}" dt="2024-09-13T05:35:48.088" v="472" actId="207"/>
          <ac:spMkLst>
            <pc:docMk/>
            <pc:sldMk cId="0" sldId="313"/>
            <ac:spMk id="495" creationId="{00000000-0000-0000-0000-000000000000}"/>
          </ac:spMkLst>
        </pc:spChg>
      </pc:sldChg>
      <pc:sldChg chg="modSp mod modShow">
        <pc:chgData name="Ms Alina Arshad" userId="cccdfd85-d35d-4453-9c6f-a463aae40722" providerId="ADAL" clId="{5B8A6D22-27A2-4EF9-83C4-9A1491FF93A7}" dt="2024-09-13T05:38:01.383" v="486" actId="404"/>
        <pc:sldMkLst>
          <pc:docMk/>
          <pc:sldMk cId="0" sldId="314"/>
        </pc:sldMkLst>
        <pc:spChg chg="mod">
          <ac:chgData name="Ms Alina Arshad" userId="cccdfd85-d35d-4453-9c6f-a463aae40722" providerId="ADAL" clId="{5B8A6D22-27A2-4EF9-83C4-9A1491FF93A7}" dt="2024-09-13T05:37:57.275" v="485" actId="1076"/>
          <ac:spMkLst>
            <pc:docMk/>
            <pc:sldMk cId="0" sldId="314"/>
            <ac:spMk id="501" creationId="{00000000-0000-0000-0000-000000000000}"/>
          </ac:spMkLst>
        </pc:spChg>
        <pc:spChg chg="mod">
          <ac:chgData name="Ms Alina Arshad" userId="cccdfd85-d35d-4453-9c6f-a463aae40722" providerId="ADAL" clId="{5B8A6D22-27A2-4EF9-83C4-9A1491FF93A7}" dt="2024-09-13T05:38:01.383" v="486" actId="404"/>
          <ac:spMkLst>
            <pc:docMk/>
            <pc:sldMk cId="0" sldId="314"/>
            <ac:spMk id="504" creationId="{00000000-0000-0000-0000-000000000000}"/>
          </ac:spMkLst>
        </pc:spChg>
        <pc:spChg chg="mod">
          <ac:chgData name="Ms Alina Arshad" userId="cccdfd85-d35d-4453-9c6f-a463aae40722" providerId="ADAL" clId="{5B8A6D22-27A2-4EF9-83C4-9A1491FF93A7}" dt="2024-09-13T05:37:38.579" v="481" actId="1076"/>
          <ac:spMkLst>
            <pc:docMk/>
            <pc:sldMk cId="0" sldId="314"/>
            <ac:spMk id="505" creationId="{00000000-0000-0000-0000-000000000000}"/>
          </ac:spMkLst>
        </pc:spChg>
        <pc:picChg chg="mod">
          <ac:chgData name="Ms Alina Arshad" userId="cccdfd85-d35d-4453-9c6f-a463aae40722" providerId="ADAL" clId="{5B8A6D22-27A2-4EF9-83C4-9A1491FF93A7}" dt="2024-09-13T05:36:08.662" v="476" actId="1076"/>
          <ac:picMkLst>
            <pc:docMk/>
            <pc:sldMk cId="0" sldId="314"/>
            <ac:picMk id="503" creationId="{00000000-0000-0000-0000-000000000000}"/>
          </ac:picMkLst>
        </pc:picChg>
      </pc:sldChg>
      <pc:sldChg chg="modSp mod">
        <pc:chgData name="Ms Alina Arshad" userId="cccdfd85-d35d-4453-9c6f-a463aae40722" providerId="ADAL" clId="{5B8A6D22-27A2-4EF9-83C4-9A1491FF93A7}" dt="2024-09-13T05:38:14.801" v="492" actId="207"/>
        <pc:sldMkLst>
          <pc:docMk/>
          <pc:sldMk cId="0" sldId="315"/>
        </pc:sldMkLst>
        <pc:spChg chg="mod">
          <ac:chgData name="Ms Alina Arshad" userId="cccdfd85-d35d-4453-9c6f-a463aae40722" providerId="ADAL" clId="{5B8A6D22-27A2-4EF9-83C4-9A1491FF93A7}" dt="2024-09-13T05:38:11.662" v="489" actId="14100"/>
          <ac:spMkLst>
            <pc:docMk/>
            <pc:sldMk cId="0" sldId="315"/>
            <ac:spMk id="511" creationId="{00000000-0000-0000-0000-000000000000}"/>
          </ac:spMkLst>
        </pc:spChg>
        <pc:spChg chg="mod">
          <ac:chgData name="Ms Alina Arshad" userId="cccdfd85-d35d-4453-9c6f-a463aae40722" providerId="ADAL" clId="{5B8A6D22-27A2-4EF9-83C4-9A1491FF93A7}" dt="2024-09-13T05:38:14.801" v="492" actId="207"/>
          <ac:spMkLst>
            <pc:docMk/>
            <pc:sldMk cId="0" sldId="315"/>
            <ac:spMk id="512" creationId="{00000000-0000-0000-0000-000000000000}"/>
          </ac:spMkLst>
        </pc:spChg>
      </pc:sldChg>
      <pc:sldChg chg="modSp mod">
        <pc:chgData name="Ms Alina Arshad" userId="cccdfd85-d35d-4453-9c6f-a463aae40722" providerId="ADAL" clId="{5B8A6D22-27A2-4EF9-83C4-9A1491FF93A7}" dt="2024-09-13T05:38:26.127" v="495" actId="207"/>
        <pc:sldMkLst>
          <pc:docMk/>
          <pc:sldMk cId="0" sldId="316"/>
        </pc:sldMkLst>
        <pc:spChg chg="mod">
          <ac:chgData name="Ms Alina Arshad" userId="cccdfd85-d35d-4453-9c6f-a463aae40722" providerId="ADAL" clId="{5B8A6D22-27A2-4EF9-83C4-9A1491FF93A7}" dt="2024-09-13T05:38:23.783" v="494" actId="1076"/>
          <ac:spMkLst>
            <pc:docMk/>
            <pc:sldMk cId="0" sldId="316"/>
            <ac:spMk id="518" creationId="{00000000-0000-0000-0000-000000000000}"/>
          </ac:spMkLst>
        </pc:spChg>
        <pc:spChg chg="mod">
          <ac:chgData name="Ms Alina Arshad" userId="cccdfd85-d35d-4453-9c6f-a463aae40722" providerId="ADAL" clId="{5B8A6D22-27A2-4EF9-83C4-9A1491FF93A7}" dt="2024-09-13T05:38:26.127" v="495" actId="207"/>
          <ac:spMkLst>
            <pc:docMk/>
            <pc:sldMk cId="0" sldId="316"/>
            <ac:spMk id="519" creationId="{00000000-0000-0000-0000-000000000000}"/>
          </ac:spMkLst>
        </pc:spChg>
      </pc:sldChg>
      <pc:sldChg chg="modSp mod">
        <pc:chgData name="Ms Alina Arshad" userId="cccdfd85-d35d-4453-9c6f-a463aae40722" providerId="ADAL" clId="{5B8A6D22-27A2-4EF9-83C4-9A1491FF93A7}" dt="2024-09-13T05:38:44.712" v="503" actId="1076"/>
        <pc:sldMkLst>
          <pc:docMk/>
          <pc:sldMk cId="0" sldId="317"/>
        </pc:sldMkLst>
        <pc:spChg chg="mod">
          <ac:chgData name="Ms Alina Arshad" userId="cccdfd85-d35d-4453-9c6f-a463aae40722" providerId="ADAL" clId="{5B8A6D22-27A2-4EF9-83C4-9A1491FF93A7}" dt="2024-09-13T05:38:34.026" v="497" actId="14100"/>
          <ac:spMkLst>
            <pc:docMk/>
            <pc:sldMk cId="0" sldId="317"/>
            <ac:spMk id="525" creationId="{00000000-0000-0000-0000-000000000000}"/>
          </ac:spMkLst>
        </pc:spChg>
        <pc:spChg chg="mod">
          <ac:chgData name="Ms Alina Arshad" userId="cccdfd85-d35d-4453-9c6f-a463aae40722" providerId="ADAL" clId="{5B8A6D22-27A2-4EF9-83C4-9A1491FF93A7}" dt="2024-09-13T05:38:39.716" v="500" actId="1076"/>
          <ac:spMkLst>
            <pc:docMk/>
            <pc:sldMk cId="0" sldId="317"/>
            <ac:spMk id="527" creationId="{00000000-0000-0000-0000-000000000000}"/>
          </ac:spMkLst>
        </pc:spChg>
        <pc:picChg chg="mod">
          <ac:chgData name="Ms Alina Arshad" userId="cccdfd85-d35d-4453-9c6f-a463aae40722" providerId="ADAL" clId="{5B8A6D22-27A2-4EF9-83C4-9A1491FF93A7}" dt="2024-09-13T05:38:44.712" v="503" actId="1076"/>
          <ac:picMkLst>
            <pc:docMk/>
            <pc:sldMk cId="0" sldId="317"/>
            <ac:picMk id="526" creationId="{00000000-0000-0000-0000-000000000000}"/>
          </ac:picMkLst>
        </pc:picChg>
      </pc:sldChg>
      <pc:sldChg chg="modSp mod">
        <pc:chgData name="Ms Alina Arshad" userId="cccdfd85-d35d-4453-9c6f-a463aae40722" providerId="ADAL" clId="{5B8A6D22-27A2-4EF9-83C4-9A1491FF93A7}" dt="2024-09-13T05:38:56.740" v="507" actId="207"/>
        <pc:sldMkLst>
          <pc:docMk/>
          <pc:sldMk cId="0" sldId="318"/>
        </pc:sldMkLst>
        <pc:spChg chg="mod">
          <ac:chgData name="Ms Alina Arshad" userId="cccdfd85-d35d-4453-9c6f-a463aae40722" providerId="ADAL" clId="{5B8A6D22-27A2-4EF9-83C4-9A1491FF93A7}" dt="2024-09-13T05:38:54.256" v="506" actId="14100"/>
          <ac:spMkLst>
            <pc:docMk/>
            <pc:sldMk cId="0" sldId="318"/>
            <ac:spMk id="533" creationId="{00000000-0000-0000-0000-000000000000}"/>
          </ac:spMkLst>
        </pc:spChg>
        <pc:spChg chg="mod">
          <ac:chgData name="Ms Alina Arshad" userId="cccdfd85-d35d-4453-9c6f-a463aae40722" providerId="ADAL" clId="{5B8A6D22-27A2-4EF9-83C4-9A1491FF93A7}" dt="2024-09-13T05:38:56.740" v="507" actId="207"/>
          <ac:spMkLst>
            <pc:docMk/>
            <pc:sldMk cId="0" sldId="318"/>
            <ac:spMk id="534" creationId="{00000000-0000-0000-0000-000000000000}"/>
          </ac:spMkLst>
        </pc:spChg>
      </pc:sldChg>
      <pc:sldChg chg="modSp mod">
        <pc:chgData name="Ms Alina Arshad" userId="cccdfd85-d35d-4453-9c6f-a463aae40722" providerId="ADAL" clId="{5B8A6D22-27A2-4EF9-83C4-9A1491FF93A7}" dt="2024-09-13T05:39:36.508" v="519" actId="207"/>
        <pc:sldMkLst>
          <pc:docMk/>
          <pc:sldMk cId="0" sldId="319"/>
        </pc:sldMkLst>
        <pc:spChg chg="mod">
          <ac:chgData name="Ms Alina Arshad" userId="cccdfd85-d35d-4453-9c6f-a463aae40722" providerId="ADAL" clId="{5B8A6D22-27A2-4EF9-83C4-9A1491FF93A7}" dt="2024-09-13T05:39:08.797" v="511" actId="1076"/>
          <ac:spMkLst>
            <pc:docMk/>
            <pc:sldMk cId="0" sldId="319"/>
            <ac:spMk id="540" creationId="{00000000-0000-0000-0000-000000000000}"/>
          </ac:spMkLst>
        </pc:spChg>
        <pc:spChg chg="mod">
          <ac:chgData name="Ms Alina Arshad" userId="cccdfd85-d35d-4453-9c6f-a463aae40722" providerId="ADAL" clId="{5B8A6D22-27A2-4EF9-83C4-9A1491FF93A7}" dt="2024-09-13T05:39:36.508" v="519" actId="207"/>
          <ac:spMkLst>
            <pc:docMk/>
            <pc:sldMk cId="0" sldId="319"/>
            <ac:spMk id="541" creationId="{00000000-0000-0000-0000-000000000000}"/>
          </ac:spMkLst>
        </pc:spChg>
      </pc:sldChg>
      <pc:sldChg chg="modSp mod">
        <pc:chgData name="Ms Alina Arshad" userId="cccdfd85-d35d-4453-9c6f-a463aae40722" providerId="ADAL" clId="{5B8A6D22-27A2-4EF9-83C4-9A1491FF93A7}" dt="2024-09-13T05:39:43.101" v="521" actId="207"/>
        <pc:sldMkLst>
          <pc:docMk/>
          <pc:sldMk cId="0" sldId="320"/>
        </pc:sldMkLst>
        <pc:spChg chg="mod">
          <ac:chgData name="Ms Alina Arshad" userId="cccdfd85-d35d-4453-9c6f-a463aae40722" providerId="ADAL" clId="{5B8A6D22-27A2-4EF9-83C4-9A1491FF93A7}" dt="2024-09-13T05:39:40.086" v="520" actId="207"/>
          <ac:spMkLst>
            <pc:docMk/>
            <pc:sldMk cId="0" sldId="320"/>
            <ac:spMk id="549" creationId="{00000000-0000-0000-0000-000000000000}"/>
          </ac:spMkLst>
        </pc:spChg>
        <pc:spChg chg="mod">
          <ac:chgData name="Ms Alina Arshad" userId="cccdfd85-d35d-4453-9c6f-a463aae40722" providerId="ADAL" clId="{5B8A6D22-27A2-4EF9-83C4-9A1491FF93A7}" dt="2024-09-13T05:39:43.101" v="521" actId="207"/>
          <ac:spMkLst>
            <pc:docMk/>
            <pc:sldMk cId="0" sldId="320"/>
            <ac:spMk id="550" creationId="{00000000-0000-0000-0000-000000000000}"/>
          </ac:spMkLst>
        </pc:spChg>
      </pc:sldChg>
      <pc:sldChg chg="modSp mod">
        <pc:chgData name="Ms Alina Arshad" userId="cccdfd85-d35d-4453-9c6f-a463aae40722" providerId="ADAL" clId="{5B8A6D22-27A2-4EF9-83C4-9A1491FF93A7}" dt="2024-09-13T05:40:03.137" v="526" actId="207"/>
        <pc:sldMkLst>
          <pc:docMk/>
          <pc:sldMk cId="0" sldId="321"/>
        </pc:sldMkLst>
        <pc:spChg chg="mod">
          <ac:chgData name="Ms Alina Arshad" userId="cccdfd85-d35d-4453-9c6f-a463aae40722" providerId="ADAL" clId="{5B8A6D22-27A2-4EF9-83C4-9A1491FF93A7}" dt="2024-09-13T05:39:51.130" v="523" actId="14100"/>
          <ac:spMkLst>
            <pc:docMk/>
            <pc:sldMk cId="0" sldId="321"/>
            <ac:spMk id="555" creationId="{00000000-0000-0000-0000-000000000000}"/>
          </ac:spMkLst>
        </pc:spChg>
        <pc:spChg chg="mod">
          <ac:chgData name="Ms Alina Arshad" userId="cccdfd85-d35d-4453-9c6f-a463aae40722" providerId="ADAL" clId="{5B8A6D22-27A2-4EF9-83C4-9A1491FF93A7}" dt="2024-09-13T05:39:58.675" v="525" actId="2711"/>
          <ac:spMkLst>
            <pc:docMk/>
            <pc:sldMk cId="0" sldId="321"/>
            <ac:spMk id="556" creationId="{00000000-0000-0000-0000-000000000000}"/>
          </ac:spMkLst>
        </pc:spChg>
        <pc:spChg chg="mod">
          <ac:chgData name="Ms Alina Arshad" userId="cccdfd85-d35d-4453-9c6f-a463aae40722" providerId="ADAL" clId="{5B8A6D22-27A2-4EF9-83C4-9A1491FF93A7}" dt="2024-09-13T05:40:03.137" v="526" actId="207"/>
          <ac:spMkLst>
            <pc:docMk/>
            <pc:sldMk cId="0" sldId="321"/>
            <ac:spMk id="557" creationId="{00000000-0000-0000-0000-000000000000}"/>
          </ac:spMkLst>
        </pc:spChg>
      </pc:sldChg>
      <pc:sldChg chg="modSp mod">
        <pc:chgData name="Ms Alina Arshad" userId="cccdfd85-d35d-4453-9c6f-a463aae40722" providerId="ADAL" clId="{5B8A6D22-27A2-4EF9-83C4-9A1491FF93A7}" dt="2024-09-13T05:40:17.744" v="534" actId="20577"/>
        <pc:sldMkLst>
          <pc:docMk/>
          <pc:sldMk cId="0" sldId="322"/>
        </pc:sldMkLst>
        <pc:spChg chg="mod">
          <ac:chgData name="Ms Alina Arshad" userId="cccdfd85-d35d-4453-9c6f-a463aae40722" providerId="ADAL" clId="{5B8A6D22-27A2-4EF9-83C4-9A1491FF93A7}" dt="2024-09-13T05:40:10.948" v="529" actId="27636"/>
          <ac:spMkLst>
            <pc:docMk/>
            <pc:sldMk cId="0" sldId="322"/>
            <ac:spMk id="563" creationId="{00000000-0000-0000-0000-000000000000}"/>
          </ac:spMkLst>
        </pc:spChg>
        <pc:spChg chg="mod">
          <ac:chgData name="Ms Alina Arshad" userId="cccdfd85-d35d-4453-9c6f-a463aae40722" providerId="ADAL" clId="{5B8A6D22-27A2-4EF9-83C4-9A1491FF93A7}" dt="2024-09-13T05:40:17.744" v="534" actId="20577"/>
          <ac:spMkLst>
            <pc:docMk/>
            <pc:sldMk cId="0" sldId="322"/>
            <ac:spMk id="564" creationId="{00000000-0000-0000-0000-000000000000}"/>
          </ac:spMkLst>
        </pc:spChg>
      </pc:sldChg>
      <pc:sldChg chg="modSp mod">
        <pc:chgData name="Ms Alina Arshad" userId="cccdfd85-d35d-4453-9c6f-a463aae40722" providerId="ADAL" clId="{5B8A6D22-27A2-4EF9-83C4-9A1491FF93A7}" dt="2024-09-13T05:41:09.017" v="547" actId="14100"/>
        <pc:sldMkLst>
          <pc:docMk/>
          <pc:sldMk cId="0" sldId="323"/>
        </pc:sldMkLst>
        <pc:spChg chg="mod">
          <ac:chgData name="Ms Alina Arshad" userId="cccdfd85-d35d-4453-9c6f-a463aae40722" providerId="ADAL" clId="{5B8A6D22-27A2-4EF9-83C4-9A1491FF93A7}" dt="2024-09-13T05:40:50.376" v="538" actId="207"/>
          <ac:spMkLst>
            <pc:docMk/>
            <pc:sldMk cId="0" sldId="323"/>
            <ac:spMk id="569" creationId="{00000000-0000-0000-0000-000000000000}"/>
          </ac:spMkLst>
        </pc:spChg>
        <pc:spChg chg="mod">
          <ac:chgData name="Ms Alina Arshad" userId="cccdfd85-d35d-4453-9c6f-a463aae40722" providerId="ADAL" clId="{5B8A6D22-27A2-4EF9-83C4-9A1491FF93A7}" dt="2024-09-13T05:41:09.017" v="547" actId="14100"/>
          <ac:spMkLst>
            <pc:docMk/>
            <pc:sldMk cId="0" sldId="323"/>
            <ac:spMk id="570" creationId="{00000000-0000-0000-0000-000000000000}"/>
          </ac:spMkLst>
        </pc:spChg>
      </pc:sldChg>
      <pc:sldChg chg="modSp mod">
        <pc:chgData name="Ms Alina Arshad" userId="cccdfd85-d35d-4453-9c6f-a463aae40722" providerId="ADAL" clId="{5B8A6D22-27A2-4EF9-83C4-9A1491FF93A7}" dt="2024-09-13T05:41:47.797" v="554" actId="207"/>
        <pc:sldMkLst>
          <pc:docMk/>
          <pc:sldMk cId="0" sldId="324"/>
        </pc:sldMkLst>
        <pc:spChg chg="mod">
          <ac:chgData name="Ms Alina Arshad" userId="cccdfd85-d35d-4453-9c6f-a463aae40722" providerId="ADAL" clId="{5B8A6D22-27A2-4EF9-83C4-9A1491FF93A7}" dt="2024-09-13T05:41:29.887" v="551" actId="207"/>
          <ac:spMkLst>
            <pc:docMk/>
            <pc:sldMk cId="0" sldId="324"/>
            <ac:spMk id="576" creationId="{00000000-0000-0000-0000-000000000000}"/>
          </ac:spMkLst>
        </pc:spChg>
        <pc:spChg chg="mod">
          <ac:chgData name="Ms Alina Arshad" userId="cccdfd85-d35d-4453-9c6f-a463aae40722" providerId="ADAL" clId="{5B8A6D22-27A2-4EF9-83C4-9A1491FF93A7}" dt="2024-09-13T05:41:47.797" v="554" actId="207"/>
          <ac:spMkLst>
            <pc:docMk/>
            <pc:sldMk cId="0" sldId="324"/>
            <ac:spMk id="577" creationId="{00000000-0000-0000-0000-000000000000}"/>
          </ac:spMkLst>
        </pc:spChg>
      </pc:sldChg>
      <pc:sldChg chg="modSp mod">
        <pc:chgData name="Ms Alina Arshad" userId="cccdfd85-d35d-4453-9c6f-a463aae40722" providerId="ADAL" clId="{5B8A6D22-27A2-4EF9-83C4-9A1491FF93A7}" dt="2024-09-13T05:42:40.229" v="567" actId="207"/>
        <pc:sldMkLst>
          <pc:docMk/>
          <pc:sldMk cId="0" sldId="325"/>
        </pc:sldMkLst>
        <pc:spChg chg="mod">
          <ac:chgData name="Ms Alina Arshad" userId="cccdfd85-d35d-4453-9c6f-a463aae40722" providerId="ADAL" clId="{5B8A6D22-27A2-4EF9-83C4-9A1491FF93A7}" dt="2024-09-13T05:42:36.755" v="566" actId="1076"/>
          <ac:spMkLst>
            <pc:docMk/>
            <pc:sldMk cId="0" sldId="325"/>
            <ac:spMk id="583" creationId="{00000000-0000-0000-0000-000000000000}"/>
          </ac:spMkLst>
        </pc:spChg>
        <pc:spChg chg="mod">
          <ac:chgData name="Ms Alina Arshad" userId="cccdfd85-d35d-4453-9c6f-a463aae40722" providerId="ADAL" clId="{5B8A6D22-27A2-4EF9-83C4-9A1491FF93A7}" dt="2024-09-13T05:42:40.229" v="567" actId="207"/>
          <ac:spMkLst>
            <pc:docMk/>
            <pc:sldMk cId="0" sldId="325"/>
            <ac:spMk id="584" creationId="{00000000-0000-0000-0000-000000000000}"/>
          </ac:spMkLst>
        </pc:spChg>
      </pc:sldChg>
      <pc:sldChg chg="modSp mod">
        <pc:chgData name="Ms Alina Arshad" userId="cccdfd85-d35d-4453-9c6f-a463aae40722" providerId="ADAL" clId="{5B8A6D22-27A2-4EF9-83C4-9A1491FF93A7}" dt="2024-09-13T06:34:13.537" v="571" actId="207"/>
        <pc:sldMkLst>
          <pc:docMk/>
          <pc:sldMk cId="0" sldId="326"/>
        </pc:sldMkLst>
        <pc:spChg chg="mod">
          <ac:chgData name="Ms Alina Arshad" userId="cccdfd85-d35d-4453-9c6f-a463aae40722" providerId="ADAL" clId="{5B8A6D22-27A2-4EF9-83C4-9A1491FF93A7}" dt="2024-09-13T06:34:10.053" v="570" actId="1076"/>
          <ac:spMkLst>
            <pc:docMk/>
            <pc:sldMk cId="0" sldId="326"/>
            <ac:spMk id="589" creationId="{00000000-0000-0000-0000-000000000000}"/>
          </ac:spMkLst>
        </pc:spChg>
        <pc:spChg chg="mod">
          <ac:chgData name="Ms Alina Arshad" userId="cccdfd85-d35d-4453-9c6f-a463aae40722" providerId="ADAL" clId="{5B8A6D22-27A2-4EF9-83C4-9A1491FF93A7}" dt="2024-09-13T06:34:13.537" v="571" actId="207"/>
          <ac:spMkLst>
            <pc:docMk/>
            <pc:sldMk cId="0" sldId="326"/>
            <ac:spMk id="590" creationId="{00000000-0000-0000-0000-000000000000}"/>
          </ac:spMkLst>
        </pc:spChg>
      </pc:sldChg>
      <pc:sldChg chg="modSp mod">
        <pc:chgData name="Ms Alina Arshad" userId="cccdfd85-d35d-4453-9c6f-a463aae40722" providerId="ADAL" clId="{5B8A6D22-27A2-4EF9-83C4-9A1491FF93A7}" dt="2024-09-13T06:35:12.054" v="588" actId="14100"/>
        <pc:sldMkLst>
          <pc:docMk/>
          <pc:sldMk cId="0" sldId="327"/>
        </pc:sldMkLst>
        <pc:spChg chg="mod">
          <ac:chgData name="Ms Alina Arshad" userId="cccdfd85-d35d-4453-9c6f-a463aae40722" providerId="ADAL" clId="{5B8A6D22-27A2-4EF9-83C4-9A1491FF93A7}" dt="2024-09-13T06:34:22.582" v="573" actId="14100"/>
          <ac:spMkLst>
            <pc:docMk/>
            <pc:sldMk cId="0" sldId="327"/>
            <ac:spMk id="595" creationId="{00000000-0000-0000-0000-000000000000}"/>
          </ac:spMkLst>
        </pc:spChg>
        <pc:spChg chg="mod">
          <ac:chgData name="Ms Alina Arshad" userId="cccdfd85-d35d-4453-9c6f-a463aae40722" providerId="ADAL" clId="{5B8A6D22-27A2-4EF9-83C4-9A1491FF93A7}" dt="2024-09-13T06:34:34.922" v="577" actId="207"/>
          <ac:spMkLst>
            <pc:docMk/>
            <pc:sldMk cId="0" sldId="327"/>
            <ac:spMk id="596" creationId="{00000000-0000-0000-0000-000000000000}"/>
          </ac:spMkLst>
        </pc:spChg>
        <pc:spChg chg="mod">
          <ac:chgData name="Ms Alina Arshad" userId="cccdfd85-d35d-4453-9c6f-a463aae40722" providerId="ADAL" clId="{5B8A6D22-27A2-4EF9-83C4-9A1491FF93A7}" dt="2024-09-13T06:35:12.054" v="588" actId="14100"/>
          <ac:spMkLst>
            <pc:docMk/>
            <pc:sldMk cId="0" sldId="327"/>
            <ac:spMk id="597" creationId="{00000000-0000-0000-0000-000000000000}"/>
          </ac:spMkLst>
        </pc:spChg>
      </pc:sldChg>
      <pc:sldChg chg="modSp mod">
        <pc:chgData name="Ms Alina Arshad" userId="cccdfd85-d35d-4453-9c6f-a463aae40722" providerId="ADAL" clId="{5B8A6D22-27A2-4EF9-83C4-9A1491FF93A7}" dt="2024-09-13T06:36:37.576" v="592" actId="207"/>
        <pc:sldMkLst>
          <pc:docMk/>
          <pc:sldMk cId="0" sldId="328"/>
        </pc:sldMkLst>
        <pc:spChg chg="mod">
          <ac:chgData name="Ms Alina Arshad" userId="cccdfd85-d35d-4453-9c6f-a463aae40722" providerId="ADAL" clId="{5B8A6D22-27A2-4EF9-83C4-9A1491FF93A7}" dt="2024-09-13T06:36:23.412" v="591" actId="14100"/>
          <ac:spMkLst>
            <pc:docMk/>
            <pc:sldMk cId="0" sldId="328"/>
            <ac:spMk id="602" creationId="{00000000-0000-0000-0000-000000000000}"/>
          </ac:spMkLst>
        </pc:spChg>
        <pc:spChg chg="mod">
          <ac:chgData name="Ms Alina Arshad" userId="cccdfd85-d35d-4453-9c6f-a463aae40722" providerId="ADAL" clId="{5B8A6D22-27A2-4EF9-83C4-9A1491FF93A7}" dt="2024-09-13T06:36:37.576" v="592" actId="207"/>
          <ac:spMkLst>
            <pc:docMk/>
            <pc:sldMk cId="0" sldId="328"/>
            <ac:spMk id="603" creationId="{00000000-0000-0000-0000-000000000000}"/>
          </ac:spMkLst>
        </pc:spChg>
      </pc:sldChg>
      <pc:sldChg chg="modSp mod">
        <pc:chgData name="Ms Alina Arshad" userId="cccdfd85-d35d-4453-9c6f-a463aae40722" providerId="ADAL" clId="{5B8A6D22-27A2-4EF9-83C4-9A1491FF93A7}" dt="2024-09-13T06:37:46.588" v="597" actId="207"/>
        <pc:sldMkLst>
          <pc:docMk/>
          <pc:sldMk cId="0" sldId="329"/>
        </pc:sldMkLst>
        <pc:spChg chg="mod">
          <ac:chgData name="Ms Alina Arshad" userId="cccdfd85-d35d-4453-9c6f-a463aae40722" providerId="ADAL" clId="{5B8A6D22-27A2-4EF9-83C4-9A1491FF93A7}" dt="2024-09-13T06:37:42.885" v="596" actId="207"/>
          <ac:spMkLst>
            <pc:docMk/>
            <pc:sldMk cId="0" sldId="329"/>
            <ac:spMk id="608" creationId="{00000000-0000-0000-0000-000000000000}"/>
          </ac:spMkLst>
        </pc:spChg>
        <pc:spChg chg="mod">
          <ac:chgData name="Ms Alina Arshad" userId="cccdfd85-d35d-4453-9c6f-a463aae40722" providerId="ADAL" clId="{5B8A6D22-27A2-4EF9-83C4-9A1491FF93A7}" dt="2024-09-13T06:37:46.588" v="597" actId="207"/>
          <ac:spMkLst>
            <pc:docMk/>
            <pc:sldMk cId="0" sldId="329"/>
            <ac:spMk id="609" creationId="{00000000-0000-0000-0000-000000000000}"/>
          </ac:spMkLst>
        </pc:spChg>
      </pc:sldChg>
      <pc:sldChg chg="modSp mod">
        <pc:chgData name="Ms Alina Arshad" userId="cccdfd85-d35d-4453-9c6f-a463aae40722" providerId="ADAL" clId="{5B8A6D22-27A2-4EF9-83C4-9A1491FF93A7}" dt="2024-09-13T06:37:59.873" v="604" actId="1076"/>
        <pc:sldMkLst>
          <pc:docMk/>
          <pc:sldMk cId="0" sldId="330"/>
        </pc:sldMkLst>
        <pc:spChg chg="mod">
          <ac:chgData name="Ms Alina Arshad" userId="cccdfd85-d35d-4453-9c6f-a463aae40722" providerId="ADAL" clId="{5B8A6D22-27A2-4EF9-83C4-9A1491FF93A7}" dt="2024-09-13T06:37:52.843" v="600" actId="14100"/>
          <ac:spMkLst>
            <pc:docMk/>
            <pc:sldMk cId="0" sldId="330"/>
            <ac:spMk id="615" creationId="{00000000-0000-0000-0000-000000000000}"/>
          </ac:spMkLst>
        </pc:spChg>
        <pc:spChg chg="mod">
          <ac:chgData name="Ms Alina Arshad" userId="cccdfd85-d35d-4453-9c6f-a463aae40722" providerId="ADAL" clId="{5B8A6D22-27A2-4EF9-83C4-9A1491FF93A7}" dt="2024-09-13T06:37:55.702" v="601" actId="1076"/>
          <ac:spMkLst>
            <pc:docMk/>
            <pc:sldMk cId="0" sldId="330"/>
            <ac:spMk id="617" creationId="{00000000-0000-0000-0000-000000000000}"/>
          </ac:spMkLst>
        </pc:spChg>
        <pc:picChg chg="mod">
          <ac:chgData name="Ms Alina Arshad" userId="cccdfd85-d35d-4453-9c6f-a463aae40722" providerId="ADAL" clId="{5B8A6D22-27A2-4EF9-83C4-9A1491FF93A7}" dt="2024-09-13T06:37:59.873" v="604" actId="1076"/>
          <ac:picMkLst>
            <pc:docMk/>
            <pc:sldMk cId="0" sldId="330"/>
            <ac:picMk id="616" creationId="{00000000-0000-0000-0000-000000000000}"/>
          </ac:picMkLst>
        </pc:picChg>
      </pc:sldChg>
      <pc:sldChg chg="modSp mod">
        <pc:chgData name="Ms Alina Arshad" userId="cccdfd85-d35d-4453-9c6f-a463aae40722" providerId="ADAL" clId="{5B8A6D22-27A2-4EF9-83C4-9A1491FF93A7}" dt="2024-09-13T06:38:15.645" v="608" actId="207"/>
        <pc:sldMkLst>
          <pc:docMk/>
          <pc:sldMk cId="0" sldId="331"/>
        </pc:sldMkLst>
        <pc:spChg chg="mod">
          <ac:chgData name="Ms Alina Arshad" userId="cccdfd85-d35d-4453-9c6f-a463aae40722" providerId="ADAL" clId="{5B8A6D22-27A2-4EF9-83C4-9A1491FF93A7}" dt="2024-09-13T06:38:12.901" v="607" actId="14100"/>
          <ac:spMkLst>
            <pc:docMk/>
            <pc:sldMk cId="0" sldId="331"/>
            <ac:spMk id="623" creationId="{00000000-0000-0000-0000-000000000000}"/>
          </ac:spMkLst>
        </pc:spChg>
        <pc:spChg chg="mod">
          <ac:chgData name="Ms Alina Arshad" userId="cccdfd85-d35d-4453-9c6f-a463aae40722" providerId="ADAL" clId="{5B8A6D22-27A2-4EF9-83C4-9A1491FF93A7}" dt="2024-09-13T06:38:15.645" v="608" actId="207"/>
          <ac:spMkLst>
            <pc:docMk/>
            <pc:sldMk cId="0" sldId="331"/>
            <ac:spMk id="624" creationId="{00000000-0000-0000-0000-000000000000}"/>
          </ac:spMkLst>
        </pc:spChg>
      </pc:sldChg>
      <pc:sldChg chg="modSp mod">
        <pc:chgData name="Ms Alina Arshad" userId="cccdfd85-d35d-4453-9c6f-a463aae40722" providerId="ADAL" clId="{5B8A6D22-27A2-4EF9-83C4-9A1491FF93A7}" dt="2024-09-13T06:38:36.075" v="612" actId="207"/>
        <pc:sldMkLst>
          <pc:docMk/>
          <pc:sldMk cId="0" sldId="332"/>
        </pc:sldMkLst>
        <pc:spChg chg="mod">
          <ac:chgData name="Ms Alina Arshad" userId="cccdfd85-d35d-4453-9c6f-a463aae40722" providerId="ADAL" clId="{5B8A6D22-27A2-4EF9-83C4-9A1491FF93A7}" dt="2024-09-13T06:38:33.560" v="611" actId="14100"/>
          <ac:spMkLst>
            <pc:docMk/>
            <pc:sldMk cId="0" sldId="332"/>
            <ac:spMk id="629" creationId="{00000000-0000-0000-0000-000000000000}"/>
          </ac:spMkLst>
        </pc:spChg>
        <pc:spChg chg="mod">
          <ac:chgData name="Ms Alina Arshad" userId="cccdfd85-d35d-4453-9c6f-a463aae40722" providerId="ADAL" clId="{5B8A6D22-27A2-4EF9-83C4-9A1491FF93A7}" dt="2024-09-13T06:38:36.075" v="612" actId="207"/>
          <ac:spMkLst>
            <pc:docMk/>
            <pc:sldMk cId="0" sldId="332"/>
            <ac:spMk id="630" creationId="{00000000-0000-0000-0000-000000000000}"/>
          </ac:spMkLst>
        </pc:spChg>
      </pc:sldChg>
      <pc:sldChg chg="modSp mod">
        <pc:chgData name="Ms Alina Arshad" userId="cccdfd85-d35d-4453-9c6f-a463aae40722" providerId="ADAL" clId="{5B8A6D22-27A2-4EF9-83C4-9A1491FF93A7}" dt="2024-09-13T06:38:49.541" v="616" actId="207"/>
        <pc:sldMkLst>
          <pc:docMk/>
          <pc:sldMk cId="0" sldId="333"/>
        </pc:sldMkLst>
        <pc:spChg chg="mod">
          <ac:chgData name="Ms Alina Arshad" userId="cccdfd85-d35d-4453-9c6f-a463aae40722" providerId="ADAL" clId="{5B8A6D22-27A2-4EF9-83C4-9A1491FF93A7}" dt="2024-09-13T06:38:46.697" v="615" actId="14100"/>
          <ac:spMkLst>
            <pc:docMk/>
            <pc:sldMk cId="0" sldId="333"/>
            <ac:spMk id="636" creationId="{00000000-0000-0000-0000-000000000000}"/>
          </ac:spMkLst>
        </pc:spChg>
        <pc:spChg chg="mod">
          <ac:chgData name="Ms Alina Arshad" userId="cccdfd85-d35d-4453-9c6f-a463aae40722" providerId="ADAL" clId="{5B8A6D22-27A2-4EF9-83C4-9A1491FF93A7}" dt="2024-09-13T06:38:49.541" v="616" actId="207"/>
          <ac:spMkLst>
            <pc:docMk/>
            <pc:sldMk cId="0" sldId="333"/>
            <ac:spMk id="637" creationId="{00000000-0000-0000-0000-000000000000}"/>
          </ac:spMkLst>
        </pc:spChg>
      </pc:sldChg>
      <pc:sldChg chg="modSp mod">
        <pc:chgData name="Ms Alina Arshad" userId="cccdfd85-d35d-4453-9c6f-a463aae40722" providerId="ADAL" clId="{5B8A6D22-27A2-4EF9-83C4-9A1491FF93A7}" dt="2024-09-13T06:39:02.917" v="621" actId="207"/>
        <pc:sldMkLst>
          <pc:docMk/>
          <pc:sldMk cId="0" sldId="334"/>
        </pc:sldMkLst>
        <pc:spChg chg="mod">
          <ac:chgData name="Ms Alina Arshad" userId="cccdfd85-d35d-4453-9c6f-a463aae40722" providerId="ADAL" clId="{5B8A6D22-27A2-4EF9-83C4-9A1491FF93A7}" dt="2024-09-13T06:38:58.679" v="619" actId="113"/>
          <ac:spMkLst>
            <pc:docMk/>
            <pc:sldMk cId="0" sldId="334"/>
            <ac:spMk id="642" creationId="{00000000-0000-0000-0000-000000000000}"/>
          </ac:spMkLst>
        </pc:spChg>
        <pc:spChg chg="mod">
          <ac:chgData name="Ms Alina Arshad" userId="cccdfd85-d35d-4453-9c6f-a463aae40722" providerId="ADAL" clId="{5B8A6D22-27A2-4EF9-83C4-9A1491FF93A7}" dt="2024-09-13T06:39:02.917" v="621" actId="207"/>
          <ac:spMkLst>
            <pc:docMk/>
            <pc:sldMk cId="0" sldId="334"/>
            <ac:spMk id="643" creationId="{00000000-0000-0000-0000-000000000000}"/>
          </ac:spMkLst>
        </pc:spChg>
      </pc:sldChg>
      <pc:sldChg chg="modSp mod">
        <pc:chgData name="Ms Alina Arshad" userId="cccdfd85-d35d-4453-9c6f-a463aae40722" providerId="ADAL" clId="{5B8A6D22-27A2-4EF9-83C4-9A1491FF93A7}" dt="2024-09-13T06:39:13.056" v="625" actId="207"/>
        <pc:sldMkLst>
          <pc:docMk/>
          <pc:sldMk cId="0" sldId="335"/>
        </pc:sldMkLst>
        <pc:spChg chg="mod">
          <ac:chgData name="Ms Alina Arshad" userId="cccdfd85-d35d-4453-9c6f-a463aae40722" providerId="ADAL" clId="{5B8A6D22-27A2-4EF9-83C4-9A1491FF93A7}" dt="2024-09-13T06:39:10.822" v="624" actId="14100"/>
          <ac:spMkLst>
            <pc:docMk/>
            <pc:sldMk cId="0" sldId="335"/>
            <ac:spMk id="649" creationId="{00000000-0000-0000-0000-000000000000}"/>
          </ac:spMkLst>
        </pc:spChg>
        <pc:spChg chg="mod">
          <ac:chgData name="Ms Alina Arshad" userId="cccdfd85-d35d-4453-9c6f-a463aae40722" providerId="ADAL" clId="{5B8A6D22-27A2-4EF9-83C4-9A1491FF93A7}" dt="2024-09-13T06:39:13.056" v="625" actId="207"/>
          <ac:spMkLst>
            <pc:docMk/>
            <pc:sldMk cId="0" sldId="335"/>
            <ac:spMk id="650" creationId="{00000000-0000-0000-0000-000000000000}"/>
          </ac:spMkLst>
        </pc:spChg>
      </pc:sldChg>
      <pc:sldChg chg="modSp mod">
        <pc:chgData name="Ms Alina Arshad" userId="cccdfd85-d35d-4453-9c6f-a463aae40722" providerId="ADAL" clId="{5B8A6D22-27A2-4EF9-83C4-9A1491FF93A7}" dt="2024-09-13T06:39:33.838" v="634" actId="1076"/>
        <pc:sldMkLst>
          <pc:docMk/>
          <pc:sldMk cId="0" sldId="336"/>
        </pc:sldMkLst>
        <pc:spChg chg="mod">
          <ac:chgData name="Ms Alina Arshad" userId="cccdfd85-d35d-4453-9c6f-a463aae40722" providerId="ADAL" clId="{5B8A6D22-27A2-4EF9-83C4-9A1491FF93A7}" dt="2024-09-13T06:39:33.838" v="634" actId="1076"/>
          <ac:spMkLst>
            <pc:docMk/>
            <pc:sldMk cId="0" sldId="336"/>
            <ac:spMk id="656" creationId="{00000000-0000-0000-0000-000000000000}"/>
          </ac:spMkLst>
        </pc:spChg>
        <pc:spChg chg="mod">
          <ac:chgData name="Ms Alina Arshad" userId="cccdfd85-d35d-4453-9c6f-a463aae40722" providerId="ADAL" clId="{5B8A6D22-27A2-4EF9-83C4-9A1491FF93A7}" dt="2024-09-13T06:39:29.042" v="633" actId="20577"/>
          <ac:spMkLst>
            <pc:docMk/>
            <pc:sldMk cId="0" sldId="336"/>
            <ac:spMk id="657" creationId="{00000000-0000-0000-0000-000000000000}"/>
          </ac:spMkLst>
        </pc:spChg>
      </pc:sldChg>
      <pc:sldChg chg="modSp mod">
        <pc:chgData name="Ms Alina Arshad" userId="cccdfd85-d35d-4453-9c6f-a463aae40722" providerId="ADAL" clId="{5B8A6D22-27A2-4EF9-83C4-9A1491FF93A7}" dt="2024-09-13T06:39:44.101" v="636" actId="207"/>
        <pc:sldMkLst>
          <pc:docMk/>
          <pc:sldMk cId="0" sldId="337"/>
        </pc:sldMkLst>
        <pc:spChg chg="mod">
          <ac:chgData name="Ms Alina Arshad" userId="cccdfd85-d35d-4453-9c6f-a463aae40722" providerId="ADAL" clId="{5B8A6D22-27A2-4EF9-83C4-9A1491FF93A7}" dt="2024-09-13T06:39:38.759" v="635" actId="1076"/>
          <ac:spMkLst>
            <pc:docMk/>
            <pc:sldMk cId="0" sldId="337"/>
            <ac:spMk id="663" creationId="{00000000-0000-0000-0000-000000000000}"/>
          </ac:spMkLst>
        </pc:spChg>
        <pc:spChg chg="mod">
          <ac:chgData name="Ms Alina Arshad" userId="cccdfd85-d35d-4453-9c6f-a463aae40722" providerId="ADAL" clId="{5B8A6D22-27A2-4EF9-83C4-9A1491FF93A7}" dt="2024-09-13T06:39:44.101" v="636" actId="207"/>
          <ac:spMkLst>
            <pc:docMk/>
            <pc:sldMk cId="0" sldId="337"/>
            <ac:spMk id="664" creationId="{00000000-0000-0000-0000-000000000000}"/>
          </ac:spMkLst>
        </pc:spChg>
      </pc:sldChg>
      <pc:sldChg chg="addSp modSp new mod">
        <pc:chgData name="Ms Alina Arshad" userId="cccdfd85-d35d-4453-9c6f-a463aae40722" providerId="ADAL" clId="{5B8A6D22-27A2-4EF9-83C4-9A1491FF93A7}" dt="2024-09-13T05:12:24.005" v="161" actId="1076"/>
        <pc:sldMkLst>
          <pc:docMk/>
          <pc:sldMk cId="3233864465" sldId="338"/>
        </pc:sldMkLst>
        <pc:spChg chg="add mod">
          <ac:chgData name="Ms Alina Arshad" userId="cccdfd85-d35d-4453-9c6f-a463aae40722" providerId="ADAL" clId="{5B8A6D22-27A2-4EF9-83C4-9A1491FF93A7}" dt="2024-09-13T05:12:24.005" v="161" actId="1076"/>
          <ac:spMkLst>
            <pc:docMk/>
            <pc:sldMk cId="3233864465" sldId="338"/>
            <ac:spMk id="3" creationId="{38CBFF88-BEC8-EC9F-E1A7-7E913B0EFCDD}"/>
          </ac:spMkLst>
        </pc:spChg>
      </pc:sldChg>
      <pc:sldChg chg="addSp modSp new mod">
        <pc:chgData name="Ms Alina Arshad" userId="cccdfd85-d35d-4453-9c6f-a463aae40722" providerId="ADAL" clId="{5B8A6D22-27A2-4EF9-83C4-9A1491FF93A7}" dt="2024-09-13T05:12:54.408" v="167" actId="1076"/>
        <pc:sldMkLst>
          <pc:docMk/>
          <pc:sldMk cId="1267034377" sldId="339"/>
        </pc:sldMkLst>
        <pc:spChg chg="add mod">
          <ac:chgData name="Ms Alina Arshad" userId="cccdfd85-d35d-4453-9c6f-a463aae40722" providerId="ADAL" clId="{5B8A6D22-27A2-4EF9-83C4-9A1491FF93A7}" dt="2024-09-13T05:12:54.408" v="167" actId="1076"/>
          <ac:spMkLst>
            <pc:docMk/>
            <pc:sldMk cId="1267034377" sldId="339"/>
            <ac:spMk id="3" creationId="{41D1BF0D-AD70-8833-5D6D-38565AB0485C}"/>
          </ac:spMkLst>
        </pc:spChg>
      </pc:sldChg>
      <pc:sldChg chg="addSp modSp new mod">
        <pc:chgData name="Ms Alina Arshad" userId="cccdfd85-d35d-4453-9c6f-a463aae40722" providerId="ADAL" clId="{5B8A6D22-27A2-4EF9-83C4-9A1491FF93A7}" dt="2024-09-13T05:13:11.117" v="176" actId="113"/>
        <pc:sldMkLst>
          <pc:docMk/>
          <pc:sldMk cId="2400815569" sldId="340"/>
        </pc:sldMkLst>
        <pc:spChg chg="add mod">
          <ac:chgData name="Ms Alina Arshad" userId="cccdfd85-d35d-4453-9c6f-a463aae40722" providerId="ADAL" clId="{5B8A6D22-27A2-4EF9-83C4-9A1491FF93A7}" dt="2024-09-13T05:13:11.117" v="176" actId="113"/>
          <ac:spMkLst>
            <pc:docMk/>
            <pc:sldMk cId="2400815569" sldId="340"/>
            <ac:spMk id="3" creationId="{69C02606-FCDF-8546-6C76-44B4F3EA776C}"/>
          </ac:spMkLst>
        </pc:spChg>
      </pc:sldChg>
      <pc:sldChg chg="addSp modSp new mod">
        <pc:chgData name="Ms Alina Arshad" userId="cccdfd85-d35d-4453-9c6f-a463aae40722" providerId="ADAL" clId="{5B8A6D22-27A2-4EF9-83C4-9A1491FF93A7}" dt="2024-09-13T05:13:43.875" v="186" actId="1076"/>
        <pc:sldMkLst>
          <pc:docMk/>
          <pc:sldMk cId="1204309406" sldId="341"/>
        </pc:sldMkLst>
        <pc:spChg chg="add mod">
          <ac:chgData name="Ms Alina Arshad" userId="cccdfd85-d35d-4453-9c6f-a463aae40722" providerId="ADAL" clId="{5B8A6D22-27A2-4EF9-83C4-9A1491FF93A7}" dt="2024-09-13T05:13:43.875" v="186" actId="1076"/>
          <ac:spMkLst>
            <pc:docMk/>
            <pc:sldMk cId="1204309406" sldId="341"/>
            <ac:spMk id="3" creationId="{FB09A7D6-CB86-1298-9237-F494689B2453}"/>
          </ac:spMkLst>
        </pc:spChg>
      </pc:sldChg>
      <pc:sldChg chg="new del">
        <pc:chgData name="Ms Alina Arshad" userId="cccdfd85-d35d-4453-9c6f-a463aae40722" providerId="ADAL" clId="{5B8A6D22-27A2-4EF9-83C4-9A1491FF93A7}" dt="2024-09-13T05:13:25.901" v="179" actId="47"/>
        <pc:sldMkLst>
          <pc:docMk/>
          <pc:sldMk cId="3585676104" sldId="341"/>
        </pc:sldMkLst>
      </pc:sldChg>
      <pc:sldChg chg="new del">
        <pc:chgData name="Ms Alina Arshad" userId="cccdfd85-d35d-4453-9c6f-a463aae40722" providerId="ADAL" clId="{5B8A6D22-27A2-4EF9-83C4-9A1491FF93A7}" dt="2024-09-13T05:13:26.151" v="180" actId="47"/>
        <pc:sldMkLst>
          <pc:docMk/>
          <pc:sldMk cId="3903136030" sldId="342"/>
        </pc:sldMkLst>
      </pc:sldChg>
    </pc:docChg>
  </pc:docChgLst>
  <pc:docChgLst>
    <pc:chgData name="Ms Alina Arshad" userId="cccdfd85-d35d-4453-9c6f-a463aae40722" providerId="ADAL" clId="{0CB232A2-0B42-4DBF-AC2D-50B32D7285CF}"/>
    <pc:docChg chg="custSel addSld delSld modSld sldOrd">
      <pc:chgData name="Ms Alina Arshad" userId="cccdfd85-d35d-4453-9c6f-a463aae40722" providerId="ADAL" clId="{0CB232A2-0B42-4DBF-AC2D-50B32D7285CF}" dt="2024-09-17T07:38:04.651" v="169" actId="47"/>
      <pc:docMkLst>
        <pc:docMk/>
      </pc:docMkLst>
      <pc:sldChg chg="modSp mod">
        <pc:chgData name="Ms Alina Arshad" userId="cccdfd85-d35d-4453-9c6f-a463aae40722" providerId="ADAL" clId="{0CB232A2-0B42-4DBF-AC2D-50B32D7285CF}" dt="2024-09-15T13:43:36.080" v="115" actId="1076"/>
        <pc:sldMkLst>
          <pc:docMk/>
          <pc:sldMk cId="0" sldId="258"/>
        </pc:sldMkLst>
        <pc:spChg chg="mod">
          <ac:chgData name="Ms Alina Arshad" userId="cccdfd85-d35d-4453-9c6f-a463aae40722" providerId="ADAL" clId="{0CB232A2-0B42-4DBF-AC2D-50B32D7285CF}" dt="2024-09-15T13:42:00.427" v="111" actId="14100"/>
          <ac:spMkLst>
            <pc:docMk/>
            <pc:sldMk cId="0" sldId="258"/>
            <ac:spMk id="106" creationId="{00000000-0000-0000-0000-000000000000}"/>
          </ac:spMkLst>
        </pc:spChg>
        <pc:spChg chg="mod">
          <ac:chgData name="Ms Alina Arshad" userId="cccdfd85-d35d-4453-9c6f-a463aae40722" providerId="ADAL" clId="{0CB232A2-0B42-4DBF-AC2D-50B32D7285CF}" dt="2024-09-15T13:43:36.080" v="115" actId="1076"/>
          <ac:spMkLst>
            <pc:docMk/>
            <pc:sldMk cId="0" sldId="258"/>
            <ac:spMk id="107" creationId="{00000000-0000-0000-0000-000000000000}"/>
          </ac:spMkLst>
        </pc:spChg>
      </pc:sldChg>
      <pc:sldChg chg="modSp mod">
        <pc:chgData name="Ms Alina Arshad" userId="cccdfd85-d35d-4453-9c6f-a463aae40722" providerId="ADAL" clId="{0CB232A2-0B42-4DBF-AC2D-50B32D7285CF}" dt="2024-09-15T13:42:20.799" v="112" actId="207"/>
        <pc:sldMkLst>
          <pc:docMk/>
          <pc:sldMk cId="0" sldId="259"/>
        </pc:sldMkLst>
        <pc:spChg chg="mod">
          <ac:chgData name="Ms Alina Arshad" userId="cccdfd85-d35d-4453-9c6f-a463aae40722" providerId="ADAL" clId="{0CB232A2-0B42-4DBF-AC2D-50B32D7285CF}" dt="2024-09-15T13:42:20.799" v="112" actId="207"/>
          <ac:spMkLst>
            <pc:docMk/>
            <pc:sldMk cId="0" sldId="259"/>
            <ac:spMk id="112" creationId="{00000000-0000-0000-0000-000000000000}"/>
          </ac:spMkLst>
        </pc:spChg>
      </pc:sldChg>
      <pc:sldChg chg="modSp mod">
        <pc:chgData name="Ms Alina Arshad" userId="cccdfd85-d35d-4453-9c6f-a463aae40722" providerId="ADAL" clId="{0CB232A2-0B42-4DBF-AC2D-50B32D7285CF}" dt="2024-09-15T13:40:10.232" v="105" actId="14100"/>
        <pc:sldMkLst>
          <pc:docMk/>
          <pc:sldMk cId="0" sldId="260"/>
        </pc:sldMkLst>
        <pc:picChg chg="mod">
          <ac:chgData name="Ms Alina Arshad" userId="cccdfd85-d35d-4453-9c6f-a463aae40722" providerId="ADAL" clId="{0CB232A2-0B42-4DBF-AC2D-50B32D7285CF}" dt="2024-09-15T13:40:10.232" v="105" actId="14100"/>
          <ac:picMkLst>
            <pc:docMk/>
            <pc:sldMk cId="0" sldId="260"/>
            <ac:picMk id="120" creationId="{00000000-0000-0000-0000-000000000000}"/>
          </ac:picMkLst>
        </pc:picChg>
      </pc:sldChg>
      <pc:sldChg chg="modSp mod">
        <pc:chgData name="Ms Alina Arshad" userId="cccdfd85-d35d-4453-9c6f-a463aae40722" providerId="ADAL" clId="{0CB232A2-0B42-4DBF-AC2D-50B32D7285CF}" dt="2024-09-14T10:46:51.265" v="3" actId="1076"/>
        <pc:sldMkLst>
          <pc:docMk/>
          <pc:sldMk cId="0" sldId="269"/>
        </pc:sldMkLst>
        <pc:spChg chg="mod">
          <ac:chgData name="Ms Alina Arshad" userId="cccdfd85-d35d-4453-9c6f-a463aae40722" providerId="ADAL" clId="{0CB232A2-0B42-4DBF-AC2D-50B32D7285CF}" dt="2024-09-14T10:46:51.265" v="3" actId="1076"/>
          <ac:spMkLst>
            <pc:docMk/>
            <pc:sldMk cId="0" sldId="269"/>
            <ac:spMk id="192" creationId="{00000000-0000-0000-0000-000000000000}"/>
          </ac:spMkLst>
        </pc:spChg>
        <pc:picChg chg="mod">
          <ac:chgData name="Ms Alina Arshad" userId="cccdfd85-d35d-4453-9c6f-a463aae40722" providerId="ADAL" clId="{0CB232A2-0B42-4DBF-AC2D-50B32D7285CF}" dt="2024-09-14T10:45:57.979" v="1" actId="2085"/>
          <ac:picMkLst>
            <pc:docMk/>
            <pc:sldMk cId="0" sldId="269"/>
            <ac:picMk id="193" creationId="{00000000-0000-0000-0000-000000000000}"/>
          </ac:picMkLst>
        </pc:picChg>
      </pc:sldChg>
      <pc:sldChg chg="modSp mod">
        <pc:chgData name="Ms Alina Arshad" userId="cccdfd85-d35d-4453-9c6f-a463aae40722" providerId="ADAL" clId="{0CB232A2-0B42-4DBF-AC2D-50B32D7285CF}" dt="2024-09-15T13:45:36.793" v="117" actId="113"/>
        <pc:sldMkLst>
          <pc:docMk/>
          <pc:sldMk cId="0" sldId="270"/>
        </pc:sldMkLst>
        <pc:spChg chg="mod">
          <ac:chgData name="Ms Alina Arshad" userId="cccdfd85-d35d-4453-9c6f-a463aae40722" providerId="ADAL" clId="{0CB232A2-0B42-4DBF-AC2D-50B32D7285CF}" dt="2024-09-15T13:45:36.793" v="117" actId="113"/>
          <ac:spMkLst>
            <pc:docMk/>
            <pc:sldMk cId="0" sldId="270"/>
            <ac:spMk id="201" creationId="{00000000-0000-0000-0000-000000000000}"/>
          </ac:spMkLst>
        </pc:spChg>
        <pc:spChg chg="mod">
          <ac:chgData name="Ms Alina Arshad" userId="cccdfd85-d35d-4453-9c6f-a463aae40722" providerId="ADAL" clId="{0CB232A2-0B42-4DBF-AC2D-50B32D7285CF}" dt="2024-09-14T10:47:31.591" v="4" actId="207"/>
          <ac:spMkLst>
            <pc:docMk/>
            <pc:sldMk cId="0" sldId="270"/>
            <ac:spMk id="202" creationId="{00000000-0000-0000-0000-000000000000}"/>
          </ac:spMkLst>
        </pc:spChg>
      </pc:sldChg>
      <pc:sldChg chg="modSp mod">
        <pc:chgData name="Ms Alina Arshad" userId="cccdfd85-d35d-4453-9c6f-a463aae40722" providerId="ADAL" clId="{0CB232A2-0B42-4DBF-AC2D-50B32D7285CF}" dt="2024-09-14T11:11:09.943" v="53" actId="1076"/>
        <pc:sldMkLst>
          <pc:docMk/>
          <pc:sldMk cId="0" sldId="271"/>
        </pc:sldMkLst>
        <pc:spChg chg="mod">
          <ac:chgData name="Ms Alina Arshad" userId="cccdfd85-d35d-4453-9c6f-a463aae40722" providerId="ADAL" clId="{0CB232A2-0B42-4DBF-AC2D-50B32D7285CF}" dt="2024-09-14T11:11:07.043" v="52" actId="20577"/>
          <ac:spMkLst>
            <pc:docMk/>
            <pc:sldMk cId="0" sldId="271"/>
            <ac:spMk id="210" creationId="{00000000-0000-0000-0000-000000000000}"/>
          </ac:spMkLst>
        </pc:spChg>
        <pc:picChg chg="mod">
          <ac:chgData name="Ms Alina Arshad" userId="cccdfd85-d35d-4453-9c6f-a463aae40722" providerId="ADAL" clId="{0CB232A2-0B42-4DBF-AC2D-50B32D7285CF}" dt="2024-09-14T11:11:09.943" v="53" actId="1076"/>
          <ac:picMkLst>
            <pc:docMk/>
            <pc:sldMk cId="0" sldId="271"/>
            <ac:picMk id="211" creationId="{00000000-0000-0000-0000-000000000000}"/>
          </ac:picMkLst>
        </pc:picChg>
      </pc:sldChg>
      <pc:sldChg chg="addSp delSp modSp mod">
        <pc:chgData name="Ms Alina Arshad" userId="cccdfd85-d35d-4453-9c6f-a463aae40722" providerId="ADAL" clId="{0CB232A2-0B42-4DBF-AC2D-50B32D7285CF}" dt="2024-09-15T13:53:32.742" v="137" actId="1076"/>
        <pc:sldMkLst>
          <pc:docMk/>
          <pc:sldMk cId="0" sldId="277"/>
        </pc:sldMkLst>
        <pc:spChg chg="add del mod">
          <ac:chgData name="Ms Alina Arshad" userId="cccdfd85-d35d-4453-9c6f-a463aae40722" providerId="ADAL" clId="{0CB232A2-0B42-4DBF-AC2D-50B32D7285CF}" dt="2024-09-15T13:53:25.594" v="135" actId="478"/>
          <ac:spMkLst>
            <pc:docMk/>
            <pc:sldMk cId="0" sldId="277"/>
            <ac:spMk id="3" creationId="{D1390B3A-9202-17C5-8B1D-C85833BAA94C}"/>
          </ac:spMkLst>
        </pc:spChg>
        <pc:spChg chg="mod">
          <ac:chgData name="Ms Alina Arshad" userId="cccdfd85-d35d-4453-9c6f-a463aae40722" providerId="ADAL" clId="{0CB232A2-0B42-4DBF-AC2D-50B32D7285CF}" dt="2024-09-15T13:51:51.007" v="124" actId="1076"/>
          <ac:spMkLst>
            <pc:docMk/>
            <pc:sldMk cId="0" sldId="277"/>
            <ac:spMk id="253" creationId="{00000000-0000-0000-0000-000000000000}"/>
          </ac:spMkLst>
        </pc:spChg>
        <pc:spChg chg="mod">
          <ac:chgData name="Ms Alina Arshad" userId="cccdfd85-d35d-4453-9c6f-a463aae40722" providerId="ADAL" clId="{0CB232A2-0B42-4DBF-AC2D-50B32D7285CF}" dt="2024-09-15T13:53:29.472" v="136" actId="1076"/>
          <ac:spMkLst>
            <pc:docMk/>
            <pc:sldMk cId="0" sldId="277"/>
            <ac:spMk id="255" creationId="{00000000-0000-0000-0000-000000000000}"/>
          </ac:spMkLst>
        </pc:spChg>
        <pc:graphicFrameChg chg="mod">
          <ac:chgData name="Ms Alina Arshad" userId="cccdfd85-d35d-4453-9c6f-a463aae40722" providerId="ADAL" clId="{0CB232A2-0B42-4DBF-AC2D-50B32D7285CF}" dt="2024-09-15T13:53:32.742" v="137" actId="1076"/>
          <ac:graphicFrameMkLst>
            <pc:docMk/>
            <pc:sldMk cId="0" sldId="277"/>
            <ac:graphicFrameMk id="254" creationId="{00000000-0000-0000-0000-000000000000}"/>
          </ac:graphicFrameMkLst>
        </pc:graphicFrameChg>
      </pc:sldChg>
      <pc:sldChg chg="modSp mod">
        <pc:chgData name="Ms Alina Arshad" userId="cccdfd85-d35d-4453-9c6f-a463aae40722" providerId="ADAL" clId="{0CB232A2-0B42-4DBF-AC2D-50B32D7285CF}" dt="2024-09-14T11:53:23.512" v="104" actId="20577"/>
        <pc:sldMkLst>
          <pc:docMk/>
          <pc:sldMk cId="0" sldId="290"/>
        </pc:sldMkLst>
        <pc:spChg chg="mod">
          <ac:chgData name="Ms Alina Arshad" userId="cccdfd85-d35d-4453-9c6f-a463aae40722" providerId="ADAL" clId="{0CB232A2-0B42-4DBF-AC2D-50B32D7285CF}" dt="2024-09-14T11:53:23.512" v="104" actId="20577"/>
          <ac:spMkLst>
            <pc:docMk/>
            <pc:sldMk cId="0" sldId="290"/>
            <ac:spMk id="333" creationId="{00000000-0000-0000-0000-000000000000}"/>
          </ac:spMkLst>
        </pc:spChg>
      </pc:sldChg>
      <pc:sldChg chg="modSp mod">
        <pc:chgData name="Ms Alina Arshad" userId="cccdfd85-d35d-4453-9c6f-a463aae40722" providerId="ADAL" clId="{0CB232A2-0B42-4DBF-AC2D-50B32D7285CF}" dt="2024-09-15T14:10:32.357" v="138" actId="113"/>
        <pc:sldMkLst>
          <pc:docMk/>
          <pc:sldMk cId="0" sldId="302"/>
        </pc:sldMkLst>
        <pc:spChg chg="mod">
          <ac:chgData name="Ms Alina Arshad" userId="cccdfd85-d35d-4453-9c6f-a463aae40722" providerId="ADAL" clId="{0CB232A2-0B42-4DBF-AC2D-50B32D7285CF}" dt="2024-09-15T14:10:32.357" v="138" actId="113"/>
          <ac:spMkLst>
            <pc:docMk/>
            <pc:sldMk cId="0" sldId="302"/>
            <ac:spMk id="409" creationId="{00000000-0000-0000-0000-000000000000}"/>
          </ac:spMkLst>
        </pc:spChg>
      </pc:sldChg>
      <pc:sldChg chg="del">
        <pc:chgData name="Ms Alina Arshad" userId="cccdfd85-d35d-4453-9c6f-a463aae40722" providerId="ADAL" clId="{0CB232A2-0B42-4DBF-AC2D-50B32D7285CF}" dt="2024-09-17T07:37:56.773" v="139" actId="47"/>
        <pc:sldMkLst>
          <pc:docMk/>
          <pc:sldMk cId="0" sldId="307"/>
        </pc:sldMkLst>
      </pc:sldChg>
      <pc:sldChg chg="del">
        <pc:chgData name="Ms Alina Arshad" userId="cccdfd85-d35d-4453-9c6f-a463aae40722" providerId="ADAL" clId="{0CB232A2-0B42-4DBF-AC2D-50B32D7285CF}" dt="2024-09-17T07:37:58.202" v="140" actId="47"/>
        <pc:sldMkLst>
          <pc:docMk/>
          <pc:sldMk cId="0" sldId="308"/>
        </pc:sldMkLst>
      </pc:sldChg>
      <pc:sldChg chg="del">
        <pc:chgData name="Ms Alina Arshad" userId="cccdfd85-d35d-4453-9c6f-a463aae40722" providerId="ADAL" clId="{0CB232A2-0B42-4DBF-AC2D-50B32D7285CF}" dt="2024-09-17T07:37:59.300" v="141" actId="47"/>
        <pc:sldMkLst>
          <pc:docMk/>
          <pc:sldMk cId="0" sldId="309"/>
        </pc:sldMkLst>
      </pc:sldChg>
      <pc:sldChg chg="del">
        <pc:chgData name="Ms Alina Arshad" userId="cccdfd85-d35d-4453-9c6f-a463aae40722" providerId="ADAL" clId="{0CB232A2-0B42-4DBF-AC2D-50B32D7285CF}" dt="2024-09-17T07:38:00.061" v="142" actId="47"/>
        <pc:sldMkLst>
          <pc:docMk/>
          <pc:sldMk cId="0" sldId="310"/>
        </pc:sldMkLst>
      </pc:sldChg>
      <pc:sldChg chg="del">
        <pc:chgData name="Ms Alina Arshad" userId="cccdfd85-d35d-4453-9c6f-a463aae40722" providerId="ADAL" clId="{0CB232A2-0B42-4DBF-AC2D-50B32D7285CF}" dt="2024-09-17T07:38:00.661" v="143" actId="47"/>
        <pc:sldMkLst>
          <pc:docMk/>
          <pc:sldMk cId="0" sldId="311"/>
        </pc:sldMkLst>
      </pc:sldChg>
      <pc:sldChg chg="del">
        <pc:chgData name="Ms Alina Arshad" userId="cccdfd85-d35d-4453-9c6f-a463aae40722" providerId="ADAL" clId="{0CB232A2-0B42-4DBF-AC2D-50B32D7285CF}" dt="2024-09-17T07:38:01.181" v="144" actId="47"/>
        <pc:sldMkLst>
          <pc:docMk/>
          <pc:sldMk cId="0" sldId="312"/>
        </pc:sldMkLst>
      </pc:sldChg>
      <pc:sldChg chg="del">
        <pc:chgData name="Ms Alina Arshad" userId="cccdfd85-d35d-4453-9c6f-a463aae40722" providerId="ADAL" clId="{0CB232A2-0B42-4DBF-AC2D-50B32D7285CF}" dt="2024-09-17T07:38:01.535" v="145" actId="47"/>
        <pc:sldMkLst>
          <pc:docMk/>
          <pc:sldMk cId="0" sldId="313"/>
        </pc:sldMkLst>
      </pc:sldChg>
      <pc:sldChg chg="del">
        <pc:chgData name="Ms Alina Arshad" userId="cccdfd85-d35d-4453-9c6f-a463aae40722" providerId="ADAL" clId="{0CB232A2-0B42-4DBF-AC2D-50B32D7285CF}" dt="2024-09-17T07:38:01.928" v="146" actId="47"/>
        <pc:sldMkLst>
          <pc:docMk/>
          <pc:sldMk cId="0" sldId="314"/>
        </pc:sldMkLst>
      </pc:sldChg>
      <pc:sldChg chg="del">
        <pc:chgData name="Ms Alina Arshad" userId="cccdfd85-d35d-4453-9c6f-a463aae40722" providerId="ADAL" clId="{0CB232A2-0B42-4DBF-AC2D-50B32D7285CF}" dt="2024-09-17T07:38:02.233" v="147" actId="47"/>
        <pc:sldMkLst>
          <pc:docMk/>
          <pc:sldMk cId="0" sldId="315"/>
        </pc:sldMkLst>
      </pc:sldChg>
      <pc:sldChg chg="del">
        <pc:chgData name="Ms Alina Arshad" userId="cccdfd85-d35d-4453-9c6f-a463aae40722" providerId="ADAL" clId="{0CB232A2-0B42-4DBF-AC2D-50B32D7285CF}" dt="2024-09-17T07:38:02.483" v="148" actId="47"/>
        <pc:sldMkLst>
          <pc:docMk/>
          <pc:sldMk cId="0" sldId="316"/>
        </pc:sldMkLst>
      </pc:sldChg>
      <pc:sldChg chg="del">
        <pc:chgData name="Ms Alina Arshad" userId="cccdfd85-d35d-4453-9c6f-a463aae40722" providerId="ADAL" clId="{0CB232A2-0B42-4DBF-AC2D-50B32D7285CF}" dt="2024-09-17T07:38:02.657" v="149" actId="47"/>
        <pc:sldMkLst>
          <pc:docMk/>
          <pc:sldMk cId="0" sldId="317"/>
        </pc:sldMkLst>
      </pc:sldChg>
      <pc:sldChg chg="del">
        <pc:chgData name="Ms Alina Arshad" userId="cccdfd85-d35d-4453-9c6f-a463aae40722" providerId="ADAL" clId="{0CB232A2-0B42-4DBF-AC2D-50B32D7285CF}" dt="2024-09-17T07:38:03.192" v="150" actId="47"/>
        <pc:sldMkLst>
          <pc:docMk/>
          <pc:sldMk cId="0" sldId="318"/>
        </pc:sldMkLst>
      </pc:sldChg>
      <pc:sldChg chg="del">
        <pc:chgData name="Ms Alina Arshad" userId="cccdfd85-d35d-4453-9c6f-a463aae40722" providerId="ADAL" clId="{0CB232A2-0B42-4DBF-AC2D-50B32D7285CF}" dt="2024-09-17T07:38:03.222" v="151" actId="47"/>
        <pc:sldMkLst>
          <pc:docMk/>
          <pc:sldMk cId="0" sldId="319"/>
        </pc:sldMkLst>
      </pc:sldChg>
      <pc:sldChg chg="del">
        <pc:chgData name="Ms Alina Arshad" userId="cccdfd85-d35d-4453-9c6f-a463aae40722" providerId="ADAL" clId="{0CB232A2-0B42-4DBF-AC2D-50B32D7285CF}" dt="2024-09-17T07:38:03.241" v="152" actId="47"/>
        <pc:sldMkLst>
          <pc:docMk/>
          <pc:sldMk cId="0" sldId="320"/>
        </pc:sldMkLst>
      </pc:sldChg>
      <pc:sldChg chg="del">
        <pc:chgData name="Ms Alina Arshad" userId="cccdfd85-d35d-4453-9c6f-a463aae40722" providerId="ADAL" clId="{0CB232A2-0B42-4DBF-AC2D-50B32D7285CF}" dt="2024-09-17T07:38:03.256" v="153" actId="47"/>
        <pc:sldMkLst>
          <pc:docMk/>
          <pc:sldMk cId="0" sldId="321"/>
        </pc:sldMkLst>
      </pc:sldChg>
      <pc:sldChg chg="del">
        <pc:chgData name="Ms Alina Arshad" userId="cccdfd85-d35d-4453-9c6f-a463aae40722" providerId="ADAL" clId="{0CB232A2-0B42-4DBF-AC2D-50B32D7285CF}" dt="2024-09-17T07:38:03.292" v="154" actId="47"/>
        <pc:sldMkLst>
          <pc:docMk/>
          <pc:sldMk cId="0" sldId="322"/>
        </pc:sldMkLst>
      </pc:sldChg>
      <pc:sldChg chg="del">
        <pc:chgData name="Ms Alina Arshad" userId="cccdfd85-d35d-4453-9c6f-a463aae40722" providerId="ADAL" clId="{0CB232A2-0B42-4DBF-AC2D-50B32D7285CF}" dt="2024-09-17T07:38:03.323" v="155" actId="47"/>
        <pc:sldMkLst>
          <pc:docMk/>
          <pc:sldMk cId="0" sldId="323"/>
        </pc:sldMkLst>
      </pc:sldChg>
      <pc:sldChg chg="del">
        <pc:chgData name="Ms Alina Arshad" userId="cccdfd85-d35d-4453-9c6f-a463aae40722" providerId="ADAL" clId="{0CB232A2-0B42-4DBF-AC2D-50B32D7285CF}" dt="2024-09-17T07:38:03.373" v="156" actId="47"/>
        <pc:sldMkLst>
          <pc:docMk/>
          <pc:sldMk cId="0" sldId="324"/>
        </pc:sldMkLst>
      </pc:sldChg>
      <pc:sldChg chg="del">
        <pc:chgData name="Ms Alina Arshad" userId="cccdfd85-d35d-4453-9c6f-a463aae40722" providerId="ADAL" clId="{0CB232A2-0B42-4DBF-AC2D-50B32D7285CF}" dt="2024-09-17T07:38:03.394" v="157" actId="47"/>
        <pc:sldMkLst>
          <pc:docMk/>
          <pc:sldMk cId="0" sldId="325"/>
        </pc:sldMkLst>
      </pc:sldChg>
      <pc:sldChg chg="del">
        <pc:chgData name="Ms Alina Arshad" userId="cccdfd85-d35d-4453-9c6f-a463aae40722" providerId="ADAL" clId="{0CB232A2-0B42-4DBF-AC2D-50B32D7285CF}" dt="2024-09-17T07:38:03.429" v="158" actId="47"/>
        <pc:sldMkLst>
          <pc:docMk/>
          <pc:sldMk cId="0" sldId="326"/>
        </pc:sldMkLst>
      </pc:sldChg>
      <pc:sldChg chg="del">
        <pc:chgData name="Ms Alina Arshad" userId="cccdfd85-d35d-4453-9c6f-a463aae40722" providerId="ADAL" clId="{0CB232A2-0B42-4DBF-AC2D-50B32D7285CF}" dt="2024-09-17T07:38:03.450" v="159" actId="47"/>
        <pc:sldMkLst>
          <pc:docMk/>
          <pc:sldMk cId="0" sldId="327"/>
        </pc:sldMkLst>
      </pc:sldChg>
      <pc:sldChg chg="del">
        <pc:chgData name="Ms Alina Arshad" userId="cccdfd85-d35d-4453-9c6f-a463aae40722" providerId="ADAL" clId="{0CB232A2-0B42-4DBF-AC2D-50B32D7285CF}" dt="2024-09-17T07:38:03.489" v="160" actId="47"/>
        <pc:sldMkLst>
          <pc:docMk/>
          <pc:sldMk cId="0" sldId="328"/>
        </pc:sldMkLst>
      </pc:sldChg>
      <pc:sldChg chg="del">
        <pc:chgData name="Ms Alina Arshad" userId="cccdfd85-d35d-4453-9c6f-a463aae40722" providerId="ADAL" clId="{0CB232A2-0B42-4DBF-AC2D-50B32D7285CF}" dt="2024-09-17T07:38:03.516" v="161" actId="47"/>
        <pc:sldMkLst>
          <pc:docMk/>
          <pc:sldMk cId="0" sldId="329"/>
        </pc:sldMkLst>
      </pc:sldChg>
      <pc:sldChg chg="del">
        <pc:chgData name="Ms Alina Arshad" userId="cccdfd85-d35d-4453-9c6f-a463aae40722" providerId="ADAL" clId="{0CB232A2-0B42-4DBF-AC2D-50B32D7285CF}" dt="2024-09-17T07:38:03.563" v="162" actId="47"/>
        <pc:sldMkLst>
          <pc:docMk/>
          <pc:sldMk cId="0" sldId="330"/>
        </pc:sldMkLst>
      </pc:sldChg>
      <pc:sldChg chg="del">
        <pc:chgData name="Ms Alina Arshad" userId="cccdfd85-d35d-4453-9c6f-a463aae40722" providerId="ADAL" clId="{0CB232A2-0B42-4DBF-AC2D-50B32D7285CF}" dt="2024-09-17T07:38:03.584" v="163" actId="47"/>
        <pc:sldMkLst>
          <pc:docMk/>
          <pc:sldMk cId="0" sldId="331"/>
        </pc:sldMkLst>
      </pc:sldChg>
      <pc:sldChg chg="del">
        <pc:chgData name="Ms Alina Arshad" userId="cccdfd85-d35d-4453-9c6f-a463aae40722" providerId="ADAL" clId="{0CB232A2-0B42-4DBF-AC2D-50B32D7285CF}" dt="2024-09-17T07:38:03.612" v="164" actId="47"/>
        <pc:sldMkLst>
          <pc:docMk/>
          <pc:sldMk cId="0" sldId="332"/>
        </pc:sldMkLst>
      </pc:sldChg>
      <pc:sldChg chg="del">
        <pc:chgData name="Ms Alina Arshad" userId="cccdfd85-d35d-4453-9c6f-a463aae40722" providerId="ADAL" clId="{0CB232A2-0B42-4DBF-AC2D-50B32D7285CF}" dt="2024-09-17T07:38:03.668" v="165" actId="47"/>
        <pc:sldMkLst>
          <pc:docMk/>
          <pc:sldMk cId="0" sldId="333"/>
        </pc:sldMkLst>
      </pc:sldChg>
      <pc:sldChg chg="del">
        <pc:chgData name="Ms Alina Arshad" userId="cccdfd85-d35d-4453-9c6f-a463aae40722" providerId="ADAL" clId="{0CB232A2-0B42-4DBF-AC2D-50B32D7285CF}" dt="2024-09-17T07:38:03.680" v="166" actId="47"/>
        <pc:sldMkLst>
          <pc:docMk/>
          <pc:sldMk cId="0" sldId="334"/>
        </pc:sldMkLst>
      </pc:sldChg>
      <pc:sldChg chg="del">
        <pc:chgData name="Ms Alina Arshad" userId="cccdfd85-d35d-4453-9c6f-a463aae40722" providerId="ADAL" clId="{0CB232A2-0B42-4DBF-AC2D-50B32D7285CF}" dt="2024-09-17T07:38:04.295" v="167" actId="47"/>
        <pc:sldMkLst>
          <pc:docMk/>
          <pc:sldMk cId="0" sldId="335"/>
        </pc:sldMkLst>
      </pc:sldChg>
      <pc:sldChg chg="del">
        <pc:chgData name="Ms Alina Arshad" userId="cccdfd85-d35d-4453-9c6f-a463aae40722" providerId="ADAL" clId="{0CB232A2-0B42-4DBF-AC2D-50B32D7285CF}" dt="2024-09-17T07:38:04.494" v="168" actId="47"/>
        <pc:sldMkLst>
          <pc:docMk/>
          <pc:sldMk cId="0" sldId="336"/>
        </pc:sldMkLst>
      </pc:sldChg>
      <pc:sldChg chg="del">
        <pc:chgData name="Ms Alina Arshad" userId="cccdfd85-d35d-4453-9c6f-a463aae40722" providerId="ADAL" clId="{0CB232A2-0B42-4DBF-AC2D-50B32D7285CF}" dt="2024-09-17T07:38:04.651" v="169" actId="47"/>
        <pc:sldMkLst>
          <pc:docMk/>
          <pc:sldMk cId="0" sldId="337"/>
        </pc:sldMkLst>
      </pc:sldChg>
      <pc:sldChg chg="modSp mod">
        <pc:chgData name="Ms Alina Arshad" userId="cccdfd85-d35d-4453-9c6f-a463aae40722" providerId="ADAL" clId="{0CB232A2-0B42-4DBF-AC2D-50B32D7285CF}" dt="2024-09-14T11:34:36.657" v="79" actId="20577"/>
        <pc:sldMkLst>
          <pc:docMk/>
          <pc:sldMk cId="1204309406" sldId="341"/>
        </pc:sldMkLst>
        <pc:spChg chg="mod">
          <ac:chgData name="Ms Alina Arshad" userId="cccdfd85-d35d-4453-9c6f-a463aae40722" providerId="ADAL" clId="{0CB232A2-0B42-4DBF-AC2D-50B32D7285CF}" dt="2024-09-14T11:34:36.657" v="79" actId="20577"/>
          <ac:spMkLst>
            <pc:docMk/>
            <pc:sldMk cId="1204309406" sldId="341"/>
            <ac:spMk id="3" creationId="{FB09A7D6-CB86-1298-9237-F494689B2453}"/>
          </ac:spMkLst>
        </pc:spChg>
      </pc:sldChg>
      <pc:sldChg chg="addSp modSp new mod ord">
        <pc:chgData name="Ms Alina Arshad" userId="cccdfd85-d35d-4453-9c6f-a463aae40722" providerId="ADAL" clId="{0CB232A2-0B42-4DBF-AC2D-50B32D7285CF}" dt="2024-09-14T11:24:13.633" v="69"/>
        <pc:sldMkLst>
          <pc:docMk/>
          <pc:sldMk cId="96607437" sldId="342"/>
        </pc:sldMkLst>
        <pc:spChg chg="add mod">
          <ac:chgData name="Ms Alina Arshad" userId="cccdfd85-d35d-4453-9c6f-a463aae40722" providerId="ADAL" clId="{0CB232A2-0B42-4DBF-AC2D-50B32D7285CF}" dt="2024-09-14T11:23:57.202" v="62" actId="1076"/>
          <ac:spMkLst>
            <pc:docMk/>
            <pc:sldMk cId="96607437" sldId="342"/>
            <ac:spMk id="3" creationId="{83929A5B-4351-FE6D-372A-06A618BD7968}"/>
          </ac:spMkLst>
        </pc:spChg>
        <pc:spChg chg="add mod">
          <ac:chgData name="Ms Alina Arshad" userId="cccdfd85-d35d-4453-9c6f-a463aae40722" providerId="ADAL" clId="{0CB232A2-0B42-4DBF-AC2D-50B32D7285CF}" dt="2024-09-14T11:24:08.938" v="67" actId="14100"/>
          <ac:spMkLst>
            <pc:docMk/>
            <pc:sldMk cId="96607437" sldId="342"/>
            <ac:spMk id="5" creationId="{2FCB2354-E8E1-7D4F-9119-EADE938CCBEE}"/>
          </ac:spMkLst>
        </pc:spChg>
      </pc:sldChg>
    </pc:docChg>
  </pc:docChgLst>
  <pc:docChgLst>
    <pc:chgData name="Ms Alina Arshad" userId="cccdfd85-d35d-4453-9c6f-a463aae40722" providerId="ADAL" clId="{CC6B5282-6613-48F0-886F-796865211BB0}"/>
    <pc:docChg chg="custSel addSld delSld modSld">
      <pc:chgData name="Ms Alina Arshad" userId="cccdfd85-d35d-4453-9c6f-a463aae40722" providerId="ADAL" clId="{CC6B5282-6613-48F0-886F-796865211BB0}" dt="2024-09-11T13:33:58.825" v="122" actId="47"/>
      <pc:docMkLst>
        <pc:docMk/>
      </pc:docMkLst>
      <pc:sldChg chg="modSp mod">
        <pc:chgData name="Ms Alina Arshad" userId="cccdfd85-d35d-4453-9c6f-a463aae40722" providerId="ADAL" clId="{CC6B5282-6613-48F0-886F-796865211BB0}" dt="2024-09-11T12:42:56.927" v="41" actId="207"/>
        <pc:sldMkLst>
          <pc:docMk/>
          <pc:sldMk cId="3322361034" sldId="256"/>
        </pc:sldMkLst>
        <pc:spChg chg="mod">
          <ac:chgData name="Ms Alina Arshad" userId="cccdfd85-d35d-4453-9c6f-a463aae40722" providerId="ADAL" clId="{CC6B5282-6613-48F0-886F-796865211BB0}" dt="2024-09-11T12:42:56.927" v="41" actId="207"/>
          <ac:spMkLst>
            <pc:docMk/>
            <pc:sldMk cId="3322361034" sldId="256"/>
            <ac:spMk id="3" creationId="{44E9F82C-BBA7-3495-1097-BEDB54FFFDF4}"/>
          </ac:spMkLst>
        </pc:spChg>
      </pc:sldChg>
      <pc:sldChg chg="add del">
        <pc:chgData name="Ms Alina Arshad" userId="cccdfd85-d35d-4453-9c6f-a463aae40722" providerId="ADAL" clId="{CC6B5282-6613-48F0-886F-796865211BB0}" dt="2024-09-11T12:43:01.209" v="42" actId="47"/>
        <pc:sldMkLst>
          <pc:docMk/>
          <pc:sldMk cId="0" sldId="257"/>
        </pc:sldMkLst>
      </pc:sldChg>
      <pc:sldChg chg="modSp add del mod">
        <pc:chgData name="Ms Alina Arshad" userId="cccdfd85-d35d-4453-9c6f-a463aae40722" providerId="ADAL" clId="{CC6B5282-6613-48F0-886F-796865211BB0}" dt="2024-09-11T12:43:46.054" v="48" actId="113"/>
        <pc:sldMkLst>
          <pc:docMk/>
          <pc:sldMk cId="0" sldId="258"/>
        </pc:sldMkLst>
        <pc:spChg chg="mod">
          <ac:chgData name="Ms Alina Arshad" userId="cccdfd85-d35d-4453-9c6f-a463aae40722" providerId="ADAL" clId="{CC6B5282-6613-48F0-886F-796865211BB0}" dt="2024-09-11T12:43:28.260" v="44" actId="1076"/>
          <ac:spMkLst>
            <pc:docMk/>
            <pc:sldMk cId="0" sldId="258"/>
            <ac:spMk id="106" creationId="{00000000-0000-0000-0000-000000000000}"/>
          </ac:spMkLst>
        </pc:spChg>
        <pc:spChg chg="mod">
          <ac:chgData name="Ms Alina Arshad" userId="cccdfd85-d35d-4453-9c6f-a463aae40722" providerId="ADAL" clId="{CC6B5282-6613-48F0-886F-796865211BB0}" dt="2024-09-11T12:43:46.054" v="48" actId="113"/>
          <ac:spMkLst>
            <pc:docMk/>
            <pc:sldMk cId="0" sldId="258"/>
            <ac:spMk id="107" creationId="{00000000-0000-0000-0000-000000000000}"/>
          </ac:spMkLst>
        </pc:spChg>
      </pc:sldChg>
      <pc:sldChg chg="modSp add del mod">
        <pc:chgData name="Ms Alina Arshad" userId="cccdfd85-d35d-4453-9c6f-a463aae40722" providerId="ADAL" clId="{CC6B5282-6613-48F0-886F-796865211BB0}" dt="2024-09-11T12:44:19.755" v="55" actId="12"/>
        <pc:sldMkLst>
          <pc:docMk/>
          <pc:sldMk cId="0" sldId="259"/>
        </pc:sldMkLst>
        <pc:spChg chg="mod">
          <ac:chgData name="Ms Alina Arshad" userId="cccdfd85-d35d-4453-9c6f-a463aae40722" providerId="ADAL" clId="{CC6B5282-6613-48F0-886F-796865211BB0}" dt="2024-09-11T12:43:56.283" v="51" actId="14100"/>
          <ac:spMkLst>
            <pc:docMk/>
            <pc:sldMk cId="0" sldId="259"/>
            <ac:spMk id="112" creationId="{00000000-0000-0000-0000-000000000000}"/>
          </ac:spMkLst>
        </pc:spChg>
        <pc:spChg chg="mod">
          <ac:chgData name="Ms Alina Arshad" userId="cccdfd85-d35d-4453-9c6f-a463aae40722" providerId="ADAL" clId="{CC6B5282-6613-48F0-886F-796865211BB0}" dt="2024-09-11T12:44:19.755" v="55" actId="12"/>
          <ac:spMkLst>
            <pc:docMk/>
            <pc:sldMk cId="0" sldId="259"/>
            <ac:spMk id="113" creationId="{00000000-0000-0000-0000-000000000000}"/>
          </ac:spMkLst>
        </pc:spChg>
      </pc:sldChg>
      <pc:sldChg chg="modSp add del mod">
        <pc:chgData name="Ms Alina Arshad" userId="cccdfd85-d35d-4453-9c6f-a463aae40722" providerId="ADAL" clId="{CC6B5282-6613-48F0-886F-796865211BB0}" dt="2024-09-11T12:44:40.458" v="59" actId="14100"/>
        <pc:sldMkLst>
          <pc:docMk/>
          <pc:sldMk cId="0" sldId="260"/>
        </pc:sldMkLst>
        <pc:spChg chg="mod">
          <ac:chgData name="Ms Alina Arshad" userId="cccdfd85-d35d-4453-9c6f-a463aae40722" providerId="ADAL" clId="{CC6B5282-6613-48F0-886F-796865211BB0}" dt="2024-09-11T12:44:27.952" v="56" actId="207"/>
          <ac:spMkLst>
            <pc:docMk/>
            <pc:sldMk cId="0" sldId="260"/>
            <ac:spMk id="119" creationId="{00000000-0000-0000-0000-000000000000}"/>
          </ac:spMkLst>
        </pc:spChg>
        <pc:spChg chg="mod">
          <ac:chgData name="Ms Alina Arshad" userId="cccdfd85-d35d-4453-9c6f-a463aae40722" providerId="ADAL" clId="{CC6B5282-6613-48F0-886F-796865211BB0}" dt="2024-09-11T12:44:40.458" v="59" actId="14100"/>
          <ac:spMkLst>
            <pc:docMk/>
            <pc:sldMk cId="0" sldId="260"/>
            <ac:spMk id="121" creationId="{00000000-0000-0000-0000-000000000000}"/>
          </ac:spMkLst>
        </pc:spChg>
        <pc:picChg chg="mod">
          <ac:chgData name="Ms Alina Arshad" userId="cccdfd85-d35d-4453-9c6f-a463aae40722" providerId="ADAL" clId="{CC6B5282-6613-48F0-886F-796865211BB0}" dt="2024-09-11T12:44:31.775" v="57" actId="1076"/>
          <ac:picMkLst>
            <pc:docMk/>
            <pc:sldMk cId="0" sldId="260"/>
            <ac:picMk id="120" creationId="{00000000-0000-0000-0000-000000000000}"/>
          </ac:picMkLst>
        </pc:picChg>
      </pc:sldChg>
      <pc:sldChg chg="modSp add del mod">
        <pc:chgData name="Ms Alina Arshad" userId="cccdfd85-d35d-4453-9c6f-a463aae40722" providerId="ADAL" clId="{CC6B5282-6613-48F0-886F-796865211BB0}" dt="2024-09-11T12:51:30.146" v="76" actId="1076"/>
        <pc:sldMkLst>
          <pc:docMk/>
          <pc:sldMk cId="0" sldId="261"/>
        </pc:sldMkLst>
        <pc:spChg chg="mod">
          <ac:chgData name="Ms Alina Arshad" userId="cccdfd85-d35d-4453-9c6f-a463aae40722" providerId="ADAL" clId="{CC6B5282-6613-48F0-886F-796865211BB0}" dt="2024-09-11T12:51:16.602" v="71" actId="1076"/>
          <ac:spMkLst>
            <pc:docMk/>
            <pc:sldMk cId="0" sldId="261"/>
            <ac:spMk id="127" creationId="{00000000-0000-0000-0000-000000000000}"/>
          </ac:spMkLst>
        </pc:spChg>
        <pc:spChg chg="mod">
          <ac:chgData name="Ms Alina Arshad" userId="cccdfd85-d35d-4453-9c6f-a463aae40722" providerId="ADAL" clId="{CC6B5282-6613-48F0-886F-796865211BB0}" dt="2024-09-11T12:51:13.184" v="70" actId="1076"/>
          <ac:spMkLst>
            <pc:docMk/>
            <pc:sldMk cId="0" sldId="261"/>
            <ac:spMk id="128" creationId="{00000000-0000-0000-0000-000000000000}"/>
          </ac:spMkLst>
        </pc:spChg>
        <pc:picChg chg="mod">
          <ac:chgData name="Ms Alina Arshad" userId="cccdfd85-d35d-4453-9c6f-a463aae40722" providerId="ADAL" clId="{CC6B5282-6613-48F0-886F-796865211BB0}" dt="2024-09-11T12:51:30.146" v="76" actId="1076"/>
          <ac:picMkLst>
            <pc:docMk/>
            <pc:sldMk cId="0" sldId="261"/>
            <ac:picMk id="129" creationId="{00000000-0000-0000-0000-000000000000}"/>
          </ac:picMkLst>
        </pc:picChg>
        <pc:picChg chg="mod">
          <ac:chgData name="Ms Alina Arshad" userId="cccdfd85-d35d-4453-9c6f-a463aae40722" providerId="ADAL" clId="{CC6B5282-6613-48F0-886F-796865211BB0}" dt="2024-09-11T12:51:25.307" v="74" actId="1076"/>
          <ac:picMkLst>
            <pc:docMk/>
            <pc:sldMk cId="0" sldId="261"/>
            <ac:picMk id="130" creationId="{00000000-0000-0000-0000-000000000000}"/>
          </ac:picMkLst>
        </pc:picChg>
      </pc:sldChg>
      <pc:sldChg chg="modSp add del mod">
        <pc:chgData name="Ms Alina Arshad" userId="cccdfd85-d35d-4453-9c6f-a463aae40722" providerId="ADAL" clId="{CC6B5282-6613-48F0-886F-796865211BB0}" dt="2024-09-11T13:04:48.316" v="89" actId="1076"/>
        <pc:sldMkLst>
          <pc:docMk/>
          <pc:sldMk cId="0" sldId="262"/>
        </pc:sldMkLst>
        <pc:spChg chg="mod">
          <ac:chgData name="Ms Alina Arshad" userId="cccdfd85-d35d-4453-9c6f-a463aae40722" providerId="ADAL" clId="{CC6B5282-6613-48F0-886F-796865211BB0}" dt="2024-09-11T12:52:23.498" v="77" actId="207"/>
          <ac:spMkLst>
            <pc:docMk/>
            <pc:sldMk cId="0" sldId="262"/>
            <ac:spMk id="136" creationId="{00000000-0000-0000-0000-000000000000}"/>
          </ac:spMkLst>
        </pc:spChg>
        <pc:picChg chg="mod">
          <ac:chgData name="Ms Alina Arshad" userId="cccdfd85-d35d-4453-9c6f-a463aae40722" providerId="ADAL" clId="{CC6B5282-6613-48F0-886F-796865211BB0}" dt="2024-09-11T12:52:27.292" v="78" actId="1076"/>
          <ac:picMkLst>
            <pc:docMk/>
            <pc:sldMk cId="0" sldId="262"/>
            <ac:picMk id="137" creationId="{00000000-0000-0000-0000-000000000000}"/>
          </ac:picMkLst>
        </pc:picChg>
        <pc:picChg chg="mod">
          <ac:chgData name="Ms Alina Arshad" userId="cccdfd85-d35d-4453-9c6f-a463aae40722" providerId="ADAL" clId="{CC6B5282-6613-48F0-886F-796865211BB0}" dt="2024-09-11T13:04:48.316" v="89" actId="1076"/>
          <ac:picMkLst>
            <pc:docMk/>
            <pc:sldMk cId="0" sldId="262"/>
            <ac:picMk id="138" creationId="{00000000-0000-0000-0000-000000000000}"/>
          </ac:picMkLst>
        </pc:picChg>
      </pc:sldChg>
      <pc:sldChg chg="modSp add del mod">
        <pc:chgData name="Ms Alina Arshad" userId="cccdfd85-d35d-4453-9c6f-a463aae40722" providerId="ADAL" clId="{CC6B5282-6613-48F0-886F-796865211BB0}" dt="2024-09-11T13:01:30.026" v="88" actId="1036"/>
        <pc:sldMkLst>
          <pc:docMk/>
          <pc:sldMk cId="0" sldId="263"/>
        </pc:sldMkLst>
        <pc:spChg chg="mod">
          <ac:chgData name="Ms Alina Arshad" userId="cccdfd85-d35d-4453-9c6f-a463aae40722" providerId="ADAL" clId="{CC6B5282-6613-48F0-886F-796865211BB0}" dt="2024-09-11T13:01:30.026" v="88" actId="1036"/>
          <ac:spMkLst>
            <pc:docMk/>
            <pc:sldMk cId="0" sldId="263"/>
            <ac:spMk id="144" creationId="{00000000-0000-0000-0000-000000000000}"/>
          </ac:spMkLst>
        </pc:spChg>
        <pc:spChg chg="mod">
          <ac:chgData name="Ms Alina Arshad" userId="cccdfd85-d35d-4453-9c6f-a463aae40722" providerId="ADAL" clId="{CC6B5282-6613-48F0-886F-796865211BB0}" dt="2024-09-11T12:53:36.609" v="85" actId="1076"/>
          <ac:spMkLst>
            <pc:docMk/>
            <pc:sldMk cId="0" sldId="263"/>
            <ac:spMk id="146" creationId="{00000000-0000-0000-0000-000000000000}"/>
          </ac:spMkLst>
        </pc:spChg>
        <pc:picChg chg="mod">
          <ac:chgData name="Ms Alina Arshad" userId="cccdfd85-d35d-4453-9c6f-a463aae40722" providerId="ADAL" clId="{CC6B5282-6613-48F0-886F-796865211BB0}" dt="2024-09-11T12:53:29.518" v="83" actId="1076"/>
          <ac:picMkLst>
            <pc:docMk/>
            <pc:sldMk cId="0" sldId="263"/>
            <ac:picMk id="145" creationId="{00000000-0000-0000-0000-000000000000}"/>
          </ac:picMkLst>
        </pc:picChg>
      </pc:sldChg>
      <pc:sldChg chg="modSp add del mod">
        <pc:chgData name="Ms Alina Arshad" userId="cccdfd85-d35d-4453-9c6f-a463aae40722" providerId="ADAL" clId="{CC6B5282-6613-48F0-886F-796865211BB0}" dt="2024-09-11T13:05:23.098" v="91" actId="1076"/>
        <pc:sldMkLst>
          <pc:docMk/>
          <pc:sldMk cId="0" sldId="264"/>
        </pc:sldMkLst>
        <pc:spChg chg="mod">
          <ac:chgData name="Ms Alina Arshad" userId="cccdfd85-d35d-4453-9c6f-a463aae40722" providerId="ADAL" clId="{CC6B5282-6613-48F0-886F-796865211BB0}" dt="2024-09-11T12:42:03.318" v="21" actId="27636"/>
          <ac:spMkLst>
            <pc:docMk/>
            <pc:sldMk cId="0" sldId="264"/>
            <ac:spMk id="154" creationId="{00000000-0000-0000-0000-000000000000}"/>
          </ac:spMkLst>
        </pc:spChg>
        <pc:picChg chg="mod">
          <ac:chgData name="Ms Alina Arshad" userId="cccdfd85-d35d-4453-9c6f-a463aae40722" providerId="ADAL" clId="{CC6B5282-6613-48F0-886F-796865211BB0}" dt="2024-09-11T13:05:18.520" v="90" actId="1076"/>
          <ac:picMkLst>
            <pc:docMk/>
            <pc:sldMk cId="0" sldId="264"/>
            <ac:picMk id="152" creationId="{00000000-0000-0000-0000-000000000000}"/>
          </ac:picMkLst>
        </pc:picChg>
        <pc:picChg chg="mod">
          <ac:chgData name="Ms Alina Arshad" userId="cccdfd85-d35d-4453-9c6f-a463aae40722" providerId="ADAL" clId="{CC6B5282-6613-48F0-886F-796865211BB0}" dt="2024-09-11T13:05:23.098" v="91" actId="1076"/>
          <ac:picMkLst>
            <pc:docMk/>
            <pc:sldMk cId="0" sldId="264"/>
            <ac:picMk id="153" creationId="{00000000-0000-0000-0000-000000000000}"/>
          </ac:picMkLst>
        </pc:picChg>
      </pc:sldChg>
      <pc:sldChg chg="modSp add del mod">
        <pc:chgData name="Ms Alina Arshad" userId="cccdfd85-d35d-4453-9c6f-a463aae40722" providerId="ADAL" clId="{CC6B5282-6613-48F0-886F-796865211BB0}" dt="2024-09-11T13:33:58.825" v="122" actId="47"/>
        <pc:sldMkLst>
          <pc:docMk/>
          <pc:sldMk cId="0" sldId="265"/>
        </pc:sldMkLst>
        <pc:spChg chg="mod">
          <ac:chgData name="Ms Alina Arshad" userId="cccdfd85-d35d-4453-9c6f-a463aae40722" providerId="ADAL" clId="{CC6B5282-6613-48F0-886F-796865211BB0}" dt="2024-09-11T13:05:48.001" v="98" actId="14100"/>
          <ac:spMkLst>
            <pc:docMk/>
            <pc:sldMk cId="0" sldId="265"/>
            <ac:spMk id="160" creationId="{00000000-0000-0000-0000-000000000000}"/>
          </ac:spMkLst>
        </pc:spChg>
        <pc:picChg chg="mod">
          <ac:chgData name="Ms Alina Arshad" userId="cccdfd85-d35d-4453-9c6f-a463aae40722" providerId="ADAL" clId="{CC6B5282-6613-48F0-886F-796865211BB0}" dt="2024-09-11T13:05:35.798" v="95" actId="1076"/>
          <ac:picMkLst>
            <pc:docMk/>
            <pc:sldMk cId="0" sldId="265"/>
            <ac:picMk id="161" creationId="{00000000-0000-0000-0000-000000000000}"/>
          </ac:picMkLst>
        </pc:picChg>
      </pc:sldChg>
      <pc:sldChg chg="modSp add del mod">
        <pc:chgData name="Ms Alina Arshad" userId="cccdfd85-d35d-4453-9c6f-a463aae40722" providerId="ADAL" clId="{CC6B5282-6613-48F0-886F-796865211BB0}" dt="2024-09-11T13:06:25.138" v="106" actId="1076"/>
        <pc:sldMkLst>
          <pc:docMk/>
          <pc:sldMk cId="0" sldId="266"/>
        </pc:sldMkLst>
        <pc:spChg chg="mod">
          <ac:chgData name="Ms Alina Arshad" userId="cccdfd85-d35d-4453-9c6f-a463aae40722" providerId="ADAL" clId="{CC6B5282-6613-48F0-886F-796865211BB0}" dt="2024-09-11T13:06:03.598" v="101" actId="1076"/>
          <ac:spMkLst>
            <pc:docMk/>
            <pc:sldMk cId="0" sldId="266"/>
            <ac:spMk id="167" creationId="{00000000-0000-0000-0000-000000000000}"/>
          </ac:spMkLst>
        </pc:spChg>
        <pc:spChg chg="mod">
          <ac:chgData name="Ms Alina Arshad" userId="cccdfd85-d35d-4453-9c6f-a463aae40722" providerId="ADAL" clId="{CC6B5282-6613-48F0-886F-796865211BB0}" dt="2024-09-11T13:06:13.318" v="103" actId="403"/>
          <ac:spMkLst>
            <pc:docMk/>
            <pc:sldMk cId="0" sldId="266"/>
            <ac:spMk id="168" creationId="{00000000-0000-0000-0000-000000000000}"/>
          </ac:spMkLst>
        </pc:spChg>
        <pc:picChg chg="mod">
          <ac:chgData name="Ms Alina Arshad" userId="cccdfd85-d35d-4453-9c6f-a463aae40722" providerId="ADAL" clId="{CC6B5282-6613-48F0-886F-796865211BB0}" dt="2024-09-11T13:06:25.138" v="106" actId="1076"/>
          <ac:picMkLst>
            <pc:docMk/>
            <pc:sldMk cId="0" sldId="266"/>
            <ac:picMk id="169" creationId="{00000000-0000-0000-0000-000000000000}"/>
          </ac:picMkLst>
        </pc:picChg>
      </pc:sldChg>
      <pc:sldChg chg="modSp add del mod">
        <pc:chgData name="Ms Alina Arshad" userId="cccdfd85-d35d-4453-9c6f-a463aae40722" providerId="ADAL" clId="{CC6B5282-6613-48F0-886F-796865211BB0}" dt="2024-09-11T13:06:55.957" v="114" actId="1076"/>
        <pc:sldMkLst>
          <pc:docMk/>
          <pc:sldMk cId="0" sldId="267"/>
        </pc:sldMkLst>
        <pc:spChg chg="mod">
          <ac:chgData name="Ms Alina Arshad" userId="cccdfd85-d35d-4453-9c6f-a463aae40722" providerId="ADAL" clId="{CC6B5282-6613-48F0-886F-796865211BB0}" dt="2024-09-11T13:06:55.957" v="114" actId="1076"/>
          <ac:spMkLst>
            <pc:docMk/>
            <pc:sldMk cId="0" sldId="267"/>
            <ac:spMk id="175" creationId="{00000000-0000-0000-0000-000000000000}"/>
          </ac:spMkLst>
        </pc:spChg>
        <pc:spChg chg="mod">
          <ac:chgData name="Ms Alina Arshad" userId="cccdfd85-d35d-4453-9c6f-a463aae40722" providerId="ADAL" clId="{CC6B5282-6613-48F0-886F-796865211BB0}" dt="2024-09-11T13:06:51.496" v="113" actId="14100"/>
          <ac:spMkLst>
            <pc:docMk/>
            <pc:sldMk cId="0" sldId="267"/>
            <ac:spMk id="177" creationId="{00000000-0000-0000-0000-000000000000}"/>
          </ac:spMkLst>
        </pc:spChg>
        <pc:picChg chg="mod">
          <ac:chgData name="Ms Alina Arshad" userId="cccdfd85-d35d-4453-9c6f-a463aae40722" providerId="ADAL" clId="{CC6B5282-6613-48F0-886F-796865211BB0}" dt="2024-09-11T13:06:47.359" v="112" actId="1076"/>
          <ac:picMkLst>
            <pc:docMk/>
            <pc:sldMk cId="0" sldId="267"/>
            <ac:picMk id="176" creationId="{00000000-0000-0000-0000-000000000000}"/>
          </ac:picMkLst>
        </pc:picChg>
      </pc:sldChg>
      <pc:sldChg chg="modSp add del mod">
        <pc:chgData name="Ms Alina Arshad" userId="cccdfd85-d35d-4453-9c6f-a463aae40722" providerId="ADAL" clId="{CC6B5282-6613-48F0-886F-796865211BB0}" dt="2024-09-11T13:07:19.043" v="121" actId="1076"/>
        <pc:sldMkLst>
          <pc:docMk/>
          <pc:sldMk cId="0" sldId="268"/>
        </pc:sldMkLst>
        <pc:spChg chg="mod">
          <ac:chgData name="Ms Alina Arshad" userId="cccdfd85-d35d-4453-9c6f-a463aae40722" providerId="ADAL" clId="{CC6B5282-6613-48F0-886F-796865211BB0}" dt="2024-09-11T13:07:15.560" v="120" actId="1076"/>
          <ac:spMkLst>
            <pc:docMk/>
            <pc:sldMk cId="0" sldId="268"/>
            <ac:spMk id="185" creationId="{00000000-0000-0000-0000-000000000000}"/>
          </ac:spMkLst>
        </pc:spChg>
        <pc:picChg chg="mod">
          <ac:chgData name="Ms Alina Arshad" userId="cccdfd85-d35d-4453-9c6f-a463aae40722" providerId="ADAL" clId="{CC6B5282-6613-48F0-886F-796865211BB0}" dt="2024-09-11T13:07:06.044" v="117" actId="1076"/>
          <ac:picMkLst>
            <pc:docMk/>
            <pc:sldMk cId="0" sldId="268"/>
            <ac:picMk id="183" creationId="{00000000-0000-0000-0000-000000000000}"/>
          </ac:picMkLst>
        </pc:picChg>
        <pc:picChg chg="mod">
          <ac:chgData name="Ms Alina Arshad" userId="cccdfd85-d35d-4453-9c6f-a463aae40722" providerId="ADAL" clId="{CC6B5282-6613-48F0-886F-796865211BB0}" dt="2024-09-11T13:07:19.043" v="121" actId="1076"/>
          <ac:picMkLst>
            <pc:docMk/>
            <pc:sldMk cId="0" sldId="268"/>
            <ac:picMk id="184" creationId="{00000000-0000-0000-0000-000000000000}"/>
          </ac:picMkLst>
        </pc:picChg>
      </pc:sldChg>
      <pc:sldChg chg="add del">
        <pc:chgData name="Ms Alina Arshad" userId="cccdfd85-d35d-4453-9c6f-a463aae40722" providerId="ADAL" clId="{CC6B5282-6613-48F0-886F-796865211BB0}" dt="2024-09-11T12:42:03.189" v="17"/>
        <pc:sldMkLst>
          <pc:docMk/>
          <pc:sldMk cId="0" sldId="269"/>
        </pc:sldMkLst>
      </pc:sldChg>
      <pc:sldChg chg="add del">
        <pc:chgData name="Ms Alina Arshad" userId="cccdfd85-d35d-4453-9c6f-a463aae40722" providerId="ADAL" clId="{CC6B5282-6613-48F0-886F-796865211BB0}" dt="2024-09-11T12:42:03.189" v="17"/>
        <pc:sldMkLst>
          <pc:docMk/>
          <pc:sldMk cId="0" sldId="270"/>
        </pc:sldMkLst>
      </pc:sldChg>
      <pc:sldChg chg="add del">
        <pc:chgData name="Ms Alina Arshad" userId="cccdfd85-d35d-4453-9c6f-a463aae40722" providerId="ADAL" clId="{CC6B5282-6613-48F0-886F-796865211BB0}" dt="2024-09-11T12:42:03.189" v="17"/>
        <pc:sldMkLst>
          <pc:docMk/>
          <pc:sldMk cId="0" sldId="271"/>
        </pc:sldMkLst>
      </pc:sldChg>
      <pc:sldChg chg="add del">
        <pc:chgData name="Ms Alina Arshad" userId="cccdfd85-d35d-4453-9c6f-a463aae40722" providerId="ADAL" clId="{CC6B5282-6613-48F0-886F-796865211BB0}" dt="2024-09-11T12:42:03.189" v="17"/>
        <pc:sldMkLst>
          <pc:docMk/>
          <pc:sldMk cId="0" sldId="272"/>
        </pc:sldMkLst>
      </pc:sldChg>
      <pc:sldChg chg="add del">
        <pc:chgData name="Ms Alina Arshad" userId="cccdfd85-d35d-4453-9c6f-a463aae40722" providerId="ADAL" clId="{CC6B5282-6613-48F0-886F-796865211BB0}" dt="2024-09-11T12:42:03.189" v="17"/>
        <pc:sldMkLst>
          <pc:docMk/>
          <pc:sldMk cId="0" sldId="273"/>
        </pc:sldMkLst>
      </pc:sldChg>
      <pc:sldChg chg="add del">
        <pc:chgData name="Ms Alina Arshad" userId="cccdfd85-d35d-4453-9c6f-a463aae40722" providerId="ADAL" clId="{CC6B5282-6613-48F0-886F-796865211BB0}" dt="2024-09-11T12:42:03.189" v="17"/>
        <pc:sldMkLst>
          <pc:docMk/>
          <pc:sldMk cId="0" sldId="274"/>
        </pc:sldMkLst>
      </pc:sldChg>
      <pc:sldChg chg="modSp add mod">
        <pc:chgData name="Ms Alina Arshad" userId="cccdfd85-d35d-4453-9c6f-a463aae40722" providerId="ADAL" clId="{CC6B5282-6613-48F0-886F-796865211BB0}" dt="2024-09-11T12:42:03.381" v="23" actId="27636"/>
        <pc:sldMkLst>
          <pc:docMk/>
          <pc:sldMk cId="0" sldId="275"/>
        </pc:sldMkLst>
        <pc:spChg chg="mod">
          <ac:chgData name="Ms Alina Arshad" userId="cccdfd85-d35d-4453-9c6f-a463aae40722" providerId="ADAL" clId="{CC6B5282-6613-48F0-886F-796865211BB0}" dt="2024-09-11T12:42:03.381" v="23" actId="27636"/>
          <ac:spMkLst>
            <pc:docMk/>
            <pc:sldMk cId="0" sldId="275"/>
            <ac:spMk id="240" creationId="{00000000-0000-0000-0000-000000000000}"/>
          </ac:spMkLst>
        </pc:spChg>
      </pc:sldChg>
      <pc:sldChg chg="add">
        <pc:chgData name="Ms Alina Arshad" userId="cccdfd85-d35d-4453-9c6f-a463aae40722" providerId="ADAL" clId="{CC6B5282-6613-48F0-886F-796865211BB0}" dt="2024-09-11T12:42:03.189" v="17"/>
        <pc:sldMkLst>
          <pc:docMk/>
          <pc:sldMk cId="0" sldId="276"/>
        </pc:sldMkLst>
      </pc:sldChg>
      <pc:sldChg chg="add">
        <pc:chgData name="Ms Alina Arshad" userId="cccdfd85-d35d-4453-9c6f-a463aae40722" providerId="ADAL" clId="{CC6B5282-6613-48F0-886F-796865211BB0}" dt="2024-09-11T12:42:03.189" v="17"/>
        <pc:sldMkLst>
          <pc:docMk/>
          <pc:sldMk cId="0" sldId="277"/>
        </pc:sldMkLst>
      </pc:sldChg>
      <pc:sldChg chg="add">
        <pc:chgData name="Ms Alina Arshad" userId="cccdfd85-d35d-4453-9c6f-a463aae40722" providerId="ADAL" clId="{CC6B5282-6613-48F0-886F-796865211BB0}" dt="2024-09-11T12:42:03.189" v="17"/>
        <pc:sldMkLst>
          <pc:docMk/>
          <pc:sldMk cId="0" sldId="278"/>
        </pc:sldMkLst>
      </pc:sldChg>
      <pc:sldChg chg="modSp add del mod">
        <pc:chgData name="Ms Alina Arshad" userId="cccdfd85-d35d-4453-9c6f-a463aae40722" providerId="ADAL" clId="{CC6B5282-6613-48F0-886F-796865211BB0}" dt="2024-09-11T12:42:44.828" v="35" actId="47"/>
        <pc:sldMkLst>
          <pc:docMk/>
          <pc:sldMk cId="0" sldId="280"/>
        </pc:sldMkLst>
        <pc:spChg chg="mod">
          <ac:chgData name="Ms Alina Arshad" userId="cccdfd85-d35d-4453-9c6f-a463aae40722" providerId="ADAL" clId="{CC6B5282-6613-48F0-886F-796865211BB0}" dt="2024-09-11T12:42:42.317" v="34" actId="6549"/>
          <ac:spMkLst>
            <pc:docMk/>
            <pc:sldMk cId="0" sldId="280"/>
            <ac:spMk id="95" creationId="{00000000-0000-0000-0000-000000000000}"/>
          </ac:spMkLst>
        </pc:spChg>
      </pc:sldChg>
      <pc:sldChg chg="add">
        <pc:chgData name="Ms Alina Arshad" userId="cccdfd85-d35d-4453-9c6f-a463aae40722" providerId="ADAL" clId="{CC6B5282-6613-48F0-886F-796865211BB0}" dt="2024-09-11T12:42:03.189" v="17"/>
        <pc:sldMkLst>
          <pc:docMk/>
          <pc:sldMk cId="0" sldId="281"/>
        </pc:sldMkLst>
      </pc:sldChg>
      <pc:sldChg chg="add">
        <pc:chgData name="Ms Alina Arshad" userId="cccdfd85-d35d-4453-9c6f-a463aae40722" providerId="ADAL" clId="{CC6B5282-6613-48F0-886F-796865211BB0}" dt="2024-09-11T12:42:03.189" v="17"/>
        <pc:sldMkLst>
          <pc:docMk/>
          <pc:sldMk cId="0" sldId="282"/>
        </pc:sldMkLst>
      </pc:sldChg>
      <pc:sldChg chg="add">
        <pc:chgData name="Ms Alina Arshad" userId="cccdfd85-d35d-4453-9c6f-a463aae40722" providerId="ADAL" clId="{CC6B5282-6613-48F0-886F-796865211BB0}" dt="2024-09-11T12:42:03.189" v="17"/>
        <pc:sldMkLst>
          <pc:docMk/>
          <pc:sldMk cId="0" sldId="283"/>
        </pc:sldMkLst>
      </pc:sldChg>
      <pc:sldChg chg="add">
        <pc:chgData name="Ms Alina Arshad" userId="cccdfd85-d35d-4453-9c6f-a463aae40722" providerId="ADAL" clId="{CC6B5282-6613-48F0-886F-796865211BB0}" dt="2024-09-11T12:42:03.189" v="17"/>
        <pc:sldMkLst>
          <pc:docMk/>
          <pc:sldMk cId="0" sldId="284"/>
        </pc:sldMkLst>
      </pc:sldChg>
      <pc:sldChg chg="add">
        <pc:chgData name="Ms Alina Arshad" userId="cccdfd85-d35d-4453-9c6f-a463aae40722" providerId="ADAL" clId="{CC6B5282-6613-48F0-886F-796865211BB0}" dt="2024-09-11T12:42:03.189" v="17"/>
        <pc:sldMkLst>
          <pc:docMk/>
          <pc:sldMk cId="0" sldId="285"/>
        </pc:sldMkLst>
      </pc:sldChg>
      <pc:sldChg chg="add">
        <pc:chgData name="Ms Alina Arshad" userId="cccdfd85-d35d-4453-9c6f-a463aae40722" providerId="ADAL" clId="{CC6B5282-6613-48F0-886F-796865211BB0}" dt="2024-09-11T12:42:03.189" v="17"/>
        <pc:sldMkLst>
          <pc:docMk/>
          <pc:sldMk cId="0" sldId="286"/>
        </pc:sldMkLst>
      </pc:sldChg>
      <pc:sldChg chg="add">
        <pc:chgData name="Ms Alina Arshad" userId="cccdfd85-d35d-4453-9c6f-a463aae40722" providerId="ADAL" clId="{CC6B5282-6613-48F0-886F-796865211BB0}" dt="2024-09-11T12:42:03.189" v="17"/>
        <pc:sldMkLst>
          <pc:docMk/>
          <pc:sldMk cId="0" sldId="287"/>
        </pc:sldMkLst>
      </pc:sldChg>
      <pc:sldChg chg="add">
        <pc:chgData name="Ms Alina Arshad" userId="cccdfd85-d35d-4453-9c6f-a463aae40722" providerId="ADAL" clId="{CC6B5282-6613-48F0-886F-796865211BB0}" dt="2024-09-11T12:42:03.189" v="17"/>
        <pc:sldMkLst>
          <pc:docMk/>
          <pc:sldMk cId="0" sldId="288"/>
        </pc:sldMkLst>
      </pc:sldChg>
      <pc:sldChg chg="modSp add mod">
        <pc:chgData name="Ms Alina Arshad" userId="cccdfd85-d35d-4453-9c6f-a463aae40722" providerId="ADAL" clId="{CC6B5282-6613-48F0-886F-796865211BB0}" dt="2024-09-11T12:42:03.393" v="24" actId="27636"/>
        <pc:sldMkLst>
          <pc:docMk/>
          <pc:sldMk cId="0" sldId="289"/>
        </pc:sldMkLst>
        <pc:spChg chg="mod">
          <ac:chgData name="Ms Alina Arshad" userId="cccdfd85-d35d-4453-9c6f-a463aae40722" providerId="ADAL" clId="{CC6B5282-6613-48F0-886F-796865211BB0}" dt="2024-09-11T12:42:03.393" v="24" actId="27636"/>
          <ac:spMkLst>
            <pc:docMk/>
            <pc:sldMk cId="0" sldId="289"/>
            <ac:spMk id="327" creationId="{00000000-0000-0000-0000-000000000000}"/>
          </ac:spMkLst>
        </pc:spChg>
      </pc:sldChg>
      <pc:sldChg chg="add">
        <pc:chgData name="Ms Alina Arshad" userId="cccdfd85-d35d-4453-9c6f-a463aae40722" providerId="ADAL" clId="{CC6B5282-6613-48F0-886F-796865211BB0}" dt="2024-09-11T12:42:03.189" v="17"/>
        <pc:sldMkLst>
          <pc:docMk/>
          <pc:sldMk cId="0" sldId="290"/>
        </pc:sldMkLst>
      </pc:sldChg>
      <pc:sldChg chg="add">
        <pc:chgData name="Ms Alina Arshad" userId="cccdfd85-d35d-4453-9c6f-a463aae40722" providerId="ADAL" clId="{CC6B5282-6613-48F0-886F-796865211BB0}" dt="2024-09-11T12:42:03.189" v="17"/>
        <pc:sldMkLst>
          <pc:docMk/>
          <pc:sldMk cId="0" sldId="291"/>
        </pc:sldMkLst>
      </pc:sldChg>
      <pc:sldChg chg="add">
        <pc:chgData name="Ms Alina Arshad" userId="cccdfd85-d35d-4453-9c6f-a463aae40722" providerId="ADAL" clId="{CC6B5282-6613-48F0-886F-796865211BB0}" dt="2024-09-11T12:42:03.189" v="17"/>
        <pc:sldMkLst>
          <pc:docMk/>
          <pc:sldMk cId="0" sldId="292"/>
        </pc:sldMkLst>
      </pc:sldChg>
      <pc:sldChg chg="add">
        <pc:chgData name="Ms Alina Arshad" userId="cccdfd85-d35d-4453-9c6f-a463aae40722" providerId="ADAL" clId="{CC6B5282-6613-48F0-886F-796865211BB0}" dt="2024-09-11T12:42:03.189" v="17"/>
        <pc:sldMkLst>
          <pc:docMk/>
          <pc:sldMk cId="0" sldId="293"/>
        </pc:sldMkLst>
      </pc:sldChg>
      <pc:sldChg chg="add">
        <pc:chgData name="Ms Alina Arshad" userId="cccdfd85-d35d-4453-9c6f-a463aae40722" providerId="ADAL" clId="{CC6B5282-6613-48F0-886F-796865211BB0}" dt="2024-09-11T12:42:03.189" v="17"/>
        <pc:sldMkLst>
          <pc:docMk/>
          <pc:sldMk cId="0" sldId="294"/>
        </pc:sldMkLst>
      </pc:sldChg>
      <pc:sldChg chg="add">
        <pc:chgData name="Ms Alina Arshad" userId="cccdfd85-d35d-4453-9c6f-a463aae40722" providerId="ADAL" clId="{CC6B5282-6613-48F0-886F-796865211BB0}" dt="2024-09-11T12:42:03.189" v="17"/>
        <pc:sldMkLst>
          <pc:docMk/>
          <pc:sldMk cId="0" sldId="295"/>
        </pc:sldMkLst>
      </pc:sldChg>
      <pc:sldChg chg="add">
        <pc:chgData name="Ms Alina Arshad" userId="cccdfd85-d35d-4453-9c6f-a463aae40722" providerId="ADAL" clId="{CC6B5282-6613-48F0-886F-796865211BB0}" dt="2024-09-11T12:42:03.189" v="17"/>
        <pc:sldMkLst>
          <pc:docMk/>
          <pc:sldMk cId="0" sldId="296"/>
        </pc:sldMkLst>
      </pc:sldChg>
      <pc:sldChg chg="add">
        <pc:chgData name="Ms Alina Arshad" userId="cccdfd85-d35d-4453-9c6f-a463aae40722" providerId="ADAL" clId="{CC6B5282-6613-48F0-886F-796865211BB0}" dt="2024-09-11T12:42:03.189" v="17"/>
        <pc:sldMkLst>
          <pc:docMk/>
          <pc:sldMk cId="0" sldId="297"/>
        </pc:sldMkLst>
      </pc:sldChg>
      <pc:sldChg chg="add">
        <pc:chgData name="Ms Alina Arshad" userId="cccdfd85-d35d-4453-9c6f-a463aae40722" providerId="ADAL" clId="{CC6B5282-6613-48F0-886F-796865211BB0}" dt="2024-09-11T12:42:03.189" v="17"/>
        <pc:sldMkLst>
          <pc:docMk/>
          <pc:sldMk cId="0" sldId="298"/>
        </pc:sldMkLst>
      </pc:sldChg>
      <pc:sldChg chg="add">
        <pc:chgData name="Ms Alina Arshad" userId="cccdfd85-d35d-4453-9c6f-a463aae40722" providerId="ADAL" clId="{CC6B5282-6613-48F0-886F-796865211BB0}" dt="2024-09-11T12:42:03.189" v="17"/>
        <pc:sldMkLst>
          <pc:docMk/>
          <pc:sldMk cId="0" sldId="299"/>
        </pc:sldMkLst>
      </pc:sldChg>
      <pc:sldChg chg="add">
        <pc:chgData name="Ms Alina Arshad" userId="cccdfd85-d35d-4453-9c6f-a463aae40722" providerId="ADAL" clId="{CC6B5282-6613-48F0-886F-796865211BB0}" dt="2024-09-11T12:42:03.189" v="17"/>
        <pc:sldMkLst>
          <pc:docMk/>
          <pc:sldMk cId="0" sldId="300"/>
        </pc:sldMkLst>
      </pc:sldChg>
      <pc:sldChg chg="add">
        <pc:chgData name="Ms Alina Arshad" userId="cccdfd85-d35d-4453-9c6f-a463aae40722" providerId="ADAL" clId="{CC6B5282-6613-48F0-886F-796865211BB0}" dt="2024-09-11T12:42:03.189" v="17"/>
        <pc:sldMkLst>
          <pc:docMk/>
          <pc:sldMk cId="0" sldId="301"/>
        </pc:sldMkLst>
      </pc:sldChg>
      <pc:sldChg chg="add">
        <pc:chgData name="Ms Alina Arshad" userId="cccdfd85-d35d-4453-9c6f-a463aae40722" providerId="ADAL" clId="{CC6B5282-6613-48F0-886F-796865211BB0}" dt="2024-09-11T12:42:03.189" v="17"/>
        <pc:sldMkLst>
          <pc:docMk/>
          <pc:sldMk cId="0" sldId="302"/>
        </pc:sldMkLst>
      </pc:sldChg>
      <pc:sldChg chg="add">
        <pc:chgData name="Ms Alina Arshad" userId="cccdfd85-d35d-4453-9c6f-a463aae40722" providerId="ADAL" clId="{CC6B5282-6613-48F0-886F-796865211BB0}" dt="2024-09-11T12:42:03.189" v="17"/>
        <pc:sldMkLst>
          <pc:docMk/>
          <pc:sldMk cId="0" sldId="303"/>
        </pc:sldMkLst>
      </pc:sldChg>
      <pc:sldChg chg="add">
        <pc:chgData name="Ms Alina Arshad" userId="cccdfd85-d35d-4453-9c6f-a463aae40722" providerId="ADAL" clId="{CC6B5282-6613-48F0-886F-796865211BB0}" dt="2024-09-11T12:42:03.189" v="17"/>
        <pc:sldMkLst>
          <pc:docMk/>
          <pc:sldMk cId="0" sldId="304"/>
        </pc:sldMkLst>
      </pc:sldChg>
      <pc:sldChg chg="add">
        <pc:chgData name="Ms Alina Arshad" userId="cccdfd85-d35d-4453-9c6f-a463aae40722" providerId="ADAL" clId="{CC6B5282-6613-48F0-886F-796865211BB0}" dt="2024-09-11T12:42:03.189" v="17"/>
        <pc:sldMkLst>
          <pc:docMk/>
          <pc:sldMk cId="0" sldId="305"/>
        </pc:sldMkLst>
      </pc:sldChg>
      <pc:sldChg chg="add">
        <pc:chgData name="Ms Alina Arshad" userId="cccdfd85-d35d-4453-9c6f-a463aae40722" providerId="ADAL" clId="{CC6B5282-6613-48F0-886F-796865211BB0}" dt="2024-09-11T12:42:03.189" v="17"/>
        <pc:sldMkLst>
          <pc:docMk/>
          <pc:sldMk cId="0" sldId="306"/>
        </pc:sldMkLst>
      </pc:sldChg>
      <pc:sldChg chg="add">
        <pc:chgData name="Ms Alina Arshad" userId="cccdfd85-d35d-4453-9c6f-a463aae40722" providerId="ADAL" clId="{CC6B5282-6613-48F0-886F-796865211BB0}" dt="2024-09-11T12:42:03.189" v="17"/>
        <pc:sldMkLst>
          <pc:docMk/>
          <pc:sldMk cId="0" sldId="307"/>
        </pc:sldMkLst>
      </pc:sldChg>
      <pc:sldChg chg="add">
        <pc:chgData name="Ms Alina Arshad" userId="cccdfd85-d35d-4453-9c6f-a463aae40722" providerId="ADAL" clId="{CC6B5282-6613-48F0-886F-796865211BB0}" dt="2024-09-11T12:42:03.189" v="17"/>
        <pc:sldMkLst>
          <pc:docMk/>
          <pc:sldMk cId="0" sldId="308"/>
        </pc:sldMkLst>
      </pc:sldChg>
      <pc:sldChg chg="add">
        <pc:chgData name="Ms Alina Arshad" userId="cccdfd85-d35d-4453-9c6f-a463aae40722" providerId="ADAL" clId="{CC6B5282-6613-48F0-886F-796865211BB0}" dt="2024-09-11T12:42:03.189" v="17"/>
        <pc:sldMkLst>
          <pc:docMk/>
          <pc:sldMk cId="0" sldId="309"/>
        </pc:sldMkLst>
      </pc:sldChg>
      <pc:sldChg chg="add">
        <pc:chgData name="Ms Alina Arshad" userId="cccdfd85-d35d-4453-9c6f-a463aae40722" providerId="ADAL" clId="{CC6B5282-6613-48F0-886F-796865211BB0}" dt="2024-09-11T12:42:03.189" v="17"/>
        <pc:sldMkLst>
          <pc:docMk/>
          <pc:sldMk cId="0" sldId="310"/>
        </pc:sldMkLst>
      </pc:sldChg>
      <pc:sldChg chg="add">
        <pc:chgData name="Ms Alina Arshad" userId="cccdfd85-d35d-4453-9c6f-a463aae40722" providerId="ADAL" clId="{CC6B5282-6613-48F0-886F-796865211BB0}" dt="2024-09-11T12:42:03.189" v="17"/>
        <pc:sldMkLst>
          <pc:docMk/>
          <pc:sldMk cId="0" sldId="311"/>
        </pc:sldMkLst>
      </pc:sldChg>
      <pc:sldChg chg="add">
        <pc:chgData name="Ms Alina Arshad" userId="cccdfd85-d35d-4453-9c6f-a463aae40722" providerId="ADAL" clId="{CC6B5282-6613-48F0-886F-796865211BB0}" dt="2024-09-11T12:42:03.189" v="17"/>
        <pc:sldMkLst>
          <pc:docMk/>
          <pc:sldMk cId="0" sldId="312"/>
        </pc:sldMkLst>
      </pc:sldChg>
      <pc:sldChg chg="add">
        <pc:chgData name="Ms Alina Arshad" userId="cccdfd85-d35d-4453-9c6f-a463aae40722" providerId="ADAL" clId="{CC6B5282-6613-48F0-886F-796865211BB0}" dt="2024-09-11T12:42:03.189" v="17"/>
        <pc:sldMkLst>
          <pc:docMk/>
          <pc:sldMk cId="0" sldId="313"/>
        </pc:sldMkLst>
      </pc:sldChg>
      <pc:sldChg chg="add">
        <pc:chgData name="Ms Alina Arshad" userId="cccdfd85-d35d-4453-9c6f-a463aae40722" providerId="ADAL" clId="{CC6B5282-6613-48F0-886F-796865211BB0}" dt="2024-09-11T12:42:03.189" v="17"/>
        <pc:sldMkLst>
          <pc:docMk/>
          <pc:sldMk cId="0" sldId="314"/>
        </pc:sldMkLst>
      </pc:sldChg>
      <pc:sldChg chg="add">
        <pc:chgData name="Ms Alina Arshad" userId="cccdfd85-d35d-4453-9c6f-a463aae40722" providerId="ADAL" clId="{CC6B5282-6613-48F0-886F-796865211BB0}" dt="2024-09-11T12:42:03.189" v="17"/>
        <pc:sldMkLst>
          <pc:docMk/>
          <pc:sldMk cId="0" sldId="315"/>
        </pc:sldMkLst>
      </pc:sldChg>
      <pc:sldChg chg="add">
        <pc:chgData name="Ms Alina Arshad" userId="cccdfd85-d35d-4453-9c6f-a463aae40722" providerId="ADAL" clId="{CC6B5282-6613-48F0-886F-796865211BB0}" dt="2024-09-11T12:42:03.189" v="17"/>
        <pc:sldMkLst>
          <pc:docMk/>
          <pc:sldMk cId="0" sldId="316"/>
        </pc:sldMkLst>
      </pc:sldChg>
      <pc:sldChg chg="add">
        <pc:chgData name="Ms Alina Arshad" userId="cccdfd85-d35d-4453-9c6f-a463aae40722" providerId="ADAL" clId="{CC6B5282-6613-48F0-886F-796865211BB0}" dt="2024-09-11T12:42:03.189" v="17"/>
        <pc:sldMkLst>
          <pc:docMk/>
          <pc:sldMk cId="0" sldId="317"/>
        </pc:sldMkLst>
      </pc:sldChg>
      <pc:sldChg chg="add">
        <pc:chgData name="Ms Alina Arshad" userId="cccdfd85-d35d-4453-9c6f-a463aae40722" providerId="ADAL" clId="{CC6B5282-6613-48F0-886F-796865211BB0}" dt="2024-09-11T12:42:03.189" v="17"/>
        <pc:sldMkLst>
          <pc:docMk/>
          <pc:sldMk cId="0" sldId="318"/>
        </pc:sldMkLst>
      </pc:sldChg>
      <pc:sldChg chg="add">
        <pc:chgData name="Ms Alina Arshad" userId="cccdfd85-d35d-4453-9c6f-a463aae40722" providerId="ADAL" clId="{CC6B5282-6613-48F0-886F-796865211BB0}" dt="2024-09-11T12:42:03.189" v="17"/>
        <pc:sldMkLst>
          <pc:docMk/>
          <pc:sldMk cId="0" sldId="319"/>
        </pc:sldMkLst>
      </pc:sldChg>
      <pc:sldChg chg="modSp add mod">
        <pc:chgData name="Ms Alina Arshad" userId="cccdfd85-d35d-4453-9c6f-a463aae40722" providerId="ADAL" clId="{CC6B5282-6613-48F0-886F-796865211BB0}" dt="2024-09-11T12:42:03.479" v="25" actId="27636"/>
        <pc:sldMkLst>
          <pc:docMk/>
          <pc:sldMk cId="0" sldId="320"/>
        </pc:sldMkLst>
        <pc:spChg chg="mod">
          <ac:chgData name="Ms Alina Arshad" userId="cccdfd85-d35d-4453-9c6f-a463aae40722" providerId="ADAL" clId="{CC6B5282-6613-48F0-886F-796865211BB0}" dt="2024-09-11T12:42:03.479" v="25" actId="27636"/>
          <ac:spMkLst>
            <pc:docMk/>
            <pc:sldMk cId="0" sldId="320"/>
            <ac:spMk id="549" creationId="{00000000-0000-0000-0000-000000000000}"/>
          </ac:spMkLst>
        </pc:spChg>
      </pc:sldChg>
      <pc:sldChg chg="add">
        <pc:chgData name="Ms Alina Arshad" userId="cccdfd85-d35d-4453-9c6f-a463aae40722" providerId="ADAL" clId="{CC6B5282-6613-48F0-886F-796865211BB0}" dt="2024-09-11T12:42:03.189" v="17"/>
        <pc:sldMkLst>
          <pc:docMk/>
          <pc:sldMk cId="0" sldId="321"/>
        </pc:sldMkLst>
      </pc:sldChg>
      <pc:sldChg chg="add">
        <pc:chgData name="Ms Alina Arshad" userId="cccdfd85-d35d-4453-9c6f-a463aae40722" providerId="ADAL" clId="{CC6B5282-6613-48F0-886F-796865211BB0}" dt="2024-09-11T12:42:03.189" v="17"/>
        <pc:sldMkLst>
          <pc:docMk/>
          <pc:sldMk cId="0" sldId="322"/>
        </pc:sldMkLst>
      </pc:sldChg>
      <pc:sldChg chg="add">
        <pc:chgData name="Ms Alina Arshad" userId="cccdfd85-d35d-4453-9c6f-a463aae40722" providerId="ADAL" clId="{CC6B5282-6613-48F0-886F-796865211BB0}" dt="2024-09-11T12:42:03.189" v="17"/>
        <pc:sldMkLst>
          <pc:docMk/>
          <pc:sldMk cId="0" sldId="323"/>
        </pc:sldMkLst>
      </pc:sldChg>
      <pc:sldChg chg="add">
        <pc:chgData name="Ms Alina Arshad" userId="cccdfd85-d35d-4453-9c6f-a463aae40722" providerId="ADAL" clId="{CC6B5282-6613-48F0-886F-796865211BB0}" dt="2024-09-11T12:42:03.189" v="17"/>
        <pc:sldMkLst>
          <pc:docMk/>
          <pc:sldMk cId="0" sldId="324"/>
        </pc:sldMkLst>
      </pc:sldChg>
      <pc:sldChg chg="add">
        <pc:chgData name="Ms Alina Arshad" userId="cccdfd85-d35d-4453-9c6f-a463aae40722" providerId="ADAL" clId="{CC6B5282-6613-48F0-886F-796865211BB0}" dt="2024-09-11T12:42:03.189" v="17"/>
        <pc:sldMkLst>
          <pc:docMk/>
          <pc:sldMk cId="0" sldId="325"/>
        </pc:sldMkLst>
      </pc:sldChg>
      <pc:sldChg chg="add">
        <pc:chgData name="Ms Alina Arshad" userId="cccdfd85-d35d-4453-9c6f-a463aae40722" providerId="ADAL" clId="{CC6B5282-6613-48F0-886F-796865211BB0}" dt="2024-09-11T12:42:03.189" v="17"/>
        <pc:sldMkLst>
          <pc:docMk/>
          <pc:sldMk cId="0" sldId="326"/>
        </pc:sldMkLst>
      </pc:sldChg>
      <pc:sldChg chg="modSp add mod">
        <pc:chgData name="Ms Alina Arshad" userId="cccdfd85-d35d-4453-9c6f-a463aae40722" providerId="ADAL" clId="{CC6B5282-6613-48F0-886F-796865211BB0}" dt="2024-09-11T12:42:03.520" v="26" actId="27636"/>
        <pc:sldMkLst>
          <pc:docMk/>
          <pc:sldMk cId="0" sldId="327"/>
        </pc:sldMkLst>
        <pc:spChg chg="mod">
          <ac:chgData name="Ms Alina Arshad" userId="cccdfd85-d35d-4453-9c6f-a463aae40722" providerId="ADAL" clId="{CC6B5282-6613-48F0-886F-796865211BB0}" dt="2024-09-11T12:42:03.520" v="26" actId="27636"/>
          <ac:spMkLst>
            <pc:docMk/>
            <pc:sldMk cId="0" sldId="327"/>
            <ac:spMk id="597" creationId="{00000000-0000-0000-0000-000000000000}"/>
          </ac:spMkLst>
        </pc:spChg>
      </pc:sldChg>
      <pc:sldChg chg="add">
        <pc:chgData name="Ms Alina Arshad" userId="cccdfd85-d35d-4453-9c6f-a463aae40722" providerId="ADAL" clId="{CC6B5282-6613-48F0-886F-796865211BB0}" dt="2024-09-11T12:42:03.189" v="17"/>
        <pc:sldMkLst>
          <pc:docMk/>
          <pc:sldMk cId="0" sldId="328"/>
        </pc:sldMkLst>
      </pc:sldChg>
      <pc:sldChg chg="add">
        <pc:chgData name="Ms Alina Arshad" userId="cccdfd85-d35d-4453-9c6f-a463aae40722" providerId="ADAL" clId="{CC6B5282-6613-48F0-886F-796865211BB0}" dt="2024-09-11T12:42:03.189" v="17"/>
        <pc:sldMkLst>
          <pc:docMk/>
          <pc:sldMk cId="0" sldId="329"/>
        </pc:sldMkLst>
      </pc:sldChg>
      <pc:sldChg chg="add">
        <pc:chgData name="Ms Alina Arshad" userId="cccdfd85-d35d-4453-9c6f-a463aae40722" providerId="ADAL" clId="{CC6B5282-6613-48F0-886F-796865211BB0}" dt="2024-09-11T12:42:03.189" v="17"/>
        <pc:sldMkLst>
          <pc:docMk/>
          <pc:sldMk cId="0" sldId="330"/>
        </pc:sldMkLst>
      </pc:sldChg>
      <pc:sldChg chg="add">
        <pc:chgData name="Ms Alina Arshad" userId="cccdfd85-d35d-4453-9c6f-a463aae40722" providerId="ADAL" clId="{CC6B5282-6613-48F0-886F-796865211BB0}" dt="2024-09-11T12:42:03.189" v="17"/>
        <pc:sldMkLst>
          <pc:docMk/>
          <pc:sldMk cId="0" sldId="331"/>
        </pc:sldMkLst>
      </pc:sldChg>
      <pc:sldChg chg="add">
        <pc:chgData name="Ms Alina Arshad" userId="cccdfd85-d35d-4453-9c6f-a463aae40722" providerId="ADAL" clId="{CC6B5282-6613-48F0-886F-796865211BB0}" dt="2024-09-11T12:42:03.189" v="17"/>
        <pc:sldMkLst>
          <pc:docMk/>
          <pc:sldMk cId="0" sldId="332"/>
        </pc:sldMkLst>
      </pc:sldChg>
      <pc:sldChg chg="add">
        <pc:chgData name="Ms Alina Arshad" userId="cccdfd85-d35d-4453-9c6f-a463aae40722" providerId="ADAL" clId="{CC6B5282-6613-48F0-886F-796865211BB0}" dt="2024-09-11T12:42:03.189" v="17"/>
        <pc:sldMkLst>
          <pc:docMk/>
          <pc:sldMk cId="0" sldId="333"/>
        </pc:sldMkLst>
      </pc:sldChg>
      <pc:sldChg chg="add">
        <pc:chgData name="Ms Alina Arshad" userId="cccdfd85-d35d-4453-9c6f-a463aae40722" providerId="ADAL" clId="{CC6B5282-6613-48F0-886F-796865211BB0}" dt="2024-09-11T12:42:03.189" v="17"/>
        <pc:sldMkLst>
          <pc:docMk/>
          <pc:sldMk cId="0" sldId="334"/>
        </pc:sldMkLst>
      </pc:sldChg>
      <pc:sldChg chg="add">
        <pc:chgData name="Ms Alina Arshad" userId="cccdfd85-d35d-4453-9c6f-a463aae40722" providerId="ADAL" clId="{CC6B5282-6613-48F0-886F-796865211BB0}" dt="2024-09-11T12:42:03.189" v="17"/>
        <pc:sldMkLst>
          <pc:docMk/>
          <pc:sldMk cId="0" sldId="335"/>
        </pc:sldMkLst>
      </pc:sldChg>
      <pc:sldChg chg="add">
        <pc:chgData name="Ms Alina Arshad" userId="cccdfd85-d35d-4453-9c6f-a463aae40722" providerId="ADAL" clId="{CC6B5282-6613-48F0-886F-796865211BB0}" dt="2024-09-11T12:42:03.189" v="17"/>
        <pc:sldMkLst>
          <pc:docMk/>
          <pc:sldMk cId="0" sldId="336"/>
        </pc:sldMkLst>
      </pc:sldChg>
      <pc:sldChg chg="add">
        <pc:chgData name="Ms Alina Arshad" userId="cccdfd85-d35d-4453-9c6f-a463aae40722" providerId="ADAL" clId="{CC6B5282-6613-48F0-886F-796865211BB0}" dt="2024-09-11T12:42:03.189" v="17"/>
        <pc:sldMkLst>
          <pc:docMk/>
          <pc:sldMk cId="0" sldId="33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9/17/2024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SELECT </a:t>
            </a:r>
            <a:r>
              <a:rPr lang="en-US" dirty="0" err="1"/>
              <a:t>Fname</a:t>
            </a:r>
            <a:r>
              <a:rPr lang="en-US" dirty="0"/>
              <a:t>, </a:t>
            </a:r>
            <a:r>
              <a:rPr lang="en-US" dirty="0" err="1"/>
              <a:t>Lname</a:t>
            </a:r>
            <a:r>
              <a:rPr lang="en-US" dirty="0"/>
              <a:t>, Address FROM EMPLOYEE, DEPARTMENT WHERE </a:t>
            </a:r>
            <a:r>
              <a:rPr lang="en-US" dirty="0" err="1"/>
              <a:t>Dname</a:t>
            </a:r>
            <a:r>
              <a:rPr lang="en-US" dirty="0"/>
              <a:t> = ‘Research’ AND </a:t>
            </a:r>
            <a:r>
              <a:rPr lang="en-US" dirty="0" err="1"/>
              <a:t>Dnumber</a:t>
            </a:r>
            <a:r>
              <a:rPr lang="en-US" dirty="0"/>
              <a:t> = </a:t>
            </a:r>
            <a:r>
              <a:rPr lang="en-US" dirty="0" err="1"/>
              <a:t>Dno</a:t>
            </a:r>
            <a:r>
              <a:rPr lang="en-US" dirty="0"/>
              <a:t>;</a:t>
            </a:r>
            <a:endParaRPr dirty="0"/>
          </a:p>
          <a:p>
            <a:pPr marL="0" marR="0" lvl="0" indent="0" algn="l" rtl="0">
              <a:lnSpc>
                <a:spcPct val="100000"/>
              </a:lnSpc>
              <a:spcBef>
                <a:spcPts val="0"/>
              </a:spcBef>
              <a:spcAft>
                <a:spcPts val="0"/>
              </a:spcAft>
              <a:buClr>
                <a:schemeClr val="dk1"/>
              </a:buClr>
              <a:buSzPts val="1200"/>
              <a:buFont typeface="Calibri"/>
              <a:buNone/>
            </a:pPr>
            <a:r>
              <a:rPr lang="en-US" dirty="0"/>
              <a:t>In the WHERE clause of Q1, the condition </a:t>
            </a:r>
            <a:r>
              <a:rPr lang="en-US" dirty="0" err="1"/>
              <a:t>Dname</a:t>
            </a:r>
            <a:r>
              <a:rPr lang="en-US" dirty="0"/>
              <a:t> = ‘Research’ is a selection condition that chooses the particular tuple of interest in the DEPARTMENT table, because </a:t>
            </a:r>
            <a:r>
              <a:rPr lang="en-US" dirty="0" err="1"/>
              <a:t>Dname</a:t>
            </a:r>
            <a:r>
              <a:rPr lang="en-US" dirty="0"/>
              <a:t> is an attribute of DEPARTMENT. The condition </a:t>
            </a:r>
            <a:r>
              <a:rPr lang="en-US" dirty="0" err="1"/>
              <a:t>Dnumber</a:t>
            </a:r>
            <a:r>
              <a:rPr lang="en-US" dirty="0"/>
              <a:t> = </a:t>
            </a:r>
            <a:r>
              <a:rPr lang="en-US" dirty="0" err="1"/>
              <a:t>Dno</a:t>
            </a:r>
            <a:r>
              <a:rPr lang="en-US" dirty="0"/>
              <a:t> is called a join condition, because it combines two tuples: one from DEPARTMENT and one from EMPLOYEE, whenever the value of </a:t>
            </a:r>
            <a:r>
              <a:rPr lang="en-US" dirty="0" err="1"/>
              <a:t>Dnumber</a:t>
            </a:r>
            <a:r>
              <a:rPr lang="en-US" dirty="0"/>
              <a:t> in DEPARTMENT is equal to the value of </a:t>
            </a:r>
            <a:r>
              <a:rPr lang="en-US" dirty="0" err="1"/>
              <a:t>Dno</a:t>
            </a:r>
            <a:r>
              <a:rPr lang="en-US" dirty="0"/>
              <a:t> in EMPLOYEE. The result of query Q1 is shown in Figure 6.3(b). In general, any number of selection and join conditions may be specified in a single SQL query. A query that involves only selection and join conditions plus projection attributes is known as a select-project-join query. The next example is a select-project-join query with two join conditions</a:t>
            </a:r>
            <a:endParaRPr dirty="0"/>
          </a:p>
          <a:p>
            <a:pPr marL="0" lvl="0" indent="0" algn="l" rtl="0">
              <a:spcBef>
                <a:spcPts val="0"/>
              </a:spcBef>
              <a:spcAft>
                <a:spcPts val="0"/>
              </a:spcAft>
              <a:buNone/>
            </a:pPr>
            <a:endParaRPr dirty="0"/>
          </a:p>
        </p:txBody>
      </p:sp>
      <p:sp>
        <p:nvSpPr>
          <p:cNvPr id="117" name="Google Shape;11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FROM clause in Q1A contains a single </a:t>
            </a:r>
            <a:r>
              <a:rPr lang="en-US" sz="1200" b="0" i="1" u="none" strike="noStrike">
                <a:solidFill>
                  <a:schemeClr val="dk1"/>
                </a:solidFill>
                <a:latin typeface="Calibri"/>
                <a:ea typeface="Calibri"/>
                <a:cs typeface="Calibri"/>
                <a:sym typeface="Calibri"/>
              </a:rPr>
              <a:t>joined table.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attributes of such a table are all the attributes of the first table, EMPLOYEE, followed by all the attributes of the second table, DEPARTMENT.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concept of a joined table also allows the user to specify different types of join, such as NATURAL JOIN and various types of OUTER JOIN. </a:t>
            </a:r>
            <a:endParaRPr/>
          </a:p>
        </p:txBody>
      </p:sp>
      <p:sp>
        <p:nvSpPr>
          <p:cNvPr id="125" name="Google Shape;12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SELECT </a:t>
            </a:r>
            <a:r>
              <a:rPr lang="en-US" dirty="0" err="1"/>
              <a:t>Fname</a:t>
            </a:r>
            <a:r>
              <a:rPr lang="en-US" dirty="0"/>
              <a:t>, </a:t>
            </a:r>
            <a:r>
              <a:rPr lang="en-US" dirty="0" err="1"/>
              <a:t>Lname</a:t>
            </a:r>
            <a:r>
              <a:rPr lang="en-US" dirty="0"/>
              <a:t>, Address FROM EMPLOYEE, DEPARTMENT WHERE </a:t>
            </a:r>
            <a:r>
              <a:rPr lang="en-US" dirty="0" err="1"/>
              <a:t>Dname</a:t>
            </a:r>
            <a:r>
              <a:rPr lang="en-US" dirty="0"/>
              <a:t> = ‘Research’ AND </a:t>
            </a:r>
            <a:r>
              <a:rPr lang="en-US" dirty="0" err="1"/>
              <a:t>Dnumber</a:t>
            </a:r>
            <a:r>
              <a:rPr lang="en-US" dirty="0"/>
              <a:t> = </a:t>
            </a:r>
            <a:r>
              <a:rPr lang="en-US" dirty="0" err="1"/>
              <a:t>Dno</a:t>
            </a:r>
            <a:r>
              <a:rPr lang="en-US" dirty="0"/>
              <a:t>;</a:t>
            </a:r>
            <a:endParaRPr dirty="0"/>
          </a:p>
        </p:txBody>
      </p:sp>
      <p:sp>
        <p:nvSpPr>
          <p:cNvPr id="134" name="Google Shape;13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SELECT Pnumber, Dnum, Lname, Address, Bdate FROM PROJECT, DEPARTMENT, EMPLOYEE WHERE Dnum = Dnumber AND Mgr_ssn = Ssn AND Plocation = ‘Stafford’</a:t>
            </a:r>
            <a:endParaRPr/>
          </a:p>
          <a:p>
            <a:pPr marL="0" lvl="0" indent="0" algn="l" rtl="0">
              <a:spcBef>
                <a:spcPts val="0"/>
              </a:spcBef>
              <a:spcAft>
                <a:spcPts val="0"/>
              </a:spcAft>
              <a:buNone/>
            </a:pPr>
            <a:endParaRPr/>
          </a:p>
          <a:p>
            <a:pPr marL="0" marR="0" lvl="0" indent="0" algn="l" rtl="0">
              <a:lnSpc>
                <a:spcPct val="100000"/>
              </a:lnSpc>
              <a:spcBef>
                <a:spcPts val="0"/>
              </a:spcBef>
              <a:spcAft>
                <a:spcPts val="0"/>
              </a:spcAft>
              <a:buClr>
                <a:schemeClr val="dk1"/>
              </a:buClr>
              <a:buSzPts val="1200"/>
              <a:buFont typeface="Calibri"/>
              <a:buNone/>
            </a:pPr>
            <a:r>
              <a:rPr lang="en-US"/>
              <a:t>In the WHERE clause of Q1, the condition Dname = ‘Research’ is a selection condition that chooses the particular tuple of interest in the DEPARTMENT table, because Dname is an attribute of DEPARTMENT. The condition Dnumber = Dno is called a join condition, because it combines two tuples: one from DEPARTMENT and one from EMPLOYEE, whenever the value of Dnumber in DEPARTMENT is equal to the value of Dno in EMPLOYEE. The result of query Q1 is shown in Figure 6.3(b). In general, any number of selection and join conditions may be specified in a single SQL query. A query that involves only selection and join conditions plus projection attributes is known as a select-project-join query. The next example is a select-project-join query with two join conditions</a:t>
            </a:r>
            <a:endParaRPr/>
          </a:p>
          <a:p>
            <a:pPr marL="0" lvl="0" indent="0" algn="l" rtl="0">
              <a:spcBef>
                <a:spcPts val="0"/>
              </a:spcBef>
              <a:spcAft>
                <a:spcPts val="0"/>
              </a:spcAft>
              <a:buNone/>
            </a:pPr>
            <a:endParaRPr/>
          </a:p>
        </p:txBody>
      </p:sp>
      <p:sp>
        <p:nvSpPr>
          <p:cNvPr id="142" name="Google Shape;14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SELECT Pnumber, Dnum, Lname, Address, Bdate FROM PROJECT, DEPARTMENT, EMPLOYEE WHERE Dnum = Dnumber AND Mgr_ssn = Ssn AND Plocation = ‘Stafford’</a:t>
            </a:r>
            <a:endParaRPr/>
          </a:p>
          <a:p>
            <a:pPr marL="0" lvl="0" indent="0" algn="l" rtl="0">
              <a:spcBef>
                <a:spcPts val="0"/>
              </a:spcBef>
              <a:spcAft>
                <a:spcPts val="0"/>
              </a:spcAft>
              <a:buNone/>
            </a:pPr>
            <a:endParaRPr/>
          </a:p>
        </p:txBody>
      </p:sp>
      <p:sp>
        <p:nvSpPr>
          <p:cNvPr id="150" name="Google Shape;15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 SQL, the same name can be used for two (or more) attributes as long as the attributes are in different tables. If this is the case, and a multitable query refers to two or more attributes with the same name, we must qualify the attribute name with the relation name to prevent ambiguity. This is done by prefixing the relation name to the attribute name and separating the two by a period. To illustrate this, suppose that in Figures 5.5 and 5.6 the Dno and Lname attributes of the EMPLOYEE relation were called Dnumber and Name, and the Dname attribute of DEPARTMENT was also called Name; then, to prevent ambiguity, query Q1 would be rephrased as shown in Q1A. We must prefix the attributes Name and Dnumber in Q1A to specify which ones we are referring to, because the same attribute names are used in both relations:</a:t>
            </a:r>
            <a:endParaRPr/>
          </a:p>
        </p:txBody>
      </p:sp>
      <p:sp>
        <p:nvSpPr>
          <p:cNvPr id="165" name="Google Shape;16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SELECT E.Fname, E.Lname, S.Fname, S.Lname FROM EMPLOYEE AS E, EMPLOYEE AS S WHERE E.Super_ssn = S.Ssn;</a:t>
            </a:r>
            <a:endParaRPr/>
          </a:p>
          <a:p>
            <a:pPr marL="0" lvl="0" indent="0" algn="l" rtl="0">
              <a:spcBef>
                <a:spcPts val="0"/>
              </a:spcBef>
              <a:spcAft>
                <a:spcPts val="0"/>
              </a:spcAft>
              <a:buNone/>
            </a:pPr>
            <a:endParaRPr/>
          </a:p>
        </p:txBody>
      </p:sp>
      <p:sp>
        <p:nvSpPr>
          <p:cNvPr id="173" name="Google Shape;17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SELECT E.Fname, E.Lname, S.Fname, S.Lname FROM EMPLOYEE AS E, EMPLOYEE AS S WHERE E.Super_ssn = S.Ssn;</a:t>
            </a:r>
            <a:endParaRPr/>
          </a:p>
        </p:txBody>
      </p:sp>
      <p:sp>
        <p:nvSpPr>
          <p:cNvPr id="181" name="Google Shape;18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latin typeface="Arial"/>
                <a:ea typeface="Arial"/>
                <a:cs typeface="Arial"/>
                <a:sym typeface="Arial"/>
              </a:rPr>
              <a:t>Q15: SELECT </a:t>
            </a:r>
            <a:r>
              <a:rPr lang="en-US">
                <a:latin typeface="Arial"/>
                <a:ea typeface="Arial"/>
                <a:cs typeface="Arial"/>
                <a:sym typeface="Arial"/>
              </a:rPr>
              <a:t>D.Dname, E.Lname, E.Fname, P.Pname</a:t>
            </a:r>
            <a:endParaRPr>
              <a:latin typeface="Arial"/>
              <a:ea typeface="Arial"/>
              <a:cs typeface="Arial"/>
              <a:sym typeface="Arial"/>
            </a:endParaRPr>
          </a:p>
          <a:p>
            <a:pPr marL="0" lvl="0" indent="0" algn="l" rtl="0">
              <a:spcBef>
                <a:spcPts val="0"/>
              </a:spcBef>
              <a:spcAft>
                <a:spcPts val="0"/>
              </a:spcAft>
              <a:buNone/>
            </a:pPr>
            <a:r>
              <a:rPr lang="en-US" b="1">
                <a:latin typeface="Arial"/>
                <a:ea typeface="Arial"/>
                <a:cs typeface="Arial"/>
                <a:sym typeface="Arial"/>
              </a:rPr>
              <a:t>FROM </a:t>
            </a:r>
            <a:r>
              <a:rPr lang="en-US">
                <a:latin typeface="Arial"/>
                <a:ea typeface="Arial"/>
                <a:cs typeface="Arial"/>
                <a:sym typeface="Arial"/>
              </a:rPr>
              <a:t>DEPARTMENT D, EMPLOYEE E, WORKS_ON W,</a:t>
            </a:r>
            <a:endParaRPr/>
          </a:p>
          <a:p>
            <a:pPr marL="0" lvl="0" indent="0" algn="l" rtl="0">
              <a:spcBef>
                <a:spcPts val="0"/>
              </a:spcBef>
              <a:spcAft>
                <a:spcPts val="0"/>
              </a:spcAft>
              <a:buNone/>
            </a:pPr>
            <a:r>
              <a:rPr lang="en-US">
                <a:latin typeface="Arial"/>
                <a:ea typeface="Arial"/>
                <a:cs typeface="Arial"/>
                <a:sym typeface="Arial"/>
              </a:rPr>
              <a:t>PROJECT P</a:t>
            </a:r>
            <a:endParaRPr/>
          </a:p>
          <a:p>
            <a:pPr marL="0" lvl="0" indent="0" algn="l" rtl="0">
              <a:spcBef>
                <a:spcPts val="0"/>
              </a:spcBef>
              <a:spcAft>
                <a:spcPts val="0"/>
              </a:spcAft>
              <a:buNone/>
            </a:pPr>
            <a:r>
              <a:rPr lang="en-US" b="1">
                <a:latin typeface="Arial"/>
                <a:ea typeface="Arial"/>
                <a:cs typeface="Arial"/>
                <a:sym typeface="Arial"/>
              </a:rPr>
              <a:t>WHERE </a:t>
            </a:r>
            <a:r>
              <a:rPr lang="en-US">
                <a:latin typeface="Arial"/>
                <a:ea typeface="Arial"/>
                <a:cs typeface="Arial"/>
                <a:sym typeface="Arial"/>
              </a:rPr>
              <a:t>D.Dnumber = E.Dno </a:t>
            </a:r>
            <a:r>
              <a:rPr lang="en-US" b="1">
                <a:latin typeface="Arial"/>
                <a:ea typeface="Arial"/>
                <a:cs typeface="Arial"/>
                <a:sym typeface="Arial"/>
              </a:rPr>
              <a:t>AND </a:t>
            </a:r>
            <a:r>
              <a:rPr lang="en-US">
                <a:latin typeface="Arial"/>
                <a:ea typeface="Arial"/>
                <a:cs typeface="Arial"/>
                <a:sym typeface="Arial"/>
              </a:rPr>
              <a:t>E.Ssn = W.Essn </a:t>
            </a:r>
            <a:r>
              <a:rPr lang="en-US" b="1">
                <a:latin typeface="Arial"/>
                <a:ea typeface="Arial"/>
                <a:cs typeface="Arial"/>
                <a:sym typeface="Arial"/>
              </a:rPr>
              <a:t>AND </a:t>
            </a:r>
            <a:r>
              <a:rPr lang="en-US">
                <a:latin typeface="Arial"/>
                <a:ea typeface="Arial"/>
                <a:cs typeface="Arial"/>
                <a:sym typeface="Arial"/>
              </a:rPr>
              <a:t>W.Pno = P.Pnumber</a:t>
            </a:r>
            <a:endParaRPr>
              <a:latin typeface="Arial"/>
              <a:ea typeface="Arial"/>
              <a:cs typeface="Arial"/>
              <a:sym typeface="Arial"/>
            </a:endParaRPr>
          </a:p>
          <a:p>
            <a:pPr marL="0" lvl="0" indent="0" algn="l" rtl="0">
              <a:spcBef>
                <a:spcPts val="0"/>
              </a:spcBef>
              <a:spcAft>
                <a:spcPts val="0"/>
              </a:spcAft>
              <a:buNone/>
            </a:pPr>
            <a:r>
              <a:rPr lang="en-US" b="1">
                <a:latin typeface="Arial"/>
                <a:ea typeface="Arial"/>
                <a:cs typeface="Arial"/>
                <a:sym typeface="Arial"/>
              </a:rPr>
              <a:t>ORDER BY </a:t>
            </a:r>
            <a:r>
              <a:rPr lang="en-US">
                <a:latin typeface="Arial"/>
                <a:ea typeface="Arial"/>
                <a:cs typeface="Arial"/>
                <a:sym typeface="Arial"/>
              </a:rPr>
              <a:t>D.Dname, E.Lname, E.Fname;</a:t>
            </a:r>
            <a:endParaRPr/>
          </a:p>
          <a:p>
            <a:pPr marL="0" lvl="0" indent="0" algn="l" rtl="0">
              <a:spcBef>
                <a:spcPts val="0"/>
              </a:spcBef>
              <a:spcAft>
                <a:spcPts val="0"/>
              </a:spcAft>
              <a:buNone/>
            </a:pPr>
            <a:endParaRPr/>
          </a:p>
        </p:txBody>
      </p:sp>
      <p:sp>
        <p:nvSpPr>
          <p:cNvPr id="189" name="Google Shape;189;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 a NATURAL JOIN on two relations R and S, no join condition is specified; an implicit EQUIJOIN condition for each pair of attributes with the same name from R and S is created. Each such pair of attributes is included only once in the resulting</a:t>
            </a:r>
            <a:endParaRPr/>
          </a:p>
          <a:p>
            <a:pPr marL="0" lvl="0" indent="0" algn="l" rtl="0">
              <a:spcBef>
                <a:spcPts val="0"/>
              </a:spcBef>
              <a:spcAft>
                <a:spcPts val="0"/>
              </a:spcAft>
              <a:buNone/>
            </a:pPr>
            <a:r>
              <a:rPr lang="en-US"/>
              <a:t>Relation.</a:t>
            </a:r>
            <a:endParaRPr/>
          </a:p>
          <a:p>
            <a:pPr marL="0" lvl="0" indent="0" algn="l" rtl="0">
              <a:spcBef>
                <a:spcPts val="0"/>
              </a:spcBef>
              <a:spcAft>
                <a:spcPts val="0"/>
              </a:spcAft>
              <a:buNone/>
            </a:pPr>
            <a:r>
              <a:rPr lang="en-US" b="1"/>
              <a:t>Very Important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If the names of the join attributes are not the same in the base relations, it is possible to rename the attributes so that they match, and then to apply NATURAL JOIN. In this case, the AS construct can be used to rename a relation and all its attributes in the FROM clause.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This is illustrated in Q1B, where the DEPARTMENT relation is renamed as DEPT and its attributes are renamed as Dname, Dno (to match the name of the desired join attribute Dno in the EMPLOYEE table), Mssn, and Msdate. The implied join condition for this NATURAL JOIN is EMPLOYEE.Dno = DEPT.Dno, because this is the only pair of attributes with the same name after renaming:</a:t>
            </a:r>
            <a:endParaRPr b="1"/>
          </a:p>
          <a:p>
            <a:pPr marL="0" lvl="0" indent="0" algn="l" rtl="0">
              <a:spcBef>
                <a:spcPts val="0"/>
              </a:spcBef>
              <a:spcAft>
                <a:spcPts val="0"/>
              </a:spcAft>
              <a:buNone/>
            </a:pPr>
            <a:endParaRPr/>
          </a:p>
        </p:txBody>
      </p:sp>
      <p:sp>
        <p:nvSpPr>
          <p:cNvPr id="199" name="Google Shape;19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SQL, the options available for specifying joined tables include INNER JOIN (only pairs of tuples that match the join condition are retrieved, same as JOIN)</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LEFT OUTER JOIN </a:t>
            </a:r>
            <a:r>
              <a:rPr lang="en-US" sz="1200" b="0" i="0" u="none" strike="noStrike">
                <a:solidFill>
                  <a:schemeClr val="dk1"/>
                </a:solidFill>
                <a:latin typeface="Calibri"/>
                <a:ea typeface="Calibri"/>
                <a:cs typeface="Calibri"/>
                <a:sym typeface="Calibri"/>
              </a:rPr>
              <a:t>(every tuple in the left table must appear in the result; if it does not have a matching tuple, it is padded with NULL values for the attributes of the right table),</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RIGHT OUTER JOIN </a:t>
            </a:r>
            <a:r>
              <a:rPr lang="en-US" sz="1200" b="0" i="0" u="none" strike="noStrike">
                <a:solidFill>
                  <a:schemeClr val="dk1"/>
                </a:solidFill>
                <a:latin typeface="Calibri"/>
                <a:ea typeface="Calibri"/>
                <a:cs typeface="Calibri"/>
                <a:sym typeface="Calibri"/>
              </a:rPr>
              <a:t>(every tuple in the right table must appear in the result; if it does not have a matching tuple, it is padded with NULL values for the attributes of the left table), and </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FULL OUTER JOIN</a:t>
            </a:r>
            <a:r>
              <a:rPr lang="en-US" sz="1200" b="0" i="0" u="none" strike="noStrike">
                <a:solidFill>
                  <a:schemeClr val="dk1"/>
                </a:solidFill>
                <a:latin typeface="Calibri"/>
                <a:ea typeface="Calibri"/>
                <a:cs typeface="Calibri"/>
                <a:sym typeface="Calibri"/>
              </a:rPr>
              <a:t>.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the latter three options, the keyword OUTER may be omitted.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If the join attributes have the same name, one can also specify the natural join variation of outer joins by using the keyword NATURAL before the operation (for example, NATURAL LEFT OUTER JOIN). The keyword CROSS JOIN is used to specify</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CARTESIAN PRODUCT operation, although this should be used only with the utmost care because it generates all possible tuple combinations.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It is also possible to </a:t>
            </a:r>
            <a:r>
              <a:rPr lang="en-US" sz="1200" b="0" i="1" u="none" strike="noStrike">
                <a:solidFill>
                  <a:schemeClr val="dk1"/>
                </a:solidFill>
                <a:latin typeface="Calibri"/>
                <a:ea typeface="Calibri"/>
                <a:cs typeface="Calibri"/>
                <a:sym typeface="Calibri"/>
              </a:rPr>
              <a:t>nest </a:t>
            </a:r>
            <a:r>
              <a:rPr lang="en-US" sz="1200" b="0" i="0" u="none" strike="noStrike">
                <a:solidFill>
                  <a:schemeClr val="dk1"/>
                </a:solidFill>
                <a:latin typeface="Calibri"/>
                <a:ea typeface="Calibri"/>
                <a:cs typeface="Calibri"/>
                <a:sym typeface="Calibri"/>
              </a:rPr>
              <a:t>join specifications; that is, one of the tables in a join may itself be a joined table. This allows the specification of the join of three or more tables as a single joined table, which is called a </a:t>
            </a:r>
            <a:r>
              <a:rPr lang="en-US" sz="1200" b="1" i="0" u="none" strike="noStrike">
                <a:solidFill>
                  <a:schemeClr val="dk1"/>
                </a:solidFill>
                <a:latin typeface="Calibri"/>
                <a:ea typeface="Calibri"/>
                <a:cs typeface="Calibri"/>
                <a:sym typeface="Calibri"/>
              </a:rPr>
              <a:t>multiway join</a:t>
            </a:r>
            <a:r>
              <a:rPr lang="en-US" sz="1200" b="0" i="0" u="none" strike="noStrike">
                <a:solidFill>
                  <a:schemeClr val="dk1"/>
                </a:solidFill>
                <a:latin typeface="Calibri"/>
                <a:ea typeface="Calibri"/>
                <a:cs typeface="Calibri"/>
                <a:sym typeface="Calibri"/>
              </a:rPr>
              <a:t>. For example,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Q2A is a different way of specifying query Q2 from Section 6.3.1 using the concept of a joined table:</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Q2A: SELECT </a:t>
            </a:r>
            <a:r>
              <a:rPr lang="en-US" sz="1200" b="0" i="0" u="none" strike="noStrike">
                <a:solidFill>
                  <a:schemeClr val="dk1"/>
                </a:solidFill>
                <a:latin typeface="Calibri"/>
                <a:ea typeface="Calibri"/>
                <a:cs typeface="Calibri"/>
                <a:sym typeface="Calibri"/>
              </a:rPr>
              <a:t>Pnumber, Dnum, Lname, Address, Bdate</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FROM </a:t>
            </a:r>
            <a:r>
              <a:rPr lang="en-US" sz="1200" b="0" i="0" u="none" strike="noStrike">
                <a:solidFill>
                  <a:schemeClr val="dk1"/>
                </a:solidFill>
                <a:latin typeface="Calibri"/>
                <a:ea typeface="Calibri"/>
                <a:cs typeface="Calibri"/>
                <a:sym typeface="Calibri"/>
              </a:rPr>
              <a:t>((PROJECT </a:t>
            </a:r>
            <a:r>
              <a:rPr lang="en-US" sz="1200" b="1" i="0" u="none" strike="noStrike">
                <a:solidFill>
                  <a:schemeClr val="dk1"/>
                </a:solidFill>
                <a:latin typeface="Calibri"/>
                <a:ea typeface="Calibri"/>
                <a:cs typeface="Calibri"/>
                <a:sym typeface="Calibri"/>
              </a:rPr>
              <a:t>JOIN </a:t>
            </a:r>
            <a:r>
              <a:rPr lang="en-US" sz="1200" b="0" i="0" u="none" strike="noStrike">
                <a:solidFill>
                  <a:schemeClr val="dk1"/>
                </a:solidFill>
                <a:latin typeface="Calibri"/>
                <a:ea typeface="Calibri"/>
                <a:cs typeface="Calibri"/>
                <a:sym typeface="Calibri"/>
              </a:rPr>
              <a:t>DEPARTMENT </a:t>
            </a:r>
            <a:r>
              <a:rPr lang="en-US" sz="1200" b="1" i="0" u="none" strike="noStrike">
                <a:solidFill>
                  <a:schemeClr val="dk1"/>
                </a:solidFill>
                <a:latin typeface="Calibri"/>
                <a:ea typeface="Calibri"/>
                <a:cs typeface="Calibri"/>
                <a:sym typeface="Calibri"/>
              </a:rPr>
              <a:t>ON </a:t>
            </a:r>
            <a:r>
              <a:rPr lang="en-US" sz="1200" b="0" i="0" u="none" strike="noStrike">
                <a:solidFill>
                  <a:schemeClr val="dk1"/>
                </a:solidFill>
                <a:latin typeface="Calibri"/>
                <a:ea typeface="Calibri"/>
                <a:cs typeface="Calibri"/>
                <a:sym typeface="Calibri"/>
              </a:rPr>
              <a:t>Dnum = Dnumber)</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JOIN </a:t>
            </a:r>
            <a:r>
              <a:rPr lang="en-US" sz="1200" b="0" i="0" u="none" strike="noStrike">
                <a:solidFill>
                  <a:schemeClr val="dk1"/>
                </a:solidFill>
                <a:latin typeface="Calibri"/>
                <a:ea typeface="Calibri"/>
                <a:cs typeface="Calibri"/>
                <a:sym typeface="Calibri"/>
              </a:rPr>
              <a:t>EMPLOYEE </a:t>
            </a:r>
            <a:r>
              <a:rPr lang="en-US" sz="1200" b="1" i="0" u="none" strike="noStrike">
                <a:solidFill>
                  <a:schemeClr val="dk1"/>
                </a:solidFill>
                <a:latin typeface="Calibri"/>
                <a:ea typeface="Calibri"/>
                <a:cs typeface="Calibri"/>
                <a:sym typeface="Calibri"/>
              </a:rPr>
              <a:t>ON </a:t>
            </a:r>
            <a:r>
              <a:rPr lang="en-US" sz="1200" b="0" i="0" u="none" strike="noStrike">
                <a:solidFill>
                  <a:schemeClr val="dk1"/>
                </a:solidFill>
                <a:latin typeface="Calibri"/>
                <a:ea typeface="Calibri"/>
                <a:cs typeface="Calibri"/>
                <a:sym typeface="Calibri"/>
              </a:rPr>
              <a:t>Mgr_ssn = Ssn)</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Plocation = ‘Stafford’;</a:t>
            </a:r>
            <a:endParaRPr/>
          </a:p>
        </p:txBody>
      </p:sp>
      <p:sp>
        <p:nvSpPr>
          <p:cNvPr id="207" name="Google Shape;20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Some queries require that existing values in the database be fetched and then used in a comparison condition. Such queries can be conveniently formulated by using nested queries, which are complete select-from-where blocks within another SQL query. That other query is called the outer query. These nested queries can also appear in the WHERE clause or the FROM clause or the SELECT clause or other SQL clauses as needed. </a:t>
            </a:r>
            <a:endParaRPr/>
          </a:p>
          <a:p>
            <a:pPr marL="0" lvl="0" indent="0" algn="l" rtl="0">
              <a:spcBef>
                <a:spcPts val="0"/>
              </a:spcBef>
              <a:spcAft>
                <a:spcPts val="0"/>
              </a:spcAft>
              <a:buNone/>
            </a:pPr>
            <a:r>
              <a:rPr lang="en-US"/>
              <a:t>Query 4 is formulated in Q4 without a nested query, but it</a:t>
            </a:r>
            <a:endParaRPr/>
          </a:p>
          <a:p>
            <a:pPr marL="0" lvl="0" indent="0" algn="l" rtl="0">
              <a:spcBef>
                <a:spcPts val="0"/>
              </a:spcBef>
              <a:spcAft>
                <a:spcPts val="0"/>
              </a:spcAft>
              <a:buNone/>
            </a:pPr>
            <a:r>
              <a:rPr lang="en-US"/>
              <a:t>can be rephrased to use nested queries as shown in Q4A. Q4A introduces the comparison</a:t>
            </a:r>
            <a:endParaRPr/>
          </a:p>
          <a:p>
            <a:pPr marL="0" lvl="0" indent="0" algn="l" rtl="0">
              <a:spcBef>
                <a:spcPts val="0"/>
              </a:spcBef>
              <a:spcAft>
                <a:spcPts val="0"/>
              </a:spcAft>
              <a:buNone/>
            </a:pPr>
            <a:r>
              <a:rPr lang="en-US"/>
              <a:t>operator IN, which compares a value v with a set (or multiset) of values V</a:t>
            </a:r>
            <a:endParaRPr/>
          </a:p>
          <a:p>
            <a:pPr marL="0" lvl="0" indent="0" algn="l" rtl="0">
              <a:spcBef>
                <a:spcPts val="0"/>
              </a:spcBef>
              <a:spcAft>
                <a:spcPts val="0"/>
              </a:spcAft>
              <a:buNone/>
            </a:pPr>
            <a:r>
              <a:rPr lang="en-US"/>
              <a:t>and evaluates to TRUE if v is one of the elements in V.</a:t>
            </a:r>
            <a:endParaRPr/>
          </a:p>
        </p:txBody>
      </p:sp>
      <p:sp>
        <p:nvSpPr>
          <p:cNvPr id="244" name="Google Shape;24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In Q4A, the first nested query selects the project numbers of projects that have an employee with last name ‘Smith’ involved as manager, whereas the second nested query selects the project numbers of projects that have an employee with last name ‘Smith’ involved as worker. In the outer query, we use the OR logical connective to retrieve a PROJECT tuple if the PNUMBER value of that tuple is in the result of either nested query. </a:t>
            </a:r>
            <a:r>
              <a:rPr lang="en-US" sz="1200" b="0" i="0" u="none" strike="noStrike" dirty="0">
                <a:solidFill>
                  <a:schemeClr val="dk1"/>
                </a:solidFill>
                <a:latin typeface="Calibri"/>
                <a:ea typeface="Calibri"/>
                <a:cs typeface="Calibri"/>
                <a:sym typeface="Calibri"/>
              </a:rPr>
              <a:t>If a nested query returns a single attribute </a:t>
            </a:r>
            <a:r>
              <a:rPr lang="en-US" sz="1200" b="0" i="1" u="none" strike="noStrike" dirty="0">
                <a:solidFill>
                  <a:schemeClr val="dk1"/>
                </a:solidFill>
                <a:latin typeface="Calibri"/>
                <a:ea typeface="Calibri"/>
                <a:cs typeface="Calibri"/>
                <a:sym typeface="Calibri"/>
              </a:rPr>
              <a:t>and </a:t>
            </a:r>
            <a:r>
              <a:rPr lang="en-US" sz="1200" b="0" i="0" u="none" strike="noStrike" dirty="0">
                <a:solidFill>
                  <a:schemeClr val="dk1"/>
                </a:solidFill>
                <a:latin typeface="Calibri"/>
                <a:ea typeface="Calibri"/>
                <a:cs typeface="Calibri"/>
                <a:sym typeface="Calibri"/>
              </a:rPr>
              <a:t>a single tuple, the query result will be a single (</a:t>
            </a:r>
            <a:r>
              <a:rPr lang="en-US" sz="1200" b="1" i="0" u="none" strike="noStrike" dirty="0">
                <a:solidFill>
                  <a:schemeClr val="dk1"/>
                </a:solidFill>
                <a:latin typeface="Calibri"/>
                <a:ea typeface="Calibri"/>
                <a:cs typeface="Calibri"/>
                <a:sym typeface="Calibri"/>
              </a:rPr>
              <a:t>scalar</a:t>
            </a:r>
            <a:r>
              <a:rPr lang="en-US" sz="1200" b="0" i="0" u="none" strike="noStrike" dirty="0">
                <a:solidFill>
                  <a:schemeClr val="dk1"/>
                </a:solidFill>
                <a:latin typeface="Calibri"/>
                <a:ea typeface="Calibri"/>
                <a:cs typeface="Calibri"/>
                <a:sym typeface="Calibri"/>
              </a:rPr>
              <a:t>) value. In such cases, it is permissible to use = instead of IN for the comparison operator. In general, the nested query will return a </a:t>
            </a:r>
            <a:r>
              <a:rPr lang="en-US" sz="1200" b="1" i="0" u="none" strike="noStrike" dirty="0">
                <a:solidFill>
                  <a:schemeClr val="dk1"/>
                </a:solidFill>
                <a:latin typeface="Calibri"/>
                <a:ea typeface="Calibri"/>
                <a:cs typeface="Calibri"/>
                <a:sym typeface="Calibri"/>
              </a:rPr>
              <a:t>table </a:t>
            </a:r>
            <a:r>
              <a:rPr lang="en-US" sz="1200" b="0" i="0" u="none" strike="noStrike" dirty="0">
                <a:solidFill>
                  <a:schemeClr val="dk1"/>
                </a:solidFill>
                <a:latin typeface="Calibri"/>
                <a:ea typeface="Calibri"/>
                <a:cs typeface="Calibri"/>
                <a:sym typeface="Calibri"/>
              </a:rPr>
              <a:t>(relation), which is a set or multiset of tuples</a:t>
            </a:r>
            <a:endParaRPr dirty="0"/>
          </a:p>
          <a:p>
            <a:pPr marL="0" lvl="0" indent="0" algn="l" rtl="0">
              <a:spcBef>
                <a:spcPts val="0"/>
              </a:spcBef>
              <a:spcAft>
                <a:spcPts val="0"/>
              </a:spcAft>
              <a:buNone/>
            </a:pPr>
            <a:endParaRPr sz="1200" b="0" i="0" u="none" strike="noStrike" dirty="0">
              <a:solidFill>
                <a:schemeClr val="dk1"/>
              </a:solidFill>
              <a:latin typeface="Calibri"/>
              <a:ea typeface="Calibri"/>
              <a:cs typeface="Calibri"/>
              <a:sym typeface="Calibri"/>
            </a:endParaRPr>
          </a:p>
          <a:p>
            <a:pPr marL="0" lvl="0" indent="0" algn="l" rtl="0">
              <a:spcBef>
                <a:spcPts val="0"/>
              </a:spcBef>
              <a:spcAft>
                <a:spcPts val="0"/>
              </a:spcAft>
              <a:buNone/>
            </a:pPr>
            <a:r>
              <a:rPr lang="en-US" dirty="0"/>
              <a:t>select name from employees where salary = (select max(Salary)from employees);</a:t>
            </a:r>
            <a:endParaRPr dirty="0"/>
          </a:p>
        </p:txBody>
      </p:sp>
      <p:sp>
        <p:nvSpPr>
          <p:cNvPr id="251" name="Google Shape;251;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Select NAME, LOCATION, PHONE_NUMBER from Students</a:t>
            </a:r>
            <a:endParaRPr dirty="0"/>
          </a:p>
          <a:p>
            <a:pPr marL="0" lvl="0" indent="0" algn="l" rtl="0">
              <a:spcBef>
                <a:spcPts val="0"/>
              </a:spcBef>
              <a:spcAft>
                <a:spcPts val="0"/>
              </a:spcAft>
              <a:buNone/>
            </a:pPr>
            <a:r>
              <a:rPr lang="en-US" dirty="0"/>
              <a:t>WHERE ROLL_NO IN</a:t>
            </a:r>
            <a:endParaRPr dirty="0"/>
          </a:p>
          <a:p>
            <a:pPr marL="0" lvl="0" indent="0" algn="l" rtl="0">
              <a:spcBef>
                <a:spcPts val="0"/>
              </a:spcBef>
              <a:spcAft>
                <a:spcPts val="0"/>
              </a:spcAft>
              <a:buNone/>
            </a:pPr>
            <a:r>
              <a:rPr lang="en-US" dirty="0"/>
              <a:t>(SELECT ROLL_NO from SECTION where SECTION=’A’); </a:t>
            </a:r>
            <a:endParaRPr dirty="0"/>
          </a:p>
        </p:txBody>
      </p:sp>
      <p:sp>
        <p:nvSpPr>
          <p:cNvPr id="259" name="Google Shape;259;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SELECT </a:t>
            </a:r>
            <a:r>
              <a:rPr lang="en-US" dirty="0" err="1"/>
              <a:t>E.Fname</a:t>
            </a:r>
            <a:r>
              <a:rPr lang="en-US" dirty="0"/>
              <a:t>, </a:t>
            </a:r>
            <a:r>
              <a:rPr lang="en-US" dirty="0" err="1"/>
              <a:t>E.Lname</a:t>
            </a:r>
            <a:endParaRPr dirty="0"/>
          </a:p>
          <a:p>
            <a:pPr marL="0" lvl="0" indent="0" algn="l" rtl="0">
              <a:spcBef>
                <a:spcPts val="0"/>
              </a:spcBef>
              <a:spcAft>
                <a:spcPts val="0"/>
              </a:spcAft>
              <a:buNone/>
            </a:pPr>
            <a:r>
              <a:rPr lang="en-US" dirty="0"/>
              <a:t>FROM EMPLOYEE AS E</a:t>
            </a:r>
            <a:endParaRPr dirty="0"/>
          </a:p>
          <a:p>
            <a:pPr marL="0" lvl="0" indent="0" algn="l" rtl="0">
              <a:spcBef>
                <a:spcPts val="0"/>
              </a:spcBef>
              <a:spcAft>
                <a:spcPts val="0"/>
              </a:spcAft>
              <a:buNone/>
            </a:pPr>
            <a:r>
              <a:rPr lang="en-US" dirty="0"/>
              <a:t>WHERE </a:t>
            </a:r>
            <a:r>
              <a:rPr lang="en-US" dirty="0" err="1"/>
              <a:t>E.Ssn</a:t>
            </a:r>
            <a:r>
              <a:rPr lang="en-US" dirty="0"/>
              <a:t> IN ( SELECT </a:t>
            </a:r>
            <a:r>
              <a:rPr lang="en-US" dirty="0" err="1"/>
              <a:t>D.Essn</a:t>
            </a:r>
            <a:endParaRPr dirty="0"/>
          </a:p>
          <a:p>
            <a:pPr marL="0" lvl="0" indent="0" algn="l" rtl="0">
              <a:spcBef>
                <a:spcPts val="0"/>
              </a:spcBef>
              <a:spcAft>
                <a:spcPts val="0"/>
              </a:spcAft>
              <a:buNone/>
            </a:pPr>
            <a:r>
              <a:rPr lang="en-US" dirty="0"/>
              <a:t>FROM DEPENDENT AS D</a:t>
            </a:r>
            <a:endParaRPr dirty="0"/>
          </a:p>
          <a:p>
            <a:pPr marL="0" lvl="0" indent="0" algn="l" rtl="0">
              <a:spcBef>
                <a:spcPts val="0"/>
              </a:spcBef>
              <a:spcAft>
                <a:spcPts val="0"/>
              </a:spcAft>
              <a:buNone/>
            </a:pPr>
            <a:r>
              <a:rPr lang="en-US" dirty="0"/>
              <a:t>WHERE </a:t>
            </a:r>
            <a:r>
              <a:rPr lang="en-US" dirty="0" err="1"/>
              <a:t>E.Fname</a:t>
            </a:r>
            <a:r>
              <a:rPr lang="en-US" dirty="0"/>
              <a:t> = </a:t>
            </a:r>
            <a:r>
              <a:rPr lang="en-US" dirty="0" err="1"/>
              <a:t>D.Dependent_name</a:t>
            </a:r>
            <a:endParaRPr dirty="0"/>
          </a:p>
          <a:p>
            <a:pPr marL="0" lvl="0" indent="0" algn="l" rtl="0">
              <a:spcBef>
                <a:spcPts val="0"/>
              </a:spcBef>
              <a:spcAft>
                <a:spcPts val="0"/>
              </a:spcAft>
              <a:buNone/>
            </a:pPr>
            <a:r>
              <a:rPr lang="en-US" dirty="0"/>
              <a:t>AND </a:t>
            </a:r>
            <a:r>
              <a:rPr lang="en-US" dirty="0" err="1"/>
              <a:t>E.Sex</a:t>
            </a:r>
            <a:r>
              <a:rPr lang="en-US" dirty="0"/>
              <a:t> = </a:t>
            </a:r>
            <a:r>
              <a:rPr lang="en-US" dirty="0" err="1"/>
              <a:t>D.Sex</a:t>
            </a:r>
            <a:r>
              <a:rPr lang="en-US"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b="1" i="0" u="none" strike="noStrike" dirty="0">
                <a:solidFill>
                  <a:schemeClr val="dk1"/>
                </a:solidFill>
                <a:latin typeface="Calibri"/>
                <a:ea typeface="Calibri"/>
                <a:cs typeface="Calibri"/>
                <a:sym typeface="Calibri"/>
              </a:rPr>
              <a:t>Another way of writing same query</a:t>
            </a:r>
            <a:endParaRPr dirty="0"/>
          </a:p>
          <a:p>
            <a:pPr marL="0" lvl="0" indent="0" algn="l" rtl="0">
              <a:spcBef>
                <a:spcPts val="0"/>
              </a:spcBef>
              <a:spcAft>
                <a:spcPts val="0"/>
              </a:spcAft>
              <a:buNone/>
            </a:pPr>
            <a:r>
              <a:rPr lang="en-US" sz="1200" b="1" i="0" u="none" strike="noStrike" dirty="0">
                <a:solidFill>
                  <a:schemeClr val="dk1"/>
                </a:solidFill>
                <a:latin typeface="Calibri"/>
                <a:ea typeface="Calibri"/>
                <a:cs typeface="Calibri"/>
                <a:sym typeface="Calibri"/>
              </a:rPr>
              <a:t>Q16A: SELECT </a:t>
            </a:r>
            <a:r>
              <a:rPr lang="en-US" sz="1200" b="0" i="0" u="none" strike="noStrike" dirty="0" err="1">
                <a:solidFill>
                  <a:schemeClr val="dk1"/>
                </a:solidFill>
                <a:latin typeface="Calibri"/>
                <a:ea typeface="Calibri"/>
                <a:cs typeface="Calibri"/>
                <a:sym typeface="Calibri"/>
              </a:rPr>
              <a:t>E.Fname</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E.Lname</a:t>
            </a:r>
            <a:endParaRPr sz="1200" b="0" i="0" u="none" strike="noStrike"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dirty="0">
                <a:solidFill>
                  <a:schemeClr val="dk1"/>
                </a:solidFill>
                <a:latin typeface="Calibri"/>
                <a:ea typeface="Calibri"/>
                <a:cs typeface="Calibri"/>
                <a:sym typeface="Calibri"/>
              </a:rPr>
              <a:t>FROM </a:t>
            </a:r>
            <a:r>
              <a:rPr lang="en-US" sz="1200" b="0" i="0" u="none" strike="noStrike" dirty="0">
                <a:solidFill>
                  <a:schemeClr val="dk1"/>
                </a:solidFill>
                <a:latin typeface="Calibri"/>
                <a:ea typeface="Calibri"/>
                <a:cs typeface="Calibri"/>
                <a:sym typeface="Calibri"/>
              </a:rPr>
              <a:t>EMPLOYEE </a:t>
            </a:r>
            <a:r>
              <a:rPr lang="en-US" sz="1200" b="1" i="0" u="none" strike="noStrike" dirty="0">
                <a:solidFill>
                  <a:schemeClr val="dk1"/>
                </a:solidFill>
                <a:latin typeface="Calibri"/>
                <a:ea typeface="Calibri"/>
                <a:cs typeface="Calibri"/>
                <a:sym typeface="Calibri"/>
              </a:rPr>
              <a:t>AS </a:t>
            </a:r>
            <a:r>
              <a:rPr lang="en-US" sz="1200" b="0" i="0" u="none" strike="noStrike" dirty="0">
                <a:solidFill>
                  <a:schemeClr val="dk1"/>
                </a:solidFill>
                <a:latin typeface="Calibri"/>
                <a:ea typeface="Calibri"/>
                <a:cs typeface="Calibri"/>
                <a:sym typeface="Calibri"/>
              </a:rPr>
              <a:t>E, DEPENDENT </a:t>
            </a:r>
            <a:r>
              <a:rPr lang="en-US" sz="1200" b="1" i="0" u="none" strike="noStrike" dirty="0">
                <a:solidFill>
                  <a:schemeClr val="dk1"/>
                </a:solidFill>
                <a:latin typeface="Calibri"/>
                <a:ea typeface="Calibri"/>
                <a:cs typeface="Calibri"/>
                <a:sym typeface="Calibri"/>
              </a:rPr>
              <a:t>AS </a:t>
            </a:r>
            <a:r>
              <a:rPr lang="en-US" sz="1200" b="0" i="0" u="none" strike="noStrike" dirty="0">
                <a:solidFill>
                  <a:schemeClr val="dk1"/>
                </a:solidFill>
                <a:latin typeface="Calibri"/>
                <a:ea typeface="Calibri"/>
                <a:cs typeface="Calibri"/>
                <a:sym typeface="Calibri"/>
              </a:rPr>
              <a:t>D</a:t>
            </a:r>
            <a:endParaRPr dirty="0"/>
          </a:p>
          <a:p>
            <a:pPr marL="0" lvl="0" indent="0" algn="l" rtl="0">
              <a:spcBef>
                <a:spcPts val="0"/>
              </a:spcBef>
              <a:spcAft>
                <a:spcPts val="0"/>
              </a:spcAft>
              <a:buNone/>
            </a:pPr>
            <a:r>
              <a:rPr lang="en-US" sz="1200" b="1" i="0" u="none" strike="noStrike" dirty="0">
                <a:solidFill>
                  <a:schemeClr val="dk1"/>
                </a:solidFill>
                <a:latin typeface="Calibri"/>
                <a:ea typeface="Calibri"/>
                <a:cs typeface="Calibri"/>
                <a:sym typeface="Calibri"/>
              </a:rPr>
              <a:t>WHERE </a:t>
            </a:r>
            <a:r>
              <a:rPr lang="en-US" sz="1200" b="0" i="0" u="none" strike="noStrike" dirty="0" err="1">
                <a:solidFill>
                  <a:schemeClr val="dk1"/>
                </a:solidFill>
                <a:latin typeface="Calibri"/>
                <a:ea typeface="Calibri"/>
                <a:cs typeface="Calibri"/>
                <a:sym typeface="Calibri"/>
              </a:rPr>
              <a:t>E.Ssn</a:t>
            </a:r>
            <a:r>
              <a:rPr lang="en-US" sz="1200" b="0" i="0" u="none" strike="noStrike" dirty="0">
                <a:solidFill>
                  <a:schemeClr val="dk1"/>
                </a:solidFill>
                <a:latin typeface="Calibri"/>
                <a:ea typeface="Calibri"/>
                <a:cs typeface="Calibri"/>
                <a:sym typeface="Calibri"/>
              </a:rPr>
              <a:t> = </a:t>
            </a:r>
            <a:r>
              <a:rPr lang="en-US" sz="1200" b="0" i="0" u="none" strike="noStrike" dirty="0" err="1">
                <a:solidFill>
                  <a:schemeClr val="dk1"/>
                </a:solidFill>
                <a:latin typeface="Calibri"/>
                <a:ea typeface="Calibri"/>
                <a:cs typeface="Calibri"/>
                <a:sym typeface="Calibri"/>
              </a:rPr>
              <a:t>D.Essn</a:t>
            </a:r>
            <a:r>
              <a:rPr lang="en-US" sz="1200" b="0" i="0" u="none" strike="noStrike" dirty="0">
                <a:solidFill>
                  <a:schemeClr val="dk1"/>
                </a:solidFill>
                <a:latin typeface="Calibri"/>
                <a:ea typeface="Calibri"/>
                <a:cs typeface="Calibri"/>
                <a:sym typeface="Calibri"/>
              </a:rPr>
              <a:t> </a:t>
            </a:r>
            <a:r>
              <a:rPr lang="en-US" sz="1200" b="1" i="0" u="none" strike="noStrike" dirty="0">
                <a:solidFill>
                  <a:schemeClr val="dk1"/>
                </a:solidFill>
                <a:latin typeface="Calibri"/>
                <a:ea typeface="Calibri"/>
                <a:cs typeface="Calibri"/>
                <a:sym typeface="Calibri"/>
              </a:rPr>
              <a:t>AND </a:t>
            </a:r>
            <a:r>
              <a:rPr lang="en-US" sz="1200" b="0" i="0" u="none" strike="noStrike" dirty="0" err="1">
                <a:solidFill>
                  <a:schemeClr val="dk1"/>
                </a:solidFill>
                <a:latin typeface="Calibri"/>
                <a:ea typeface="Calibri"/>
                <a:cs typeface="Calibri"/>
                <a:sym typeface="Calibri"/>
              </a:rPr>
              <a:t>E.Sex</a:t>
            </a:r>
            <a:r>
              <a:rPr lang="en-US" sz="1200" b="0" i="0" u="none" strike="noStrike" dirty="0">
                <a:solidFill>
                  <a:schemeClr val="dk1"/>
                </a:solidFill>
                <a:latin typeface="Calibri"/>
                <a:ea typeface="Calibri"/>
                <a:cs typeface="Calibri"/>
                <a:sym typeface="Calibri"/>
              </a:rPr>
              <a:t> = </a:t>
            </a:r>
            <a:r>
              <a:rPr lang="en-US" sz="1200" b="0" i="0" u="none" strike="noStrike" dirty="0" err="1">
                <a:solidFill>
                  <a:schemeClr val="dk1"/>
                </a:solidFill>
                <a:latin typeface="Calibri"/>
                <a:ea typeface="Calibri"/>
                <a:cs typeface="Calibri"/>
                <a:sym typeface="Calibri"/>
              </a:rPr>
              <a:t>D.Sex</a:t>
            </a:r>
            <a:endParaRPr sz="1200" b="0" i="0" u="none" strike="noStrike"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dirty="0">
                <a:solidFill>
                  <a:schemeClr val="dk1"/>
                </a:solidFill>
                <a:latin typeface="Calibri"/>
                <a:ea typeface="Calibri"/>
                <a:cs typeface="Calibri"/>
                <a:sym typeface="Calibri"/>
              </a:rPr>
              <a:t>AND </a:t>
            </a:r>
            <a:r>
              <a:rPr lang="en-US" sz="1200" b="0" i="0" u="none" strike="noStrike" dirty="0" err="1">
                <a:solidFill>
                  <a:schemeClr val="dk1"/>
                </a:solidFill>
                <a:latin typeface="Calibri"/>
                <a:ea typeface="Calibri"/>
                <a:cs typeface="Calibri"/>
                <a:sym typeface="Calibri"/>
              </a:rPr>
              <a:t>E.Fname</a:t>
            </a:r>
            <a:r>
              <a:rPr lang="en-US" sz="1200" b="0" i="0" u="none" strike="noStrike" dirty="0">
                <a:solidFill>
                  <a:schemeClr val="dk1"/>
                </a:solidFill>
                <a:latin typeface="Calibri"/>
                <a:ea typeface="Calibri"/>
                <a:cs typeface="Calibri"/>
                <a:sym typeface="Calibri"/>
              </a:rPr>
              <a:t> = </a:t>
            </a:r>
            <a:r>
              <a:rPr lang="en-US" sz="1200" b="0" i="0" u="none" strike="noStrike" dirty="0" err="1">
                <a:solidFill>
                  <a:schemeClr val="dk1"/>
                </a:solidFill>
                <a:latin typeface="Calibri"/>
                <a:ea typeface="Calibri"/>
                <a:cs typeface="Calibri"/>
                <a:sym typeface="Calibri"/>
              </a:rPr>
              <a:t>D.Dependent_name</a:t>
            </a:r>
            <a:r>
              <a:rPr lang="en-US" sz="1200" b="0" i="0" u="none" strike="noStrike" dirty="0">
                <a:solidFill>
                  <a:schemeClr val="dk1"/>
                </a:solidFill>
                <a:latin typeface="Calibri"/>
                <a:ea typeface="Calibri"/>
                <a:cs typeface="Calibri"/>
                <a:sym typeface="Calibri"/>
              </a:rPr>
              <a:t>;</a:t>
            </a:r>
            <a:endParaRPr dirty="0"/>
          </a:p>
        </p:txBody>
      </p:sp>
      <p:sp>
        <p:nvSpPr>
          <p:cNvPr id="269" name="Google Shape;269;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SELECT DISTINCT </a:t>
            </a:r>
            <a:r>
              <a:rPr lang="en-US" dirty="0" err="1"/>
              <a:t>Essn</a:t>
            </a:r>
            <a:r>
              <a:rPr lang="en-US" dirty="0"/>
              <a:t> FROM WORKS_ON WHERE (</a:t>
            </a:r>
            <a:r>
              <a:rPr lang="en-US" dirty="0" err="1"/>
              <a:t>Pno</a:t>
            </a:r>
            <a:r>
              <a:rPr lang="en-US" dirty="0"/>
              <a:t>, Hours) IN ( SELECT </a:t>
            </a:r>
            <a:r>
              <a:rPr lang="en-US" dirty="0" err="1"/>
              <a:t>Pno</a:t>
            </a:r>
            <a:r>
              <a:rPr lang="en-US" dirty="0"/>
              <a:t>, Hours FROM WORKS_ON WHERE </a:t>
            </a:r>
            <a:r>
              <a:rPr lang="en-US" dirty="0" err="1"/>
              <a:t>Essn</a:t>
            </a:r>
            <a:r>
              <a:rPr lang="en-US" dirty="0"/>
              <a:t> = ‘123456789’ );</a:t>
            </a:r>
            <a:endParaRPr dirty="0"/>
          </a:p>
        </p:txBody>
      </p:sp>
      <p:sp>
        <p:nvSpPr>
          <p:cNvPr id="276" name="Google Shape;276;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SELECT </a:t>
            </a:r>
            <a:r>
              <a:rPr lang="en-US" dirty="0" err="1"/>
              <a:t>Lname</a:t>
            </a:r>
            <a:r>
              <a:rPr lang="en-US" dirty="0"/>
              <a:t>, </a:t>
            </a:r>
            <a:r>
              <a:rPr lang="en-US" dirty="0" err="1"/>
              <a:t>Fname</a:t>
            </a:r>
            <a:endParaRPr dirty="0"/>
          </a:p>
          <a:p>
            <a:pPr marL="0" lvl="0" indent="0" algn="l" rtl="0">
              <a:spcBef>
                <a:spcPts val="0"/>
              </a:spcBef>
              <a:spcAft>
                <a:spcPts val="0"/>
              </a:spcAft>
              <a:buNone/>
            </a:pPr>
            <a:r>
              <a:rPr lang="en-US" dirty="0"/>
              <a:t>FROM EMPLOYEE</a:t>
            </a:r>
            <a:endParaRPr dirty="0"/>
          </a:p>
          <a:p>
            <a:pPr marL="0" lvl="0" indent="0" algn="l" rtl="0">
              <a:spcBef>
                <a:spcPts val="0"/>
              </a:spcBef>
              <a:spcAft>
                <a:spcPts val="0"/>
              </a:spcAft>
              <a:buNone/>
            </a:pPr>
            <a:r>
              <a:rPr lang="en-US" dirty="0"/>
              <a:t>WHERE Salary &gt; ALL ( SELECT Salary</a:t>
            </a:r>
            <a:endParaRPr dirty="0"/>
          </a:p>
          <a:p>
            <a:pPr marL="0" lvl="0" indent="0" algn="l" rtl="0">
              <a:spcBef>
                <a:spcPts val="0"/>
              </a:spcBef>
              <a:spcAft>
                <a:spcPts val="0"/>
              </a:spcAft>
              <a:buNone/>
            </a:pPr>
            <a:r>
              <a:rPr lang="en-US" dirty="0"/>
              <a:t>FROM EMPLOYEE</a:t>
            </a:r>
            <a:endParaRPr dirty="0"/>
          </a:p>
          <a:p>
            <a:pPr marL="0" lvl="0" indent="0" algn="l" rtl="0">
              <a:spcBef>
                <a:spcPts val="0"/>
              </a:spcBef>
              <a:spcAft>
                <a:spcPts val="0"/>
              </a:spcAft>
              <a:buNone/>
            </a:pPr>
            <a:r>
              <a:rPr lang="en-US" dirty="0"/>
              <a:t>WHERE </a:t>
            </a:r>
            <a:r>
              <a:rPr lang="en-US" dirty="0" err="1"/>
              <a:t>Dno</a:t>
            </a:r>
            <a:r>
              <a:rPr lang="en-US" dirty="0"/>
              <a:t> = 5 );</a:t>
            </a:r>
            <a:endParaRPr dirty="0"/>
          </a:p>
        </p:txBody>
      </p:sp>
      <p:sp>
        <p:nvSpPr>
          <p:cNvPr id="283" name="Google Shape;283;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SELECT DISTINCT </a:t>
            </a:r>
            <a:r>
              <a:rPr lang="en-US" dirty="0" err="1"/>
              <a:t>Pnumber</a:t>
            </a:r>
            <a:r>
              <a:rPr lang="en-US" dirty="0"/>
              <a:t> FROM PROJECT WHERE </a:t>
            </a:r>
            <a:r>
              <a:rPr lang="en-US" dirty="0" err="1"/>
              <a:t>Pnumber</a:t>
            </a:r>
            <a:r>
              <a:rPr lang="en-US" dirty="0"/>
              <a:t> IN ( SELECT </a:t>
            </a:r>
            <a:r>
              <a:rPr lang="en-US" dirty="0" err="1"/>
              <a:t>Pnumber</a:t>
            </a:r>
            <a:r>
              <a:rPr lang="en-US" dirty="0"/>
              <a:t> FROM PROJECT, DEPARTMENT, EMPLOYEE WHERE </a:t>
            </a:r>
            <a:r>
              <a:rPr lang="en-US" dirty="0" err="1"/>
              <a:t>Dnum</a:t>
            </a:r>
            <a:r>
              <a:rPr lang="en-US" dirty="0"/>
              <a:t> = </a:t>
            </a:r>
            <a:r>
              <a:rPr lang="en-US" dirty="0" err="1"/>
              <a:t>Dnumber</a:t>
            </a:r>
            <a:r>
              <a:rPr lang="en-US" dirty="0"/>
              <a:t> AND </a:t>
            </a:r>
            <a:r>
              <a:rPr lang="en-US" dirty="0" err="1"/>
              <a:t>Mgr_ssn</a:t>
            </a:r>
            <a:r>
              <a:rPr lang="en-US" dirty="0"/>
              <a:t> = </a:t>
            </a:r>
            <a:r>
              <a:rPr lang="en-US" dirty="0" err="1"/>
              <a:t>Ssn</a:t>
            </a:r>
            <a:r>
              <a:rPr lang="en-US" dirty="0"/>
              <a:t> AND </a:t>
            </a:r>
            <a:r>
              <a:rPr lang="en-US" dirty="0" err="1"/>
              <a:t>Lname</a:t>
            </a:r>
            <a:r>
              <a:rPr lang="en-US" dirty="0"/>
              <a:t> = ‘Smith’ ) OR </a:t>
            </a:r>
            <a:r>
              <a:rPr lang="en-US" dirty="0" err="1"/>
              <a:t>Pnumber</a:t>
            </a:r>
            <a:r>
              <a:rPr lang="en-US" dirty="0"/>
              <a:t> IN ( SELECT </a:t>
            </a:r>
            <a:r>
              <a:rPr lang="en-US" dirty="0" err="1"/>
              <a:t>Pno</a:t>
            </a:r>
            <a:r>
              <a:rPr lang="en-US" dirty="0"/>
              <a:t> FROM WORKS_ON, EMPLOYEE WHERE </a:t>
            </a:r>
            <a:r>
              <a:rPr lang="en-US" dirty="0" err="1"/>
              <a:t>Essn</a:t>
            </a:r>
            <a:r>
              <a:rPr lang="en-US" dirty="0"/>
              <a:t> = </a:t>
            </a:r>
            <a:r>
              <a:rPr lang="en-US" dirty="0" err="1"/>
              <a:t>Ssn</a:t>
            </a:r>
            <a:r>
              <a:rPr lang="en-US" dirty="0"/>
              <a:t> AND </a:t>
            </a:r>
            <a:r>
              <a:rPr lang="en-US" dirty="0" err="1"/>
              <a:t>Lname</a:t>
            </a:r>
            <a:r>
              <a:rPr lang="en-US" dirty="0"/>
              <a:t> = ‘Smith’ );</a:t>
            </a:r>
            <a:endParaRPr dirty="0"/>
          </a:p>
        </p:txBody>
      </p:sp>
      <p:sp>
        <p:nvSpPr>
          <p:cNvPr id="290" name="Google Shape;290;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8" name="Google Shape;348;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dirty="0"/>
              <a:t>SELECT </a:t>
            </a:r>
            <a:r>
              <a:rPr lang="en-US" dirty="0" err="1"/>
              <a:t>E.Fname</a:t>
            </a:r>
            <a:r>
              <a:rPr lang="en-US" dirty="0"/>
              <a:t>, </a:t>
            </a:r>
            <a:r>
              <a:rPr lang="en-US" dirty="0" err="1"/>
              <a:t>E.Lname</a:t>
            </a:r>
            <a:r>
              <a:rPr lang="en-US" dirty="0"/>
              <a:t> FROM EMPLOYEE  E WHERE EXISTS </a:t>
            </a:r>
            <a:endParaRPr dirty="0"/>
          </a:p>
          <a:p>
            <a:pPr marL="0" lvl="0" indent="0" algn="l" rtl="0">
              <a:spcBef>
                <a:spcPts val="0"/>
              </a:spcBef>
              <a:spcAft>
                <a:spcPts val="0"/>
              </a:spcAft>
              <a:buClr>
                <a:schemeClr val="dk1"/>
              </a:buClr>
              <a:buSzPts val="1200"/>
              <a:buFont typeface="Calibri"/>
              <a:buNone/>
            </a:pPr>
            <a:r>
              <a:rPr lang="en-US" dirty="0"/>
              <a:t>( SELECT * FROM DEPENDENT  D WHERE </a:t>
            </a:r>
            <a:r>
              <a:rPr lang="en-US" dirty="0" err="1"/>
              <a:t>E.Ssn</a:t>
            </a:r>
            <a:r>
              <a:rPr lang="en-US" dirty="0"/>
              <a:t> = </a:t>
            </a:r>
            <a:r>
              <a:rPr lang="en-US" dirty="0" err="1"/>
              <a:t>D.Essn</a:t>
            </a:r>
            <a:r>
              <a:rPr lang="en-US" dirty="0"/>
              <a:t> AND </a:t>
            </a:r>
            <a:r>
              <a:rPr lang="en-US" dirty="0" err="1"/>
              <a:t>E.Sex</a:t>
            </a:r>
            <a:r>
              <a:rPr lang="en-US" dirty="0"/>
              <a:t> = </a:t>
            </a:r>
            <a:r>
              <a:rPr lang="en-US" dirty="0" err="1"/>
              <a:t>D.Sex</a:t>
            </a:r>
            <a:r>
              <a:rPr lang="en-US" dirty="0"/>
              <a:t> AND </a:t>
            </a:r>
            <a:r>
              <a:rPr lang="en-US" dirty="0" err="1"/>
              <a:t>E.Fname</a:t>
            </a:r>
            <a:r>
              <a:rPr lang="en-US" dirty="0"/>
              <a:t> = </a:t>
            </a:r>
            <a:r>
              <a:rPr lang="en-US" dirty="0" err="1"/>
              <a:t>D.Dependent_name</a:t>
            </a:r>
            <a:r>
              <a:rPr lang="en-US" dirty="0"/>
              <a:t>);</a:t>
            </a:r>
            <a:endParaRPr dirty="0"/>
          </a:p>
          <a:p>
            <a:pPr marL="0" lvl="0" indent="0" algn="l" rtl="0">
              <a:spcBef>
                <a:spcPts val="0"/>
              </a:spcBef>
              <a:spcAft>
                <a:spcPts val="0"/>
              </a:spcAft>
              <a:buNone/>
            </a:pPr>
            <a:endParaRPr dirty="0"/>
          </a:p>
        </p:txBody>
      </p:sp>
      <p:sp>
        <p:nvSpPr>
          <p:cNvPr id="379" name="Google Shape;379;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1" name="Google Shape;391;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Query 7. List the names of managers who have at least one dependent. </a:t>
            </a:r>
            <a:endParaRPr dirty="0"/>
          </a:p>
          <a:p>
            <a:pPr marL="0" lvl="0" indent="0" algn="l" rtl="0">
              <a:spcBef>
                <a:spcPts val="0"/>
              </a:spcBef>
              <a:spcAft>
                <a:spcPts val="0"/>
              </a:spcAft>
              <a:buNone/>
            </a:pPr>
            <a:r>
              <a:rPr lang="en-US" dirty="0"/>
              <a:t>Q7: SELECT </a:t>
            </a:r>
            <a:r>
              <a:rPr lang="en-US" dirty="0" err="1"/>
              <a:t>Fname</a:t>
            </a:r>
            <a:r>
              <a:rPr lang="en-US" dirty="0"/>
              <a:t>, </a:t>
            </a:r>
            <a:r>
              <a:rPr lang="en-US" dirty="0" err="1"/>
              <a:t>Lname</a:t>
            </a:r>
            <a:r>
              <a:rPr lang="en-US" dirty="0"/>
              <a:t> FROM EMPLOYEE WHERE EXISTS ( SELECT * FROM DEPENDENT WHERE </a:t>
            </a:r>
            <a:r>
              <a:rPr lang="en-US" dirty="0" err="1"/>
              <a:t>Ssn</a:t>
            </a:r>
            <a:r>
              <a:rPr lang="en-US" dirty="0"/>
              <a:t> = </a:t>
            </a:r>
            <a:r>
              <a:rPr lang="en-US" dirty="0" err="1"/>
              <a:t>Essn</a:t>
            </a:r>
            <a:r>
              <a:rPr lang="en-US" dirty="0"/>
              <a:t> ) AND EXISTS ( SELECT * FROM DEPARTMENT WHERE </a:t>
            </a:r>
            <a:r>
              <a:rPr lang="en-US" dirty="0" err="1"/>
              <a:t>Ssn</a:t>
            </a:r>
            <a:r>
              <a:rPr lang="en-US" dirty="0"/>
              <a:t> = </a:t>
            </a:r>
            <a:r>
              <a:rPr lang="en-US" dirty="0" err="1"/>
              <a:t>Mgr_ssn</a:t>
            </a:r>
            <a:r>
              <a:rPr lang="en-US" dirty="0"/>
              <a:t> );</a:t>
            </a:r>
            <a:endParaRPr dirty="0"/>
          </a:p>
        </p:txBody>
      </p:sp>
      <p:sp>
        <p:nvSpPr>
          <p:cNvPr id="392" name="Google Shape;392;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8" name="Google Shape;398;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Aggregate functions are used to summarize information from multiple tuples into a single-tuple summary. </a:t>
            </a:r>
            <a:endParaRPr/>
          </a:p>
          <a:p>
            <a:pPr marL="0" lvl="0" indent="0" algn="l" rtl="0">
              <a:spcBef>
                <a:spcPts val="0"/>
              </a:spcBef>
              <a:spcAft>
                <a:spcPts val="0"/>
              </a:spcAft>
              <a:buNone/>
            </a:pPr>
            <a:r>
              <a:rPr lang="en-US"/>
              <a:t>Grouping is used to create subgroups of tuples before summarization. Grouping and aggregation are required in many database applications.</a:t>
            </a:r>
            <a:endParaRPr/>
          </a:p>
          <a:p>
            <a:pPr marL="0" lvl="0" indent="0" algn="l" rtl="0">
              <a:spcBef>
                <a:spcPts val="0"/>
              </a:spcBef>
              <a:spcAft>
                <a:spcPts val="0"/>
              </a:spcAft>
              <a:buNone/>
            </a:pPr>
            <a:r>
              <a:rPr lang="en-US"/>
              <a:t>A number of built-in aggregate functions exist: COUNT, SUM, MAX, MIN, and AVG. </a:t>
            </a:r>
            <a:endParaRPr/>
          </a:p>
          <a:p>
            <a:pPr marL="0" lvl="0" indent="0" algn="l" rtl="0">
              <a:spcBef>
                <a:spcPts val="0"/>
              </a:spcBef>
              <a:spcAft>
                <a:spcPts val="0"/>
              </a:spcAft>
              <a:buNone/>
            </a:pPr>
            <a:r>
              <a:rPr lang="en-US"/>
              <a:t>The COUNT function returns the number of tuples or values as specified in a query.</a:t>
            </a:r>
            <a:endParaRPr/>
          </a:p>
          <a:p>
            <a:pPr marL="0" lvl="0" indent="0" algn="l" rtl="0">
              <a:spcBef>
                <a:spcPts val="0"/>
              </a:spcBef>
              <a:spcAft>
                <a:spcPts val="0"/>
              </a:spcAft>
              <a:buNone/>
            </a:pPr>
            <a:r>
              <a:rPr lang="en-US"/>
              <a:t>The functions SUM, MAX, MIN, and AVG can be applied to a set or multiset of numeric values and return, respectively, the sum, maximum value, minimum value, and average (mean) of those values. </a:t>
            </a:r>
            <a:endParaRPr/>
          </a:p>
          <a:p>
            <a:pPr marL="0" lvl="0" indent="0" algn="l" rtl="0">
              <a:spcBef>
                <a:spcPts val="0"/>
              </a:spcBef>
              <a:spcAft>
                <a:spcPts val="0"/>
              </a:spcAft>
              <a:buNone/>
            </a:pPr>
            <a:r>
              <a:rPr lang="en-US"/>
              <a:t>These functions can be used in the SELECT clause or in a HAVING clause. The functions MAX and MIN can also be used with attributes that have nonnumeric domains if the domain values have a total ordering among one</a:t>
            </a:r>
            <a:endParaRPr/>
          </a:p>
        </p:txBody>
      </p:sp>
      <p:sp>
        <p:nvSpPr>
          <p:cNvPr id="399" name="Google Shape;399;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query returns a single-row summary of all the rows in the EMPLOYEE table. We could use AS to rename the column names in the resulting single-row table; for example, as in Q19A.</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Q19A: SELECT SUM </a:t>
            </a:r>
            <a:r>
              <a:rPr lang="en-US" sz="1200" b="0" i="0" u="none" strike="noStrike">
                <a:solidFill>
                  <a:schemeClr val="dk1"/>
                </a:solidFill>
                <a:latin typeface="Calibri"/>
                <a:ea typeface="Calibri"/>
                <a:cs typeface="Calibri"/>
                <a:sym typeface="Calibri"/>
              </a:rPr>
              <a:t>(Salary) </a:t>
            </a:r>
            <a:r>
              <a:rPr lang="en-US" sz="1200" b="1" i="0" u="none" strike="noStrike">
                <a:solidFill>
                  <a:schemeClr val="dk1"/>
                </a:solidFill>
                <a:latin typeface="Calibri"/>
                <a:ea typeface="Calibri"/>
                <a:cs typeface="Calibri"/>
                <a:sym typeface="Calibri"/>
              </a:rPr>
              <a:t>AS </a:t>
            </a:r>
            <a:r>
              <a:rPr lang="en-US" sz="1200" b="0" i="0" u="none" strike="noStrike">
                <a:solidFill>
                  <a:schemeClr val="dk1"/>
                </a:solidFill>
                <a:latin typeface="Calibri"/>
                <a:ea typeface="Calibri"/>
                <a:cs typeface="Calibri"/>
                <a:sym typeface="Calibri"/>
              </a:rPr>
              <a:t>Total_Sal, </a:t>
            </a:r>
            <a:r>
              <a:rPr lang="en-US" sz="1200" b="1" i="0" u="none" strike="noStrike">
                <a:solidFill>
                  <a:schemeClr val="dk1"/>
                </a:solidFill>
                <a:latin typeface="Calibri"/>
                <a:ea typeface="Calibri"/>
                <a:cs typeface="Calibri"/>
                <a:sym typeface="Calibri"/>
              </a:rPr>
              <a:t>MAX </a:t>
            </a:r>
            <a:r>
              <a:rPr lang="en-US" sz="1200" b="0" i="0" u="none" strike="noStrike">
                <a:solidFill>
                  <a:schemeClr val="dk1"/>
                </a:solidFill>
                <a:latin typeface="Calibri"/>
                <a:ea typeface="Calibri"/>
                <a:cs typeface="Calibri"/>
                <a:sym typeface="Calibri"/>
              </a:rPr>
              <a:t>(Salary) </a:t>
            </a:r>
            <a:r>
              <a:rPr lang="en-US" sz="1200" b="1" i="0" u="none" strike="noStrike">
                <a:solidFill>
                  <a:schemeClr val="dk1"/>
                </a:solidFill>
                <a:latin typeface="Calibri"/>
                <a:ea typeface="Calibri"/>
                <a:cs typeface="Calibri"/>
                <a:sym typeface="Calibri"/>
              </a:rPr>
              <a:t>AS </a:t>
            </a:r>
            <a:r>
              <a:rPr lang="en-US" sz="1200" b="0" i="0" u="none" strike="noStrike">
                <a:solidFill>
                  <a:schemeClr val="dk1"/>
                </a:solidFill>
                <a:latin typeface="Calibri"/>
                <a:ea typeface="Calibri"/>
                <a:cs typeface="Calibri"/>
                <a:sym typeface="Calibri"/>
              </a:rPr>
              <a:t>Highest_Sal,</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MIN </a:t>
            </a:r>
            <a:r>
              <a:rPr lang="en-US" sz="1200" b="0" i="0" u="none" strike="noStrike">
                <a:solidFill>
                  <a:schemeClr val="dk1"/>
                </a:solidFill>
                <a:latin typeface="Calibri"/>
                <a:ea typeface="Calibri"/>
                <a:cs typeface="Calibri"/>
                <a:sym typeface="Calibri"/>
              </a:rPr>
              <a:t>(Salary) </a:t>
            </a:r>
            <a:r>
              <a:rPr lang="en-US" sz="1200" b="1" i="0" u="none" strike="noStrike">
                <a:solidFill>
                  <a:schemeClr val="dk1"/>
                </a:solidFill>
                <a:latin typeface="Calibri"/>
                <a:ea typeface="Calibri"/>
                <a:cs typeface="Calibri"/>
                <a:sym typeface="Calibri"/>
              </a:rPr>
              <a:t>AS </a:t>
            </a:r>
            <a:r>
              <a:rPr lang="en-US" sz="1200" b="0" i="0" u="none" strike="noStrike">
                <a:solidFill>
                  <a:schemeClr val="dk1"/>
                </a:solidFill>
                <a:latin typeface="Calibri"/>
                <a:ea typeface="Calibri"/>
                <a:cs typeface="Calibri"/>
                <a:sym typeface="Calibri"/>
              </a:rPr>
              <a:t>Lowest_Sal, </a:t>
            </a:r>
            <a:r>
              <a:rPr lang="en-US" sz="1200" b="1" i="0" u="none" strike="noStrike">
                <a:solidFill>
                  <a:schemeClr val="dk1"/>
                </a:solidFill>
                <a:latin typeface="Calibri"/>
                <a:ea typeface="Calibri"/>
                <a:cs typeface="Calibri"/>
                <a:sym typeface="Calibri"/>
              </a:rPr>
              <a:t>AVG </a:t>
            </a:r>
            <a:r>
              <a:rPr lang="en-US" sz="1200" b="0" i="0" u="none" strike="noStrike">
                <a:solidFill>
                  <a:schemeClr val="dk1"/>
                </a:solidFill>
                <a:latin typeface="Calibri"/>
                <a:ea typeface="Calibri"/>
                <a:cs typeface="Calibri"/>
                <a:sym typeface="Calibri"/>
              </a:rPr>
              <a:t>(Salary) </a:t>
            </a:r>
            <a:r>
              <a:rPr lang="en-US" sz="1200" b="1" i="0" u="none" strike="noStrike">
                <a:solidFill>
                  <a:schemeClr val="dk1"/>
                </a:solidFill>
                <a:latin typeface="Calibri"/>
                <a:ea typeface="Calibri"/>
                <a:cs typeface="Calibri"/>
                <a:sym typeface="Calibri"/>
              </a:rPr>
              <a:t>AS </a:t>
            </a:r>
            <a:r>
              <a:rPr lang="en-US" sz="1200" b="0" i="0" u="none" strike="noStrike">
                <a:solidFill>
                  <a:schemeClr val="dk1"/>
                </a:solidFill>
                <a:latin typeface="Calibri"/>
                <a:ea typeface="Calibri"/>
                <a:cs typeface="Calibri"/>
                <a:sym typeface="Calibri"/>
              </a:rPr>
              <a:t>Average_Sal</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FROM </a:t>
            </a:r>
            <a:r>
              <a:rPr lang="en-US" sz="1200" b="0" i="0" u="none" strike="noStrike">
                <a:solidFill>
                  <a:schemeClr val="dk1"/>
                </a:solidFill>
                <a:latin typeface="Calibri"/>
                <a:ea typeface="Calibri"/>
                <a:cs typeface="Calibri"/>
                <a:sym typeface="Calibri"/>
              </a:rPr>
              <a:t>EMPLOYEE;</a:t>
            </a:r>
            <a:endParaRPr/>
          </a:p>
        </p:txBody>
      </p:sp>
      <p:sp>
        <p:nvSpPr>
          <p:cNvPr id="406" name="Google Shape;406;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2" name="Google Shape;412;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1" indent="0" algn="l" rtl="0">
              <a:spcBef>
                <a:spcPts val="0"/>
              </a:spcBef>
              <a:spcAft>
                <a:spcPts val="0"/>
              </a:spcAft>
              <a:buClr>
                <a:schemeClr val="dk1"/>
              </a:buClr>
              <a:buSzPts val="1200"/>
              <a:buFont typeface="Calibri"/>
              <a:buNone/>
            </a:pPr>
            <a:r>
              <a:rPr lang="en-US"/>
              <a:t>Q20: SELECT SUM (Salary), MAX (Salary), MIN (Salary), AVG (Salary) FROM (EMPLOYEE JOIN DEPARTMENT ON Dno = Dnumber)</a:t>
            </a:r>
            <a:endParaRPr/>
          </a:p>
          <a:p>
            <a:pPr marL="457200" lvl="1" indent="0" algn="l" rtl="0">
              <a:spcBef>
                <a:spcPts val="0"/>
              </a:spcBef>
              <a:spcAft>
                <a:spcPts val="0"/>
              </a:spcAft>
              <a:buClr>
                <a:schemeClr val="dk1"/>
              </a:buClr>
              <a:buSzPts val="1200"/>
              <a:buFont typeface="Calibri"/>
              <a:buNone/>
            </a:pPr>
            <a:r>
              <a:rPr lang="en-US"/>
              <a:t>WHERE Dname = ‘Research’;</a:t>
            </a:r>
            <a:endParaRPr/>
          </a:p>
          <a:p>
            <a:pPr marL="0" lvl="0" indent="0" algn="l" rtl="0">
              <a:spcBef>
                <a:spcPts val="0"/>
              </a:spcBef>
              <a:spcAft>
                <a:spcPts val="0"/>
              </a:spcAft>
              <a:buNone/>
            </a:pPr>
            <a:endParaRPr/>
          </a:p>
        </p:txBody>
      </p:sp>
      <p:sp>
        <p:nvSpPr>
          <p:cNvPr id="413" name="Google Shape;413;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9" name="Google Shape;419;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Here the asterisk (*) refers to the rows (tuples), so COUNT (*) returns the number of rows in the result of the query. </a:t>
            </a:r>
            <a:endParaRPr/>
          </a:p>
          <a:p>
            <a:pPr marL="0" lvl="0" indent="0" algn="l" rtl="0">
              <a:spcBef>
                <a:spcPts val="0"/>
              </a:spcBef>
              <a:spcAft>
                <a:spcPts val="0"/>
              </a:spcAft>
              <a:buNone/>
            </a:pPr>
            <a:r>
              <a:rPr lang="en-US"/>
              <a:t>We may also use the COUNT function to count values in a column rather than tuples</a:t>
            </a:r>
            <a:endParaRPr/>
          </a:p>
        </p:txBody>
      </p:sp>
      <p:sp>
        <p:nvSpPr>
          <p:cNvPr id="420" name="Google Shape;420;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7" name="Google Shape;427;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If we write COUNT(SALARY) instead of COUNT(DISTINCT SALARY) in Q23, then duplicate values will not be eliminated. However, any tuples with NULL for SALARY will not be counted. </a:t>
            </a:r>
            <a:endParaRPr/>
          </a:p>
          <a:p>
            <a:pPr marL="0" lvl="0" indent="0" algn="l" rtl="0">
              <a:spcBef>
                <a:spcPts val="0"/>
              </a:spcBef>
              <a:spcAft>
                <a:spcPts val="0"/>
              </a:spcAft>
              <a:buNone/>
            </a:pPr>
            <a:r>
              <a:rPr lang="en-US"/>
              <a:t>In general, NULL values are discarded when aggregate functions are applied to a particular column (attribute); the only exception is for COUNT(*) because tuples instead of values are counted.</a:t>
            </a:r>
            <a:endParaRPr/>
          </a:p>
          <a:p>
            <a:pPr marL="0" lvl="0" indent="0" algn="l" rtl="0">
              <a:spcBef>
                <a:spcPts val="0"/>
              </a:spcBef>
              <a:spcAft>
                <a:spcPts val="0"/>
              </a:spcAft>
              <a:buNone/>
            </a:pPr>
            <a:r>
              <a:rPr lang="en-US"/>
              <a:t>In the previous examples, any Salary values that are NULL are not included in the aggregate function calculation.</a:t>
            </a:r>
            <a:endParaRPr/>
          </a:p>
          <a:p>
            <a:pPr marL="0" lvl="0" indent="0" algn="l" rtl="0">
              <a:spcBef>
                <a:spcPts val="0"/>
              </a:spcBef>
              <a:spcAft>
                <a:spcPts val="0"/>
              </a:spcAft>
              <a:buNone/>
            </a:pPr>
            <a:r>
              <a:rPr lang="en-US"/>
              <a:t>The general rule is as follows: when an aggregate function is applied to a collection of values, NULLs are removed from the collection before the calculation; </a:t>
            </a:r>
            <a:endParaRPr/>
          </a:p>
          <a:p>
            <a:pPr marL="0" lvl="0" indent="0" algn="l" rtl="0">
              <a:spcBef>
                <a:spcPts val="0"/>
              </a:spcBef>
              <a:spcAft>
                <a:spcPts val="0"/>
              </a:spcAft>
              <a:buNone/>
            </a:pPr>
            <a:r>
              <a:rPr lang="en-US"/>
              <a:t>If the collection becomes empty because all values are NULL, the aggregate function will return NULL (except in the case of COUNT, where it will return 0 for an empty collection of values).</a:t>
            </a:r>
            <a:endParaRPr/>
          </a:p>
          <a:p>
            <a:pPr marL="0" lvl="0" indent="0" algn="l" rtl="0">
              <a:spcBef>
                <a:spcPts val="0"/>
              </a:spcBef>
              <a:spcAft>
                <a:spcPts val="0"/>
              </a:spcAft>
              <a:buNone/>
            </a:pPr>
            <a:endParaRPr/>
          </a:p>
          <a:p>
            <a:pPr marL="0" lvl="0" indent="0" algn="l" rtl="0">
              <a:spcBef>
                <a:spcPts val="0"/>
              </a:spcBef>
              <a:spcAft>
                <a:spcPts val="0"/>
              </a:spcAft>
              <a:buNone/>
            </a:pPr>
            <a:r>
              <a:rPr lang="en-US"/>
              <a:t>The preceding examples summarize a whole relation (Q19, Q21, Q23) or a selected subset of tuples (Q20, Q22), and hence all produce a table with a single row or a</a:t>
            </a:r>
            <a:endParaRPr/>
          </a:p>
          <a:p>
            <a:pPr marL="0" lvl="0" indent="0" algn="l" rtl="0">
              <a:spcBef>
                <a:spcPts val="0"/>
              </a:spcBef>
              <a:spcAft>
                <a:spcPts val="0"/>
              </a:spcAft>
              <a:buNone/>
            </a:pPr>
            <a:r>
              <a:rPr lang="en-US"/>
              <a:t>single value. They illustrate how functions are applied to retrieve a summary value or summary tuple from a table. These functions can also be used in selection conditions</a:t>
            </a:r>
            <a:endParaRPr/>
          </a:p>
          <a:p>
            <a:pPr marL="0" lvl="0" indent="0" algn="l" rtl="0">
              <a:spcBef>
                <a:spcPts val="0"/>
              </a:spcBef>
              <a:spcAft>
                <a:spcPts val="0"/>
              </a:spcAft>
              <a:buNone/>
            </a:pPr>
            <a:r>
              <a:rPr lang="en-US"/>
              <a:t>involving nested queries.</a:t>
            </a:r>
            <a:endParaRPr/>
          </a:p>
          <a:p>
            <a:pPr marL="0" lvl="0" indent="0" algn="l" rtl="0">
              <a:spcBef>
                <a:spcPts val="0"/>
              </a:spcBef>
              <a:spcAft>
                <a:spcPts val="0"/>
              </a:spcAft>
              <a:buNone/>
            </a:pPr>
            <a:r>
              <a:rPr lang="en-US"/>
              <a:t>We can specify a correlated nested query with an aggregate function, and then use the nested query in the WHERE clause of an outer query.</a:t>
            </a:r>
            <a:endParaRPr/>
          </a:p>
        </p:txBody>
      </p:sp>
      <p:sp>
        <p:nvSpPr>
          <p:cNvPr id="428" name="Google Shape;428;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SELECT Lname, Fname</a:t>
            </a:r>
            <a:endParaRPr/>
          </a:p>
          <a:p>
            <a:pPr marL="0" lvl="0" indent="0" algn="l" rtl="0">
              <a:spcBef>
                <a:spcPts val="0"/>
              </a:spcBef>
              <a:spcAft>
                <a:spcPts val="0"/>
              </a:spcAft>
              <a:buNone/>
            </a:pPr>
            <a:r>
              <a:rPr lang="en-US"/>
              <a:t>FROM EMPLOYEE</a:t>
            </a:r>
            <a:endParaRPr/>
          </a:p>
          <a:p>
            <a:pPr marL="0" lvl="0" indent="0" algn="l" rtl="0">
              <a:spcBef>
                <a:spcPts val="0"/>
              </a:spcBef>
              <a:spcAft>
                <a:spcPts val="0"/>
              </a:spcAft>
              <a:buNone/>
            </a:pPr>
            <a:r>
              <a:rPr lang="en-US"/>
              <a:t>WHERE ( SELECT COUNT (*)</a:t>
            </a:r>
            <a:endParaRPr/>
          </a:p>
          <a:p>
            <a:pPr marL="0" lvl="0" indent="0" algn="l" rtl="0">
              <a:spcBef>
                <a:spcPts val="0"/>
              </a:spcBef>
              <a:spcAft>
                <a:spcPts val="0"/>
              </a:spcAft>
              <a:buNone/>
            </a:pPr>
            <a:r>
              <a:rPr lang="en-US"/>
              <a:t>FROM DEPENDENT</a:t>
            </a:r>
            <a:endParaRPr/>
          </a:p>
          <a:p>
            <a:pPr marL="0" lvl="0" indent="0" algn="l" rtl="0">
              <a:spcBef>
                <a:spcPts val="0"/>
              </a:spcBef>
              <a:spcAft>
                <a:spcPts val="0"/>
              </a:spcAft>
              <a:buNone/>
            </a:pPr>
            <a:r>
              <a:rPr lang="en-US"/>
              <a:t>WHERE Ssn = Essn ) &gt; = 2;</a:t>
            </a:r>
            <a:endParaRPr/>
          </a:p>
          <a:p>
            <a:pPr marL="0" lvl="0" indent="0" algn="l" rtl="0">
              <a:spcBef>
                <a:spcPts val="0"/>
              </a:spcBef>
              <a:spcAft>
                <a:spcPts val="0"/>
              </a:spcAft>
              <a:buNone/>
            </a:pP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correlated nested query counts the number of dependents that each employee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has; if this is greater than or equal to two, the employee tuple is selected.</a:t>
            </a:r>
            <a:endParaRPr/>
          </a:p>
        </p:txBody>
      </p:sp>
      <p:sp>
        <p:nvSpPr>
          <p:cNvPr id="435" name="Google Shape;435;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9/17/2024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9/17/2024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9/17/2024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9/17/2024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9/17/2024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9/17/2024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9/17/2024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a.arshad@nu.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b="1" dirty="0">
                <a:solidFill>
                  <a:schemeClr val="tx1"/>
                </a:solidFill>
              </a:rPr>
              <a:t>Database Systems</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2136709" y="3675889"/>
            <a:ext cx="8493967" cy="1922731"/>
          </a:xfrm>
        </p:spPr>
        <p:txBody>
          <a:bodyPr>
            <a:normAutofit fontScale="92500"/>
          </a:bodyPr>
          <a:lstStyle/>
          <a:p>
            <a:pPr algn="ctr"/>
            <a:r>
              <a:rPr lang="en-US" sz="4400" b="1" dirty="0">
                <a:solidFill>
                  <a:schemeClr val="tx1"/>
                </a:solidFill>
                <a:cs typeface="Times New Roman" panose="02020603050405020304" pitchFamily="18" charset="0"/>
              </a:rPr>
              <a:t>Lecture 1-</a:t>
            </a:r>
            <a:r>
              <a:rPr lang="en-US" sz="4400" b="1" dirty="0">
                <a:solidFill>
                  <a:schemeClr val="tx1"/>
                </a:solidFill>
              </a:rPr>
              <a:t>Chapter # 7</a:t>
            </a:r>
            <a:endParaRPr lang="en-US" sz="4400" b="1" dirty="0">
              <a:solidFill>
                <a:schemeClr val="tx1"/>
              </a:solidFill>
              <a:cs typeface="Times New Roman" panose="02020603050405020304" pitchFamily="18" charset="0"/>
            </a:endParaRPr>
          </a:p>
          <a:p>
            <a:pPr>
              <a:spcBef>
                <a:spcPts val="1000"/>
              </a:spcBef>
              <a:spcAft>
                <a:spcPts val="0"/>
              </a:spcAft>
              <a:buClr>
                <a:schemeClr val="dk1"/>
              </a:buClr>
              <a:buSzPts val="2800"/>
            </a:pPr>
            <a:r>
              <a:rPr lang="en-US" sz="3500" b="1" dirty="0">
                <a:solidFill>
                  <a:schemeClr val="tx1"/>
                </a:solidFill>
              </a:rPr>
              <a:t>More SQL: Complex Queries, Triggers, Views, and Schema Modification</a:t>
            </a:r>
            <a:endParaRPr lang="en-US" sz="3500" dirty="0">
              <a:solidFill>
                <a:schemeClr val="tx1"/>
              </a:solidFill>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8094529" y="5374233"/>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hlinkClick r:id="rId3"/>
              </a:rPr>
              <a:t>alina.arshad@nu.edu.pk</a:t>
            </a:r>
            <a:endParaRPr lang="en-US" sz="2800" dirty="0">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
          <p:cNvSpPr txBox="1">
            <a:spLocks noGrp="1"/>
          </p:cNvSpPr>
          <p:nvPr>
            <p:ph type="title"/>
          </p:nvPr>
        </p:nvSpPr>
        <p:spPr>
          <a:xfrm>
            <a:off x="887418" y="616387"/>
            <a:ext cx="10453872" cy="1450757"/>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Joined Tables in SQL and Outer Joins</a:t>
            </a:r>
            <a:endParaRPr dirty="0">
              <a:solidFill>
                <a:schemeClr val="tx1"/>
              </a:solidFill>
            </a:endParaRPr>
          </a:p>
        </p:txBody>
      </p:sp>
      <p:sp>
        <p:nvSpPr>
          <p:cNvPr id="107" name="Google Shape;107;p3"/>
          <p:cNvSpPr txBox="1">
            <a:spLocks noGrp="1"/>
          </p:cNvSpPr>
          <p:nvPr>
            <p:ph idx="1"/>
          </p:nvPr>
        </p:nvSpPr>
        <p:spPr>
          <a:xfrm>
            <a:off x="961869" y="1832086"/>
            <a:ext cx="10268262" cy="4023360"/>
          </a:xfrm>
          <a:prstGeom prst="rect">
            <a:avLst/>
          </a:prstGeom>
          <a:noFill/>
          <a:ln>
            <a:noFill/>
          </a:ln>
        </p:spPr>
        <p:txBody>
          <a:bodyPr spcFirstLastPara="1" vert="horz" wrap="square" lIns="91425" tIns="45700" rIns="91425" bIns="45700" rtlCol="0" anchor="t" anchorCtr="0">
            <a:normAutofit/>
          </a:bodyPr>
          <a:lstStyle/>
          <a:p>
            <a:pPr>
              <a:spcBef>
                <a:spcPts val="0"/>
              </a:spcBef>
              <a:buClr>
                <a:schemeClr val="dk1"/>
              </a:buClr>
              <a:buSzPts val="2800"/>
            </a:pPr>
            <a:r>
              <a:rPr lang="en-US" sz="2400" dirty="0">
                <a:solidFill>
                  <a:schemeClr val="tx1"/>
                </a:solidFill>
              </a:rPr>
              <a:t>SQL joins are used to combine two or more tables. </a:t>
            </a:r>
            <a:endParaRPr sz="2400" dirty="0">
              <a:solidFill>
                <a:schemeClr val="tx1"/>
              </a:solidFill>
            </a:endParaRPr>
          </a:p>
          <a:p>
            <a:pPr>
              <a:lnSpc>
                <a:spcPct val="90000"/>
              </a:lnSpc>
              <a:buClr>
                <a:schemeClr val="dk1"/>
              </a:buClr>
              <a:buSzPts val="2800"/>
            </a:pPr>
            <a:r>
              <a:rPr lang="en-US" sz="2400" dirty="0">
                <a:solidFill>
                  <a:schemeClr val="tx1"/>
                </a:solidFill>
              </a:rPr>
              <a:t>The joining of two or more tables is based on common field between them.</a:t>
            </a:r>
            <a:endParaRPr sz="2400" dirty="0">
              <a:solidFill>
                <a:schemeClr val="tx1"/>
              </a:solidFill>
            </a:endParaRPr>
          </a:p>
          <a:p>
            <a:pPr>
              <a:lnSpc>
                <a:spcPct val="90000"/>
              </a:lnSpc>
              <a:buClr>
                <a:schemeClr val="dk1"/>
              </a:buClr>
              <a:buSzPts val="2800"/>
            </a:pPr>
            <a:r>
              <a:rPr lang="en-US" sz="2400" b="1" dirty="0">
                <a:solidFill>
                  <a:schemeClr val="accent2"/>
                </a:solidFill>
              </a:rPr>
              <a:t>Syntax: </a:t>
            </a:r>
            <a:endParaRPr sz="2400" b="1" dirty="0">
              <a:solidFill>
                <a:schemeClr val="accent2"/>
              </a:solidFill>
            </a:endParaRPr>
          </a:p>
          <a:p>
            <a:pPr marL="457200" lvl="1" indent="0">
              <a:spcBef>
                <a:spcPts val="500"/>
              </a:spcBef>
              <a:buClr>
                <a:schemeClr val="dk1"/>
              </a:buClr>
              <a:buSzPts val="2400"/>
              <a:buNone/>
            </a:pPr>
            <a:r>
              <a:rPr lang="en-US" sz="2000" b="1" dirty="0">
                <a:solidFill>
                  <a:schemeClr val="accent2"/>
                </a:solidFill>
              </a:rPr>
              <a:t>select col1,col2,....</a:t>
            </a:r>
            <a:endParaRPr sz="2000" b="1" dirty="0">
              <a:solidFill>
                <a:schemeClr val="accent2"/>
              </a:solidFill>
            </a:endParaRPr>
          </a:p>
          <a:p>
            <a:pPr marL="457200" lvl="1" indent="0">
              <a:spcBef>
                <a:spcPts val="500"/>
              </a:spcBef>
              <a:buClr>
                <a:schemeClr val="dk1"/>
              </a:buClr>
              <a:buSzPts val="2400"/>
              <a:buNone/>
            </a:pPr>
            <a:r>
              <a:rPr lang="en-US" sz="2000" b="1" dirty="0">
                <a:solidFill>
                  <a:schemeClr val="accent2"/>
                </a:solidFill>
              </a:rPr>
              <a:t>from table1 JOIN table2 ON (common columns in both tables)</a:t>
            </a:r>
            <a:endParaRPr sz="2000" b="1" dirty="0">
              <a:solidFill>
                <a:schemeClr val="accent2"/>
              </a:solidFill>
            </a:endParaRPr>
          </a:p>
          <a:p>
            <a:pPr marL="457200" lvl="1" indent="0">
              <a:spcBef>
                <a:spcPts val="500"/>
              </a:spcBef>
              <a:buClr>
                <a:schemeClr val="dk1"/>
              </a:buClr>
              <a:buSzPts val="2400"/>
              <a:buNone/>
            </a:pPr>
            <a:r>
              <a:rPr lang="en-US" sz="2000" b="1" dirty="0">
                <a:solidFill>
                  <a:schemeClr val="accent2"/>
                </a:solidFill>
              </a:rPr>
              <a:t>where condition</a:t>
            </a:r>
            <a:endParaRPr sz="2000" b="1" dirty="0">
              <a:solidFill>
                <a:schemeClr val="accent2"/>
              </a:solidFill>
            </a:endParaRPr>
          </a:p>
          <a:p>
            <a:pPr marL="177800" indent="0">
              <a:buClr>
                <a:schemeClr val="dk1"/>
              </a:buClr>
              <a:buSzPts val="2800"/>
              <a:buNone/>
            </a:pPr>
            <a:endParaRPr sz="24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1097280" y="884420"/>
            <a:ext cx="10058400" cy="852940"/>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Types of Joins</a:t>
            </a:r>
            <a:endParaRPr b="1" dirty="0">
              <a:solidFill>
                <a:schemeClr val="tx1"/>
              </a:solidFill>
            </a:endParaRPr>
          </a:p>
        </p:txBody>
      </p:sp>
      <p:sp>
        <p:nvSpPr>
          <p:cNvPr id="113" name="Google Shape;113;p4"/>
          <p:cNvSpPr txBox="1">
            <a:spLocks noGrp="1"/>
          </p:cNvSpPr>
          <p:nvPr>
            <p:ph idx="1"/>
          </p:nvPr>
        </p:nvSpPr>
        <p:spPr>
          <a:xfrm>
            <a:off x="1097280" y="1778099"/>
            <a:ext cx="6711654" cy="4195481"/>
          </a:xfrm>
          <a:prstGeom prst="rect">
            <a:avLst/>
          </a:prstGeom>
          <a:noFill/>
          <a:ln>
            <a:noFill/>
          </a:ln>
        </p:spPr>
        <p:txBody>
          <a:bodyPr spcFirstLastPara="1" vert="horz" wrap="square" lIns="91425" tIns="45700" rIns="91425" bIns="45700" rtlCol="0" anchor="t" anchorCtr="0">
            <a:normAutofit/>
          </a:bodyPr>
          <a:lstStyle/>
          <a:p>
            <a:pPr>
              <a:spcBef>
                <a:spcPts val="0"/>
              </a:spcBef>
              <a:buClr>
                <a:schemeClr val="accent2"/>
              </a:buClr>
              <a:buSzPts val="2800"/>
              <a:buFont typeface="Arial" panose="020B0604020202020204" pitchFamily="34" charset="0"/>
              <a:buChar char="•"/>
            </a:pPr>
            <a:r>
              <a:rPr lang="en-US" dirty="0">
                <a:solidFill>
                  <a:schemeClr val="tx1"/>
                </a:solidFill>
              </a:rPr>
              <a:t>Cartesian Product</a:t>
            </a:r>
            <a:endParaRPr dirty="0">
              <a:solidFill>
                <a:schemeClr val="tx1"/>
              </a:solidFill>
            </a:endParaRPr>
          </a:p>
          <a:p>
            <a:pPr>
              <a:lnSpc>
                <a:spcPct val="90000"/>
              </a:lnSpc>
              <a:buClr>
                <a:schemeClr val="accent2"/>
              </a:buClr>
              <a:buSzPts val="2800"/>
              <a:buFont typeface="Arial" panose="020B0604020202020204" pitchFamily="34" charset="0"/>
              <a:buChar char="•"/>
            </a:pPr>
            <a:r>
              <a:rPr lang="en-US" dirty="0" err="1">
                <a:solidFill>
                  <a:schemeClr val="tx1"/>
                </a:solidFill>
              </a:rPr>
              <a:t>Equi</a:t>
            </a:r>
            <a:r>
              <a:rPr lang="en-US" dirty="0">
                <a:solidFill>
                  <a:schemeClr val="tx1"/>
                </a:solidFill>
              </a:rPr>
              <a:t> JOIN/ Inner Join/ Join</a:t>
            </a:r>
            <a:endParaRPr dirty="0">
              <a:solidFill>
                <a:schemeClr val="tx1"/>
              </a:solidFill>
            </a:endParaRPr>
          </a:p>
          <a:p>
            <a:pPr>
              <a:lnSpc>
                <a:spcPct val="90000"/>
              </a:lnSpc>
              <a:buClr>
                <a:schemeClr val="accent2"/>
              </a:buClr>
              <a:buSzPts val="2800"/>
              <a:buFont typeface="Arial" panose="020B0604020202020204" pitchFamily="34" charset="0"/>
              <a:buChar char="•"/>
            </a:pPr>
            <a:r>
              <a:rPr lang="en-US" dirty="0">
                <a:solidFill>
                  <a:schemeClr val="tx1"/>
                </a:solidFill>
              </a:rPr>
              <a:t>Left outer Join/ Left Join</a:t>
            </a:r>
            <a:endParaRPr dirty="0">
              <a:solidFill>
                <a:schemeClr val="tx1"/>
              </a:solidFill>
            </a:endParaRPr>
          </a:p>
          <a:p>
            <a:pPr>
              <a:lnSpc>
                <a:spcPct val="90000"/>
              </a:lnSpc>
              <a:buClr>
                <a:schemeClr val="accent2"/>
              </a:buClr>
              <a:buSzPts val="2800"/>
              <a:buFont typeface="Arial" panose="020B0604020202020204" pitchFamily="34" charset="0"/>
              <a:buChar char="•"/>
            </a:pPr>
            <a:r>
              <a:rPr lang="en-US" dirty="0">
                <a:solidFill>
                  <a:schemeClr val="tx1"/>
                </a:solidFill>
              </a:rPr>
              <a:t>Right Outer Join/ Right Join</a:t>
            </a:r>
            <a:endParaRPr dirty="0">
              <a:solidFill>
                <a:schemeClr val="tx1"/>
              </a:solidFill>
            </a:endParaRPr>
          </a:p>
          <a:p>
            <a:pPr>
              <a:lnSpc>
                <a:spcPct val="90000"/>
              </a:lnSpc>
              <a:buClr>
                <a:schemeClr val="accent2"/>
              </a:buClr>
              <a:buSzPts val="2800"/>
              <a:buFont typeface="Arial" panose="020B0604020202020204" pitchFamily="34" charset="0"/>
              <a:buChar char="•"/>
            </a:pPr>
            <a:r>
              <a:rPr lang="en-US" dirty="0">
                <a:solidFill>
                  <a:schemeClr val="tx1"/>
                </a:solidFill>
              </a:rPr>
              <a:t>Self Join</a:t>
            </a:r>
            <a:endParaRPr dirty="0">
              <a:solidFill>
                <a:schemeClr val="tx1"/>
              </a:solidFill>
            </a:endParaRPr>
          </a:p>
          <a:p>
            <a:pPr marL="520700" indent="-342900">
              <a:buClr>
                <a:schemeClr val="dk1"/>
              </a:buClr>
              <a:buSzPts val="2800"/>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Basic SQL Queries: The SELECT-FROM-WHERE Structure with join</a:t>
            </a:r>
            <a:endParaRPr dirty="0">
              <a:solidFill>
                <a:schemeClr val="tx1"/>
              </a:solidFill>
            </a:endParaRPr>
          </a:p>
        </p:txBody>
      </p:sp>
      <p:pic>
        <p:nvPicPr>
          <p:cNvPr id="120" name="Google Shape;120;p5" descr="fig05_06"/>
          <p:cNvPicPr preferRelativeResize="0">
            <a:picLocks noGrp="1"/>
          </p:cNvPicPr>
          <p:nvPr>
            <p:ph idx="1"/>
          </p:nvPr>
        </p:nvPicPr>
        <p:blipFill rotWithShape="1">
          <a:blip r:embed="rId3">
            <a:alphaModFix/>
          </a:blip>
          <a:srcRect/>
          <a:stretch/>
        </p:blipFill>
        <p:spPr>
          <a:xfrm>
            <a:off x="7760574" y="1105469"/>
            <a:ext cx="4003040" cy="4872835"/>
          </a:xfrm>
          <a:prstGeom prst="rect">
            <a:avLst/>
          </a:prstGeom>
          <a:noFill/>
          <a:ln>
            <a:noFill/>
          </a:ln>
        </p:spPr>
      </p:pic>
      <p:sp>
        <p:nvSpPr>
          <p:cNvPr id="121" name="Google Shape;121;p5"/>
          <p:cNvSpPr txBox="1"/>
          <p:nvPr/>
        </p:nvSpPr>
        <p:spPr>
          <a:xfrm>
            <a:off x="1224893" y="1893510"/>
            <a:ext cx="6405100" cy="1384954"/>
          </a:xfrm>
          <a:prstGeom prst="rect">
            <a:avLst/>
          </a:prstGeom>
          <a:noFill/>
          <a:ln>
            <a:noFill/>
          </a:ln>
        </p:spPr>
        <p:txBody>
          <a:bodyPr spcFirstLastPara="1" wrap="square" lIns="91425" tIns="45700" rIns="91425" bIns="45700" anchor="t" anchorCtr="0">
            <a:spAutoFit/>
          </a:bodyPr>
          <a:lstStyle/>
          <a:p>
            <a:r>
              <a:rPr lang="en-US" sz="2800" b="1" dirty="0">
                <a:solidFill>
                  <a:schemeClr val="dk1"/>
                </a:solidFill>
                <a:latin typeface="Calibri"/>
                <a:ea typeface="Calibri"/>
                <a:cs typeface="Calibri"/>
                <a:sym typeface="Calibri"/>
              </a:rPr>
              <a:t>Query 1. Retrieve the name and address of all employees who work for the</a:t>
            </a:r>
            <a:endParaRPr dirty="0"/>
          </a:p>
          <a:p>
            <a:r>
              <a:rPr lang="en-US" sz="2800" b="1" dirty="0">
                <a:solidFill>
                  <a:schemeClr val="dk1"/>
                </a:solidFill>
                <a:latin typeface="Calibri"/>
                <a:ea typeface="Calibri"/>
                <a:cs typeface="Calibri"/>
                <a:sym typeface="Calibri"/>
              </a:rPr>
              <a:t>‘Research’ department.</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6"/>
          <p:cNvSpPr txBox="1">
            <a:spLocks noGrp="1"/>
          </p:cNvSpPr>
          <p:nvPr>
            <p:ph type="title"/>
          </p:nvPr>
        </p:nvSpPr>
        <p:spPr>
          <a:xfrm>
            <a:off x="967958" y="648086"/>
            <a:ext cx="10058400" cy="1450757"/>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Example</a:t>
            </a:r>
            <a:endParaRPr b="1" dirty="0">
              <a:solidFill>
                <a:schemeClr val="tx1"/>
              </a:solidFill>
            </a:endParaRPr>
          </a:p>
        </p:txBody>
      </p:sp>
      <p:sp>
        <p:nvSpPr>
          <p:cNvPr id="128" name="Google Shape;128;p6"/>
          <p:cNvSpPr txBox="1">
            <a:spLocks noGrp="1"/>
          </p:cNvSpPr>
          <p:nvPr>
            <p:ph idx="1"/>
          </p:nvPr>
        </p:nvSpPr>
        <p:spPr>
          <a:xfrm>
            <a:off x="1097280" y="1820091"/>
            <a:ext cx="4666777" cy="2673144"/>
          </a:xfrm>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sz="2400" b="1" dirty="0">
                <a:solidFill>
                  <a:schemeClr val="tx1"/>
                </a:solidFill>
              </a:rPr>
              <a:t>Retrieves the name and address of every employee who works for the ‘Research’ department.</a:t>
            </a:r>
            <a:endParaRPr sz="2400" b="1" dirty="0">
              <a:solidFill>
                <a:schemeClr val="tx1"/>
              </a:solidFill>
            </a:endParaRPr>
          </a:p>
          <a:p>
            <a:pPr marL="228600" indent="-50800">
              <a:spcBef>
                <a:spcPts val="1000"/>
              </a:spcBef>
              <a:spcAft>
                <a:spcPts val="0"/>
              </a:spcAft>
              <a:buClr>
                <a:schemeClr val="dk1"/>
              </a:buClr>
              <a:buSzPts val="2800"/>
              <a:buNone/>
            </a:pPr>
            <a:endParaRPr dirty="0"/>
          </a:p>
        </p:txBody>
      </p:sp>
      <p:pic>
        <p:nvPicPr>
          <p:cNvPr id="129" name="Google Shape;129;p6"/>
          <p:cNvPicPr preferRelativeResize="0"/>
          <p:nvPr/>
        </p:nvPicPr>
        <p:blipFill rotWithShape="1">
          <a:blip r:embed="rId3">
            <a:alphaModFix/>
          </a:blip>
          <a:srcRect/>
          <a:stretch/>
        </p:blipFill>
        <p:spPr>
          <a:xfrm>
            <a:off x="266204" y="5060461"/>
            <a:ext cx="6863496" cy="1209557"/>
          </a:xfrm>
          <a:prstGeom prst="rect">
            <a:avLst/>
          </a:prstGeom>
          <a:noFill/>
          <a:ln>
            <a:noFill/>
          </a:ln>
        </p:spPr>
      </p:pic>
      <p:pic>
        <p:nvPicPr>
          <p:cNvPr id="130" name="Google Shape;130;p6"/>
          <p:cNvPicPr preferRelativeResize="0"/>
          <p:nvPr/>
        </p:nvPicPr>
        <p:blipFill rotWithShape="1">
          <a:blip r:embed="rId4">
            <a:alphaModFix/>
          </a:blip>
          <a:srcRect r="-309" b="28140"/>
          <a:stretch/>
        </p:blipFill>
        <p:spPr>
          <a:xfrm>
            <a:off x="6427945" y="295157"/>
            <a:ext cx="5809575" cy="492846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7"/>
          <p:cNvSpPr txBox="1">
            <a:spLocks noGrp="1"/>
          </p:cNvSpPr>
          <p:nvPr>
            <p:ph type="title"/>
          </p:nvPr>
        </p:nvSpPr>
        <p:spPr>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Basic SQL Queries: The SELECT-FROM-WHERE Structure with join</a:t>
            </a:r>
            <a:endParaRPr dirty="0">
              <a:solidFill>
                <a:schemeClr val="tx1"/>
              </a:solidFill>
            </a:endParaRPr>
          </a:p>
        </p:txBody>
      </p:sp>
      <p:pic>
        <p:nvPicPr>
          <p:cNvPr id="137" name="Google Shape;137;p7"/>
          <p:cNvPicPr preferRelativeResize="0">
            <a:picLocks noGrp="1"/>
          </p:cNvPicPr>
          <p:nvPr>
            <p:ph idx="1"/>
          </p:nvPr>
        </p:nvPicPr>
        <p:blipFill rotWithShape="1">
          <a:blip r:embed="rId3">
            <a:alphaModFix/>
          </a:blip>
          <a:srcRect/>
          <a:stretch/>
        </p:blipFill>
        <p:spPr>
          <a:xfrm>
            <a:off x="1174765" y="1887537"/>
            <a:ext cx="8262172" cy="1747520"/>
          </a:xfrm>
          <a:prstGeom prst="rect">
            <a:avLst/>
          </a:prstGeom>
          <a:noFill/>
          <a:ln>
            <a:noFill/>
          </a:ln>
        </p:spPr>
      </p:pic>
      <p:pic>
        <p:nvPicPr>
          <p:cNvPr id="138" name="Google Shape;138;p7"/>
          <p:cNvPicPr preferRelativeResize="0"/>
          <p:nvPr/>
        </p:nvPicPr>
        <p:blipFill rotWithShape="1">
          <a:blip r:embed="rId4">
            <a:alphaModFix/>
          </a:blip>
          <a:srcRect/>
          <a:stretch/>
        </p:blipFill>
        <p:spPr>
          <a:xfrm>
            <a:off x="5305851" y="3635057"/>
            <a:ext cx="6306402" cy="270764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8"/>
          <p:cNvSpPr txBox="1">
            <a:spLocks noGrp="1"/>
          </p:cNvSpPr>
          <p:nvPr>
            <p:ph type="title"/>
          </p:nvPr>
        </p:nvSpPr>
        <p:spPr>
          <a:xfrm>
            <a:off x="929148" y="301351"/>
            <a:ext cx="10226532" cy="1450757"/>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Basic SQL Queries: The SELECT-FROM-WHERE Structure with join</a:t>
            </a:r>
            <a:endParaRPr dirty="0">
              <a:solidFill>
                <a:schemeClr val="tx1"/>
              </a:solidFill>
            </a:endParaRPr>
          </a:p>
        </p:txBody>
      </p:sp>
      <p:pic>
        <p:nvPicPr>
          <p:cNvPr id="145" name="Google Shape;145;p8" descr="fig05_06"/>
          <p:cNvPicPr preferRelativeResize="0">
            <a:picLocks noGrp="1"/>
          </p:cNvPicPr>
          <p:nvPr>
            <p:ph idx="1"/>
          </p:nvPr>
        </p:nvPicPr>
        <p:blipFill rotWithShape="1">
          <a:blip r:embed="rId3">
            <a:alphaModFix/>
          </a:blip>
          <a:srcRect/>
          <a:stretch/>
        </p:blipFill>
        <p:spPr>
          <a:xfrm>
            <a:off x="7326648" y="1737360"/>
            <a:ext cx="4286230" cy="4554849"/>
          </a:xfrm>
          <a:prstGeom prst="rect">
            <a:avLst/>
          </a:prstGeom>
          <a:noFill/>
          <a:ln>
            <a:noFill/>
          </a:ln>
        </p:spPr>
      </p:pic>
      <p:sp>
        <p:nvSpPr>
          <p:cNvPr id="146" name="Google Shape;146;p8"/>
          <p:cNvSpPr txBox="1"/>
          <p:nvPr/>
        </p:nvSpPr>
        <p:spPr>
          <a:xfrm>
            <a:off x="1097280" y="1824099"/>
            <a:ext cx="6114680" cy="2246729"/>
          </a:xfrm>
          <a:prstGeom prst="rect">
            <a:avLst/>
          </a:prstGeom>
          <a:noFill/>
          <a:ln>
            <a:noFill/>
          </a:ln>
        </p:spPr>
        <p:txBody>
          <a:bodyPr spcFirstLastPara="1" wrap="square" lIns="91425" tIns="45700" rIns="91425" bIns="45700" anchor="t" anchorCtr="0">
            <a:spAutoFit/>
          </a:bodyPr>
          <a:lstStyle/>
          <a:p>
            <a:r>
              <a:rPr lang="en-US" sz="2800" b="1" dirty="0">
                <a:solidFill>
                  <a:schemeClr val="dk1"/>
                </a:solidFill>
                <a:latin typeface="Calibri"/>
                <a:ea typeface="Calibri"/>
                <a:cs typeface="Calibri"/>
                <a:sym typeface="Calibri"/>
              </a:rPr>
              <a:t>Query 2. For every project located in ‘Stafford’, list the project number, the</a:t>
            </a:r>
            <a:endParaRPr dirty="0"/>
          </a:p>
          <a:p>
            <a:r>
              <a:rPr lang="en-US" sz="2800" b="1" dirty="0">
                <a:solidFill>
                  <a:schemeClr val="dk1"/>
                </a:solidFill>
                <a:latin typeface="Calibri"/>
                <a:ea typeface="Calibri"/>
                <a:cs typeface="Calibri"/>
                <a:sym typeface="Calibri"/>
              </a:rPr>
              <a:t>controlling department number, and the department manager’s last name,</a:t>
            </a:r>
            <a:endParaRPr dirty="0"/>
          </a:p>
          <a:p>
            <a:r>
              <a:rPr lang="en-US" sz="2800" b="1" dirty="0">
                <a:solidFill>
                  <a:schemeClr val="dk1"/>
                </a:solidFill>
                <a:latin typeface="Calibri"/>
                <a:ea typeface="Calibri"/>
                <a:cs typeface="Calibri"/>
                <a:sym typeface="Calibri"/>
              </a:rPr>
              <a:t>address, and birth date.</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9"/>
          <p:cNvPicPr preferRelativeResize="0"/>
          <p:nvPr/>
        </p:nvPicPr>
        <p:blipFill rotWithShape="1">
          <a:blip r:embed="rId3">
            <a:alphaModFix/>
          </a:blip>
          <a:srcRect b="70370"/>
          <a:stretch/>
        </p:blipFill>
        <p:spPr>
          <a:xfrm>
            <a:off x="1865178" y="1905000"/>
            <a:ext cx="7283450" cy="1524000"/>
          </a:xfrm>
          <a:prstGeom prst="rect">
            <a:avLst/>
          </a:prstGeom>
          <a:noFill/>
          <a:ln>
            <a:noFill/>
          </a:ln>
        </p:spPr>
      </p:pic>
      <p:pic>
        <p:nvPicPr>
          <p:cNvPr id="153" name="Google Shape;153;p9"/>
          <p:cNvPicPr preferRelativeResize="0"/>
          <p:nvPr/>
        </p:nvPicPr>
        <p:blipFill rotWithShape="1">
          <a:blip r:embed="rId4">
            <a:alphaModFix/>
          </a:blip>
          <a:srcRect/>
          <a:stretch/>
        </p:blipFill>
        <p:spPr>
          <a:xfrm>
            <a:off x="2082453" y="3719713"/>
            <a:ext cx="7331075" cy="2133600"/>
          </a:xfrm>
          <a:prstGeom prst="rect">
            <a:avLst/>
          </a:prstGeom>
          <a:noFill/>
          <a:ln>
            <a:noFill/>
          </a:ln>
        </p:spPr>
      </p:pic>
      <p:sp>
        <p:nvSpPr>
          <p:cNvPr id="154" name="Google Shape;154;p9"/>
          <p:cNvSpPr txBox="1">
            <a:spLocks noGrp="1"/>
          </p:cNvSpPr>
          <p:nvPr>
            <p:ph type="title"/>
          </p:nvPr>
        </p:nvSpPr>
        <p:spPr>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a:t>Basic SQL Queries: The SELECT-FROM-WHERE Structure with join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1"/>
          <p:cNvSpPr txBox="1">
            <a:spLocks noGrp="1"/>
          </p:cNvSpPr>
          <p:nvPr>
            <p:ph type="title"/>
          </p:nvPr>
        </p:nvSpPr>
        <p:spPr>
          <a:xfrm>
            <a:off x="657778" y="263527"/>
            <a:ext cx="10937404" cy="1450757"/>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ct val="100000"/>
            </a:pPr>
            <a:r>
              <a:rPr lang="en-US" b="1" dirty="0">
                <a:solidFill>
                  <a:schemeClr val="tx1"/>
                </a:solidFill>
              </a:rPr>
              <a:t>Ambiguous Attribute Names, Aliasing, Renaming, and Tuple Variables</a:t>
            </a:r>
            <a:endParaRPr dirty="0">
              <a:solidFill>
                <a:schemeClr val="tx1"/>
              </a:solidFill>
            </a:endParaRPr>
          </a:p>
        </p:txBody>
      </p:sp>
      <p:sp>
        <p:nvSpPr>
          <p:cNvPr id="168" name="Google Shape;168;p11"/>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sz="2400" dirty="0">
                <a:solidFill>
                  <a:schemeClr val="tx1"/>
                </a:solidFill>
              </a:rPr>
              <a:t>Same name can be used for two (or more) attributes in different relations</a:t>
            </a:r>
            <a:endParaRPr sz="2400" dirty="0">
              <a:solidFill>
                <a:schemeClr val="tx1"/>
              </a:solidFill>
            </a:endParaRPr>
          </a:p>
          <a:p>
            <a:pPr marL="685800" lvl="1" indent="-228600">
              <a:spcBef>
                <a:spcPts val="500"/>
              </a:spcBef>
              <a:spcAft>
                <a:spcPts val="0"/>
              </a:spcAft>
              <a:buClr>
                <a:schemeClr val="dk1"/>
              </a:buClr>
              <a:buSzPts val="2400"/>
              <a:buChar char="•"/>
            </a:pPr>
            <a:r>
              <a:rPr lang="en-US" sz="2000" dirty="0">
                <a:solidFill>
                  <a:schemeClr val="tx1"/>
                </a:solidFill>
              </a:rPr>
              <a:t>As long as the attributes are in different relations</a:t>
            </a:r>
            <a:endParaRPr sz="2000" dirty="0">
              <a:solidFill>
                <a:schemeClr val="tx1"/>
              </a:solidFill>
            </a:endParaRPr>
          </a:p>
          <a:p>
            <a:pPr marL="685800" lvl="1" indent="-228600">
              <a:spcBef>
                <a:spcPts val="500"/>
              </a:spcBef>
              <a:spcAft>
                <a:spcPts val="0"/>
              </a:spcAft>
              <a:buClr>
                <a:schemeClr val="dk1"/>
              </a:buClr>
              <a:buSzPts val="2400"/>
              <a:buChar char="•"/>
            </a:pPr>
            <a:r>
              <a:rPr lang="en-US" sz="2000" dirty="0">
                <a:solidFill>
                  <a:schemeClr val="tx1"/>
                </a:solidFill>
              </a:rPr>
              <a:t>Must </a:t>
            </a:r>
            <a:r>
              <a:rPr lang="en-US" sz="2000" b="1" dirty="0">
                <a:solidFill>
                  <a:schemeClr val="tx1"/>
                </a:solidFill>
              </a:rPr>
              <a:t>qualify</a:t>
            </a:r>
            <a:r>
              <a:rPr lang="en-US" sz="2000" dirty="0">
                <a:solidFill>
                  <a:schemeClr val="tx1"/>
                </a:solidFill>
              </a:rPr>
              <a:t> the attribute name with the relation's name to prevent ambiguity</a:t>
            </a:r>
            <a:endParaRPr sz="2000" dirty="0">
              <a:solidFill>
                <a:schemeClr val="tx1"/>
              </a:solidFill>
            </a:endParaRPr>
          </a:p>
          <a:p>
            <a:pPr marL="228600" indent="-50800">
              <a:spcBef>
                <a:spcPts val="1000"/>
              </a:spcBef>
              <a:spcAft>
                <a:spcPts val="0"/>
              </a:spcAft>
              <a:buClr>
                <a:schemeClr val="dk1"/>
              </a:buClr>
              <a:buSzPts val="2800"/>
              <a:buNone/>
            </a:pPr>
            <a:endParaRPr dirty="0"/>
          </a:p>
        </p:txBody>
      </p:sp>
      <p:pic>
        <p:nvPicPr>
          <p:cNvPr id="169" name="Google Shape;169;p11" descr="Text&#10;&#10;Description automatically generated"/>
          <p:cNvPicPr preferRelativeResize="0"/>
          <p:nvPr/>
        </p:nvPicPr>
        <p:blipFill rotWithShape="1">
          <a:blip r:embed="rId3">
            <a:alphaModFix/>
          </a:blip>
          <a:srcRect/>
          <a:stretch/>
        </p:blipFill>
        <p:spPr>
          <a:xfrm>
            <a:off x="1842935" y="3213546"/>
            <a:ext cx="8982382" cy="305451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2"/>
          <p:cNvSpPr txBox="1">
            <a:spLocks noGrp="1"/>
          </p:cNvSpPr>
          <p:nvPr>
            <p:ph type="title"/>
          </p:nvPr>
        </p:nvSpPr>
        <p:spPr>
          <a:xfrm>
            <a:off x="1069442" y="779222"/>
            <a:ext cx="7886700" cy="1095506"/>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SELF JOIN</a:t>
            </a:r>
            <a:endParaRPr dirty="0">
              <a:solidFill>
                <a:schemeClr val="tx1"/>
              </a:solidFill>
            </a:endParaRPr>
          </a:p>
        </p:txBody>
      </p:sp>
      <p:pic>
        <p:nvPicPr>
          <p:cNvPr id="176" name="Google Shape;176;p12" descr="fig05_06"/>
          <p:cNvPicPr preferRelativeResize="0">
            <a:picLocks noGrp="1"/>
          </p:cNvPicPr>
          <p:nvPr>
            <p:ph idx="1"/>
          </p:nvPr>
        </p:nvPicPr>
        <p:blipFill rotWithShape="1">
          <a:blip r:embed="rId3">
            <a:alphaModFix/>
          </a:blip>
          <a:stretch/>
        </p:blipFill>
        <p:spPr>
          <a:xfrm>
            <a:off x="6598963" y="170504"/>
            <a:ext cx="5026557" cy="5655175"/>
          </a:xfrm>
          <a:prstGeom prst="rect">
            <a:avLst/>
          </a:prstGeom>
          <a:noFill/>
          <a:ln>
            <a:noFill/>
          </a:ln>
        </p:spPr>
      </p:pic>
      <p:sp>
        <p:nvSpPr>
          <p:cNvPr id="177" name="Google Shape;177;p12"/>
          <p:cNvSpPr txBox="1"/>
          <p:nvPr/>
        </p:nvSpPr>
        <p:spPr>
          <a:xfrm>
            <a:off x="1069442" y="1874728"/>
            <a:ext cx="5405100" cy="2246729"/>
          </a:xfrm>
          <a:prstGeom prst="rect">
            <a:avLst/>
          </a:prstGeom>
          <a:noFill/>
          <a:ln>
            <a:noFill/>
          </a:ln>
        </p:spPr>
        <p:txBody>
          <a:bodyPr spcFirstLastPara="1" wrap="square" lIns="91425" tIns="45700" rIns="91425" bIns="45700" anchor="t" anchorCtr="0">
            <a:spAutoFit/>
          </a:bodyPr>
          <a:lstStyle/>
          <a:p>
            <a:r>
              <a:rPr lang="en-US" sz="2800" b="1" dirty="0">
                <a:solidFill>
                  <a:schemeClr val="dk1"/>
                </a:solidFill>
                <a:latin typeface="Calibri"/>
                <a:ea typeface="Calibri"/>
                <a:cs typeface="Calibri"/>
                <a:sym typeface="Calibri"/>
              </a:rPr>
              <a:t>Query 3. For each employee, retrieve the employee’s first and last name and the first and last name of his or her immediate supervisor.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13" descr="Text&#10;&#10;Description automatically generated"/>
          <p:cNvPicPr preferRelativeResize="0">
            <a:picLocks noGrp="1"/>
          </p:cNvPicPr>
          <p:nvPr>
            <p:ph idx="1"/>
          </p:nvPr>
        </p:nvPicPr>
        <p:blipFill rotWithShape="1">
          <a:blip r:embed="rId3">
            <a:alphaModFix/>
          </a:blip>
          <a:srcRect b="64064"/>
          <a:stretch/>
        </p:blipFill>
        <p:spPr>
          <a:xfrm>
            <a:off x="1347017" y="664533"/>
            <a:ext cx="9876503" cy="1134084"/>
          </a:xfrm>
          <a:prstGeom prst="rect">
            <a:avLst/>
          </a:prstGeom>
          <a:noFill/>
          <a:ln>
            <a:noFill/>
          </a:ln>
        </p:spPr>
      </p:pic>
      <p:pic>
        <p:nvPicPr>
          <p:cNvPr id="184" name="Google Shape;184;p13" descr="Table&#10;&#10;Description automatically generated"/>
          <p:cNvPicPr preferRelativeResize="0"/>
          <p:nvPr/>
        </p:nvPicPr>
        <p:blipFill rotWithShape="1">
          <a:blip r:embed="rId4">
            <a:alphaModFix/>
          </a:blip>
          <a:srcRect b="10319"/>
          <a:stretch/>
        </p:blipFill>
        <p:spPr>
          <a:xfrm>
            <a:off x="3091904" y="3044196"/>
            <a:ext cx="5617511" cy="2951480"/>
          </a:xfrm>
          <a:prstGeom prst="rect">
            <a:avLst/>
          </a:prstGeom>
          <a:noFill/>
          <a:ln>
            <a:noFill/>
          </a:ln>
        </p:spPr>
      </p:pic>
      <p:sp>
        <p:nvSpPr>
          <p:cNvPr id="185" name="Google Shape;185;p13"/>
          <p:cNvSpPr/>
          <p:nvPr/>
        </p:nvSpPr>
        <p:spPr>
          <a:xfrm>
            <a:off x="2520091" y="2015609"/>
            <a:ext cx="7530353" cy="707846"/>
          </a:xfrm>
          <a:prstGeom prst="rect">
            <a:avLst/>
          </a:prstGeom>
          <a:noFill/>
          <a:ln>
            <a:noFill/>
          </a:ln>
        </p:spPr>
        <p:txBody>
          <a:bodyPr spcFirstLastPara="1" wrap="square" lIns="91425" tIns="45700" rIns="91425" bIns="45700" anchor="t" anchorCtr="0">
            <a:spAutoFit/>
          </a:bodyPr>
          <a:lstStyle/>
          <a:p>
            <a:r>
              <a:rPr lang="en-US" sz="2000" dirty="0">
                <a:latin typeface="Calibri"/>
                <a:ea typeface="Calibri"/>
                <a:cs typeface="Calibri"/>
                <a:sym typeface="Calibri"/>
              </a:rPr>
              <a:t>SELECT </a:t>
            </a:r>
            <a:r>
              <a:rPr lang="en-US" sz="2000" dirty="0" err="1">
                <a:latin typeface="Calibri"/>
                <a:ea typeface="Calibri"/>
                <a:cs typeface="Calibri"/>
                <a:sym typeface="Calibri"/>
              </a:rPr>
              <a:t>E.Fname</a:t>
            </a:r>
            <a:r>
              <a:rPr lang="en-US" sz="2000" dirty="0">
                <a:latin typeface="Calibri"/>
                <a:ea typeface="Calibri"/>
                <a:cs typeface="Calibri"/>
                <a:sym typeface="Calibri"/>
              </a:rPr>
              <a:t>, </a:t>
            </a:r>
            <a:r>
              <a:rPr lang="en-US" sz="2000" dirty="0" err="1">
                <a:latin typeface="Calibri"/>
                <a:ea typeface="Calibri"/>
                <a:cs typeface="Calibri"/>
                <a:sym typeface="Calibri"/>
              </a:rPr>
              <a:t>E.Lname</a:t>
            </a:r>
            <a:r>
              <a:rPr lang="en-US" sz="2000" dirty="0">
                <a:latin typeface="Calibri"/>
                <a:ea typeface="Calibri"/>
                <a:cs typeface="Calibri"/>
                <a:sym typeface="Calibri"/>
              </a:rPr>
              <a:t>, </a:t>
            </a:r>
            <a:r>
              <a:rPr lang="en-US" sz="2000" dirty="0" err="1">
                <a:latin typeface="Calibri"/>
                <a:ea typeface="Calibri"/>
                <a:cs typeface="Calibri"/>
                <a:sym typeface="Calibri"/>
              </a:rPr>
              <a:t>S.Fname</a:t>
            </a:r>
            <a:r>
              <a:rPr lang="en-US" sz="2000" dirty="0">
                <a:latin typeface="Calibri"/>
                <a:ea typeface="Calibri"/>
                <a:cs typeface="Calibri"/>
                <a:sym typeface="Calibri"/>
              </a:rPr>
              <a:t>, </a:t>
            </a:r>
            <a:r>
              <a:rPr lang="en-US" sz="2000" dirty="0" err="1">
                <a:latin typeface="Calibri"/>
                <a:ea typeface="Calibri"/>
                <a:cs typeface="Calibri"/>
                <a:sym typeface="Calibri"/>
              </a:rPr>
              <a:t>S.Lname</a:t>
            </a:r>
            <a:r>
              <a:rPr lang="en-US" sz="2000" dirty="0">
                <a:latin typeface="Calibri"/>
                <a:ea typeface="Calibri"/>
                <a:cs typeface="Calibri"/>
                <a:sym typeface="Calibri"/>
              </a:rPr>
              <a:t> FROM EMPLOYEE E, EMPLOYEE S WHERE </a:t>
            </a:r>
            <a:r>
              <a:rPr lang="en-US" sz="2000" dirty="0" err="1">
                <a:latin typeface="Calibri"/>
                <a:ea typeface="Calibri"/>
                <a:cs typeface="Calibri"/>
                <a:sym typeface="Calibri"/>
              </a:rPr>
              <a:t>E.Super_ssn</a:t>
            </a:r>
            <a:r>
              <a:rPr lang="en-US" sz="2000" dirty="0">
                <a:latin typeface="Calibri"/>
                <a:ea typeface="Calibri"/>
                <a:cs typeface="Calibri"/>
                <a:sym typeface="Calibri"/>
              </a:rPr>
              <a:t> = </a:t>
            </a:r>
            <a:r>
              <a:rPr lang="en-US" sz="2000" dirty="0" err="1">
                <a:latin typeface="Calibri"/>
                <a:ea typeface="Calibri"/>
                <a:cs typeface="Calibri"/>
                <a:sym typeface="Calibri"/>
              </a:rPr>
              <a:t>S.Ssn</a:t>
            </a:r>
            <a:r>
              <a:rPr lang="en-US" sz="2000" dirty="0">
                <a:latin typeface="Calibri"/>
                <a:ea typeface="Calibri"/>
                <a:cs typeface="Calibri"/>
                <a:sym typeface="Calibri"/>
              </a:rPr>
              <a:t>;</a:t>
            </a:r>
            <a:endParaRPr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4"/>
          <p:cNvSpPr txBox="1">
            <a:spLocks noGrp="1"/>
          </p:cNvSpPr>
          <p:nvPr>
            <p:ph type="title"/>
          </p:nvPr>
        </p:nvSpPr>
        <p:spPr>
          <a:xfrm>
            <a:off x="1115767" y="904841"/>
            <a:ext cx="3594361" cy="817834"/>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ORDER BY</a:t>
            </a:r>
            <a:endParaRPr dirty="0">
              <a:solidFill>
                <a:schemeClr val="tx1"/>
              </a:solidFill>
            </a:endParaRPr>
          </a:p>
        </p:txBody>
      </p:sp>
      <p:sp>
        <p:nvSpPr>
          <p:cNvPr id="192" name="Google Shape;192;p14"/>
          <p:cNvSpPr/>
          <p:nvPr/>
        </p:nvSpPr>
        <p:spPr>
          <a:xfrm>
            <a:off x="974221" y="5732143"/>
            <a:ext cx="6743700" cy="400069"/>
          </a:xfrm>
          <a:prstGeom prst="rect">
            <a:avLst/>
          </a:prstGeom>
          <a:noFill/>
          <a:ln>
            <a:noFill/>
          </a:ln>
        </p:spPr>
        <p:txBody>
          <a:bodyPr spcFirstLastPara="1" wrap="square" lIns="91425" tIns="45700" rIns="91425" bIns="45700" anchor="t" anchorCtr="0">
            <a:spAutoFit/>
          </a:bodyPr>
          <a:lstStyle/>
          <a:p>
            <a:r>
              <a:rPr lang="en-US" sz="2000" dirty="0">
                <a:latin typeface="+mj-lt"/>
                <a:ea typeface="Calibri"/>
                <a:cs typeface="Calibri"/>
                <a:sym typeface="Calibri"/>
              </a:rPr>
              <a:t>ORDER BY </a:t>
            </a:r>
            <a:r>
              <a:rPr lang="en-US" sz="2000" dirty="0" err="1">
                <a:latin typeface="+mj-lt"/>
                <a:ea typeface="Calibri"/>
                <a:cs typeface="Calibri"/>
                <a:sym typeface="Calibri"/>
              </a:rPr>
              <a:t>D.Dname</a:t>
            </a:r>
            <a:r>
              <a:rPr lang="en-US" sz="2000" dirty="0">
                <a:latin typeface="+mj-lt"/>
                <a:ea typeface="Calibri"/>
                <a:cs typeface="Calibri"/>
                <a:sym typeface="Calibri"/>
              </a:rPr>
              <a:t> DESC, </a:t>
            </a:r>
            <a:r>
              <a:rPr lang="en-US" sz="2000" dirty="0" err="1">
                <a:latin typeface="+mj-lt"/>
                <a:ea typeface="Calibri"/>
                <a:cs typeface="Calibri"/>
                <a:sym typeface="Calibri"/>
              </a:rPr>
              <a:t>E.Lname</a:t>
            </a:r>
            <a:r>
              <a:rPr lang="en-US" sz="2000" dirty="0">
                <a:latin typeface="+mj-lt"/>
                <a:ea typeface="Calibri"/>
                <a:cs typeface="Calibri"/>
                <a:sym typeface="Calibri"/>
              </a:rPr>
              <a:t> ASC, </a:t>
            </a:r>
            <a:r>
              <a:rPr lang="en-US" sz="2000" dirty="0" err="1">
                <a:latin typeface="+mj-lt"/>
                <a:ea typeface="Calibri"/>
                <a:cs typeface="Calibri"/>
                <a:sym typeface="Calibri"/>
              </a:rPr>
              <a:t>E.Fname</a:t>
            </a:r>
            <a:r>
              <a:rPr lang="en-US" sz="2000" dirty="0">
                <a:latin typeface="+mj-lt"/>
                <a:ea typeface="Calibri"/>
                <a:cs typeface="Calibri"/>
                <a:sym typeface="Calibri"/>
              </a:rPr>
              <a:t> ASC</a:t>
            </a:r>
            <a:endParaRPr sz="2000" dirty="0">
              <a:latin typeface="+mj-lt"/>
            </a:endParaRPr>
          </a:p>
        </p:txBody>
      </p:sp>
      <p:pic>
        <p:nvPicPr>
          <p:cNvPr id="193" name="Google Shape;193;p14"/>
          <p:cNvPicPr preferRelativeResize="0"/>
          <p:nvPr/>
        </p:nvPicPr>
        <p:blipFill rotWithShape="1">
          <a:blip r:embed="rId3">
            <a:alphaModFix/>
          </a:blip>
          <a:srcRect/>
          <a:stretch/>
        </p:blipFill>
        <p:spPr>
          <a:xfrm>
            <a:off x="7316619" y="255874"/>
            <a:ext cx="4480299" cy="5879455"/>
          </a:xfrm>
          <a:prstGeom prst="rect">
            <a:avLst/>
          </a:prstGeom>
          <a:noFill/>
          <a:ln w="38100" cap="sq" cmpd="sng">
            <a:noFill/>
            <a:prstDash val="solid"/>
            <a:miter lim="800000"/>
            <a:headEnd type="none" w="sm" len="sm"/>
            <a:tailEnd type="none" w="sm" len="sm"/>
          </a:ln>
          <a:effectLst>
            <a:outerShdw blurRad="50800" dist="38100" dir="2700000" algn="tl" rotWithShape="0">
              <a:srgbClr val="000000">
                <a:alpha val="42745"/>
              </a:srgbClr>
            </a:outerShdw>
          </a:effectLst>
        </p:spPr>
      </p:pic>
      <p:sp>
        <p:nvSpPr>
          <p:cNvPr id="194" name="Google Shape;194;p14"/>
          <p:cNvSpPr/>
          <p:nvPr/>
        </p:nvSpPr>
        <p:spPr>
          <a:xfrm>
            <a:off x="974221" y="1755922"/>
            <a:ext cx="5913690" cy="1631175"/>
          </a:xfrm>
          <a:prstGeom prst="rect">
            <a:avLst/>
          </a:prstGeom>
          <a:noFill/>
          <a:ln>
            <a:noFill/>
          </a:ln>
        </p:spPr>
        <p:txBody>
          <a:bodyPr spcFirstLastPara="1" wrap="square" lIns="91425" tIns="45700" rIns="91425" bIns="45700" anchor="t" anchorCtr="0">
            <a:spAutoFit/>
          </a:bodyPr>
          <a:lstStyle/>
          <a:p>
            <a:r>
              <a:rPr lang="en-US" sz="2000" b="1" dirty="0">
                <a:solidFill>
                  <a:schemeClr val="dk1"/>
                </a:solidFill>
                <a:latin typeface="Calibri"/>
                <a:ea typeface="Calibri"/>
                <a:cs typeface="Calibri"/>
                <a:sym typeface="Calibri"/>
              </a:rPr>
              <a:t>Query 15. Retrieve a list of employees and the projects they are working on,</a:t>
            </a:r>
            <a:endParaRPr sz="2000" dirty="0"/>
          </a:p>
          <a:p>
            <a:r>
              <a:rPr lang="en-US" sz="2000" b="1" dirty="0">
                <a:solidFill>
                  <a:schemeClr val="dk1"/>
                </a:solidFill>
                <a:latin typeface="Calibri"/>
                <a:ea typeface="Calibri"/>
                <a:cs typeface="Calibri"/>
                <a:sym typeface="Calibri"/>
              </a:rPr>
              <a:t>ordered by department name and, within each department, ordered alphabetically by</a:t>
            </a:r>
            <a:endParaRPr sz="2000" dirty="0"/>
          </a:p>
          <a:p>
            <a:r>
              <a:rPr lang="en-US" sz="2000" b="1" dirty="0">
                <a:solidFill>
                  <a:schemeClr val="dk1"/>
                </a:solidFill>
                <a:latin typeface="Calibri"/>
                <a:ea typeface="Calibri"/>
                <a:cs typeface="Calibri"/>
                <a:sym typeface="Calibri"/>
              </a:rPr>
              <a:t>last name, then first name.</a:t>
            </a:r>
            <a:endParaRPr sz="2000" dirty="0"/>
          </a:p>
        </p:txBody>
      </p:sp>
      <p:sp>
        <p:nvSpPr>
          <p:cNvPr id="195" name="Google Shape;195;p14"/>
          <p:cNvSpPr txBox="1"/>
          <p:nvPr/>
        </p:nvSpPr>
        <p:spPr>
          <a:xfrm>
            <a:off x="903552" y="3420345"/>
            <a:ext cx="6221338" cy="1938952"/>
          </a:xfrm>
          <a:prstGeom prst="rect">
            <a:avLst/>
          </a:prstGeom>
          <a:noFill/>
          <a:ln>
            <a:noFill/>
          </a:ln>
        </p:spPr>
        <p:txBody>
          <a:bodyPr spcFirstLastPara="1" wrap="square" lIns="91425" tIns="45700" rIns="91425" bIns="45700" anchor="t" anchorCtr="0">
            <a:spAutoFit/>
          </a:bodyPr>
          <a:lstStyle/>
          <a:p>
            <a:r>
              <a:rPr lang="en-US" sz="2000" dirty="0">
                <a:latin typeface="+mj-lt"/>
                <a:ea typeface="Calibri"/>
                <a:cs typeface="Calibri"/>
                <a:sym typeface="Calibri"/>
              </a:rPr>
              <a:t>SELECT </a:t>
            </a:r>
            <a:r>
              <a:rPr lang="en-US" sz="2000" dirty="0" err="1">
                <a:latin typeface="+mj-lt"/>
                <a:ea typeface="Calibri"/>
                <a:cs typeface="Calibri"/>
                <a:sym typeface="Calibri"/>
              </a:rPr>
              <a:t>D.Dname</a:t>
            </a:r>
            <a:r>
              <a:rPr lang="en-US" sz="2000" dirty="0">
                <a:latin typeface="+mj-lt"/>
                <a:ea typeface="Calibri"/>
                <a:cs typeface="Calibri"/>
                <a:sym typeface="Calibri"/>
              </a:rPr>
              <a:t>, </a:t>
            </a:r>
            <a:r>
              <a:rPr lang="en-US" sz="2000" dirty="0" err="1">
                <a:latin typeface="+mj-lt"/>
                <a:ea typeface="Calibri"/>
                <a:cs typeface="Calibri"/>
                <a:sym typeface="Calibri"/>
              </a:rPr>
              <a:t>E.Lname</a:t>
            </a:r>
            <a:r>
              <a:rPr lang="en-US" sz="2000" dirty="0">
                <a:latin typeface="+mj-lt"/>
                <a:ea typeface="Calibri"/>
                <a:cs typeface="Calibri"/>
                <a:sym typeface="Calibri"/>
              </a:rPr>
              <a:t>, </a:t>
            </a:r>
            <a:r>
              <a:rPr lang="en-US" sz="2000" dirty="0" err="1">
                <a:latin typeface="+mj-lt"/>
                <a:ea typeface="Calibri"/>
                <a:cs typeface="Calibri"/>
                <a:sym typeface="Calibri"/>
              </a:rPr>
              <a:t>E.Fname</a:t>
            </a:r>
            <a:r>
              <a:rPr lang="en-US" sz="2000" dirty="0">
                <a:latin typeface="+mj-lt"/>
                <a:ea typeface="Calibri"/>
                <a:cs typeface="Calibri"/>
                <a:sym typeface="Calibri"/>
              </a:rPr>
              <a:t>, </a:t>
            </a:r>
            <a:r>
              <a:rPr lang="en-US" sz="2000" dirty="0" err="1">
                <a:latin typeface="+mj-lt"/>
                <a:ea typeface="Calibri"/>
                <a:cs typeface="Calibri"/>
                <a:sym typeface="Calibri"/>
              </a:rPr>
              <a:t>P.Pname</a:t>
            </a:r>
            <a:endParaRPr sz="2000" dirty="0">
              <a:latin typeface="+mj-lt"/>
              <a:ea typeface="Calibri"/>
              <a:cs typeface="Calibri"/>
              <a:sym typeface="Calibri"/>
            </a:endParaRPr>
          </a:p>
          <a:p>
            <a:r>
              <a:rPr lang="en-US" sz="2000" dirty="0">
                <a:latin typeface="+mj-lt"/>
                <a:ea typeface="Calibri"/>
                <a:cs typeface="Calibri"/>
                <a:sym typeface="Calibri"/>
              </a:rPr>
              <a:t>FROM DEPARTMENT D, EMPLOYEE E, WORKS_ON W, PROJECT P</a:t>
            </a:r>
            <a:endParaRPr sz="2000" dirty="0">
              <a:latin typeface="+mj-lt"/>
            </a:endParaRPr>
          </a:p>
          <a:p>
            <a:r>
              <a:rPr lang="en-US" sz="2000" dirty="0">
                <a:latin typeface="+mj-lt"/>
                <a:ea typeface="Calibri"/>
                <a:cs typeface="Calibri"/>
                <a:sym typeface="Calibri"/>
              </a:rPr>
              <a:t>WHERE </a:t>
            </a:r>
            <a:r>
              <a:rPr lang="en-US" sz="2000" dirty="0" err="1">
                <a:latin typeface="+mj-lt"/>
                <a:ea typeface="Calibri"/>
                <a:cs typeface="Calibri"/>
                <a:sym typeface="Calibri"/>
              </a:rPr>
              <a:t>D.Dnumber</a:t>
            </a:r>
            <a:r>
              <a:rPr lang="en-US" sz="2000" dirty="0">
                <a:latin typeface="+mj-lt"/>
                <a:ea typeface="Calibri"/>
                <a:cs typeface="Calibri"/>
                <a:sym typeface="Calibri"/>
              </a:rPr>
              <a:t> = </a:t>
            </a:r>
            <a:r>
              <a:rPr lang="en-US" sz="2000" dirty="0" err="1">
                <a:latin typeface="+mj-lt"/>
                <a:ea typeface="Calibri"/>
                <a:cs typeface="Calibri"/>
                <a:sym typeface="Calibri"/>
              </a:rPr>
              <a:t>E.Dno</a:t>
            </a:r>
            <a:r>
              <a:rPr lang="en-US" sz="2000" dirty="0">
                <a:latin typeface="+mj-lt"/>
                <a:ea typeface="Calibri"/>
                <a:cs typeface="Calibri"/>
                <a:sym typeface="Calibri"/>
              </a:rPr>
              <a:t> AND </a:t>
            </a:r>
            <a:r>
              <a:rPr lang="en-US" sz="2000" dirty="0" err="1">
                <a:latin typeface="+mj-lt"/>
                <a:ea typeface="Calibri"/>
                <a:cs typeface="Calibri"/>
                <a:sym typeface="Calibri"/>
              </a:rPr>
              <a:t>E.Ssn</a:t>
            </a:r>
            <a:r>
              <a:rPr lang="en-US" sz="2000" dirty="0">
                <a:latin typeface="+mj-lt"/>
                <a:ea typeface="Calibri"/>
                <a:cs typeface="Calibri"/>
                <a:sym typeface="Calibri"/>
              </a:rPr>
              <a:t> = </a:t>
            </a:r>
            <a:r>
              <a:rPr lang="en-US" sz="2000" dirty="0" err="1">
                <a:latin typeface="+mj-lt"/>
                <a:ea typeface="Calibri"/>
                <a:cs typeface="Calibri"/>
                <a:sym typeface="Calibri"/>
              </a:rPr>
              <a:t>W.Essn</a:t>
            </a:r>
            <a:r>
              <a:rPr lang="en-US" sz="2000" dirty="0">
                <a:latin typeface="+mj-lt"/>
                <a:ea typeface="Calibri"/>
                <a:cs typeface="Calibri"/>
                <a:sym typeface="Calibri"/>
              </a:rPr>
              <a:t> AND </a:t>
            </a:r>
            <a:r>
              <a:rPr lang="en-US" sz="2000" dirty="0" err="1">
                <a:latin typeface="+mj-lt"/>
                <a:ea typeface="Calibri"/>
                <a:cs typeface="Calibri"/>
                <a:sym typeface="Calibri"/>
              </a:rPr>
              <a:t>W.Pno</a:t>
            </a:r>
            <a:r>
              <a:rPr lang="en-US" sz="2000" dirty="0">
                <a:latin typeface="+mj-lt"/>
                <a:ea typeface="Calibri"/>
                <a:cs typeface="Calibri"/>
                <a:sym typeface="Calibri"/>
              </a:rPr>
              <a:t> = </a:t>
            </a:r>
            <a:r>
              <a:rPr lang="en-US" sz="2000" dirty="0" err="1">
                <a:latin typeface="+mj-lt"/>
                <a:ea typeface="Calibri"/>
                <a:cs typeface="Calibri"/>
                <a:sym typeface="Calibri"/>
              </a:rPr>
              <a:t>P.Pnumber</a:t>
            </a:r>
            <a:endParaRPr sz="2000" dirty="0">
              <a:latin typeface="+mj-lt"/>
              <a:ea typeface="Calibri"/>
              <a:cs typeface="Calibri"/>
              <a:sym typeface="Calibri"/>
            </a:endParaRPr>
          </a:p>
          <a:p>
            <a:r>
              <a:rPr lang="en-US" sz="2000" dirty="0">
                <a:latin typeface="+mj-lt"/>
                <a:ea typeface="Calibri"/>
                <a:cs typeface="Calibri"/>
                <a:sym typeface="Calibri"/>
              </a:rPr>
              <a:t>ORDER BY </a:t>
            </a:r>
            <a:r>
              <a:rPr lang="en-US" sz="2000" dirty="0" err="1">
                <a:latin typeface="+mj-lt"/>
                <a:ea typeface="Calibri"/>
                <a:cs typeface="Calibri"/>
                <a:sym typeface="Calibri"/>
              </a:rPr>
              <a:t>D.Dname</a:t>
            </a:r>
            <a:r>
              <a:rPr lang="en-US" sz="2000" dirty="0">
                <a:latin typeface="+mj-lt"/>
                <a:ea typeface="Calibri"/>
                <a:cs typeface="Calibri"/>
                <a:sym typeface="Calibri"/>
              </a:rPr>
              <a:t>, </a:t>
            </a:r>
            <a:r>
              <a:rPr lang="en-US" sz="2000" dirty="0" err="1">
                <a:latin typeface="+mj-lt"/>
                <a:ea typeface="Calibri"/>
                <a:cs typeface="Calibri"/>
                <a:sym typeface="Calibri"/>
              </a:rPr>
              <a:t>E.Lname</a:t>
            </a:r>
            <a:r>
              <a:rPr lang="en-US" sz="2000" dirty="0">
                <a:latin typeface="+mj-lt"/>
                <a:ea typeface="Calibri"/>
                <a:cs typeface="Calibri"/>
                <a:sym typeface="Calibri"/>
              </a:rPr>
              <a:t>, </a:t>
            </a:r>
            <a:r>
              <a:rPr lang="en-US" sz="2000" dirty="0" err="1">
                <a:latin typeface="+mj-lt"/>
                <a:ea typeface="Calibri"/>
                <a:cs typeface="Calibri"/>
                <a:sym typeface="Calibri"/>
              </a:rPr>
              <a:t>E.Fname</a:t>
            </a:r>
            <a:r>
              <a:rPr lang="en-US" sz="2000" dirty="0">
                <a:latin typeface="+mj-lt"/>
                <a:ea typeface="Calibri"/>
                <a:cs typeface="Calibri"/>
                <a:sym typeface="Calibri"/>
              </a:rPr>
              <a:t>;</a:t>
            </a:r>
            <a:endParaRPr sz="2000" dirty="0">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5"/>
          <p:cNvSpPr txBox="1">
            <a:spLocks noGrp="1"/>
          </p:cNvSpPr>
          <p:nvPr>
            <p:ph type="title"/>
          </p:nvPr>
        </p:nvSpPr>
        <p:spPr>
          <a:xfrm>
            <a:off x="1066800" y="888762"/>
            <a:ext cx="10058400" cy="763139"/>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NATURAL JOIN </a:t>
            </a:r>
            <a:endParaRPr b="1" dirty="0">
              <a:solidFill>
                <a:schemeClr val="tx1"/>
              </a:solidFill>
            </a:endParaRPr>
          </a:p>
        </p:txBody>
      </p:sp>
      <p:sp>
        <p:nvSpPr>
          <p:cNvPr id="202" name="Google Shape;202;p15"/>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Char char="•"/>
            </a:pPr>
            <a:r>
              <a:rPr lang="en-US" dirty="0">
                <a:solidFill>
                  <a:schemeClr val="tx1"/>
                </a:solidFill>
              </a:rPr>
              <a:t>In a NATURAL JOIN on two relations R and S, no join condition is specified; </a:t>
            </a:r>
            <a:endParaRPr dirty="0">
              <a:solidFill>
                <a:schemeClr val="tx1"/>
              </a:solidFill>
            </a:endParaRPr>
          </a:p>
          <a:p>
            <a:pPr marL="228600" indent="-228600">
              <a:spcBef>
                <a:spcPts val="1000"/>
              </a:spcBef>
              <a:spcAft>
                <a:spcPts val="0"/>
              </a:spcAft>
              <a:buClr>
                <a:schemeClr val="dk1"/>
              </a:buClr>
              <a:buChar char="•"/>
            </a:pPr>
            <a:r>
              <a:rPr lang="en-US" dirty="0">
                <a:solidFill>
                  <a:schemeClr val="tx1"/>
                </a:solidFill>
              </a:rPr>
              <a:t>An implicit EQUIJOIN condition for each pair of attributes with the same name from R and S is created. </a:t>
            </a:r>
            <a:endParaRPr dirty="0">
              <a:solidFill>
                <a:schemeClr val="tx1"/>
              </a:solidFill>
            </a:endParaRPr>
          </a:p>
          <a:p>
            <a:pPr marL="228600" indent="-228600">
              <a:spcBef>
                <a:spcPts val="1000"/>
              </a:spcBef>
              <a:spcAft>
                <a:spcPts val="0"/>
              </a:spcAft>
              <a:buClr>
                <a:schemeClr val="dk1"/>
              </a:buClr>
              <a:buChar char="•"/>
            </a:pPr>
            <a:r>
              <a:rPr lang="en-US" dirty="0">
                <a:solidFill>
                  <a:schemeClr val="tx1"/>
                </a:solidFill>
              </a:rPr>
              <a:t>Each such pair of attributes is included only once in the resulting relation. </a:t>
            </a:r>
            <a:endParaRPr dirty="0">
              <a:solidFill>
                <a:schemeClr val="tx1"/>
              </a:solidFill>
            </a:endParaRPr>
          </a:p>
          <a:p>
            <a:pPr marL="0" indent="0">
              <a:spcBef>
                <a:spcPts val="1000"/>
              </a:spcBef>
              <a:spcAft>
                <a:spcPts val="0"/>
              </a:spcAft>
              <a:buClr>
                <a:schemeClr val="dk1"/>
              </a:buClr>
              <a:buNone/>
            </a:pPr>
            <a:r>
              <a:rPr lang="en-US" dirty="0">
                <a:solidFill>
                  <a:schemeClr val="tx1"/>
                </a:solidFill>
              </a:rPr>
              <a:t>Q1B: SELECT </a:t>
            </a:r>
            <a:r>
              <a:rPr lang="en-US" dirty="0" err="1">
                <a:solidFill>
                  <a:schemeClr val="tx1"/>
                </a:solidFill>
              </a:rPr>
              <a:t>Fname</a:t>
            </a:r>
            <a:r>
              <a:rPr lang="en-US" dirty="0">
                <a:solidFill>
                  <a:schemeClr val="tx1"/>
                </a:solidFill>
              </a:rPr>
              <a:t>, </a:t>
            </a:r>
            <a:r>
              <a:rPr lang="en-US" dirty="0" err="1">
                <a:solidFill>
                  <a:schemeClr val="tx1"/>
                </a:solidFill>
              </a:rPr>
              <a:t>Lname</a:t>
            </a:r>
            <a:r>
              <a:rPr lang="en-US" dirty="0">
                <a:solidFill>
                  <a:schemeClr val="tx1"/>
                </a:solidFill>
              </a:rPr>
              <a:t>, Address, </a:t>
            </a:r>
            <a:r>
              <a:rPr lang="en-US" dirty="0" err="1">
                <a:solidFill>
                  <a:schemeClr val="tx1"/>
                </a:solidFill>
              </a:rPr>
              <a:t>D.Dnumber</a:t>
            </a:r>
            <a:r>
              <a:rPr lang="en-US" dirty="0">
                <a:solidFill>
                  <a:schemeClr val="tx1"/>
                </a:solidFill>
              </a:rPr>
              <a:t> AS </a:t>
            </a:r>
            <a:r>
              <a:rPr lang="en-US" dirty="0" err="1">
                <a:solidFill>
                  <a:schemeClr val="tx1"/>
                </a:solidFill>
              </a:rPr>
              <a:t>Dno</a:t>
            </a:r>
            <a:endParaRPr dirty="0">
              <a:solidFill>
                <a:schemeClr val="tx1"/>
              </a:solidFill>
            </a:endParaRPr>
          </a:p>
          <a:p>
            <a:pPr marL="0" indent="0">
              <a:spcBef>
                <a:spcPts val="1000"/>
              </a:spcBef>
              <a:spcAft>
                <a:spcPts val="0"/>
              </a:spcAft>
              <a:buClr>
                <a:schemeClr val="dk1"/>
              </a:buClr>
              <a:buNone/>
            </a:pPr>
            <a:r>
              <a:rPr lang="en-US" dirty="0">
                <a:solidFill>
                  <a:schemeClr val="tx1"/>
                </a:solidFill>
              </a:rPr>
              <a:t>FROM (EMPLOYEE E NATURAL JOIN DEPARTMENT D</a:t>
            </a:r>
            <a:endParaRPr dirty="0">
              <a:solidFill>
                <a:schemeClr val="tx1"/>
              </a:solidFill>
            </a:endParaRPr>
          </a:p>
          <a:p>
            <a:pPr marL="0" indent="0">
              <a:spcBef>
                <a:spcPts val="1000"/>
              </a:spcBef>
              <a:spcAft>
                <a:spcPts val="0"/>
              </a:spcAft>
              <a:buClr>
                <a:schemeClr val="dk1"/>
              </a:buClr>
              <a:buNone/>
            </a:pPr>
            <a:r>
              <a:rPr lang="en-US" dirty="0">
                <a:solidFill>
                  <a:schemeClr val="tx1"/>
                </a:solidFill>
              </a:rPr>
              <a:t>WHERE </a:t>
            </a:r>
            <a:r>
              <a:rPr lang="en-US" dirty="0" err="1">
                <a:solidFill>
                  <a:schemeClr val="tx1"/>
                </a:solidFill>
              </a:rPr>
              <a:t>Dname</a:t>
            </a:r>
            <a:r>
              <a:rPr lang="en-US" dirty="0">
                <a:solidFill>
                  <a:schemeClr val="tx1"/>
                </a:solidFill>
              </a:rPr>
              <a:t> = ‘Research’;</a:t>
            </a:r>
            <a:endParaRPr dirty="0">
              <a:solidFill>
                <a:schemeClr val="tx1"/>
              </a:solidFill>
            </a:endParaRPr>
          </a:p>
        </p:txBody>
      </p:sp>
      <p:sp>
        <p:nvSpPr>
          <p:cNvPr id="203" name="Google Shape;203;p15"/>
          <p:cNvSpPr/>
          <p:nvPr/>
        </p:nvSpPr>
        <p:spPr>
          <a:xfrm>
            <a:off x="3518575" y="5349566"/>
            <a:ext cx="7301079" cy="369332"/>
          </a:xfrm>
          <a:prstGeom prst="rect">
            <a:avLst/>
          </a:prstGeom>
          <a:noFill/>
          <a:ln>
            <a:noFill/>
          </a:ln>
        </p:spPr>
        <p:txBody>
          <a:bodyPr spcFirstLastPara="1" wrap="square" lIns="91425" tIns="45700" rIns="91425" bIns="45700" anchor="t" anchorCtr="0">
            <a:spAutoFit/>
          </a:bodyPr>
          <a:lstStyle/>
          <a:p>
            <a:r>
              <a:rPr lang="en-US" b="1" dirty="0">
                <a:latin typeface="+mj-lt"/>
                <a:ea typeface="Calibri"/>
                <a:cs typeface="Calibri"/>
                <a:sym typeface="Calibri"/>
              </a:rPr>
              <a:t>Implicit join condition: </a:t>
            </a:r>
            <a:r>
              <a:rPr lang="en-US" b="1" dirty="0" err="1">
                <a:latin typeface="+mj-lt"/>
                <a:ea typeface="Calibri"/>
                <a:cs typeface="Calibri"/>
                <a:sym typeface="Calibri"/>
              </a:rPr>
              <a:t>EMPLOYEE.Dno</a:t>
            </a:r>
            <a:r>
              <a:rPr lang="en-US" b="1" dirty="0">
                <a:latin typeface="+mj-lt"/>
                <a:ea typeface="Calibri"/>
                <a:cs typeface="Calibri"/>
                <a:sym typeface="Calibri"/>
              </a:rPr>
              <a:t> = </a:t>
            </a:r>
            <a:r>
              <a:rPr lang="en-US" b="1" dirty="0" err="1">
                <a:latin typeface="+mj-lt"/>
                <a:ea typeface="Calibri"/>
                <a:cs typeface="Calibri"/>
                <a:sym typeface="Calibri"/>
              </a:rPr>
              <a:t>DEPT.Dno</a:t>
            </a:r>
            <a:r>
              <a:rPr lang="en-US" b="1" dirty="0">
                <a:latin typeface="+mj-lt"/>
                <a:ea typeface="Calibri"/>
                <a:cs typeface="Calibri"/>
                <a:sym typeface="Calibri"/>
              </a:rPr>
              <a:t>  </a:t>
            </a:r>
            <a:endParaRPr b="1" dirty="0">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6"/>
          <p:cNvSpPr txBox="1">
            <a:spLocks noGrp="1"/>
          </p:cNvSpPr>
          <p:nvPr>
            <p:ph type="title"/>
          </p:nvPr>
        </p:nvSpPr>
        <p:spPr>
          <a:xfrm>
            <a:off x="1066800" y="988906"/>
            <a:ext cx="10058400" cy="643498"/>
          </a:xfrm>
          <a:prstGeom prst="rect">
            <a:avLst/>
          </a:prstGeom>
          <a:noFill/>
          <a:ln>
            <a:noFill/>
          </a:ln>
        </p:spPr>
        <p:txBody>
          <a:bodyPr spcFirstLastPara="1" vert="horz" wrap="square" lIns="91425" tIns="45700" rIns="91425" bIns="45700" rtlCol="0" anchor="ctr" anchorCtr="0">
            <a:normAutofit fontScale="90000"/>
          </a:bodyPr>
          <a:lstStyle/>
          <a:p>
            <a:pPr>
              <a:lnSpc>
                <a:spcPct val="90000"/>
              </a:lnSpc>
              <a:spcBef>
                <a:spcPts val="0"/>
              </a:spcBef>
              <a:buClr>
                <a:schemeClr val="dk1"/>
              </a:buClr>
              <a:buSzPts val="4400"/>
            </a:pPr>
            <a:r>
              <a:rPr lang="en-US" b="1" dirty="0">
                <a:solidFill>
                  <a:schemeClr val="tx1"/>
                </a:solidFill>
              </a:rPr>
              <a:t>Inner join/Join</a:t>
            </a:r>
            <a:endParaRPr dirty="0">
              <a:solidFill>
                <a:schemeClr val="tx1"/>
              </a:solidFill>
            </a:endParaRPr>
          </a:p>
        </p:txBody>
      </p:sp>
      <p:sp>
        <p:nvSpPr>
          <p:cNvPr id="210" name="Google Shape;210;p16"/>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dirty="0">
                <a:solidFill>
                  <a:schemeClr val="tx1"/>
                </a:solidFill>
              </a:rPr>
              <a:t>Default type of join in a joined table</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Tuple is included in the result only if a matching tuple exists in the other relation.</a:t>
            </a:r>
          </a:p>
          <a:p>
            <a:pPr marL="228600" indent="-228600">
              <a:spcBef>
                <a:spcPts val="1000"/>
              </a:spcBef>
              <a:spcAft>
                <a:spcPts val="0"/>
              </a:spcAft>
              <a:buClr>
                <a:schemeClr val="dk1"/>
              </a:buClr>
              <a:buSzPts val="2800"/>
              <a:buChar char="•"/>
            </a:pPr>
            <a:r>
              <a:rPr lang="en-US" dirty="0">
                <a:solidFill>
                  <a:schemeClr val="tx1"/>
                </a:solidFill>
              </a:rPr>
              <a:t>Natural/</a:t>
            </a:r>
            <a:r>
              <a:rPr lang="en-US" dirty="0" err="1">
                <a:solidFill>
                  <a:schemeClr val="tx1"/>
                </a:solidFill>
              </a:rPr>
              <a:t>equi</a:t>
            </a:r>
            <a:r>
              <a:rPr lang="en-US" dirty="0">
                <a:solidFill>
                  <a:schemeClr val="tx1"/>
                </a:solidFill>
              </a:rPr>
              <a:t>/conditional joins</a:t>
            </a:r>
            <a:endParaRPr dirty="0">
              <a:solidFill>
                <a:schemeClr val="tx1"/>
              </a:solidFill>
            </a:endParaRPr>
          </a:p>
        </p:txBody>
      </p:sp>
      <p:pic>
        <p:nvPicPr>
          <p:cNvPr id="211" name="Google Shape;211;p16"/>
          <p:cNvPicPr preferRelativeResize="0"/>
          <p:nvPr/>
        </p:nvPicPr>
        <p:blipFill rotWithShape="1">
          <a:blip r:embed="rId3">
            <a:alphaModFix/>
          </a:blip>
          <a:srcRect/>
          <a:stretch/>
        </p:blipFill>
        <p:spPr>
          <a:xfrm>
            <a:off x="3996263" y="3260281"/>
            <a:ext cx="3700463" cy="282214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7"/>
          <p:cNvSpPr txBox="1">
            <a:spLocks noGrp="1"/>
          </p:cNvSpPr>
          <p:nvPr>
            <p:ph type="title"/>
          </p:nvPr>
        </p:nvSpPr>
        <p:spPr>
          <a:xfrm>
            <a:off x="994730" y="971552"/>
            <a:ext cx="10058400" cy="748454"/>
          </a:xfrm>
          <a:prstGeom prst="rect">
            <a:avLst/>
          </a:prstGeom>
          <a:noFill/>
          <a:ln>
            <a:noFill/>
          </a:ln>
        </p:spPr>
        <p:txBody>
          <a:bodyPr spcFirstLastPara="1" vert="horz" wrap="square" lIns="91425" tIns="45700" rIns="91425" bIns="45700" rtlCol="0" anchor="ctr" anchorCtr="0">
            <a:normAutofit fontScale="90000"/>
          </a:bodyPr>
          <a:lstStyle/>
          <a:p>
            <a:pPr>
              <a:lnSpc>
                <a:spcPct val="90000"/>
              </a:lnSpc>
              <a:spcBef>
                <a:spcPts val="0"/>
              </a:spcBef>
              <a:buClr>
                <a:schemeClr val="dk1"/>
              </a:buClr>
              <a:buSzPts val="4400"/>
            </a:pPr>
            <a:r>
              <a:rPr lang="en-US" b="1" dirty="0">
                <a:solidFill>
                  <a:schemeClr val="tx1"/>
                </a:solidFill>
              </a:rPr>
              <a:t>Outer JOIN</a:t>
            </a:r>
            <a:endParaRPr dirty="0">
              <a:solidFill>
                <a:schemeClr val="tx1"/>
              </a:solidFill>
            </a:endParaRPr>
          </a:p>
        </p:txBody>
      </p:sp>
      <p:sp>
        <p:nvSpPr>
          <p:cNvPr id="217" name="Google Shape;217;p17"/>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dirty="0">
                <a:solidFill>
                  <a:schemeClr val="tx1"/>
                </a:solidFill>
              </a:rPr>
              <a:t>LEFT OUTER JOIN 	</a:t>
            </a:r>
            <a:endParaRPr dirty="0">
              <a:solidFill>
                <a:schemeClr val="tx1"/>
              </a:solidFill>
            </a:endParaRPr>
          </a:p>
          <a:p>
            <a:pPr marL="685800" lvl="1" indent="-228600">
              <a:spcBef>
                <a:spcPts val="500"/>
              </a:spcBef>
              <a:spcAft>
                <a:spcPts val="0"/>
              </a:spcAft>
              <a:buClr>
                <a:schemeClr val="dk1"/>
              </a:buClr>
              <a:buSzPts val="2400"/>
              <a:buChar char="•"/>
            </a:pPr>
            <a:r>
              <a:rPr lang="en-US" dirty="0">
                <a:solidFill>
                  <a:schemeClr val="tx1"/>
                </a:solidFill>
              </a:rPr>
              <a:t>Every tuple in left table must appear in result</a:t>
            </a:r>
            <a:endParaRPr dirty="0">
              <a:solidFill>
                <a:schemeClr val="tx1"/>
              </a:solidFill>
            </a:endParaRPr>
          </a:p>
          <a:p>
            <a:pPr marL="685800" lvl="1" indent="-228600">
              <a:spcBef>
                <a:spcPts val="500"/>
              </a:spcBef>
              <a:spcAft>
                <a:spcPts val="0"/>
              </a:spcAft>
              <a:buClr>
                <a:schemeClr val="dk1"/>
              </a:buClr>
              <a:buSzPts val="2400"/>
              <a:buChar char="•"/>
            </a:pPr>
            <a:r>
              <a:rPr lang="en-US" dirty="0">
                <a:solidFill>
                  <a:schemeClr val="tx1"/>
                </a:solidFill>
              </a:rPr>
              <a:t>No matching tuple: attributes of right table are Padded with NULL values </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RIGHT OUTER JOIN</a:t>
            </a:r>
            <a:endParaRPr dirty="0">
              <a:solidFill>
                <a:schemeClr val="tx1"/>
              </a:solidFill>
            </a:endParaRPr>
          </a:p>
          <a:p>
            <a:pPr marL="685800" lvl="1" indent="-228600">
              <a:spcBef>
                <a:spcPts val="500"/>
              </a:spcBef>
              <a:spcAft>
                <a:spcPts val="0"/>
              </a:spcAft>
              <a:buClr>
                <a:schemeClr val="dk1"/>
              </a:buClr>
              <a:buSzPts val="2400"/>
              <a:buChar char="•"/>
            </a:pPr>
            <a:r>
              <a:rPr lang="en-US" dirty="0">
                <a:solidFill>
                  <a:schemeClr val="tx1"/>
                </a:solidFill>
              </a:rPr>
              <a:t>Every tuple in right table must appear in result</a:t>
            </a:r>
            <a:endParaRPr dirty="0">
              <a:solidFill>
                <a:schemeClr val="tx1"/>
              </a:solidFill>
            </a:endParaRPr>
          </a:p>
          <a:p>
            <a:pPr marL="685800" lvl="1" indent="-228600">
              <a:spcBef>
                <a:spcPts val="500"/>
              </a:spcBef>
              <a:spcAft>
                <a:spcPts val="0"/>
              </a:spcAft>
              <a:buClr>
                <a:schemeClr val="dk1"/>
              </a:buClr>
              <a:buSzPts val="2400"/>
              <a:buChar char="•"/>
            </a:pPr>
            <a:r>
              <a:rPr lang="en-US" dirty="0">
                <a:solidFill>
                  <a:schemeClr val="tx1"/>
                </a:solidFill>
              </a:rPr>
              <a:t>No matching tuple: attributes of left table are Padded with NULL values </a:t>
            </a:r>
            <a:endParaRPr dirty="0">
              <a:solidFill>
                <a:schemeClr val="tx1"/>
              </a:solidFill>
            </a:endParaRPr>
          </a:p>
          <a:p>
            <a:pPr marL="228600" indent="-50800">
              <a:spcBef>
                <a:spcPts val="1000"/>
              </a:spcBef>
              <a:spcAft>
                <a:spcPts val="0"/>
              </a:spcAft>
              <a:buClr>
                <a:schemeClr val="dk1"/>
              </a:buClr>
              <a:buSzPts val="2800"/>
              <a:buNone/>
            </a:pPr>
            <a:endParaRPr dirty="0">
              <a:solidFill>
                <a:schemeClr val="tx1"/>
              </a:solidFill>
            </a:endParaRPr>
          </a:p>
          <a:p>
            <a:pPr marL="228600" indent="-50800">
              <a:spcBef>
                <a:spcPts val="1000"/>
              </a:spcBef>
              <a:spcAft>
                <a:spcPts val="0"/>
              </a:spcAft>
              <a:buClr>
                <a:schemeClr val="dk1"/>
              </a:buClr>
              <a:buSzPts val="2800"/>
              <a:buNone/>
            </a:pPr>
            <a:endParaRPr dirty="0">
              <a:solidFill>
                <a:schemeClr val="tx1"/>
              </a:solidFill>
            </a:endParaRPr>
          </a:p>
        </p:txBody>
      </p:sp>
      <p:pic>
        <p:nvPicPr>
          <p:cNvPr id="218" name="Google Shape;218;p17" descr="SQL LEFT JOIN - Dofactory"/>
          <p:cNvPicPr preferRelativeResize="0"/>
          <p:nvPr/>
        </p:nvPicPr>
        <p:blipFill rotWithShape="1">
          <a:blip r:embed="rId3">
            <a:alphaModFix/>
          </a:blip>
          <a:srcRect/>
          <a:stretch/>
        </p:blipFill>
        <p:spPr>
          <a:xfrm>
            <a:off x="8930320" y="737341"/>
            <a:ext cx="2266950" cy="1762125"/>
          </a:xfrm>
          <a:prstGeom prst="rect">
            <a:avLst/>
          </a:prstGeom>
          <a:noFill/>
          <a:ln>
            <a:noFill/>
          </a:ln>
        </p:spPr>
      </p:pic>
      <p:pic>
        <p:nvPicPr>
          <p:cNvPr id="219" name="Google Shape;219;p17" descr="SQL RIGHT JOIN - Dofactory"/>
          <p:cNvPicPr preferRelativeResize="0"/>
          <p:nvPr/>
        </p:nvPicPr>
        <p:blipFill rotWithShape="1">
          <a:blip r:embed="rId4">
            <a:alphaModFix/>
          </a:blip>
          <a:srcRect/>
          <a:stretch/>
        </p:blipFill>
        <p:spPr>
          <a:xfrm>
            <a:off x="8958895" y="4154594"/>
            <a:ext cx="2238375" cy="1714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8"/>
          <p:cNvSpPr txBox="1">
            <a:spLocks noGrp="1"/>
          </p:cNvSpPr>
          <p:nvPr>
            <p:ph idx="1"/>
          </p:nvPr>
        </p:nvSpPr>
        <p:spPr>
          <a:xfrm>
            <a:off x="1062527" y="1859143"/>
            <a:ext cx="3988038" cy="2723827"/>
          </a:xfrm>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SzPts val="2800"/>
              <a:buNone/>
            </a:pPr>
            <a:r>
              <a:rPr lang="en-US" b="1" dirty="0"/>
              <a:t>Query 8. For each employee, retrieve the employee’s first and last name and the first and last name of his or her immediate supervisor.</a:t>
            </a:r>
            <a:endParaRPr dirty="0"/>
          </a:p>
          <a:p>
            <a:pPr marL="228600" indent="-50800">
              <a:spcBef>
                <a:spcPts val="1000"/>
              </a:spcBef>
              <a:spcAft>
                <a:spcPts val="0"/>
              </a:spcAft>
              <a:buClr>
                <a:schemeClr val="dk1"/>
              </a:buClr>
              <a:buSzPts val="2800"/>
              <a:buNone/>
            </a:pPr>
            <a:endParaRPr dirty="0"/>
          </a:p>
        </p:txBody>
      </p:sp>
      <p:pic>
        <p:nvPicPr>
          <p:cNvPr id="226" name="Google Shape;226;p18"/>
          <p:cNvPicPr preferRelativeResize="0"/>
          <p:nvPr/>
        </p:nvPicPr>
        <p:blipFill rotWithShape="1">
          <a:blip r:embed="rId3">
            <a:alphaModFix/>
          </a:blip>
          <a:srcRect b="49152"/>
          <a:stretch/>
        </p:blipFill>
        <p:spPr>
          <a:xfrm>
            <a:off x="5776957" y="218695"/>
            <a:ext cx="6255301" cy="3543303"/>
          </a:xfrm>
          <a:prstGeom prst="rect">
            <a:avLst/>
          </a:prstGeom>
          <a:noFill/>
          <a:ln>
            <a:noFill/>
          </a:ln>
        </p:spPr>
      </p:pic>
      <p:pic>
        <p:nvPicPr>
          <p:cNvPr id="227" name="Google Shape;227;p18"/>
          <p:cNvPicPr preferRelativeResize="0"/>
          <p:nvPr/>
        </p:nvPicPr>
        <p:blipFill rotWithShape="1">
          <a:blip r:embed="rId4">
            <a:alphaModFix/>
          </a:blip>
          <a:srcRect/>
          <a:stretch/>
        </p:blipFill>
        <p:spPr>
          <a:xfrm>
            <a:off x="1062527" y="4120921"/>
            <a:ext cx="7996221" cy="184354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9"/>
          <p:cNvSpPr txBox="1">
            <a:spLocks noGrp="1"/>
          </p:cNvSpPr>
          <p:nvPr>
            <p:ph type="title"/>
          </p:nvPr>
        </p:nvSpPr>
        <p:spPr>
          <a:xfrm>
            <a:off x="1097280" y="1059678"/>
            <a:ext cx="10058400" cy="686227"/>
          </a:xfrm>
          <a:prstGeom prst="rect">
            <a:avLst/>
          </a:prstGeom>
          <a:noFill/>
          <a:ln>
            <a:noFill/>
          </a:ln>
        </p:spPr>
        <p:txBody>
          <a:bodyPr spcFirstLastPara="1" vert="horz" wrap="square" lIns="91425" tIns="45700" rIns="91425" bIns="45700" rtlCol="0" anchor="ctr" anchorCtr="0">
            <a:normAutofit fontScale="90000"/>
          </a:bodyPr>
          <a:lstStyle/>
          <a:p>
            <a:pPr>
              <a:lnSpc>
                <a:spcPct val="90000"/>
              </a:lnSpc>
              <a:spcBef>
                <a:spcPts val="0"/>
              </a:spcBef>
              <a:buClr>
                <a:schemeClr val="dk1"/>
              </a:buClr>
              <a:buSzPts val="4400"/>
            </a:pPr>
            <a:r>
              <a:rPr lang="en-US" b="1" dirty="0">
                <a:solidFill>
                  <a:schemeClr val="tx1"/>
                </a:solidFill>
              </a:rPr>
              <a:t>Comparison Operator: IS or IS NOT</a:t>
            </a:r>
            <a:endParaRPr dirty="0">
              <a:solidFill>
                <a:schemeClr val="tx1"/>
              </a:solidFill>
            </a:endParaRPr>
          </a:p>
        </p:txBody>
      </p:sp>
      <p:sp>
        <p:nvSpPr>
          <p:cNvPr id="233" name="Google Shape;233;p19"/>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b="1" dirty="0">
                <a:solidFill>
                  <a:schemeClr val="tx1"/>
                </a:solidFill>
              </a:rPr>
              <a:t>IS or IS NOT: </a:t>
            </a:r>
            <a:r>
              <a:rPr lang="en-US" dirty="0">
                <a:solidFill>
                  <a:schemeClr val="tx1"/>
                </a:solidFill>
              </a:rPr>
              <a:t>check whether an attribute value is NULL or NOT NULL</a:t>
            </a:r>
            <a:endParaRPr dirty="0">
              <a:solidFill>
                <a:schemeClr val="tx1"/>
              </a:solidFill>
            </a:endParaRPr>
          </a:p>
          <a:p>
            <a:pPr marL="228600" indent="-50800">
              <a:spcBef>
                <a:spcPts val="1000"/>
              </a:spcBef>
              <a:spcAft>
                <a:spcPts val="0"/>
              </a:spcAft>
              <a:buClr>
                <a:schemeClr val="dk1"/>
              </a:buClr>
              <a:buSzPts val="2800"/>
              <a:buNone/>
            </a:pPr>
            <a:endParaRPr dirty="0"/>
          </a:p>
        </p:txBody>
      </p:sp>
      <p:pic>
        <p:nvPicPr>
          <p:cNvPr id="234" name="Google Shape;234;p19"/>
          <p:cNvPicPr preferRelativeResize="0"/>
          <p:nvPr/>
        </p:nvPicPr>
        <p:blipFill rotWithShape="1">
          <a:blip r:embed="rId3">
            <a:alphaModFix/>
          </a:blip>
          <a:srcRect/>
          <a:stretch/>
        </p:blipFill>
        <p:spPr>
          <a:xfrm>
            <a:off x="827544" y="2607046"/>
            <a:ext cx="9760696" cy="164390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0"/>
          <p:cNvSpPr txBox="1">
            <a:spLocks noGrp="1"/>
          </p:cNvSpPr>
          <p:nvPr>
            <p:ph type="title"/>
          </p:nvPr>
        </p:nvSpPr>
        <p:spPr>
          <a:xfrm>
            <a:off x="1066800" y="897308"/>
            <a:ext cx="10058400" cy="822960"/>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Nested Queries/ Subqueries</a:t>
            </a:r>
            <a:endParaRPr dirty="0">
              <a:solidFill>
                <a:schemeClr val="tx1"/>
              </a:solidFill>
            </a:endParaRPr>
          </a:p>
        </p:txBody>
      </p:sp>
      <p:sp>
        <p:nvSpPr>
          <p:cNvPr id="240" name="Google Shape;240;p20"/>
          <p:cNvSpPr txBox="1">
            <a:spLocks noGrp="1"/>
          </p:cNvSpPr>
          <p:nvPr>
            <p:ph idx="1"/>
          </p:nvPr>
        </p:nvSpPr>
        <p:spPr>
          <a:prstGeom prst="rect">
            <a:avLst/>
          </a:prstGeom>
          <a:noFill/>
          <a:ln>
            <a:noFill/>
          </a:ln>
        </p:spPr>
        <p:txBody>
          <a:bodyPr spcFirstLastPara="1" vert="horz" wrap="square" lIns="91425" tIns="45700" rIns="91425" bIns="45700" rtlCol="0" anchor="t" anchorCtr="0">
            <a:normAutofit lnSpcReduction="10000"/>
          </a:bodyPr>
          <a:lstStyle/>
          <a:p>
            <a:pPr marL="0" indent="0">
              <a:spcBef>
                <a:spcPts val="0"/>
              </a:spcBef>
              <a:spcAft>
                <a:spcPts val="0"/>
              </a:spcAft>
              <a:buClr>
                <a:schemeClr val="dk1"/>
              </a:buClr>
              <a:buNone/>
            </a:pPr>
            <a:r>
              <a:rPr lang="en-US" b="1" dirty="0">
                <a:solidFill>
                  <a:schemeClr val="tx1"/>
                </a:solidFill>
              </a:rPr>
              <a:t>Subqueries:</a:t>
            </a:r>
            <a:r>
              <a:rPr lang="en-US" dirty="0">
                <a:solidFill>
                  <a:schemeClr val="tx1"/>
                </a:solidFill>
              </a:rPr>
              <a:t> </a:t>
            </a:r>
            <a:endParaRPr dirty="0">
              <a:solidFill>
                <a:schemeClr val="tx1"/>
              </a:solidFill>
            </a:endParaRPr>
          </a:p>
          <a:p>
            <a:pPr marL="228600" indent="-228600">
              <a:spcBef>
                <a:spcPts val="1000"/>
              </a:spcBef>
              <a:spcAft>
                <a:spcPts val="0"/>
              </a:spcAft>
              <a:buClr>
                <a:schemeClr val="dk1"/>
              </a:buClr>
              <a:buChar char="•"/>
            </a:pPr>
            <a:r>
              <a:rPr lang="en-US" dirty="0">
                <a:solidFill>
                  <a:schemeClr val="tx1"/>
                </a:solidFill>
              </a:rPr>
              <a:t>can be placed in a number of SQL clauses like </a:t>
            </a:r>
            <a:endParaRPr dirty="0">
              <a:solidFill>
                <a:schemeClr val="tx1"/>
              </a:solidFill>
            </a:endParaRPr>
          </a:p>
          <a:p>
            <a:pPr marL="457200" lvl="1" indent="0">
              <a:spcBef>
                <a:spcPts val="500"/>
              </a:spcBef>
              <a:spcAft>
                <a:spcPts val="0"/>
              </a:spcAft>
              <a:buClr>
                <a:schemeClr val="dk1"/>
              </a:buClr>
              <a:buSzPct val="100000"/>
              <a:buNone/>
            </a:pPr>
            <a:r>
              <a:rPr lang="en-US" dirty="0">
                <a:solidFill>
                  <a:schemeClr val="tx1"/>
                </a:solidFill>
              </a:rPr>
              <a:t>WHERE clause</a:t>
            </a:r>
            <a:endParaRPr dirty="0">
              <a:solidFill>
                <a:schemeClr val="tx1"/>
              </a:solidFill>
            </a:endParaRPr>
          </a:p>
          <a:p>
            <a:pPr marL="457200" lvl="1" indent="0">
              <a:spcBef>
                <a:spcPts val="500"/>
              </a:spcBef>
              <a:spcAft>
                <a:spcPts val="0"/>
              </a:spcAft>
              <a:buClr>
                <a:schemeClr val="dk1"/>
              </a:buClr>
              <a:buSzPct val="100000"/>
              <a:buNone/>
            </a:pPr>
            <a:r>
              <a:rPr lang="en-US" dirty="0">
                <a:solidFill>
                  <a:schemeClr val="tx1"/>
                </a:solidFill>
              </a:rPr>
              <a:t>FROM clause</a:t>
            </a:r>
            <a:endParaRPr dirty="0">
              <a:solidFill>
                <a:schemeClr val="tx1"/>
              </a:solidFill>
            </a:endParaRPr>
          </a:p>
          <a:p>
            <a:pPr marL="457200" lvl="1" indent="0">
              <a:spcBef>
                <a:spcPts val="500"/>
              </a:spcBef>
              <a:spcAft>
                <a:spcPts val="0"/>
              </a:spcAft>
              <a:buClr>
                <a:schemeClr val="dk1"/>
              </a:buClr>
              <a:buSzPct val="100000"/>
              <a:buNone/>
            </a:pPr>
            <a:r>
              <a:rPr lang="en-US" dirty="0">
                <a:solidFill>
                  <a:schemeClr val="tx1"/>
                </a:solidFill>
              </a:rPr>
              <a:t>HAVING clause.</a:t>
            </a:r>
            <a:endParaRPr dirty="0">
              <a:solidFill>
                <a:schemeClr val="tx1"/>
              </a:solidFill>
            </a:endParaRPr>
          </a:p>
          <a:p>
            <a:pPr marL="228600" indent="-228600">
              <a:spcBef>
                <a:spcPts val="1000"/>
              </a:spcBef>
              <a:spcAft>
                <a:spcPts val="0"/>
              </a:spcAft>
              <a:buClr>
                <a:schemeClr val="dk1"/>
              </a:buClr>
              <a:buChar char="•"/>
            </a:pPr>
            <a:r>
              <a:rPr lang="en-US" dirty="0">
                <a:solidFill>
                  <a:schemeClr val="tx1"/>
                </a:solidFill>
              </a:rPr>
              <a:t>can be used with SELECT, UPDATE, INSERT, DELETE statements along with the operators like =, &lt;, &gt;, &gt;=, &lt;=, IN, BETWEEN, etc.</a:t>
            </a:r>
            <a:endParaRPr dirty="0">
              <a:solidFill>
                <a:schemeClr val="tx1"/>
              </a:solidFill>
            </a:endParaRPr>
          </a:p>
          <a:p>
            <a:pPr marL="228600" indent="-228600">
              <a:spcBef>
                <a:spcPts val="1000"/>
              </a:spcBef>
              <a:spcAft>
                <a:spcPts val="0"/>
              </a:spcAft>
              <a:buClr>
                <a:schemeClr val="dk1"/>
              </a:buClr>
              <a:buChar char="•"/>
            </a:pPr>
            <a:r>
              <a:rPr lang="en-US" dirty="0">
                <a:solidFill>
                  <a:schemeClr val="tx1"/>
                </a:solidFill>
              </a:rPr>
              <a:t>A subquery is a query within another query. The outer query is known as the main query, and the inner query is known as a subquery.</a:t>
            </a:r>
            <a:endParaRPr dirty="0">
              <a:solidFill>
                <a:schemeClr val="tx1"/>
              </a:solidFill>
            </a:endParaRPr>
          </a:p>
          <a:p>
            <a:pPr marL="228600" indent="-228600">
              <a:spcBef>
                <a:spcPts val="1000"/>
              </a:spcBef>
              <a:spcAft>
                <a:spcPts val="0"/>
              </a:spcAft>
              <a:buClr>
                <a:schemeClr val="dk1"/>
              </a:buClr>
              <a:buChar char="•"/>
            </a:pPr>
            <a:r>
              <a:rPr lang="en-US" dirty="0">
                <a:solidFill>
                  <a:schemeClr val="tx1"/>
                </a:solidFill>
              </a:rPr>
              <a:t>Subqueries are on the right side of the comparison operator and enclosed in parentheses.</a:t>
            </a:r>
            <a:endParaRPr dirty="0">
              <a:solidFill>
                <a:schemeClr val="tx1"/>
              </a:solidFill>
            </a:endParaRPr>
          </a:p>
          <a:p>
            <a:pPr marL="228600" indent="-228600">
              <a:spcBef>
                <a:spcPts val="1000"/>
              </a:spcBef>
              <a:spcAft>
                <a:spcPts val="0"/>
              </a:spcAft>
              <a:buClr>
                <a:schemeClr val="dk1"/>
              </a:buClr>
              <a:buChar char="•"/>
            </a:pPr>
            <a:r>
              <a:rPr lang="en-US" b="1" dirty="0">
                <a:solidFill>
                  <a:schemeClr val="tx1"/>
                </a:solidFill>
              </a:rPr>
              <a:t>Note: In the Subquery, ORDER BY command cannot be used. But GROUP BY command can be used to perform the same function as ORDER BY command.</a:t>
            </a:r>
            <a:endParaRPr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1"/>
          <p:cNvSpPr txBox="1">
            <a:spLocks noGrp="1"/>
          </p:cNvSpPr>
          <p:nvPr>
            <p:ph type="title"/>
          </p:nvPr>
        </p:nvSpPr>
        <p:spPr>
          <a:xfrm>
            <a:off x="1097280" y="988906"/>
            <a:ext cx="10058400" cy="748454"/>
          </a:xfrm>
          <a:prstGeom prst="rect">
            <a:avLst/>
          </a:prstGeom>
          <a:noFill/>
          <a:ln>
            <a:noFill/>
          </a:ln>
        </p:spPr>
        <p:txBody>
          <a:bodyPr spcFirstLastPara="1" vert="horz" wrap="square" lIns="91425" tIns="45700" rIns="91425" bIns="45700" rtlCol="0" anchor="ctr" anchorCtr="0">
            <a:normAutofit fontScale="90000"/>
          </a:bodyPr>
          <a:lstStyle/>
          <a:p>
            <a:pPr>
              <a:lnSpc>
                <a:spcPct val="90000"/>
              </a:lnSpc>
              <a:spcBef>
                <a:spcPts val="0"/>
              </a:spcBef>
              <a:buClr>
                <a:schemeClr val="dk1"/>
              </a:buClr>
              <a:buSzPts val="4400"/>
            </a:pPr>
            <a:r>
              <a:rPr lang="en-US" b="1" dirty="0">
                <a:solidFill>
                  <a:schemeClr val="tx1"/>
                </a:solidFill>
              </a:rPr>
              <a:t>Sub Queries: Syntax</a:t>
            </a:r>
            <a:endParaRPr dirty="0">
              <a:solidFill>
                <a:schemeClr val="tx1"/>
              </a:solidFill>
            </a:endParaRPr>
          </a:p>
        </p:txBody>
      </p:sp>
      <p:sp>
        <p:nvSpPr>
          <p:cNvPr id="247" name="Google Shape;247;p21"/>
          <p:cNvSpPr txBox="1">
            <a:spLocks noGrp="1"/>
          </p:cNvSpPr>
          <p:nvPr>
            <p:ph idx="1"/>
          </p:nvPr>
        </p:nvSpPr>
        <p:spPr>
          <a:xfrm>
            <a:off x="1097280" y="1845734"/>
            <a:ext cx="10058400" cy="1991328"/>
          </a:xfrm>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SzPts val="2800"/>
              <a:buNone/>
            </a:pPr>
            <a:r>
              <a:rPr lang="en-US" b="1" dirty="0">
                <a:solidFill>
                  <a:schemeClr val="accent2"/>
                </a:solidFill>
              </a:rPr>
              <a:t>SELECT </a:t>
            </a:r>
            <a:r>
              <a:rPr lang="en-US" b="1" dirty="0" err="1">
                <a:solidFill>
                  <a:schemeClr val="accent2"/>
                </a:solidFill>
              </a:rPr>
              <a:t>column_name</a:t>
            </a:r>
            <a:r>
              <a:rPr lang="en-US" b="1" dirty="0">
                <a:solidFill>
                  <a:schemeClr val="accent2"/>
                </a:solidFill>
              </a:rPr>
              <a:t>  </a:t>
            </a:r>
            <a:endParaRPr b="1" dirty="0">
              <a:solidFill>
                <a:schemeClr val="accent2"/>
              </a:solidFill>
            </a:endParaRPr>
          </a:p>
          <a:p>
            <a:pPr marL="0" indent="0">
              <a:spcBef>
                <a:spcPts val="1000"/>
              </a:spcBef>
              <a:spcAft>
                <a:spcPts val="0"/>
              </a:spcAft>
              <a:buClr>
                <a:schemeClr val="dk1"/>
              </a:buClr>
              <a:buSzPts val="2800"/>
              <a:buNone/>
            </a:pPr>
            <a:r>
              <a:rPr lang="en-US" b="1" dirty="0">
                <a:solidFill>
                  <a:schemeClr val="accent2"/>
                </a:solidFill>
              </a:rPr>
              <a:t>FROM </a:t>
            </a:r>
            <a:r>
              <a:rPr lang="en-US" b="1" dirty="0" err="1">
                <a:solidFill>
                  <a:schemeClr val="accent2"/>
                </a:solidFill>
              </a:rPr>
              <a:t>table_name</a:t>
            </a:r>
            <a:r>
              <a:rPr lang="en-US" b="1" dirty="0">
                <a:solidFill>
                  <a:schemeClr val="accent2"/>
                </a:solidFill>
              </a:rPr>
              <a:t>  </a:t>
            </a:r>
            <a:endParaRPr b="1" dirty="0">
              <a:solidFill>
                <a:schemeClr val="accent2"/>
              </a:solidFill>
            </a:endParaRPr>
          </a:p>
          <a:p>
            <a:pPr marL="0" indent="0">
              <a:spcBef>
                <a:spcPts val="1000"/>
              </a:spcBef>
              <a:spcAft>
                <a:spcPts val="0"/>
              </a:spcAft>
              <a:buClr>
                <a:schemeClr val="dk1"/>
              </a:buClr>
              <a:buSzPts val="2800"/>
              <a:buNone/>
            </a:pPr>
            <a:r>
              <a:rPr lang="en-US" b="1" dirty="0">
                <a:solidFill>
                  <a:schemeClr val="accent2"/>
                </a:solidFill>
              </a:rPr>
              <a:t>WHERE </a:t>
            </a:r>
            <a:r>
              <a:rPr lang="en-US" b="1" dirty="0" err="1">
                <a:solidFill>
                  <a:schemeClr val="accent2"/>
                </a:solidFill>
              </a:rPr>
              <a:t>column_name</a:t>
            </a:r>
            <a:r>
              <a:rPr lang="en-US" b="1" dirty="0">
                <a:solidFill>
                  <a:schemeClr val="accent2"/>
                </a:solidFill>
              </a:rPr>
              <a:t> expression operator   </a:t>
            </a:r>
            <a:endParaRPr b="1" dirty="0">
              <a:solidFill>
                <a:schemeClr val="accent2"/>
              </a:solidFill>
            </a:endParaRPr>
          </a:p>
          <a:p>
            <a:pPr marL="0" indent="0">
              <a:spcBef>
                <a:spcPts val="1000"/>
              </a:spcBef>
              <a:spcAft>
                <a:spcPts val="0"/>
              </a:spcAft>
              <a:buClr>
                <a:schemeClr val="dk1"/>
              </a:buClr>
              <a:buSzPts val="2800"/>
              <a:buNone/>
            </a:pPr>
            <a:r>
              <a:rPr lang="en-US" b="1" dirty="0">
                <a:solidFill>
                  <a:schemeClr val="accent2"/>
                </a:solidFill>
              </a:rPr>
              <a:t>( SELECT </a:t>
            </a:r>
            <a:r>
              <a:rPr lang="en-US" b="1" dirty="0" err="1">
                <a:solidFill>
                  <a:schemeClr val="accent2"/>
                </a:solidFill>
              </a:rPr>
              <a:t>column_name</a:t>
            </a:r>
            <a:r>
              <a:rPr lang="en-US" b="1" dirty="0">
                <a:solidFill>
                  <a:schemeClr val="accent2"/>
                </a:solidFill>
              </a:rPr>
              <a:t>  from </a:t>
            </a:r>
            <a:r>
              <a:rPr lang="en-US" b="1" dirty="0" err="1">
                <a:solidFill>
                  <a:schemeClr val="accent2"/>
                </a:solidFill>
              </a:rPr>
              <a:t>table_name</a:t>
            </a:r>
            <a:r>
              <a:rPr lang="en-US" b="1" dirty="0">
                <a:solidFill>
                  <a:schemeClr val="accent2"/>
                </a:solidFill>
              </a:rPr>
              <a:t> WHERE ... ); </a:t>
            </a:r>
            <a:endParaRPr b="1" dirty="0">
              <a:solidFill>
                <a:schemeClr val="accent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2"/>
          <p:cNvSpPr txBox="1">
            <a:spLocks noGrp="1"/>
          </p:cNvSpPr>
          <p:nvPr>
            <p:ph type="title"/>
          </p:nvPr>
        </p:nvSpPr>
        <p:spPr>
          <a:xfrm>
            <a:off x="1855356" y="428463"/>
            <a:ext cx="8191500" cy="509807"/>
          </a:xfrm>
          <a:prstGeom prst="rect">
            <a:avLst/>
          </a:prstGeom>
          <a:noFill/>
          <a:ln>
            <a:noFill/>
          </a:ln>
        </p:spPr>
        <p:txBody>
          <a:bodyPr spcFirstLastPara="1" vert="horz" wrap="square" lIns="91425" tIns="45700" rIns="91425" bIns="45700" rtlCol="0" anchor="ctr" anchorCtr="0">
            <a:normAutofit fontScale="90000"/>
          </a:bodyPr>
          <a:lstStyle/>
          <a:p>
            <a:pPr>
              <a:lnSpc>
                <a:spcPct val="90000"/>
              </a:lnSpc>
              <a:spcBef>
                <a:spcPts val="0"/>
              </a:spcBef>
              <a:buClr>
                <a:schemeClr val="dk1"/>
              </a:buClr>
              <a:buSzPts val="4400"/>
            </a:pPr>
            <a:r>
              <a:rPr lang="en-US" b="1" dirty="0">
                <a:solidFill>
                  <a:schemeClr val="tx1"/>
                </a:solidFill>
              </a:rPr>
              <a:t>Demo Database: Employee Table</a:t>
            </a:r>
            <a:endParaRPr b="1" dirty="0">
              <a:solidFill>
                <a:schemeClr val="tx1"/>
              </a:solidFill>
            </a:endParaRPr>
          </a:p>
        </p:txBody>
      </p:sp>
      <p:graphicFrame>
        <p:nvGraphicFramePr>
          <p:cNvPr id="254" name="Google Shape;254;p22"/>
          <p:cNvGraphicFramePr/>
          <p:nvPr>
            <p:extLst>
              <p:ext uri="{D42A27DB-BD31-4B8C-83A1-F6EECF244321}">
                <p14:modId xmlns:p14="http://schemas.microsoft.com/office/powerpoint/2010/main" val="835282120"/>
              </p:ext>
            </p:extLst>
          </p:nvPr>
        </p:nvGraphicFramePr>
        <p:xfrm>
          <a:off x="2007731" y="1727485"/>
          <a:ext cx="7886750" cy="3934580"/>
        </p:xfrm>
        <a:graphic>
          <a:graphicData uri="http://schemas.openxmlformats.org/drawingml/2006/table">
            <a:tbl>
              <a:tblPr>
                <a:noFill/>
              </a:tblPr>
              <a:tblGrid>
                <a:gridCol w="1577350">
                  <a:extLst>
                    <a:ext uri="{9D8B030D-6E8A-4147-A177-3AD203B41FA5}">
                      <a16:colId xmlns:a16="http://schemas.microsoft.com/office/drawing/2014/main" val="20000"/>
                    </a:ext>
                  </a:extLst>
                </a:gridCol>
                <a:gridCol w="1577350">
                  <a:extLst>
                    <a:ext uri="{9D8B030D-6E8A-4147-A177-3AD203B41FA5}">
                      <a16:colId xmlns:a16="http://schemas.microsoft.com/office/drawing/2014/main" val="20001"/>
                    </a:ext>
                  </a:extLst>
                </a:gridCol>
                <a:gridCol w="1577350">
                  <a:extLst>
                    <a:ext uri="{9D8B030D-6E8A-4147-A177-3AD203B41FA5}">
                      <a16:colId xmlns:a16="http://schemas.microsoft.com/office/drawing/2014/main" val="20002"/>
                    </a:ext>
                  </a:extLst>
                </a:gridCol>
                <a:gridCol w="1577350">
                  <a:extLst>
                    <a:ext uri="{9D8B030D-6E8A-4147-A177-3AD203B41FA5}">
                      <a16:colId xmlns:a16="http://schemas.microsoft.com/office/drawing/2014/main" val="20003"/>
                    </a:ext>
                  </a:extLst>
                </a:gridCol>
                <a:gridCol w="1577350">
                  <a:extLst>
                    <a:ext uri="{9D8B030D-6E8A-4147-A177-3AD203B41FA5}">
                      <a16:colId xmlns:a16="http://schemas.microsoft.com/office/drawing/2014/main" val="20004"/>
                    </a:ext>
                  </a:extLst>
                </a:gridCol>
              </a:tblGrid>
              <a:tr h="492400">
                <a:tc>
                  <a:txBody>
                    <a:bodyPr/>
                    <a:lstStyle/>
                    <a:p>
                      <a:pPr marL="0" marR="0" lvl="0" indent="0" algn="l" rtl="0">
                        <a:spcBef>
                          <a:spcPts val="0"/>
                        </a:spcBef>
                        <a:spcAft>
                          <a:spcPts val="0"/>
                        </a:spcAft>
                        <a:buNone/>
                      </a:pPr>
                      <a:r>
                        <a:rPr lang="en-US" sz="2400" u="none" strike="noStrike" cap="none" dirty="0">
                          <a:solidFill>
                            <a:srgbClr val="000000"/>
                          </a:solidFill>
                          <a:latin typeface="times new roman"/>
                          <a:ea typeface="times new roman"/>
                          <a:cs typeface="times new roman"/>
                          <a:sym typeface="times new roman"/>
                        </a:rPr>
                        <a:t>ID</a:t>
                      </a:r>
                      <a:endParaRPr dirty="0"/>
                    </a:p>
                  </a:txBody>
                  <a:tcPr marL="88975" marR="88975" marT="88975" marB="88975">
                    <a:lnL w="9525" cap="flat" cmpd="sng">
                      <a:solidFill>
                        <a:srgbClr val="C0858A"/>
                      </a:solidFill>
                      <a:prstDash val="solid"/>
                      <a:round/>
                      <a:headEnd type="none" w="sm" len="sm"/>
                      <a:tailEnd type="none" w="sm" len="sm"/>
                    </a:lnL>
                    <a:lnR w="9525" cap="flat" cmpd="sng">
                      <a:solidFill>
                        <a:srgbClr val="C0858A"/>
                      </a:solidFill>
                      <a:prstDash val="solid"/>
                      <a:round/>
                      <a:headEnd type="none" w="sm" len="sm"/>
                      <a:tailEnd type="none" w="sm" len="sm"/>
                    </a:lnR>
                    <a:lnT w="9525" cap="flat" cmpd="sng">
                      <a:solidFill>
                        <a:srgbClr val="C0858A"/>
                      </a:solidFill>
                      <a:prstDash val="solid"/>
                      <a:round/>
                      <a:headEnd type="none" w="sm" len="sm"/>
                      <a:tailEnd type="none" w="sm" len="sm"/>
                    </a:lnT>
                    <a:lnB w="9525" cap="flat" cmpd="sng">
                      <a:solidFill>
                        <a:srgbClr val="C7CCBE"/>
                      </a:solidFill>
                      <a:prstDash val="solid"/>
                      <a:round/>
                      <a:headEnd type="none" w="sm" len="sm"/>
                      <a:tailEnd type="none" w="sm" len="sm"/>
                    </a:lnB>
                    <a:solidFill>
                      <a:srgbClr val="C7CCBE"/>
                    </a:solidFill>
                  </a:tcPr>
                </a:tc>
                <a:tc>
                  <a:txBody>
                    <a:bodyPr/>
                    <a:lstStyle/>
                    <a:p>
                      <a:pPr marL="0" marR="0" lvl="0" indent="0" algn="l" rtl="0">
                        <a:spcBef>
                          <a:spcPts val="0"/>
                        </a:spcBef>
                        <a:spcAft>
                          <a:spcPts val="0"/>
                        </a:spcAft>
                        <a:buNone/>
                      </a:pPr>
                      <a:r>
                        <a:rPr lang="en-US" sz="2400" u="none" strike="noStrike" cap="none">
                          <a:solidFill>
                            <a:srgbClr val="000000"/>
                          </a:solidFill>
                          <a:latin typeface="times new roman"/>
                          <a:ea typeface="times new roman"/>
                          <a:cs typeface="times new roman"/>
                          <a:sym typeface="times new roman"/>
                        </a:rPr>
                        <a:t>NAME</a:t>
                      </a:r>
                      <a:endParaRPr/>
                    </a:p>
                  </a:txBody>
                  <a:tcPr marL="88975" marR="88975" marT="88975" marB="88975">
                    <a:lnL w="9525" cap="flat" cmpd="sng">
                      <a:solidFill>
                        <a:srgbClr val="C0858A"/>
                      </a:solidFill>
                      <a:prstDash val="solid"/>
                      <a:round/>
                      <a:headEnd type="none" w="sm" len="sm"/>
                      <a:tailEnd type="none" w="sm" len="sm"/>
                    </a:lnL>
                    <a:lnR w="9525" cap="flat" cmpd="sng">
                      <a:solidFill>
                        <a:srgbClr val="C0858A"/>
                      </a:solidFill>
                      <a:prstDash val="solid"/>
                      <a:round/>
                      <a:headEnd type="none" w="sm" len="sm"/>
                      <a:tailEnd type="none" w="sm" len="sm"/>
                    </a:lnR>
                    <a:lnT w="9525" cap="flat" cmpd="sng">
                      <a:solidFill>
                        <a:srgbClr val="C0858A"/>
                      </a:solidFill>
                      <a:prstDash val="solid"/>
                      <a:round/>
                      <a:headEnd type="none" w="sm" len="sm"/>
                      <a:tailEnd type="none" w="sm" len="sm"/>
                    </a:lnT>
                    <a:lnB w="9525" cap="flat" cmpd="sng">
                      <a:solidFill>
                        <a:srgbClr val="C7CCBE"/>
                      </a:solidFill>
                      <a:prstDash val="solid"/>
                      <a:round/>
                      <a:headEnd type="none" w="sm" len="sm"/>
                      <a:tailEnd type="none" w="sm" len="sm"/>
                    </a:lnB>
                    <a:solidFill>
                      <a:srgbClr val="C7CCBE"/>
                    </a:solidFill>
                  </a:tcPr>
                </a:tc>
                <a:tc>
                  <a:txBody>
                    <a:bodyPr/>
                    <a:lstStyle/>
                    <a:p>
                      <a:pPr marL="0" marR="0" lvl="0" indent="0" algn="l" rtl="0">
                        <a:spcBef>
                          <a:spcPts val="0"/>
                        </a:spcBef>
                        <a:spcAft>
                          <a:spcPts val="0"/>
                        </a:spcAft>
                        <a:buNone/>
                      </a:pPr>
                      <a:r>
                        <a:rPr lang="en-US" sz="2400" u="none" strike="noStrike" cap="none">
                          <a:solidFill>
                            <a:srgbClr val="000000"/>
                          </a:solidFill>
                          <a:latin typeface="times new roman"/>
                          <a:ea typeface="times new roman"/>
                          <a:cs typeface="times new roman"/>
                          <a:sym typeface="times new roman"/>
                        </a:rPr>
                        <a:t>AGE</a:t>
                      </a:r>
                      <a:endParaRPr/>
                    </a:p>
                  </a:txBody>
                  <a:tcPr marL="88975" marR="88975" marT="88975" marB="88975">
                    <a:lnL w="9525" cap="flat" cmpd="sng">
                      <a:solidFill>
                        <a:srgbClr val="C0858A"/>
                      </a:solidFill>
                      <a:prstDash val="solid"/>
                      <a:round/>
                      <a:headEnd type="none" w="sm" len="sm"/>
                      <a:tailEnd type="none" w="sm" len="sm"/>
                    </a:lnL>
                    <a:lnR w="9525" cap="flat" cmpd="sng">
                      <a:solidFill>
                        <a:srgbClr val="C0858A"/>
                      </a:solidFill>
                      <a:prstDash val="solid"/>
                      <a:round/>
                      <a:headEnd type="none" w="sm" len="sm"/>
                      <a:tailEnd type="none" w="sm" len="sm"/>
                    </a:lnR>
                    <a:lnT w="9525" cap="flat" cmpd="sng">
                      <a:solidFill>
                        <a:srgbClr val="C0858A"/>
                      </a:solidFill>
                      <a:prstDash val="solid"/>
                      <a:round/>
                      <a:headEnd type="none" w="sm" len="sm"/>
                      <a:tailEnd type="none" w="sm" len="sm"/>
                    </a:lnT>
                    <a:lnB w="9525" cap="flat" cmpd="sng">
                      <a:solidFill>
                        <a:srgbClr val="C7CCBE"/>
                      </a:solidFill>
                      <a:prstDash val="solid"/>
                      <a:round/>
                      <a:headEnd type="none" w="sm" len="sm"/>
                      <a:tailEnd type="none" w="sm" len="sm"/>
                    </a:lnB>
                    <a:solidFill>
                      <a:srgbClr val="C7CCBE"/>
                    </a:solidFill>
                  </a:tcPr>
                </a:tc>
                <a:tc>
                  <a:txBody>
                    <a:bodyPr/>
                    <a:lstStyle/>
                    <a:p>
                      <a:pPr marL="0" marR="0" lvl="0" indent="0" algn="l" rtl="0">
                        <a:spcBef>
                          <a:spcPts val="0"/>
                        </a:spcBef>
                        <a:spcAft>
                          <a:spcPts val="0"/>
                        </a:spcAft>
                        <a:buNone/>
                      </a:pPr>
                      <a:r>
                        <a:rPr lang="en-US" sz="2400" u="none" strike="noStrike" cap="none">
                          <a:solidFill>
                            <a:srgbClr val="000000"/>
                          </a:solidFill>
                          <a:latin typeface="times new roman"/>
                          <a:ea typeface="times new roman"/>
                          <a:cs typeface="times new roman"/>
                          <a:sym typeface="times new roman"/>
                        </a:rPr>
                        <a:t>ADDRESS</a:t>
                      </a:r>
                      <a:endParaRPr/>
                    </a:p>
                  </a:txBody>
                  <a:tcPr marL="88975" marR="88975" marT="88975" marB="88975">
                    <a:lnL w="9525" cap="flat" cmpd="sng">
                      <a:solidFill>
                        <a:srgbClr val="C0858A"/>
                      </a:solidFill>
                      <a:prstDash val="solid"/>
                      <a:round/>
                      <a:headEnd type="none" w="sm" len="sm"/>
                      <a:tailEnd type="none" w="sm" len="sm"/>
                    </a:lnL>
                    <a:lnR w="9525" cap="flat" cmpd="sng">
                      <a:solidFill>
                        <a:srgbClr val="C0858A"/>
                      </a:solidFill>
                      <a:prstDash val="solid"/>
                      <a:round/>
                      <a:headEnd type="none" w="sm" len="sm"/>
                      <a:tailEnd type="none" w="sm" len="sm"/>
                    </a:lnR>
                    <a:lnT w="9525" cap="flat" cmpd="sng">
                      <a:solidFill>
                        <a:srgbClr val="C0858A"/>
                      </a:solidFill>
                      <a:prstDash val="solid"/>
                      <a:round/>
                      <a:headEnd type="none" w="sm" len="sm"/>
                      <a:tailEnd type="none" w="sm" len="sm"/>
                    </a:lnT>
                    <a:lnB w="9525" cap="flat" cmpd="sng">
                      <a:solidFill>
                        <a:srgbClr val="C7CCBE"/>
                      </a:solidFill>
                      <a:prstDash val="solid"/>
                      <a:round/>
                      <a:headEnd type="none" w="sm" len="sm"/>
                      <a:tailEnd type="none" w="sm" len="sm"/>
                    </a:lnB>
                    <a:solidFill>
                      <a:srgbClr val="C7CCBE"/>
                    </a:solidFill>
                  </a:tcPr>
                </a:tc>
                <a:tc>
                  <a:txBody>
                    <a:bodyPr/>
                    <a:lstStyle/>
                    <a:p>
                      <a:pPr marL="0" marR="0" lvl="0" indent="0" algn="l" rtl="0">
                        <a:spcBef>
                          <a:spcPts val="0"/>
                        </a:spcBef>
                        <a:spcAft>
                          <a:spcPts val="0"/>
                        </a:spcAft>
                        <a:buNone/>
                      </a:pPr>
                      <a:r>
                        <a:rPr lang="en-US" sz="2400" u="none" strike="noStrike" cap="none">
                          <a:solidFill>
                            <a:srgbClr val="000000"/>
                          </a:solidFill>
                          <a:latin typeface="times new roman"/>
                          <a:ea typeface="times new roman"/>
                          <a:cs typeface="times new roman"/>
                          <a:sym typeface="times new roman"/>
                        </a:rPr>
                        <a:t>SALARY</a:t>
                      </a:r>
                      <a:endParaRPr/>
                    </a:p>
                  </a:txBody>
                  <a:tcPr marL="88975" marR="88975" marT="88975" marB="88975">
                    <a:lnL w="9525" cap="flat" cmpd="sng">
                      <a:solidFill>
                        <a:srgbClr val="C0858A"/>
                      </a:solidFill>
                      <a:prstDash val="solid"/>
                      <a:round/>
                      <a:headEnd type="none" w="sm" len="sm"/>
                      <a:tailEnd type="none" w="sm" len="sm"/>
                    </a:lnL>
                    <a:lnR w="9525" cap="flat" cmpd="sng">
                      <a:solidFill>
                        <a:srgbClr val="C0858A"/>
                      </a:solidFill>
                      <a:prstDash val="solid"/>
                      <a:round/>
                      <a:headEnd type="none" w="sm" len="sm"/>
                      <a:tailEnd type="none" w="sm" len="sm"/>
                    </a:lnR>
                    <a:lnT w="9525" cap="flat" cmpd="sng">
                      <a:solidFill>
                        <a:srgbClr val="C0858A"/>
                      </a:solidFill>
                      <a:prstDash val="solid"/>
                      <a:round/>
                      <a:headEnd type="none" w="sm" len="sm"/>
                      <a:tailEnd type="none" w="sm" len="sm"/>
                    </a:lnT>
                    <a:lnB w="9525" cap="flat" cmpd="sng">
                      <a:solidFill>
                        <a:srgbClr val="C7CCBE"/>
                      </a:solidFill>
                      <a:prstDash val="solid"/>
                      <a:round/>
                      <a:headEnd type="none" w="sm" len="sm"/>
                      <a:tailEnd type="none" w="sm" len="sm"/>
                    </a:lnB>
                    <a:solidFill>
                      <a:srgbClr val="C7CCBE"/>
                    </a:solidFill>
                  </a:tcPr>
                </a:tc>
                <a:extLst>
                  <a:ext uri="{0D108BD9-81ED-4DB2-BD59-A6C34878D82A}">
                    <a16:rowId xmlns:a16="http://schemas.microsoft.com/office/drawing/2014/main" val="10000"/>
                  </a:ext>
                </a:extLst>
              </a:tr>
              <a:tr h="438675">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1</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dirty="0">
                          <a:solidFill>
                            <a:srgbClr val="333333"/>
                          </a:solidFill>
                          <a:latin typeface="Inter"/>
                          <a:ea typeface="Inter"/>
                          <a:cs typeface="Inter"/>
                          <a:sym typeface="Inter"/>
                        </a:rPr>
                        <a:t>John</a:t>
                      </a:r>
                      <a:endParaRPr dirty="0"/>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20</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US</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2000.00</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38675">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2</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EFF1EB"/>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Stephan</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EFF1EB"/>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26</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EFF1EB"/>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Dubai</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EFF1EB"/>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1500.00</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EFF1EB"/>
                    </a:solidFill>
                  </a:tcPr>
                </a:tc>
                <a:extLst>
                  <a:ext uri="{0D108BD9-81ED-4DB2-BD59-A6C34878D82A}">
                    <a16:rowId xmlns:a16="http://schemas.microsoft.com/office/drawing/2014/main" val="10002"/>
                  </a:ext>
                </a:extLst>
              </a:tr>
              <a:tr h="438675">
                <a:tc>
                  <a:txBody>
                    <a:bodyPr/>
                    <a:lstStyle/>
                    <a:p>
                      <a:pPr marL="0" marR="0" lvl="0" indent="0" algn="just" rtl="0">
                        <a:spcBef>
                          <a:spcPts val="0"/>
                        </a:spcBef>
                        <a:spcAft>
                          <a:spcPts val="0"/>
                        </a:spcAft>
                        <a:buNone/>
                      </a:pPr>
                      <a:r>
                        <a:rPr lang="en-US" sz="2400" u="none" strike="noStrike" cap="none" dirty="0">
                          <a:solidFill>
                            <a:srgbClr val="333333"/>
                          </a:solidFill>
                          <a:latin typeface="Inter"/>
                          <a:ea typeface="Inter"/>
                          <a:cs typeface="Inter"/>
                          <a:sym typeface="Inter"/>
                        </a:rPr>
                        <a:t>3</a:t>
                      </a:r>
                      <a:endParaRPr dirty="0"/>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David</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27</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Bangkok</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2000.00</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38675">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4</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EFF1EB"/>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sym typeface="Inter"/>
                        </a:rPr>
                        <a:t>will</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EFF1EB"/>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29</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EFF1EB"/>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UK</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EFF1EB"/>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6500.00</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EFF1EB"/>
                    </a:solidFill>
                  </a:tcPr>
                </a:tc>
                <a:extLst>
                  <a:ext uri="{0D108BD9-81ED-4DB2-BD59-A6C34878D82A}">
                    <a16:rowId xmlns:a16="http://schemas.microsoft.com/office/drawing/2014/main" val="10004"/>
                  </a:ext>
                </a:extLst>
              </a:tr>
              <a:tr h="438675">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5</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Kathrin</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34</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Bangalore</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8500.00</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38675">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6</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EFF1EB"/>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Harry</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EFF1EB"/>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42</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EFF1EB"/>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China</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EFF1EB"/>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4500.00</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EFF1EB"/>
                    </a:solidFill>
                  </a:tcPr>
                </a:tc>
                <a:extLst>
                  <a:ext uri="{0D108BD9-81ED-4DB2-BD59-A6C34878D82A}">
                    <a16:rowId xmlns:a16="http://schemas.microsoft.com/office/drawing/2014/main" val="10006"/>
                  </a:ext>
                </a:extLst>
              </a:tr>
              <a:tr h="438675">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7</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Jackson</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dirty="0">
                          <a:solidFill>
                            <a:srgbClr val="333333"/>
                          </a:solidFill>
                          <a:latin typeface="Inter"/>
                          <a:ea typeface="Inter"/>
                          <a:cs typeface="Inter"/>
                          <a:sym typeface="Inter"/>
                        </a:rPr>
                        <a:t>25</a:t>
                      </a:r>
                      <a:endParaRPr dirty="0"/>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a:solidFill>
                            <a:srgbClr val="333333"/>
                          </a:solidFill>
                          <a:latin typeface="Inter"/>
                          <a:ea typeface="Inter"/>
                          <a:cs typeface="Inter"/>
                          <a:sym typeface="Inter"/>
                        </a:rPr>
                        <a:t>Mizoram</a:t>
                      </a:r>
                      <a:endParaRPr/>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just" rtl="0">
                        <a:spcBef>
                          <a:spcPts val="0"/>
                        </a:spcBef>
                        <a:spcAft>
                          <a:spcPts val="0"/>
                        </a:spcAft>
                        <a:buNone/>
                      </a:pPr>
                      <a:r>
                        <a:rPr lang="en-US" sz="2400" u="none" strike="noStrike" cap="none" dirty="0">
                          <a:solidFill>
                            <a:srgbClr val="333333"/>
                          </a:solidFill>
                          <a:latin typeface="Inter"/>
                          <a:ea typeface="Inter"/>
                          <a:cs typeface="Inter"/>
                          <a:sym typeface="Inter"/>
                        </a:rPr>
                        <a:t>10000.00</a:t>
                      </a:r>
                      <a:endParaRPr dirty="0"/>
                    </a:p>
                  </a:txBody>
                  <a:tcPr marL="59325" marR="59325" marT="59325" marB="5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255" name="Google Shape;255;p22"/>
          <p:cNvSpPr/>
          <p:nvPr/>
        </p:nvSpPr>
        <p:spPr>
          <a:xfrm>
            <a:off x="2615580" y="5662065"/>
            <a:ext cx="6671052" cy="400069"/>
          </a:xfrm>
          <a:prstGeom prst="rect">
            <a:avLst/>
          </a:prstGeom>
          <a:noFill/>
          <a:ln>
            <a:noFill/>
          </a:ln>
        </p:spPr>
        <p:txBody>
          <a:bodyPr spcFirstLastPara="1" wrap="square" lIns="91425" tIns="45700" rIns="91425" bIns="45700" anchor="t" anchorCtr="0">
            <a:spAutoFit/>
          </a:bodyPr>
          <a:lstStyle/>
          <a:p>
            <a:r>
              <a:rPr lang="en-US" sz="2000" dirty="0">
                <a:solidFill>
                  <a:schemeClr val="dk1"/>
                </a:solidFill>
                <a:latin typeface="Calibri"/>
                <a:ea typeface="Calibri"/>
                <a:cs typeface="Calibri"/>
                <a:sym typeface="Calibri"/>
              </a:rPr>
              <a:t>Display the name of the employee who is getting max salary.</a:t>
            </a:r>
            <a:endParaRPr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3"/>
          <p:cNvSpPr txBox="1">
            <a:spLocks noGrp="1"/>
          </p:cNvSpPr>
          <p:nvPr>
            <p:ph idx="1"/>
          </p:nvPr>
        </p:nvSpPr>
        <p:spPr>
          <a:xfrm>
            <a:off x="1053982" y="472669"/>
            <a:ext cx="9144000" cy="461665"/>
          </a:xfrm>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SzPts val="2800"/>
              <a:buNone/>
            </a:pPr>
            <a:r>
              <a:rPr lang="en-US" b="1" dirty="0">
                <a:solidFill>
                  <a:schemeClr val="tx1"/>
                </a:solidFill>
              </a:rPr>
              <a:t>Display NAME, LOCATION, PHONE_NUMBER of the students whose section is A.</a:t>
            </a:r>
            <a:endParaRPr dirty="0">
              <a:solidFill>
                <a:schemeClr val="tx1"/>
              </a:solidFill>
            </a:endParaRPr>
          </a:p>
        </p:txBody>
      </p:sp>
      <p:sp>
        <p:nvSpPr>
          <p:cNvPr id="262" name="Google Shape;262;p23"/>
          <p:cNvSpPr/>
          <p:nvPr/>
        </p:nvSpPr>
        <p:spPr>
          <a:xfrm>
            <a:off x="1822688" y="1231418"/>
            <a:ext cx="2447465" cy="461665"/>
          </a:xfrm>
          <a:prstGeom prst="rect">
            <a:avLst/>
          </a:prstGeom>
          <a:noFill/>
          <a:ln>
            <a:noFill/>
          </a:ln>
        </p:spPr>
        <p:txBody>
          <a:bodyPr spcFirstLastPara="1" wrap="square" lIns="91425" tIns="45700" rIns="91425" bIns="45700" anchor="t" anchorCtr="0">
            <a:spAutoFit/>
          </a:bodyPr>
          <a:lstStyle/>
          <a:p>
            <a:r>
              <a:rPr lang="en-US" sz="2400" b="1" dirty="0">
                <a:solidFill>
                  <a:schemeClr val="dk1"/>
                </a:solidFill>
                <a:latin typeface="Calibri"/>
                <a:ea typeface="Calibri"/>
                <a:cs typeface="Calibri"/>
                <a:sym typeface="Calibri"/>
              </a:rPr>
              <a:t>Students Relation</a:t>
            </a:r>
            <a:endParaRPr dirty="0"/>
          </a:p>
        </p:txBody>
      </p:sp>
      <p:sp>
        <p:nvSpPr>
          <p:cNvPr id="263" name="Google Shape;263;p23"/>
          <p:cNvSpPr/>
          <p:nvPr/>
        </p:nvSpPr>
        <p:spPr>
          <a:xfrm>
            <a:off x="7377010" y="1269921"/>
            <a:ext cx="2257990" cy="461665"/>
          </a:xfrm>
          <a:prstGeom prst="rect">
            <a:avLst/>
          </a:prstGeom>
          <a:noFill/>
          <a:ln>
            <a:noFill/>
          </a:ln>
        </p:spPr>
        <p:txBody>
          <a:bodyPr spcFirstLastPara="1" wrap="square" lIns="91425" tIns="45700" rIns="91425" bIns="45700" anchor="t" anchorCtr="0">
            <a:spAutoFit/>
          </a:bodyPr>
          <a:lstStyle/>
          <a:p>
            <a:r>
              <a:rPr lang="en-US" sz="2400" b="1" dirty="0">
                <a:solidFill>
                  <a:schemeClr val="dk1"/>
                </a:solidFill>
                <a:latin typeface="Calibri"/>
                <a:ea typeface="Calibri"/>
                <a:cs typeface="Calibri"/>
                <a:sym typeface="Calibri"/>
              </a:rPr>
              <a:t>Section Relation</a:t>
            </a:r>
            <a:endParaRPr dirty="0"/>
          </a:p>
        </p:txBody>
      </p:sp>
      <p:graphicFrame>
        <p:nvGraphicFramePr>
          <p:cNvPr id="264" name="Google Shape;264;p23"/>
          <p:cNvGraphicFramePr/>
          <p:nvPr>
            <p:extLst>
              <p:ext uri="{D42A27DB-BD31-4B8C-83A1-F6EECF244321}">
                <p14:modId xmlns:p14="http://schemas.microsoft.com/office/powerpoint/2010/main" val="453254278"/>
              </p:ext>
            </p:extLst>
          </p:nvPr>
        </p:nvGraphicFramePr>
        <p:xfrm>
          <a:off x="1216351" y="1783048"/>
          <a:ext cx="4795750" cy="4472950"/>
        </p:xfrm>
        <a:graphic>
          <a:graphicData uri="http://schemas.openxmlformats.org/drawingml/2006/table">
            <a:tbl>
              <a:tblPr>
                <a:noFill/>
              </a:tblPr>
              <a:tblGrid>
                <a:gridCol w="1014175">
                  <a:extLst>
                    <a:ext uri="{9D8B030D-6E8A-4147-A177-3AD203B41FA5}">
                      <a16:colId xmlns:a16="http://schemas.microsoft.com/office/drawing/2014/main" val="20000"/>
                    </a:ext>
                  </a:extLst>
                </a:gridCol>
                <a:gridCol w="929900">
                  <a:extLst>
                    <a:ext uri="{9D8B030D-6E8A-4147-A177-3AD203B41FA5}">
                      <a16:colId xmlns:a16="http://schemas.microsoft.com/office/drawing/2014/main" val="20001"/>
                    </a:ext>
                  </a:extLst>
                </a:gridCol>
                <a:gridCol w="1053875">
                  <a:extLst>
                    <a:ext uri="{9D8B030D-6E8A-4147-A177-3AD203B41FA5}">
                      <a16:colId xmlns:a16="http://schemas.microsoft.com/office/drawing/2014/main" val="20002"/>
                    </a:ext>
                  </a:extLst>
                </a:gridCol>
                <a:gridCol w="1797800">
                  <a:extLst>
                    <a:ext uri="{9D8B030D-6E8A-4147-A177-3AD203B41FA5}">
                      <a16:colId xmlns:a16="http://schemas.microsoft.com/office/drawing/2014/main" val="20003"/>
                    </a:ext>
                  </a:extLst>
                </a:gridCol>
              </a:tblGrid>
              <a:tr h="645600">
                <a:tc>
                  <a:txBody>
                    <a:bodyPr/>
                    <a:lstStyle/>
                    <a:p>
                      <a:pPr marL="0" marR="0" lvl="0" indent="0" algn="l" rtl="0">
                        <a:spcBef>
                          <a:spcPts val="0"/>
                        </a:spcBef>
                        <a:spcAft>
                          <a:spcPts val="0"/>
                        </a:spcAft>
                        <a:buNone/>
                      </a:pPr>
                      <a:r>
                        <a:rPr lang="en-US" sz="2000" b="0" u="none" strike="noStrike" cap="none" dirty="0"/>
                        <a:t>NAME</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ROLL_NO</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LOCATION</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PHONE_NUMBER</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461150">
                <a:tc>
                  <a:txBody>
                    <a:bodyPr/>
                    <a:lstStyle/>
                    <a:p>
                      <a:pPr marL="0" marR="0" lvl="0" indent="0" algn="l" rtl="0">
                        <a:spcBef>
                          <a:spcPts val="0"/>
                        </a:spcBef>
                        <a:spcAft>
                          <a:spcPts val="0"/>
                        </a:spcAft>
                        <a:buNone/>
                      </a:pPr>
                      <a:r>
                        <a:rPr lang="en-US" sz="2000" b="0" u="none" strike="noStrike" cap="none"/>
                        <a:t>Ram</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101</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Chennai</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9988775566</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461150">
                <a:tc>
                  <a:txBody>
                    <a:bodyPr/>
                    <a:lstStyle/>
                    <a:p>
                      <a:pPr marL="0" marR="0" lvl="0" indent="0" algn="l" rtl="0">
                        <a:spcBef>
                          <a:spcPts val="0"/>
                        </a:spcBef>
                        <a:spcAft>
                          <a:spcPts val="0"/>
                        </a:spcAft>
                        <a:buNone/>
                      </a:pPr>
                      <a:r>
                        <a:rPr lang="en-US" sz="2000" b="0" u="none" strike="noStrike" cap="none"/>
                        <a:t>Raj</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102</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Coimbatore</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8877665544</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r h="461150">
                <a:tc>
                  <a:txBody>
                    <a:bodyPr/>
                    <a:lstStyle/>
                    <a:p>
                      <a:pPr marL="0" marR="0" lvl="0" indent="0" algn="l" rtl="0">
                        <a:spcBef>
                          <a:spcPts val="0"/>
                        </a:spcBef>
                        <a:spcAft>
                          <a:spcPts val="0"/>
                        </a:spcAft>
                        <a:buNone/>
                      </a:pPr>
                      <a:r>
                        <a:rPr lang="en-US" sz="2000" b="0" u="none" strike="noStrike" cap="none"/>
                        <a:t>Sasi</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103</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Madurai</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7766553344</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r h="461150">
                <a:tc>
                  <a:txBody>
                    <a:bodyPr/>
                    <a:lstStyle/>
                    <a:p>
                      <a:pPr marL="0" marR="0" lvl="0" indent="0" algn="l" rtl="0">
                        <a:spcBef>
                          <a:spcPts val="0"/>
                        </a:spcBef>
                        <a:spcAft>
                          <a:spcPts val="0"/>
                        </a:spcAft>
                        <a:buNone/>
                      </a:pPr>
                      <a:r>
                        <a:rPr lang="en-US" sz="2000" b="0" u="none" strike="noStrike" cap="none"/>
                        <a:t>Ravi</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104</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Salem</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8989898989</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4"/>
                  </a:ext>
                </a:extLst>
              </a:tr>
              <a:tr h="461150">
                <a:tc>
                  <a:txBody>
                    <a:bodyPr/>
                    <a:lstStyle/>
                    <a:p>
                      <a:pPr marL="0" marR="0" lvl="0" indent="0" algn="l" rtl="0">
                        <a:spcBef>
                          <a:spcPts val="0"/>
                        </a:spcBef>
                        <a:spcAft>
                          <a:spcPts val="0"/>
                        </a:spcAft>
                        <a:buNone/>
                      </a:pPr>
                      <a:r>
                        <a:rPr lang="en-US" sz="2000" b="0" u="none" strike="noStrike" cap="none"/>
                        <a:t>Sumathi</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dirty="0"/>
                        <a:t>105</a:t>
                      </a:r>
                      <a:endParaRPr dirty="0"/>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Kanchipuram</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dirty="0"/>
                        <a:t>8989856868</a:t>
                      </a:r>
                      <a:endParaRPr dirty="0"/>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5"/>
                  </a:ext>
                </a:extLst>
              </a:tr>
            </a:tbl>
          </a:graphicData>
        </a:graphic>
      </p:graphicFrame>
      <p:graphicFrame>
        <p:nvGraphicFramePr>
          <p:cNvPr id="265" name="Google Shape;265;p23"/>
          <p:cNvGraphicFramePr/>
          <p:nvPr>
            <p:extLst>
              <p:ext uri="{D42A27DB-BD31-4B8C-83A1-F6EECF244321}">
                <p14:modId xmlns:p14="http://schemas.microsoft.com/office/powerpoint/2010/main" val="2471201996"/>
              </p:ext>
            </p:extLst>
          </p:nvPr>
        </p:nvGraphicFramePr>
        <p:xfrm>
          <a:off x="6770829" y="1783048"/>
          <a:ext cx="3983100" cy="2110750"/>
        </p:xfrm>
        <a:graphic>
          <a:graphicData uri="http://schemas.openxmlformats.org/drawingml/2006/table">
            <a:tbl>
              <a:tblPr>
                <a:noFill/>
              </a:tblPr>
              <a:tblGrid>
                <a:gridCol w="1327700">
                  <a:extLst>
                    <a:ext uri="{9D8B030D-6E8A-4147-A177-3AD203B41FA5}">
                      <a16:colId xmlns:a16="http://schemas.microsoft.com/office/drawing/2014/main" val="20000"/>
                    </a:ext>
                  </a:extLst>
                </a:gridCol>
                <a:gridCol w="1327700">
                  <a:extLst>
                    <a:ext uri="{9D8B030D-6E8A-4147-A177-3AD203B41FA5}">
                      <a16:colId xmlns:a16="http://schemas.microsoft.com/office/drawing/2014/main" val="20001"/>
                    </a:ext>
                  </a:extLst>
                </a:gridCol>
                <a:gridCol w="1327700">
                  <a:extLst>
                    <a:ext uri="{9D8B030D-6E8A-4147-A177-3AD203B41FA5}">
                      <a16:colId xmlns:a16="http://schemas.microsoft.com/office/drawing/2014/main" val="20002"/>
                    </a:ext>
                  </a:extLst>
                </a:gridCol>
              </a:tblGrid>
              <a:tr h="384600">
                <a:tc>
                  <a:txBody>
                    <a:bodyPr/>
                    <a:lstStyle/>
                    <a:p>
                      <a:pPr marL="0" marR="0" lvl="0" indent="0" algn="l" rtl="0">
                        <a:spcBef>
                          <a:spcPts val="0"/>
                        </a:spcBef>
                        <a:spcAft>
                          <a:spcPts val="0"/>
                        </a:spcAft>
                        <a:buNone/>
                      </a:pPr>
                      <a:r>
                        <a:rPr lang="en-US" sz="2000" b="0" u="none" strike="noStrike" cap="none" dirty="0"/>
                        <a:t>NAME</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ROLL_NO</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SECTION</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480750">
                <a:tc>
                  <a:txBody>
                    <a:bodyPr/>
                    <a:lstStyle/>
                    <a:p>
                      <a:pPr marL="0" marR="0" lvl="0" indent="0" algn="l" rtl="0">
                        <a:spcBef>
                          <a:spcPts val="0"/>
                        </a:spcBef>
                        <a:spcAft>
                          <a:spcPts val="0"/>
                        </a:spcAft>
                        <a:buNone/>
                      </a:pPr>
                      <a:r>
                        <a:rPr lang="en-US" sz="2000" b="0" u="none" strike="noStrike" cap="none" dirty="0"/>
                        <a:t>Ravi</a:t>
                      </a:r>
                      <a:endParaRPr dirty="0"/>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104</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A</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480750">
                <a:tc>
                  <a:txBody>
                    <a:bodyPr/>
                    <a:lstStyle/>
                    <a:p>
                      <a:pPr marL="0" marR="0" lvl="0" indent="0" algn="l" rtl="0">
                        <a:spcBef>
                          <a:spcPts val="0"/>
                        </a:spcBef>
                        <a:spcAft>
                          <a:spcPts val="0"/>
                        </a:spcAft>
                        <a:buNone/>
                      </a:pPr>
                      <a:r>
                        <a:rPr lang="en-US" sz="2000" b="0" u="none" strike="noStrike" cap="none"/>
                        <a:t>Sumathi</a:t>
                      </a:r>
                      <a:endParaRPr sz="2000" b="0" u="none" strike="noStrike" cap="none"/>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105</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B</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r h="480750">
                <a:tc>
                  <a:txBody>
                    <a:bodyPr/>
                    <a:lstStyle/>
                    <a:p>
                      <a:pPr marL="0" marR="0" lvl="0" indent="0" algn="l" rtl="0">
                        <a:spcBef>
                          <a:spcPts val="0"/>
                        </a:spcBef>
                        <a:spcAft>
                          <a:spcPts val="0"/>
                        </a:spcAft>
                        <a:buNone/>
                      </a:pPr>
                      <a:r>
                        <a:rPr lang="en-US" sz="2000" b="0" u="none" strike="noStrike" cap="none"/>
                        <a:t>Raj</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a:t>102</a:t>
                      </a:r>
                      <a:endParaRPr/>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2000" b="0" u="none" strike="noStrike" cap="none" dirty="0"/>
                        <a:t>A</a:t>
                      </a:r>
                      <a:endParaRPr dirty="0"/>
                    </a:p>
                  </a:txBody>
                  <a:tcPr marL="95250" marR="95250"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929A5B-4351-FE6D-372A-06A618BD7968}"/>
              </a:ext>
            </a:extLst>
          </p:cNvPr>
          <p:cNvSpPr txBox="1"/>
          <p:nvPr/>
        </p:nvSpPr>
        <p:spPr>
          <a:xfrm>
            <a:off x="1219200" y="343878"/>
            <a:ext cx="6096000" cy="1107996"/>
          </a:xfrm>
          <a:prstGeom prst="rect">
            <a:avLst/>
          </a:prstGeom>
          <a:noFill/>
        </p:spPr>
        <p:txBody>
          <a:bodyPr wrap="square">
            <a:spAutoFit/>
          </a:bodyPr>
          <a:lstStyle/>
          <a:p>
            <a:pPr marL="0" lvl="0" indent="0" algn="l" rtl="0">
              <a:spcBef>
                <a:spcPts val="0"/>
              </a:spcBef>
              <a:spcAft>
                <a:spcPts val="0"/>
              </a:spcAft>
              <a:buNone/>
            </a:pPr>
            <a:endParaRPr lang="en-US" sz="1800" b="0" i="0" u="none" strike="noStrike" dirty="0">
              <a:solidFill>
                <a:schemeClr val="dk1"/>
              </a:solidFill>
              <a:latin typeface="Calibri"/>
              <a:ea typeface="Calibri"/>
              <a:cs typeface="Calibri"/>
              <a:sym typeface="Calibri"/>
            </a:endParaRPr>
          </a:p>
          <a:p>
            <a:pPr marL="0" lvl="0" indent="0" algn="l" rtl="0">
              <a:spcBef>
                <a:spcPts val="0"/>
              </a:spcBef>
              <a:spcAft>
                <a:spcPts val="0"/>
              </a:spcAft>
              <a:buNone/>
            </a:pPr>
            <a:r>
              <a:rPr lang="en-US" sz="2400" dirty="0"/>
              <a:t>select name from employees where salary = (select max(Salary)from employees);</a:t>
            </a:r>
          </a:p>
        </p:txBody>
      </p:sp>
      <p:sp>
        <p:nvSpPr>
          <p:cNvPr id="5" name="TextBox 4">
            <a:extLst>
              <a:ext uri="{FF2B5EF4-FFF2-40B4-BE49-F238E27FC236}">
                <a16:creationId xmlns:a16="http://schemas.microsoft.com/office/drawing/2014/main" id="{2FCB2354-E8E1-7D4F-9119-EADE938CCBEE}"/>
              </a:ext>
            </a:extLst>
          </p:cNvPr>
          <p:cNvSpPr txBox="1"/>
          <p:nvPr/>
        </p:nvSpPr>
        <p:spPr>
          <a:xfrm>
            <a:off x="1219199" y="1969477"/>
            <a:ext cx="7387771" cy="1200329"/>
          </a:xfrm>
          <a:prstGeom prst="rect">
            <a:avLst/>
          </a:prstGeom>
          <a:noFill/>
        </p:spPr>
        <p:txBody>
          <a:bodyPr wrap="square">
            <a:spAutoFit/>
          </a:bodyPr>
          <a:lstStyle/>
          <a:p>
            <a:pPr marL="0" lvl="0" indent="0" algn="l" rtl="0">
              <a:spcBef>
                <a:spcPts val="0"/>
              </a:spcBef>
              <a:spcAft>
                <a:spcPts val="0"/>
              </a:spcAft>
              <a:buNone/>
            </a:pPr>
            <a:r>
              <a:rPr lang="en-US" sz="2400" dirty="0"/>
              <a:t>Select NAME, LOCATION, PHONE_NUMBER from Students</a:t>
            </a:r>
          </a:p>
          <a:p>
            <a:pPr marL="0" lvl="0" indent="0" algn="l" rtl="0">
              <a:spcBef>
                <a:spcPts val="0"/>
              </a:spcBef>
              <a:spcAft>
                <a:spcPts val="0"/>
              </a:spcAft>
              <a:buNone/>
            </a:pPr>
            <a:r>
              <a:rPr lang="en-US" sz="2400" dirty="0"/>
              <a:t>WHERE ROLL_NO IN</a:t>
            </a:r>
          </a:p>
          <a:p>
            <a:pPr marL="0" lvl="0" indent="0" algn="l" rtl="0">
              <a:spcBef>
                <a:spcPts val="0"/>
              </a:spcBef>
              <a:spcAft>
                <a:spcPts val="0"/>
              </a:spcAft>
              <a:buNone/>
            </a:pPr>
            <a:r>
              <a:rPr lang="en-US" sz="2400" dirty="0"/>
              <a:t>(SELECT ROLL_NO from SECTION where SECTION=’A’); </a:t>
            </a:r>
          </a:p>
        </p:txBody>
      </p:sp>
    </p:spTree>
    <p:extLst>
      <p:ext uri="{BB962C8B-B14F-4D97-AF65-F5344CB8AC3E}">
        <p14:creationId xmlns:p14="http://schemas.microsoft.com/office/powerpoint/2010/main" val="96607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4"/>
          <p:cNvSpPr txBox="1">
            <a:spLocks noGrp="1"/>
          </p:cNvSpPr>
          <p:nvPr>
            <p:ph idx="1"/>
          </p:nvPr>
        </p:nvSpPr>
        <p:spPr>
          <a:xfrm>
            <a:off x="1102407" y="1756056"/>
            <a:ext cx="4584988" cy="1685835"/>
          </a:xfrm>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SzPts val="2800"/>
              <a:buNone/>
            </a:pPr>
            <a:r>
              <a:rPr lang="en-US" b="1" dirty="0">
                <a:solidFill>
                  <a:schemeClr val="tx1"/>
                </a:solidFill>
              </a:rPr>
              <a:t>Retrieve the name of each employee who has a dependent with the same first name and is the same sex as the employee.</a:t>
            </a:r>
            <a:endParaRPr dirty="0">
              <a:solidFill>
                <a:schemeClr val="tx1"/>
              </a:solidFill>
            </a:endParaRPr>
          </a:p>
          <a:p>
            <a:pPr marL="0" indent="0">
              <a:spcBef>
                <a:spcPts val="1000"/>
              </a:spcBef>
              <a:spcAft>
                <a:spcPts val="0"/>
              </a:spcAft>
              <a:buClr>
                <a:schemeClr val="dk1"/>
              </a:buClr>
              <a:buSzPts val="2800"/>
              <a:buNone/>
            </a:pPr>
            <a:endParaRPr b="1" dirty="0"/>
          </a:p>
        </p:txBody>
      </p:sp>
      <p:pic>
        <p:nvPicPr>
          <p:cNvPr id="272" name="Google Shape;272;p24"/>
          <p:cNvPicPr preferRelativeResize="0"/>
          <p:nvPr/>
        </p:nvPicPr>
        <p:blipFill rotWithShape="1">
          <a:blip r:embed="rId3">
            <a:alphaModFix/>
          </a:blip>
          <a:srcRect/>
          <a:stretch/>
        </p:blipFill>
        <p:spPr>
          <a:xfrm>
            <a:off x="6096000" y="106748"/>
            <a:ext cx="5661420" cy="664450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CBFF88-BEC8-EC9F-E1A7-7E913B0EFCDD}"/>
              </a:ext>
            </a:extLst>
          </p:cNvPr>
          <p:cNvSpPr txBox="1"/>
          <p:nvPr/>
        </p:nvSpPr>
        <p:spPr>
          <a:xfrm>
            <a:off x="3594970" y="1052186"/>
            <a:ext cx="7716033" cy="3785652"/>
          </a:xfrm>
          <a:prstGeom prst="rect">
            <a:avLst/>
          </a:prstGeom>
          <a:noFill/>
        </p:spPr>
        <p:txBody>
          <a:bodyPr wrap="square">
            <a:spAutoFit/>
          </a:bodyPr>
          <a:lstStyle/>
          <a:p>
            <a:pPr marL="0" lvl="0" indent="0" algn="l" rtl="0">
              <a:spcBef>
                <a:spcPts val="0"/>
              </a:spcBef>
              <a:spcAft>
                <a:spcPts val="0"/>
              </a:spcAft>
              <a:buNone/>
            </a:pPr>
            <a:r>
              <a:rPr lang="en-US" sz="2000" dirty="0">
                <a:solidFill>
                  <a:schemeClr val="accent2"/>
                </a:solidFill>
              </a:rPr>
              <a:t>SELECT </a:t>
            </a:r>
            <a:r>
              <a:rPr lang="en-US" sz="2000" dirty="0" err="1">
                <a:solidFill>
                  <a:schemeClr val="accent2"/>
                </a:solidFill>
              </a:rPr>
              <a:t>E.Fname</a:t>
            </a:r>
            <a:r>
              <a:rPr lang="en-US" sz="2000" dirty="0">
                <a:solidFill>
                  <a:schemeClr val="accent2"/>
                </a:solidFill>
              </a:rPr>
              <a:t>, </a:t>
            </a:r>
            <a:r>
              <a:rPr lang="en-US" sz="2000" dirty="0" err="1">
                <a:solidFill>
                  <a:schemeClr val="accent2"/>
                </a:solidFill>
              </a:rPr>
              <a:t>E.Lname</a:t>
            </a:r>
            <a:endParaRPr lang="en-US" sz="2000" dirty="0">
              <a:solidFill>
                <a:schemeClr val="accent2"/>
              </a:solidFill>
            </a:endParaRPr>
          </a:p>
          <a:p>
            <a:pPr marL="0" lvl="0" indent="0" algn="l" rtl="0">
              <a:spcBef>
                <a:spcPts val="0"/>
              </a:spcBef>
              <a:spcAft>
                <a:spcPts val="0"/>
              </a:spcAft>
              <a:buNone/>
            </a:pPr>
            <a:r>
              <a:rPr lang="en-US" sz="2000" dirty="0">
                <a:solidFill>
                  <a:schemeClr val="accent2"/>
                </a:solidFill>
              </a:rPr>
              <a:t>FROM EMPLOYEE AS E</a:t>
            </a:r>
          </a:p>
          <a:p>
            <a:pPr marL="0" lvl="0" indent="0" algn="l" rtl="0">
              <a:spcBef>
                <a:spcPts val="0"/>
              </a:spcBef>
              <a:spcAft>
                <a:spcPts val="0"/>
              </a:spcAft>
              <a:buNone/>
            </a:pPr>
            <a:r>
              <a:rPr lang="en-US" sz="2000" dirty="0">
                <a:solidFill>
                  <a:schemeClr val="accent2"/>
                </a:solidFill>
              </a:rPr>
              <a:t>WHERE </a:t>
            </a:r>
            <a:r>
              <a:rPr lang="en-US" sz="2000" dirty="0" err="1">
                <a:solidFill>
                  <a:schemeClr val="accent2"/>
                </a:solidFill>
              </a:rPr>
              <a:t>E.Ssn</a:t>
            </a:r>
            <a:r>
              <a:rPr lang="en-US" sz="2000" dirty="0">
                <a:solidFill>
                  <a:schemeClr val="accent2"/>
                </a:solidFill>
              </a:rPr>
              <a:t> IN ( SELECT </a:t>
            </a:r>
            <a:r>
              <a:rPr lang="en-US" sz="2000" dirty="0" err="1">
                <a:solidFill>
                  <a:schemeClr val="accent2"/>
                </a:solidFill>
              </a:rPr>
              <a:t>D.Essn</a:t>
            </a:r>
            <a:endParaRPr lang="en-US" sz="2000" dirty="0">
              <a:solidFill>
                <a:schemeClr val="accent2"/>
              </a:solidFill>
            </a:endParaRPr>
          </a:p>
          <a:p>
            <a:pPr marL="0" lvl="0" indent="0" algn="l" rtl="0">
              <a:spcBef>
                <a:spcPts val="0"/>
              </a:spcBef>
              <a:spcAft>
                <a:spcPts val="0"/>
              </a:spcAft>
              <a:buNone/>
            </a:pPr>
            <a:r>
              <a:rPr lang="en-US" sz="2000" dirty="0">
                <a:solidFill>
                  <a:schemeClr val="accent2"/>
                </a:solidFill>
              </a:rPr>
              <a:t>FROM DEPENDENT AS D</a:t>
            </a:r>
          </a:p>
          <a:p>
            <a:pPr marL="0" lvl="0" indent="0" algn="l" rtl="0">
              <a:spcBef>
                <a:spcPts val="0"/>
              </a:spcBef>
              <a:spcAft>
                <a:spcPts val="0"/>
              </a:spcAft>
              <a:buNone/>
            </a:pPr>
            <a:r>
              <a:rPr lang="en-US" sz="2000" dirty="0">
                <a:solidFill>
                  <a:schemeClr val="accent2"/>
                </a:solidFill>
              </a:rPr>
              <a:t>WHERE </a:t>
            </a:r>
            <a:r>
              <a:rPr lang="en-US" sz="2000" dirty="0" err="1">
                <a:solidFill>
                  <a:schemeClr val="accent2"/>
                </a:solidFill>
              </a:rPr>
              <a:t>E.Fname</a:t>
            </a:r>
            <a:r>
              <a:rPr lang="en-US" sz="2000" dirty="0">
                <a:solidFill>
                  <a:schemeClr val="accent2"/>
                </a:solidFill>
              </a:rPr>
              <a:t> = </a:t>
            </a:r>
            <a:r>
              <a:rPr lang="en-US" sz="2000" dirty="0" err="1">
                <a:solidFill>
                  <a:schemeClr val="accent2"/>
                </a:solidFill>
              </a:rPr>
              <a:t>D.Dependent_name</a:t>
            </a:r>
            <a:endParaRPr lang="en-US" sz="2000" dirty="0">
              <a:solidFill>
                <a:schemeClr val="accent2"/>
              </a:solidFill>
            </a:endParaRPr>
          </a:p>
          <a:p>
            <a:pPr marL="0" lvl="0" indent="0" algn="l" rtl="0">
              <a:spcBef>
                <a:spcPts val="0"/>
              </a:spcBef>
              <a:spcAft>
                <a:spcPts val="0"/>
              </a:spcAft>
              <a:buNone/>
            </a:pPr>
            <a:r>
              <a:rPr lang="en-US" sz="2000" dirty="0">
                <a:solidFill>
                  <a:schemeClr val="accent2"/>
                </a:solidFill>
              </a:rPr>
              <a:t>AND </a:t>
            </a:r>
            <a:r>
              <a:rPr lang="en-US" sz="2000" dirty="0" err="1">
                <a:solidFill>
                  <a:schemeClr val="accent2"/>
                </a:solidFill>
              </a:rPr>
              <a:t>E.Sex</a:t>
            </a:r>
            <a:r>
              <a:rPr lang="en-US" sz="2000" dirty="0">
                <a:solidFill>
                  <a:schemeClr val="accent2"/>
                </a:solidFill>
              </a:rPr>
              <a:t> = </a:t>
            </a:r>
            <a:r>
              <a:rPr lang="en-US" sz="2000" dirty="0" err="1">
                <a:solidFill>
                  <a:schemeClr val="accent2"/>
                </a:solidFill>
              </a:rPr>
              <a:t>D.Sex</a:t>
            </a:r>
            <a:r>
              <a:rPr lang="en-US" sz="2000" dirty="0">
                <a:solidFill>
                  <a:schemeClr val="accent2"/>
                </a:solidFill>
              </a:rPr>
              <a:t> );</a:t>
            </a:r>
          </a:p>
          <a:p>
            <a:pPr marL="0" lvl="0" indent="0" algn="l" rtl="0">
              <a:spcBef>
                <a:spcPts val="0"/>
              </a:spcBef>
              <a:spcAft>
                <a:spcPts val="0"/>
              </a:spcAft>
              <a:buNone/>
            </a:pPr>
            <a:endParaRPr lang="en-US" sz="2000" dirty="0">
              <a:solidFill>
                <a:schemeClr val="accent2"/>
              </a:solidFill>
            </a:endParaRPr>
          </a:p>
          <a:p>
            <a:pPr marL="0" lvl="0" indent="0" algn="l" rtl="0">
              <a:spcBef>
                <a:spcPts val="0"/>
              </a:spcBef>
              <a:spcAft>
                <a:spcPts val="0"/>
              </a:spcAft>
              <a:buNone/>
            </a:pPr>
            <a:r>
              <a:rPr lang="en-US" sz="2000" b="1" i="0" u="none" strike="noStrike" dirty="0">
                <a:solidFill>
                  <a:schemeClr val="accent2"/>
                </a:solidFill>
                <a:ea typeface="Calibri"/>
                <a:cs typeface="Calibri"/>
                <a:sym typeface="Calibri"/>
              </a:rPr>
              <a:t>Another way of writing same query</a:t>
            </a:r>
            <a:endParaRPr lang="en-US" sz="2000" dirty="0">
              <a:solidFill>
                <a:schemeClr val="accent2"/>
              </a:solidFill>
            </a:endParaRPr>
          </a:p>
          <a:p>
            <a:pPr marL="0" lvl="0" indent="0" algn="l" rtl="0">
              <a:spcBef>
                <a:spcPts val="0"/>
              </a:spcBef>
              <a:spcAft>
                <a:spcPts val="0"/>
              </a:spcAft>
              <a:buNone/>
            </a:pPr>
            <a:r>
              <a:rPr lang="en-US" sz="2000" b="1" i="0" u="none" strike="noStrike" dirty="0">
                <a:solidFill>
                  <a:schemeClr val="accent2"/>
                </a:solidFill>
                <a:ea typeface="Calibri"/>
                <a:cs typeface="Calibri"/>
                <a:sym typeface="Calibri"/>
              </a:rPr>
              <a:t>Q16A: SELECT </a:t>
            </a:r>
            <a:r>
              <a:rPr lang="en-US" sz="2000" b="0" i="0" u="none" strike="noStrike" dirty="0" err="1">
                <a:solidFill>
                  <a:schemeClr val="accent2"/>
                </a:solidFill>
                <a:ea typeface="Calibri"/>
                <a:cs typeface="Calibri"/>
                <a:sym typeface="Calibri"/>
              </a:rPr>
              <a:t>E.Fname</a:t>
            </a:r>
            <a:r>
              <a:rPr lang="en-US" sz="2000" b="0" i="0" u="none" strike="noStrike" dirty="0">
                <a:solidFill>
                  <a:schemeClr val="accent2"/>
                </a:solidFill>
                <a:ea typeface="Calibri"/>
                <a:cs typeface="Calibri"/>
                <a:sym typeface="Calibri"/>
              </a:rPr>
              <a:t>, </a:t>
            </a:r>
            <a:r>
              <a:rPr lang="en-US" sz="2000" b="0" i="0" u="none" strike="noStrike" dirty="0" err="1">
                <a:solidFill>
                  <a:schemeClr val="accent2"/>
                </a:solidFill>
                <a:ea typeface="Calibri"/>
                <a:cs typeface="Calibri"/>
                <a:sym typeface="Calibri"/>
              </a:rPr>
              <a:t>E.Lname</a:t>
            </a:r>
            <a:endParaRPr lang="en-US" sz="2000" b="0" i="0" u="none" strike="noStrike" dirty="0">
              <a:solidFill>
                <a:schemeClr val="accent2"/>
              </a:solidFill>
              <a:ea typeface="Calibri"/>
              <a:cs typeface="Calibri"/>
              <a:sym typeface="Calibri"/>
            </a:endParaRPr>
          </a:p>
          <a:p>
            <a:pPr marL="0" lvl="0" indent="0" algn="l" rtl="0">
              <a:spcBef>
                <a:spcPts val="0"/>
              </a:spcBef>
              <a:spcAft>
                <a:spcPts val="0"/>
              </a:spcAft>
              <a:buNone/>
            </a:pPr>
            <a:r>
              <a:rPr lang="en-US" sz="2000" b="1" i="0" u="none" strike="noStrike" dirty="0">
                <a:solidFill>
                  <a:schemeClr val="accent2"/>
                </a:solidFill>
                <a:ea typeface="Calibri"/>
                <a:cs typeface="Calibri"/>
                <a:sym typeface="Calibri"/>
              </a:rPr>
              <a:t>FROM </a:t>
            </a:r>
            <a:r>
              <a:rPr lang="en-US" sz="2000" b="0" i="0" u="none" strike="noStrike" dirty="0">
                <a:solidFill>
                  <a:schemeClr val="accent2"/>
                </a:solidFill>
                <a:ea typeface="Calibri"/>
                <a:cs typeface="Calibri"/>
                <a:sym typeface="Calibri"/>
              </a:rPr>
              <a:t>EMPLOYEE </a:t>
            </a:r>
            <a:r>
              <a:rPr lang="en-US" sz="2000" b="1" i="0" u="none" strike="noStrike" dirty="0">
                <a:solidFill>
                  <a:schemeClr val="accent2"/>
                </a:solidFill>
                <a:ea typeface="Calibri"/>
                <a:cs typeface="Calibri"/>
                <a:sym typeface="Calibri"/>
              </a:rPr>
              <a:t>AS </a:t>
            </a:r>
            <a:r>
              <a:rPr lang="en-US" sz="2000" b="0" i="0" u="none" strike="noStrike" dirty="0">
                <a:solidFill>
                  <a:schemeClr val="accent2"/>
                </a:solidFill>
                <a:ea typeface="Calibri"/>
                <a:cs typeface="Calibri"/>
                <a:sym typeface="Calibri"/>
              </a:rPr>
              <a:t>E, DEPENDENT </a:t>
            </a:r>
            <a:r>
              <a:rPr lang="en-US" sz="2000" b="1" i="0" u="none" strike="noStrike" dirty="0">
                <a:solidFill>
                  <a:schemeClr val="accent2"/>
                </a:solidFill>
                <a:ea typeface="Calibri"/>
                <a:cs typeface="Calibri"/>
                <a:sym typeface="Calibri"/>
              </a:rPr>
              <a:t>AS </a:t>
            </a:r>
            <a:r>
              <a:rPr lang="en-US" sz="2000" b="0" i="0" u="none" strike="noStrike" dirty="0">
                <a:solidFill>
                  <a:schemeClr val="accent2"/>
                </a:solidFill>
                <a:ea typeface="Calibri"/>
                <a:cs typeface="Calibri"/>
                <a:sym typeface="Calibri"/>
              </a:rPr>
              <a:t>D</a:t>
            </a:r>
            <a:endParaRPr lang="en-US" sz="2000" dirty="0">
              <a:solidFill>
                <a:schemeClr val="accent2"/>
              </a:solidFill>
            </a:endParaRPr>
          </a:p>
          <a:p>
            <a:pPr marL="0" lvl="0" indent="0" algn="l" rtl="0">
              <a:spcBef>
                <a:spcPts val="0"/>
              </a:spcBef>
              <a:spcAft>
                <a:spcPts val="0"/>
              </a:spcAft>
              <a:buNone/>
            </a:pPr>
            <a:r>
              <a:rPr lang="en-US" sz="2000" b="1" i="0" u="none" strike="noStrike" dirty="0">
                <a:solidFill>
                  <a:schemeClr val="accent2"/>
                </a:solidFill>
                <a:ea typeface="Calibri"/>
                <a:cs typeface="Calibri"/>
                <a:sym typeface="Calibri"/>
              </a:rPr>
              <a:t>WHERE </a:t>
            </a:r>
            <a:r>
              <a:rPr lang="en-US" sz="2000" b="0" i="0" u="none" strike="noStrike" dirty="0" err="1">
                <a:solidFill>
                  <a:schemeClr val="accent2"/>
                </a:solidFill>
                <a:ea typeface="Calibri"/>
                <a:cs typeface="Calibri"/>
                <a:sym typeface="Calibri"/>
              </a:rPr>
              <a:t>E.Ssn</a:t>
            </a:r>
            <a:r>
              <a:rPr lang="en-US" sz="2000" b="0" i="0" u="none" strike="noStrike" dirty="0">
                <a:solidFill>
                  <a:schemeClr val="accent2"/>
                </a:solidFill>
                <a:ea typeface="Calibri"/>
                <a:cs typeface="Calibri"/>
                <a:sym typeface="Calibri"/>
              </a:rPr>
              <a:t> = </a:t>
            </a:r>
            <a:r>
              <a:rPr lang="en-US" sz="2000" b="0" i="0" u="none" strike="noStrike" dirty="0" err="1">
                <a:solidFill>
                  <a:schemeClr val="accent2"/>
                </a:solidFill>
                <a:ea typeface="Calibri"/>
                <a:cs typeface="Calibri"/>
                <a:sym typeface="Calibri"/>
              </a:rPr>
              <a:t>D.Essn</a:t>
            </a:r>
            <a:r>
              <a:rPr lang="en-US" sz="2000" b="0" i="0" u="none" strike="noStrike" dirty="0">
                <a:solidFill>
                  <a:schemeClr val="accent2"/>
                </a:solidFill>
                <a:ea typeface="Calibri"/>
                <a:cs typeface="Calibri"/>
                <a:sym typeface="Calibri"/>
              </a:rPr>
              <a:t> </a:t>
            </a:r>
            <a:r>
              <a:rPr lang="en-US" sz="2000" b="1" i="0" u="none" strike="noStrike" dirty="0">
                <a:solidFill>
                  <a:schemeClr val="accent2"/>
                </a:solidFill>
                <a:ea typeface="Calibri"/>
                <a:cs typeface="Calibri"/>
                <a:sym typeface="Calibri"/>
              </a:rPr>
              <a:t>AND </a:t>
            </a:r>
            <a:r>
              <a:rPr lang="en-US" sz="2000" b="0" i="0" u="none" strike="noStrike" dirty="0" err="1">
                <a:solidFill>
                  <a:schemeClr val="accent2"/>
                </a:solidFill>
                <a:ea typeface="Calibri"/>
                <a:cs typeface="Calibri"/>
                <a:sym typeface="Calibri"/>
              </a:rPr>
              <a:t>E.Sex</a:t>
            </a:r>
            <a:r>
              <a:rPr lang="en-US" sz="2000" b="0" i="0" u="none" strike="noStrike" dirty="0">
                <a:solidFill>
                  <a:schemeClr val="accent2"/>
                </a:solidFill>
                <a:ea typeface="Calibri"/>
                <a:cs typeface="Calibri"/>
                <a:sym typeface="Calibri"/>
              </a:rPr>
              <a:t> = </a:t>
            </a:r>
            <a:r>
              <a:rPr lang="en-US" sz="2000" b="0" i="0" u="none" strike="noStrike" dirty="0" err="1">
                <a:solidFill>
                  <a:schemeClr val="accent2"/>
                </a:solidFill>
                <a:ea typeface="Calibri"/>
                <a:cs typeface="Calibri"/>
                <a:sym typeface="Calibri"/>
              </a:rPr>
              <a:t>D.Sex</a:t>
            </a:r>
            <a:endParaRPr lang="en-US" sz="2000" b="0" i="0" u="none" strike="noStrike" dirty="0">
              <a:solidFill>
                <a:schemeClr val="accent2"/>
              </a:solidFill>
              <a:ea typeface="Calibri"/>
              <a:cs typeface="Calibri"/>
              <a:sym typeface="Calibri"/>
            </a:endParaRPr>
          </a:p>
          <a:p>
            <a:pPr marL="0" lvl="0" indent="0" algn="l" rtl="0">
              <a:spcBef>
                <a:spcPts val="0"/>
              </a:spcBef>
              <a:spcAft>
                <a:spcPts val="0"/>
              </a:spcAft>
              <a:buNone/>
            </a:pPr>
            <a:r>
              <a:rPr lang="en-US" sz="2000" b="1" i="0" u="none" strike="noStrike" dirty="0">
                <a:solidFill>
                  <a:schemeClr val="accent2"/>
                </a:solidFill>
                <a:ea typeface="Calibri"/>
                <a:cs typeface="Calibri"/>
                <a:sym typeface="Calibri"/>
              </a:rPr>
              <a:t>AND </a:t>
            </a:r>
            <a:r>
              <a:rPr lang="en-US" sz="2000" b="0" i="0" u="none" strike="noStrike" dirty="0" err="1">
                <a:solidFill>
                  <a:schemeClr val="accent2"/>
                </a:solidFill>
                <a:ea typeface="Calibri"/>
                <a:cs typeface="Calibri"/>
                <a:sym typeface="Calibri"/>
              </a:rPr>
              <a:t>E.Fname</a:t>
            </a:r>
            <a:r>
              <a:rPr lang="en-US" sz="2000" b="0" i="0" u="none" strike="noStrike" dirty="0">
                <a:solidFill>
                  <a:schemeClr val="accent2"/>
                </a:solidFill>
                <a:ea typeface="Calibri"/>
                <a:cs typeface="Calibri"/>
                <a:sym typeface="Calibri"/>
              </a:rPr>
              <a:t> = </a:t>
            </a:r>
            <a:r>
              <a:rPr lang="en-US" sz="2000" b="0" i="0" u="none" strike="noStrike" dirty="0" err="1">
                <a:solidFill>
                  <a:schemeClr val="accent2"/>
                </a:solidFill>
                <a:ea typeface="Calibri"/>
                <a:cs typeface="Calibri"/>
                <a:sym typeface="Calibri"/>
              </a:rPr>
              <a:t>D.Dependent_name</a:t>
            </a:r>
            <a:r>
              <a:rPr lang="en-US" sz="2000" b="0" i="0" u="none" strike="noStrike" dirty="0">
                <a:solidFill>
                  <a:schemeClr val="accent2"/>
                </a:solidFill>
                <a:ea typeface="Calibri"/>
                <a:cs typeface="Calibri"/>
                <a:sym typeface="Calibri"/>
              </a:rPr>
              <a:t>;</a:t>
            </a:r>
            <a:endParaRPr lang="en-US" sz="2000" dirty="0">
              <a:solidFill>
                <a:schemeClr val="accent2"/>
              </a:solidFill>
            </a:endParaRPr>
          </a:p>
        </p:txBody>
      </p:sp>
    </p:spTree>
    <p:extLst>
      <p:ext uri="{BB962C8B-B14F-4D97-AF65-F5344CB8AC3E}">
        <p14:creationId xmlns:p14="http://schemas.microsoft.com/office/powerpoint/2010/main" val="3233864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5"/>
          <p:cNvSpPr txBox="1">
            <a:spLocks noGrp="1"/>
          </p:cNvSpPr>
          <p:nvPr>
            <p:ph idx="1"/>
          </p:nvPr>
        </p:nvSpPr>
        <p:spPr>
          <a:xfrm>
            <a:off x="1136412" y="1819898"/>
            <a:ext cx="5495124" cy="1991526"/>
          </a:xfrm>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SzPts val="2800"/>
              <a:buNone/>
            </a:pPr>
            <a:r>
              <a:rPr lang="en-US" b="1" dirty="0"/>
              <a:t>Select the </a:t>
            </a:r>
            <a:r>
              <a:rPr lang="en-US" b="1" dirty="0" err="1"/>
              <a:t>Essns</a:t>
            </a:r>
            <a:r>
              <a:rPr lang="en-US" b="1" dirty="0"/>
              <a:t> of all employees who work for the same (project, hours) combination on some project that employee ‘John Smith’ (whose </a:t>
            </a:r>
            <a:r>
              <a:rPr lang="en-US" b="1" dirty="0" err="1"/>
              <a:t>Ssn</a:t>
            </a:r>
            <a:r>
              <a:rPr lang="en-US" b="1" dirty="0"/>
              <a:t> = ‘123456789’)</a:t>
            </a:r>
            <a:endParaRPr dirty="0"/>
          </a:p>
          <a:p>
            <a:pPr marL="0" indent="0">
              <a:spcBef>
                <a:spcPts val="1000"/>
              </a:spcBef>
              <a:spcAft>
                <a:spcPts val="0"/>
              </a:spcAft>
              <a:buClr>
                <a:schemeClr val="dk1"/>
              </a:buClr>
              <a:buSzPts val="2800"/>
              <a:buNone/>
            </a:pPr>
            <a:endParaRPr b="1" dirty="0"/>
          </a:p>
        </p:txBody>
      </p:sp>
      <p:pic>
        <p:nvPicPr>
          <p:cNvPr id="279" name="Google Shape;279;p25"/>
          <p:cNvPicPr preferRelativeResize="0"/>
          <p:nvPr/>
        </p:nvPicPr>
        <p:blipFill rotWithShape="1">
          <a:blip r:embed="rId3">
            <a:alphaModFix/>
          </a:blip>
          <a:srcRect/>
          <a:stretch/>
        </p:blipFill>
        <p:spPr>
          <a:xfrm>
            <a:off x="7124522" y="159081"/>
            <a:ext cx="4972050" cy="602792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D1BF0D-AD70-8833-5D6D-38565AB0485C}"/>
              </a:ext>
            </a:extLst>
          </p:cNvPr>
          <p:cNvSpPr txBox="1"/>
          <p:nvPr/>
        </p:nvSpPr>
        <p:spPr>
          <a:xfrm>
            <a:off x="3049044" y="1859340"/>
            <a:ext cx="6093912" cy="1569660"/>
          </a:xfrm>
          <a:prstGeom prst="rect">
            <a:avLst/>
          </a:prstGeom>
          <a:noFill/>
        </p:spPr>
        <p:txBody>
          <a:bodyPr wrap="square">
            <a:spAutoFit/>
          </a:bodyPr>
          <a:lstStyle/>
          <a:p>
            <a:pPr marL="0" lvl="0" indent="0" algn="l" rtl="0">
              <a:spcBef>
                <a:spcPts val="0"/>
              </a:spcBef>
              <a:spcAft>
                <a:spcPts val="0"/>
              </a:spcAft>
              <a:buNone/>
            </a:pPr>
            <a:r>
              <a:rPr lang="en-US" sz="2400" dirty="0">
                <a:solidFill>
                  <a:schemeClr val="accent2"/>
                </a:solidFill>
              </a:rPr>
              <a:t>SELECT DISTINCT </a:t>
            </a:r>
            <a:r>
              <a:rPr lang="en-US" sz="2400" dirty="0" err="1">
                <a:solidFill>
                  <a:schemeClr val="accent2"/>
                </a:solidFill>
              </a:rPr>
              <a:t>Essn</a:t>
            </a:r>
            <a:r>
              <a:rPr lang="en-US" sz="2400" dirty="0">
                <a:solidFill>
                  <a:schemeClr val="accent2"/>
                </a:solidFill>
              </a:rPr>
              <a:t> FROM WORKS_ON WHERE (</a:t>
            </a:r>
            <a:r>
              <a:rPr lang="en-US" sz="2400" dirty="0" err="1">
                <a:solidFill>
                  <a:schemeClr val="accent2"/>
                </a:solidFill>
              </a:rPr>
              <a:t>Pno</a:t>
            </a:r>
            <a:r>
              <a:rPr lang="en-US" sz="2400" dirty="0">
                <a:solidFill>
                  <a:schemeClr val="accent2"/>
                </a:solidFill>
              </a:rPr>
              <a:t>, Hours) IN ( SELECT </a:t>
            </a:r>
            <a:r>
              <a:rPr lang="en-US" sz="2400" dirty="0" err="1">
                <a:solidFill>
                  <a:schemeClr val="accent2"/>
                </a:solidFill>
              </a:rPr>
              <a:t>Pno</a:t>
            </a:r>
            <a:r>
              <a:rPr lang="en-US" sz="2400" dirty="0">
                <a:solidFill>
                  <a:schemeClr val="accent2"/>
                </a:solidFill>
              </a:rPr>
              <a:t>, Hours FROM WORKS_ON WHERE </a:t>
            </a:r>
            <a:r>
              <a:rPr lang="en-US" sz="2400" dirty="0" err="1">
                <a:solidFill>
                  <a:schemeClr val="accent2"/>
                </a:solidFill>
              </a:rPr>
              <a:t>Essn</a:t>
            </a:r>
            <a:r>
              <a:rPr lang="en-US" sz="2400" dirty="0">
                <a:solidFill>
                  <a:schemeClr val="accent2"/>
                </a:solidFill>
              </a:rPr>
              <a:t> = ‘123456789’ );</a:t>
            </a:r>
          </a:p>
        </p:txBody>
      </p:sp>
    </p:spTree>
    <p:extLst>
      <p:ext uri="{BB962C8B-B14F-4D97-AF65-F5344CB8AC3E}">
        <p14:creationId xmlns:p14="http://schemas.microsoft.com/office/powerpoint/2010/main" val="1267034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6"/>
          <p:cNvSpPr txBox="1">
            <a:spLocks noGrp="1"/>
          </p:cNvSpPr>
          <p:nvPr>
            <p:ph idx="1"/>
          </p:nvPr>
        </p:nvSpPr>
        <p:spPr>
          <a:xfrm>
            <a:off x="1076593" y="1830995"/>
            <a:ext cx="5221657" cy="1666786"/>
          </a:xfrm>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SzPts val="2800"/>
              <a:buNone/>
            </a:pPr>
            <a:r>
              <a:rPr lang="en-US" b="1" dirty="0"/>
              <a:t>Write a query that returns the names of employees whose salary is greater than the salary of all the employees in department 5</a:t>
            </a:r>
            <a:endParaRPr dirty="0"/>
          </a:p>
        </p:txBody>
      </p:sp>
      <p:pic>
        <p:nvPicPr>
          <p:cNvPr id="286" name="Google Shape;286;p26"/>
          <p:cNvPicPr preferRelativeResize="0"/>
          <p:nvPr/>
        </p:nvPicPr>
        <p:blipFill rotWithShape="1">
          <a:blip r:embed="rId3">
            <a:alphaModFix/>
          </a:blip>
          <a:srcRect/>
          <a:stretch/>
        </p:blipFill>
        <p:spPr>
          <a:xfrm>
            <a:off x="6494804" y="99260"/>
            <a:ext cx="5610313" cy="632717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C02606-FCDF-8546-6C76-44B4F3EA776C}"/>
              </a:ext>
            </a:extLst>
          </p:cNvPr>
          <p:cNvSpPr txBox="1"/>
          <p:nvPr/>
        </p:nvSpPr>
        <p:spPr>
          <a:xfrm>
            <a:off x="2898732" y="1951672"/>
            <a:ext cx="6093912" cy="1938992"/>
          </a:xfrm>
          <a:prstGeom prst="rect">
            <a:avLst/>
          </a:prstGeom>
          <a:noFill/>
        </p:spPr>
        <p:txBody>
          <a:bodyPr wrap="square">
            <a:spAutoFit/>
          </a:bodyPr>
          <a:lstStyle/>
          <a:p>
            <a:pPr marL="0" lvl="0" indent="0" algn="l" rtl="0">
              <a:spcBef>
                <a:spcPts val="0"/>
              </a:spcBef>
              <a:spcAft>
                <a:spcPts val="0"/>
              </a:spcAft>
              <a:buNone/>
            </a:pPr>
            <a:r>
              <a:rPr lang="en-US" sz="2400" dirty="0">
                <a:solidFill>
                  <a:schemeClr val="accent2"/>
                </a:solidFill>
              </a:rPr>
              <a:t>SELECT </a:t>
            </a:r>
            <a:r>
              <a:rPr lang="en-US" sz="2400" dirty="0" err="1">
                <a:solidFill>
                  <a:schemeClr val="accent2"/>
                </a:solidFill>
              </a:rPr>
              <a:t>Lname</a:t>
            </a:r>
            <a:r>
              <a:rPr lang="en-US" sz="2400" dirty="0">
                <a:solidFill>
                  <a:schemeClr val="accent2"/>
                </a:solidFill>
              </a:rPr>
              <a:t>, </a:t>
            </a:r>
            <a:r>
              <a:rPr lang="en-US" sz="2400" dirty="0" err="1">
                <a:solidFill>
                  <a:schemeClr val="accent2"/>
                </a:solidFill>
              </a:rPr>
              <a:t>Fname</a:t>
            </a:r>
            <a:endParaRPr lang="en-US" sz="2400" dirty="0">
              <a:solidFill>
                <a:schemeClr val="accent2"/>
              </a:solidFill>
            </a:endParaRPr>
          </a:p>
          <a:p>
            <a:pPr marL="0" lvl="0" indent="0" algn="l" rtl="0">
              <a:spcBef>
                <a:spcPts val="0"/>
              </a:spcBef>
              <a:spcAft>
                <a:spcPts val="0"/>
              </a:spcAft>
              <a:buNone/>
            </a:pPr>
            <a:r>
              <a:rPr lang="en-US" sz="2400" dirty="0">
                <a:solidFill>
                  <a:schemeClr val="accent2"/>
                </a:solidFill>
              </a:rPr>
              <a:t>FROM EMPLOYEE</a:t>
            </a:r>
          </a:p>
          <a:p>
            <a:pPr marL="0" lvl="0" indent="0" algn="l" rtl="0">
              <a:spcBef>
                <a:spcPts val="0"/>
              </a:spcBef>
              <a:spcAft>
                <a:spcPts val="0"/>
              </a:spcAft>
              <a:buNone/>
            </a:pPr>
            <a:r>
              <a:rPr lang="en-US" sz="2400" dirty="0">
                <a:solidFill>
                  <a:schemeClr val="accent2"/>
                </a:solidFill>
              </a:rPr>
              <a:t>WHERE Salary &gt; ALL ( SELECT Salary</a:t>
            </a:r>
          </a:p>
          <a:p>
            <a:pPr marL="0" lvl="0" indent="0" algn="l" rtl="0">
              <a:spcBef>
                <a:spcPts val="0"/>
              </a:spcBef>
              <a:spcAft>
                <a:spcPts val="0"/>
              </a:spcAft>
              <a:buNone/>
            </a:pPr>
            <a:r>
              <a:rPr lang="en-US" sz="2400" dirty="0">
                <a:solidFill>
                  <a:schemeClr val="accent2"/>
                </a:solidFill>
              </a:rPr>
              <a:t>FROM EMPLOYEE</a:t>
            </a:r>
          </a:p>
          <a:p>
            <a:pPr marL="0" lvl="0" indent="0" algn="l" rtl="0">
              <a:spcBef>
                <a:spcPts val="0"/>
              </a:spcBef>
              <a:spcAft>
                <a:spcPts val="0"/>
              </a:spcAft>
              <a:buNone/>
            </a:pPr>
            <a:r>
              <a:rPr lang="en-US" sz="2400" dirty="0">
                <a:solidFill>
                  <a:schemeClr val="accent2"/>
                </a:solidFill>
              </a:rPr>
              <a:t>WHERE </a:t>
            </a:r>
            <a:r>
              <a:rPr lang="en-US" sz="2400" dirty="0" err="1">
                <a:solidFill>
                  <a:schemeClr val="accent2"/>
                </a:solidFill>
              </a:rPr>
              <a:t>Dno</a:t>
            </a:r>
            <a:r>
              <a:rPr lang="en-US" sz="2400" dirty="0">
                <a:solidFill>
                  <a:schemeClr val="accent2"/>
                </a:solidFill>
              </a:rPr>
              <a:t> = 5 );</a:t>
            </a:r>
          </a:p>
        </p:txBody>
      </p:sp>
    </p:spTree>
    <p:extLst>
      <p:ext uri="{BB962C8B-B14F-4D97-AF65-F5344CB8AC3E}">
        <p14:creationId xmlns:p14="http://schemas.microsoft.com/office/powerpoint/2010/main" val="24008155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7"/>
          <p:cNvSpPr txBox="1">
            <a:spLocks noGrp="1"/>
          </p:cNvSpPr>
          <p:nvPr>
            <p:ph idx="1"/>
          </p:nvPr>
        </p:nvSpPr>
        <p:spPr>
          <a:xfrm>
            <a:off x="1179143" y="1862630"/>
            <a:ext cx="5742950" cy="2273536"/>
          </a:xfrm>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SzPts val="2800"/>
              <a:buNone/>
            </a:pPr>
            <a:r>
              <a:rPr lang="en-US" b="1" dirty="0"/>
              <a:t>Make a list of all project numbers for projects that involve an employee whose last name is ‘Smith’, either as a worker or as a manager of the department that controls the project. </a:t>
            </a:r>
            <a:endParaRPr dirty="0"/>
          </a:p>
          <a:p>
            <a:pPr marL="0" indent="0">
              <a:spcBef>
                <a:spcPts val="1000"/>
              </a:spcBef>
              <a:spcAft>
                <a:spcPts val="0"/>
              </a:spcAft>
              <a:buClr>
                <a:schemeClr val="dk1"/>
              </a:buClr>
              <a:buSzPts val="2800"/>
              <a:buNone/>
            </a:pPr>
            <a:endParaRPr b="1" dirty="0"/>
          </a:p>
        </p:txBody>
      </p:sp>
      <p:pic>
        <p:nvPicPr>
          <p:cNvPr id="293" name="Google Shape;293;p27"/>
          <p:cNvPicPr preferRelativeResize="0"/>
          <p:nvPr/>
        </p:nvPicPr>
        <p:blipFill rotWithShape="1">
          <a:blip r:embed="rId3">
            <a:alphaModFix/>
          </a:blip>
          <a:srcRect/>
          <a:stretch/>
        </p:blipFill>
        <p:spPr>
          <a:xfrm>
            <a:off x="7081793" y="218901"/>
            <a:ext cx="4972050" cy="602792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09A7D6-CB86-1298-9237-F494689B2453}"/>
              </a:ext>
            </a:extLst>
          </p:cNvPr>
          <p:cNvSpPr txBox="1"/>
          <p:nvPr/>
        </p:nvSpPr>
        <p:spPr>
          <a:xfrm>
            <a:off x="2932234" y="1096498"/>
            <a:ext cx="6093912" cy="4154984"/>
          </a:xfrm>
          <a:prstGeom prst="rect">
            <a:avLst/>
          </a:prstGeom>
          <a:noFill/>
        </p:spPr>
        <p:txBody>
          <a:bodyPr wrap="square">
            <a:spAutoFit/>
          </a:bodyPr>
          <a:lstStyle/>
          <a:p>
            <a:pPr marL="0" lvl="0" indent="0" algn="l" rtl="0">
              <a:spcBef>
                <a:spcPts val="0"/>
              </a:spcBef>
              <a:spcAft>
                <a:spcPts val="0"/>
              </a:spcAft>
              <a:buNone/>
            </a:pPr>
            <a:r>
              <a:rPr lang="en-US" sz="2400" dirty="0">
                <a:solidFill>
                  <a:schemeClr val="accent2"/>
                </a:solidFill>
              </a:rPr>
              <a:t>SELECT DISTINCT </a:t>
            </a:r>
            <a:r>
              <a:rPr lang="en-US" sz="2400" dirty="0" err="1">
                <a:solidFill>
                  <a:schemeClr val="accent2"/>
                </a:solidFill>
              </a:rPr>
              <a:t>Pnumber</a:t>
            </a:r>
            <a:endParaRPr lang="en-US" sz="2400" dirty="0">
              <a:solidFill>
                <a:schemeClr val="accent2"/>
              </a:solidFill>
            </a:endParaRPr>
          </a:p>
          <a:p>
            <a:pPr marL="0" lvl="0" indent="0" algn="l" rtl="0">
              <a:spcBef>
                <a:spcPts val="0"/>
              </a:spcBef>
              <a:spcAft>
                <a:spcPts val="0"/>
              </a:spcAft>
              <a:buNone/>
            </a:pPr>
            <a:r>
              <a:rPr lang="en-US" sz="2400" dirty="0">
                <a:solidFill>
                  <a:schemeClr val="accent2"/>
                </a:solidFill>
              </a:rPr>
              <a:t>FROM PROJECT </a:t>
            </a:r>
          </a:p>
          <a:p>
            <a:pPr marL="0" lvl="0" indent="0" algn="l" rtl="0">
              <a:spcBef>
                <a:spcPts val="0"/>
              </a:spcBef>
              <a:spcAft>
                <a:spcPts val="0"/>
              </a:spcAft>
              <a:buNone/>
            </a:pPr>
            <a:r>
              <a:rPr lang="en-US" sz="2400" dirty="0">
                <a:solidFill>
                  <a:schemeClr val="accent2"/>
                </a:solidFill>
              </a:rPr>
              <a:t>WHERE </a:t>
            </a:r>
            <a:r>
              <a:rPr lang="en-US" sz="2400" dirty="0" err="1">
                <a:solidFill>
                  <a:schemeClr val="accent2"/>
                </a:solidFill>
              </a:rPr>
              <a:t>Pnumber</a:t>
            </a:r>
            <a:r>
              <a:rPr lang="en-US" sz="2400" dirty="0">
                <a:solidFill>
                  <a:schemeClr val="accent2"/>
                </a:solidFill>
              </a:rPr>
              <a:t> IN </a:t>
            </a:r>
          </a:p>
          <a:p>
            <a:pPr marL="0" lvl="0" indent="0" algn="l" rtl="0">
              <a:spcBef>
                <a:spcPts val="0"/>
              </a:spcBef>
              <a:spcAft>
                <a:spcPts val="0"/>
              </a:spcAft>
              <a:buNone/>
            </a:pPr>
            <a:r>
              <a:rPr lang="en-US" sz="2400" dirty="0">
                <a:solidFill>
                  <a:schemeClr val="accent2"/>
                </a:solidFill>
              </a:rPr>
              <a:t>( SELECT </a:t>
            </a:r>
            <a:r>
              <a:rPr lang="en-US" sz="2400" dirty="0" err="1">
                <a:solidFill>
                  <a:schemeClr val="accent2"/>
                </a:solidFill>
              </a:rPr>
              <a:t>Pnumber</a:t>
            </a:r>
            <a:r>
              <a:rPr lang="en-US" sz="2400" dirty="0">
                <a:solidFill>
                  <a:schemeClr val="accent2"/>
                </a:solidFill>
              </a:rPr>
              <a:t> FROM PROJECT, DEPARTMENT, EMPLOYEE WHERE </a:t>
            </a:r>
            <a:r>
              <a:rPr lang="en-US" sz="2400" dirty="0" err="1">
                <a:solidFill>
                  <a:schemeClr val="accent2"/>
                </a:solidFill>
              </a:rPr>
              <a:t>Dnum</a:t>
            </a:r>
            <a:r>
              <a:rPr lang="en-US" sz="2400" dirty="0">
                <a:solidFill>
                  <a:schemeClr val="accent2"/>
                </a:solidFill>
              </a:rPr>
              <a:t> = </a:t>
            </a:r>
            <a:r>
              <a:rPr lang="en-US" sz="2400" dirty="0" err="1">
                <a:solidFill>
                  <a:schemeClr val="accent2"/>
                </a:solidFill>
              </a:rPr>
              <a:t>Dnumber</a:t>
            </a:r>
            <a:r>
              <a:rPr lang="en-US" sz="2400" dirty="0">
                <a:solidFill>
                  <a:schemeClr val="accent2"/>
                </a:solidFill>
              </a:rPr>
              <a:t> AND </a:t>
            </a:r>
            <a:r>
              <a:rPr lang="en-US" sz="2400" dirty="0" err="1">
                <a:solidFill>
                  <a:schemeClr val="accent2"/>
                </a:solidFill>
              </a:rPr>
              <a:t>Mgr_ssn</a:t>
            </a:r>
            <a:r>
              <a:rPr lang="en-US" sz="2400" dirty="0">
                <a:solidFill>
                  <a:schemeClr val="accent2"/>
                </a:solidFill>
              </a:rPr>
              <a:t> = </a:t>
            </a:r>
            <a:r>
              <a:rPr lang="en-US" sz="2400" dirty="0" err="1">
                <a:solidFill>
                  <a:schemeClr val="accent2"/>
                </a:solidFill>
              </a:rPr>
              <a:t>Ssn</a:t>
            </a:r>
            <a:r>
              <a:rPr lang="en-US" sz="2400" dirty="0">
                <a:solidFill>
                  <a:schemeClr val="accent2"/>
                </a:solidFill>
              </a:rPr>
              <a:t> AND </a:t>
            </a:r>
            <a:r>
              <a:rPr lang="en-US" sz="2400" dirty="0" err="1">
                <a:solidFill>
                  <a:schemeClr val="accent2"/>
                </a:solidFill>
              </a:rPr>
              <a:t>Lname</a:t>
            </a:r>
            <a:r>
              <a:rPr lang="en-US" sz="2400" dirty="0">
                <a:solidFill>
                  <a:schemeClr val="accent2"/>
                </a:solidFill>
              </a:rPr>
              <a:t> = ‘Smith’ ) </a:t>
            </a:r>
          </a:p>
          <a:p>
            <a:pPr marL="0" lvl="0" indent="0" algn="l" rtl="0">
              <a:spcBef>
                <a:spcPts val="0"/>
              </a:spcBef>
              <a:spcAft>
                <a:spcPts val="0"/>
              </a:spcAft>
              <a:buNone/>
            </a:pPr>
            <a:endParaRPr lang="en-US" sz="2400" dirty="0">
              <a:solidFill>
                <a:schemeClr val="accent2"/>
              </a:solidFill>
            </a:endParaRPr>
          </a:p>
          <a:p>
            <a:pPr marL="0" lvl="0" indent="0" algn="l" rtl="0">
              <a:spcBef>
                <a:spcPts val="0"/>
              </a:spcBef>
              <a:spcAft>
                <a:spcPts val="0"/>
              </a:spcAft>
              <a:buNone/>
            </a:pPr>
            <a:r>
              <a:rPr lang="en-US" sz="2400" dirty="0">
                <a:solidFill>
                  <a:schemeClr val="accent2"/>
                </a:solidFill>
              </a:rPr>
              <a:t>OR </a:t>
            </a:r>
            <a:r>
              <a:rPr lang="en-US" sz="2400" dirty="0" err="1">
                <a:solidFill>
                  <a:schemeClr val="accent2"/>
                </a:solidFill>
              </a:rPr>
              <a:t>Pnumber</a:t>
            </a:r>
            <a:r>
              <a:rPr lang="en-US" sz="2400" dirty="0">
                <a:solidFill>
                  <a:schemeClr val="accent2"/>
                </a:solidFill>
              </a:rPr>
              <a:t> IN </a:t>
            </a:r>
          </a:p>
          <a:p>
            <a:pPr marL="0" lvl="0" indent="0" algn="l" rtl="0">
              <a:spcBef>
                <a:spcPts val="0"/>
              </a:spcBef>
              <a:spcAft>
                <a:spcPts val="0"/>
              </a:spcAft>
              <a:buNone/>
            </a:pPr>
            <a:r>
              <a:rPr lang="en-US" sz="2400" dirty="0">
                <a:solidFill>
                  <a:schemeClr val="accent2"/>
                </a:solidFill>
              </a:rPr>
              <a:t>( SELECT </a:t>
            </a:r>
            <a:r>
              <a:rPr lang="en-US" sz="2400" dirty="0" err="1">
                <a:solidFill>
                  <a:schemeClr val="accent2"/>
                </a:solidFill>
              </a:rPr>
              <a:t>Pno</a:t>
            </a:r>
            <a:r>
              <a:rPr lang="en-US" sz="2400" dirty="0">
                <a:solidFill>
                  <a:schemeClr val="accent2"/>
                </a:solidFill>
              </a:rPr>
              <a:t> FROM WORKS_ON, EMPLOYEE WHERE </a:t>
            </a:r>
            <a:r>
              <a:rPr lang="en-US" sz="2400" dirty="0" err="1">
                <a:solidFill>
                  <a:schemeClr val="accent2"/>
                </a:solidFill>
              </a:rPr>
              <a:t>Essn</a:t>
            </a:r>
            <a:r>
              <a:rPr lang="en-US" sz="2400" dirty="0">
                <a:solidFill>
                  <a:schemeClr val="accent2"/>
                </a:solidFill>
              </a:rPr>
              <a:t> = </a:t>
            </a:r>
            <a:r>
              <a:rPr lang="en-US" sz="2400" dirty="0" err="1">
                <a:solidFill>
                  <a:schemeClr val="accent2"/>
                </a:solidFill>
              </a:rPr>
              <a:t>Ssn</a:t>
            </a:r>
            <a:r>
              <a:rPr lang="en-US" sz="2400" dirty="0">
                <a:solidFill>
                  <a:schemeClr val="accent2"/>
                </a:solidFill>
              </a:rPr>
              <a:t> AND </a:t>
            </a:r>
            <a:r>
              <a:rPr lang="en-US" sz="2400" dirty="0" err="1">
                <a:solidFill>
                  <a:schemeClr val="accent2"/>
                </a:solidFill>
              </a:rPr>
              <a:t>Lname</a:t>
            </a:r>
            <a:r>
              <a:rPr lang="en-US" sz="2400" dirty="0">
                <a:solidFill>
                  <a:schemeClr val="accent2"/>
                </a:solidFill>
              </a:rPr>
              <a:t> = ‘Smith’ );</a:t>
            </a:r>
          </a:p>
        </p:txBody>
      </p:sp>
    </p:spTree>
    <p:extLst>
      <p:ext uri="{BB962C8B-B14F-4D97-AF65-F5344CB8AC3E}">
        <p14:creationId xmlns:p14="http://schemas.microsoft.com/office/powerpoint/2010/main" val="12043094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9"/>
          <p:cNvSpPr txBox="1">
            <a:spLocks noGrp="1"/>
          </p:cNvSpPr>
          <p:nvPr>
            <p:ph type="title"/>
          </p:nvPr>
        </p:nvSpPr>
        <p:spPr>
          <a:xfrm>
            <a:off x="1097280" y="713984"/>
            <a:ext cx="10058400" cy="1023376"/>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Type of Subqueries</a:t>
            </a:r>
            <a:endParaRPr dirty="0">
              <a:solidFill>
                <a:schemeClr val="tx1"/>
              </a:solidFill>
            </a:endParaRPr>
          </a:p>
        </p:txBody>
      </p:sp>
      <p:sp>
        <p:nvSpPr>
          <p:cNvPr id="305" name="Google Shape;305;p29"/>
          <p:cNvSpPr txBox="1">
            <a:spLocks noGrp="1"/>
          </p:cNvSpPr>
          <p:nvPr>
            <p:ph idx="1"/>
          </p:nvPr>
        </p:nvSpPr>
        <p:spPr>
          <a:xfrm>
            <a:off x="1097280" y="1845734"/>
            <a:ext cx="10058400" cy="2991186"/>
          </a:xfrm>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b="1" dirty="0">
                <a:solidFill>
                  <a:schemeClr val="tx1"/>
                </a:solidFill>
              </a:rPr>
              <a:t>Single row subquery :</a:t>
            </a:r>
            <a:r>
              <a:rPr lang="en-US" dirty="0">
                <a:solidFill>
                  <a:schemeClr val="tx1"/>
                </a:solidFill>
              </a:rPr>
              <a:t> Returns zero or one row. Uses Aggregate functions (max, min, avg, </a:t>
            </a:r>
            <a:r>
              <a:rPr lang="en-US" dirty="0" err="1">
                <a:solidFill>
                  <a:schemeClr val="tx1"/>
                </a:solidFill>
              </a:rPr>
              <a:t>count,sum</a:t>
            </a:r>
            <a:r>
              <a:rPr lang="en-US" dirty="0">
                <a:solidFill>
                  <a:schemeClr val="tx1"/>
                </a:solidFill>
              </a:rPr>
              <a:t>) </a:t>
            </a:r>
            <a:endParaRPr dirty="0">
              <a:solidFill>
                <a:schemeClr val="tx1"/>
              </a:solidFill>
            </a:endParaRPr>
          </a:p>
          <a:p>
            <a:pPr marL="228600" indent="-228600">
              <a:spcBef>
                <a:spcPts val="1000"/>
              </a:spcBef>
              <a:spcAft>
                <a:spcPts val="0"/>
              </a:spcAft>
              <a:buClr>
                <a:schemeClr val="dk1"/>
              </a:buClr>
              <a:buSzPts val="2800"/>
              <a:buChar char="•"/>
            </a:pPr>
            <a:r>
              <a:rPr lang="en-US" b="1" dirty="0">
                <a:solidFill>
                  <a:schemeClr val="tx1"/>
                </a:solidFill>
              </a:rPr>
              <a:t>Multiple row subquery : </a:t>
            </a:r>
            <a:r>
              <a:rPr lang="en-US" dirty="0">
                <a:solidFill>
                  <a:schemeClr val="tx1"/>
                </a:solidFill>
              </a:rPr>
              <a:t>Returns one or more rows. </a:t>
            </a:r>
            <a:endParaRPr dirty="0">
              <a:solidFill>
                <a:schemeClr val="tx1"/>
              </a:solidFill>
            </a:endParaRPr>
          </a:p>
          <a:p>
            <a:pPr marL="228600" indent="-228600">
              <a:spcBef>
                <a:spcPts val="1000"/>
              </a:spcBef>
              <a:spcAft>
                <a:spcPts val="0"/>
              </a:spcAft>
              <a:buClr>
                <a:schemeClr val="dk1"/>
              </a:buClr>
              <a:buSzPts val="2800"/>
              <a:buChar char="•"/>
            </a:pPr>
            <a:r>
              <a:rPr lang="en-US" b="1" dirty="0">
                <a:solidFill>
                  <a:schemeClr val="tx1"/>
                </a:solidFill>
              </a:rPr>
              <a:t>Multiple column subqueries :</a:t>
            </a:r>
            <a:r>
              <a:rPr lang="en-US" dirty="0">
                <a:solidFill>
                  <a:schemeClr val="tx1"/>
                </a:solidFill>
              </a:rPr>
              <a:t> Returns one or more columns.</a:t>
            </a:r>
            <a:endParaRPr dirty="0">
              <a:solidFill>
                <a:schemeClr val="tx1"/>
              </a:solidFill>
            </a:endParaRPr>
          </a:p>
          <a:p>
            <a:pPr marL="228600" indent="-228600">
              <a:spcBef>
                <a:spcPts val="1000"/>
              </a:spcBef>
              <a:spcAft>
                <a:spcPts val="0"/>
              </a:spcAft>
              <a:buClr>
                <a:schemeClr val="dk1"/>
              </a:buClr>
              <a:buSzPts val="2800"/>
              <a:buChar char="•"/>
            </a:pPr>
            <a:r>
              <a:rPr lang="en-US" b="1" dirty="0">
                <a:solidFill>
                  <a:schemeClr val="tx1"/>
                </a:solidFill>
              </a:rPr>
              <a:t>Correlated subqueries : </a:t>
            </a:r>
            <a:r>
              <a:rPr lang="en-US" dirty="0">
                <a:solidFill>
                  <a:schemeClr val="tx1"/>
                </a:solidFill>
              </a:rPr>
              <a:t>Reference one or more columns in the outer SQL statement. The subquery is known as a correlated subquery because the subquery is related to the outer SQL statement.</a:t>
            </a:r>
            <a:endParaRPr dirty="0">
              <a:solidFill>
                <a:schemeClr val="tx1"/>
              </a:solidFill>
            </a:endParaRPr>
          </a:p>
        </p:txBody>
      </p:sp>
      <p:sp>
        <p:nvSpPr>
          <p:cNvPr id="306" name="Google Shape;306;p29"/>
          <p:cNvSpPr/>
          <p:nvPr/>
        </p:nvSpPr>
        <p:spPr>
          <a:xfrm>
            <a:off x="5977217" y="3244334"/>
            <a:ext cx="237566" cy="369332"/>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Calibri"/>
                <a:ea typeface="Calibri"/>
                <a:cs typeface="Calibri"/>
                <a:sym typeface="Calibri"/>
              </a:rPr>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0"/>
          <p:cNvSpPr txBox="1">
            <a:spLocks noGrp="1"/>
          </p:cNvSpPr>
          <p:nvPr>
            <p:ph type="title"/>
          </p:nvPr>
        </p:nvSpPr>
        <p:spPr>
          <a:xfrm>
            <a:off x="1036320" y="956391"/>
            <a:ext cx="7886700" cy="889343"/>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Equal to and In</a:t>
            </a:r>
            <a:endParaRPr dirty="0">
              <a:solidFill>
                <a:schemeClr val="tx1"/>
              </a:solidFill>
            </a:endParaRPr>
          </a:p>
        </p:txBody>
      </p:sp>
      <p:sp>
        <p:nvSpPr>
          <p:cNvPr id="312" name="Google Shape;312;p30"/>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dirty="0">
                <a:solidFill>
                  <a:schemeClr val="tx1"/>
                </a:solidFill>
              </a:rPr>
              <a:t>If a nested query returns a single attribute and a single tuple: </a:t>
            </a:r>
            <a:r>
              <a:rPr lang="en-US" b="1" dirty="0">
                <a:solidFill>
                  <a:schemeClr val="tx1"/>
                </a:solidFill>
              </a:rPr>
              <a:t>use = instead of IN for the comparison operator. </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In general, the nested query will return a table (relation), which is a set or multiset of tuples.</a:t>
            </a:r>
            <a:endParaRPr dirty="0">
              <a:solidFill>
                <a:schemeClr val="tx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1"/>
          <p:cNvSpPr txBox="1">
            <a:spLocks noGrp="1"/>
          </p:cNvSpPr>
          <p:nvPr>
            <p:ph type="title"/>
          </p:nvPr>
        </p:nvSpPr>
        <p:spPr>
          <a:xfrm>
            <a:off x="1097280" y="749752"/>
            <a:ext cx="10058400" cy="987608"/>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Explicit Sets and Renaming in SQL</a:t>
            </a:r>
            <a:endParaRPr b="1" dirty="0">
              <a:solidFill>
                <a:schemeClr val="tx1"/>
              </a:solidFill>
            </a:endParaRPr>
          </a:p>
        </p:txBody>
      </p:sp>
      <p:sp>
        <p:nvSpPr>
          <p:cNvPr id="318" name="Google Shape;318;p31"/>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dirty="0"/>
              <a:t>Explicit set of values in the WHERE clause using IN Operator.</a:t>
            </a:r>
          </a:p>
          <a:p>
            <a:pPr marL="228600" indent="-228600">
              <a:spcBef>
                <a:spcPts val="0"/>
              </a:spcBef>
              <a:spcAft>
                <a:spcPts val="0"/>
              </a:spcAft>
              <a:buClr>
                <a:schemeClr val="dk1"/>
              </a:buClr>
              <a:buSzPts val="2800"/>
              <a:buChar char="•"/>
            </a:pPr>
            <a:endParaRPr lang="en-US" dirty="0"/>
          </a:p>
          <a:p>
            <a:pPr marL="228600" indent="-228600">
              <a:spcBef>
                <a:spcPts val="0"/>
              </a:spcBef>
              <a:spcAft>
                <a:spcPts val="0"/>
              </a:spcAft>
              <a:buClr>
                <a:schemeClr val="dk1"/>
              </a:buClr>
              <a:buSzPts val="2800"/>
              <a:buChar char="•"/>
            </a:pPr>
            <a:endParaRPr dirty="0"/>
          </a:p>
          <a:p>
            <a:pPr marL="228600" indent="-50800">
              <a:spcBef>
                <a:spcPts val="1000"/>
              </a:spcBef>
              <a:spcAft>
                <a:spcPts val="0"/>
              </a:spcAft>
              <a:buClr>
                <a:schemeClr val="dk1"/>
              </a:buClr>
              <a:buSzPts val="2800"/>
              <a:buNone/>
            </a:pPr>
            <a:endParaRPr dirty="0"/>
          </a:p>
          <a:p>
            <a:pPr marL="228600" indent="-50800">
              <a:spcBef>
                <a:spcPts val="1000"/>
              </a:spcBef>
              <a:spcAft>
                <a:spcPts val="0"/>
              </a:spcAft>
              <a:buClr>
                <a:schemeClr val="dk1"/>
              </a:buClr>
              <a:buSzPts val="2800"/>
              <a:buNone/>
            </a:pPr>
            <a:endParaRPr dirty="0"/>
          </a:p>
          <a:p>
            <a:pPr marL="0" indent="0">
              <a:spcBef>
                <a:spcPts val="1000"/>
              </a:spcBef>
              <a:spcAft>
                <a:spcPts val="0"/>
              </a:spcAft>
              <a:buClr>
                <a:schemeClr val="dk1"/>
              </a:buClr>
              <a:buSzPts val="2800"/>
              <a:buNone/>
            </a:pPr>
            <a:endParaRPr dirty="0"/>
          </a:p>
          <a:p>
            <a:pPr marL="228600" indent="-228600">
              <a:spcBef>
                <a:spcPts val="1000"/>
              </a:spcBef>
              <a:spcAft>
                <a:spcPts val="0"/>
              </a:spcAft>
              <a:buClr>
                <a:schemeClr val="dk1"/>
              </a:buClr>
              <a:buSzPts val="2800"/>
              <a:buChar char="•"/>
            </a:pPr>
            <a:r>
              <a:rPr lang="en-US" dirty="0"/>
              <a:t>AS construct: used to alias both attribute and relation names </a:t>
            </a:r>
            <a:endParaRPr dirty="0"/>
          </a:p>
        </p:txBody>
      </p:sp>
      <p:sp>
        <p:nvSpPr>
          <p:cNvPr id="319" name="Google Shape;319;p31"/>
          <p:cNvSpPr/>
          <p:nvPr/>
        </p:nvSpPr>
        <p:spPr>
          <a:xfrm>
            <a:off x="5977217" y="3244334"/>
            <a:ext cx="237566" cy="369332"/>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Calibri"/>
                <a:ea typeface="Calibri"/>
                <a:cs typeface="Calibri"/>
                <a:sym typeface="Calibri"/>
              </a:rPr>
              <a:t> </a:t>
            </a:r>
            <a:endParaRPr/>
          </a:p>
        </p:txBody>
      </p:sp>
      <p:pic>
        <p:nvPicPr>
          <p:cNvPr id="320" name="Google Shape;320;p31" descr="https://lh5.googleusercontent.com/3vKdjYcVXyHf2AK40PXuvzhgPyrS6j6suVlPY6av9MEZpUQ-1NvYF5o65jCW94DVx4G3Z5XdC7sVQ_8SwfoAKNdmTwbj5SduWWquZhnoiasJ8aaHkoibB7rcOrPxv6Ry=s0"/>
          <p:cNvPicPr preferRelativeResize="0"/>
          <p:nvPr/>
        </p:nvPicPr>
        <p:blipFill rotWithShape="1">
          <a:blip r:embed="rId3">
            <a:alphaModFix/>
          </a:blip>
          <a:srcRect/>
          <a:stretch/>
        </p:blipFill>
        <p:spPr>
          <a:xfrm>
            <a:off x="1304318" y="2347644"/>
            <a:ext cx="6959311" cy="1431957"/>
          </a:xfrm>
          <a:prstGeom prst="rect">
            <a:avLst/>
          </a:prstGeom>
          <a:noFill/>
          <a:ln>
            <a:noFill/>
          </a:ln>
        </p:spPr>
      </p:pic>
      <p:pic>
        <p:nvPicPr>
          <p:cNvPr id="321" name="Google Shape;321;p31" descr="https://lh4.googleusercontent.com/2tqviknWuJ-T5vzgNffXUY3jULXmxuVn_Bb26CHG-E2XRKjPuESz8pKInyDSQUE9IbyhD8DuR9geQ5mDybFokeBg704FptD1RZECQ8qEJFKYryWOdoO7mgQWDjds3dMl=s0"/>
          <p:cNvPicPr preferRelativeResize="0"/>
          <p:nvPr/>
        </p:nvPicPr>
        <p:blipFill rotWithShape="1">
          <a:blip r:embed="rId4">
            <a:alphaModFix/>
          </a:blip>
          <a:srcRect/>
          <a:stretch/>
        </p:blipFill>
        <p:spPr>
          <a:xfrm>
            <a:off x="1568948" y="4510356"/>
            <a:ext cx="6805830" cy="93440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2"/>
          <p:cNvSpPr txBox="1">
            <a:spLocks noGrp="1"/>
          </p:cNvSpPr>
          <p:nvPr>
            <p:ph type="title"/>
          </p:nvPr>
        </p:nvSpPr>
        <p:spPr>
          <a:xfrm>
            <a:off x="1097280" y="864296"/>
            <a:ext cx="10058400" cy="873064"/>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sz="5300" b="1" dirty="0">
                <a:solidFill>
                  <a:schemeClr val="tx1"/>
                </a:solidFill>
              </a:rPr>
              <a:t>ALL</a:t>
            </a:r>
            <a:endParaRPr b="1" dirty="0">
              <a:solidFill>
                <a:schemeClr val="tx1"/>
              </a:solidFill>
            </a:endParaRPr>
          </a:p>
        </p:txBody>
      </p:sp>
      <p:sp>
        <p:nvSpPr>
          <p:cNvPr id="327" name="Google Shape;327;p32"/>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a:spcBef>
                <a:spcPts val="0"/>
              </a:spcBef>
              <a:buClr>
                <a:schemeClr val="dk1"/>
              </a:buClr>
            </a:pPr>
            <a:r>
              <a:rPr lang="en-US" dirty="0">
                <a:solidFill>
                  <a:schemeClr val="tx1"/>
                </a:solidFill>
              </a:rPr>
              <a:t>ALL: used to compare a value to a list or subquery. It must be preceded by =, !=, &gt;, &lt;, &lt;=, &gt;= and followed by a list or subquery.</a:t>
            </a:r>
            <a:endParaRPr dirty="0">
              <a:solidFill>
                <a:schemeClr val="tx1"/>
              </a:solidFill>
            </a:endParaRPr>
          </a:p>
          <a:p>
            <a:pPr>
              <a:lnSpc>
                <a:spcPct val="90000"/>
              </a:lnSpc>
              <a:buClr>
                <a:srgbClr val="212529"/>
              </a:buClr>
              <a:buSzPct val="100000"/>
            </a:pPr>
            <a:r>
              <a:rPr lang="en-US" b="0" i="0" dirty="0">
                <a:solidFill>
                  <a:schemeClr val="tx1"/>
                </a:solidFill>
                <a:ea typeface="Arial"/>
                <a:cs typeface="Arial"/>
                <a:sym typeface="Arial"/>
              </a:rPr>
              <a:t>"x = ALL (...)": The value must match all the values in the list to evaluate to TRUE.</a:t>
            </a:r>
            <a:endParaRPr dirty="0">
              <a:solidFill>
                <a:schemeClr val="tx1"/>
              </a:solidFill>
            </a:endParaRPr>
          </a:p>
          <a:p>
            <a:pPr>
              <a:lnSpc>
                <a:spcPct val="90000"/>
              </a:lnSpc>
              <a:buClr>
                <a:srgbClr val="212529"/>
              </a:buClr>
              <a:buSzPct val="100000"/>
            </a:pPr>
            <a:r>
              <a:rPr lang="en-US" b="0" i="0" dirty="0">
                <a:solidFill>
                  <a:schemeClr val="tx1"/>
                </a:solidFill>
                <a:ea typeface="Arial"/>
                <a:cs typeface="Arial"/>
                <a:sym typeface="Arial"/>
              </a:rPr>
              <a:t>"x != ALL (...)": The value must not match any values in the list to evaluate to TRUE.</a:t>
            </a:r>
            <a:endParaRPr dirty="0">
              <a:solidFill>
                <a:schemeClr val="tx1"/>
              </a:solidFill>
            </a:endParaRPr>
          </a:p>
          <a:p>
            <a:pPr>
              <a:lnSpc>
                <a:spcPct val="90000"/>
              </a:lnSpc>
              <a:buClr>
                <a:srgbClr val="212529"/>
              </a:buClr>
              <a:buSzPct val="100000"/>
            </a:pPr>
            <a:r>
              <a:rPr lang="en-US" b="0" i="0" dirty="0">
                <a:solidFill>
                  <a:schemeClr val="tx1"/>
                </a:solidFill>
                <a:ea typeface="Arial"/>
                <a:cs typeface="Arial"/>
                <a:sym typeface="Arial"/>
              </a:rPr>
              <a:t>"x &gt; ALL (...)": The value must be greater than the biggest value in the list to evaluate to TRUE.</a:t>
            </a:r>
            <a:endParaRPr dirty="0">
              <a:solidFill>
                <a:schemeClr val="tx1"/>
              </a:solidFill>
            </a:endParaRPr>
          </a:p>
          <a:p>
            <a:pPr>
              <a:lnSpc>
                <a:spcPct val="90000"/>
              </a:lnSpc>
              <a:buClr>
                <a:srgbClr val="212529"/>
              </a:buClr>
              <a:buSzPct val="100000"/>
            </a:pPr>
            <a:r>
              <a:rPr lang="en-US" b="0" i="0" dirty="0">
                <a:solidFill>
                  <a:schemeClr val="tx1"/>
                </a:solidFill>
                <a:ea typeface="Arial"/>
                <a:cs typeface="Arial"/>
                <a:sym typeface="Arial"/>
              </a:rPr>
              <a:t>"x &lt; ALL (...)": The value must be smaller than the smallest value in the list to evaluate to TRUE.</a:t>
            </a:r>
            <a:endParaRPr dirty="0">
              <a:solidFill>
                <a:schemeClr val="tx1"/>
              </a:solidFill>
            </a:endParaRPr>
          </a:p>
          <a:p>
            <a:pPr>
              <a:lnSpc>
                <a:spcPct val="90000"/>
              </a:lnSpc>
              <a:buClr>
                <a:srgbClr val="212529"/>
              </a:buClr>
              <a:buSzPct val="100000"/>
            </a:pPr>
            <a:r>
              <a:rPr lang="en-US" b="0" i="0" dirty="0">
                <a:solidFill>
                  <a:schemeClr val="tx1"/>
                </a:solidFill>
                <a:ea typeface="Arial"/>
                <a:cs typeface="Arial"/>
                <a:sym typeface="Arial"/>
              </a:rPr>
              <a:t>"x &gt;= ALL (...)": The value must be greater than or equal to the biggest value in the list to evaluate to TRUE.</a:t>
            </a:r>
            <a:endParaRPr dirty="0">
              <a:solidFill>
                <a:schemeClr val="tx1"/>
              </a:solidFill>
            </a:endParaRPr>
          </a:p>
          <a:p>
            <a:pPr>
              <a:lnSpc>
                <a:spcPct val="90000"/>
              </a:lnSpc>
              <a:buClr>
                <a:srgbClr val="212529"/>
              </a:buClr>
              <a:buSzPct val="100000"/>
            </a:pPr>
            <a:r>
              <a:rPr lang="en-US" b="0" i="0" dirty="0">
                <a:solidFill>
                  <a:schemeClr val="tx1"/>
                </a:solidFill>
                <a:ea typeface="Arial"/>
                <a:cs typeface="Arial"/>
                <a:sym typeface="Arial"/>
              </a:rPr>
              <a:t>"x &lt;= ALL (...)": The value must be smaller than or equal to the smallest value in the list to evaluate to TRUE.</a:t>
            </a:r>
            <a:endParaRPr dirty="0">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pic>
        <p:nvPicPr>
          <p:cNvPr id="332" name="Google Shape;332;p33"/>
          <p:cNvPicPr preferRelativeResize="0">
            <a:picLocks noGrp="1"/>
          </p:cNvPicPr>
          <p:nvPr>
            <p:ph idx="1"/>
          </p:nvPr>
        </p:nvPicPr>
        <p:blipFill rotWithShape="1">
          <a:blip r:embed="rId3">
            <a:alphaModFix/>
          </a:blip>
          <a:srcRect/>
          <a:stretch/>
        </p:blipFill>
        <p:spPr>
          <a:xfrm>
            <a:off x="1160744" y="186663"/>
            <a:ext cx="9661743" cy="3483464"/>
          </a:xfrm>
          <a:prstGeom prst="rect">
            <a:avLst/>
          </a:prstGeom>
          <a:noFill/>
          <a:ln>
            <a:noFill/>
          </a:ln>
        </p:spPr>
      </p:pic>
      <p:sp>
        <p:nvSpPr>
          <p:cNvPr id="333" name="Google Shape;333;p33"/>
          <p:cNvSpPr/>
          <p:nvPr/>
        </p:nvSpPr>
        <p:spPr>
          <a:xfrm>
            <a:off x="1160744" y="4039469"/>
            <a:ext cx="9661742" cy="1892806"/>
          </a:xfrm>
          <a:prstGeom prst="rect">
            <a:avLst/>
          </a:prstGeom>
          <a:solidFill>
            <a:srgbClr val="F5F5F5"/>
          </a:solidFill>
          <a:ln>
            <a:noFill/>
          </a:ln>
        </p:spPr>
        <p:txBody>
          <a:bodyPr spcFirstLastPara="1" wrap="square" lIns="91425" tIns="0" rIns="91425" bIns="45700" anchor="ctr" anchorCtr="0">
            <a:spAutoFit/>
          </a:bodyPr>
          <a:lstStyle/>
          <a:p>
            <a:pPr>
              <a:buClr>
                <a:srgbClr val="000000"/>
              </a:buClr>
              <a:buSzPts val="2400"/>
            </a:pPr>
            <a:r>
              <a:rPr lang="en-US" sz="2400" dirty="0">
                <a:solidFill>
                  <a:srgbClr val="000000"/>
                </a:solidFill>
                <a:ea typeface="Calibri"/>
                <a:cs typeface="Calibri"/>
                <a:sym typeface="Calibri"/>
              </a:rPr>
              <a:t>SELECT </a:t>
            </a:r>
            <a:r>
              <a:rPr lang="en-US" sz="2400" dirty="0" err="1">
                <a:solidFill>
                  <a:srgbClr val="000000"/>
                </a:solidFill>
                <a:ea typeface="Calibri"/>
                <a:cs typeface="Calibri"/>
                <a:sym typeface="Calibri"/>
              </a:rPr>
              <a:t>empno</a:t>
            </a:r>
            <a:r>
              <a:rPr lang="en-US" sz="2400" dirty="0">
                <a:solidFill>
                  <a:srgbClr val="000000"/>
                </a:solidFill>
                <a:ea typeface="Calibri"/>
                <a:cs typeface="Calibri"/>
                <a:sym typeface="Calibri"/>
              </a:rPr>
              <a:t>, </a:t>
            </a:r>
            <a:r>
              <a:rPr lang="en-US" sz="2400" dirty="0" err="1">
                <a:solidFill>
                  <a:srgbClr val="000000"/>
                </a:solidFill>
                <a:ea typeface="Calibri"/>
                <a:cs typeface="Calibri"/>
                <a:sym typeface="Calibri"/>
              </a:rPr>
              <a:t>sal</a:t>
            </a:r>
            <a:r>
              <a:rPr lang="en-US" sz="2400" dirty="0">
                <a:solidFill>
                  <a:srgbClr val="000000"/>
                </a:solidFill>
                <a:ea typeface="Calibri"/>
                <a:cs typeface="Calibri"/>
                <a:sym typeface="Calibri"/>
              </a:rPr>
              <a:t> FROM emp WHERE </a:t>
            </a:r>
            <a:r>
              <a:rPr lang="en-US" sz="2400" dirty="0" err="1">
                <a:solidFill>
                  <a:srgbClr val="000000"/>
                </a:solidFill>
                <a:ea typeface="Calibri"/>
                <a:cs typeface="Calibri"/>
                <a:sym typeface="Calibri"/>
              </a:rPr>
              <a:t>sal</a:t>
            </a:r>
            <a:r>
              <a:rPr lang="en-US" sz="2400" dirty="0">
                <a:solidFill>
                  <a:srgbClr val="000000"/>
                </a:solidFill>
                <a:ea typeface="Calibri"/>
                <a:cs typeface="Calibri"/>
                <a:sym typeface="Calibri"/>
              </a:rPr>
              <a:t> &gt; ALL (2000, 3000, 4000);</a:t>
            </a:r>
          </a:p>
          <a:p>
            <a:pPr>
              <a:buClr>
                <a:srgbClr val="000000"/>
              </a:buClr>
              <a:buSzPts val="2400"/>
            </a:pPr>
            <a:r>
              <a:rPr lang="en-US" sz="2400" dirty="0">
                <a:solidFill>
                  <a:srgbClr val="000000"/>
                </a:solidFill>
                <a:ea typeface="Calibri"/>
                <a:cs typeface="Calibri"/>
                <a:sym typeface="Calibri"/>
              </a:rPr>
              <a:t>output </a:t>
            </a:r>
            <a:r>
              <a:rPr lang="en-US" dirty="0">
                <a:sym typeface="Calibri"/>
              </a:rPr>
              <a:t>:</a:t>
            </a:r>
            <a:r>
              <a:rPr lang="en-US" sz="2400" dirty="0">
                <a:solidFill>
                  <a:srgbClr val="000000"/>
                </a:solidFill>
                <a:ea typeface="Calibri"/>
                <a:cs typeface="Calibri"/>
                <a:sym typeface="Calibri"/>
              </a:rPr>
              <a:t> 7839 5000 </a:t>
            </a:r>
            <a:endParaRPr dirty="0"/>
          </a:p>
          <a:p>
            <a:pPr>
              <a:buClr>
                <a:srgbClr val="000000"/>
              </a:buClr>
              <a:buSzPts val="2400"/>
            </a:pPr>
            <a:r>
              <a:rPr lang="en-US" sz="2400" dirty="0">
                <a:solidFill>
                  <a:srgbClr val="000000"/>
                </a:solidFill>
                <a:ea typeface="Calibri"/>
                <a:cs typeface="Calibri"/>
                <a:sym typeface="Calibri"/>
              </a:rPr>
              <a:t>SQL&gt; -- Transformed to equivalent statement without ALL. SELECT </a:t>
            </a:r>
            <a:r>
              <a:rPr lang="en-US" sz="2400" dirty="0" err="1">
                <a:solidFill>
                  <a:srgbClr val="000000"/>
                </a:solidFill>
                <a:ea typeface="Calibri"/>
                <a:cs typeface="Calibri"/>
                <a:sym typeface="Calibri"/>
              </a:rPr>
              <a:t>empno</a:t>
            </a:r>
            <a:r>
              <a:rPr lang="en-US" sz="2400" dirty="0">
                <a:solidFill>
                  <a:srgbClr val="000000"/>
                </a:solidFill>
                <a:ea typeface="Calibri"/>
                <a:cs typeface="Calibri"/>
                <a:sym typeface="Calibri"/>
              </a:rPr>
              <a:t>, </a:t>
            </a:r>
            <a:r>
              <a:rPr lang="en-US" sz="2400" dirty="0" err="1">
                <a:solidFill>
                  <a:srgbClr val="000000"/>
                </a:solidFill>
                <a:ea typeface="Calibri"/>
                <a:cs typeface="Calibri"/>
                <a:sym typeface="Calibri"/>
              </a:rPr>
              <a:t>sal</a:t>
            </a:r>
            <a:r>
              <a:rPr lang="en-US" sz="2400" dirty="0">
                <a:solidFill>
                  <a:srgbClr val="000000"/>
                </a:solidFill>
                <a:ea typeface="Calibri"/>
                <a:cs typeface="Calibri"/>
                <a:sym typeface="Calibri"/>
              </a:rPr>
              <a:t> FROM emp WHERE </a:t>
            </a:r>
            <a:r>
              <a:rPr lang="en-US" sz="2400" dirty="0" err="1">
                <a:solidFill>
                  <a:srgbClr val="000000"/>
                </a:solidFill>
                <a:ea typeface="Calibri"/>
                <a:cs typeface="Calibri"/>
                <a:sym typeface="Calibri"/>
              </a:rPr>
              <a:t>sal</a:t>
            </a:r>
            <a:r>
              <a:rPr lang="en-US" sz="2400" dirty="0">
                <a:solidFill>
                  <a:srgbClr val="000000"/>
                </a:solidFill>
                <a:ea typeface="Calibri"/>
                <a:cs typeface="Calibri"/>
                <a:sym typeface="Calibri"/>
              </a:rPr>
              <a:t> &gt; 2000 AND </a:t>
            </a:r>
            <a:r>
              <a:rPr lang="en-US" sz="2400" dirty="0" err="1">
                <a:solidFill>
                  <a:srgbClr val="000000"/>
                </a:solidFill>
                <a:ea typeface="Calibri"/>
                <a:cs typeface="Calibri"/>
                <a:sym typeface="Calibri"/>
              </a:rPr>
              <a:t>sal</a:t>
            </a:r>
            <a:r>
              <a:rPr lang="en-US" sz="2400" dirty="0">
                <a:solidFill>
                  <a:srgbClr val="000000"/>
                </a:solidFill>
                <a:ea typeface="Calibri"/>
                <a:cs typeface="Calibri"/>
                <a:sym typeface="Calibri"/>
              </a:rPr>
              <a:t> &gt; 3000 AND </a:t>
            </a:r>
            <a:r>
              <a:rPr lang="en-US" sz="2400" dirty="0" err="1">
                <a:solidFill>
                  <a:srgbClr val="000000"/>
                </a:solidFill>
                <a:ea typeface="Calibri"/>
                <a:cs typeface="Calibri"/>
                <a:sym typeface="Calibri"/>
              </a:rPr>
              <a:t>sal</a:t>
            </a:r>
            <a:r>
              <a:rPr lang="en-US" sz="2400" dirty="0">
                <a:solidFill>
                  <a:srgbClr val="000000"/>
                </a:solidFill>
                <a:ea typeface="Calibri"/>
                <a:cs typeface="Calibri"/>
                <a:sym typeface="Calibri"/>
              </a:rPr>
              <a:t> &gt; 4000; </a:t>
            </a:r>
            <a:endParaRPr dirty="0"/>
          </a:p>
          <a:p>
            <a:pPr>
              <a:buClr>
                <a:srgbClr val="000000"/>
              </a:buClr>
              <a:buSzPts val="2400"/>
            </a:pPr>
            <a:r>
              <a:rPr lang="en-US" sz="2400" dirty="0">
                <a:solidFill>
                  <a:srgbClr val="000000"/>
                </a:solidFill>
                <a:ea typeface="Calibri"/>
                <a:cs typeface="Calibri"/>
                <a:sym typeface="Calibri"/>
              </a:rPr>
              <a:t>Output: 7839 5000 </a:t>
            </a:r>
            <a:endParaRPr sz="2400" dirty="0">
              <a:solidFill>
                <a:schemeClr val="dk1"/>
              </a:solidFill>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4"/>
          <p:cNvSpPr txBox="1">
            <a:spLocks noGrp="1"/>
          </p:cNvSpPr>
          <p:nvPr>
            <p:ph idx="1"/>
          </p:nvPr>
        </p:nvSpPr>
        <p:spPr>
          <a:xfrm>
            <a:off x="776615" y="1816275"/>
            <a:ext cx="5782849" cy="4008328"/>
          </a:xfrm>
          <a:prstGeom prst="rect">
            <a:avLst/>
          </a:prstGeom>
          <a:noFill/>
          <a:ln>
            <a:noFill/>
          </a:ln>
        </p:spPr>
        <p:txBody>
          <a:bodyPr spcFirstLastPara="1" vert="horz" wrap="square" lIns="91425" tIns="45700" rIns="91425" bIns="45700" rtlCol="0" anchor="t" anchorCtr="0">
            <a:normAutofit fontScale="92500" lnSpcReduction="10000"/>
          </a:bodyPr>
          <a:lstStyle/>
          <a:p>
            <a:pPr marL="0" indent="0">
              <a:spcBef>
                <a:spcPts val="0"/>
              </a:spcBef>
              <a:spcAft>
                <a:spcPts val="0"/>
              </a:spcAft>
              <a:buClr>
                <a:schemeClr val="dk1"/>
              </a:buClr>
              <a:buSzPts val="2000"/>
              <a:buNone/>
            </a:pPr>
            <a:r>
              <a:rPr lang="en-US" sz="2400" dirty="0">
                <a:solidFill>
                  <a:schemeClr val="tx1"/>
                </a:solidFill>
              </a:rPr>
              <a:t>SELECT e1.empno, e1.sal</a:t>
            </a:r>
            <a:endParaRPr sz="2400" dirty="0">
              <a:solidFill>
                <a:schemeClr val="tx1"/>
              </a:solidFill>
            </a:endParaRPr>
          </a:p>
          <a:p>
            <a:pPr marL="0" indent="0">
              <a:spcBef>
                <a:spcPts val="1000"/>
              </a:spcBef>
              <a:spcAft>
                <a:spcPts val="0"/>
              </a:spcAft>
              <a:buClr>
                <a:schemeClr val="dk1"/>
              </a:buClr>
              <a:buSzPts val="2000"/>
              <a:buNone/>
            </a:pPr>
            <a:r>
              <a:rPr lang="en-US" sz="2400" dirty="0">
                <a:solidFill>
                  <a:schemeClr val="tx1"/>
                </a:solidFill>
              </a:rPr>
              <a:t>FROM   emp e1</a:t>
            </a:r>
            <a:endParaRPr sz="2400" dirty="0">
              <a:solidFill>
                <a:schemeClr val="tx1"/>
              </a:solidFill>
            </a:endParaRPr>
          </a:p>
          <a:p>
            <a:pPr marL="0" indent="0">
              <a:spcBef>
                <a:spcPts val="1000"/>
              </a:spcBef>
              <a:spcAft>
                <a:spcPts val="0"/>
              </a:spcAft>
              <a:buClr>
                <a:schemeClr val="dk1"/>
              </a:buClr>
              <a:buSzPts val="2000"/>
              <a:buNone/>
            </a:pPr>
            <a:r>
              <a:rPr lang="en-US" sz="2400" dirty="0">
                <a:solidFill>
                  <a:schemeClr val="tx1"/>
                </a:solidFill>
              </a:rPr>
              <a:t>WHERE  e1.sal &gt; ALL </a:t>
            </a:r>
            <a:endParaRPr sz="2400" dirty="0">
              <a:solidFill>
                <a:schemeClr val="tx1"/>
              </a:solidFill>
            </a:endParaRPr>
          </a:p>
          <a:p>
            <a:pPr marL="0" indent="0">
              <a:spcBef>
                <a:spcPts val="1000"/>
              </a:spcBef>
              <a:spcAft>
                <a:spcPts val="0"/>
              </a:spcAft>
              <a:buClr>
                <a:schemeClr val="dk1"/>
              </a:buClr>
              <a:buSzPts val="2000"/>
              <a:buNone/>
            </a:pPr>
            <a:r>
              <a:rPr lang="en-US" sz="2400" dirty="0">
                <a:solidFill>
                  <a:schemeClr val="tx1"/>
                </a:solidFill>
              </a:rPr>
              <a:t>(SELECT e2.sal</a:t>
            </a:r>
            <a:endParaRPr sz="2400" dirty="0">
              <a:solidFill>
                <a:schemeClr val="tx1"/>
              </a:solidFill>
            </a:endParaRPr>
          </a:p>
          <a:p>
            <a:pPr marL="0" indent="0">
              <a:spcBef>
                <a:spcPts val="1000"/>
              </a:spcBef>
              <a:spcAft>
                <a:spcPts val="0"/>
              </a:spcAft>
              <a:buClr>
                <a:schemeClr val="dk1"/>
              </a:buClr>
              <a:buSzPts val="2000"/>
              <a:buNone/>
            </a:pPr>
            <a:r>
              <a:rPr lang="en-US" sz="2400" dirty="0">
                <a:solidFill>
                  <a:schemeClr val="tx1"/>
                </a:solidFill>
              </a:rPr>
              <a:t> FROM   emp e2</a:t>
            </a:r>
            <a:endParaRPr sz="2400" dirty="0">
              <a:solidFill>
                <a:schemeClr val="tx1"/>
              </a:solidFill>
            </a:endParaRPr>
          </a:p>
          <a:p>
            <a:pPr marL="0" indent="0">
              <a:spcBef>
                <a:spcPts val="1000"/>
              </a:spcBef>
              <a:spcAft>
                <a:spcPts val="0"/>
              </a:spcAft>
              <a:buClr>
                <a:schemeClr val="dk1"/>
              </a:buClr>
              <a:buSzPts val="2000"/>
              <a:buNone/>
            </a:pPr>
            <a:r>
              <a:rPr lang="en-US" sz="2400" dirty="0">
                <a:solidFill>
                  <a:schemeClr val="tx1"/>
                </a:solidFill>
              </a:rPr>
              <a:t> WHERE  e2.deptno = 20);</a:t>
            </a:r>
            <a:endParaRPr sz="2400" dirty="0">
              <a:solidFill>
                <a:schemeClr val="tx1"/>
              </a:solidFill>
            </a:endParaRPr>
          </a:p>
          <a:p>
            <a:pPr marL="0" indent="0">
              <a:spcBef>
                <a:spcPts val="1000"/>
              </a:spcBef>
              <a:spcAft>
                <a:spcPts val="0"/>
              </a:spcAft>
              <a:buClr>
                <a:schemeClr val="dk1"/>
              </a:buClr>
              <a:buSzPts val="2000"/>
              <a:buNone/>
            </a:pPr>
            <a:endParaRPr sz="2400" dirty="0">
              <a:solidFill>
                <a:schemeClr val="tx1"/>
              </a:solidFill>
            </a:endParaRPr>
          </a:p>
          <a:p>
            <a:pPr marL="0" indent="0">
              <a:spcBef>
                <a:spcPts val="1000"/>
              </a:spcBef>
              <a:spcAft>
                <a:spcPts val="0"/>
              </a:spcAft>
              <a:buClr>
                <a:schemeClr val="dk1"/>
              </a:buClr>
              <a:buSzPts val="2000"/>
              <a:buNone/>
            </a:pPr>
            <a:r>
              <a:rPr lang="en-US" sz="2400" dirty="0">
                <a:solidFill>
                  <a:schemeClr val="tx1"/>
                </a:solidFill>
              </a:rPr>
              <a:t>     EMPNO        SAL</a:t>
            </a:r>
            <a:endParaRPr sz="2400" dirty="0">
              <a:solidFill>
                <a:schemeClr val="tx1"/>
              </a:solidFill>
            </a:endParaRPr>
          </a:p>
          <a:p>
            <a:pPr marL="0" indent="0">
              <a:spcBef>
                <a:spcPts val="1000"/>
              </a:spcBef>
              <a:spcAft>
                <a:spcPts val="0"/>
              </a:spcAft>
              <a:buClr>
                <a:schemeClr val="dk1"/>
              </a:buClr>
              <a:buSzPts val="2000"/>
              <a:buNone/>
            </a:pPr>
            <a:r>
              <a:rPr lang="en-US" sz="2400" dirty="0">
                <a:solidFill>
                  <a:schemeClr val="tx1"/>
                </a:solidFill>
              </a:rPr>
              <a:t>---------- ----------</a:t>
            </a:r>
            <a:endParaRPr sz="2400" dirty="0">
              <a:solidFill>
                <a:schemeClr val="tx1"/>
              </a:solidFill>
            </a:endParaRPr>
          </a:p>
          <a:p>
            <a:pPr marL="0" indent="0">
              <a:spcBef>
                <a:spcPts val="1000"/>
              </a:spcBef>
              <a:spcAft>
                <a:spcPts val="0"/>
              </a:spcAft>
              <a:buClr>
                <a:schemeClr val="dk1"/>
              </a:buClr>
              <a:buSzPts val="2000"/>
              <a:buNone/>
            </a:pPr>
            <a:r>
              <a:rPr lang="en-US" sz="2400" dirty="0">
                <a:solidFill>
                  <a:schemeClr val="tx1"/>
                </a:solidFill>
              </a:rPr>
              <a:t>      7839       5000</a:t>
            </a:r>
            <a:endParaRPr sz="2400" dirty="0">
              <a:solidFill>
                <a:schemeClr val="tx1"/>
              </a:solidFill>
            </a:endParaRPr>
          </a:p>
        </p:txBody>
      </p:sp>
      <p:pic>
        <p:nvPicPr>
          <p:cNvPr id="339" name="Google Shape;339;p34"/>
          <p:cNvPicPr preferRelativeResize="0"/>
          <p:nvPr/>
        </p:nvPicPr>
        <p:blipFill rotWithShape="1">
          <a:blip r:embed="rId3">
            <a:alphaModFix/>
          </a:blip>
          <a:srcRect/>
          <a:stretch/>
        </p:blipFill>
        <p:spPr>
          <a:xfrm>
            <a:off x="5175502" y="1816275"/>
            <a:ext cx="6022765" cy="431010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5"/>
          <p:cNvSpPr txBox="1">
            <a:spLocks noGrp="1"/>
          </p:cNvSpPr>
          <p:nvPr>
            <p:ph type="title"/>
          </p:nvPr>
        </p:nvSpPr>
        <p:spPr>
          <a:xfrm>
            <a:off x="1097280" y="889348"/>
            <a:ext cx="10058400" cy="848012"/>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ANY</a:t>
            </a:r>
            <a:endParaRPr b="1" dirty="0">
              <a:solidFill>
                <a:schemeClr val="tx1"/>
              </a:solidFill>
            </a:endParaRPr>
          </a:p>
        </p:txBody>
      </p:sp>
      <p:sp>
        <p:nvSpPr>
          <p:cNvPr id="345" name="Google Shape;345;p35"/>
          <p:cNvSpPr txBox="1">
            <a:spLocks noGrp="1"/>
          </p:cNvSpPr>
          <p:nvPr>
            <p:ph idx="1"/>
          </p:nvPr>
        </p:nvSpPr>
        <p:spPr>
          <a:xfrm>
            <a:off x="771604" y="1773171"/>
            <a:ext cx="10709752" cy="4195481"/>
          </a:xfrm>
          <a:prstGeom prst="rect">
            <a:avLst/>
          </a:prstGeom>
          <a:noFill/>
          <a:ln>
            <a:noFill/>
          </a:ln>
        </p:spPr>
        <p:txBody>
          <a:bodyPr spcFirstLastPara="1" vert="horz" wrap="square" lIns="91425" tIns="45700" rIns="91425" bIns="45700" rtlCol="0" anchor="t" anchorCtr="0">
            <a:noAutofit/>
          </a:bodyPr>
          <a:lstStyle/>
          <a:p>
            <a:pPr>
              <a:spcBef>
                <a:spcPts val="0"/>
              </a:spcBef>
              <a:buClr>
                <a:schemeClr val="dk1"/>
              </a:buClr>
            </a:pPr>
            <a:r>
              <a:rPr lang="en-US" dirty="0">
                <a:solidFill>
                  <a:schemeClr val="tx1"/>
                </a:solidFill>
              </a:rPr>
              <a:t>The ANY comparison condition is used to compare a value to a list or subquery. It must be preceded by =, !=, &gt;, &lt;, &lt;=, &gt;= and followed by a list or subquery.</a:t>
            </a:r>
            <a:endParaRPr dirty="0">
              <a:solidFill>
                <a:schemeClr val="tx1"/>
              </a:solidFill>
            </a:endParaRPr>
          </a:p>
          <a:p>
            <a:pPr>
              <a:lnSpc>
                <a:spcPct val="90000"/>
              </a:lnSpc>
              <a:buClr>
                <a:srgbClr val="212529"/>
              </a:buClr>
              <a:buSzPct val="100000"/>
            </a:pPr>
            <a:r>
              <a:rPr lang="en-US" b="0" i="0" dirty="0">
                <a:solidFill>
                  <a:schemeClr val="tx1"/>
                </a:solidFill>
                <a:latin typeface="Arial"/>
                <a:ea typeface="Arial"/>
                <a:cs typeface="Arial"/>
                <a:sym typeface="Arial"/>
              </a:rPr>
              <a:t>"x = ANY (...)": The value must match one or more values in the list to evaluate to TRUE.</a:t>
            </a:r>
            <a:endParaRPr dirty="0">
              <a:solidFill>
                <a:schemeClr val="tx1"/>
              </a:solidFill>
            </a:endParaRPr>
          </a:p>
          <a:p>
            <a:pPr>
              <a:lnSpc>
                <a:spcPct val="90000"/>
              </a:lnSpc>
              <a:buClr>
                <a:srgbClr val="212529"/>
              </a:buClr>
              <a:buSzPct val="100000"/>
            </a:pPr>
            <a:r>
              <a:rPr lang="en-US" b="0" i="0" dirty="0">
                <a:solidFill>
                  <a:schemeClr val="tx1"/>
                </a:solidFill>
                <a:latin typeface="Arial"/>
                <a:ea typeface="Arial"/>
                <a:cs typeface="Arial"/>
                <a:sym typeface="Arial"/>
              </a:rPr>
              <a:t>"x != ANY (...)": The value must not match one or more values in the list to evaluate to TRUE.</a:t>
            </a:r>
            <a:endParaRPr dirty="0">
              <a:solidFill>
                <a:schemeClr val="tx1"/>
              </a:solidFill>
            </a:endParaRPr>
          </a:p>
          <a:p>
            <a:pPr>
              <a:lnSpc>
                <a:spcPct val="90000"/>
              </a:lnSpc>
              <a:buClr>
                <a:srgbClr val="212529"/>
              </a:buClr>
              <a:buSzPct val="100000"/>
            </a:pPr>
            <a:r>
              <a:rPr lang="en-US" b="0" i="0" dirty="0">
                <a:solidFill>
                  <a:schemeClr val="tx1"/>
                </a:solidFill>
                <a:latin typeface="Arial"/>
                <a:ea typeface="Arial"/>
                <a:cs typeface="Arial"/>
                <a:sym typeface="Arial"/>
              </a:rPr>
              <a:t>"x &gt; ANY (...)": The value must be greater than the smallest value in the list to evaluate to TRUE.</a:t>
            </a:r>
            <a:endParaRPr dirty="0">
              <a:solidFill>
                <a:schemeClr val="tx1"/>
              </a:solidFill>
            </a:endParaRPr>
          </a:p>
          <a:p>
            <a:pPr>
              <a:lnSpc>
                <a:spcPct val="90000"/>
              </a:lnSpc>
              <a:buClr>
                <a:srgbClr val="212529"/>
              </a:buClr>
              <a:buSzPct val="100000"/>
            </a:pPr>
            <a:r>
              <a:rPr lang="en-US" b="0" i="0" dirty="0">
                <a:solidFill>
                  <a:schemeClr val="tx1"/>
                </a:solidFill>
                <a:latin typeface="Arial"/>
                <a:ea typeface="Arial"/>
                <a:cs typeface="Arial"/>
                <a:sym typeface="Arial"/>
              </a:rPr>
              <a:t>"x &lt; ANY (...)": The value must be smaller than the biggest value in the list to evaluate to TRUE.</a:t>
            </a:r>
            <a:endParaRPr dirty="0">
              <a:solidFill>
                <a:schemeClr val="tx1"/>
              </a:solidFill>
            </a:endParaRPr>
          </a:p>
          <a:p>
            <a:pPr>
              <a:lnSpc>
                <a:spcPct val="90000"/>
              </a:lnSpc>
              <a:buClr>
                <a:srgbClr val="212529"/>
              </a:buClr>
              <a:buSzPct val="100000"/>
            </a:pPr>
            <a:r>
              <a:rPr lang="en-US" b="0" i="0" dirty="0">
                <a:solidFill>
                  <a:schemeClr val="tx1"/>
                </a:solidFill>
                <a:latin typeface="Arial"/>
                <a:ea typeface="Arial"/>
                <a:cs typeface="Arial"/>
                <a:sym typeface="Arial"/>
              </a:rPr>
              <a:t>"x &gt;= ANY (...)": The value must be greater than or equal to the smallest value in the list to evaluate to TRUE.</a:t>
            </a:r>
            <a:endParaRPr dirty="0">
              <a:solidFill>
                <a:schemeClr val="tx1"/>
              </a:solidFill>
            </a:endParaRPr>
          </a:p>
          <a:p>
            <a:pPr>
              <a:lnSpc>
                <a:spcPct val="90000"/>
              </a:lnSpc>
              <a:buClr>
                <a:srgbClr val="212529"/>
              </a:buClr>
              <a:buSzPct val="100000"/>
            </a:pPr>
            <a:r>
              <a:rPr lang="en-US" b="0" i="0" dirty="0">
                <a:solidFill>
                  <a:schemeClr val="tx1"/>
                </a:solidFill>
                <a:latin typeface="Arial"/>
                <a:ea typeface="Arial"/>
                <a:cs typeface="Arial"/>
                <a:sym typeface="Arial"/>
              </a:rPr>
              <a:t>"x &lt;= ANY (...)": The value must be smaller than or equal to the biggest value in the list to evaluate to TRUE.</a:t>
            </a:r>
            <a:endParaRPr dirty="0">
              <a:solidFill>
                <a:schemeClr val="tx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6"/>
          <p:cNvSpPr txBox="1">
            <a:spLocks noGrp="1"/>
          </p:cNvSpPr>
          <p:nvPr>
            <p:ph idx="1"/>
          </p:nvPr>
        </p:nvSpPr>
        <p:spPr>
          <a:xfrm>
            <a:off x="1102290" y="669450"/>
            <a:ext cx="7315199" cy="4892105"/>
          </a:xfrm>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None/>
            </a:pPr>
            <a:r>
              <a:rPr lang="en-US" dirty="0"/>
              <a:t>SELECT </a:t>
            </a:r>
            <a:r>
              <a:rPr lang="en-US" dirty="0" err="1"/>
              <a:t>empno</a:t>
            </a:r>
            <a:r>
              <a:rPr lang="en-US" dirty="0"/>
              <a:t>, </a:t>
            </a:r>
            <a:r>
              <a:rPr lang="en-US" dirty="0" err="1"/>
              <a:t>sal</a:t>
            </a:r>
            <a:endParaRPr dirty="0"/>
          </a:p>
          <a:p>
            <a:pPr marL="0" indent="0">
              <a:spcBef>
                <a:spcPts val="1000"/>
              </a:spcBef>
              <a:spcAft>
                <a:spcPts val="0"/>
              </a:spcAft>
              <a:buClr>
                <a:schemeClr val="dk1"/>
              </a:buClr>
              <a:buNone/>
            </a:pPr>
            <a:r>
              <a:rPr lang="en-US" dirty="0"/>
              <a:t>FROM   emp</a:t>
            </a:r>
            <a:endParaRPr dirty="0"/>
          </a:p>
          <a:p>
            <a:pPr marL="0" indent="0">
              <a:spcBef>
                <a:spcPts val="1000"/>
              </a:spcBef>
              <a:spcAft>
                <a:spcPts val="0"/>
              </a:spcAft>
              <a:buClr>
                <a:schemeClr val="dk1"/>
              </a:buClr>
              <a:buNone/>
            </a:pPr>
            <a:r>
              <a:rPr lang="en-US" dirty="0"/>
              <a:t>WHERE  </a:t>
            </a:r>
            <a:endParaRPr dirty="0"/>
          </a:p>
          <a:p>
            <a:pPr marL="0" indent="0">
              <a:spcBef>
                <a:spcPts val="1000"/>
              </a:spcBef>
              <a:spcAft>
                <a:spcPts val="0"/>
              </a:spcAft>
              <a:buClr>
                <a:schemeClr val="dk1"/>
              </a:buClr>
              <a:buNone/>
            </a:pPr>
            <a:r>
              <a:rPr lang="en-US" dirty="0" err="1"/>
              <a:t>sal</a:t>
            </a:r>
            <a:r>
              <a:rPr lang="en-US" dirty="0"/>
              <a:t> &gt; ANY (2000, 3000, 4000);</a:t>
            </a:r>
            <a:endParaRPr dirty="0"/>
          </a:p>
          <a:p>
            <a:pPr marL="0" indent="0">
              <a:spcBef>
                <a:spcPts val="1000"/>
              </a:spcBef>
              <a:spcAft>
                <a:spcPts val="0"/>
              </a:spcAft>
              <a:buClr>
                <a:schemeClr val="dk1"/>
              </a:buClr>
              <a:buNone/>
            </a:pPr>
            <a:r>
              <a:rPr lang="en-US" dirty="0"/>
              <a:t>     EMPNO        SAL</a:t>
            </a:r>
            <a:endParaRPr dirty="0"/>
          </a:p>
          <a:p>
            <a:pPr marL="0" indent="0">
              <a:spcBef>
                <a:spcPts val="1000"/>
              </a:spcBef>
              <a:spcAft>
                <a:spcPts val="0"/>
              </a:spcAft>
              <a:buClr>
                <a:schemeClr val="dk1"/>
              </a:buClr>
              <a:buNone/>
            </a:pPr>
            <a:r>
              <a:rPr lang="en-US" dirty="0"/>
              <a:t>      7566       2975</a:t>
            </a:r>
            <a:endParaRPr dirty="0"/>
          </a:p>
          <a:p>
            <a:pPr marL="0" indent="0">
              <a:spcBef>
                <a:spcPts val="1000"/>
              </a:spcBef>
              <a:spcAft>
                <a:spcPts val="0"/>
              </a:spcAft>
              <a:buClr>
                <a:schemeClr val="dk1"/>
              </a:buClr>
              <a:buNone/>
            </a:pPr>
            <a:r>
              <a:rPr lang="en-US" dirty="0"/>
              <a:t>      7698       2850</a:t>
            </a:r>
            <a:endParaRPr dirty="0"/>
          </a:p>
          <a:p>
            <a:pPr marL="0" indent="0">
              <a:spcBef>
                <a:spcPts val="1000"/>
              </a:spcBef>
              <a:spcAft>
                <a:spcPts val="0"/>
              </a:spcAft>
              <a:buClr>
                <a:schemeClr val="dk1"/>
              </a:buClr>
              <a:buNone/>
            </a:pPr>
            <a:r>
              <a:rPr lang="en-US" dirty="0"/>
              <a:t>      7782       2450</a:t>
            </a:r>
            <a:endParaRPr dirty="0"/>
          </a:p>
          <a:p>
            <a:pPr marL="0" indent="0">
              <a:spcBef>
                <a:spcPts val="1000"/>
              </a:spcBef>
              <a:spcAft>
                <a:spcPts val="0"/>
              </a:spcAft>
              <a:buClr>
                <a:schemeClr val="dk1"/>
              </a:buClr>
              <a:buNone/>
            </a:pPr>
            <a:r>
              <a:rPr lang="en-US" dirty="0"/>
              <a:t>      7788       3000</a:t>
            </a:r>
            <a:endParaRPr dirty="0"/>
          </a:p>
          <a:p>
            <a:pPr marL="0" indent="0">
              <a:spcBef>
                <a:spcPts val="1000"/>
              </a:spcBef>
              <a:spcAft>
                <a:spcPts val="0"/>
              </a:spcAft>
              <a:buClr>
                <a:schemeClr val="dk1"/>
              </a:buClr>
              <a:buNone/>
            </a:pPr>
            <a:r>
              <a:rPr lang="en-US" dirty="0"/>
              <a:t>      7839       5000</a:t>
            </a:r>
            <a:endParaRPr dirty="0"/>
          </a:p>
          <a:p>
            <a:pPr marL="0" indent="0">
              <a:spcBef>
                <a:spcPts val="1000"/>
              </a:spcBef>
              <a:spcAft>
                <a:spcPts val="0"/>
              </a:spcAft>
              <a:buClr>
                <a:schemeClr val="dk1"/>
              </a:buClr>
              <a:buNone/>
            </a:pPr>
            <a:r>
              <a:rPr lang="en-US" dirty="0"/>
              <a:t>      7902       3000</a:t>
            </a:r>
            <a:endParaRPr dirty="0"/>
          </a:p>
        </p:txBody>
      </p:sp>
      <p:pic>
        <p:nvPicPr>
          <p:cNvPr id="351" name="Google Shape;351;p36"/>
          <p:cNvPicPr preferRelativeResize="0"/>
          <p:nvPr/>
        </p:nvPicPr>
        <p:blipFill rotWithShape="1">
          <a:blip r:embed="rId3">
            <a:alphaModFix/>
          </a:blip>
          <a:srcRect/>
          <a:stretch/>
        </p:blipFill>
        <p:spPr>
          <a:xfrm>
            <a:off x="5229877" y="418931"/>
            <a:ext cx="5993443" cy="461653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7"/>
          <p:cNvSpPr txBox="1">
            <a:spLocks noGrp="1"/>
          </p:cNvSpPr>
          <p:nvPr>
            <p:ph idx="1"/>
          </p:nvPr>
        </p:nvSpPr>
        <p:spPr>
          <a:xfrm>
            <a:off x="799838" y="204331"/>
            <a:ext cx="8406791" cy="6449338"/>
          </a:xfrm>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None/>
            </a:pPr>
            <a:r>
              <a:rPr lang="en-US" dirty="0">
                <a:solidFill>
                  <a:schemeClr val="tx1"/>
                </a:solidFill>
              </a:rPr>
              <a:t>SELECT e1.empno, e1.sal</a:t>
            </a:r>
            <a:endParaRPr dirty="0">
              <a:solidFill>
                <a:schemeClr val="tx1"/>
              </a:solidFill>
            </a:endParaRPr>
          </a:p>
          <a:p>
            <a:pPr marL="0" indent="0">
              <a:spcBef>
                <a:spcPts val="1000"/>
              </a:spcBef>
              <a:spcAft>
                <a:spcPts val="0"/>
              </a:spcAft>
              <a:buClr>
                <a:schemeClr val="dk1"/>
              </a:buClr>
              <a:buNone/>
            </a:pPr>
            <a:r>
              <a:rPr lang="en-US" dirty="0">
                <a:solidFill>
                  <a:schemeClr val="tx1"/>
                </a:solidFill>
              </a:rPr>
              <a:t>FROM   emp e1</a:t>
            </a:r>
            <a:endParaRPr dirty="0">
              <a:solidFill>
                <a:schemeClr val="tx1"/>
              </a:solidFill>
            </a:endParaRPr>
          </a:p>
          <a:p>
            <a:pPr marL="0" indent="0">
              <a:spcBef>
                <a:spcPts val="1000"/>
              </a:spcBef>
              <a:spcAft>
                <a:spcPts val="0"/>
              </a:spcAft>
              <a:buClr>
                <a:schemeClr val="dk1"/>
              </a:buClr>
              <a:buNone/>
            </a:pPr>
            <a:r>
              <a:rPr lang="en-US" dirty="0">
                <a:solidFill>
                  <a:schemeClr val="tx1"/>
                </a:solidFill>
              </a:rPr>
              <a:t>WHERE  e1.sal &gt; ANY (SELECT e2.sal</a:t>
            </a:r>
            <a:endParaRPr dirty="0">
              <a:solidFill>
                <a:schemeClr val="tx1"/>
              </a:solidFill>
            </a:endParaRPr>
          </a:p>
          <a:p>
            <a:pPr marL="0" indent="0">
              <a:spcBef>
                <a:spcPts val="1000"/>
              </a:spcBef>
              <a:spcAft>
                <a:spcPts val="0"/>
              </a:spcAft>
              <a:buClr>
                <a:schemeClr val="dk1"/>
              </a:buClr>
              <a:buNone/>
            </a:pPr>
            <a:r>
              <a:rPr lang="en-US" dirty="0">
                <a:solidFill>
                  <a:schemeClr val="tx1"/>
                </a:solidFill>
              </a:rPr>
              <a:t>FROM   emp e2</a:t>
            </a:r>
            <a:endParaRPr dirty="0">
              <a:solidFill>
                <a:schemeClr val="tx1"/>
              </a:solidFill>
            </a:endParaRPr>
          </a:p>
          <a:p>
            <a:pPr marL="0" indent="0">
              <a:spcBef>
                <a:spcPts val="1000"/>
              </a:spcBef>
              <a:spcAft>
                <a:spcPts val="0"/>
              </a:spcAft>
              <a:buClr>
                <a:schemeClr val="dk1"/>
              </a:buClr>
              <a:buNone/>
            </a:pPr>
            <a:r>
              <a:rPr lang="en-US" dirty="0">
                <a:solidFill>
                  <a:schemeClr val="tx1"/>
                </a:solidFill>
              </a:rPr>
              <a:t>WHERE  e2.deptno = 10);</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EMPNO        SAL</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7839       5000</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7902       3000</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7788       3000</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7566       2975</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7698       2850</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7782       2450</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7499       1600</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7844       1500</a:t>
            </a:r>
            <a:endParaRPr dirty="0">
              <a:solidFill>
                <a:schemeClr val="tx1"/>
              </a:solidFill>
            </a:endParaRPr>
          </a:p>
        </p:txBody>
      </p:sp>
      <p:pic>
        <p:nvPicPr>
          <p:cNvPr id="357" name="Google Shape;357;p37"/>
          <p:cNvPicPr preferRelativeResize="0"/>
          <p:nvPr/>
        </p:nvPicPr>
        <p:blipFill rotWithShape="1">
          <a:blip r:embed="rId3">
            <a:alphaModFix/>
          </a:blip>
          <a:srcRect/>
          <a:stretch/>
        </p:blipFill>
        <p:spPr>
          <a:xfrm>
            <a:off x="5920636" y="204331"/>
            <a:ext cx="5878882" cy="550753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3" name="Google Shape;363;p38"/>
          <p:cNvSpPr txBox="1">
            <a:spLocks noGrp="1"/>
          </p:cNvSpPr>
          <p:nvPr>
            <p:ph idx="1"/>
          </p:nvPr>
        </p:nvSpPr>
        <p:spPr>
          <a:xfrm>
            <a:off x="1054273" y="355136"/>
            <a:ext cx="7814154" cy="5807669"/>
          </a:xfrm>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None/>
            </a:pPr>
            <a:r>
              <a:rPr lang="en-US" sz="2400" dirty="0">
                <a:solidFill>
                  <a:schemeClr val="tx1"/>
                </a:solidFill>
              </a:rPr>
              <a:t>SELECT </a:t>
            </a:r>
            <a:r>
              <a:rPr lang="en-US" sz="2400" dirty="0" err="1">
                <a:solidFill>
                  <a:schemeClr val="tx1"/>
                </a:solidFill>
              </a:rPr>
              <a:t>empno</a:t>
            </a:r>
            <a:r>
              <a:rPr lang="en-US" sz="2400" dirty="0">
                <a:solidFill>
                  <a:schemeClr val="tx1"/>
                </a:solidFill>
              </a:rPr>
              <a:t>, </a:t>
            </a:r>
            <a:r>
              <a:rPr lang="en-US" sz="2400" dirty="0" err="1">
                <a:solidFill>
                  <a:schemeClr val="tx1"/>
                </a:solidFill>
              </a:rPr>
              <a:t>sal</a:t>
            </a:r>
            <a:endParaRPr sz="2400" dirty="0">
              <a:solidFill>
                <a:schemeClr val="tx1"/>
              </a:solidFill>
            </a:endParaRPr>
          </a:p>
          <a:p>
            <a:pPr marL="0" indent="0">
              <a:spcBef>
                <a:spcPts val="1000"/>
              </a:spcBef>
              <a:spcAft>
                <a:spcPts val="0"/>
              </a:spcAft>
              <a:buClr>
                <a:schemeClr val="dk1"/>
              </a:buClr>
              <a:buNone/>
            </a:pPr>
            <a:r>
              <a:rPr lang="en-US" sz="2400" dirty="0">
                <a:solidFill>
                  <a:schemeClr val="tx1"/>
                </a:solidFill>
              </a:rPr>
              <a:t>FROM   emp</a:t>
            </a:r>
            <a:endParaRPr sz="2400" dirty="0">
              <a:solidFill>
                <a:schemeClr val="tx1"/>
              </a:solidFill>
            </a:endParaRPr>
          </a:p>
          <a:p>
            <a:pPr marL="0" indent="0">
              <a:spcBef>
                <a:spcPts val="1000"/>
              </a:spcBef>
              <a:spcAft>
                <a:spcPts val="0"/>
              </a:spcAft>
              <a:buClr>
                <a:schemeClr val="dk1"/>
              </a:buClr>
              <a:buNone/>
            </a:pPr>
            <a:r>
              <a:rPr lang="en-US" sz="2400" dirty="0">
                <a:solidFill>
                  <a:schemeClr val="tx1"/>
                </a:solidFill>
              </a:rPr>
              <a:t>WHERE  </a:t>
            </a:r>
            <a:r>
              <a:rPr lang="en-US" sz="2400" dirty="0" err="1">
                <a:solidFill>
                  <a:schemeClr val="tx1"/>
                </a:solidFill>
              </a:rPr>
              <a:t>sal</a:t>
            </a:r>
            <a:r>
              <a:rPr lang="en-US" sz="2400" dirty="0">
                <a:solidFill>
                  <a:schemeClr val="tx1"/>
                </a:solidFill>
              </a:rPr>
              <a:t> &gt; 2000 OR </a:t>
            </a:r>
            <a:r>
              <a:rPr lang="en-US" sz="2400" dirty="0" err="1">
                <a:solidFill>
                  <a:schemeClr val="tx1"/>
                </a:solidFill>
              </a:rPr>
              <a:t>sal</a:t>
            </a:r>
            <a:r>
              <a:rPr lang="en-US" sz="2400" dirty="0">
                <a:solidFill>
                  <a:schemeClr val="tx1"/>
                </a:solidFill>
              </a:rPr>
              <a:t> &gt; 3000 OR </a:t>
            </a:r>
            <a:r>
              <a:rPr lang="en-US" sz="2400" dirty="0" err="1">
                <a:solidFill>
                  <a:schemeClr val="tx1"/>
                </a:solidFill>
              </a:rPr>
              <a:t>sal</a:t>
            </a:r>
            <a:r>
              <a:rPr lang="en-US" sz="2400" dirty="0">
                <a:solidFill>
                  <a:schemeClr val="tx1"/>
                </a:solidFill>
              </a:rPr>
              <a:t> &gt; 4000;</a:t>
            </a:r>
            <a:endParaRPr sz="2400" dirty="0">
              <a:solidFill>
                <a:schemeClr val="tx1"/>
              </a:solidFill>
            </a:endParaRPr>
          </a:p>
          <a:p>
            <a:pPr marL="137796" indent="0">
              <a:spcBef>
                <a:spcPts val="1000"/>
              </a:spcBef>
              <a:spcAft>
                <a:spcPts val="0"/>
              </a:spcAft>
              <a:buClr>
                <a:schemeClr val="dk1"/>
              </a:buClr>
              <a:buNone/>
            </a:pPr>
            <a:endParaRPr sz="2400" dirty="0">
              <a:solidFill>
                <a:schemeClr val="tx1"/>
              </a:solidFill>
            </a:endParaRPr>
          </a:p>
          <a:p>
            <a:pPr marL="0" indent="0">
              <a:spcBef>
                <a:spcPts val="1000"/>
              </a:spcBef>
              <a:spcAft>
                <a:spcPts val="0"/>
              </a:spcAft>
              <a:buClr>
                <a:schemeClr val="dk1"/>
              </a:buClr>
              <a:buNone/>
            </a:pPr>
            <a:r>
              <a:rPr lang="en-US" sz="2400" dirty="0">
                <a:solidFill>
                  <a:schemeClr val="tx1"/>
                </a:solidFill>
              </a:rPr>
              <a:t>     EMPNO        SAL</a:t>
            </a:r>
            <a:endParaRPr sz="2400" dirty="0">
              <a:solidFill>
                <a:schemeClr val="tx1"/>
              </a:solidFill>
            </a:endParaRPr>
          </a:p>
          <a:p>
            <a:pPr marL="0" indent="0">
              <a:spcBef>
                <a:spcPts val="1000"/>
              </a:spcBef>
              <a:spcAft>
                <a:spcPts val="0"/>
              </a:spcAft>
              <a:buClr>
                <a:schemeClr val="dk1"/>
              </a:buClr>
              <a:buNone/>
            </a:pPr>
            <a:r>
              <a:rPr lang="en-US" sz="2400" dirty="0">
                <a:solidFill>
                  <a:schemeClr val="tx1"/>
                </a:solidFill>
              </a:rPr>
              <a:t>---------- ----------</a:t>
            </a:r>
            <a:endParaRPr sz="2400" dirty="0">
              <a:solidFill>
                <a:schemeClr val="tx1"/>
              </a:solidFill>
            </a:endParaRPr>
          </a:p>
          <a:p>
            <a:pPr marL="0" indent="0">
              <a:spcBef>
                <a:spcPts val="1000"/>
              </a:spcBef>
              <a:spcAft>
                <a:spcPts val="0"/>
              </a:spcAft>
              <a:buClr>
                <a:schemeClr val="dk1"/>
              </a:buClr>
              <a:buNone/>
            </a:pPr>
            <a:r>
              <a:rPr lang="en-US" sz="2400" dirty="0">
                <a:solidFill>
                  <a:schemeClr val="tx1"/>
                </a:solidFill>
              </a:rPr>
              <a:t>      7566       2975</a:t>
            </a:r>
            <a:endParaRPr sz="2400" dirty="0">
              <a:solidFill>
                <a:schemeClr val="tx1"/>
              </a:solidFill>
            </a:endParaRPr>
          </a:p>
          <a:p>
            <a:pPr marL="0" indent="0">
              <a:spcBef>
                <a:spcPts val="1000"/>
              </a:spcBef>
              <a:spcAft>
                <a:spcPts val="0"/>
              </a:spcAft>
              <a:buClr>
                <a:schemeClr val="dk1"/>
              </a:buClr>
              <a:buNone/>
            </a:pPr>
            <a:r>
              <a:rPr lang="en-US" sz="2400" dirty="0">
                <a:solidFill>
                  <a:schemeClr val="tx1"/>
                </a:solidFill>
              </a:rPr>
              <a:t>      7698       2850</a:t>
            </a:r>
            <a:endParaRPr sz="2400" dirty="0">
              <a:solidFill>
                <a:schemeClr val="tx1"/>
              </a:solidFill>
            </a:endParaRPr>
          </a:p>
          <a:p>
            <a:pPr marL="0" indent="0">
              <a:spcBef>
                <a:spcPts val="1000"/>
              </a:spcBef>
              <a:spcAft>
                <a:spcPts val="0"/>
              </a:spcAft>
              <a:buClr>
                <a:schemeClr val="dk1"/>
              </a:buClr>
              <a:buNone/>
            </a:pPr>
            <a:r>
              <a:rPr lang="en-US" sz="2400" dirty="0">
                <a:solidFill>
                  <a:schemeClr val="tx1"/>
                </a:solidFill>
              </a:rPr>
              <a:t>      7782       2450</a:t>
            </a:r>
            <a:endParaRPr sz="2400" dirty="0">
              <a:solidFill>
                <a:schemeClr val="tx1"/>
              </a:solidFill>
            </a:endParaRPr>
          </a:p>
          <a:p>
            <a:pPr marL="0" indent="0">
              <a:spcBef>
                <a:spcPts val="1000"/>
              </a:spcBef>
              <a:spcAft>
                <a:spcPts val="0"/>
              </a:spcAft>
              <a:buClr>
                <a:schemeClr val="dk1"/>
              </a:buClr>
              <a:buNone/>
            </a:pPr>
            <a:r>
              <a:rPr lang="en-US" sz="2400" dirty="0">
                <a:solidFill>
                  <a:schemeClr val="tx1"/>
                </a:solidFill>
              </a:rPr>
              <a:t>      7788       3000</a:t>
            </a:r>
            <a:endParaRPr sz="2400" dirty="0">
              <a:solidFill>
                <a:schemeClr val="tx1"/>
              </a:solidFill>
            </a:endParaRPr>
          </a:p>
          <a:p>
            <a:pPr marL="0" indent="0">
              <a:spcBef>
                <a:spcPts val="1000"/>
              </a:spcBef>
              <a:spcAft>
                <a:spcPts val="0"/>
              </a:spcAft>
              <a:buClr>
                <a:schemeClr val="dk1"/>
              </a:buClr>
              <a:buNone/>
            </a:pPr>
            <a:r>
              <a:rPr lang="en-US" sz="2400" dirty="0">
                <a:solidFill>
                  <a:schemeClr val="tx1"/>
                </a:solidFill>
              </a:rPr>
              <a:t>      7839       5000</a:t>
            </a:r>
            <a:endParaRPr sz="2400" dirty="0">
              <a:solidFill>
                <a:schemeClr val="tx1"/>
              </a:solidFill>
            </a:endParaRPr>
          </a:p>
          <a:p>
            <a:pPr marL="0" indent="0">
              <a:spcBef>
                <a:spcPts val="1000"/>
              </a:spcBef>
              <a:spcAft>
                <a:spcPts val="0"/>
              </a:spcAft>
              <a:buClr>
                <a:schemeClr val="dk1"/>
              </a:buClr>
              <a:buNone/>
            </a:pPr>
            <a:r>
              <a:rPr lang="en-US" sz="2400" dirty="0">
                <a:solidFill>
                  <a:schemeClr val="tx1"/>
                </a:solidFill>
              </a:rPr>
              <a:t>      7902       3000</a:t>
            </a:r>
            <a:endParaRPr sz="2400" dirty="0">
              <a:solidFill>
                <a:schemeClr val="tx1"/>
              </a:solidFill>
            </a:endParaRPr>
          </a:p>
          <a:p>
            <a:pPr marL="228600" indent="-90804">
              <a:spcBef>
                <a:spcPts val="1000"/>
              </a:spcBef>
              <a:spcAft>
                <a:spcPts val="0"/>
              </a:spcAft>
              <a:buClr>
                <a:schemeClr val="dk1"/>
              </a:buClr>
              <a:buNone/>
            </a:pP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9"/>
          <p:cNvSpPr txBox="1">
            <a:spLocks noGrp="1"/>
          </p:cNvSpPr>
          <p:nvPr>
            <p:ph type="title"/>
          </p:nvPr>
        </p:nvSpPr>
        <p:spPr>
          <a:xfrm>
            <a:off x="1036320" y="712488"/>
            <a:ext cx="10058400" cy="1450757"/>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Correlated Nested Queries</a:t>
            </a:r>
            <a:endParaRPr b="1" dirty="0">
              <a:solidFill>
                <a:schemeClr val="tx1"/>
              </a:solidFill>
            </a:endParaRPr>
          </a:p>
        </p:txBody>
      </p:sp>
      <p:sp>
        <p:nvSpPr>
          <p:cNvPr id="369" name="Google Shape;369;p39"/>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dirty="0">
                <a:solidFill>
                  <a:schemeClr val="tx1"/>
                </a:solidFill>
              </a:rPr>
              <a:t>Whenever a condition in the WHERE clause of a nested query references some attribute of a relation declared in the outer query, the two queries are said to be correlated. </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Evaluated as a top-down approach</a:t>
            </a:r>
            <a:endParaRPr dirty="0">
              <a:solidFill>
                <a:schemeClr val="tx1"/>
              </a:solidFill>
            </a:endParaRPr>
          </a:p>
          <a:p>
            <a:pPr marL="228600" indent="-50800">
              <a:spcBef>
                <a:spcPts val="1000"/>
              </a:spcBef>
              <a:spcAft>
                <a:spcPts val="0"/>
              </a:spcAft>
              <a:buClr>
                <a:schemeClr val="dk1"/>
              </a:buClr>
              <a:buSzPts val="2800"/>
              <a:buNone/>
            </a:pP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0"/>
          <p:cNvSpPr txBox="1">
            <a:spLocks noGrp="1"/>
          </p:cNvSpPr>
          <p:nvPr>
            <p:ph type="title"/>
          </p:nvPr>
        </p:nvSpPr>
        <p:spPr>
          <a:xfrm>
            <a:off x="1097280" y="988906"/>
            <a:ext cx="10058400" cy="748454"/>
          </a:xfrm>
          <a:prstGeom prst="rect">
            <a:avLst/>
          </a:prstGeom>
          <a:noFill/>
          <a:ln>
            <a:noFill/>
          </a:ln>
        </p:spPr>
        <p:txBody>
          <a:bodyPr spcFirstLastPara="1" vert="horz" wrap="square" lIns="91425" tIns="45700" rIns="91425" bIns="45700" rtlCol="0" anchor="ctr" anchorCtr="0">
            <a:normAutofit fontScale="90000"/>
          </a:bodyPr>
          <a:lstStyle/>
          <a:p>
            <a:pPr>
              <a:lnSpc>
                <a:spcPct val="90000"/>
              </a:lnSpc>
              <a:spcBef>
                <a:spcPts val="0"/>
              </a:spcBef>
              <a:buClr>
                <a:schemeClr val="dk1"/>
              </a:buClr>
              <a:buSzPts val="4400"/>
            </a:pPr>
            <a:r>
              <a:rPr lang="en-US" b="1" dirty="0">
                <a:solidFill>
                  <a:schemeClr val="tx1"/>
                </a:solidFill>
              </a:rPr>
              <a:t>Exists and Not Exists</a:t>
            </a:r>
            <a:endParaRPr b="1" dirty="0">
              <a:solidFill>
                <a:schemeClr val="tx1"/>
              </a:solidFill>
            </a:endParaRPr>
          </a:p>
        </p:txBody>
      </p:sp>
      <p:sp>
        <p:nvSpPr>
          <p:cNvPr id="375" name="Google Shape;375;p40"/>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dirty="0">
                <a:solidFill>
                  <a:schemeClr val="tx1"/>
                </a:solidFill>
              </a:rPr>
              <a:t>The EXISTS function: used to check whether the result of a nested query is empty (contains no tuples) or not. </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The result of EXISTS is a Boolean value TRUE if the nested query result contains at least one tuple, or FALSE if the nested query result contains no tuples.</a:t>
            </a:r>
            <a:endParaRPr dirty="0">
              <a:solidFill>
                <a:schemeClr val="tx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1"/>
          <p:cNvSpPr txBox="1">
            <a:spLocks noGrp="1"/>
          </p:cNvSpPr>
          <p:nvPr>
            <p:ph idx="1"/>
          </p:nvPr>
        </p:nvSpPr>
        <p:spPr>
          <a:xfrm>
            <a:off x="1133865" y="1865009"/>
            <a:ext cx="4962135" cy="3308242"/>
          </a:xfrm>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SzPts val="2800"/>
              <a:buNone/>
            </a:pPr>
            <a:r>
              <a:rPr lang="en-US" sz="2400" b="1" dirty="0"/>
              <a:t>Retrieve the name of each employee who has a dependent with the same first name and is the same sex as the employee.</a:t>
            </a:r>
          </a:p>
          <a:p>
            <a:pPr marL="0" indent="0">
              <a:spcBef>
                <a:spcPts val="0"/>
              </a:spcBef>
              <a:spcAft>
                <a:spcPts val="0"/>
              </a:spcAft>
              <a:buClr>
                <a:schemeClr val="dk1"/>
              </a:buClr>
              <a:buSzPts val="2800"/>
              <a:buNone/>
            </a:pPr>
            <a:endParaRPr lang="en-US" sz="2400" b="1" dirty="0"/>
          </a:p>
          <a:p>
            <a:pPr marL="0" lvl="0" indent="0" algn="l" rtl="0">
              <a:spcBef>
                <a:spcPts val="0"/>
              </a:spcBef>
              <a:spcAft>
                <a:spcPts val="0"/>
              </a:spcAft>
              <a:buClr>
                <a:schemeClr val="dk1"/>
              </a:buClr>
              <a:buSzPts val="1200"/>
              <a:buFont typeface="Calibri"/>
              <a:buNone/>
            </a:pPr>
            <a:r>
              <a:rPr lang="en-US" sz="1600" dirty="0"/>
              <a:t>SELECT </a:t>
            </a:r>
            <a:r>
              <a:rPr lang="en-US" sz="1600" dirty="0" err="1"/>
              <a:t>E.Fname</a:t>
            </a:r>
            <a:r>
              <a:rPr lang="en-US" sz="1600" dirty="0"/>
              <a:t>, </a:t>
            </a:r>
            <a:r>
              <a:rPr lang="en-US" sz="1600" dirty="0" err="1"/>
              <a:t>E.Lname</a:t>
            </a:r>
            <a:r>
              <a:rPr lang="en-US" sz="1600" dirty="0"/>
              <a:t> FROM EMPLOYEE  E WHERE EXISTS </a:t>
            </a:r>
          </a:p>
          <a:p>
            <a:pPr marL="0" lvl="0" indent="0" algn="l" rtl="0">
              <a:spcBef>
                <a:spcPts val="0"/>
              </a:spcBef>
              <a:spcAft>
                <a:spcPts val="0"/>
              </a:spcAft>
              <a:buClr>
                <a:schemeClr val="dk1"/>
              </a:buClr>
              <a:buSzPts val="1200"/>
              <a:buFont typeface="Calibri"/>
              <a:buNone/>
            </a:pPr>
            <a:r>
              <a:rPr lang="en-US" sz="1600" dirty="0"/>
              <a:t>( SELECT * FROM DEPENDENT  D WHERE </a:t>
            </a:r>
            <a:r>
              <a:rPr lang="en-US" sz="1600" dirty="0" err="1"/>
              <a:t>E.Ssn</a:t>
            </a:r>
            <a:r>
              <a:rPr lang="en-US" sz="1600" dirty="0"/>
              <a:t> = </a:t>
            </a:r>
            <a:r>
              <a:rPr lang="en-US" sz="1600" dirty="0" err="1"/>
              <a:t>D.Essn</a:t>
            </a:r>
            <a:r>
              <a:rPr lang="en-US" sz="1600" dirty="0"/>
              <a:t> AND </a:t>
            </a:r>
            <a:r>
              <a:rPr lang="en-US" sz="1600" dirty="0" err="1"/>
              <a:t>E.Sex</a:t>
            </a:r>
            <a:r>
              <a:rPr lang="en-US" sz="1600" dirty="0"/>
              <a:t> = </a:t>
            </a:r>
            <a:r>
              <a:rPr lang="en-US" sz="1600" dirty="0" err="1"/>
              <a:t>D.Sex</a:t>
            </a:r>
            <a:r>
              <a:rPr lang="en-US" sz="1600" dirty="0"/>
              <a:t> AND </a:t>
            </a:r>
            <a:r>
              <a:rPr lang="en-US" sz="1600" dirty="0" err="1"/>
              <a:t>E.Fname</a:t>
            </a:r>
            <a:r>
              <a:rPr lang="en-US" sz="1600" dirty="0"/>
              <a:t> = </a:t>
            </a:r>
            <a:r>
              <a:rPr lang="en-US" sz="1600" dirty="0" err="1"/>
              <a:t>D.Dependent_name</a:t>
            </a:r>
            <a:r>
              <a:rPr lang="en-US" sz="1600" dirty="0"/>
              <a:t>);</a:t>
            </a:r>
          </a:p>
          <a:p>
            <a:pPr marL="0" indent="0">
              <a:spcBef>
                <a:spcPts val="0"/>
              </a:spcBef>
              <a:spcAft>
                <a:spcPts val="0"/>
              </a:spcAft>
              <a:buClr>
                <a:schemeClr val="dk1"/>
              </a:buClr>
              <a:buSzPts val="2800"/>
              <a:buNone/>
            </a:pPr>
            <a:endParaRPr sz="2400" dirty="0"/>
          </a:p>
          <a:p>
            <a:pPr marL="0" indent="0">
              <a:spcBef>
                <a:spcPts val="1000"/>
              </a:spcBef>
              <a:spcAft>
                <a:spcPts val="0"/>
              </a:spcAft>
              <a:buClr>
                <a:schemeClr val="dk1"/>
              </a:buClr>
              <a:buSzPts val="2800"/>
              <a:buNone/>
            </a:pPr>
            <a:endParaRPr b="1" dirty="0"/>
          </a:p>
        </p:txBody>
      </p:sp>
      <p:pic>
        <p:nvPicPr>
          <p:cNvPr id="382" name="Google Shape;382;p41"/>
          <p:cNvPicPr preferRelativeResize="0"/>
          <p:nvPr/>
        </p:nvPicPr>
        <p:blipFill rotWithShape="1">
          <a:blip r:embed="rId3">
            <a:alphaModFix/>
          </a:blip>
          <a:srcRect/>
          <a:stretch/>
        </p:blipFill>
        <p:spPr>
          <a:xfrm>
            <a:off x="6321468" y="93945"/>
            <a:ext cx="5503101" cy="667011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42"/>
          <p:cNvSpPr txBox="1">
            <a:spLocks noGrp="1"/>
          </p:cNvSpPr>
          <p:nvPr>
            <p:ph idx="1"/>
          </p:nvPr>
        </p:nvSpPr>
        <p:spPr>
          <a:xfrm>
            <a:off x="870966" y="1773935"/>
            <a:ext cx="3984498" cy="4091275"/>
          </a:xfrm>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SzPts val="2800"/>
              <a:buNone/>
            </a:pPr>
            <a:r>
              <a:rPr lang="en-US" b="1" dirty="0">
                <a:solidFill>
                  <a:schemeClr val="tx1"/>
                </a:solidFill>
              </a:rPr>
              <a:t>Retrieve the names of employees who have no dependents. </a:t>
            </a:r>
            <a:endParaRPr dirty="0">
              <a:solidFill>
                <a:schemeClr val="tx1"/>
              </a:solidFill>
            </a:endParaRPr>
          </a:p>
          <a:p>
            <a:pPr marL="0" indent="0">
              <a:spcBef>
                <a:spcPts val="1000"/>
              </a:spcBef>
              <a:spcAft>
                <a:spcPts val="0"/>
              </a:spcAft>
              <a:buClr>
                <a:schemeClr val="dk1"/>
              </a:buClr>
              <a:buSzPts val="2800"/>
              <a:buNone/>
            </a:pPr>
            <a:r>
              <a:rPr lang="en-US" dirty="0">
                <a:solidFill>
                  <a:schemeClr val="tx1"/>
                </a:solidFill>
              </a:rPr>
              <a:t>SELECT </a:t>
            </a:r>
            <a:r>
              <a:rPr lang="en-US" dirty="0" err="1">
                <a:solidFill>
                  <a:schemeClr val="tx1"/>
                </a:solidFill>
              </a:rPr>
              <a:t>Fname</a:t>
            </a:r>
            <a:r>
              <a:rPr lang="en-US" dirty="0">
                <a:solidFill>
                  <a:schemeClr val="tx1"/>
                </a:solidFill>
              </a:rPr>
              <a:t>, </a:t>
            </a:r>
            <a:r>
              <a:rPr lang="en-US" dirty="0" err="1">
                <a:solidFill>
                  <a:schemeClr val="tx1"/>
                </a:solidFill>
              </a:rPr>
              <a:t>Lname</a:t>
            </a:r>
            <a:r>
              <a:rPr lang="en-US" dirty="0">
                <a:solidFill>
                  <a:schemeClr val="tx1"/>
                </a:solidFill>
              </a:rPr>
              <a:t> FROM EMPLOYEE WHERE NOT EXISTS ( SELECT * FROM DEPENDENT D WHERE </a:t>
            </a:r>
            <a:r>
              <a:rPr lang="en-US" dirty="0" err="1">
                <a:solidFill>
                  <a:schemeClr val="tx1"/>
                </a:solidFill>
              </a:rPr>
              <a:t>E.Ssn</a:t>
            </a:r>
            <a:r>
              <a:rPr lang="en-US" dirty="0">
                <a:solidFill>
                  <a:schemeClr val="tx1"/>
                </a:solidFill>
              </a:rPr>
              <a:t> = </a:t>
            </a:r>
            <a:r>
              <a:rPr lang="en-US" dirty="0" err="1">
                <a:solidFill>
                  <a:schemeClr val="tx1"/>
                </a:solidFill>
              </a:rPr>
              <a:t>D.Essn</a:t>
            </a:r>
            <a:r>
              <a:rPr lang="en-US" dirty="0">
                <a:solidFill>
                  <a:schemeClr val="tx1"/>
                </a:solidFill>
              </a:rPr>
              <a:t> ); </a:t>
            </a:r>
            <a:endParaRPr dirty="0">
              <a:solidFill>
                <a:schemeClr val="tx1"/>
              </a:solidFill>
            </a:endParaRPr>
          </a:p>
        </p:txBody>
      </p:sp>
      <p:pic>
        <p:nvPicPr>
          <p:cNvPr id="388" name="Google Shape;388;p42"/>
          <p:cNvPicPr preferRelativeResize="0"/>
          <p:nvPr/>
        </p:nvPicPr>
        <p:blipFill rotWithShape="1">
          <a:blip r:embed="rId3">
            <a:alphaModFix/>
          </a:blip>
          <a:srcRect/>
          <a:stretch/>
        </p:blipFill>
        <p:spPr>
          <a:xfrm>
            <a:off x="5998884" y="265176"/>
            <a:ext cx="5793828" cy="632764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Shape 393"/>
        <p:cNvGrpSpPr/>
        <p:nvPr/>
      </p:nvGrpSpPr>
      <p:grpSpPr>
        <a:xfrm>
          <a:off x="0" y="0"/>
          <a:ext cx="0" cy="0"/>
          <a:chOff x="0" y="0"/>
          <a:chExt cx="0" cy="0"/>
        </a:xfrm>
      </p:grpSpPr>
      <p:sp>
        <p:nvSpPr>
          <p:cNvPr id="394" name="Google Shape;394;p43"/>
          <p:cNvSpPr txBox="1">
            <a:spLocks noGrp="1"/>
          </p:cNvSpPr>
          <p:nvPr>
            <p:ph idx="1"/>
          </p:nvPr>
        </p:nvSpPr>
        <p:spPr>
          <a:xfrm>
            <a:off x="1104480" y="1847088"/>
            <a:ext cx="5327142" cy="1892808"/>
          </a:xfrm>
          <a:prstGeom prst="rect">
            <a:avLst/>
          </a:prstGeom>
          <a:noFill/>
          <a:ln>
            <a:noFill/>
          </a:ln>
        </p:spPr>
        <p:txBody>
          <a:bodyPr spcFirstLastPara="1" vert="horz" wrap="square" lIns="91425" tIns="45700" rIns="91425" bIns="45700" rtlCol="0" anchor="t" anchorCtr="0">
            <a:normAutofit lnSpcReduction="10000"/>
          </a:bodyPr>
          <a:lstStyle/>
          <a:p>
            <a:pPr marL="0" indent="0">
              <a:spcBef>
                <a:spcPts val="0"/>
              </a:spcBef>
              <a:spcAft>
                <a:spcPts val="0"/>
              </a:spcAft>
              <a:buClr>
                <a:schemeClr val="dk1"/>
              </a:buClr>
              <a:buSzPts val="2800"/>
              <a:buNone/>
            </a:pPr>
            <a:r>
              <a:rPr lang="en-US" b="1" dirty="0">
                <a:solidFill>
                  <a:schemeClr val="tx1"/>
                </a:solidFill>
              </a:rPr>
              <a:t>Query 7. List the names of managers who have at least one dependent. </a:t>
            </a:r>
          </a:p>
          <a:p>
            <a:pPr marL="0" indent="0">
              <a:spcBef>
                <a:spcPts val="0"/>
              </a:spcBef>
              <a:spcAft>
                <a:spcPts val="0"/>
              </a:spcAft>
              <a:buClr>
                <a:schemeClr val="dk1"/>
              </a:buClr>
              <a:buSzPts val="2800"/>
              <a:buNone/>
            </a:pPr>
            <a:endParaRPr lang="en-US" b="1" dirty="0">
              <a:solidFill>
                <a:schemeClr val="tx1"/>
              </a:solidFill>
            </a:endParaRPr>
          </a:p>
          <a:p>
            <a:pPr marL="0" indent="0">
              <a:spcBef>
                <a:spcPts val="0"/>
              </a:spcBef>
              <a:spcAft>
                <a:spcPts val="0"/>
              </a:spcAft>
              <a:buClr>
                <a:schemeClr val="dk1"/>
              </a:buClr>
              <a:buSzPts val="2800"/>
              <a:buNone/>
            </a:pPr>
            <a:r>
              <a:rPr lang="en-US" dirty="0"/>
              <a:t>Q7: SELECT </a:t>
            </a:r>
            <a:r>
              <a:rPr lang="en-US" dirty="0" err="1"/>
              <a:t>Fname</a:t>
            </a:r>
            <a:r>
              <a:rPr lang="en-US" dirty="0"/>
              <a:t>, </a:t>
            </a:r>
            <a:r>
              <a:rPr lang="en-US" dirty="0" err="1"/>
              <a:t>Lname</a:t>
            </a:r>
            <a:r>
              <a:rPr lang="en-US" dirty="0"/>
              <a:t> FROM EMPLOYEE WHERE EXISTS ( SELECT * FROM DEPENDENT WHERE </a:t>
            </a:r>
            <a:r>
              <a:rPr lang="en-US" dirty="0" err="1"/>
              <a:t>Ssn</a:t>
            </a:r>
            <a:r>
              <a:rPr lang="en-US" dirty="0"/>
              <a:t> = </a:t>
            </a:r>
            <a:r>
              <a:rPr lang="en-US" dirty="0" err="1"/>
              <a:t>Essn</a:t>
            </a:r>
            <a:r>
              <a:rPr lang="en-US" dirty="0"/>
              <a:t> ) AND EXISTS ( SELECT * FROM DEPARTMENT WHERE </a:t>
            </a:r>
            <a:r>
              <a:rPr lang="en-US" dirty="0" err="1"/>
              <a:t>Ssn</a:t>
            </a:r>
            <a:r>
              <a:rPr lang="en-US" dirty="0"/>
              <a:t> = </a:t>
            </a:r>
            <a:r>
              <a:rPr lang="en-US" dirty="0" err="1"/>
              <a:t>Mgr_ssn</a:t>
            </a:r>
            <a:r>
              <a:rPr lang="en-US" dirty="0"/>
              <a:t> );</a:t>
            </a:r>
          </a:p>
          <a:p>
            <a:pPr marL="0" indent="0">
              <a:spcBef>
                <a:spcPts val="0"/>
              </a:spcBef>
              <a:spcAft>
                <a:spcPts val="0"/>
              </a:spcAft>
              <a:buClr>
                <a:schemeClr val="dk1"/>
              </a:buClr>
              <a:buSzPts val="2800"/>
              <a:buNone/>
            </a:pPr>
            <a:endParaRPr b="1" dirty="0">
              <a:solidFill>
                <a:schemeClr val="tx1"/>
              </a:solidFill>
            </a:endParaRPr>
          </a:p>
        </p:txBody>
      </p:sp>
      <p:pic>
        <p:nvPicPr>
          <p:cNvPr id="395" name="Google Shape;395;p43"/>
          <p:cNvPicPr preferRelativeResize="0"/>
          <p:nvPr/>
        </p:nvPicPr>
        <p:blipFill rotWithShape="1">
          <a:blip r:embed="rId3">
            <a:alphaModFix/>
          </a:blip>
          <a:srcRect/>
          <a:stretch/>
        </p:blipFill>
        <p:spPr>
          <a:xfrm>
            <a:off x="6501804" y="293178"/>
            <a:ext cx="5229948" cy="558641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44"/>
          <p:cNvSpPr txBox="1">
            <a:spLocks noGrp="1"/>
          </p:cNvSpPr>
          <p:nvPr>
            <p:ph type="title"/>
          </p:nvPr>
        </p:nvSpPr>
        <p:spPr>
          <a:xfrm>
            <a:off x="1097280" y="886968"/>
            <a:ext cx="10058400" cy="850392"/>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Aggregate Functions</a:t>
            </a:r>
            <a:endParaRPr b="1" dirty="0">
              <a:solidFill>
                <a:schemeClr val="tx1"/>
              </a:solidFill>
            </a:endParaRPr>
          </a:p>
        </p:txBody>
      </p:sp>
      <p:sp>
        <p:nvSpPr>
          <p:cNvPr id="402" name="Google Shape;402;p44"/>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dirty="0"/>
              <a:t>Used to summarize information from multiple tuples into a single-tuple summary</a:t>
            </a:r>
            <a:endParaRPr dirty="0"/>
          </a:p>
          <a:p>
            <a:pPr marL="228600" indent="-228600">
              <a:spcBef>
                <a:spcPts val="1000"/>
              </a:spcBef>
              <a:spcAft>
                <a:spcPts val="0"/>
              </a:spcAft>
              <a:buClr>
                <a:schemeClr val="dk1"/>
              </a:buClr>
              <a:buSzPts val="2800"/>
              <a:buChar char="•"/>
            </a:pPr>
            <a:r>
              <a:rPr lang="en-US" dirty="0"/>
              <a:t>Grouping is used to create subgroups of tuples before summarization</a:t>
            </a:r>
            <a:endParaRPr dirty="0"/>
          </a:p>
          <a:p>
            <a:pPr marL="228600" indent="-228600">
              <a:spcBef>
                <a:spcPts val="1000"/>
              </a:spcBef>
              <a:spcAft>
                <a:spcPts val="0"/>
              </a:spcAft>
              <a:buClr>
                <a:schemeClr val="dk1"/>
              </a:buClr>
              <a:buSzPts val="2800"/>
              <a:buChar char="•"/>
            </a:pPr>
            <a:r>
              <a:rPr lang="en-US" dirty="0"/>
              <a:t>Built-in aggregate functions: COUNT, SUM, MAX, MIN, COUNT and AVG. </a:t>
            </a:r>
            <a:endParaRPr dirty="0"/>
          </a:p>
          <a:p>
            <a:pPr marL="228600" indent="-228600">
              <a:spcBef>
                <a:spcPts val="1000"/>
              </a:spcBef>
              <a:spcAft>
                <a:spcPts val="0"/>
              </a:spcAft>
              <a:buClr>
                <a:schemeClr val="dk1"/>
              </a:buClr>
              <a:buSzPts val="2800"/>
              <a:buChar char="•"/>
            </a:pPr>
            <a:r>
              <a:rPr lang="en-US" dirty="0"/>
              <a:t>These functions can be used in the SELECT clause or in a HAVING clause. </a:t>
            </a: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5"/>
          <p:cNvSpPr txBox="1">
            <a:spLocks noGrp="1"/>
          </p:cNvSpPr>
          <p:nvPr>
            <p:ph type="title"/>
          </p:nvPr>
        </p:nvSpPr>
        <p:spPr>
          <a:xfrm>
            <a:off x="1097280" y="988906"/>
            <a:ext cx="10058400" cy="748454"/>
          </a:xfrm>
          <a:prstGeom prst="rect">
            <a:avLst/>
          </a:prstGeom>
          <a:noFill/>
          <a:ln>
            <a:noFill/>
          </a:ln>
        </p:spPr>
        <p:txBody>
          <a:bodyPr spcFirstLastPara="1" vert="horz" wrap="square" lIns="91425" tIns="45700" rIns="91425" bIns="45700" rtlCol="0" anchor="ctr" anchorCtr="0">
            <a:normAutofit fontScale="90000"/>
          </a:bodyPr>
          <a:lstStyle/>
          <a:p>
            <a:pPr>
              <a:lnSpc>
                <a:spcPct val="90000"/>
              </a:lnSpc>
              <a:spcBef>
                <a:spcPts val="0"/>
              </a:spcBef>
              <a:buClr>
                <a:schemeClr val="dk1"/>
              </a:buClr>
              <a:buSzPts val="4400"/>
            </a:pPr>
            <a:r>
              <a:rPr lang="en-US" dirty="0"/>
              <a:t>Aggregate Functions: Example</a:t>
            </a:r>
            <a:endParaRPr dirty="0"/>
          </a:p>
        </p:txBody>
      </p:sp>
      <p:sp>
        <p:nvSpPr>
          <p:cNvPr id="409" name="Google Shape;409;p45"/>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b="1" dirty="0">
                <a:solidFill>
                  <a:schemeClr val="tx1"/>
                </a:solidFill>
              </a:rPr>
              <a:t>Query 19. Find the sum of the salaries of all employees, the maximum salary, the minimum salary, and the average salary.</a:t>
            </a:r>
            <a:endParaRPr b="1" dirty="0">
              <a:solidFill>
                <a:schemeClr val="tx1"/>
              </a:solidFill>
            </a:endParaRPr>
          </a:p>
          <a:p>
            <a:pPr marL="457200" lvl="1" indent="0">
              <a:spcBef>
                <a:spcPts val="500"/>
              </a:spcBef>
              <a:spcAft>
                <a:spcPts val="0"/>
              </a:spcAft>
              <a:buClr>
                <a:schemeClr val="dk1"/>
              </a:buClr>
              <a:buSzPts val="2400"/>
              <a:buNone/>
            </a:pPr>
            <a:r>
              <a:rPr lang="en-US" dirty="0">
                <a:solidFill>
                  <a:schemeClr val="tx1"/>
                </a:solidFill>
              </a:rPr>
              <a:t>SELECT SUM (Salary), MAX (Salary), MIN (Salary), AVG (Salary) FROM EMPLOYEE;</a:t>
            </a:r>
            <a:endParaRPr dirty="0">
              <a:solidFill>
                <a:schemeClr val="tx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6"/>
          <p:cNvSpPr txBox="1">
            <a:spLocks noGrp="1"/>
          </p:cNvSpPr>
          <p:nvPr>
            <p:ph idx="1"/>
          </p:nvPr>
        </p:nvSpPr>
        <p:spPr>
          <a:xfrm>
            <a:off x="655320" y="893826"/>
            <a:ext cx="8927024" cy="5525262"/>
          </a:xfrm>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b="1" dirty="0"/>
              <a:t>Query 20. Find the sum of the salaries of all employees of the ‘Research’ department, as well as the maximum salary, the minimum salary, and the average salary in this department.</a:t>
            </a:r>
            <a:endParaRPr dirty="0"/>
          </a:p>
          <a:p>
            <a:pPr marL="0" indent="0">
              <a:spcBef>
                <a:spcPts val="1000"/>
              </a:spcBef>
              <a:spcAft>
                <a:spcPts val="0"/>
              </a:spcAft>
              <a:buClr>
                <a:schemeClr val="dk1"/>
              </a:buClr>
              <a:buSzPts val="2800"/>
              <a:buNone/>
            </a:pPr>
            <a:endParaRPr dirty="0"/>
          </a:p>
          <a:p>
            <a:pPr marL="228600" indent="-50800">
              <a:spcBef>
                <a:spcPts val="1000"/>
              </a:spcBef>
              <a:spcAft>
                <a:spcPts val="0"/>
              </a:spcAft>
              <a:buClr>
                <a:schemeClr val="dk1"/>
              </a:buClr>
              <a:buSzPts val="2800"/>
              <a:buNone/>
            </a:pPr>
            <a:endParaRPr dirty="0"/>
          </a:p>
          <a:p>
            <a:pPr marL="228600" indent="-50800">
              <a:spcBef>
                <a:spcPts val="1000"/>
              </a:spcBef>
              <a:spcAft>
                <a:spcPts val="0"/>
              </a:spcAft>
              <a:buClr>
                <a:schemeClr val="dk1"/>
              </a:buClr>
              <a:buSzPts val="2800"/>
              <a:buNone/>
            </a:pPr>
            <a:endParaRPr dirty="0"/>
          </a:p>
          <a:p>
            <a:pPr marL="228600" indent="-50800">
              <a:spcBef>
                <a:spcPts val="1000"/>
              </a:spcBef>
              <a:spcAft>
                <a:spcPts val="0"/>
              </a:spcAft>
              <a:buClr>
                <a:schemeClr val="dk1"/>
              </a:buClr>
              <a:buSzPts val="2800"/>
              <a:buNone/>
            </a:pPr>
            <a:endParaRPr dirty="0"/>
          </a:p>
          <a:p>
            <a:pPr marL="228600" indent="-50800">
              <a:spcBef>
                <a:spcPts val="1000"/>
              </a:spcBef>
              <a:spcAft>
                <a:spcPts val="0"/>
              </a:spcAft>
              <a:buClr>
                <a:schemeClr val="dk1"/>
              </a:buClr>
              <a:buSzPts val="2800"/>
              <a:buNone/>
            </a:pPr>
            <a:endParaRPr lang="en-US" dirty="0"/>
          </a:p>
          <a:p>
            <a:pPr marL="228600" indent="-50800">
              <a:spcBef>
                <a:spcPts val="1000"/>
              </a:spcBef>
              <a:spcAft>
                <a:spcPts val="0"/>
              </a:spcAft>
              <a:buClr>
                <a:schemeClr val="dk1"/>
              </a:buClr>
              <a:buSzPts val="2800"/>
              <a:buNone/>
            </a:pPr>
            <a:endParaRPr lang="en-US" dirty="0"/>
          </a:p>
          <a:p>
            <a:pPr marL="228600" indent="-50800">
              <a:spcBef>
                <a:spcPts val="1000"/>
              </a:spcBef>
              <a:spcAft>
                <a:spcPts val="0"/>
              </a:spcAft>
              <a:buClr>
                <a:schemeClr val="dk1"/>
              </a:buClr>
              <a:buSzPts val="2800"/>
              <a:buNone/>
            </a:pPr>
            <a:endParaRPr lang="en-US" dirty="0"/>
          </a:p>
          <a:p>
            <a:pPr marL="228600" indent="-50800">
              <a:spcBef>
                <a:spcPts val="1000"/>
              </a:spcBef>
              <a:spcAft>
                <a:spcPts val="0"/>
              </a:spcAft>
              <a:buClr>
                <a:schemeClr val="dk1"/>
              </a:buClr>
              <a:buSzPts val="2800"/>
              <a:buNone/>
            </a:pPr>
            <a:endParaRPr dirty="0"/>
          </a:p>
          <a:p>
            <a:pPr marL="228600" indent="-50800">
              <a:spcBef>
                <a:spcPts val="1000"/>
              </a:spcBef>
              <a:spcAft>
                <a:spcPts val="0"/>
              </a:spcAft>
              <a:buClr>
                <a:schemeClr val="dk1"/>
              </a:buClr>
              <a:buSzPts val="2800"/>
              <a:buNone/>
            </a:pPr>
            <a:endParaRPr dirty="0"/>
          </a:p>
          <a:p>
            <a:pPr marL="228600" indent="-228600">
              <a:spcBef>
                <a:spcPts val="1000"/>
              </a:spcBef>
              <a:spcAft>
                <a:spcPts val="0"/>
              </a:spcAft>
              <a:buClr>
                <a:schemeClr val="dk1"/>
              </a:buClr>
              <a:buSzPts val="2800"/>
              <a:buChar char="•"/>
            </a:pPr>
            <a:r>
              <a:rPr lang="en-US" dirty="0"/>
              <a:t>Q20: SELECT SUM (Salary), MAX (Salary), MIN (Salary), AVG (Salary) FROM (EMPLOYEE JOIN DEPARTMENT ON </a:t>
            </a:r>
            <a:r>
              <a:rPr lang="en-US" dirty="0" err="1"/>
              <a:t>Dno</a:t>
            </a:r>
            <a:r>
              <a:rPr lang="en-US" dirty="0"/>
              <a:t> = </a:t>
            </a:r>
            <a:r>
              <a:rPr lang="en-US" dirty="0" err="1"/>
              <a:t>Dnumber</a:t>
            </a:r>
            <a:r>
              <a:rPr lang="en-US" dirty="0"/>
              <a:t>) WHERE </a:t>
            </a:r>
            <a:r>
              <a:rPr lang="en-US" dirty="0" err="1"/>
              <a:t>Dname</a:t>
            </a:r>
            <a:r>
              <a:rPr lang="en-US" dirty="0"/>
              <a:t> = ‘Research’;</a:t>
            </a:r>
            <a:endParaRPr dirty="0"/>
          </a:p>
          <a:p>
            <a:pPr marL="228600" indent="-50800">
              <a:spcBef>
                <a:spcPts val="1000"/>
              </a:spcBef>
              <a:spcAft>
                <a:spcPts val="0"/>
              </a:spcAft>
              <a:buClr>
                <a:schemeClr val="dk1"/>
              </a:buClr>
              <a:buSzPts val="2800"/>
              <a:buNone/>
            </a:pPr>
            <a:endParaRPr dirty="0"/>
          </a:p>
        </p:txBody>
      </p:sp>
      <p:pic>
        <p:nvPicPr>
          <p:cNvPr id="416" name="Google Shape;416;p46"/>
          <p:cNvPicPr preferRelativeResize="0"/>
          <p:nvPr/>
        </p:nvPicPr>
        <p:blipFill rotWithShape="1">
          <a:blip r:embed="rId3">
            <a:alphaModFix/>
          </a:blip>
          <a:srcRect b="52136"/>
          <a:stretch/>
        </p:blipFill>
        <p:spPr>
          <a:xfrm>
            <a:off x="1061996" y="1992675"/>
            <a:ext cx="8310604" cy="311882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47"/>
          <p:cNvSpPr txBox="1">
            <a:spLocks noGrp="1"/>
          </p:cNvSpPr>
          <p:nvPr>
            <p:ph idx="1"/>
          </p:nvPr>
        </p:nvSpPr>
        <p:spPr>
          <a:xfrm>
            <a:off x="512064" y="278969"/>
            <a:ext cx="11320272" cy="5897994"/>
          </a:xfrm>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None/>
            </a:pPr>
            <a:r>
              <a:rPr lang="en-US" b="1" dirty="0"/>
              <a:t>Queries 21 and 22. Retrieve the total number of employees in the company (Q21) and the number of employees in the ‘Research’ department (Q22).</a:t>
            </a:r>
            <a:endParaRPr b="1" dirty="0"/>
          </a:p>
          <a:p>
            <a:pPr marL="457200" lvl="1" indent="0">
              <a:spcBef>
                <a:spcPts val="500"/>
              </a:spcBef>
              <a:spcAft>
                <a:spcPts val="0"/>
              </a:spcAft>
              <a:buClr>
                <a:schemeClr val="dk1"/>
              </a:buClr>
              <a:buSzPct val="100000"/>
              <a:buNone/>
            </a:pPr>
            <a:endParaRPr dirty="0"/>
          </a:p>
          <a:p>
            <a:pPr marL="457200" lvl="1" indent="0">
              <a:spcBef>
                <a:spcPts val="500"/>
              </a:spcBef>
              <a:spcAft>
                <a:spcPts val="0"/>
              </a:spcAft>
              <a:buClr>
                <a:schemeClr val="dk1"/>
              </a:buClr>
              <a:buSzPct val="100000"/>
              <a:buNone/>
            </a:pPr>
            <a:endParaRPr dirty="0"/>
          </a:p>
          <a:p>
            <a:pPr marL="457200" lvl="1" indent="0">
              <a:spcBef>
                <a:spcPts val="500"/>
              </a:spcBef>
              <a:spcAft>
                <a:spcPts val="0"/>
              </a:spcAft>
              <a:buClr>
                <a:schemeClr val="dk1"/>
              </a:buClr>
              <a:buSzPct val="100000"/>
              <a:buNone/>
            </a:pPr>
            <a:endParaRPr dirty="0"/>
          </a:p>
          <a:p>
            <a:pPr marL="457200" lvl="1" indent="0">
              <a:spcBef>
                <a:spcPts val="500"/>
              </a:spcBef>
              <a:spcAft>
                <a:spcPts val="0"/>
              </a:spcAft>
              <a:buClr>
                <a:schemeClr val="dk1"/>
              </a:buClr>
              <a:buSzPct val="100000"/>
              <a:buNone/>
            </a:pPr>
            <a:endParaRPr dirty="0"/>
          </a:p>
          <a:p>
            <a:pPr marL="457200" lvl="1" indent="0">
              <a:spcBef>
                <a:spcPts val="500"/>
              </a:spcBef>
              <a:spcAft>
                <a:spcPts val="0"/>
              </a:spcAft>
              <a:buClr>
                <a:schemeClr val="dk1"/>
              </a:buClr>
              <a:buSzPct val="100000"/>
              <a:buNone/>
            </a:pPr>
            <a:endParaRPr dirty="0"/>
          </a:p>
          <a:p>
            <a:pPr marL="457200" lvl="1" indent="0">
              <a:spcBef>
                <a:spcPts val="500"/>
              </a:spcBef>
              <a:spcAft>
                <a:spcPts val="0"/>
              </a:spcAft>
              <a:buClr>
                <a:schemeClr val="dk1"/>
              </a:buClr>
              <a:buSzPct val="100000"/>
              <a:buNone/>
            </a:pPr>
            <a:endParaRPr dirty="0"/>
          </a:p>
          <a:p>
            <a:pPr marL="457200" lvl="1" indent="0">
              <a:spcBef>
                <a:spcPts val="500"/>
              </a:spcBef>
              <a:spcAft>
                <a:spcPts val="0"/>
              </a:spcAft>
              <a:buClr>
                <a:schemeClr val="dk1"/>
              </a:buClr>
              <a:buSzPct val="100000"/>
              <a:buNone/>
            </a:pPr>
            <a:endParaRPr lang="en-US" dirty="0"/>
          </a:p>
          <a:p>
            <a:pPr marL="457200" lvl="1" indent="0">
              <a:spcBef>
                <a:spcPts val="500"/>
              </a:spcBef>
              <a:spcAft>
                <a:spcPts val="0"/>
              </a:spcAft>
              <a:buClr>
                <a:schemeClr val="dk1"/>
              </a:buClr>
              <a:buSzPct val="100000"/>
              <a:buNone/>
            </a:pPr>
            <a:endParaRPr lang="en-US" dirty="0"/>
          </a:p>
          <a:p>
            <a:pPr marL="457200" lvl="1" indent="0">
              <a:spcBef>
                <a:spcPts val="500"/>
              </a:spcBef>
              <a:spcAft>
                <a:spcPts val="0"/>
              </a:spcAft>
              <a:buClr>
                <a:schemeClr val="dk1"/>
              </a:buClr>
              <a:buSzPct val="100000"/>
              <a:buNone/>
            </a:pPr>
            <a:endParaRPr dirty="0"/>
          </a:p>
          <a:p>
            <a:pPr marL="457200" lvl="1" indent="0">
              <a:spcBef>
                <a:spcPts val="500"/>
              </a:spcBef>
              <a:spcAft>
                <a:spcPts val="0"/>
              </a:spcAft>
              <a:buClr>
                <a:schemeClr val="dk1"/>
              </a:buClr>
              <a:buSzPct val="100000"/>
              <a:buNone/>
            </a:pPr>
            <a:endParaRPr dirty="0"/>
          </a:p>
          <a:p>
            <a:pPr marL="457200" lvl="1" indent="0">
              <a:spcBef>
                <a:spcPts val="500"/>
              </a:spcBef>
              <a:spcAft>
                <a:spcPts val="0"/>
              </a:spcAft>
              <a:buClr>
                <a:schemeClr val="dk1"/>
              </a:buClr>
              <a:buSzPct val="100000"/>
              <a:buNone/>
            </a:pPr>
            <a:endParaRPr dirty="0"/>
          </a:p>
          <a:p>
            <a:pPr marL="457200" lvl="1" indent="0">
              <a:spcBef>
                <a:spcPts val="500"/>
              </a:spcBef>
              <a:spcAft>
                <a:spcPts val="0"/>
              </a:spcAft>
              <a:buClr>
                <a:schemeClr val="dk1"/>
              </a:buClr>
              <a:buSzPct val="100000"/>
              <a:buNone/>
            </a:pPr>
            <a:endParaRPr dirty="0">
              <a:solidFill>
                <a:schemeClr val="tx1"/>
              </a:solidFill>
            </a:endParaRPr>
          </a:p>
          <a:p>
            <a:pPr marL="457200" lvl="1" indent="0">
              <a:spcBef>
                <a:spcPts val="500"/>
              </a:spcBef>
              <a:spcAft>
                <a:spcPts val="0"/>
              </a:spcAft>
              <a:buClr>
                <a:schemeClr val="dk1"/>
              </a:buClr>
              <a:buSzPct val="100000"/>
              <a:buNone/>
            </a:pPr>
            <a:r>
              <a:rPr lang="en-US" dirty="0">
                <a:solidFill>
                  <a:schemeClr val="tx1"/>
                </a:solidFill>
              </a:rPr>
              <a:t>Q21: SELECT COUNT (*) FROM EMPLOYEE</a:t>
            </a:r>
            <a:endParaRPr dirty="0">
              <a:solidFill>
                <a:schemeClr val="tx1"/>
              </a:solidFill>
            </a:endParaRPr>
          </a:p>
          <a:p>
            <a:pPr marL="457200" lvl="1" indent="0">
              <a:spcBef>
                <a:spcPts val="500"/>
              </a:spcBef>
              <a:spcAft>
                <a:spcPts val="0"/>
              </a:spcAft>
              <a:buClr>
                <a:schemeClr val="dk1"/>
              </a:buClr>
              <a:buSzPct val="100000"/>
              <a:buNone/>
            </a:pPr>
            <a:r>
              <a:rPr lang="en-US" dirty="0">
                <a:solidFill>
                  <a:schemeClr val="tx1"/>
                </a:solidFill>
              </a:rPr>
              <a:t>Q22: SELECT COUNT (*)</a:t>
            </a:r>
            <a:endParaRPr dirty="0">
              <a:solidFill>
                <a:schemeClr val="tx1"/>
              </a:solidFill>
            </a:endParaRPr>
          </a:p>
          <a:p>
            <a:pPr marL="457200" lvl="1" indent="0">
              <a:spcBef>
                <a:spcPts val="500"/>
              </a:spcBef>
              <a:spcAft>
                <a:spcPts val="0"/>
              </a:spcAft>
              <a:buClr>
                <a:schemeClr val="dk1"/>
              </a:buClr>
              <a:buSzPct val="100000"/>
              <a:buNone/>
            </a:pPr>
            <a:r>
              <a:rPr lang="en-US" dirty="0">
                <a:solidFill>
                  <a:schemeClr val="tx1"/>
                </a:solidFill>
              </a:rPr>
              <a:t>FROM EMPLOYEE, DEPARTMENT</a:t>
            </a:r>
            <a:endParaRPr dirty="0">
              <a:solidFill>
                <a:schemeClr val="tx1"/>
              </a:solidFill>
            </a:endParaRPr>
          </a:p>
          <a:p>
            <a:pPr marL="457200" lvl="1" indent="0">
              <a:spcBef>
                <a:spcPts val="500"/>
              </a:spcBef>
              <a:spcAft>
                <a:spcPts val="0"/>
              </a:spcAft>
              <a:buClr>
                <a:schemeClr val="dk1"/>
              </a:buClr>
              <a:buSzPct val="100000"/>
              <a:buNone/>
            </a:pPr>
            <a:r>
              <a:rPr lang="en-US" dirty="0">
                <a:solidFill>
                  <a:schemeClr val="tx1"/>
                </a:solidFill>
              </a:rPr>
              <a:t>WHERE DNO = DNUMBER AND DNAME = ‘Research’;</a:t>
            </a:r>
            <a:endParaRPr dirty="0">
              <a:solidFill>
                <a:schemeClr val="tx1"/>
              </a:solidFill>
            </a:endParaRPr>
          </a:p>
        </p:txBody>
      </p:sp>
      <p:pic>
        <p:nvPicPr>
          <p:cNvPr id="423" name="Google Shape;423;p47"/>
          <p:cNvPicPr preferRelativeResize="0"/>
          <p:nvPr/>
        </p:nvPicPr>
        <p:blipFill rotWithShape="1">
          <a:blip r:embed="rId3">
            <a:alphaModFix/>
          </a:blip>
          <a:srcRect/>
          <a:stretch/>
        </p:blipFill>
        <p:spPr>
          <a:xfrm>
            <a:off x="1505391" y="1042638"/>
            <a:ext cx="9010209" cy="3593369"/>
          </a:xfrm>
          <a:prstGeom prst="rect">
            <a:avLst/>
          </a:prstGeom>
          <a:noFill/>
          <a:ln>
            <a:noFill/>
          </a:ln>
        </p:spPr>
      </p:pic>
      <p:sp>
        <p:nvSpPr>
          <p:cNvPr id="424" name="Google Shape;424;p47"/>
          <p:cNvSpPr/>
          <p:nvPr/>
        </p:nvSpPr>
        <p:spPr>
          <a:xfrm>
            <a:off x="6653940" y="3453117"/>
            <a:ext cx="1518834" cy="1043182"/>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48"/>
          <p:cNvSpPr txBox="1">
            <a:spLocks noGrp="1"/>
          </p:cNvSpPr>
          <p:nvPr>
            <p:ph type="title"/>
          </p:nvPr>
        </p:nvSpPr>
        <p:spPr>
          <a:xfrm>
            <a:off x="1097280" y="988906"/>
            <a:ext cx="10058400" cy="748454"/>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sz="4400" b="1" dirty="0"/>
              <a:t>Counting Number of Distinct Salary</a:t>
            </a:r>
            <a:endParaRPr sz="4400" dirty="0"/>
          </a:p>
        </p:txBody>
      </p:sp>
      <p:sp>
        <p:nvSpPr>
          <p:cNvPr id="431" name="Google Shape;431;p48"/>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b="1" dirty="0">
                <a:solidFill>
                  <a:schemeClr val="tx1"/>
                </a:solidFill>
              </a:rPr>
              <a:t>Query 23. Count the number of distinct salary values in the database.</a:t>
            </a:r>
            <a:endParaRPr b="1" dirty="0">
              <a:solidFill>
                <a:schemeClr val="tx1"/>
              </a:solidFill>
            </a:endParaRPr>
          </a:p>
          <a:p>
            <a:pPr marL="457200" lvl="1" indent="0">
              <a:spcBef>
                <a:spcPts val="500"/>
              </a:spcBef>
              <a:spcAft>
                <a:spcPts val="0"/>
              </a:spcAft>
              <a:buClr>
                <a:schemeClr val="dk1"/>
              </a:buClr>
              <a:buSzPts val="2400"/>
              <a:buNone/>
            </a:pPr>
            <a:r>
              <a:rPr lang="en-US" dirty="0">
                <a:solidFill>
                  <a:schemeClr val="tx1"/>
                </a:solidFill>
              </a:rPr>
              <a:t>Q23: SELECT COUNT (DISTINCT Salary)</a:t>
            </a:r>
            <a:endParaRPr dirty="0">
              <a:solidFill>
                <a:schemeClr val="tx1"/>
              </a:solidFill>
            </a:endParaRPr>
          </a:p>
          <a:p>
            <a:pPr marL="457200" lvl="1" indent="0">
              <a:spcBef>
                <a:spcPts val="500"/>
              </a:spcBef>
              <a:spcAft>
                <a:spcPts val="0"/>
              </a:spcAft>
              <a:buClr>
                <a:schemeClr val="dk1"/>
              </a:buClr>
              <a:buSzPts val="2400"/>
              <a:buNone/>
            </a:pPr>
            <a:r>
              <a:rPr lang="en-US" dirty="0">
                <a:solidFill>
                  <a:schemeClr val="tx1"/>
                </a:solidFill>
              </a:rPr>
              <a:t>FROM EMPLOYEE;</a:t>
            </a:r>
            <a:endParaRPr dirty="0">
              <a:solidFill>
                <a:schemeClr val="tx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49"/>
          <p:cNvSpPr txBox="1">
            <a:spLocks noGrp="1"/>
          </p:cNvSpPr>
          <p:nvPr>
            <p:ph idx="1"/>
          </p:nvPr>
        </p:nvSpPr>
        <p:spPr>
          <a:xfrm>
            <a:off x="795528" y="451604"/>
            <a:ext cx="10158984" cy="4351338"/>
          </a:xfrm>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b="1" dirty="0">
                <a:solidFill>
                  <a:schemeClr val="tx1"/>
                </a:solidFill>
              </a:rPr>
              <a:t>Q5: Retrieve the names of all employees who have two or more dependents</a:t>
            </a:r>
            <a:endParaRPr b="1" dirty="0">
              <a:solidFill>
                <a:schemeClr val="tx1"/>
              </a:solidFill>
            </a:endParaRPr>
          </a:p>
        </p:txBody>
      </p:sp>
      <p:pic>
        <p:nvPicPr>
          <p:cNvPr id="438" name="Google Shape;438;p49"/>
          <p:cNvPicPr preferRelativeResize="0"/>
          <p:nvPr/>
        </p:nvPicPr>
        <p:blipFill rotWithShape="1">
          <a:blip r:embed="rId3">
            <a:alphaModFix/>
          </a:blip>
          <a:srcRect t="5085" b="67264"/>
          <a:stretch/>
        </p:blipFill>
        <p:spPr>
          <a:xfrm>
            <a:off x="1485314" y="953455"/>
            <a:ext cx="8368432" cy="2805194"/>
          </a:xfrm>
          <a:prstGeom prst="rect">
            <a:avLst/>
          </a:prstGeom>
          <a:noFill/>
          <a:ln>
            <a:noFill/>
          </a:ln>
        </p:spPr>
      </p:pic>
      <p:pic>
        <p:nvPicPr>
          <p:cNvPr id="439" name="Google Shape;439;p49"/>
          <p:cNvPicPr preferRelativeResize="0"/>
          <p:nvPr/>
        </p:nvPicPr>
        <p:blipFill rotWithShape="1">
          <a:blip r:embed="rId3">
            <a:alphaModFix/>
          </a:blip>
          <a:srcRect l="31878" t="72969" r="3896" b="774"/>
          <a:stretch/>
        </p:blipFill>
        <p:spPr>
          <a:xfrm>
            <a:off x="6733040" y="3840650"/>
            <a:ext cx="4975796" cy="2466074"/>
          </a:xfrm>
          <a:prstGeom prst="rect">
            <a:avLst/>
          </a:prstGeom>
          <a:noFill/>
          <a:ln>
            <a:noFill/>
          </a:ln>
        </p:spPr>
      </p:pic>
      <p:sp>
        <p:nvSpPr>
          <p:cNvPr id="440" name="Google Shape;440;p49"/>
          <p:cNvSpPr/>
          <p:nvPr/>
        </p:nvSpPr>
        <p:spPr>
          <a:xfrm>
            <a:off x="1393874" y="3904038"/>
            <a:ext cx="5793310" cy="2000507"/>
          </a:xfrm>
          <a:prstGeom prst="rect">
            <a:avLst/>
          </a:prstGeom>
          <a:noFill/>
          <a:ln>
            <a:noFill/>
          </a:ln>
        </p:spPr>
        <p:txBody>
          <a:bodyPr spcFirstLastPara="1" wrap="square" lIns="91425" tIns="45700" rIns="91425" bIns="45700" anchor="t" anchorCtr="0">
            <a:spAutoFit/>
          </a:bodyPr>
          <a:lstStyle/>
          <a:p>
            <a:r>
              <a:rPr lang="en-US" sz="2400" dirty="0">
                <a:ea typeface="Calibri"/>
                <a:cs typeface="Calibri"/>
                <a:sym typeface="Calibri"/>
              </a:rPr>
              <a:t>SELECT </a:t>
            </a:r>
            <a:r>
              <a:rPr lang="en-US" sz="2400" dirty="0" err="1">
                <a:ea typeface="Calibri"/>
                <a:cs typeface="Calibri"/>
                <a:sym typeface="Calibri"/>
              </a:rPr>
              <a:t>Lname</a:t>
            </a:r>
            <a:r>
              <a:rPr lang="en-US" sz="2400" dirty="0">
                <a:ea typeface="Calibri"/>
                <a:cs typeface="Calibri"/>
                <a:sym typeface="Calibri"/>
              </a:rPr>
              <a:t>, </a:t>
            </a:r>
            <a:r>
              <a:rPr lang="en-US" sz="2400" dirty="0" err="1">
                <a:ea typeface="Calibri"/>
                <a:cs typeface="Calibri"/>
                <a:sym typeface="Calibri"/>
              </a:rPr>
              <a:t>Fname</a:t>
            </a:r>
            <a:endParaRPr sz="2400" dirty="0">
              <a:ea typeface="Calibri"/>
              <a:cs typeface="Calibri"/>
              <a:sym typeface="Calibri"/>
            </a:endParaRPr>
          </a:p>
          <a:p>
            <a:r>
              <a:rPr lang="en-US" sz="2400" dirty="0">
                <a:ea typeface="Calibri"/>
                <a:cs typeface="Calibri"/>
                <a:sym typeface="Calibri"/>
              </a:rPr>
              <a:t>FROM EMPLOYEE</a:t>
            </a:r>
            <a:endParaRPr sz="1600" dirty="0"/>
          </a:p>
          <a:p>
            <a:r>
              <a:rPr lang="en-US" sz="2400" dirty="0">
                <a:ea typeface="Calibri"/>
                <a:cs typeface="Calibri"/>
                <a:sym typeface="Calibri"/>
              </a:rPr>
              <a:t>WHERE ( SELECT COUNT (*)</a:t>
            </a:r>
            <a:endParaRPr sz="1600" dirty="0"/>
          </a:p>
          <a:p>
            <a:r>
              <a:rPr lang="en-US" sz="2400" dirty="0">
                <a:ea typeface="Calibri"/>
                <a:cs typeface="Calibri"/>
                <a:sym typeface="Calibri"/>
              </a:rPr>
              <a:t>FROM DEPENDENT</a:t>
            </a:r>
            <a:endParaRPr sz="1600" dirty="0"/>
          </a:p>
          <a:p>
            <a:r>
              <a:rPr lang="en-US" sz="2400" dirty="0">
                <a:ea typeface="Calibri"/>
                <a:cs typeface="Calibri"/>
                <a:sym typeface="Calibri"/>
              </a:rPr>
              <a:t>WHERE </a:t>
            </a:r>
            <a:r>
              <a:rPr lang="en-US" sz="2400" dirty="0" err="1">
                <a:ea typeface="Calibri"/>
                <a:cs typeface="Calibri"/>
                <a:sym typeface="Calibri"/>
              </a:rPr>
              <a:t>Ssn</a:t>
            </a:r>
            <a:r>
              <a:rPr lang="en-US" sz="2400" dirty="0">
                <a:ea typeface="Calibri"/>
                <a:cs typeface="Calibri"/>
                <a:sym typeface="Calibri"/>
              </a:rPr>
              <a:t> = </a:t>
            </a:r>
            <a:r>
              <a:rPr lang="en-US" sz="2400" dirty="0" err="1">
                <a:ea typeface="Calibri"/>
                <a:cs typeface="Calibri"/>
                <a:sym typeface="Calibri"/>
              </a:rPr>
              <a:t>Essn</a:t>
            </a:r>
            <a:r>
              <a:rPr lang="en-US" sz="2400" dirty="0">
                <a:ea typeface="Calibri"/>
                <a:cs typeface="Calibri"/>
                <a:sym typeface="Calibri"/>
              </a:rPr>
              <a:t> ) &gt; = 2;</a:t>
            </a:r>
            <a:endParaRPr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1284</TotalTime>
  <Words>5131</Words>
  <Application>Microsoft Office PowerPoint</Application>
  <PresentationFormat>Widescreen</PresentationFormat>
  <Paragraphs>475</Paragraphs>
  <Slides>52</Slides>
  <Notes>46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Aptos</vt:lpstr>
      <vt:lpstr>Arial</vt:lpstr>
      <vt:lpstr>Calibri</vt:lpstr>
      <vt:lpstr>Calibri Light</vt:lpstr>
      <vt:lpstr>Inter</vt:lpstr>
      <vt:lpstr>times new roman</vt:lpstr>
      <vt:lpstr>times new roman</vt:lpstr>
      <vt:lpstr>Retrospect</vt:lpstr>
      <vt:lpstr> Database Systems</vt:lpstr>
      <vt:lpstr>Joined Tables in SQL and Outer Joins</vt:lpstr>
      <vt:lpstr>Types of Joins</vt:lpstr>
      <vt:lpstr>Basic SQL Queries: The SELECT-FROM-WHERE Structure with join</vt:lpstr>
      <vt:lpstr>Example</vt:lpstr>
      <vt:lpstr>Basic SQL Queries: The SELECT-FROM-WHERE Structure with join</vt:lpstr>
      <vt:lpstr>Basic SQL Queries: The SELECT-FROM-WHERE Structure with join</vt:lpstr>
      <vt:lpstr>Basic SQL Queries: The SELECT-FROM-WHERE Structure with join</vt:lpstr>
      <vt:lpstr>Ambiguous Attribute Names, Aliasing, Renaming, and Tuple Variables</vt:lpstr>
      <vt:lpstr>SELF JOIN</vt:lpstr>
      <vt:lpstr>PowerPoint Presentation</vt:lpstr>
      <vt:lpstr>ORDER BY</vt:lpstr>
      <vt:lpstr>NATURAL JOIN </vt:lpstr>
      <vt:lpstr>Inner join/Join</vt:lpstr>
      <vt:lpstr>Outer JOIN</vt:lpstr>
      <vt:lpstr>PowerPoint Presentation</vt:lpstr>
      <vt:lpstr>Comparison Operator: IS or IS NOT</vt:lpstr>
      <vt:lpstr>Nested Queries/ Subqueries</vt:lpstr>
      <vt:lpstr>Sub Queries: Syntax</vt:lpstr>
      <vt:lpstr>Demo Database: Employee 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 of Subqueries</vt:lpstr>
      <vt:lpstr>Equal to and In</vt:lpstr>
      <vt:lpstr>Explicit Sets and Renaming in SQL</vt:lpstr>
      <vt:lpstr>ALL</vt:lpstr>
      <vt:lpstr>PowerPoint Presentation</vt:lpstr>
      <vt:lpstr>PowerPoint Presentation</vt:lpstr>
      <vt:lpstr>ANY</vt:lpstr>
      <vt:lpstr>PowerPoint Presentation</vt:lpstr>
      <vt:lpstr>PowerPoint Presentation</vt:lpstr>
      <vt:lpstr>PowerPoint Presentation</vt:lpstr>
      <vt:lpstr>Correlated Nested Queries</vt:lpstr>
      <vt:lpstr>Exists and Not Exists</vt:lpstr>
      <vt:lpstr>PowerPoint Presentation</vt:lpstr>
      <vt:lpstr>PowerPoint Presentation</vt:lpstr>
      <vt:lpstr>PowerPoint Presentation</vt:lpstr>
      <vt:lpstr>Aggregate Functions</vt:lpstr>
      <vt:lpstr>Aggregate Functions: Example</vt:lpstr>
      <vt:lpstr>PowerPoint Presentation</vt:lpstr>
      <vt:lpstr>PowerPoint Presentation</vt:lpstr>
      <vt:lpstr>Counting Number of Distinct Salary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46</cp:revision>
  <dcterms:created xsi:type="dcterms:W3CDTF">2024-08-09T06:58:16Z</dcterms:created>
  <dcterms:modified xsi:type="dcterms:W3CDTF">2024-09-17T07:38:05Z</dcterms:modified>
</cp:coreProperties>
</file>