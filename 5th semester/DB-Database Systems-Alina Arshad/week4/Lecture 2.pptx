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media/image3.jpg" ContentType="image/jpg"/>
  <Override PartName="/ppt/media/image4.jpg" ContentType="image/jpg"/>
  <Override PartName="/ppt/media/image10.jpg" ContentType="image/jpg"/>
  <Override PartName="/ppt/media/image11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5" r:id="rId3"/>
    <p:sldId id="276" r:id="rId4"/>
    <p:sldId id="277" r:id="rId5"/>
    <p:sldId id="278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5CAC0-F77C-462A-930B-EF96303E2C34}" v="1" dt="2024-09-08T12:05:07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BCBA590E-54B5-40E6-9FC8-1EE861FD549B}"/>
    <pc:docChg chg="custSel addSld delSld modSld sldOrd">
      <pc:chgData name="Ms Alina Arshad" userId="cccdfd85-d35d-4453-9c6f-a463aae40722" providerId="ADAL" clId="{BCBA590E-54B5-40E6-9FC8-1EE861FD549B}" dt="2024-08-27T04:18:26.265" v="252" actId="20577"/>
      <pc:docMkLst>
        <pc:docMk/>
      </pc:docMkLst>
      <pc:sldChg chg="modSp mod ord">
        <pc:chgData name="Ms Alina Arshad" userId="cccdfd85-d35d-4453-9c6f-a463aae40722" providerId="ADAL" clId="{BCBA590E-54B5-40E6-9FC8-1EE861FD549B}" dt="2024-08-26T08:01:33.503" v="11"/>
        <pc:sldMkLst>
          <pc:docMk/>
          <pc:sldMk cId="3846990556" sldId="273"/>
        </pc:sldMkLst>
        <pc:spChg chg="mod">
          <ac:chgData name="Ms Alina Arshad" userId="cccdfd85-d35d-4453-9c6f-a463aae40722" providerId="ADAL" clId="{BCBA590E-54B5-40E6-9FC8-1EE861FD549B}" dt="2024-08-26T08:00:05.570" v="3" actId="207"/>
          <ac:spMkLst>
            <pc:docMk/>
            <pc:sldMk cId="3846990556" sldId="27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CBA590E-54B5-40E6-9FC8-1EE861FD549B}" dt="2024-08-27T04:18:26.265" v="252" actId="20577"/>
        <pc:sldMkLst>
          <pc:docMk/>
          <pc:sldMk cId="1062436133" sldId="274"/>
        </pc:sldMkLst>
        <pc:spChg chg="mod">
          <ac:chgData name="Ms Alina Arshad" userId="cccdfd85-d35d-4453-9c6f-a463aae40722" providerId="ADAL" clId="{BCBA590E-54B5-40E6-9FC8-1EE861FD549B}" dt="2024-08-27T04:18:26.265" v="252" actId="20577"/>
          <ac:spMkLst>
            <pc:docMk/>
            <pc:sldMk cId="1062436133" sldId="27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CBA590E-54B5-40E6-9FC8-1EE861FD549B}" dt="2024-08-26T08:00:09.741" v="4" actId="207"/>
        <pc:sldMkLst>
          <pc:docMk/>
          <pc:sldMk cId="1434241508" sldId="275"/>
        </pc:sldMkLst>
        <pc:spChg chg="mod">
          <ac:chgData name="Ms Alina Arshad" userId="cccdfd85-d35d-4453-9c6f-a463aae40722" providerId="ADAL" clId="{BCBA590E-54B5-40E6-9FC8-1EE861FD549B}" dt="2024-08-26T08:00:09.741" v="4" actId="207"/>
          <ac:spMkLst>
            <pc:docMk/>
            <pc:sldMk cId="1434241508" sldId="275"/>
            <ac:spMk id="3" creationId="{00000000-0000-0000-0000-000000000000}"/>
          </ac:spMkLst>
        </pc:spChg>
      </pc:sldChg>
      <pc:sldChg chg="addSp modSp mod modNotesTx">
        <pc:chgData name="Ms Alina Arshad" userId="cccdfd85-d35d-4453-9c6f-a463aae40722" providerId="ADAL" clId="{BCBA590E-54B5-40E6-9FC8-1EE861FD549B}" dt="2024-08-26T08:27:24.998" v="158" actId="403"/>
        <pc:sldMkLst>
          <pc:docMk/>
          <pc:sldMk cId="3811117247" sldId="276"/>
        </pc:sldMkLst>
        <pc:spChg chg="add mod">
          <ac:chgData name="Ms Alina Arshad" userId="cccdfd85-d35d-4453-9c6f-a463aae40722" providerId="ADAL" clId="{BCBA590E-54B5-40E6-9FC8-1EE861FD549B}" dt="2024-08-26T08:26:36.025" v="146" actId="1076"/>
          <ac:spMkLst>
            <pc:docMk/>
            <pc:sldMk cId="3811117247" sldId="276"/>
            <ac:spMk id="2" creationId="{30BE0A31-F08A-5844-5E17-200E33BB345A}"/>
          </ac:spMkLst>
        </pc:spChg>
        <pc:spChg chg="mod">
          <ac:chgData name="Ms Alina Arshad" userId="cccdfd85-d35d-4453-9c6f-a463aae40722" providerId="ADAL" clId="{BCBA590E-54B5-40E6-9FC8-1EE861FD549B}" dt="2024-08-26T08:27:11.854" v="154" actId="20577"/>
          <ac:spMkLst>
            <pc:docMk/>
            <pc:sldMk cId="3811117247" sldId="276"/>
            <ac:spMk id="3" creationId="{00000000-0000-0000-0000-000000000000}"/>
          </ac:spMkLst>
        </pc:spChg>
        <pc:spChg chg="add">
          <ac:chgData name="Ms Alina Arshad" userId="cccdfd85-d35d-4453-9c6f-a463aae40722" providerId="ADAL" clId="{BCBA590E-54B5-40E6-9FC8-1EE861FD549B}" dt="2024-08-26T08:26:38.119" v="147"/>
          <ac:spMkLst>
            <pc:docMk/>
            <pc:sldMk cId="3811117247" sldId="276"/>
            <ac:spMk id="5" creationId="{B2728579-CA85-A852-6FF0-9335A3063437}"/>
          </ac:spMkLst>
        </pc:spChg>
        <pc:spChg chg="add mod">
          <ac:chgData name="Ms Alina Arshad" userId="cccdfd85-d35d-4453-9c6f-a463aae40722" providerId="ADAL" clId="{BCBA590E-54B5-40E6-9FC8-1EE861FD549B}" dt="2024-08-26T08:27:24.998" v="158" actId="403"/>
          <ac:spMkLst>
            <pc:docMk/>
            <pc:sldMk cId="3811117247" sldId="276"/>
            <ac:spMk id="6" creationId="{043E1D5A-350F-6570-850F-DFE53BD86885}"/>
          </ac:spMkLst>
        </pc:spChg>
      </pc:sldChg>
      <pc:sldChg chg="modNotesTx">
        <pc:chgData name="Ms Alina Arshad" userId="cccdfd85-d35d-4453-9c6f-a463aae40722" providerId="ADAL" clId="{BCBA590E-54B5-40E6-9FC8-1EE861FD549B}" dt="2024-08-26T08:47:49.708" v="245"/>
        <pc:sldMkLst>
          <pc:docMk/>
          <pc:sldMk cId="2349219484" sldId="290"/>
        </pc:sldMkLst>
      </pc:sldChg>
      <pc:sldChg chg="modSp mod">
        <pc:chgData name="Ms Alina Arshad" userId="cccdfd85-d35d-4453-9c6f-a463aae40722" providerId="ADAL" clId="{BCBA590E-54B5-40E6-9FC8-1EE861FD549B}" dt="2024-08-26T08:48:15.382" v="246" actId="14100"/>
        <pc:sldMkLst>
          <pc:docMk/>
          <pc:sldMk cId="4122508665" sldId="291"/>
        </pc:sldMkLst>
        <pc:spChg chg="mod">
          <ac:chgData name="Ms Alina Arshad" userId="cccdfd85-d35d-4453-9c6f-a463aae40722" providerId="ADAL" clId="{BCBA590E-54B5-40E6-9FC8-1EE861FD549B}" dt="2024-08-26T08:48:15.382" v="246" actId="14100"/>
          <ac:spMkLst>
            <pc:docMk/>
            <pc:sldMk cId="4122508665" sldId="291"/>
            <ac:spMk id="3" creationId="{00000000-0000-0000-0000-000000000000}"/>
          </ac:spMkLst>
        </pc:spChg>
      </pc:sldChg>
      <pc:sldChg chg="ord">
        <pc:chgData name="Ms Alina Arshad" userId="cccdfd85-d35d-4453-9c6f-a463aae40722" providerId="ADAL" clId="{BCBA590E-54B5-40E6-9FC8-1EE861FD549B}" dt="2024-08-26T08:01:23.869" v="9"/>
        <pc:sldMkLst>
          <pc:docMk/>
          <pc:sldMk cId="2844238622" sldId="311"/>
        </pc:sldMkLst>
      </pc:sldChg>
      <pc:sldChg chg="addSp modSp mod">
        <pc:chgData name="Ms Alina Arshad" userId="cccdfd85-d35d-4453-9c6f-a463aae40722" providerId="ADAL" clId="{BCBA590E-54B5-40E6-9FC8-1EE861FD549B}" dt="2024-08-26T08:10:04.173" v="13"/>
        <pc:sldMkLst>
          <pc:docMk/>
          <pc:sldMk cId="0" sldId="363"/>
        </pc:sldMkLst>
        <pc:spChg chg="add">
          <ac:chgData name="Ms Alina Arshad" userId="cccdfd85-d35d-4453-9c6f-a463aae40722" providerId="ADAL" clId="{BCBA590E-54B5-40E6-9FC8-1EE861FD549B}" dt="2024-08-26T08:10:04.173" v="13"/>
          <ac:spMkLst>
            <pc:docMk/>
            <pc:sldMk cId="0" sldId="363"/>
            <ac:spMk id="2" creationId="{778B151E-BF03-D949-FFEB-FBE97D026765}"/>
          </ac:spMkLst>
        </pc:spChg>
        <pc:spChg chg="mod">
          <ac:chgData name="Ms Alina Arshad" userId="cccdfd85-d35d-4453-9c6f-a463aae40722" providerId="ADAL" clId="{BCBA590E-54B5-40E6-9FC8-1EE861FD549B}" dt="2024-08-26T08:01:40.204" v="12" actId="20577"/>
          <ac:spMkLst>
            <pc:docMk/>
            <pc:sldMk cId="0" sldId="363"/>
            <ac:spMk id="36868" creationId="{0BCCDD2B-A68C-AF28-A312-B2896CBBAB1B}"/>
          </ac:spMkLst>
        </pc:spChg>
      </pc:sldChg>
      <pc:sldChg chg="delSp modSp mod">
        <pc:chgData name="Ms Alina Arshad" userId="cccdfd85-d35d-4453-9c6f-a463aae40722" providerId="ADAL" clId="{BCBA590E-54B5-40E6-9FC8-1EE861FD549B}" dt="2024-08-26T08:36:18.575" v="243" actId="255"/>
        <pc:sldMkLst>
          <pc:docMk/>
          <pc:sldMk cId="0" sldId="364"/>
        </pc:sldMkLst>
        <pc:spChg chg="del">
          <ac:chgData name="Ms Alina Arshad" userId="cccdfd85-d35d-4453-9c6f-a463aae40722" providerId="ADAL" clId="{BCBA590E-54B5-40E6-9FC8-1EE861FD549B}" dt="2024-08-26T08:33:09.713" v="211" actId="478"/>
          <ac:spMkLst>
            <pc:docMk/>
            <pc:sldMk cId="0" sldId="364"/>
            <ac:spMk id="38914" creationId="{77CC0C1D-A177-FAB4-7A9A-A975B707FB04}"/>
          </ac:spMkLst>
        </pc:spChg>
        <pc:spChg chg="mod">
          <ac:chgData name="Ms Alina Arshad" userId="cccdfd85-d35d-4453-9c6f-a463aae40722" providerId="ADAL" clId="{BCBA590E-54B5-40E6-9FC8-1EE861FD549B}" dt="2024-08-26T08:36:18.575" v="243" actId="255"/>
          <ac:spMkLst>
            <pc:docMk/>
            <pc:sldMk cId="0" sldId="364"/>
            <ac:spMk id="38916" creationId="{D8FCABD0-D270-2805-11F3-BBEBD03B024B}"/>
          </ac:spMkLst>
        </pc:spChg>
      </pc:sldChg>
      <pc:sldChg chg="addSp delSp modSp new mod">
        <pc:chgData name="Ms Alina Arshad" userId="cccdfd85-d35d-4453-9c6f-a463aae40722" providerId="ADAL" clId="{BCBA590E-54B5-40E6-9FC8-1EE861FD549B}" dt="2024-08-26T08:23:24.794" v="126" actId="403"/>
        <pc:sldMkLst>
          <pc:docMk/>
          <pc:sldMk cId="2044861486" sldId="391"/>
        </pc:sldMkLst>
        <pc:spChg chg="mod">
          <ac:chgData name="Ms Alina Arshad" userId="cccdfd85-d35d-4453-9c6f-a463aae40722" providerId="ADAL" clId="{BCBA590E-54B5-40E6-9FC8-1EE861FD549B}" dt="2024-08-26T08:11:54.225" v="32" actId="113"/>
          <ac:spMkLst>
            <pc:docMk/>
            <pc:sldMk cId="2044861486" sldId="391"/>
            <ac:spMk id="2" creationId="{118B7DC4-A251-AC0D-002D-7DADFEEEAB88}"/>
          </ac:spMkLst>
        </pc:spChg>
        <pc:spChg chg="del">
          <ac:chgData name="Ms Alina Arshad" userId="cccdfd85-d35d-4453-9c6f-a463aae40722" providerId="ADAL" clId="{BCBA590E-54B5-40E6-9FC8-1EE861FD549B}" dt="2024-08-26T08:10:13.750" v="15"/>
          <ac:spMkLst>
            <pc:docMk/>
            <pc:sldMk cId="2044861486" sldId="391"/>
            <ac:spMk id="3" creationId="{1E44F761-9220-0DFF-1082-C853B3C09959}"/>
          </ac:spMkLst>
        </pc:spChg>
        <pc:spChg chg="add mod">
          <ac:chgData name="Ms Alina Arshad" userId="cccdfd85-d35d-4453-9c6f-a463aae40722" providerId="ADAL" clId="{BCBA590E-54B5-40E6-9FC8-1EE861FD549B}" dt="2024-08-26T08:23:24.794" v="126" actId="403"/>
          <ac:spMkLst>
            <pc:docMk/>
            <pc:sldMk cId="2044861486" sldId="391"/>
            <ac:spMk id="4" creationId="{58A80029-D8E0-93A1-BBB7-B30939B0FE16}"/>
          </ac:spMkLst>
        </pc:spChg>
      </pc:sldChg>
      <pc:sldChg chg="modSp new mod">
        <pc:chgData name="Ms Alina Arshad" userId="cccdfd85-d35d-4453-9c6f-a463aae40722" providerId="ADAL" clId="{BCBA590E-54B5-40E6-9FC8-1EE861FD549B}" dt="2024-08-26T08:19:46.488" v="107" actId="113"/>
        <pc:sldMkLst>
          <pc:docMk/>
          <pc:sldMk cId="64326949" sldId="392"/>
        </pc:sldMkLst>
        <pc:spChg chg="mod">
          <ac:chgData name="Ms Alina Arshad" userId="cccdfd85-d35d-4453-9c6f-a463aae40722" providerId="ADAL" clId="{BCBA590E-54B5-40E6-9FC8-1EE861FD549B}" dt="2024-08-26T08:19:06.143" v="104" actId="1076"/>
          <ac:spMkLst>
            <pc:docMk/>
            <pc:sldMk cId="64326949" sldId="392"/>
            <ac:spMk id="2" creationId="{024639D9-9C76-FCC8-8E82-616610256BC4}"/>
          </ac:spMkLst>
        </pc:spChg>
        <pc:spChg chg="mod">
          <ac:chgData name="Ms Alina Arshad" userId="cccdfd85-d35d-4453-9c6f-a463aae40722" providerId="ADAL" clId="{BCBA590E-54B5-40E6-9FC8-1EE861FD549B}" dt="2024-08-26T08:19:46.488" v="107" actId="113"/>
          <ac:spMkLst>
            <pc:docMk/>
            <pc:sldMk cId="64326949" sldId="392"/>
            <ac:spMk id="3" creationId="{3B867A36-9A3B-BC57-0D47-8ADBA4654B37}"/>
          </ac:spMkLst>
        </pc:spChg>
      </pc:sldChg>
      <pc:sldChg chg="new del">
        <pc:chgData name="Ms Alina Arshad" userId="cccdfd85-d35d-4453-9c6f-a463aae40722" providerId="ADAL" clId="{BCBA590E-54B5-40E6-9FC8-1EE861FD549B}" dt="2024-08-26T08:18:27.871" v="91" actId="47"/>
        <pc:sldMkLst>
          <pc:docMk/>
          <pc:sldMk cId="4111105523" sldId="392"/>
        </pc:sldMkLst>
      </pc:sldChg>
      <pc:sldChg chg="addSp modSp new mod">
        <pc:chgData name="Ms Alina Arshad" userId="cccdfd85-d35d-4453-9c6f-a463aae40722" providerId="ADAL" clId="{BCBA590E-54B5-40E6-9FC8-1EE861FD549B}" dt="2024-08-26T08:28:15.217" v="171" actId="1076"/>
        <pc:sldMkLst>
          <pc:docMk/>
          <pc:sldMk cId="705896138" sldId="393"/>
        </pc:sldMkLst>
        <pc:spChg chg="mod">
          <ac:chgData name="Ms Alina Arshad" userId="cccdfd85-d35d-4453-9c6f-a463aae40722" providerId="ADAL" clId="{BCBA590E-54B5-40E6-9FC8-1EE861FD549B}" dt="2024-08-26T08:26:13.772" v="142"/>
          <ac:spMkLst>
            <pc:docMk/>
            <pc:sldMk cId="705896138" sldId="393"/>
            <ac:spMk id="2" creationId="{E165008C-1AE5-4143-7F76-3826CFF4BF75}"/>
          </ac:spMkLst>
        </pc:spChg>
        <pc:spChg chg="mod">
          <ac:chgData name="Ms Alina Arshad" userId="cccdfd85-d35d-4453-9c6f-a463aae40722" providerId="ADAL" clId="{BCBA590E-54B5-40E6-9FC8-1EE861FD549B}" dt="2024-08-26T08:27:57.898" v="165" actId="1076"/>
          <ac:spMkLst>
            <pc:docMk/>
            <pc:sldMk cId="705896138" sldId="393"/>
            <ac:spMk id="3" creationId="{A981D506-7579-9A7B-3FCE-1DBD7223E27F}"/>
          </ac:spMkLst>
        </pc:spChg>
        <pc:spChg chg="add mod">
          <ac:chgData name="Ms Alina Arshad" userId="cccdfd85-d35d-4453-9c6f-a463aae40722" providerId="ADAL" clId="{BCBA590E-54B5-40E6-9FC8-1EE861FD549B}" dt="2024-08-26T08:28:15.217" v="171" actId="1076"/>
          <ac:spMkLst>
            <pc:docMk/>
            <pc:sldMk cId="705896138" sldId="393"/>
            <ac:spMk id="4" creationId="{B729148F-BC2B-1EF6-C1E2-F4FD66F3D896}"/>
          </ac:spMkLst>
        </pc:spChg>
      </pc:sldChg>
      <pc:sldChg chg="modSp new del mod">
        <pc:chgData name="Ms Alina Arshad" userId="cccdfd85-d35d-4453-9c6f-a463aae40722" providerId="ADAL" clId="{BCBA590E-54B5-40E6-9FC8-1EE861FD549B}" dt="2024-08-26T08:22:21.483" v="114" actId="47"/>
        <pc:sldMkLst>
          <pc:docMk/>
          <pc:sldMk cId="4240255194" sldId="393"/>
        </pc:sldMkLst>
        <pc:spChg chg="mod">
          <ac:chgData name="Ms Alina Arshad" userId="cccdfd85-d35d-4453-9c6f-a463aae40722" providerId="ADAL" clId="{BCBA590E-54B5-40E6-9FC8-1EE861FD549B}" dt="2024-08-26T08:21:58.898" v="110" actId="21"/>
          <ac:spMkLst>
            <pc:docMk/>
            <pc:sldMk cId="4240255194" sldId="393"/>
            <ac:spMk id="3" creationId="{1F1A7D1C-F3DA-4870-54F3-08532298C4CF}"/>
          </ac:spMkLst>
        </pc:spChg>
      </pc:sldChg>
      <pc:sldChg chg="addSp delSp modSp new mod">
        <pc:chgData name="Ms Alina Arshad" userId="cccdfd85-d35d-4453-9c6f-a463aae40722" providerId="ADAL" clId="{BCBA590E-54B5-40E6-9FC8-1EE861FD549B}" dt="2024-08-26T08:31:20.376" v="210" actId="1076"/>
        <pc:sldMkLst>
          <pc:docMk/>
          <pc:sldMk cId="1834176997" sldId="394"/>
        </pc:sldMkLst>
        <pc:spChg chg="mod">
          <ac:chgData name="Ms Alina Arshad" userId="cccdfd85-d35d-4453-9c6f-a463aae40722" providerId="ADAL" clId="{BCBA590E-54B5-40E6-9FC8-1EE861FD549B}" dt="2024-08-26T08:31:20.376" v="210" actId="1076"/>
          <ac:spMkLst>
            <pc:docMk/>
            <pc:sldMk cId="1834176997" sldId="394"/>
            <ac:spMk id="2" creationId="{87DB683D-8B10-8C72-550A-D9E9006D44DB}"/>
          </ac:spMkLst>
        </pc:spChg>
        <pc:spChg chg="del">
          <ac:chgData name="Ms Alina Arshad" userId="cccdfd85-d35d-4453-9c6f-a463aae40722" providerId="ADAL" clId="{BCBA590E-54B5-40E6-9FC8-1EE861FD549B}" dt="2024-08-26T08:29:03.772" v="173"/>
          <ac:spMkLst>
            <pc:docMk/>
            <pc:sldMk cId="1834176997" sldId="394"/>
            <ac:spMk id="3" creationId="{5376CEB2-E83D-23DC-174C-B6809E5DBD38}"/>
          </ac:spMkLst>
        </pc:spChg>
        <pc:spChg chg="add del mod">
          <ac:chgData name="Ms Alina Arshad" userId="cccdfd85-d35d-4453-9c6f-a463aae40722" providerId="ADAL" clId="{BCBA590E-54B5-40E6-9FC8-1EE861FD549B}" dt="2024-08-26T08:29:07.594" v="174" actId="478"/>
          <ac:spMkLst>
            <pc:docMk/>
            <pc:sldMk cId="1834176997" sldId="394"/>
            <ac:spMk id="4" creationId="{8EF23FFC-DBDC-DB8E-8136-826DADC73667}"/>
          </ac:spMkLst>
        </pc:spChg>
        <pc:spChg chg="add del mod">
          <ac:chgData name="Ms Alina Arshad" userId="cccdfd85-d35d-4453-9c6f-a463aae40722" providerId="ADAL" clId="{BCBA590E-54B5-40E6-9FC8-1EE861FD549B}" dt="2024-08-26T08:29:09.386" v="175" actId="478"/>
          <ac:spMkLst>
            <pc:docMk/>
            <pc:sldMk cId="1834176997" sldId="394"/>
            <ac:spMk id="5" creationId="{D7A17B51-F5AB-816C-0B89-DF71C861B2D7}"/>
          </ac:spMkLst>
        </pc:spChg>
        <pc:spChg chg="add mod">
          <ac:chgData name="Ms Alina Arshad" userId="cccdfd85-d35d-4453-9c6f-a463aae40722" providerId="ADAL" clId="{BCBA590E-54B5-40E6-9FC8-1EE861FD549B}" dt="2024-08-26T08:31:02.130" v="206" actId="1076"/>
          <ac:spMkLst>
            <pc:docMk/>
            <pc:sldMk cId="1834176997" sldId="394"/>
            <ac:spMk id="6" creationId="{6D11BF51-FA1F-FA5D-A2F3-EC243824F8B0}"/>
          </ac:spMkLst>
        </pc:spChg>
      </pc:sldChg>
    </pc:docChg>
  </pc:docChgLst>
  <pc:docChgLst>
    <pc:chgData name="Ms Alina Arshad" userId="cccdfd85-d35d-4453-9c6f-a463aae40722" providerId="ADAL" clId="{3CF5CAC0-F77C-462A-930B-EF96303E2C34}"/>
    <pc:docChg chg="undo custSel addSld delSld modSld">
      <pc:chgData name="Ms Alina Arshad" userId="cccdfd85-d35d-4453-9c6f-a463aae40722" providerId="ADAL" clId="{3CF5CAC0-F77C-462A-930B-EF96303E2C34}" dt="2024-09-10T15:28:25.924" v="74" actId="47"/>
      <pc:docMkLst>
        <pc:docMk/>
      </pc:docMkLst>
      <pc:sldChg chg="modSp mod">
        <pc:chgData name="Ms Alina Arshad" userId="cccdfd85-d35d-4453-9c6f-a463aae40722" providerId="ADAL" clId="{3CF5CAC0-F77C-462A-930B-EF96303E2C34}" dt="2024-09-08T12:04:19.669" v="22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3CF5CAC0-F77C-462A-930B-EF96303E2C34}" dt="2024-09-08T12:04:19.669" v="22" actId="20577"/>
          <ac:spMkLst>
            <pc:docMk/>
            <pc:sldMk cId="3322361034" sldId="256"/>
            <ac:spMk id="3" creationId="{44E9F82C-BBA7-3495-1097-BEDB54FFFDF4}"/>
          </ac:spMkLst>
        </pc:spChg>
        <pc:spChg chg="mod">
          <ac:chgData name="Ms Alina Arshad" userId="cccdfd85-d35d-4453-9c6f-a463aae40722" providerId="ADAL" clId="{3CF5CAC0-F77C-462A-930B-EF96303E2C34}" dt="2024-09-08T12:03:58.707" v="19" actId="1076"/>
          <ac:spMkLst>
            <pc:docMk/>
            <pc:sldMk cId="3322361034" sldId="256"/>
            <ac:spMk id="5" creationId="{75DE143E-53E3-798D-07E7-8D85DD770A95}"/>
          </ac:spMkLst>
        </pc:spChg>
      </pc:sldChg>
      <pc:sldChg chg="modSp add mod">
        <pc:chgData name="Ms Alina Arshad" userId="cccdfd85-d35d-4453-9c6f-a463aae40722" providerId="ADAL" clId="{3CF5CAC0-F77C-462A-930B-EF96303E2C34}" dt="2024-09-09T13:10:17.343" v="24" actId="207"/>
        <pc:sldMkLst>
          <pc:docMk/>
          <pc:sldMk cId="0" sldId="275"/>
        </pc:sldMkLst>
        <pc:spChg chg="mod">
          <ac:chgData name="Ms Alina Arshad" userId="cccdfd85-d35d-4453-9c6f-a463aae40722" providerId="ADAL" clId="{3CF5CAC0-F77C-462A-930B-EF96303E2C34}" dt="2024-09-09T13:10:17.343" v="24" actId="207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CF5CAC0-F77C-462A-930B-EF96303E2C34}" dt="2024-09-09T13:18:15.602" v="61" actId="20577"/>
        <pc:sldMkLst>
          <pc:docMk/>
          <pc:sldMk cId="0" sldId="281"/>
        </pc:sldMkLst>
        <pc:spChg chg="mod">
          <ac:chgData name="Ms Alina Arshad" userId="cccdfd85-d35d-4453-9c6f-a463aae40722" providerId="ADAL" clId="{3CF5CAC0-F77C-462A-930B-EF96303E2C34}" dt="2024-09-09T13:18:15.602" v="61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CF5CAC0-F77C-462A-930B-EF96303E2C34}" dt="2024-09-09T13:21:29.231" v="71" actId="1038"/>
        <pc:sldMkLst>
          <pc:docMk/>
          <pc:sldMk cId="0" sldId="284"/>
        </pc:sldMkLst>
        <pc:spChg chg="mod">
          <ac:chgData name="Ms Alina Arshad" userId="cccdfd85-d35d-4453-9c6f-a463aae40722" providerId="ADAL" clId="{3CF5CAC0-F77C-462A-930B-EF96303E2C34}" dt="2024-09-09T13:21:29.231" v="71" actId="1038"/>
          <ac:spMkLst>
            <pc:docMk/>
            <pc:sldMk cId="0" sldId="284"/>
            <ac:spMk id="2" creationId="{00000000-0000-0000-0000-000000000000}"/>
          </ac:spMkLst>
        </pc:spChg>
      </pc:sldChg>
      <pc:sldChg chg="add del">
        <pc:chgData name="Ms Alina Arshad" userId="cccdfd85-d35d-4453-9c6f-a463aae40722" providerId="ADAL" clId="{3CF5CAC0-F77C-462A-930B-EF96303E2C34}" dt="2024-09-10T15:28:25.924" v="74" actId="47"/>
        <pc:sldMkLst>
          <pc:docMk/>
          <pc:sldMk cId="769382073" sldId="291"/>
        </pc:sldMkLst>
      </pc:sldChg>
      <pc:sldChg chg="addSp modSp new mod">
        <pc:chgData name="Ms Alina Arshad" userId="cccdfd85-d35d-4453-9c6f-a463aae40722" providerId="ADAL" clId="{3CF5CAC0-F77C-462A-930B-EF96303E2C34}" dt="2024-09-09T13:16:22.595" v="59" actId="1076"/>
        <pc:sldMkLst>
          <pc:docMk/>
          <pc:sldMk cId="769382073" sldId="291"/>
        </pc:sldMkLst>
        <pc:spChg chg="add mod">
          <ac:chgData name="Ms Alina Arshad" userId="cccdfd85-d35d-4453-9c6f-a463aae40722" providerId="ADAL" clId="{3CF5CAC0-F77C-462A-930B-EF96303E2C34}" dt="2024-09-09T13:16:08.287" v="56" actId="14100"/>
          <ac:spMkLst>
            <pc:docMk/>
            <pc:sldMk cId="769382073" sldId="291"/>
            <ac:spMk id="3" creationId="{1ED0D061-205E-9D75-5548-69CA9573E826}"/>
          </ac:spMkLst>
        </pc:spChg>
        <pc:spChg chg="add mod">
          <ac:chgData name="Ms Alina Arshad" userId="cccdfd85-d35d-4453-9c6f-a463aae40722" providerId="ADAL" clId="{3CF5CAC0-F77C-462A-930B-EF96303E2C34}" dt="2024-09-09T13:16:14.654" v="58" actId="1076"/>
          <ac:spMkLst>
            <pc:docMk/>
            <pc:sldMk cId="769382073" sldId="291"/>
            <ac:spMk id="5" creationId="{6FB5F4A9-A508-D983-ED17-02A952DB1DB0}"/>
          </ac:spMkLst>
        </pc:spChg>
        <pc:spChg chg="add mod">
          <ac:chgData name="Ms Alina Arshad" userId="cccdfd85-d35d-4453-9c6f-a463aae40722" providerId="ADAL" clId="{3CF5CAC0-F77C-462A-930B-EF96303E2C34}" dt="2024-09-09T13:16:22.595" v="59" actId="1076"/>
          <ac:spMkLst>
            <pc:docMk/>
            <pc:sldMk cId="769382073" sldId="291"/>
            <ac:spMk id="7" creationId="{020053B3-BD6A-2EC1-46C5-6999C7B30381}"/>
          </ac:spMkLst>
        </pc:spChg>
      </pc:sldChg>
    </pc:docChg>
  </pc:docChgLst>
  <pc:docChgLst>
    <pc:chgData name="Ms Alina Arshad" userId="cccdfd85-d35d-4453-9c6f-a463aae40722" providerId="ADAL" clId="{7B6CF320-EF38-4395-A82C-47B15E4836D7}"/>
    <pc:docChg chg="undo custSel addSld delSld modSld">
      <pc:chgData name="Ms Alina Arshad" userId="cccdfd85-d35d-4453-9c6f-a463aae40722" providerId="ADAL" clId="{7B6CF320-EF38-4395-A82C-47B15E4836D7}" dt="2024-09-03T04:14:31.266" v="140" actId="14100"/>
      <pc:docMkLst>
        <pc:docMk/>
      </pc:docMkLst>
      <pc:sldChg chg="add del">
        <pc:chgData name="Ms Alina Arshad" userId="cccdfd85-d35d-4453-9c6f-a463aae40722" providerId="ADAL" clId="{7B6CF320-EF38-4395-A82C-47B15E4836D7}" dt="2024-08-29T08:42:16.523" v="1" actId="47"/>
        <pc:sldMkLst>
          <pc:docMk/>
          <pc:sldMk cId="0" sldId="272"/>
        </pc:sldMkLst>
      </pc:sldChg>
      <pc:sldChg chg="modSp add mod">
        <pc:chgData name="Ms Alina Arshad" userId="cccdfd85-d35d-4453-9c6f-a463aae40722" providerId="ADAL" clId="{7B6CF320-EF38-4395-A82C-47B15E4836D7}" dt="2024-09-02T08:35:26.874" v="75" actId="113"/>
        <pc:sldMkLst>
          <pc:docMk/>
          <pc:sldMk cId="0" sldId="277"/>
        </pc:sldMkLst>
        <pc:spChg chg="mod">
          <ac:chgData name="Ms Alina Arshad" userId="cccdfd85-d35d-4453-9c6f-a463aae40722" providerId="ADAL" clId="{7B6CF320-EF38-4395-A82C-47B15E4836D7}" dt="2024-09-02T08:35:26.874" v="75" actId="113"/>
          <ac:spMkLst>
            <pc:docMk/>
            <pc:sldMk cId="0" sldId="277"/>
            <ac:spMk id="4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00:23.188" v="115" actId="20577"/>
        <pc:sldMkLst>
          <pc:docMk/>
          <pc:sldMk cId="0" sldId="278"/>
        </pc:sldMkLst>
        <pc:spChg chg="mod">
          <ac:chgData name="Ms Alina Arshad" userId="cccdfd85-d35d-4453-9c6f-a463aae40722" providerId="ADAL" clId="{7B6CF320-EF38-4395-A82C-47B15E4836D7}" dt="2024-09-03T04:00:23.188" v="115" actId="20577"/>
          <ac:spMkLst>
            <pc:docMk/>
            <pc:sldMk cId="0" sldId="278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280"/>
        </pc:sldMkLst>
      </pc:sldChg>
      <pc:sldChg chg="modSp add mod">
        <pc:chgData name="Ms Alina Arshad" userId="cccdfd85-d35d-4453-9c6f-a463aae40722" providerId="ADAL" clId="{7B6CF320-EF38-4395-A82C-47B15E4836D7}" dt="2024-09-02T08:36:04.300" v="87" actId="403"/>
        <pc:sldMkLst>
          <pc:docMk/>
          <pc:sldMk cId="0" sldId="281"/>
        </pc:sldMkLst>
        <pc:spChg chg="mod">
          <ac:chgData name="Ms Alina Arshad" userId="cccdfd85-d35d-4453-9c6f-a463aae40722" providerId="ADAL" clId="{7B6CF320-EF38-4395-A82C-47B15E4836D7}" dt="2024-09-02T08:29:53.173" v="55" actId="404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7B6CF320-EF38-4395-A82C-47B15E4836D7}" dt="2024-09-02T08:36:04.300" v="87" actId="403"/>
          <ac:spMkLst>
            <pc:docMk/>
            <pc:sldMk cId="0" sldId="28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282"/>
        </pc:sldMkLst>
      </pc:sldChg>
      <pc:sldChg chg="modSp add mod">
        <pc:chgData name="Ms Alina Arshad" userId="cccdfd85-d35d-4453-9c6f-a463aae40722" providerId="ADAL" clId="{7B6CF320-EF38-4395-A82C-47B15E4836D7}" dt="2024-09-02T08:36:16.776" v="90" actId="113"/>
        <pc:sldMkLst>
          <pc:docMk/>
          <pc:sldMk cId="0" sldId="283"/>
        </pc:sldMkLst>
        <pc:spChg chg="mod">
          <ac:chgData name="Ms Alina Arshad" userId="cccdfd85-d35d-4453-9c6f-a463aae40722" providerId="ADAL" clId="{7B6CF320-EF38-4395-A82C-47B15E4836D7}" dt="2024-09-02T08:36:16.776" v="90" actId="113"/>
          <ac:spMkLst>
            <pc:docMk/>
            <pc:sldMk cId="0" sldId="28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2T08:36:28.351" v="93" actId="20577"/>
        <pc:sldMkLst>
          <pc:docMk/>
          <pc:sldMk cId="0" sldId="284"/>
        </pc:sldMkLst>
        <pc:spChg chg="mod">
          <ac:chgData name="Ms Alina Arshad" userId="cccdfd85-d35d-4453-9c6f-a463aae40722" providerId="ADAL" clId="{7B6CF320-EF38-4395-A82C-47B15E4836D7}" dt="2024-09-02T08:36:28.351" v="93" actId="20577"/>
          <ac:spMkLst>
            <pc:docMk/>
            <pc:sldMk cId="0" sldId="284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285"/>
        </pc:sldMkLst>
      </pc:sldChg>
      <pc:sldChg chg="modSp add mod">
        <pc:chgData name="Ms Alina Arshad" userId="cccdfd85-d35d-4453-9c6f-a463aae40722" providerId="ADAL" clId="{7B6CF320-EF38-4395-A82C-47B15E4836D7}" dt="2024-09-02T08:39:16.105" v="99" actId="20577"/>
        <pc:sldMkLst>
          <pc:docMk/>
          <pc:sldMk cId="0" sldId="286"/>
        </pc:sldMkLst>
        <pc:spChg chg="mod">
          <ac:chgData name="Ms Alina Arshad" userId="cccdfd85-d35d-4453-9c6f-a463aae40722" providerId="ADAL" clId="{7B6CF320-EF38-4395-A82C-47B15E4836D7}" dt="2024-09-02T08:39:16.105" v="99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2T08:43:57.885" v="113" actId="113"/>
        <pc:sldMkLst>
          <pc:docMk/>
          <pc:sldMk cId="0" sldId="287"/>
        </pc:sldMkLst>
        <pc:spChg chg="mod">
          <ac:chgData name="Ms Alina Arshad" userId="cccdfd85-d35d-4453-9c6f-a463aae40722" providerId="ADAL" clId="{7B6CF320-EF38-4395-A82C-47B15E4836D7}" dt="2024-09-02T08:43:35.495" v="106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7B6CF320-EF38-4395-A82C-47B15E4836D7}" dt="2024-09-02T08:43:57.885" v="113" actId="113"/>
          <ac:spMkLst>
            <pc:docMk/>
            <pc:sldMk cId="0" sldId="28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13:30.887" v="125" actId="20577"/>
        <pc:sldMkLst>
          <pc:docMk/>
          <pc:sldMk cId="0" sldId="288"/>
        </pc:sldMkLst>
        <pc:spChg chg="mod">
          <ac:chgData name="Ms Alina Arshad" userId="cccdfd85-d35d-4453-9c6f-a463aae40722" providerId="ADAL" clId="{7B6CF320-EF38-4395-A82C-47B15E4836D7}" dt="2024-09-03T04:13:30.887" v="125" actId="20577"/>
          <ac:spMkLst>
            <pc:docMk/>
            <pc:sldMk cId="0" sldId="288"/>
            <ac:spMk id="2" creationId="{00000000-0000-0000-0000-000000000000}"/>
          </ac:spMkLst>
        </pc:spChg>
      </pc:sldChg>
      <pc:sldChg chg="addSp modSp add mod">
        <pc:chgData name="Ms Alina Arshad" userId="cccdfd85-d35d-4453-9c6f-a463aae40722" providerId="ADAL" clId="{7B6CF320-EF38-4395-A82C-47B15E4836D7}" dt="2024-08-29T08:56:30.444" v="27" actId="20577"/>
        <pc:sldMkLst>
          <pc:docMk/>
          <pc:sldMk cId="0" sldId="395"/>
        </pc:sldMkLst>
        <pc:spChg chg="mod">
          <ac:chgData name="Ms Alina Arshad" userId="cccdfd85-d35d-4453-9c6f-a463aae40722" providerId="ADAL" clId="{7B6CF320-EF38-4395-A82C-47B15E4836D7}" dt="2024-08-29T08:42:26.868" v="5" actId="207"/>
          <ac:spMkLst>
            <pc:docMk/>
            <pc:sldMk cId="0" sldId="395"/>
            <ac:spMk id="2" creationId="{00000000-0000-0000-0000-000000000000}"/>
          </ac:spMkLst>
        </pc:spChg>
        <pc:spChg chg="mod">
          <ac:chgData name="Ms Alina Arshad" userId="cccdfd85-d35d-4453-9c6f-a463aae40722" providerId="ADAL" clId="{7B6CF320-EF38-4395-A82C-47B15E4836D7}" dt="2024-08-29T08:43:30.159" v="11" actId="1076"/>
          <ac:spMkLst>
            <pc:docMk/>
            <pc:sldMk cId="0" sldId="395"/>
            <ac:spMk id="4" creationId="{00000000-0000-0000-0000-000000000000}"/>
          </ac:spMkLst>
        </pc:spChg>
        <pc:spChg chg="add mod">
          <ac:chgData name="Ms Alina Arshad" userId="cccdfd85-d35d-4453-9c6f-a463aae40722" providerId="ADAL" clId="{7B6CF320-EF38-4395-A82C-47B15E4836D7}" dt="2024-08-29T08:56:16.715" v="24" actId="1076"/>
          <ac:spMkLst>
            <pc:docMk/>
            <pc:sldMk cId="0" sldId="395"/>
            <ac:spMk id="7" creationId="{0D2825F4-5553-A424-0DC7-D5B4E78B482C}"/>
          </ac:spMkLst>
        </pc:spChg>
        <pc:graphicFrameChg chg="mod modGraphic">
          <ac:chgData name="Ms Alina Arshad" userId="cccdfd85-d35d-4453-9c6f-a463aae40722" providerId="ADAL" clId="{7B6CF320-EF38-4395-A82C-47B15E4836D7}" dt="2024-08-29T08:56:30.444" v="27" actId="20577"/>
          <ac:graphicFrameMkLst>
            <pc:docMk/>
            <pc:sldMk cId="0" sldId="395"/>
            <ac:graphicFrameMk id="3" creationId="{00000000-0000-0000-0000-000000000000}"/>
          </ac:graphicFrameMkLst>
        </pc:graphicFrameChg>
        <pc:graphicFrameChg chg="add">
          <ac:chgData name="Ms Alina Arshad" userId="cccdfd85-d35d-4453-9c6f-a463aae40722" providerId="ADAL" clId="{7B6CF320-EF38-4395-A82C-47B15E4836D7}" dt="2024-08-29T08:43:38.152" v="13"/>
          <ac:graphicFrameMkLst>
            <pc:docMk/>
            <pc:sldMk cId="0" sldId="395"/>
            <ac:graphicFrameMk id="5" creationId="{C4FD6C02-E63E-A0C9-A7E0-FAFA0ED50A9A}"/>
          </ac:graphicFrameMkLst>
        </pc:graphicFrame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396"/>
        </pc:sldMkLst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397"/>
        </pc:sldMkLst>
      </pc:sldChg>
      <pc:sldChg chg="modSp add mod">
        <pc:chgData name="Ms Alina Arshad" userId="cccdfd85-d35d-4453-9c6f-a463aae40722" providerId="ADAL" clId="{7B6CF320-EF38-4395-A82C-47B15E4836D7}" dt="2024-09-03T03:49:33.794" v="114" actId="207"/>
        <pc:sldMkLst>
          <pc:docMk/>
          <pc:sldMk cId="0" sldId="398"/>
        </pc:sldMkLst>
        <pc:spChg chg="mod">
          <ac:chgData name="Ms Alina Arshad" userId="cccdfd85-d35d-4453-9c6f-a463aae40722" providerId="ADAL" clId="{7B6CF320-EF38-4395-A82C-47B15E4836D7}" dt="2024-09-03T03:49:33.794" v="114" actId="207"/>
          <ac:spMkLst>
            <pc:docMk/>
            <pc:sldMk cId="0" sldId="398"/>
            <ac:spMk id="2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2T08:35:57.723" v="85" actId="403"/>
        <pc:sldMkLst>
          <pc:docMk/>
          <pc:sldMk cId="0" sldId="399"/>
        </pc:sldMkLst>
        <pc:spChg chg="mod">
          <ac:chgData name="Ms Alina Arshad" userId="cccdfd85-d35d-4453-9c6f-a463aae40722" providerId="ADAL" clId="{7B6CF320-EF38-4395-A82C-47B15E4836D7}" dt="2024-09-02T08:35:57.723" v="85" actId="403"/>
          <ac:spMkLst>
            <pc:docMk/>
            <pc:sldMk cId="0" sldId="39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13:55.531" v="134" actId="1076"/>
        <pc:sldMkLst>
          <pc:docMk/>
          <pc:sldMk cId="0" sldId="400"/>
        </pc:sldMkLst>
        <pc:spChg chg="mod">
          <ac:chgData name="Ms Alina Arshad" userId="cccdfd85-d35d-4453-9c6f-a463aae40722" providerId="ADAL" clId="{7B6CF320-EF38-4395-A82C-47B15E4836D7}" dt="2024-09-03T04:13:55.531" v="134" actId="1076"/>
          <ac:spMkLst>
            <pc:docMk/>
            <pc:sldMk cId="0" sldId="400"/>
            <ac:spMk id="2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14:31.266" v="140" actId="14100"/>
        <pc:sldMkLst>
          <pc:docMk/>
          <pc:sldMk cId="0" sldId="401"/>
        </pc:sldMkLst>
        <pc:spChg chg="mod">
          <ac:chgData name="Ms Alina Arshad" userId="cccdfd85-d35d-4453-9c6f-a463aae40722" providerId="ADAL" clId="{7B6CF320-EF38-4395-A82C-47B15E4836D7}" dt="2024-09-03T04:14:31.266" v="140" actId="14100"/>
          <ac:spMkLst>
            <pc:docMk/>
            <pc:sldMk cId="0" sldId="401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7B6CF320-EF38-4395-A82C-47B15E4836D7}" dt="2024-09-03T04:10:17.605" v="116" actId="207"/>
        <pc:sldMkLst>
          <pc:docMk/>
          <pc:sldMk cId="2671486326" sldId="404"/>
        </pc:sldMkLst>
        <pc:spChg chg="mod">
          <ac:chgData name="Ms Alina Arshad" userId="cccdfd85-d35d-4453-9c6f-a463aae40722" providerId="ADAL" clId="{7B6CF320-EF38-4395-A82C-47B15E4836D7}" dt="2024-09-03T04:10:17.605" v="116" actId="207"/>
          <ac:spMkLst>
            <pc:docMk/>
            <pc:sldMk cId="2671486326" sldId="404"/>
            <ac:spMk id="2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9AECAFF3-FDE7-4A8D-BF0A-8B12117D081C}"/>
    <pc:docChg chg="undo custSel addSld delSld modSld">
      <pc:chgData name="Ms Alina Arshad" userId="cccdfd85-d35d-4453-9c6f-a463aae40722" providerId="ADAL" clId="{9AECAFF3-FDE7-4A8D-BF0A-8B12117D081C}" dt="2024-09-01T16:34:48.087" v="658" actId="20577"/>
      <pc:docMkLst>
        <pc:docMk/>
      </pc:docMkLst>
      <pc:sldChg chg="modSp mod">
        <pc:chgData name="Ms Alina Arshad" userId="cccdfd85-d35d-4453-9c6f-a463aae40722" providerId="ADAL" clId="{9AECAFF3-FDE7-4A8D-BF0A-8B12117D081C}" dt="2024-08-31T11:49:36.300" v="290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9AECAFF3-FDE7-4A8D-BF0A-8B12117D081C}" dt="2024-08-31T11:49:36.300" v="290" actId="27636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9AECAFF3-FDE7-4A8D-BF0A-8B12117D081C}" dt="2024-08-30T09:53:48.291" v="1" actId="47"/>
        <pc:sldMkLst>
          <pc:docMk/>
          <pc:sldMk cId="3846990556" sldId="273"/>
        </pc:sldMkLst>
      </pc:sldChg>
      <pc:sldChg chg="del">
        <pc:chgData name="Ms Alina Arshad" userId="cccdfd85-d35d-4453-9c6f-a463aae40722" providerId="ADAL" clId="{9AECAFF3-FDE7-4A8D-BF0A-8B12117D081C}" dt="2024-08-30T09:53:50.889" v="9" actId="47"/>
        <pc:sldMkLst>
          <pc:docMk/>
          <pc:sldMk cId="1062436133" sldId="274"/>
        </pc:sldMkLst>
      </pc:sldChg>
      <pc:sldChg chg="del">
        <pc:chgData name="Ms Alina Arshad" userId="cccdfd85-d35d-4453-9c6f-a463aae40722" providerId="ADAL" clId="{9AECAFF3-FDE7-4A8D-BF0A-8B12117D081C}" dt="2024-08-30T09:53:49.740" v="5" actId="47"/>
        <pc:sldMkLst>
          <pc:docMk/>
          <pc:sldMk cId="1434241508" sldId="275"/>
        </pc:sldMkLst>
      </pc:sldChg>
      <pc:sldChg chg="del">
        <pc:chgData name="Ms Alina Arshad" userId="cccdfd85-d35d-4453-9c6f-a463aae40722" providerId="ADAL" clId="{9AECAFF3-FDE7-4A8D-BF0A-8B12117D081C}" dt="2024-08-30T09:53:50.033" v="6" actId="47"/>
        <pc:sldMkLst>
          <pc:docMk/>
          <pc:sldMk cId="3811117247" sldId="276"/>
        </pc:sldMkLst>
      </pc:sldChg>
      <pc:sldChg chg="delSp modSp mod">
        <pc:chgData name="Ms Alina Arshad" userId="cccdfd85-d35d-4453-9c6f-a463aae40722" providerId="ADAL" clId="{9AECAFF3-FDE7-4A8D-BF0A-8B12117D081C}" dt="2024-08-31T11:54:30.108" v="362" actId="20577"/>
        <pc:sldMkLst>
          <pc:docMk/>
          <pc:sldMk cId="0" sldId="277"/>
        </pc:sldMkLst>
        <pc:spChg chg="mod">
          <ac:chgData name="Ms Alina Arshad" userId="cccdfd85-d35d-4453-9c6f-a463aae40722" providerId="ADAL" clId="{9AECAFF3-FDE7-4A8D-BF0A-8B12117D081C}" dt="2024-08-31T11:51:53.825" v="304" actId="1076"/>
          <ac:spMkLst>
            <pc:docMk/>
            <pc:sldMk cId="0" sldId="277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11:52:48.305" v="309" actId="478"/>
          <ac:spMkLst>
            <pc:docMk/>
            <pc:sldMk cId="0" sldId="277"/>
            <ac:spMk id="3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4:30.108" v="362" actId="20577"/>
          <ac:spMkLst>
            <pc:docMk/>
            <pc:sldMk cId="0" sldId="277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11:53:30.386" v="335" actId="478"/>
          <ac:spMkLst>
            <pc:docMk/>
            <pc:sldMk cId="0" sldId="277"/>
            <ac:spMk id="5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1:56:34.880" v="398" actId="1076"/>
        <pc:sldMkLst>
          <pc:docMk/>
          <pc:sldMk cId="0" sldId="278"/>
        </pc:sldMkLst>
        <pc:spChg chg="mod">
          <ac:chgData name="Ms Alina Arshad" userId="cccdfd85-d35d-4453-9c6f-a463aae40722" providerId="ADAL" clId="{9AECAFF3-FDE7-4A8D-BF0A-8B12117D081C}" dt="2024-08-31T11:55:24.835" v="381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6:17.094" v="393" actId="14100"/>
          <ac:spMkLst>
            <pc:docMk/>
            <pc:sldMk cId="0" sldId="278"/>
            <ac:spMk id="3" creationId="{00000000-0000-0000-0000-000000000000}"/>
          </ac:spMkLst>
        </pc:spChg>
        <pc:picChg chg="mod modCrop">
          <ac:chgData name="Ms Alina Arshad" userId="cccdfd85-d35d-4453-9c6f-a463aae40722" providerId="ADAL" clId="{9AECAFF3-FDE7-4A8D-BF0A-8B12117D081C}" dt="2024-08-31T11:56:34.880" v="398" actId="1076"/>
          <ac:picMkLst>
            <pc:docMk/>
            <pc:sldMk cId="0" sldId="278"/>
            <ac:picMk id="4" creationId="{00000000-0000-0000-0000-000000000000}"/>
          </ac:picMkLst>
        </pc:picChg>
      </pc:sldChg>
      <pc:sldChg chg="addSp delSp modSp del mod">
        <pc:chgData name="Ms Alina Arshad" userId="cccdfd85-d35d-4453-9c6f-a463aae40722" providerId="ADAL" clId="{9AECAFF3-FDE7-4A8D-BF0A-8B12117D081C}" dt="2024-08-31T11:58:43.622" v="436" actId="47"/>
        <pc:sldMkLst>
          <pc:docMk/>
          <pc:sldMk cId="0" sldId="280"/>
        </pc:sldMkLst>
        <pc:spChg chg="del mod">
          <ac:chgData name="Ms Alina Arshad" userId="cccdfd85-d35d-4453-9c6f-a463aae40722" providerId="ADAL" clId="{9AECAFF3-FDE7-4A8D-BF0A-8B12117D081C}" dt="2024-08-31T11:58:39.288" v="434" actId="21"/>
          <ac:spMkLst>
            <pc:docMk/>
            <pc:sldMk cId="0" sldId="280"/>
            <ac:spMk id="2" creationId="{00000000-0000-0000-0000-000000000000}"/>
          </ac:spMkLst>
        </pc:spChg>
        <pc:spChg chg="add mod">
          <ac:chgData name="Ms Alina Arshad" userId="cccdfd85-d35d-4453-9c6f-a463aae40722" providerId="ADAL" clId="{9AECAFF3-FDE7-4A8D-BF0A-8B12117D081C}" dt="2024-08-31T11:58:39.288" v="434" actId="21"/>
          <ac:spMkLst>
            <pc:docMk/>
            <pc:sldMk cId="0" sldId="280"/>
            <ac:spMk id="5" creationId="{5A1A647B-4C05-EA3E-5BD7-FD753FEADA31}"/>
          </ac:spMkLst>
        </pc:spChg>
        <pc:picChg chg="del">
          <ac:chgData name="Ms Alina Arshad" userId="cccdfd85-d35d-4453-9c6f-a463aae40722" providerId="ADAL" clId="{9AECAFF3-FDE7-4A8D-BF0A-8B12117D081C}" dt="2024-08-31T11:58:39.288" v="434" actId="21"/>
          <ac:picMkLst>
            <pc:docMk/>
            <pc:sldMk cId="0" sldId="280"/>
            <ac:picMk id="3" creationId="{00000000-0000-0000-0000-000000000000}"/>
          </ac:picMkLst>
        </pc:picChg>
      </pc:sldChg>
      <pc:sldChg chg="delSp modSp mod">
        <pc:chgData name="Ms Alina Arshad" userId="cccdfd85-d35d-4453-9c6f-a463aae40722" providerId="ADAL" clId="{9AECAFF3-FDE7-4A8D-BF0A-8B12117D081C}" dt="2024-08-31T12:00:24.871" v="473" actId="478"/>
        <pc:sldMkLst>
          <pc:docMk/>
          <pc:sldMk cId="0" sldId="281"/>
        </pc:sldMkLst>
        <pc:spChg chg="mod">
          <ac:chgData name="Ms Alina Arshad" userId="cccdfd85-d35d-4453-9c6f-a463aae40722" providerId="ADAL" clId="{9AECAFF3-FDE7-4A8D-BF0A-8B12117D081C}" dt="2024-08-31T12:00:19.098" v="471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0:07.466" v="467" actId="14100"/>
          <ac:spMkLst>
            <pc:docMk/>
            <pc:sldMk cId="0" sldId="281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12:00:24.871" v="473" actId="478"/>
          <ac:spMkLst>
            <pc:docMk/>
            <pc:sldMk cId="0" sldId="281"/>
            <ac:spMk id="4" creationId="{00000000-0000-0000-0000-000000000000}"/>
          </ac:spMkLst>
        </pc:spChg>
      </pc:sldChg>
      <pc:sldChg chg="delSp del mod">
        <pc:chgData name="Ms Alina Arshad" userId="cccdfd85-d35d-4453-9c6f-a463aae40722" providerId="ADAL" clId="{9AECAFF3-FDE7-4A8D-BF0A-8B12117D081C}" dt="2024-08-31T12:01:16.512" v="479" actId="47"/>
        <pc:sldMkLst>
          <pc:docMk/>
          <pc:sldMk cId="0" sldId="282"/>
        </pc:sldMkLst>
        <pc:picChg chg="del">
          <ac:chgData name="Ms Alina Arshad" userId="cccdfd85-d35d-4453-9c6f-a463aae40722" providerId="ADAL" clId="{9AECAFF3-FDE7-4A8D-BF0A-8B12117D081C}" dt="2024-08-31T12:01:04.026" v="475" actId="21"/>
          <ac:picMkLst>
            <pc:docMk/>
            <pc:sldMk cId="0" sldId="282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2:02:09.319" v="502" actId="14100"/>
        <pc:sldMkLst>
          <pc:docMk/>
          <pc:sldMk cId="0" sldId="283"/>
        </pc:sldMkLst>
        <pc:spChg chg="mod">
          <ac:chgData name="Ms Alina Arshad" userId="cccdfd85-d35d-4453-9c6f-a463aae40722" providerId="ADAL" clId="{9AECAFF3-FDE7-4A8D-BF0A-8B12117D081C}" dt="2024-08-31T12:01:31.581" v="485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2:09.319" v="502" actId="14100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2:09:41.375" v="650" actId="1076"/>
        <pc:sldMkLst>
          <pc:docMk/>
          <pc:sldMk cId="0" sldId="284"/>
        </pc:sldMkLst>
        <pc:spChg chg="mod">
          <ac:chgData name="Ms Alina Arshad" userId="cccdfd85-d35d-4453-9c6f-a463aae40722" providerId="ADAL" clId="{9AECAFF3-FDE7-4A8D-BF0A-8B12117D081C}" dt="2024-08-31T12:08:47.396" v="630" actId="113"/>
          <ac:spMkLst>
            <pc:docMk/>
            <pc:sldMk cId="0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9:41.375" v="650" actId="1076"/>
          <ac:spMkLst>
            <pc:docMk/>
            <pc:sldMk cId="0" sldId="284"/>
            <ac:spMk id="3" creationId="{00000000-0000-0000-0000-000000000000}"/>
          </ac:spMkLst>
        </pc:spChg>
      </pc:sldChg>
      <pc:sldChg chg="addSp delSp modSp del mod">
        <pc:chgData name="Ms Alina Arshad" userId="cccdfd85-d35d-4453-9c6f-a463aae40722" providerId="ADAL" clId="{9AECAFF3-FDE7-4A8D-BF0A-8B12117D081C}" dt="2024-08-31T12:08:34.335" v="626" actId="47"/>
        <pc:sldMkLst>
          <pc:docMk/>
          <pc:sldMk cId="0" sldId="285"/>
        </pc:sldMkLst>
        <pc:spChg chg="del mod">
          <ac:chgData name="Ms Alina Arshad" userId="cccdfd85-d35d-4453-9c6f-a463aae40722" providerId="ADAL" clId="{9AECAFF3-FDE7-4A8D-BF0A-8B12117D081C}" dt="2024-08-31T12:08:30.029" v="624" actId="21"/>
          <ac:spMkLst>
            <pc:docMk/>
            <pc:sldMk cId="0" sldId="285"/>
            <ac:spMk id="2" creationId="{00000000-0000-0000-0000-000000000000}"/>
          </ac:spMkLst>
        </pc:spChg>
        <pc:spChg chg="add mod">
          <ac:chgData name="Ms Alina Arshad" userId="cccdfd85-d35d-4453-9c6f-a463aae40722" providerId="ADAL" clId="{9AECAFF3-FDE7-4A8D-BF0A-8B12117D081C}" dt="2024-08-31T12:08:30.029" v="624" actId="21"/>
          <ac:spMkLst>
            <pc:docMk/>
            <pc:sldMk cId="0" sldId="285"/>
            <ac:spMk id="4" creationId="{80B6AFF4-0E3B-BDF5-FA9C-A44C118D15BB}"/>
          </ac:spMkLst>
        </pc:spChg>
      </pc:sldChg>
      <pc:sldChg chg="modSp mod">
        <pc:chgData name="Ms Alina Arshad" userId="cccdfd85-d35d-4453-9c6f-a463aae40722" providerId="ADAL" clId="{9AECAFF3-FDE7-4A8D-BF0A-8B12117D081C}" dt="2024-08-31T12:07:51.874" v="613" actId="1076"/>
        <pc:sldMkLst>
          <pc:docMk/>
          <pc:sldMk cId="0" sldId="286"/>
        </pc:sldMkLst>
        <pc:spChg chg="mod">
          <ac:chgData name="Ms Alina Arshad" userId="cccdfd85-d35d-4453-9c6f-a463aae40722" providerId="ADAL" clId="{9AECAFF3-FDE7-4A8D-BF0A-8B12117D081C}" dt="2024-08-31T12:07:14.841" v="595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7:51.874" v="613" actId="1076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9-01T16:34:48.087" v="658" actId="20577"/>
        <pc:sldMkLst>
          <pc:docMk/>
          <pc:sldMk cId="0" sldId="287"/>
        </pc:sldMkLst>
        <pc:spChg chg="mod">
          <ac:chgData name="Ms Alina Arshad" userId="cccdfd85-d35d-4453-9c6f-a463aae40722" providerId="ADAL" clId="{9AECAFF3-FDE7-4A8D-BF0A-8B12117D081C}" dt="2024-08-31T12:05:04.920" v="560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9-01T16:34:48.087" v="658" actId="20577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2:04:15.565" v="542" actId="1076"/>
        <pc:sldMkLst>
          <pc:docMk/>
          <pc:sldMk cId="0" sldId="288"/>
        </pc:sldMkLst>
        <pc:spChg chg="mod">
          <ac:chgData name="Ms Alina Arshad" userId="cccdfd85-d35d-4453-9c6f-a463aae40722" providerId="ADAL" clId="{9AECAFF3-FDE7-4A8D-BF0A-8B12117D081C}" dt="2024-08-31T12:04:08.945" v="539" actId="1076"/>
          <ac:spMkLst>
            <pc:docMk/>
            <pc:sldMk cId="0" sldId="288"/>
            <ac:spMk id="2" creationId="{00000000-0000-0000-0000-000000000000}"/>
          </ac:spMkLst>
        </pc:spChg>
        <pc:grpChg chg="mod">
          <ac:chgData name="Ms Alina Arshad" userId="cccdfd85-d35d-4453-9c6f-a463aae40722" providerId="ADAL" clId="{9AECAFF3-FDE7-4A8D-BF0A-8B12117D081C}" dt="2024-08-31T12:04:15.565" v="542" actId="1076"/>
          <ac:grpSpMkLst>
            <pc:docMk/>
            <pc:sldMk cId="0" sldId="288"/>
            <ac:grpSpMk id="3" creationId="{00000000-0000-0000-0000-000000000000}"/>
          </ac:grpSpMkLst>
        </pc:grpChg>
      </pc:sldChg>
      <pc:sldChg chg="del">
        <pc:chgData name="Ms Alina Arshad" userId="cccdfd85-d35d-4453-9c6f-a463aae40722" providerId="ADAL" clId="{9AECAFF3-FDE7-4A8D-BF0A-8B12117D081C}" dt="2024-08-30T09:53:51.614" v="12" actId="47"/>
        <pc:sldMkLst>
          <pc:docMk/>
          <pc:sldMk cId="1584519889" sldId="289"/>
        </pc:sldMkLst>
      </pc:sldChg>
      <pc:sldChg chg="del">
        <pc:chgData name="Ms Alina Arshad" userId="cccdfd85-d35d-4453-9c6f-a463aae40722" providerId="ADAL" clId="{9AECAFF3-FDE7-4A8D-BF0A-8B12117D081C}" dt="2024-08-30T09:53:51.988" v="13" actId="47"/>
        <pc:sldMkLst>
          <pc:docMk/>
          <pc:sldMk cId="2349219484" sldId="290"/>
        </pc:sldMkLst>
      </pc:sldChg>
      <pc:sldChg chg="del">
        <pc:chgData name="Ms Alina Arshad" userId="cccdfd85-d35d-4453-9c6f-a463aae40722" providerId="ADAL" clId="{9AECAFF3-FDE7-4A8D-BF0A-8B12117D081C}" dt="2024-08-30T09:53:52.454" v="14" actId="47"/>
        <pc:sldMkLst>
          <pc:docMk/>
          <pc:sldMk cId="4122508665" sldId="291"/>
        </pc:sldMkLst>
      </pc:sldChg>
      <pc:sldChg chg="del">
        <pc:chgData name="Ms Alina Arshad" userId="cccdfd85-d35d-4453-9c6f-a463aae40722" providerId="ADAL" clId="{9AECAFF3-FDE7-4A8D-BF0A-8B12117D081C}" dt="2024-08-30T09:53:53.081" v="15" actId="47"/>
        <pc:sldMkLst>
          <pc:docMk/>
          <pc:sldMk cId="3288913365" sldId="292"/>
        </pc:sldMkLst>
      </pc:sldChg>
      <pc:sldChg chg="del">
        <pc:chgData name="Ms Alina Arshad" userId="cccdfd85-d35d-4453-9c6f-a463aae40722" providerId="ADAL" clId="{9AECAFF3-FDE7-4A8D-BF0A-8B12117D081C}" dt="2024-08-30T09:53:48.041" v="0" actId="47"/>
        <pc:sldMkLst>
          <pc:docMk/>
          <pc:sldMk cId="2844238622" sldId="311"/>
        </pc:sldMkLst>
      </pc:sldChg>
      <pc:sldChg chg="del">
        <pc:chgData name="Ms Alina Arshad" userId="cccdfd85-d35d-4453-9c6f-a463aae40722" providerId="ADAL" clId="{9AECAFF3-FDE7-4A8D-BF0A-8B12117D081C}" dt="2024-08-30T09:53:48.838" v="3" actId="47"/>
        <pc:sldMkLst>
          <pc:docMk/>
          <pc:sldMk cId="0" sldId="363"/>
        </pc:sldMkLst>
      </pc:sldChg>
      <pc:sldChg chg="del">
        <pc:chgData name="Ms Alina Arshad" userId="cccdfd85-d35d-4453-9c6f-a463aae40722" providerId="ADAL" clId="{9AECAFF3-FDE7-4A8D-BF0A-8B12117D081C}" dt="2024-08-30T09:53:51.159" v="10" actId="47"/>
        <pc:sldMkLst>
          <pc:docMk/>
          <pc:sldMk cId="0" sldId="364"/>
        </pc:sldMkLst>
      </pc:sldChg>
      <pc:sldChg chg="del">
        <pc:chgData name="Ms Alina Arshad" userId="cccdfd85-d35d-4453-9c6f-a463aae40722" providerId="ADAL" clId="{9AECAFF3-FDE7-4A8D-BF0A-8B12117D081C}" dt="2024-08-30T09:53:51.416" v="11" actId="47"/>
        <pc:sldMkLst>
          <pc:docMk/>
          <pc:sldMk cId="2657466057" sldId="390"/>
        </pc:sldMkLst>
      </pc:sldChg>
      <pc:sldChg chg="del">
        <pc:chgData name="Ms Alina Arshad" userId="cccdfd85-d35d-4453-9c6f-a463aae40722" providerId="ADAL" clId="{9AECAFF3-FDE7-4A8D-BF0A-8B12117D081C}" dt="2024-08-30T09:53:49.359" v="4" actId="47"/>
        <pc:sldMkLst>
          <pc:docMk/>
          <pc:sldMk cId="2044861486" sldId="391"/>
        </pc:sldMkLst>
      </pc:sldChg>
      <pc:sldChg chg="del">
        <pc:chgData name="Ms Alina Arshad" userId="cccdfd85-d35d-4453-9c6f-a463aae40722" providerId="ADAL" clId="{9AECAFF3-FDE7-4A8D-BF0A-8B12117D081C}" dt="2024-08-30T09:53:48.568" v="2" actId="47"/>
        <pc:sldMkLst>
          <pc:docMk/>
          <pc:sldMk cId="64326949" sldId="392"/>
        </pc:sldMkLst>
      </pc:sldChg>
      <pc:sldChg chg="del">
        <pc:chgData name="Ms Alina Arshad" userId="cccdfd85-d35d-4453-9c6f-a463aae40722" providerId="ADAL" clId="{9AECAFF3-FDE7-4A8D-BF0A-8B12117D081C}" dt="2024-08-30T09:53:50.360" v="7" actId="47"/>
        <pc:sldMkLst>
          <pc:docMk/>
          <pc:sldMk cId="705896138" sldId="393"/>
        </pc:sldMkLst>
      </pc:sldChg>
      <pc:sldChg chg="del">
        <pc:chgData name="Ms Alina Arshad" userId="cccdfd85-d35d-4453-9c6f-a463aae40722" providerId="ADAL" clId="{9AECAFF3-FDE7-4A8D-BF0A-8B12117D081C}" dt="2024-08-30T09:53:50.619" v="8" actId="47"/>
        <pc:sldMkLst>
          <pc:docMk/>
          <pc:sldMk cId="1834176997" sldId="394"/>
        </pc:sldMkLst>
      </pc:sldChg>
      <pc:sldChg chg="addSp delSp modSp del mod">
        <pc:chgData name="Ms Alina Arshad" userId="cccdfd85-d35d-4453-9c6f-a463aae40722" providerId="ADAL" clId="{9AECAFF3-FDE7-4A8D-BF0A-8B12117D081C}" dt="2024-09-01T05:27:20.968" v="651" actId="47"/>
        <pc:sldMkLst>
          <pc:docMk/>
          <pc:sldMk cId="0" sldId="395"/>
        </pc:sldMkLst>
        <pc:spChg chg="mod">
          <ac:chgData name="Ms Alina Arshad" userId="cccdfd85-d35d-4453-9c6f-a463aae40722" providerId="ADAL" clId="{9AECAFF3-FDE7-4A8D-BF0A-8B12117D081C}" dt="2024-08-31T06:04:38.250" v="34" actId="6549"/>
          <ac:spMkLst>
            <pc:docMk/>
            <pc:sldMk cId="0" sldId="395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06:05:41.902" v="39" actId="478"/>
          <ac:spMkLst>
            <pc:docMk/>
            <pc:sldMk cId="0" sldId="395"/>
            <ac:spMk id="4" creationId="{00000000-0000-0000-0000-000000000000}"/>
          </ac:spMkLst>
        </pc:spChg>
        <pc:spChg chg="add del mod">
          <ac:chgData name="Ms Alina Arshad" userId="cccdfd85-d35d-4453-9c6f-a463aae40722" providerId="ADAL" clId="{9AECAFF3-FDE7-4A8D-BF0A-8B12117D081C}" dt="2024-08-31T06:02:41.468" v="21" actId="478"/>
          <ac:spMkLst>
            <pc:docMk/>
            <pc:sldMk cId="0" sldId="395"/>
            <ac:spMk id="6" creationId="{7822D387-2069-01FA-C8DF-5A6128303BCD}"/>
          </ac:spMkLst>
        </pc:spChg>
        <pc:spChg chg="mod">
          <ac:chgData name="Ms Alina Arshad" userId="cccdfd85-d35d-4453-9c6f-a463aae40722" providerId="ADAL" clId="{9AECAFF3-FDE7-4A8D-BF0A-8B12117D081C}" dt="2024-08-31T06:07:04.254" v="66" actId="1076"/>
          <ac:spMkLst>
            <pc:docMk/>
            <pc:sldMk cId="0" sldId="395"/>
            <ac:spMk id="7" creationId="{0D2825F4-5553-A424-0DC7-D5B4E78B482C}"/>
          </ac:spMkLst>
        </pc:spChg>
        <pc:spChg chg="add del mod">
          <ac:chgData name="Ms Alina Arshad" userId="cccdfd85-d35d-4453-9c6f-a463aae40722" providerId="ADAL" clId="{9AECAFF3-FDE7-4A8D-BF0A-8B12117D081C}" dt="2024-08-31T06:05:59.032" v="48" actId="478"/>
          <ac:spMkLst>
            <pc:docMk/>
            <pc:sldMk cId="0" sldId="395"/>
            <ac:spMk id="9" creationId="{AD8BCAAF-DACB-BF80-CE57-63A5A787B7C4}"/>
          </ac:spMkLst>
        </pc:spChg>
        <pc:graphicFrameChg chg="mod modGraphic">
          <ac:chgData name="Ms Alina Arshad" userId="cccdfd85-d35d-4453-9c6f-a463aae40722" providerId="ADAL" clId="{9AECAFF3-FDE7-4A8D-BF0A-8B12117D081C}" dt="2024-08-31T06:09:47.010" v="110" actId="20577"/>
          <ac:graphicFrameMkLst>
            <pc:docMk/>
            <pc:sldMk cId="0" sldId="395"/>
            <ac:graphicFrameMk id="3" creationId="{00000000-0000-0000-0000-000000000000}"/>
          </ac:graphicFrameMkLst>
        </pc:graphicFrameChg>
      </pc:sldChg>
      <pc:sldChg chg="modSp del mod">
        <pc:chgData name="Ms Alina Arshad" userId="cccdfd85-d35d-4453-9c6f-a463aae40722" providerId="ADAL" clId="{9AECAFF3-FDE7-4A8D-BF0A-8B12117D081C}" dt="2024-09-01T05:27:21.494" v="652" actId="47"/>
        <pc:sldMkLst>
          <pc:docMk/>
          <pc:sldMk cId="0" sldId="396"/>
        </pc:sldMkLst>
        <pc:spChg chg="mod">
          <ac:chgData name="Ms Alina Arshad" userId="cccdfd85-d35d-4453-9c6f-a463aae40722" providerId="ADAL" clId="{9AECAFF3-FDE7-4A8D-BF0A-8B12117D081C}" dt="2024-08-31T06:07:25.572" v="73" actId="1076"/>
          <ac:spMkLst>
            <pc:docMk/>
            <pc:sldMk cId="0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06:14:40.740" v="147" actId="1076"/>
          <ac:spMkLst>
            <pc:docMk/>
            <pc:sldMk cId="0" sldId="396"/>
            <ac:spMk id="4" creationId="{00000000-0000-0000-0000-000000000000}"/>
          </ac:spMkLst>
        </pc:spChg>
        <pc:graphicFrameChg chg="mod modGraphic">
          <ac:chgData name="Ms Alina Arshad" userId="cccdfd85-d35d-4453-9c6f-a463aae40722" providerId="ADAL" clId="{9AECAFF3-FDE7-4A8D-BF0A-8B12117D081C}" dt="2024-08-31T06:14:37.584" v="146" actId="14734"/>
          <ac:graphicFrameMkLst>
            <pc:docMk/>
            <pc:sldMk cId="0" sldId="396"/>
            <ac:graphicFrameMk id="3" creationId="{00000000-0000-0000-0000-000000000000}"/>
          </ac:graphicFrameMkLst>
        </pc:graphicFrameChg>
      </pc:sldChg>
      <pc:sldChg chg="delSp modSp del mod">
        <pc:chgData name="Ms Alina Arshad" userId="cccdfd85-d35d-4453-9c6f-a463aae40722" providerId="ADAL" clId="{9AECAFF3-FDE7-4A8D-BF0A-8B12117D081C}" dt="2024-09-01T05:27:21.981" v="653" actId="47"/>
        <pc:sldMkLst>
          <pc:docMk/>
          <pc:sldMk cId="0" sldId="397"/>
        </pc:sldMkLst>
        <pc:spChg chg="mod">
          <ac:chgData name="Ms Alina Arshad" userId="cccdfd85-d35d-4453-9c6f-a463aae40722" providerId="ADAL" clId="{9AECAFF3-FDE7-4A8D-BF0A-8B12117D081C}" dt="2024-08-31T06:16:15.559" v="164" actId="1076"/>
          <ac:spMkLst>
            <pc:docMk/>
            <pc:sldMk cId="0" sldId="397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06:19:57.325" v="220" actId="1076"/>
          <ac:spMkLst>
            <pc:docMk/>
            <pc:sldMk cId="0" sldId="397"/>
            <ac:spMk id="5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06:19:38.352" v="216" actId="14100"/>
          <ac:spMkLst>
            <pc:docMk/>
            <pc:sldMk cId="0" sldId="397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9AECAFF3-FDE7-4A8D-BF0A-8B12117D081C}" dt="2024-08-31T06:17:45.743" v="186" actId="207"/>
          <ac:graphicFrameMkLst>
            <pc:docMk/>
            <pc:sldMk cId="0" sldId="397"/>
            <ac:graphicFrameMk id="3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9AECAFF3-FDE7-4A8D-BF0A-8B12117D081C}" dt="2024-08-31T06:19:53.098" v="219" actId="14100"/>
          <ac:graphicFrameMkLst>
            <pc:docMk/>
            <pc:sldMk cId="0" sldId="397"/>
            <ac:graphicFrameMk id="6" creationId="{00000000-0000-0000-0000-000000000000}"/>
          </ac:graphicFrameMkLst>
        </pc:graphicFrameChg>
        <pc:picChg chg="del">
          <ac:chgData name="Ms Alina Arshad" userId="cccdfd85-d35d-4453-9c6f-a463aae40722" providerId="ADAL" clId="{9AECAFF3-FDE7-4A8D-BF0A-8B12117D081C}" dt="2024-08-31T06:09:52.382" v="111" actId="478"/>
          <ac:picMkLst>
            <pc:docMk/>
            <pc:sldMk cId="0" sldId="397"/>
            <ac:picMk id="4" creationId="{00000000-0000-0000-0000-000000000000}"/>
          </ac:picMkLst>
        </pc:picChg>
        <pc:picChg chg="del">
          <ac:chgData name="Ms Alina Arshad" userId="cccdfd85-d35d-4453-9c6f-a463aae40722" providerId="ADAL" clId="{9AECAFF3-FDE7-4A8D-BF0A-8B12117D081C}" dt="2024-08-31T06:09:54.049" v="112" actId="478"/>
          <ac:picMkLst>
            <pc:docMk/>
            <pc:sldMk cId="0" sldId="397"/>
            <ac:picMk id="7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1:51:37.497" v="298" actId="12"/>
        <pc:sldMkLst>
          <pc:docMk/>
          <pc:sldMk cId="0" sldId="398"/>
        </pc:sldMkLst>
        <pc:spChg chg="mod">
          <ac:chgData name="Ms Alina Arshad" userId="cccdfd85-d35d-4453-9c6f-a463aae40722" providerId="ADAL" clId="{9AECAFF3-FDE7-4A8D-BF0A-8B12117D081C}" dt="2024-08-31T06:24:38.375" v="259" actId="207"/>
          <ac:spMkLst>
            <pc:docMk/>
            <pc:sldMk cId="0" sldId="398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1:37.497" v="298" actId="12"/>
          <ac:spMkLst>
            <pc:docMk/>
            <pc:sldMk cId="0" sldId="398"/>
            <ac:spMk id="3" creationId="{00000000-0000-0000-0000-000000000000}"/>
          </ac:spMkLst>
        </pc:spChg>
        <pc:picChg chg="mod">
          <ac:chgData name="Ms Alina Arshad" userId="cccdfd85-d35d-4453-9c6f-a463aae40722" providerId="ADAL" clId="{9AECAFF3-FDE7-4A8D-BF0A-8B12117D081C}" dt="2024-08-31T11:50:30.675" v="294" actId="1076"/>
          <ac:picMkLst>
            <pc:docMk/>
            <pc:sldMk cId="0" sldId="398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1:58:07.247" v="431" actId="113"/>
        <pc:sldMkLst>
          <pc:docMk/>
          <pc:sldMk cId="0" sldId="399"/>
        </pc:sldMkLst>
        <pc:spChg chg="mod">
          <ac:chgData name="Ms Alina Arshad" userId="cccdfd85-d35d-4453-9c6f-a463aae40722" providerId="ADAL" clId="{9AECAFF3-FDE7-4A8D-BF0A-8B12117D081C}" dt="2024-08-31T11:58:07.247" v="431" actId="113"/>
          <ac:spMkLst>
            <pc:docMk/>
            <pc:sldMk cId="0" sldId="399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7:48.446" v="426" actId="14100"/>
          <ac:spMkLst>
            <pc:docMk/>
            <pc:sldMk cId="0" sldId="39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2:03:38.391" v="531" actId="14100"/>
        <pc:sldMkLst>
          <pc:docMk/>
          <pc:sldMk cId="0" sldId="400"/>
        </pc:sldMkLst>
        <pc:spChg chg="mod">
          <ac:chgData name="Ms Alina Arshad" userId="cccdfd85-d35d-4453-9c6f-a463aae40722" providerId="ADAL" clId="{9AECAFF3-FDE7-4A8D-BF0A-8B12117D081C}" dt="2024-08-31T12:03:27.547" v="527" actId="1076"/>
          <ac:spMkLst>
            <pc:docMk/>
            <pc:sldMk cId="0" sldId="400"/>
            <ac:spMk id="2" creationId="{00000000-0000-0000-0000-000000000000}"/>
          </ac:spMkLst>
        </pc:spChg>
        <pc:grpChg chg="mod">
          <ac:chgData name="Ms Alina Arshad" userId="cccdfd85-d35d-4453-9c6f-a463aae40722" providerId="ADAL" clId="{9AECAFF3-FDE7-4A8D-BF0A-8B12117D081C}" dt="2024-08-31T12:03:32.197" v="529" actId="14100"/>
          <ac:grpSpMkLst>
            <pc:docMk/>
            <pc:sldMk cId="0" sldId="400"/>
            <ac:grpSpMk id="4" creationId="{00000000-0000-0000-0000-000000000000}"/>
          </ac:grpSpMkLst>
        </pc:grpChg>
        <pc:picChg chg="mod">
          <ac:chgData name="Ms Alina Arshad" userId="cccdfd85-d35d-4453-9c6f-a463aae40722" providerId="ADAL" clId="{9AECAFF3-FDE7-4A8D-BF0A-8B12117D081C}" dt="2024-08-31T12:03:38.391" v="531" actId="14100"/>
          <ac:picMkLst>
            <pc:docMk/>
            <pc:sldMk cId="0" sldId="400"/>
            <ac:picMk id="3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2:03:06.197" v="519" actId="14100"/>
        <pc:sldMkLst>
          <pc:docMk/>
          <pc:sldMk cId="0" sldId="401"/>
        </pc:sldMkLst>
        <pc:spChg chg="mod">
          <ac:chgData name="Ms Alina Arshad" userId="cccdfd85-d35d-4453-9c6f-a463aae40722" providerId="ADAL" clId="{9AECAFF3-FDE7-4A8D-BF0A-8B12117D081C}" dt="2024-08-31T12:03:01.725" v="517" actId="1076"/>
          <ac:spMkLst>
            <pc:docMk/>
            <pc:sldMk cId="0" sldId="401"/>
            <ac:spMk id="2" creationId="{00000000-0000-0000-0000-000000000000}"/>
          </ac:spMkLst>
        </pc:spChg>
        <pc:grpChg chg="mod">
          <ac:chgData name="Ms Alina Arshad" userId="cccdfd85-d35d-4453-9c6f-a463aae40722" providerId="ADAL" clId="{9AECAFF3-FDE7-4A8D-BF0A-8B12117D081C}" dt="2024-08-31T12:03:06.197" v="519" actId="14100"/>
          <ac:grpSpMkLst>
            <pc:docMk/>
            <pc:sldMk cId="0" sldId="401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9AECAFF3-FDE7-4A8D-BF0A-8B12117D081C}" dt="2024-08-31T12:02:32.338" v="505" actId="1076"/>
          <ac:picMkLst>
            <pc:docMk/>
            <pc:sldMk cId="0" sldId="401"/>
            <ac:picMk id="4" creationId="{00000000-0000-0000-0000-000000000000}"/>
          </ac:picMkLst>
        </pc:picChg>
      </pc:sldChg>
      <pc:sldChg chg="addSp modSp new mod">
        <pc:chgData name="Ms Alina Arshad" userId="cccdfd85-d35d-4453-9c6f-a463aae40722" providerId="ADAL" clId="{9AECAFF3-FDE7-4A8D-BF0A-8B12117D081C}" dt="2024-08-31T11:59:14.441" v="446" actId="1076"/>
        <pc:sldMkLst>
          <pc:docMk/>
          <pc:sldMk cId="917421664" sldId="402"/>
        </pc:sldMkLst>
        <pc:spChg chg="add mod">
          <ac:chgData name="Ms Alina Arshad" userId="cccdfd85-d35d-4453-9c6f-a463aae40722" providerId="ADAL" clId="{9AECAFF3-FDE7-4A8D-BF0A-8B12117D081C}" dt="2024-08-31T11:59:01.273" v="442" actId="1076"/>
          <ac:spMkLst>
            <pc:docMk/>
            <pc:sldMk cId="917421664" sldId="402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9AECAFF3-FDE7-4A8D-BF0A-8B12117D081C}" dt="2024-08-31T11:59:14.441" v="446" actId="1076"/>
          <ac:picMkLst>
            <pc:docMk/>
            <pc:sldMk cId="917421664" sldId="402"/>
            <ac:picMk id="3" creationId="{00000000-0000-0000-0000-000000000000}"/>
          </ac:picMkLst>
        </pc:picChg>
      </pc:sldChg>
      <pc:sldChg chg="addSp modSp new mod">
        <pc:chgData name="Ms Alina Arshad" userId="cccdfd85-d35d-4453-9c6f-a463aae40722" providerId="ADAL" clId="{9AECAFF3-FDE7-4A8D-BF0A-8B12117D081C}" dt="2024-08-31T12:01:12.335" v="478" actId="14100"/>
        <pc:sldMkLst>
          <pc:docMk/>
          <pc:sldMk cId="1907272601" sldId="403"/>
        </pc:sldMkLst>
        <pc:picChg chg="add mod">
          <ac:chgData name="Ms Alina Arshad" userId="cccdfd85-d35d-4453-9c6f-a463aae40722" providerId="ADAL" clId="{9AECAFF3-FDE7-4A8D-BF0A-8B12117D081C}" dt="2024-08-31T12:01:12.335" v="478" actId="14100"/>
          <ac:picMkLst>
            <pc:docMk/>
            <pc:sldMk cId="1907272601" sldId="403"/>
            <ac:picMk id="2" creationId="{00000000-0000-0000-0000-000000000000}"/>
          </ac:picMkLst>
        </pc:picChg>
      </pc:sldChg>
      <pc:sldChg chg="addSp modSp new">
        <pc:chgData name="Ms Alina Arshad" userId="cccdfd85-d35d-4453-9c6f-a463aae40722" providerId="ADAL" clId="{9AECAFF3-FDE7-4A8D-BF0A-8B12117D081C}" dt="2024-08-31T12:08:32.585" v="625"/>
        <pc:sldMkLst>
          <pc:docMk/>
          <pc:sldMk cId="2671486326" sldId="404"/>
        </pc:sldMkLst>
        <pc:spChg chg="add mod">
          <ac:chgData name="Ms Alina Arshad" userId="cccdfd85-d35d-4453-9c6f-a463aae40722" providerId="ADAL" clId="{9AECAFF3-FDE7-4A8D-BF0A-8B12117D081C}" dt="2024-08-31T12:08:32.585" v="625"/>
          <ac:spMkLst>
            <pc:docMk/>
            <pc:sldMk cId="2671486326" sldId="404"/>
            <ac:spMk id="2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21997160-009F-4F1C-BA65-B74FD37B7319}"/>
    <pc:docChg chg="custSel addSld delSld modSld">
      <pc:chgData name="Ms Alina Arshad" userId="cccdfd85-d35d-4453-9c6f-a463aae40722" providerId="ADAL" clId="{21997160-009F-4F1C-BA65-B74FD37B7319}" dt="2024-09-06T05:20:24.387" v="269" actId="2696"/>
      <pc:docMkLst>
        <pc:docMk/>
      </pc:docMkLst>
      <pc:sldChg chg="modSp add mod">
        <pc:chgData name="Ms Alina Arshad" userId="cccdfd85-d35d-4453-9c6f-a463aae40722" providerId="ADAL" clId="{21997160-009F-4F1C-BA65-B74FD37B7319}" dt="2024-09-06T05:04:20.453" v="20" actId="1076"/>
        <pc:sldMkLst>
          <pc:docMk/>
          <pc:sldMk cId="0" sldId="276"/>
        </pc:sldMkLst>
        <pc:picChg chg="mod">
          <ac:chgData name="Ms Alina Arshad" userId="cccdfd85-d35d-4453-9c6f-a463aae40722" providerId="ADAL" clId="{21997160-009F-4F1C-BA65-B74FD37B7319}" dt="2024-09-06T05:04:20.453" v="20" actId="1076"/>
          <ac:picMkLst>
            <pc:docMk/>
            <pc:sldMk cId="0" sldId="276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21997160-009F-4F1C-BA65-B74FD37B7319}" dt="2024-09-06T05:07:28.741" v="30" actId="207"/>
        <pc:sldMkLst>
          <pc:docMk/>
          <pc:sldMk cId="0" sldId="277"/>
        </pc:sldMkLst>
        <pc:spChg chg="mod">
          <ac:chgData name="Ms Alina Arshad" userId="cccdfd85-d35d-4453-9c6f-a463aae40722" providerId="ADAL" clId="{21997160-009F-4F1C-BA65-B74FD37B7319}" dt="2024-09-06T05:07:15.945" v="25" actId="207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07:28.741" v="30" actId="207"/>
          <ac:spMkLst>
            <pc:docMk/>
            <pc:sldMk cId="0" sldId="27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1997160-009F-4F1C-BA65-B74FD37B7319}" dt="2024-09-06T05:08:25.874" v="53" actId="5793"/>
        <pc:sldMkLst>
          <pc:docMk/>
          <pc:sldMk cId="0" sldId="278"/>
        </pc:sldMkLst>
        <pc:spChg chg="mod">
          <ac:chgData name="Ms Alina Arshad" userId="cccdfd85-d35d-4453-9c6f-a463aae40722" providerId="ADAL" clId="{21997160-009F-4F1C-BA65-B74FD37B7319}" dt="2024-09-06T05:07:52.261" v="38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08:25.874" v="53" actId="5793"/>
          <ac:spMkLst>
            <pc:docMk/>
            <pc:sldMk cId="0" sldId="27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1997160-009F-4F1C-BA65-B74FD37B7319}" dt="2024-09-06T05:09:20.229" v="73" actId="207"/>
        <pc:sldMkLst>
          <pc:docMk/>
          <pc:sldMk cId="0" sldId="280"/>
        </pc:sldMkLst>
        <pc:spChg chg="mod">
          <ac:chgData name="Ms Alina Arshad" userId="cccdfd85-d35d-4453-9c6f-a463aae40722" providerId="ADAL" clId="{21997160-009F-4F1C-BA65-B74FD37B7319}" dt="2024-09-06T05:08:41.159" v="59" actId="113"/>
          <ac:spMkLst>
            <pc:docMk/>
            <pc:sldMk cId="0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09:20.229" v="73" actId="207"/>
          <ac:spMkLst>
            <pc:docMk/>
            <pc:sldMk cId="0" sldId="280"/>
            <ac:spMk id="3" creationId="{00000000-0000-0000-0000-000000000000}"/>
          </ac:spMkLst>
        </pc:spChg>
        <pc:picChg chg="mod">
          <ac:chgData name="Ms Alina Arshad" userId="cccdfd85-d35d-4453-9c6f-a463aae40722" providerId="ADAL" clId="{21997160-009F-4F1C-BA65-B74FD37B7319}" dt="2024-09-06T05:08:54.747" v="62" actId="1076"/>
          <ac:picMkLst>
            <pc:docMk/>
            <pc:sldMk cId="0" sldId="280"/>
            <ac:picMk id="4" creationId="{00000000-0000-0000-0000-000000000000}"/>
          </ac:picMkLst>
        </pc:picChg>
        <pc:picChg chg="mod">
          <ac:chgData name="Ms Alina Arshad" userId="cccdfd85-d35d-4453-9c6f-a463aae40722" providerId="ADAL" clId="{21997160-009F-4F1C-BA65-B74FD37B7319}" dt="2024-09-06T05:08:57.810" v="63" actId="1076"/>
          <ac:picMkLst>
            <pc:docMk/>
            <pc:sldMk cId="0" sldId="280"/>
            <ac:picMk id="5" creationId="{00000000-0000-0000-0000-000000000000}"/>
          </ac:picMkLst>
        </pc:picChg>
      </pc:sldChg>
      <pc:sldChg chg="modSp add del mod">
        <pc:chgData name="Ms Alina Arshad" userId="cccdfd85-d35d-4453-9c6f-a463aae40722" providerId="ADAL" clId="{21997160-009F-4F1C-BA65-B74FD37B7319}" dt="2024-09-06T05:10:05.921" v="94" actId="207"/>
        <pc:sldMkLst>
          <pc:docMk/>
          <pc:sldMk cId="0" sldId="281"/>
        </pc:sldMkLst>
        <pc:spChg chg="mod">
          <ac:chgData name="Ms Alina Arshad" userId="cccdfd85-d35d-4453-9c6f-a463aae40722" providerId="ADAL" clId="{21997160-009F-4F1C-BA65-B74FD37B7319}" dt="2024-09-06T05:09:36.150" v="77" actId="207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0:05.921" v="94" actId="207"/>
          <ac:spMkLst>
            <pc:docMk/>
            <pc:sldMk cId="0" sldId="28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1997160-009F-4F1C-BA65-B74FD37B7319}" dt="2024-09-06T05:10:27.330" v="102" actId="1076"/>
        <pc:sldMkLst>
          <pc:docMk/>
          <pc:sldMk cId="0" sldId="282"/>
        </pc:sldMkLst>
        <pc:picChg chg="mod">
          <ac:chgData name="Ms Alina Arshad" userId="cccdfd85-d35d-4453-9c6f-a463aae40722" providerId="ADAL" clId="{21997160-009F-4F1C-BA65-B74FD37B7319}" dt="2024-09-06T05:10:20.976" v="99" actId="1076"/>
          <ac:picMkLst>
            <pc:docMk/>
            <pc:sldMk cId="0" sldId="282"/>
            <ac:picMk id="2" creationId="{00000000-0000-0000-0000-000000000000}"/>
          </ac:picMkLst>
        </pc:picChg>
        <pc:picChg chg="mod">
          <ac:chgData name="Ms Alina Arshad" userId="cccdfd85-d35d-4453-9c6f-a463aae40722" providerId="ADAL" clId="{21997160-009F-4F1C-BA65-B74FD37B7319}" dt="2024-09-06T05:10:27.330" v="102" actId="1076"/>
          <ac:picMkLst>
            <pc:docMk/>
            <pc:sldMk cId="0" sldId="282"/>
            <ac:picMk id="3" creationId="{00000000-0000-0000-0000-000000000000}"/>
          </ac:picMkLst>
        </pc:picChg>
        <pc:picChg chg="mod">
          <ac:chgData name="Ms Alina Arshad" userId="cccdfd85-d35d-4453-9c6f-a463aae40722" providerId="ADAL" clId="{21997160-009F-4F1C-BA65-B74FD37B7319}" dt="2024-09-06T05:10:19.695" v="98" actId="1076"/>
          <ac:picMkLst>
            <pc:docMk/>
            <pc:sldMk cId="0" sldId="282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21997160-009F-4F1C-BA65-B74FD37B7319}" dt="2024-09-06T05:11:19.800" v="124" actId="1076"/>
        <pc:sldMkLst>
          <pc:docMk/>
          <pc:sldMk cId="0" sldId="283"/>
        </pc:sldMkLst>
        <pc:spChg chg="mod">
          <ac:chgData name="Ms Alina Arshad" userId="cccdfd85-d35d-4453-9c6f-a463aae40722" providerId="ADAL" clId="{21997160-009F-4F1C-BA65-B74FD37B7319}" dt="2024-09-06T05:10:43.808" v="109" actId="14100"/>
          <ac:spMkLst>
            <pc:docMk/>
            <pc:sldMk cId="0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1:01.084" v="116" actId="207"/>
          <ac:spMkLst>
            <pc:docMk/>
            <pc:sldMk cId="0" sldId="283"/>
            <ac:spMk id="3" creationId="{00000000-0000-0000-0000-000000000000}"/>
          </ac:spMkLst>
        </pc:spChg>
        <pc:picChg chg="mod">
          <ac:chgData name="Ms Alina Arshad" userId="cccdfd85-d35d-4453-9c6f-a463aae40722" providerId="ADAL" clId="{21997160-009F-4F1C-BA65-B74FD37B7319}" dt="2024-09-06T05:11:19.800" v="124" actId="1076"/>
          <ac:picMkLst>
            <pc:docMk/>
            <pc:sldMk cId="0" sldId="283"/>
            <ac:picMk id="4" creationId="{00000000-0000-0000-0000-000000000000}"/>
          </ac:picMkLst>
        </pc:picChg>
        <pc:picChg chg="mod">
          <ac:chgData name="Ms Alina Arshad" userId="cccdfd85-d35d-4453-9c6f-a463aae40722" providerId="ADAL" clId="{21997160-009F-4F1C-BA65-B74FD37B7319}" dt="2024-09-06T05:11:17.418" v="123" actId="14100"/>
          <ac:picMkLst>
            <pc:docMk/>
            <pc:sldMk cId="0" sldId="283"/>
            <ac:picMk id="5" creationId="{00000000-0000-0000-0000-000000000000}"/>
          </ac:picMkLst>
        </pc:picChg>
      </pc:sldChg>
      <pc:sldChg chg="modSp add del mod">
        <pc:chgData name="Ms Alina Arshad" userId="cccdfd85-d35d-4453-9c6f-a463aae40722" providerId="ADAL" clId="{21997160-009F-4F1C-BA65-B74FD37B7319}" dt="2024-09-06T05:12:04.678" v="143" actId="113"/>
        <pc:sldMkLst>
          <pc:docMk/>
          <pc:sldMk cId="0" sldId="284"/>
        </pc:sldMkLst>
        <pc:spChg chg="mod">
          <ac:chgData name="Ms Alina Arshad" userId="cccdfd85-d35d-4453-9c6f-a463aae40722" providerId="ADAL" clId="{21997160-009F-4F1C-BA65-B74FD37B7319}" dt="2024-09-06T05:11:32.230" v="128" actId="113"/>
          <ac:spMkLst>
            <pc:docMk/>
            <pc:sldMk cId="0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2:04.678" v="143" actId="113"/>
          <ac:spMkLst>
            <pc:docMk/>
            <pc:sldMk cId="0" sldId="28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1997160-009F-4F1C-BA65-B74FD37B7319}" dt="2024-09-06T05:13:37.620" v="169" actId="1076"/>
        <pc:sldMkLst>
          <pc:docMk/>
          <pc:sldMk cId="0" sldId="285"/>
        </pc:sldMkLst>
        <pc:spChg chg="mod">
          <ac:chgData name="Ms Alina Arshad" userId="cccdfd85-d35d-4453-9c6f-a463aae40722" providerId="ADAL" clId="{21997160-009F-4F1C-BA65-B74FD37B7319}" dt="2024-09-06T05:12:18.183" v="150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3:37.620" v="169" actId="1076"/>
          <ac:spMkLst>
            <pc:docMk/>
            <pc:sldMk cId="0" sldId="285"/>
            <ac:spMk id="4" creationId="{00000000-0000-0000-0000-000000000000}"/>
          </ac:spMkLst>
        </pc:spChg>
        <pc:graphicFrameChg chg="mod modGraphic">
          <ac:chgData name="Ms Alina Arshad" userId="cccdfd85-d35d-4453-9c6f-a463aae40722" providerId="ADAL" clId="{21997160-009F-4F1C-BA65-B74FD37B7319}" dt="2024-09-06T05:13:04.348" v="156" actId="14100"/>
          <ac:graphicFrameMkLst>
            <pc:docMk/>
            <pc:sldMk cId="0" sldId="285"/>
            <ac:graphicFrameMk id="3" creationId="{00000000-0000-0000-0000-000000000000}"/>
          </ac:graphicFrameMkLst>
        </pc:graphicFrameChg>
      </pc:sldChg>
      <pc:sldChg chg="modSp add del mod">
        <pc:chgData name="Ms Alina Arshad" userId="cccdfd85-d35d-4453-9c6f-a463aae40722" providerId="ADAL" clId="{21997160-009F-4F1C-BA65-B74FD37B7319}" dt="2024-09-06T05:14:28.639" v="181" actId="12385"/>
        <pc:sldMkLst>
          <pc:docMk/>
          <pc:sldMk cId="0" sldId="286"/>
        </pc:sldMkLst>
        <pc:spChg chg="mod">
          <ac:chgData name="Ms Alina Arshad" userId="cccdfd85-d35d-4453-9c6f-a463aae40722" providerId="ADAL" clId="{21997160-009F-4F1C-BA65-B74FD37B7319}" dt="2024-09-06T05:13:51.389" v="175" actId="1076"/>
          <ac:spMkLst>
            <pc:docMk/>
            <pc:sldMk cId="0" sldId="286"/>
            <ac:spMk id="2" creationId="{00000000-0000-0000-0000-000000000000}"/>
          </ac:spMkLst>
        </pc:spChg>
        <pc:graphicFrameChg chg="mod modGraphic">
          <ac:chgData name="Ms Alina Arshad" userId="cccdfd85-d35d-4453-9c6f-a463aae40722" providerId="ADAL" clId="{21997160-009F-4F1C-BA65-B74FD37B7319}" dt="2024-09-06T05:14:28.639" v="181" actId="12385"/>
          <ac:graphicFrameMkLst>
            <pc:docMk/>
            <pc:sldMk cId="0" sldId="286"/>
            <ac:graphicFrameMk id="3" creationId="{00000000-0000-0000-0000-000000000000}"/>
          </ac:graphicFrameMkLst>
        </pc:graphicFrameChg>
      </pc:sldChg>
      <pc:sldChg chg="modSp add del mod">
        <pc:chgData name="Ms Alina Arshad" userId="cccdfd85-d35d-4453-9c6f-a463aae40722" providerId="ADAL" clId="{21997160-009F-4F1C-BA65-B74FD37B7319}" dt="2024-09-06T05:15:36.565" v="200" actId="20577"/>
        <pc:sldMkLst>
          <pc:docMk/>
          <pc:sldMk cId="0" sldId="287"/>
        </pc:sldMkLst>
        <pc:spChg chg="mod">
          <ac:chgData name="Ms Alina Arshad" userId="cccdfd85-d35d-4453-9c6f-a463aae40722" providerId="ADAL" clId="{21997160-009F-4F1C-BA65-B74FD37B7319}" dt="2024-09-06T05:14:49.930" v="190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5:36.565" v="200" actId="20577"/>
          <ac:spMkLst>
            <pc:docMk/>
            <pc:sldMk cId="0" sldId="28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1997160-009F-4F1C-BA65-B74FD37B7319}" dt="2024-09-06T05:16:42.860" v="219" actId="12385"/>
        <pc:sldMkLst>
          <pc:docMk/>
          <pc:sldMk cId="0" sldId="288"/>
        </pc:sldMkLst>
        <pc:spChg chg="mod">
          <ac:chgData name="Ms Alina Arshad" userId="cccdfd85-d35d-4453-9c6f-a463aae40722" providerId="ADAL" clId="{21997160-009F-4F1C-BA65-B74FD37B7319}" dt="2024-09-06T05:16:22.287" v="213" actId="403"/>
          <ac:spMkLst>
            <pc:docMk/>
            <pc:sldMk cId="0" sldId="288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6:32.317" v="216" actId="1076"/>
          <ac:spMkLst>
            <pc:docMk/>
            <pc:sldMk cId="0" sldId="288"/>
            <ac:spMk id="5" creationId="{00000000-0000-0000-0000-000000000000}"/>
          </ac:spMkLst>
        </pc:spChg>
        <pc:graphicFrameChg chg="mod modGraphic">
          <ac:chgData name="Ms Alina Arshad" userId="cccdfd85-d35d-4453-9c6f-a463aae40722" providerId="ADAL" clId="{21997160-009F-4F1C-BA65-B74FD37B7319}" dt="2024-09-06T05:16:12.424" v="211" actId="14100"/>
          <ac:graphicFrameMkLst>
            <pc:docMk/>
            <pc:sldMk cId="0" sldId="288"/>
            <ac:graphicFrameMk id="3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21997160-009F-4F1C-BA65-B74FD37B7319}" dt="2024-09-06T05:16:42.860" v="219" actId="12385"/>
          <ac:graphicFrameMkLst>
            <pc:docMk/>
            <pc:sldMk cId="0" sldId="288"/>
            <ac:graphicFrameMk id="4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21997160-009F-4F1C-BA65-B74FD37B7319}" dt="2024-09-06T05:17:24.333" v="233" actId="14100"/>
        <pc:sldMkLst>
          <pc:docMk/>
          <pc:sldMk cId="0" sldId="289"/>
        </pc:sldMkLst>
        <pc:spChg chg="mod">
          <ac:chgData name="Ms Alina Arshad" userId="cccdfd85-d35d-4453-9c6f-a463aae40722" providerId="ADAL" clId="{21997160-009F-4F1C-BA65-B74FD37B7319}" dt="2024-09-06T05:16:54.214" v="223" actId="113"/>
          <ac:spMkLst>
            <pc:docMk/>
            <pc:sldMk cId="0" sldId="289"/>
            <ac:spMk id="3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7:19.689" v="231" actId="5793"/>
          <ac:spMkLst>
            <pc:docMk/>
            <pc:sldMk cId="0" sldId="289"/>
            <ac:spMk id="4" creationId="{00000000-0000-0000-0000-000000000000}"/>
          </ac:spMkLst>
        </pc:spChg>
        <pc:picChg chg="mod">
          <ac:chgData name="Ms Alina Arshad" userId="cccdfd85-d35d-4453-9c6f-a463aae40722" providerId="ADAL" clId="{21997160-009F-4F1C-BA65-B74FD37B7319}" dt="2024-09-06T05:17:24.333" v="233" actId="14100"/>
          <ac:picMkLst>
            <pc:docMk/>
            <pc:sldMk cId="0" sldId="28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21997160-009F-4F1C-BA65-B74FD37B7319}" dt="2024-09-06T05:17:47.664" v="240" actId="1076"/>
        <pc:sldMkLst>
          <pc:docMk/>
          <pc:sldMk cId="0" sldId="290"/>
        </pc:sldMkLst>
        <pc:spChg chg="mod">
          <ac:chgData name="Ms Alina Arshad" userId="cccdfd85-d35d-4453-9c6f-a463aae40722" providerId="ADAL" clId="{21997160-009F-4F1C-BA65-B74FD37B7319}" dt="2024-09-06T05:17:38.204" v="237" actId="207"/>
          <ac:spMkLst>
            <pc:docMk/>
            <pc:sldMk cId="0" sldId="290"/>
            <ac:spMk id="2" creationId="{00000000-0000-0000-0000-000000000000}"/>
          </ac:spMkLst>
        </pc:spChg>
        <pc:picChg chg="mod">
          <ac:chgData name="Ms Alina Arshad" userId="cccdfd85-d35d-4453-9c6f-a463aae40722" providerId="ADAL" clId="{21997160-009F-4F1C-BA65-B74FD37B7319}" dt="2024-09-06T05:17:47.664" v="240" actId="1076"/>
          <ac:picMkLst>
            <pc:docMk/>
            <pc:sldMk cId="0" sldId="290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21997160-009F-4F1C-BA65-B74FD37B7319}" dt="2024-09-06T05:20:24.387" v="269" actId="2696"/>
        <pc:sldMkLst>
          <pc:docMk/>
          <pc:sldMk cId="769382073" sldId="291"/>
        </pc:sldMkLst>
        <pc:spChg chg="mod">
          <ac:chgData name="Ms Alina Arshad" userId="cccdfd85-d35d-4453-9c6f-a463aae40722" providerId="ADAL" clId="{21997160-009F-4F1C-BA65-B74FD37B7319}" dt="2024-09-06T05:19:07.797" v="249" actId="1076"/>
          <ac:spMkLst>
            <pc:docMk/>
            <pc:sldMk cId="769382073" sldId="291"/>
            <ac:spMk id="2" creationId="{00000000-0000-0000-0000-000000000000}"/>
          </ac:spMkLst>
        </pc:spChg>
        <pc:spChg chg="mod">
          <ac:chgData name="Ms Alina Arshad" userId="cccdfd85-d35d-4453-9c6f-a463aae40722" providerId="ADAL" clId="{21997160-009F-4F1C-BA65-B74FD37B7319}" dt="2024-09-06T05:19:38.630" v="259" actId="1076"/>
          <ac:spMkLst>
            <pc:docMk/>
            <pc:sldMk cId="769382073" sldId="291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1997160-009F-4F1C-BA65-B74FD37B7319}" dt="2024-09-06T05:20:24.387" v="269" actId="2696"/>
        <pc:sldMkLst>
          <pc:docMk/>
          <pc:sldMk cId="0" sldId="292"/>
        </pc:sldMkLst>
        <pc:spChg chg="mod">
          <ac:chgData name="Ms Alina Arshad" userId="cccdfd85-d35d-4453-9c6f-a463aae40722" providerId="ADAL" clId="{21997160-009F-4F1C-BA65-B74FD37B7319}" dt="2024-09-06T05:20:04.304" v="268" actId="14100"/>
          <ac:spMkLst>
            <pc:docMk/>
            <pc:sldMk cId="0" sldId="292"/>
            <ac:spMk id="2" creationId="{00000000-0000-0000-0000-000000000000}"/>
          </ac:spMkLst>
        </pc:spChg>
      </pc:sldChg>
      <pc:sldChg chg="add del">
        <pc:chgData name="Ms Alina Arshad" userId="cccdfd85-d35d-4453-9c6f-a463aae40722" providerId="ADAL" clId="{21997160-009F-4F1C-BA65-B74FD37B7319}" dt="2024-09-06T05:20:24.387" v="269" actId="2696"/>
        <pc:sldMkLst>
          <pc:docMk/>
          <pc:sldMk cId="0" sldId="293"/>
        </pc:sldMkLst>
      </pc:sldChg>
      <pc:sldChg chg="add del">
        <pc:chgData name="Ms Alina Arshad" userId="cccdfd85-d35d-4453-9c6f-a463aae40722" providerId="ADAL" clId="{21997160-009F-4F1C-BA65-B74FD37B7319}" dt="2024-09-06T05:20:24.387" v="269" actId="2696"/>
        <pc:sldMkLst>
          <pc:docMk/>
          <pc:sldMk cId="0" sldId="294"/>
        </pc:sldMkLst>
      </pc:sldChg>
      <pc:sldChg chg="add del">
        <pc:chgData name="Ms Alina Arshad" userId="cccdfd85-d35d-4453-9c6f-a463aae40722" providerId="ADAL" clId="{21997160-009F-4F1C-BA65-B74FD37B7319}" dt="2024-09-06T05:20:24.387" v="269" actId="2696"/>
        <pc:sldMkLst>
          <pc:docMk/>
          <pc:sldMk cId="0" sldId="295"/>
        </pc:sldMkLst>
      </pc:sldChg>
      <pc:sldChg chg="add del">
        <pc:chgData name="Ms Alina Arshad" userId="cccdfd85-d35d-4453-9c6f-a463aae40722" providerId="ADAL" clId="{21997160-009F-4F1C-BA65-B74FD37B7319}" dt="2024-09-06T05:20:24.387" v="269" actId="2696"/>
        <pc:sldMkLst>
          <pc:docMk/>
          <pc:sldMk cId="0" sldId="296"/>
        </pc:sldMkLst>
      </pc:sldChg>
      <pc:sldChg chg="del">
        <pc:chgData name="Ms Alina Arshad" userId="cccdfd85-d35d-4453-9c6f-a463aae40722" providerId="ADAL" clId="{21997160-009F-4F1C-BA65-B74FD37B7319}" dt="2024-09-06T05:03:52.715" v="0" actId="47"/>
        <pc:sldMkLst>
          <pc:docMk/>
          <pc:sldMk cId="0" sldId="398"/>
        </pc:sldMkLst>
      </pc:sldChg>
      <pc:sldChg chg="del">
        <pc:chgData name="Ms Alina Arshad" userId="cccdfd85-d35d-4453-9c6f-a463aae40722" providerId="ADAL" clId="{21997160-009F-4F1C-BA65-B74FD37B7319}" dt="2024-09-06T05:03:53.648" v="3" actId="47"/>
        <pc:sldMkLst>
          <pc:docMk/>
          <pc:sldMk cId="0" sldId="399"/>
        </pc:sldMkLst>
      </pc:sldChg>
      <pc:sldChg chg="del">
        <pc:chgData name="Ms Alina Arshad" userId="cccdfd85-d35d-4453-9c6f-a463aae40722" providerId="ADAL" clId="{21997160-009F-4F1C-BA65-B74FD37B7319}" dt="2024-09-06T05:03:56.073" v="13" actId="47"/>
        <pc:sldMkLst>
          <pc:docMk/>
          <pc:sldMk cId="0" sldId="400"/>
        </pc:sldMkLst>
      </pc:sldChg>
      <pc:sldChg chg="del">
        <pc:chgData name="Ms Alina Arshad" userId="cccdfd85-d35d-4453-9c6f-a463aae40722" providerId="ADAL" clId="{21997160-009F-4F1C-BA65-B74FD37B7319}" dt="2024-09-06T05:03:56.407" v="14" actId="47"/>
        <pc:sldMkLst>
          <pc:docMk/>
          <pc:sldMk cId="0" sldId="401"/>
        </pc:sldMkLst>
      </pc:sldChg>
      <pc:sldChg chg="del">
        <pc:chgData name="Ms Alina Arshad" userId="cccdfd85-d35d-4453-9c6f-a463aae40722" providerId="ADAL" clId="{21997160-009F-4F1C-BA65-B74FD37B7319}" dt="2024-09-06T05:03:53.898" v="4" actId="47"/>
        <pc:sldMkLst>
          <pc:docMk/>
          <pc:sldMk cId="917421664" sldId="402"/>
        </pc:sldMkLst>
      </pc:sldChg>
      <pc:sldChg chg="del">
        <pc:chgData name="Ms Alina Arshad" userId="cccdfd85-d35d-4453-9c6f-a463aae40722" providerId="ADAL" clId="{21997160-009F-4F1C-BA65-B74FD37B7319}" dt="2024-09-06T05:03:54.258" v="6" actId="47"/>
        <pc:sldMkLst>
          <pc:docMk/>
          <pc:sldMk cId="1907272601" sldId="403"/>
        </pc:sldMkLst>
      </pc:sldChg>
      <pc:sldChg chg="del">
        <pc:chgData name="Ms Alina Arshad" userId="cccdfd85-d35d-4453-9c6f-a463aae40722" providerId="ADAL" clId="{21997160-009F-4F1C-BA65-B74FD37B7319}" dt="2024-09-06T05:03:55.086" v="9" actId="47"/>
        <pc:sldMkLst>
          <pc:docMk/>
          <pc:sldMk cId="2671486326" sldId="4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2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cs typeface="Calibri"/>
              </a:rPr>
              <a:t>Chapter</a:t>
            </a:r>
            <a:r>
              <a:rPr lang="en-US" sz="2400" b="1" spc="-5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dirty="0">
                <a:solidFill>
                  <a:schemeClr val="tx1"/>
                </a:solidFill>
                <a:cs typeface="Calibri"/>
              </a:rPr>
              <a:t>#</a:t>
            </a:r>
            <a:r>
              <a:rPr lang="en-US" sz="2400" b="1" spc="-7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spc="-50" dirty="0">
                <a:solidFill>
                  <a:schemeClr val="tx1"/>
                </a:solidFill>
                <a:cs typeface="Calibri"/>
              </a:rPr>
              <a:t>6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cs typeface="Calibri"/>
              </a:rPr>
              <a:t>Basic</a:t>
            </a:r>
            <a:r>
              <a:rPr lang="en-US" sz="2400" b="1" spc="-7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spc="-25" dirty="0">
                <a:solidFill>
                  <a:schemeClr val="tx1"/>
                </a:solidFill>
                <a:cs typeface="Calibri"/>
              </a:rPr>
              <a:t>SQL</a:t>
            </a:r>
            <a:endParaRPr lang="en-US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7910284" y="5356625"/>
            <a:ext cx="42157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38811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</a:rPr>
              <a:t>Giving</a:t>
            </a:r>
            <a:r>
              <a:rPr b="1" spc="-22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Names</a:t>
            </a:r>
            <a:r>
              <a:rPr b="1" spc="-21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to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1787" y="1977429"/>
            <a:ext cx="9357078" cy="178446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cs typeface="Calibri"/>
              </a:rPr>
              <a:t>Syntax:</a:t>
            </a:r>
            <a:endParaRPr sz="2400" dirty="0">
              <a:cs typeface="Calibri"/>
            </a:endParaRPr>
          </a:p>
          <a:p>
            <a:pPr marL="240029" marR="108585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chemeClr val="accent2"/>
                </a:solidFill>
                <a:cs typeface="Calibri"/>
              </a:rPr>
              <a:t>CONSTRAINT</a:t>
            </a:r>
            <a:r>
              <a:rPr sz="2400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CONSTRAINT_NAME 	CONSTRAINT_TYPES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697230" lvl="1" indent="-227329">
              <a:spcBef>
                <a:spcPts val="19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0" dirty="0">
                <a:solidFill>
                  <a:schemeClr val="accent2"/>
                </a:solidFill>
                <a:cs typeface="Calibri"/>
              </a:rPr>
              <a:t>CONSTRAINT:</a:t>
            </a:r>
            <a:r>
              <a:rPr sz="2400" spc="-3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Keyword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697230" lvl="1" indent="-227329"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solidFill>
                  <a:schemeClr val="accent2"/>
                </a:solidFill>
                <a:cs typeface="Calibri"/>
              </a:rPr>
              <a:t>CONSTRAINT_NAME:</a:t>
            </a:r>
            <a:r>
              <a:rPr sz="2400" spc="-6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Name</a:t>
            </a:r>
            <a:r>
              <a:rPr sz="2400" spc="-6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of</a:t>
            </a:r>
            <a:r>
              <a:rPr sz="2400" spc="-6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the</a:t>
            </a:r>
            <a:r>
              <a:rPr sz="2400" spc="-5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constraint</a:t>
            </a:r>
            <a:endParaRPr sz="2400" dirty="0">
              <a:solidFill>
                <a:schemeClr val="accent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838" y="173367"/>
            <a:ext cx="10096144" cy="61523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853" y="720740"/>
            <a:ext cx="7599491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853" y="1842071"/>
            <a:ext cx="10274325" cy="3729482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8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cs typeface="Calibri"/>
              </a:rPr>
              <a:t>Consider</a:t>
            </a:r>
            <a:r>
              <a:rPr sz="2200" spc="-70" dirty="0">
                <a:cs typeface="Calibri"/>
              </a:rPr>
              <a:t> </a:t>
            </a:r>
            <a:r>
              <a:rPr sz="2200" dirty="0">
                <a:cs typeface="Calibri"/>
              </a:rPr>
              <a:t>the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following</a:t>
            </a:r>
            <a:r>
              <a:rPr sz="2200" spc="-55" dirty="0">
                <a:cs typeface="Calibri"/>
              </a:rPr>
              <a:t> </a:t>
            </a:r>
            <a:r>
              <a:rPr sz="2200" dirty="0">
                <a:cs typeface="Calibri"/>
              </a:rPr>
              <a:t>relations</a:t>
            </a:r>
            <a:r>
              <a:rPr sz="2200" spc="-65" dirty="0">
                <a:cs typeface="Calibri"/>
              </a:rPr>
              <a:t> </a:t>
            </a:r>
            <a:r>
              <a:rPr sz="2200" dirty="0">
                <a:cs typeface="Calibri"/>
              </a:rPr>
              <a:t>for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a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database</a:t>
            </a:r>
            <a:r>
              <a:rPr sz="2200" spc="-70" dirty="0">
                <a:cs typeface="Calibri"/>
              </a:rPr>
              <a:t> </a:t>
            </a:r>
            <a:r>
              <a:rPr sz="2200" dirty="0">
                <a:cs typeface="Calibri"/>
              </a:rPr>
              <a:t>that</a:t>
            </a:r>
            <a:r>
              <a:rPr sz="2200" spc="-5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keeps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track</a:t>
            </a:r>
            <a:r>
              <a:rPr sz="2200" spc="-65" dirty="0">
                <a:cs typeface="Calibri"/>
              </a:rPr>
              <a:t> </a:t>
            </a:r>
            <a:r>
              <a:rPr sz="2200" spc="-25" dirty="0">
                <a:cs typeface="Calibri"/>
              </a:rPr>
              <a:t>of </a:t>
            </a:r>
            <a:r>
              <a:rPr sz="2200" dirty="0">
                <a:cs typeface="Calibri"/>
              </a:rPr>
              <a:t>business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trips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of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salespersons</a:t>
            </a:r>
            <a:r>
              <a:rPr sz="2200" spc="-45" dirty="0">
                <a:cs typeface="Calibri"/>
              </a:rPr>
              <a:t> </a:t>
            </a:r>
            <a:r>
              <a:rPr sz="2200" dirty="0">
                <a:cs typeface="Calibri"/>
              </a:rPr>
              <a:t>in</a:t>
            </a:r>
            <a:r>
              <a:rPr sz="2200" spc="-60" dirty="0">
                <a:cs typeface="Calibri"/>
              </a:rPr>
              <a:t> </a:t>
            </a:r>
            <a:r>
              <a:rPr sz="2200" dirty="0">
                <a:cs typeface="Calibri"/>
              </a:rPr>
              <a:t>a</a:t>
            </a:r>
            <a:r>
              <a:rPr sz="2200" spc="-45" dirty="0">
                <a:cs typeface="Calibri"/>
              </a:rPr>
              <a:t> </a:t>
            </a:r>
            <a:r>
              <a:rPr sz="2200" dirty="0">
                <a:cs typeface="Calibri"/>
              </a:rPr>
              <a:t>sales</a:t>
            </a:r>
            <a:r>
              <a:rPr sz="2200" spc="-5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office:</a:t>
            </a:r>
            <a:endParaRPr sz="2200" dirty="0">
              <a:cs typeface="Calibri"/>
            </a:endParaRPr>
          </a:p>
          <a:p>
            <a:pPr marL="240665" indent="-227965"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cs typeface="Calibri"/>
              </a:rPr>
              <a:t>SALESPERSON(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cs typeface="Calibri"/>
              </a:rPr>
              <a:t>Ssn</a:t>
            </a:r>
            <a:r>
              <a:rPr sz="2200" b="1" spc="-10" dirty="0">
                <a:cs typeface="Calibri"/>
              </a:rPr>
              <a:t>,</a:t>
            </a:r>
            <a:r>
              <a:rPr sz="2200" b="1" spc="-55" dirty="0">
                <a:cs typeface="Calibri"/>
              </a:rPr>
              <a:t> </a:t>
            </a:r>
            <a:r>
              <a:rPr sz="2200" b="1" dirty="0">
                <a:cs typeface="Calibri"/>
              </a:rPr>
              <a:t>Name,</a:t>
            </a:r>
            <a:r>
              <a:rPr sz="2200" b="1" spc="-45" dirty="0">
                <a:cs typeface="Calibri"/>
              </a:rPr>
              <a:t> </a:t>
            </a:r>
            <a:r>
              <a:rPr sz="2200" b="1" spc="-25" dirty="0">
                <a:cs typeface="Calibri"/>
              </a:rPr>
              <a:t>Start_year,</a:t>
            </a:r>
            <a:r>
              <a:rPr sz="2200" b="1" spc="-15" dirty="0">
                <a:cs typeface="Calibri"/>
              </a:rPr>
              <a:t> </a:t>
            </a:r>
            <a:r>
              <a:rPr sz="2200" b="1" spc="-10" dirty="0">
                <a:cs typeface="Calibri"/>
              </a:rPr>
              <a:t>Dept_no)</a:t>
            </a:r>
            <a:endParaRPr sz="2200" dirty="0">
              <a:cs typeface="Calibri"/>
            </a:endParaRPr>
          </a:p>
          <a:p>
            <a:pPr marL="241300" marR="60198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cs typeface="Calibri"/>
              </a:rPr>
              <a:t>TRIP(Ssn,</a:t>
            </a:r>
            <a:r>
              <a:rPr sz="2200" b="1" spc="-70" dirty="0">
                <a:cs typeface="Calibri"/>
              </a:rPr>
              <a:t> </a:t>
            </a:r>
            <a:r>
              <a:rPr sz="2200" b="1" spc="-20" dirty="0">
                <a:cs typeface="Calibri"/>
              </a:rPr>
              <a:t>From_city,</a:t>
            </a:r>
            <a:r>
              <a:rPr sz="2200" b="1" spc="-60" dirty="0">
                <a:cs typeface="Calibri"/>
              </a:rPr>
              <a:t> </a:t>
            </a:r>
            <a:r>
              <a:rPr sz="2200" b="1" spc="-40" dirty="0">
                <a:cs typeface="Calibri"/>
              </a:rPr>
              <a:t>To_city,</a:t>
            </a:r>
            <a:r>
              <a:rPr sz="2200" b="1" spc="-55" dirty="0">
                <a:cs typeface="Calibri"/>
              </a:rPr>
              <a:t> </a:t>
            </a:r>
            <a:r>
              <a:rPr sz="2200" b="1" spc="-10" dirty="0">
                <a:cs typeface="Calibri"/>
              </a:rPr>
              <a:t>Departure_date,</a:t>
            </a:r>
            <a:r>
              <a:rPr sz="2200" b="1" spc="-30" dirty="0">
                <a:cs typeface="Calibri"/>
              </a:rPr>
              <a:t> </a:t>
            </a:r>
            <a:r>
              <a:rPr sz="2200" b="1" spc="-10" dirty="0">
                <a:cs typeface="Calibri"/>
              </a:rPr>
              <a:t>Return_date,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cs typeface="Calibri"/>
              </a:rPr>
              <a:t>Trip_id</a:t>
            </a:r>
            <a:r>
              <a:rPr sz="2200" b="1" spc="-10" dirty="0">
                <a:cs typeface="Calibri"/>
              </a:rPr>
              <a:t>)</a:t>
            </a:r>
            <a:endParaRPr sz="2200" dirty="0">
              <a:cs typeface="Calibri"/>
            </a:endParaRPr>
          </a:p>
          <a:p>
            <a:pPr marL="240665" indent="-227965">
              <a:spcBef>
                <a:spcPts val="22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cs typeface="Calibri"/>
              </a:rPr>
              <a:t>EXPENSE(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cs typeface="Calibri"/>
              </a:rPr>
              <a:t>Trip_id,</a:t>
            </a:r>
            <a:r>
              <a:rPr sz="2200" b="1" u="sng" spc="-95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cs typeface="Calibri"/>
              </a:rPr>
              <a:t>Account#</a:t>
            </a:r>
            <a:r>
              <a:rPr sz="2200" b="1" dirty="0">
                <a:cs typeface="Calibri"/>
              </a:rPr>
              <a:t>,</a:t>
            </a:r>
            <a:r>
              <a:rPr sz="2200" b="1" spc="-95" dirty="0">
                <a:cs typeface="Calibri"/>
              </a:rPr>
              <a:t> </a:t>
            </a:r>
            <a:r>
              <a:rPr sz="2200" b="1" spc="-10" dirty="0">
                <a:cs typeface="Calibri"/>
              </a:rPr>
              <a:t>Amount)</a:t>
            </a:r>
            <a:endParaRPr sz="2200" dirty="0">
              <a:cs typeface="Calibri"/>
            </a:endParaRPr>
          </a:p>
          <a:p>
            <a:pPr marL="240665" indent="-227965"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cs typeface="Calibri"/>
              </a:rPr>
              <a:t>SSN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can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be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upto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four</a:t>
            </a:r>
            <a:r>
              <a:rPr sz="2200" spc="-5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digits.</a:t>
            </a:r>
            <a:endParaRPr sz="2200" dirty="0"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cs typeface="Calibri"/>
              </a:rPr>
              <a:t>Start</a:t>
            </a:r>
            <a:r>
              <a:rPr sz="2200" spc="-45" dirty="0">
                <a:cs typeface="Calibri"/>
              </a:rPr>
              <a:t> </a:t>
            </a:r>
            <a:r>
              <a:rPr sz="2200" dirty="0">
                <a:cs typeface="Calibri"/>
              </a:rPr>
              <a:t>year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and</a:t>
            </a:r>
            <a:r>
              <a:rPr sz="2200" spc="-5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Department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number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of</a:t>
            </a:r>
            <a:r>
              <a:rPr sz="2200" spc="-5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Salesperson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must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not</a:t>
            </a:r>
            <a:r>
              <a:rPr sz="2200" spc="-50" dirty="0">
                <a:cs typeface="Calibri"/>
              </a:rPr>
              <a:t> </a:t>
            </a:r>
            <a:r>
              <a:rPr sz="2200" spc="-25" dirty="0">
                <a:cs typeface="Calibri"/>
              </a:rPr>
              <a:t>be</a:t>
            </a:r>
            <a:endParaRPr sz="2200" dirty="0"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spc="-10" dirty="0">
                <a:cs typeface="Calibri"/>
              </a:rPr>
              <a:t>null.</a:t>
            </a:r>
            <a:endParaRPr sz="2200" dirty="0">
              <a:cs typeface="Calibri"/>
            </a:endParaRPr>
          </a:p>
          <a:p>
            <a:pPr marL="241300" marR="492759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cs typeface="Calibri"/>
              </a:rPr>
              <a:t>From_city,</a:t>
            </a:r>
            <a:r>
              <a:rPr sz="2200" spc="-45" dirty="0">
                <a:cs typeface="Calibri"/>
              </a:rPr>
              <a:t> </a:t>
            </a:r>
            <a:r>
              <a:rPr sz="2200" spc="-40" dirty="0">
                <a:cs typeface="Calibri"/>
              </a:rPr>
              <a:t>To_city,</a:t>
            </a:r>
            <a:r>
              <a:rPr sz="2200" spc="-4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Departure_date,</a:t>
            </a:r>
            <a:r>
              <a:rPr sz="2200" spc="-5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Return_date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must</a:t>
            </a:r>
            <a:r>
              <a:rPr sz="2200" spc="-55" dirty="0">
                <a:cs typeface="Calibri"/>
              </a:rPr>
              <a:t> </a:t>
            </a:r>
            <a:r>
              <a:rPr sz="2200" dirty="0">
                <a:cs typeface="Calibri"/>
              </a:rPr>
              <a:t>not</a:t>
            </a:r>
            <a:r>
              <a:rPr sz="2200" spc="-55" dirty="0">
                <a:cs typeface="Calibri"/>
              </a:rPr>
              <a:t> </a:t>
            </a:r>
            <a:r>
              <a:rPr sz="2200" spc="-25" dirty="0">
                <a:cs typeface="Calibri"/>
              </a:rPr>
              <a:t>be </a:t>
            </a:r>
            <a:r>
              <a:rPr sz="2200" spc="-10" dirty="0">
                <a:cs typeface="Calibri"/>
              </a:rPr>
              <a:t>null.</a:t>
            </a:r>
            <a:endParaRPr sz="2200" dirty="0">
              <a:cs typeface="Calibri"/>
            </a:endParaRPr>
          </a:p>
          <a:p>
            <a:pPr marL="240665" indent="-227965"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cs typeface="Calibri"/>
              </a:rPr>
              <a:t>Trip_id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and</a:t>
            </a:r>
            <a:r>
              <a:rPr sz="2200" spc="-50" dirty="0">
                <a:cs typeface="Calibri"/>
              </a:rPr>
              <a:t> </a:t>
            </a:r>
            <a:r>
              <a:rPr sz="2200" dirty="0">
                <a:cs typeface="Calibri"/>
              </a:rPr>
              <a:t>amount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can</a:t>
            </a:r>
            <a:r>
              <a:rPr sz="2200" spc="-30" dirty="0">
                <a:cs typeface="Calibri"/>
              </a:rPr>
              <a:t> </a:t>
            </a:r>
            <a:r>
              <a:rPr sz="2200" dirty="0">
                <a:cs typeface="Calibri"/>
              </a:rPr>
              <a:t>be</a:t>
            </a:r>
            <a:r>
              <a:rPr sz="2200" spc="-65" dirty="0">
                <a:cs typeface="Calibri"/>
              </a:rPr>
              <a:t> </a:t>
            </a:r>
            <a:r>
              <a:rPr sz="2200" dirty="0">
                <a:cs typeface="Calibri"/>
              </a:rPr>
              <a:t>upto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6</a:t>
            </a:r>
            <a:r>
              <a:rPr sz="2200" spc="-45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digits.</a:t>
            </a:r>
            <a:endParaRPr sz="2200" dirty="0">
              <a:cs typeface="Calibri"/>
            </a:endParaRPr>
          </a:p>
          <a:p>
            <a:pPr marL="240665" indent="-227965">
              <a:spcBef>
                <a:spcPts val="2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cs typeface="Calibri"/>
              </a:rPr>
              <a:t>Account</a:t>
            </a:r>
            <a:r>
              <a:rPr sz="2200" spc="-30" dirty="0">
                <a:cs typeface="Calibri"/>
              </a:rPr>
              <a:t> </a:t>
            </a:r>
            <a:r>
              <a:rPr sz="2200" dirty="0">
                <a:cs typeface="Calibri"/>
              </a:rPr>
              <a:t>#</a:t>
            </a:r>
            <a:r>
              <a:rPr sz="2200" spc="-40" dirty="0">
                <a:cs typeface="Calibri"/>
              </a:rPr>
              <a:t> </a:t>
            </a:r>
            <a:r>
              <a:rPr sz="2200" dirty="0">
                <a:cs typeface="Calibri"/>
              </a:rPr>
              <a:t>must</a:t>
            </a:r>
            <a:r>
              <a:rPr sz="2200" spc="-30" dirty="0">
                <a:cs typeface="Calibri"/>
              </a:rPr>
              <a:t> </a:t>
            </a:r>
            <a:r>
              <a:rPr sz="2200" dirty="0">
                <a:cs typeface="Calibri"/>
              </a:rPr>
              <a:t>be</a:t>
            </a:r>
            <a:r>
              <a:rPr sz="2200" spc="-35" dirty="0">
                <a:cs typeface="Calibri"/>
              </a:rPr>
              <a:t> </a:t>
            </a:r>
            <a:r>
              <a:rPr sz="2200" dirty="0">
                <a:cs typeface="Calibri"/>
              </a:rPr>
              <a:t>of</a:t>
            </a:r>
            <a:r>
              <a:rPr sz="2200" spc="-30" dirty="0">
                <a:cs typeface="Calibri"/>
              </a:rPr>
              <a:t> </a:t>
            </a:r>
            <a:r>
              <a:rPr sz="2200" dirty="0">
                <a:cs typeface="Calibri"/>
              </a:rPr>
              <a:t>14</a:t>
            </a:r>
            <a:r>
              <a:rPr sz="2200" spc="-40" dirty="0">
                <a:cs typeface="Calibri"/>
              </a:rPr>
              <a:t> </a:t>
            </a:r>
            <a:r>
              <a:rPr sz="2200" spc="-10" dirty="0">
                <a:cs typeface="Calibri"/>
              </a:rPr>
              <a:t>digits.</a:t>
            </a:r>
            <a:endParaRPr sz="2200" dirty="0"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392" y="399638"/>
            <a:ext cx="11237720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dirty="0">
                <a:solidFill>
                  <a:schemeClr val="tx1"/>
                </a:solidFill>
              </a:rPr>
              <a:t>Basic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Queries: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SELECT- </a:t>
            </a:r>
            <a:r>
              <a:rPr b="1" spc="-60" dirty="0">
                <a:solidFill>
                  <a:schemeClr val="tx1"/>
                </a:solidFill>
              </a:rPr>
              <a:t>FROM-</a:t>
            </a:r>
            <a:r>
              <a:rPr b="1" spc="-20" dirty="0">
                <a:solidFill>
                  <a:schemeClr val="tx1"/>
                </a:solidFill>
              </a:rPr>
              <a:t>WHERE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840841"/>
            <a:ext cx="10169496" cy="3825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8255">
              <a:lnSpc>
                <a:spcPct val="107900"/>
              </a:lnSpc>
              <a:spcBef>
                <a:spcPts val="100"/>
              </a:spcBef>
            </a:pPr>
            <a:r>
              <a:rPr sz="2400" dirty="0">
                <a:cs typeface="Calibri"/>
              </a:rPr>
              <a:t>SELECT</a:t>
            </a:r>
            <a:r>
              <a:rPr sz="2400" spc="-7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&lt;attribute</a:t>
            </a:r>
            <a:r>
              <a:rPr sz="2400" spc="-6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list&gt; </a:t>
            </a:r>
            <a:r>
              <a:rPr sz="2400" dirty="0">
                <a:cs typeface="Calibri"/>
              </a:rPr>
              <a:t>FROM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&lt;table</a:t>
            </a:r>
            <a:r>
              <a:rPr sz="2400" spc="-5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list&gt; </a:t>
            </a:r>
            <a:r>
              <a:rPr sz="2400" dirty="0">
                <a:cs typeface="Calibri"/>
              </a:rPr>
              <a:t>WHERE</a:t>
            </a:r>
            <a:r>
              <a:rPr sz="2400" spc="-4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&lt;condition&gt;; </a:t>
            </a:r>
            <a:r>
              <a:rPr sz="2400" b="1" spc="-25" dirty="0">
                <a:cs typeface="Calibri"/>
              </a:rPr>
              <a:t>OR</a:t>
            </a:r>
            <a:endParaRPr lang="en-US" sz="2400" b="1" spc="-25" dirty="0">
              <a:cs typeface="Calibri"/>
            </a:endParaRPr>
          </a:p>
          <a:p>
            <a:pPr marL="12700" marR="5088255">
              <a:lnSpc>
                <a:spcPct val="107900"/>
              </a:lnSpc>
              <a:spcBef>
                <a:spcPts val="100"/>
              </a:spcBef>
            </a:pPr>
            <a:endParaRPr sz="2400" dirty="0">
              <a:cs typeface="Calibri"/>
            </a:endParaRPr>
          </a:p>
          <a:p>
            <a:pPr marL="12700">
              <a:spcBef>
                <a:spcPts val="204"/>
              </a:spcBef>
            </a:pPr>
            <a:r>
              <a:rPr sz="2400" dirty="0">
                <a:cs typeface="Calibri"/>
              </a:rPr>
              <a:t>SELECT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&lt;column1&gt;,</a:t>
            </a:r>
            <a:r>
              <a:rPr sz="2400" spc="-4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&lt;column2&gt;…..&lt;column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n&gt;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FROM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&lt;table1&gt;;</a:t>
            </a:r>
            <a:endParaRPr sz="2400" dirty="0">
              <a:cs typeface="Calibri"/>
            </a:endParaRPr>
          </a:p>
          <a:p>
            <a:pPr marL="240665" indent="-227965"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400" spc="-10" dirty="0">
                <a:cs typeface="Calibri"/>
              </a:rPr>
              <a:t>W</a:t>
            </a:r>
            <a:r>
              <a:rPr sz="2400" spc="-10" dirty="0">
                <a:cs typeface="Calibri"/>
              </a:rPr>
              <a:t>here</a:t>
            </a:r>
            <a:endParaRPr lang="en-US" sz="2400" spc="-10" dirty="0">
              <a:cs typeface="Calibri"/>
            </a:endParaRPr>
          </a:p>
          <a:p>
            <a:pPr marL="240665" indent="-227965"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cs typeface="Calibri"/>
              </a:rPr>
              <a:t>&lt;attribute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list&gt;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list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attribute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names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whose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values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are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5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be </a:t>
            </a:r>
            <a:r>
              <a:rPr sz="2400" spc="-10" dirty="0">
                <a:cs typeface="Calibri"/>
              </a:rPr>
              <a:t>retrieved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by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query.</a:t>
            </a:r>
            <a:endParaRPr sz="2400" dirty="0">
              <a:cs typeface="Calibri"/>
            </a:endParaRPr>
          </a:p>
          <a:p>
            <a:pPr marL="241300" marR="129539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&lt;table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list&gt;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list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relation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names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required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process</a:t>
            </a:r>
            <a:r>
              <a:rPr sz="2400" spc="-4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the </a:t>
            </a:r>
            <a:r>
              <a:rPr sz="2400" spc="-10" dirty="0">
                <a:cs typeface="Calibri"/>
              </a:rPr>
              <a:t>query.</a:t>
            </a:r>
            <a:endParaRPr sz="2400" dirty="0">
              <a:cs typeface="Calibri"/>
            </a:endParaRPr>
          </a:p>
          <a:p>
            <a:pPr marL="241300" marR="207010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&lt;condition&gt;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conditional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(Boolean)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expression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that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identifies </a:t>
            </a:r>
            <a:r>
              <a:rPr sz="2400" dirty="0">
                <a:cs typeface="Calibri"/>
              </a:rPr>
              <a:t>the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tuples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be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retrieved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by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query.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963" y="426458"/>
            <a:ext cx="11024074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dirty="0">
                <a:solidFill>
                  <a:schemeClr val="tx1"/>
                </a:solidFill>
              </a:rPr>
              <a:t>Basic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Queries: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SELECT- </a:t>
            </a:r>
            <a:r>
              <a:rPr b="1" spc="-60" dirty="0">
                <a:solidFill>
                  <a:schemeClr val="tx1"/>
                </a:solidFill>
              </a:rPr>
              <a:t>FROM-</a:t>
            </a:r>
            <a:r>
              <a:rPr b="1" spc="-20" dirty="0">
                <a:solidFill>
                  <a:schemeClr val="tx1"/>
                </a:solidFill>
              </a:rPr>
              <a:t>WHERE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4055" y="1937029"/>
            <a:ext cx="9014723" cy="12599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/>
              <a:t>Logical comparison operators in SQL</a:t>
            </a:r>
          </a:p>
          <a:p>
            <a:pPr marL="469900">
              <a:spcBef>
                <a:spcPts val="245"/>
              </a:spcBef>
            </a:pPr>
            <a:r>
              <a:rPr sz="2400" dirty="0"/>
              <a:t>• =, &lt;, &lt;=, &gt;, &gt;=, and &lt;&gt;</a:t>
            </a:r>
          </a:p>
          <a:p>
            <a:pPr marL="240029" indent="-227329"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/>
              <a:t>Sample Query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686" y="3510047"/>
            <a:ext cx="6718027" cy="12881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4240" y="5107829"/>
            <a:ext cx="4481010" cy="9371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480" y="407252"/>
            <a:ext cx="10827522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35" dirty="0">
                <a:solidFill>
                  <a:schemeClr val="tx1"/>
                </a:solidFill>
              </a:rPr>
              <a:t>Unspecified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WHERE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Clause</a:t>
            </a:r>
            <a:r>
              <a:rPr b="1" spc="-16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and </a:t>
            </a:r>
            <a:r>
              <a:rPr b="1" dirty="0">
                <a:solidFill>
                  <a:schemeClr val="tx1"/>
                </a:solidFill>
              </a:rPr>
              <a:t>Use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Asterisk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855" y="1793189"/>
            <a:ext cx="10272044" cy="222971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126364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  <a:tab pos="3646804" algn="l"/>
              </a:tabLst>
            </a:pPr>
            <a:r>
              <a:rPr sz="2400" dirty="0"/>
              <a:t>Missing WHERE clause</a:t>
            </a:r>
            <a:r>
              <a:rPr lang="en-US" sz="2400" dirty="0"/>
              <a:t> </a:t>
            </a:r>
            <a:r>
              <a:rPr sz="2400" dirty="0"/>
              <a:t>Indicates no condition on tuple selection, all the tuples are qualified for projection.</a:t>
            </a:r>
            <a:endParaRPr lang="en-US" sz="2400" dirty="0"/>
          </a:p>
          <a:p>
            <a:pPr marL="12700" marR="126364">
              <a:lnSpc>
                <a:spcPct val="90000"/>
              </a:lnSpc>
              <a:spcBef>
                <a:spcPts val="434"/>
              </a:spcBef>
              <a:tabLst>
                <a:tab pos="241300" algn="l"/>
                <a:tab pos="3646804" algn="l"/>
              </a:tabLst>
            </a:pPr>
            <a:endParaRPr sz="2400" dirty="0"/>
          </a:p>
          <a:p>
            <a:pPr marL="240029" marR="508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/>
              <a:t>If more than one relation is specified in the FROM clause and there is no WHERE clause, then the CROSS PRODUCT—all possible tuple 	combinations—of these relations is selected.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516" y="515767"/>
            <a:ext cx="7030085" cy="17196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8188" y="2615014"/>
            <a:ext cx="2518413" cy="29323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5883" y="515767"/>
            <a:ext cx="3670941" cy="523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767" y="376578"/>
            <a:ext cx="9238003" cy="1297406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b="1" spc="-35" dirty="0">
                <a:solidFill>
                  <a:schemeClr val="tx1"/>
                </a:solidFill>
              </a:rPr>
              <a:t>Unspecified</a:t>
            </a:r>
            <a:r>
              <a:rPr b="1" spc="-204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WHERE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Clause</a:t>
            </a:r>
          </a:p>
          <a:p>
            <a:pPr marL="12700">
              <a:lnSpc>
                <a:spcPts val="5015"/>
              </a:lnSpc>
            </a:pP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Use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Asterisk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69" y="1793189"/>
            <a:ext cx="9913122" cy="81541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/>
              <a:t>Specify an asterisk (*) to retrieve all the attribute 	values of the selected tuples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767" y="2922917"/>
            <a:ext cx="6512676" cy="2555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3097" y="2261118"/>
            <a:ext cx="5915737" cy="17041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491" y="889445"/>
            <a:ext cx="11282978" cy="656846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I</a:t>
            </a:r>
            <a:r>
              <a:rPr b="1" spc="-55" dirty="0">
                <a:solidFill>
                  <a:schemeClr val="tx1"/>
                </a:solidFill>
              </a:rPr>
              <a:t>N</a:t>
            </a:r>
            <a:r>
              <a:rPr b="1" spc="-35" dirty="0">
                <a:solidFill>
                  <a:schemeClr val="tx1"/>
                </a:solidFill>
              </a:rPr>
              <a:t>S</a:t>
            </a:r>
            <a:r>
              <a:rPr b="1" spc="-40" dirty="0">
                <a:solidFill>
                  <a:schemeClr val="tx1"/>
                </a:solidFill>
              </a:rPr>
              <a:t>E</a:t>
            </a:r>
            <a:r>
              <a:rPr b="1" spc="-85" dirty="0">
                <a:solidFill>
                  <a:schemeClr val="tx1"/>
                </a:solidFill>
              </a:rPr>
              <a:t>R</a:t>
            </a:r>
            <a:r>
              <a:rPr b="1" spc="-505" dirty="0">
                <a:solidFill>
                  <a:schemeClr val="tx1"/>
                </a:solidFill>
              </a:rPr>
              <a:t>T</a:t>
            </a:r>
            <a:r>
              <a:rPr b="1" spc="5" dirty="0">
                <a:solidFill>
                  <a:schemeClr val="tx1"/>
                </a:solidFill>
              </a:rPr>
              <a:t>,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DELETE,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75" dirty="0">
                <a:solidFill>
                  <a:schemeClr val="tx1"/>
                </a:solidFill>
              </a:rPr>
              <a:t>UPDATE</a:t>
            </a:r>
            <a:r>
              <a:rPr lang="en-US" b="1" spc="-7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Statements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</a:t>
            </a:r>
            <a:r>
              <a:rPr b="1" spc="-14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404" y="1793190"/>
            <a:ext cx="10442959" cy="317202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65468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/>
              <a:t>INSERT: used to add a single tuple (row) to a relation (table).</a:t>
            </a:r>
            <a:endParaRPr lang="en-US" sz="2400" dirty="0"/>
          </a:p>
          <a:p>
            <a:pPr marL="12700" marR="654685">
              <a:lnSpc>
                <a:spcPts val="3030"/>
              </a:lnSpc>
              <a:spcBef>
                <a:spcPts val="475"/>
              </a:spcBef>
              <a:tabLst>
                <a:tab pos="241300" algn="l"/>
              </a:tabLst>
            </a:pPr>
            <a:endParaRPr sz="2400" dirty="0"/>
          </a:p>
          <a:p>
            <a:pPr marL="240029" indent="-227329"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chemeClr val="accent2"/>
                </a:solidFill>
              </a:rPr>
              <a:t>INSERT INTO Syntax:</a:t>
            </a:r>
          </a:p>
          <a:p>
            <a:pPr marL="767080" lvl="1" indent="-297180">
              <a:lnSpc>
                <a:spcPts val="2735"/>
              </a:lnSpc>
              <a:spcBef>
                <a:spcPts val="234"/>
              </a:spcBef>
              <a:buAutoNum type="arabicPeriod"/>
              <a:tabLst>
                <a:tab pos="767080" algn="l"/>
              </a:tabLst>
            </a:pPr>
            <a:r>
              <a:rPr sz="2400" b="1" dirty="0">
                <a:solidFill>
                  <a:schemeClr val="accent2"/>
                </a:solidFill>
              </a:rPr>
              <a:t>INSERT INTO table_name (col1,col2,col3,……)VALUES</a:t>
            </a:r>
          </a:p>
          <a:p>
            <a:pPr marL="469900">
              <a:lnSpc>
                <a:spcPts val="2735"/>
              </a:lnSpc>
            </a:pPr>
            <a:r>
              <a:rPr sz="2400" b="1" dirty="0">
                <a:solidFill>
                  <a:schemeClr val="accent2"/>
                </a:solidFill>
              </a:rPr>
              <a:t>(value1, value2, value3, ...);</a:t>
            </a:r>
          </a:p>
          <a:p>
            <a:pPr>
              <a:spcBef>
                <a:spcPts val="380"/>
              </a:spcBef>
            </a:pPr>
            <a:endParaRPr sz="2400" b="1" dirty="0">
              <a:solidFill>
                <a:schemeClr val="accent2"/>
              </a:solidFill>
            </a:endParaRPr>
          </a:p>
          <a:p>
            <a:pPr marL="767080" lvl="1" indent="-297180">
              <a:lnSpc>
                <a:spcPts val="2735"/>
              </a:lnSpc>
              <a:buAutoNum type="arabicPeriod" startAt="2"/>
              <a:tabLst>
                <a:tab pos="767080" algn="l"/>
              </a:tabLst>
            </a:pPr>
            <a:r>
              <a:rPr sz="2400" b="1" dirty="0">
                <a:solidFill>
                  <a:schemeClr val="accent2"/>
                </a:solidFill>
              </a:rPr>
              <a:t>INSERT INTO table_name VALUES (value1, value2,</a:t>
            </a:r>
          </a:p>
          <a:p>
            <a:pPr marL="469900">
              <a:lnSpc>
                <a:spcPts val="2735"/>
              </a:lnSpc>
            </a:pPr>
            <a:r>
              <a:rPr sz="2400" b="1" dirty="0">
                <a:solidFill>
                  <a:schemeClr val="accent2"/>
                </a:solidFill>
              </a:rPr>
              <a:t>value3, ...);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8912" y="205900"/>
            <a:ext cx="4581313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solidFill>
                  <a:schemeClr val="tx1"/>
                </a:solidFill>
              </a:rPr>
              <a:t>Demo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Database</a:t>
            </a:r>
            <a:endParaRPr b="1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126145"/>
              </p:ext>
            </p:extLst>
          </p:nvPr>
        </p:nvGraphicFramePr>
        <p:xfrm>
          <a:off x="546931" y="1247686"/>
          <a:ext cx="10724972" cy="34553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6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1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5873">
                <a:tc>
                  <a:txBody>
                    <a:bodyPr/>
                    <a:lstStyle/>
                    <a:p>
                      <a:pPr marL="99060" marR="69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Customer </a:t>
                      </a:r>
                      <a:r>
                        <a:rPr sz="1800" spc="-25" dirty="0"/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 marR="1346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CustomerNam </a:t>
                      </a:r>
                      <a:r>
                        <a:rPr sz="1800" spc="-50" dirty="0"/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 marR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ContactNam </a:t>
                      </a:r>
                      <a:r>
                        <a:rPr sz="1800" spc="-50" dirty="0"/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Address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/>
                        <a:t>City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PostalCode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Country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739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/>
                        <a:t>89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/>
                        <a:t>White</a:t>
                      </a:r>
                      <a:r>
                        <a:rPr sz="1800" spc="-30" dirty="0"/>
                        <a:t> </a:t>
                      </a:r>
                      <a:r>
                        <a:rPr sz="1800" spc="-10" dirty="0"/>
                        <a:t>Clover</a:t>
                      </a:r>
                      <a:endParaRPr sz="1800"/>
                    </a:p>
                    <a:p>
                      <a:pPr marL="495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/>
                        <a:t>Markets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/>
                        <a:t>Karl</a:t>
                      </a:r>
                      <a:endParaRPr sz="1800" dirty="0"/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/>
                        <a:t>Jablonski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/>
                        <a:t>305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-</a:t>
                      </a:r>
                      <a:r>
                        <a:rPr sz="1800" spc="5" dirty="0"/>
                        <a:t> </a:t>
                      </a:r>
                      <a:r>
                        <a:rPr sz="1800" spc="-20" dirty="0"/>
                        <a:t>14th</a:t>
                      </a:r>
                      <a:endParaRPr sz="1800"/>
                    </a:p>
                    <a:p>
                      <a:pPr marL="50165" marR="1181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/>
                        <a:t>Ave.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S.</a:t>
                      </a:r>
                      <a:r>
                        <a:rPr sz="1800" spc="-35" dirty="0"/>
                        <a:t> </a:t>
                      </a:r>
                      <a:r>
                        <a:rPr sz="1800" spc="-20" dirty="0"/>
                        <a:t>Suite </a:t>
                      </a:r>
                      <a:r>
                        <a:rPr sz="1800" spc="-25" dirty="0"/>
                        <a:t>3B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Seattle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/>
                        <a:t>98128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/>
                        <a:t>USA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383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/>
                        <a:t>90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/>
                        <a:t>Wilman</a:t>
                      </a:r>
                      <a:r>
                        <a:rPr sz="1800" spc="-45" dirty="0"/>
                        <a:t> </a:t>
                      </a:r>
                      <a:r>
                        <a:rPr sz="1800" spc="-20" dirty="0"/>
                        <a:t>Kala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165" marR="3181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Matti </a:t>
                      </a:r>
                      <a:r>
                        <a:rPr sz="1800" spc="-20" dirty="0"/>
                        <a:t>Karttunen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165" marR="2152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/>
                        <a:t>Keskuskatu </a:t>
                      </a:r>
                      <a:r>
                        <a:rPr sz="1800" spc="-25" dirty="0"/>
                        <a:t>45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Helsinki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21240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Finland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383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/>
                        <a:t>91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Wolski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Zbyszek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165" marR="215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/>
                        <a:t>ul.</a:t>
                      </a:r>
                      <a:r>
                        <a:rPr sz="1800" spc="-25" dirty="0"/>
                        <a:t> </a:t>
                      </a:r>
                      <a:r>
                        <a:rPr sz="1800" spc="-20" dirty="0"/>
                        <a:t>Filtrowa </a:t>
                      </a:r>
                      <a:r>
                        <a:rPr sz="1800" spc="-25" dirty="0"/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Walla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01-</a:t>
                      </a:r>
                      <a:r>
                        <a:rPr sz="1800" spc="-25" dirty="0"/>
                        <a:t>012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/>
                        <a:t>Poland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2012" y="5155732"/>
            <a:ext cx="1141718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>
                <a:cs typeface="Calibri"/>
              </a:rPr>
              <a:t>INSERT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Customers</a:t>
            </a:r>
            <a:r>
              <a:rPr sz="2400" spc="-4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(CustomerName,</a:t>
            </a:r>
            <a:r>
              <a:rPr sz="2400" spc="-4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ContactName,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Address,</a:t>
            </a:r>
            <a:r>
              <a:rPr sz="2400" spc="-4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City,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PostalCode, Country)</a:t>
            </a:r>
            <a:endParaRPr sz="2400" dirty="0">
              <a:cs typeface="Calibri"/>
            </a:endParaRPr>
          </a:p>
          <a:p>
            <a:pPr marL="12700"/>
            <a:r>
              <a:rPr sz="2400" spc="-20" dirty="0">
                <a:cs typeface="Calibri"/>
              </a:rPr>
              <a:t>VALUES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('Cardinal',</a:t>
            </a:r>
            <a:r>
              <a:rPr sz="2400" spc="-30" dirty="0">
                <a:cs typeface="Calibri"/>
              </a:rPr>
              <a:t> 'Tom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B.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Erichsen',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'Skagen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21',</a:t>
            </a:r>
            <a:r>
              <a:rPr sz="2400" spc="-4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'Stavanger',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'4006',</a:t>
            </a:r>
            <a:r>
              <a:rPr sz="2400" spc="-5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'Norway');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555" y="336662"/>
            <a:ext cx="496401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Query</a:t>
            </a:r>
            <a:r>
              <a:rPr b="1" spc="-254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Result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592400"/>
              </p:ext>
            </p:extLst>
          </p:nvPr>
        </p:nvGraphicFramePr>
        <p:xfrm>
          <a:off x="1136591" y="1358780"/>
          <a:ext cx="10135313" cy="47864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7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1069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Customer</a:t>
                      </a:r>
                      <a:endParaRPr sz="2000" dirty="0"/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2000" spc="-25" dirty="0"/>
                        <a:t>ID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Customer</a:t>
                      </a:r>
                      <a:endParaRPr sz="2000"/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2000" spc="-20" dirty="0"/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ContactNa</a:t>
                      </a:r>
                      <a:endParaRPr sz="2000"/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sz="2000" spc="-25" dirty="0"/>
                        <a:t>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Address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/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PostalCod</a:t>
                      </a:r>
                      <a:endParaRPr sz="2000"/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2000" spc="-50" dirty="0"/>
                        <a:t>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Country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11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/>
                        <a:t>89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 marR="2997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White Clover </a:t>
                      </a:r>
                      <a:r>
                        <a:rPr sz="2000" spc="-25" dirty="0"/>
                        <a:t>Markets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/>
                        <a:t>Karl</a:t>
                      </a:r>
                      <a:endParaRPr sz="2000"/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sz="2000" spc="-10" dirty="0"/>
                        <a:t>Jablonski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305</a:t>
                      </a:r>
                      <a:r>
                        <a:rPr sz="2000" spc="-15" dirty="0"/>
                        <a:t> </a:t>
                      </a:r>
                      <a:r>
                        <a:rPr sz="2000" dirty="0"/>
                        <a:t>-</a:t>
                      </a:r>
                      <a:r>
                        <a:rPr sz="2000" spc="-10" dirty="0"/>
                        <a:t> </a:t>
                      </a:r>
                      <a:r>
                        <a:rPr sz="2000" spc="-20" dirty="0"/>
                        <a:t>14th</a:t>
                      </a:r>
                      <a:endParaRPr sz="2000"/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2000" dirty="0"/>
                        <a:t>Ave.</a:t>
                      </a:r>
                      <a:r>
                        <a:rPr sz="2000" spc="-85" dirty="0"/>
                        <a:t> </a:t>
                      </a:r>
                      <a:r>
                        <a:rPr sz="2000" spc="-25" dirty="0"/>
                        <a:t>S.</a:t>
                      </a:r>
                      <a:endParaRPr sz="2000"/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2000" dirty="0"/>
                        <a:t>Suite</a:t>
                      </a:r>
                      <a:r>
                        <a:rPr sz="2000" spc="-75" dirty="0"/>
                        <a:t> </a:t>
                      </a:r>
                      <a:r>
                        <a:rPr sz="2000" spc="-25" dirty="0"/>
                        <a:t>3B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Seattle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98128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/>
                        <a:t>USA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811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/>
                        <a:t>90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Wilman</a:t>
                      </a:r>
                      <a:endParaRPr sz="2000"/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/>
                        <a:t>Kala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Matti</a:t>
                      </a:r>
                      <a:endParaRPr sz="2000"/>
                    </a:p>
                    <a:p>
                      <a:pPr marL="495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/>
                        <a:t>Karttunen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Keskuskat</a:t>
                      </a:r>
                      <a:endParaRPr sz="2000"/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/>
                        <a:t>u </a:t>
                      </a:r>
                      <a:r>
                        <a:rPr sz="2000" spc="-25" dirty="0"/>
                        <a:t>45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Helsinki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21240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Finland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811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/>
                        <a:t>91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Wolski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Zbyszek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 marR="3105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/>
                        <a:t>ul. </a:t>
                      </a:r>
                      <a:r>
                        <a:rPr sz="2000" spc="-20" dirty="0"/>
                        <a:t>Filtrowa </a:t>
                      </a:r>
                      <a:r>
                        <a:rPr sz="2000" spc="-25" dirty="0"/>
                        <a:t>68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Walla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01-</a:t>
                      </a:r>
                      <a:r>
                        <a:rPr sz="2000" spc="-25" dirty="0"/>
                        <a:t>012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Poland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069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/>
                        <a:t>92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Cardinal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 marR="2730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40" dirty="0"/>
                        <a:t>Tom</a:t>
                      </a:r>
                      <a:r>
                        <a:rPr sz="2000" spc="-65" dirty="0"/>
                        <a:t> </a:t>
                      </a:r>
                      <a:r>
                        <a:rPr sz="2000" spc="-25" dirty="0"/>
                        <a:t>B. </a:t>
                      </a:r>
                      <a:r>
                        <a:rPr sz="2000" spc="-10" dirty="0"/>
                        <a:t>Erichsen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/>
                        <a:t>Skagen</a:t>
                      </a:r>
                      <a:r>
                        <a:rPr sz="2000" spc="-80" dirty="0"/>
                        <a:t> </a:t>
                      </a:r>
                      <a:r>
                        <a:rPr sz="2000" spc="-25" dirty="0"/>
                        <a:t>21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Stavanger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/>
                        <a:t>4006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/>
                        <a:t>Norway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9679" y="1089099"/>
            <a:ext cx="9528562" cy="656846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204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INSERT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INTO</a:t>
            </a:r>
            <a:r>
              <a:rPr b="1" spc="-21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SELECT</a:t>
            </a:r>
            <a:r>
              <a:rPr lang="en-US" b="1" spc="-1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9679" y="1745945"/>
            <a:ext cx="10203678" cy="4144661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0029" marR="87630" indent="-227329">
              <a:lnSpc>
                <a:spcPct val="7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The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INSERT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SELECT</a:t>
            </a:r>
            <a:r>
              <a:rPr sz="2400" spc="-6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statement</a:t>
            </a:r>
            <a:r>
              <a:rPr sz="2400" spc="-95" dirty="0">
                <a:cs typeface="Calibri"/>
              </a:rPr>
              <a:t> </a:t>
            </a:r>
            <a:r>
              <a:rPr sz="2400" dirty="0">
                <a:cs typeface="Calibri"/>
              </a:rPr>
              <a:t>copies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data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from</a:t>
            </a:r>
            <a:r>
              <a:rPr sz="2400" spc="-6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one 	</a:t>
            </a:r>
            <a:r>
              <a:rPr sz="2400" dirty="0">
                <a:cs typeface="Calibri"/>
              </a:rPr>
              <a:t>table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inserts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it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another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table.</a:t>
            </a:r>
            <a:endParaRPr sz="2400" dirty="0">
              <a:cs typeface="Calibri"/>
            </a:endParaRPr>
          </a:p>
          <a:p>
            <a:pPr marL="240029" marR="5080" indent="-227329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The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INSERT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SELECT</a:t>
            </a:r>
            <a:r>
              <a:rPr sz="2400" spc="-6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statement</a:t>
            </a:r>
            <a:r>
              <a:rPr sz="2400" spc="-8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requires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that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data </a:t>
            </a:r>
            <a:r>
              <a:rPr sz="2400" dirty="0">
                <a:cs typeface="Calibri"/>
              </a:rPr>
              <a:t>types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source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6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target</a:t>
            </a:r>
            <a:r>
              <a:rPr sz="2400" spc="-90" dirty="0">
                <a:cs typeface="Calibri"/>
              </a:rPr>
              <a:t> </a:t>
            </a:r>
            <a:r>
              <a:rPr sz="2400" dirty="0">
                <a:cs typeface="Calibri"/>
              </a:rPr>
              <a:t>tables</a:t>
            </a:r>
            <a:r>
              <a:rPr sz="2400" spc="-7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matches.</a:t>
            </a:r>
            <a:endParaRPr lang="en-US" sz="2400" spc="-10" dirty="0"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00"/>
              </a:spcBef>
              <a:tabLst>
                <a:tab pos="241300" algn="l"/>
              </a:tabLst>
            </a:pPr>
            <a:endParaRPr sz="2400" dirty="0">
              <a:cs typeface="Calibri"/>
            </a:endParaRPr>
          </a:p>
          <a:p>
            <a:pPr marL="240029" indent="-227329">
              <a:lnSpc>
                <a:spcPts val="2770"/>
              </a:lnSpc>
              <a:spcBef>
                <a:spcPts val="1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cs typeface="Calibri"/>
              </a:rPr>
              <a:t>Copy</a:t>
            </a:r>
            <a:r>
              <a:rPr sz="2400" b="1" spc="-45" dirty="0">
                <a:cs typeface="Calibri"/>
              </a:rPr>
              <a:t> </a:t>
            </a:r>
            <a:r>
              <a:rPr sz="2400" b="1" dirty="0">
                <a:cs typeface="Calibri"/>
              </a:rPr>
              <a:t>all</a:t>
            </a:r>
            <a:r>
              <a:rPr sz="2400" b="1" spc="-35" dirty="0">
                <a:cs typeface="Calibri"/>
              </a:rPr>
              <a:t> </a:t>
            </a:r>
            <a:r>
              <a:rPr sz="2400" b="1" dirty="0">
                <a:cs typeface="Calibri"/>
              </a:rPr>
              <a:t>columns</a:t>
            </a:r>
            <a:r>
              <a:rPr sz="2400" b="1" spc="-45" dirty="0">
                <a:cs typeface="Calibri"/>
              </a:rPr>
              <a:t> </a:t>
            </a:r>
            <a:r>
              <a:rPr sz="2400" b="1" dirty="0">
                <a:cs typeface="Calibri"/>
              </a:rPr>
              <a:t>from</a:t>
            </a:r>
            <a:r>
              <a:rPr sz="2400" b="1" spc="-50" dirty="0">
                <a:cs typeface="Calibri"/>
              </a:rPr>
              <a:t> </a:t>
            </a:r>
            <a:r>
              <a:rPr sz="2400" b="1" dirty="0">
                <a:cs typeface="Calibri"/>
              </a:rPr>
              <a:t>one</a:t>
            </a:r>
            <a:r>
              <a:rPr sz="2400" b="1" spc="-35" dirty="0">
                <a:cs typeface="Calibri"/>
              </a:rPr>
              <a:t> </a:t>
            </a:r>
            <a:r>
              <a:rPr sz="2400" b="1" dirty="0">
                <a:cs typeface="Calibri"/>
              </a:rPr>
              <a:t>table</a:t>
            </a:r>
            <a:r>
              <a:rPr sz="2400" b="1" spc="-20" dirty="0">
                <a:cs typeface="Calibri"/>
              </a:rPr>
              <a:t> </a:t>
            </a:r>
            <a:r>
              <a:rPr sz="2400" b="1" dirty="0">
                <a:cs typeface="Calibri"/>
              </a:rPr>
              <a:t>to</a:t>
            </a:r>
            <a:r>
              <a:rPr sz="2400" b="1" spc="-45" dirty="0">
                <a:cs typeface="Calibri"/>
              </a:rPr>
              <a:t> </a:t>
            </a:r>
            <a:r>
              <a:rPr sz="2400" b="1" dirty="0">
                <a:cs typeface="Calibri"/>
              </a:rPr>
              <a:t>another</a:t>
            </a:r>
            <a:r>
              <a:rPr sz="2400" b="1" spc="-20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table:</a:t>
            </a:r>
            <a:endParaRPr sz="2400" dirty="0">
              <a:cs typeface="Calibri"/>
            </a:endParaRPr>
          </a:p>
          <a:p>
            <a:pPr marL="469900" marR="4580890">
              <a:lnSpc>
                <a:spcPts val="2180"/>
              </a:lnSpc>
              <a:spcBef>
                <a:spcPts val="145"/>
              </a:spcBef>
            </a:pPr>
            <a:r>
              <a:rPr sz="2400" dirty="0">
                <a:cs typeface="Calibri"/>
              </a:rPr>
              <a:t>INSERT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7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table2 </a:t>
            </a:r>
            <a:r>
              <a:rPr sz="2400" dirty="0">
                <a:cs typeface="Calibri"/>
              </a:rPr>
              <a:t>SELECT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*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FROM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table1 </a:t>
            </a:r>
            <a:r>
              <a:rPr sz="2400" dirty="0">
                <a:cs typeface="Calibri"/>
              </a:rPr>
              <a:t>WHERE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condition;</a:t>
            </a:r>
            <a:endParaRPr sz="2400" dirty="0">
              <a:cs typeface="Calibri"/>
            </a:endParaRPr>
          </a:p>
          <a:p>
            <a:pPr marL="240029" marR="407034" indent="-227329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cs typeface="Calibri"/>
              </a:rPr>
              <a:t>Copy</a:t>
            </a:r>
            <a:r>
              <a:rPr sz="2400" b="1" spc="-50" dirty="0">
                <a:cs typeface="Calibri"/>
              </a:rPr>
              <a:t> </a:t>
            </a:r>
            <a:r>
              <a:rPr sz="2400" b="1" dirty="0">
                <a:cs typeface="Calibri"/>
              </a:rPr>
              <a:t>only</a:t>
            </a:r>
            <a:r>
              <a:rPr sz="2400" b="1" spc="-50" dirty="0">
                <a:cs typeface="Calibri"/>
              </a:rPr>
              <a:t> </a:t>
            </a:r>
            <a:r>
              <a:rPr sz="2400" b="1" dirty="0">
                <a:cs typeface="Calibri"/>
              </a:rPr>
              <a:t>some</a:t>
            </a:r>
            <a:r>
              <a:rPr sz="2400" b="1" spc="-45" dirty="0">
                <a:cs typeface="Calibri"/>
              </a:rPr>
              <a:t> </a:t>
            </a:r>
            <a:r>
              <a:rPr sz="2400" b="1" dirty="0">
                <a:cs typeface="Calibri"/>
              </a:rPr>
              <a:t>columns</a:t>
            </a:r>
            <a:r>
              <a:rPr sz="2400" b="1" spc="-45" dirty="0">
                <a:cs typeface="Calibri"/>
              </a:rPr>
              <a:t> </a:t>
            </a:r>
            <a:r>
              <a:rPr sz="2400" b="1" dirty="0">
                <a:cs typeface="Calibri"/>
              </a:rPr>
              <a:t>from</a:t>
            </a:r>
            <a:r>
              <a:rPr sz="2400" b="1" spc="-50" dirty="0">
                <a:cs typeface="Calibri"/>
              </a:rPr>
              <a:t> </a:t>
            </a:r>
            <a:r>
              <a:rPr sz="2400" b="1" dirty="0">
                <a:cs typeface="Calibri"/>
              </a:rPr>
              <a:t>one</a:t>
            </a:r>
            <a:r>
              <a:rPr sz="2400" b="1" spc="-50" dirty="0">
                <a:cs typeface="Calibri"/>
              </a:rPr>
              <a:t> </a:t>
            </a:r>
            <a:r>
              <a:rPr sz="2400" b="1" dirty="0">
                <a:cs typeface="Calibri"/>
              </a:rPr>
              <a:t>table</a:t>
            </a:r>
            <a:r>
              <a:rPr sz="2400" b="1" spc="-25" dirty="0">
                <a:cs typeface="Calibri"/>
              </a:rPr>
              <a:t> </a:t>
            </a:r>
            <a:r>
              <a:rPr sz="2400" b="1" dirty="0">
                <a:cs typeface="Calibri"/>
              </a:rPr>
              <a:t>into</a:t>
            </a:r>
            <a:r>
              <a:rPr sz="2400" b="1" spc="-3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another table:</a:t>
            </a:r>
            <a:endParaRPr sz="2400" dirty="0">
              <a:cs typeface="Calibri"/>
            </a:endParaRPr>
          </a:p>
          <a:p>
            <a:pPr marL="469900" marR="1437640">
              <a:lnSpc>
                <a:spcPts val="2170"/>
              </a:lnSpc>
              <a:spcBef>
                <a:spcPts val="55"/>
              </a:spcBef>
            </a:pPr>
            <a:r>
              <a:rPr sz="2400" dirty="0">
                <a:cs typeface="Calibri"/>
              </a:rPr>
              <a:t>INSERT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table2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(column1,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column2,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column3,</a:t>
            </a:r>
            <a:r>
              <a:rPr sz="2400" spc="-7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...) </a:t>
            </a:r>
            <a:r>
              <a:rPr sz="2400" dirty="0">
                <a:cs typeface="Calibri"/>
              </a:rPr>
              <a:t>SELECT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column1,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column2,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column3,</a:t>
            </a:r>
            <a:r>
              <a:rPr sz="2400" spc="-4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...</a:t>
            </a:r>
            <a:endParaRPr sz="2400" dirty="0">
              <a:cs typeface="Calibri"/>
            </a:endParaRPr>
          </a:p>
          <a:p>
            <a:pPr marL="469900">
              <a:lnSpc>
                <a:spcPts val="2045"/>
              </a:lnSpc>
            </a:pPr>
            <a:r>
              <a:rPr sz="2400" dirty="0">
                <a:cs typeface="Calibri"/>
              </a:rPr>
              <a:t>FROM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table1</a:t>
            </a:r>
            <a:endParaRPr sz="2400" dirty="0">
              <a:cs typeface="Calibri"/>
            </a:endParaRPr>
          </a:p>
          <a:p>
            <a:pPr marL="469900">
              <a:lnSpc>
                <a:spcPts val="2290"/>
              </a:lnSpc>
            </a:pPr>
            <a:r>
              <a:rPr sz="2400" dirty="0">
                <a:cs typeface="Calibri"/>
              </a:rPr>
              <a:t>WHERE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condition;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949" y="289751"/>
            <a:ext cx="430288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solidFill>
                  <a:schemeClr val="tx1"/>
                </a:solidFill>
              </a:rPr>
              <a:t>Demo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Database</a:t>
            </a:r>
            <a:endParaRPr b="1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261379"/>
              </p:ext>
            </p:extLst>
          </p:nvPr>
        </p:nvGraphicFramePr>
        <p:xfrm>
          <a:off x="1016949" y="1068224"/>
          <a:ext cx="10229317" cy="23607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32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9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97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CustomerID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CustomerName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ContactName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20" dirty="0"/>
                        <a:t>City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PostalCode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Country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66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/>
                        <a:t>1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 marR="489584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Alfreds Futterkiste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Maria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Anders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Obere</a:t>
                      </a:r>
                      <a:r>
                        <a:rPr sz="1200" spc="-25" dirty="0"/>
                        <a:t> Str.</a:t>
                      </a:r>
                      <a:r>
                        <a:rPr sz="1200" spc="-40" dirty="0"/>
                        <a:t> </a:t>
                      </a:r>
                      <a:r>
                        <a:rPr sz="1200" spc="-25" dirty="0"/>
                        <a:t>57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Berlin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12209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Germany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266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/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 marR="2038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Ana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Trujillo </a:t>
                      </a:r>
                      <a:r>
                        <a:rPr sz="1200" dirty="0"/>
                        <a:t>Emparedados</a:t>
                      </a:r>
                      <a:r>
                        <a:rPr sz="1200" spc="-70" dirty="0"/>
                        <a:t> </a:t>
                      </a:r>
                      <a:r>
                        <a:rPr sz="1200" spc="-50" dirty="0"/>
                        <a:t>y </a:t>
                      </a:r>
                      <a:r>
                        <a:rPr sz="1200" spc="-10" dirty="0"/>
                        <a:t>helados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Ana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Trujillo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 marR="3778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Avda.</a:t>
                      </a:r>
                      <a:r>
                        <a:rPr sz="1200" spc="-40" dirty="0"/>
                        <a:t> </a:t>
                      </a:r>
                      <a:r>
                        <a:rPr sz="1200" dirty="0"/>
                        <a:t>de</a:t>
                      </a:r>
                      <a:r>
                        <a:rPr sz="1200" spc="-35" dirty="0"/>
                        <a:t> </a:t>
                      </a:r>
                      <a:r>
                        <a:rPr sz="1200" spc="-25" dirty="0"/>
                        <a:t>la </a:t>
                      </a:r>
                      <a:r>
                        <a:rPr sz="1200" spc="-10" dirty="0"/>
                        <a:t>Constitución </a:t>
                      </a:r>
                      <a:r>
                        <a:rPr sz="1200" spc="-20" dirty="0"/>
                        <a:t>2222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México</a:t>
                      </a:r>
                      <a:r>
                        <a:rPr sz="1200" spc="-65" dirty="0"/>
                        <a:t> </a:t>
                      </a:r>
                      <a:r>
                        <a:rPr sz="1200" spc="-20" dirty="0"/>
                        <a:t>D.F.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05021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Mexico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66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/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Antonio</a:t>
                      </a:r>
                      <a:r>
                        <a:rPr sz="1200" spc="-5" dirty="0"/>
                        <a:t> </a:t>
                      </a:r>
                      <a:r>
                        <a:rPr sz="1200" spc="-10" dirty="0"/>
                        <a:t>Moreno</a:t>
                      </a:r>
                      <a:endParaRPr sz="1200"/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1200" spc="-10" dirty="0"/>
                        <a:t>Taquería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Antonio</a:t>
                      </a:r>
                      <a:r>
                        <a:rPr sz="1200" spc="-5" dirty="0"/>
                        <a:t> </a:t>
                      </a:r>
                      <a:r>
                        <a:rPr sz="1200" spc="-10" dirty="0"/>
                        <a:t>Moreno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Mataderos</a:t>
                      </a:r>
                      <a:r>
                        <a:rPr sz="1200" dirty="0"/>
                        <a:t> </a:t>
                      </a:r>
                      <a:r>
                        <a:rPr sz="1200" spc="-20" dirty="0"/>
                        <a:t>2312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/>
                        <a:t>México</a:t>
                      </a:r>
                      <a:r>
                        <a:rPr sz="1200" spc="-65" dirty="0"/>
                        <a:t> </a:t>
                      </a:r>
                      <a:r>
                        <a:rPr sz="1200" spc="-20" dirty="0"/>
                        <a:t>D.F.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05023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/>
                        <a:t>Mexico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991546"/>
              </p:ext>
            </p:extLst>
          </p:nvPr>
        </p:nvGraphicFramePr>
        <p:xfrm>
          <a:off x="1016949" y="4145916"/>
          <a:ext cx="10229313" cy="19728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1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1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1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496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SupplierID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SupplierName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ContactName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/>
                        <a:t>City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Postal</a:t>
                      </a:r>
                      <a:r>
                        <a:rPr sz="1200" spc="-60" dirty="0"/>
                        <a:t> </a:t>
                      </a:r>
                      <a:r>
                        <a:rPr sz="1200" spc="-20" dirty="0"/>
                        <a:t>Code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Country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463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/>
                        <a:t>1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Exotic</a:t>
                      </a:r>
                      <a:r>
                        <a:rPr sz="1200" spc="-65" dirty="0"/>
                        <a:t> </a:t>
                      </a:r>
                      <a:r>
                        <a:rPr sz="1200" spc="-10" dirty="0"/>
                        <a:t>Liquid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Charlotte</a:t>
                      </a:r>
                      <a:r>
                        <a:rPr sz="1200" spc="10" dirty="0"/>
                        <a:t> </a:t>
                      </a:r>
                      <a:r>
                        <a:rPr sz="1200" spc="-10" dirty="0"/>
                        <a:t>Cooper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49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Gilbert</a:t>
                      </a:r>
                      <a:r>
                        <a:rPr sz="1200" spc="-30" dirty="0"/>
                        <a:t> </a:t>
                      </a:r>
                      <a:r>
                        <a:rPr sz="1200" spc="-25" dirty="0"/>
                        <a:t>St.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Londona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EC1</a:t>
                      </a:r>
                      <a:r>
                        <a:rPr sz="1200" spc="-25" dirty="0"/>
                        <a:t> 4SD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/>
                        <a:t>UK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/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49530" marR="2781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New</a:t>
                      </a:r>
                      <a:r>
                        <a:rPr sz="1200" spc="-20" dirty="0"/>
                        <a:t> </a:t>
                      </a:r>
                      <a:r>
                        <a:rPr sz="1200" spc="-10" dirty="0"/>
                        <a:t>Orleans </a:t>
                      </a:r>
                      <a:r>
                        <a:rPr sz="1200" dirty="0"/>
                        <a:t>Cajun</a:t>
                      </a:r>
                      <a:r>
                        <a:rPr sz="1200" spc="-20" dirty="0"/>
                        <a:t> </a:t>
                      </a:r>
                      <a:r>
                        <a:rPr sz="1200" spc="-10" dirty="0"/>
                        <a:t>Delights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Shelley</a:t>
                      </a:r>
                      <a:r>
                        <a:rPr sz="1200" spc="-40" dirty="0"/>
                        <a:t> </a:t>
                      </a:r>
                      <a:r>
                        <a:rPr sz="1200" spc="-10" dirty="0"/>
                        <a:t>Burke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0" dirty="0"/>
                        <a:t>P.O.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Box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78934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/>
                        <a:t>New</a:t>
                      </a:r>
                      <a:r>
                        <a:rPr sz="1200" spc="-25" dirty="0"/>
                        <a:t> </a:t>
                      </a:r>
                      <a:r>
                        <a:rPr sz="1200" spc="-10" dirty="0"/>
                        <a:t>Orleans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/>
                        <a:t>70117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/>
                        <a:t>USA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50" dirty="0"/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49530" marR="1720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dirty="0"/>
                        <a:t>Grandma</a:t>
                      </a:r>
                      <a:r>
                        <a:rPr sz="1200" spc="-50" dirty="0"/>
                        <a:t> </a:t>
                      </a:r>
                      <a:r>
                        <a:rPr sz="1200" spc="-10" dirty="0"/>
                        <a:t>Kelly's Homestead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dirty="0"/>
                        <a:t>Regina</a:t>
                      </a:r>
                      <a:r>
                        <a:rPr sz="1200" spc="-60" dirty="0"/>
                        <a:t> </a:t>
                      </a:r>
                      <a:r>
                        <a:rPr sz="1200" spc="-10" dirty="0"/>
                        <a:t>Murphy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dirty="0"/>
                        <a:t>707</a:t>
                      </a:r>
                      <a:r>
                        <a:rPr sz="1200" spc="-5" dirty="0"/>
                        <a:t> </a:t>
                      </a:r>
                      <a:r>
                        <a:rPr sz="1200" spc="-10" dirty="0"/>
                        <a:t>Oxford</a:t>
                      </a:r>
                      <a:r>
                        <a:rPr sz="1200" spc="-15" dirty="0"/>
                        <a:t> </a:t>
                      </a:r>
                      <a:r>
                        <a:rPr sz="1200" spc="-25" dirty="0"/>
                        <a:t>Rd.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dirty="0"/>
                        <a:t>Ann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Arbor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/>
                        <a:t>48104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5" dirty="0"/>
                        <a:t>USA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16949" y="3591877"/>
            <a:ext cx="5431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+mj-lt"/>
                <a:cs typeface="Calibri"/>
              </a:rPr>
              <a:t>And</a:t>
            </a:r>
            <a:r>
              <a:rPr sz="2400" b="1" spc="-5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a</a:t>
            </a:r>
            <a:r>
              <a:rPr sz="2400" b="1" spc="-4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selection</a:t>
            </a:r>
            <a:r>
              <a:rPr sz="2400" b="1" spc="-3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from</a:t>
            </a:r>
            <a:r>
              <a:rPr sz="2400" b="1" spc="-6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the</a:t>
            </a:r>
            <a:r>
              <a:rPr sz="2400" b="1" spc="-3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"Suppliers"</a:t>
            </a:r>
            <a:r>
              <a:rPr sz="2400" b="1" spc="-45" dirty="0">
                <a:latin typeface="+mj-lt"/>
                <a:cs typeface="Calibri"/>
              </a:rPr>
              <a:t> </a:t>
            </a:r>
            <a:r>
              <a:rPr sz="2400" b="1" spc="-10" dirty="0">
                <a:latin typeface="+mj-lt"/>
                <a:cs typeface="Calibri"/>
              </a:rPr>
              <a:t>table:</a:t>
            </a:r>
            <a:endParaRPr sz="2400" dirty="0"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417" y="4344833"/>
            <a:ext cx="8083232" cy="184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1404" y="664555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8417" y="1808853"/>
            <a:ext cx="10151314" cy="234269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42672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INSERT</a:t>
            </a:r>
            <a:r>
              <a:rPr sz="2400" spc="-114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114" dirty="0">
                <a:cs typeface="Calibri"/>
              </a:rPr>
              <a:t> </a:t>
            </a:r>
            <a:r>
              <a:rPr sz="2400" dirty="0">
                <a:cs typeface="Calibri"/>
              </a:rPr>
              <a:t>Customers</a:t>
            </a:r>
            <a:r>
              <a:rPr sz="2400" spc="-8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(CustomerName,</a:t>
            </a:r>
            <a:r>
              <a:rPr sz="2400" spc="-8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City, </a:t>
            </a:r>
            <a:r>
              <a:rPr sz="2400" dirty="0">
                <a:cs typeface="Calibri"/>
              </a:rPr>
              <a:t>Country)</a:t>
            </a:r>
            <a:r>
              <a:rPr sz="2400" spc="-110" dirty="0">
                <a:cs typeface="Calibri"/>
              </a:rPr>
              <a:t> </a:t>
            </a:r>
            <a:r>
              <a:rPr sz="2400" dirty="0">
                <a:cs typeface="Calibri"/>
              </a:rPr>
              <a:t>SELECT</a:t>
            </a:r>
            <a:r>
              <a:rPr sz="2400" spc="-105" dirty="0">
                <a:cs typeface="Calibri"/>
              </a:rPr>
              <a:t> </a:t>
            </a:r>
            <a:r>
              <a:rPr sz="2400" dirty="0">
                <a:cs typeface="Calibri"/>
              </a:rPr>
              <a:t>SupplierName,</a:t>
            </a:r>
            <a:r>
              <a:rPr sz="2400" spc="-8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City,</a:t>
            </a:r>
            <a:r>
              <a:rPr sz="2400" spc="-114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Country </a:t>
            </a:r>
            <a:r>
              <a:rPr sz="2400" dirty="0">
                <a:cs typeface="Calibri"/>
              </a:rPr>
              <a:t>FROM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Suppliers;</a:t>
            </a:r>
            <a:endParaRPr lang="en-US" sz="2400" spc="-10" dirty="0">
              <a:cs typeface="Calibri"/>
            </a:endParaRPr>
          </a:p>
          <a:p>
            <a:pPr marL="12700" marR="426720">
              <a:lnSpc>
                <a:spcPct val="90000"/>
              </a:lnSpc>
              <a:spcBef>
                <a:spcPts val="434"/>
              </a:spcBef>
              <a:tabLst>
                <a:tab pos="241300" algn="l"/>
              </a:tabLst>
            </a:pPr>
            <a:endParaRPr sz="2400" dirty="0">
              <a:cs typeface="Calibri"/>
            </a:endParaRPr>
          </a:p>
          <a:p>
            <a:pPr marL="240029" indent="-227329"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cs typeface="Calibri"/>
              </a:rPr>
              <a:t>Example</a:t>
            </a:r>
            <a:endParaRPr sz="2400" dirty="0">
              <a:cs typeface="Calibri"/>
            </a:endParaRPr>
          </a:p>
          <a:p>
            <a:pPr marL="469900" marR="5080">
              <a:lnSpc>
                <a:spcPct val="107500"/>
              </a:lnSpc>
              <a:spcBef>
                <a:spcPts val="20"/>
              </a:spcBef>
            </a:pPr>
            <a:r>
              <a:rPr sz="2400" dirty="0">
                <a:cs typeface="Calibri"/>
              </a:rPr>
              <a:t>INSERT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INTO</a:t>
            </a:r>
            <a:r>
              <a:rPr sz="2400" spc="-6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Customers</a:t>
            </a:r>
            <a:r>
              <a:rPr sz="2400" spc="-8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(CustomerName,</a:t>
            </a:r>
            <a:r>
              <a:rPr sz="2400" spc="-9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City,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Country) </a:t>
            </a:r>
            <a:r>
              <a:rPr sz="2400" dirty="0">
                <a:cs typeface="Calibri"/>
              </a:rPr>
              <a:t>SELECT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SupplierName,</a:t>
            </a:r>
            <a:r>
              <a:rPr sz="2400" spc="-6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City,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Country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FROM</a:t>
            </a:r>
            <a:r>
              <a:rPr sz="2400" spc="-6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Suppliers </a:t>
            </a:r>
            <a:r>
              <a:rPr sz="2400" dirty="0">
                <a:cs typeface="Calibri"/>
              </a:rPr>
              <a:t>WHERE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Country='Germany';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866" y="930792"/>
            <a:ext cx="5820854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chemeClr val="tx1"/>
                </a:solidFill>
              </a:rPr>
              <a:t>INSERT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INTO</a:t>
            </a:r>
            <a:r>
              <a:rPr b="1" spc="-21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SELECT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866" y="1948604"/>
            <a:ext cx="9750739" cy="41189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1031</TotalTime>
  <Words>857</Words>
  <Application>Microsoft Office PowerPoint</Application>
  <PresentationFormat>Widescreen</PresentationFormat>
  <Paragraphs>207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 MT</vt:lpstr>
      <vt:lpstr>Calibri</vt:lpstr>
      <vt:lpstr>Calibri Light</vt:lpstr>
      <vt:lpstr>Times New Roman</vt:lpstr>
      <vt:lpstr>Retrospect</vt:lpstr>
      <vt:lpstr> Database System</vt:lpstr>
      <vt:lpstr>Giving Names to Constraints</vt:lpstr>
      <vt:lpstr>PowerPoint Presentation</vt:lpstr>
      <vt:lpstr>Example</vt:lpstr>
      <vt:lpstr>Basic SQL Queries: The SELECT- FROM-WHERE Structure</vt:lpstr>
      <vt:lpstr>Basic SQL Queries: The SELECT- FROM-WHERE Structure</vt:lpstr>
      <vt:lpstr>Unspecified WHERE Clause and Use of the Asterisk</vt:lpstr>
      <vt:lpstr>PowerPoint Presentation</vt:lpstr>
      <vt:lpstr>Unspecified WHERE Clause and Use of the Asterisk (cont’d.)</vt:lpstr>
      <vt:lpstr>INSERT, DELETE, and UPDATE Statements in SQL</vt:lpstr>
      <vt:lpstr>Demo Database</vt:lpstr>
      <vt:lpstr>Query Result</vt:lpstr>
      <vt:lpstr>SQL INSERT INTO SELECT Statement</vt:lpstr>
      <vt:lpstr>Demo Database</vt:lpstr>
      <vt:lpstr>Example</vt:lpstr>
      <vt:lpstr>INSERT INTO SELECT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31</cp:revision>
  <dcterms:created xsi:type="dcterms:W3CDTF">2024-08-09T06:58:16Z</dcterms:created>
  <dcterms:modified xsi:type="dcterms:W3CDTF">2024-09-10T15:28:26Z</dcterms:modified>
</cp:coreProperties>
</file>