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2.jpg" ContentType="image/jpg"/>
  <Override PartName="/ppt/media/image3.jpg" ContentType="image/jpg"/>
  <Override PartName="/ppt/media/image4.jpg" ContentType="image/jpg"/>
  <Override PartName="/ppt/notesSlides/notesSlide3.xml" ContentType="application/vnd.openxmlformats-officedocument.presentationml.notesSlide+xml"/>
  <Override PartName="/ppt/media/image5.jpg" ContentType="image/jp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9979"/>
    <a:srgbClr val="BF59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C40453-2615-4ACE-A024-C61DE1A47E6A}" v="1" dt="2024-09-08T11:56:20.2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74" autoAdjust="0"/>
    <p:restoredTop sz="92529" autoAdjust="0"/>
  </p:normalViewPr>
  <p:slideViewPr>
    <p:cSldViewPr snapToGrid="0">
      <p:cViewPr varScale="1">
        <p:scale>
          <a:sx n="64" d="100"/>
          <a:sy n="64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 Alina Arshad" userId="cccdfd85-d35d-4453-9c6f-a463aae40722" providerId="ADAL" clId="{3DC40453-2615-4ACE-A024-C61DE1A47E6A}"/>
    <pc:docChg chg="delSld modSld">
      <pc:chgData name="Ms Alina Arshad" userId="cccdfd85-d35d-4453-9c6f-a463aae40722" providerId="ADAL" clId="{3DC40453-2615-4ACE-A024-C61DE1A47E6A}" dt="2024-09-08T12:04:59.350" v="26" actId="2696"/>
      <pc:docMkLst>
        <pc:docMk/>
      </pc:docMkLst>
      <pc:sldChg chg="modSp mod modNotesTx">
        <pc:chgData name="Ms Alina Arshad" userId="cccdfd85-d35d-4453-9c6f-a463aae40722" providerId="ADAL" clId="{3DC40453-2615-4ACE-A024-C61DE1A47E6A}" dt="2024-09-08T11:56:17.075" v="24"/>
        <pc:sldMkLst>
          <pc:docMk/>
          <pc:sldMk cId="0" sldId="259"/>
        </pc:sldMkLst>
        <pc:graphicFrameChg chg="modGraphic">
          <ac:chgData name="Ms Alina Arshad" userId="cccdfd85-d35d-4453-9c6f-a463aae40722" providerId="ADAL" clId="{3DC40453-2615-4ACE-A024-C61DE1A47E6A}" dt="2024-09-08T11:55:17.515" v="23" actId="14734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3DC40453-2615-4ACE-A024-C61DE1A47E6A}" dt="2024-09-08T11:57:54.719" v="25" actId="5793"/>
        <pc:sldMkLst>
          <pc:docMk/>
          <pc:sldMk cId="0" sldId="262"/>
        </pc:sldMkLst>
        <pc:spChg chg="mod">
          <ac:chgData name="Ms Alina Arshad" userId="cccdfd85-d35d-4453-9c6f-a463aae40722" providerId="ADAL" clId="{3DC40453-2615-4ACE-A024-C61DE1A47E6A}" dt="2024-09-08T11:57:54.719" v="25" actId="5793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35:03.322" v="1" actId="20577"/>
        <pc:sldMkLst>
          <pc:docMk/>
          <pc:sldMk cId="0" sldId="263"/>
        </pc:sldMkLst>
        <pc:spChg chg="mod">
          <ac:chgData name="Ms Alina Arshad" userId="cccdfd85-d35d-4453-9c6f-a463aae40722" providerId="ADAL" clId="{3DC40453-2615-4ACE-A024-C61DE1A47E6A}" dt="2024-09-08T08:35:03.322" v="1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36:48.436" v="3" actId="1076"/>
        <pc:sldMkLst>
          <pc:docMk/>
          <pc:sldMk cId="0" sldId="264"/>
        </pc:sldMkLst>
        <pc:spChg chg="mod">
          <ac:chgData name="Ms Alina Arshad" userId="cccdfd85-d35d-4453-9c6f-a463aae40722" providerId="ADAL" clId="{3DC40453-2615-4ACE-A024-C61DE1A47E6A}" dt="2024-09-08T08:36:48.436" v="3" actId="1076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41:22.601" v="5" actId="20577"/>
        <pc:sldMkLst>
          <pc:docMk/>
          <pc:sldMk cId="0" sldId="265"/>
        </pc:sldMkLst>
        <pc:spChg chg="mod">
          <ac:chgData name="Ms Alina Arshad" userId="cccdfd85-d35d-4453-9c6f-a463aae40722" providerId="ADAL" clId="{3DC40453-2615-4ACE-A024-C61DE1A47E6A}" dt="2024-09-08T08:41:22.601" v="5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42:20.927" v="9" actId="403"/>
        <pc:sldMkLst>
          <pc:docMk/>
          <pc:sldMk cId="0" sldId="266"/>
        </pc:sldMkLst>
        <pc:spChg chg="mod">
          <ac:chgData name="Ms Alina Arshad" userId="cccdfd85-d35d-4453-9c6f-a463aae40722" providerId="ADAL" clId="{3DC40453-2615-4ACE-A024-C61DE1A47E6A}" dt="2024-09-08T08:42:20.927" v="9" actId="403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50:50.297" v="15" actId="1076"/>
        <pc:sldMkLst>
          <pc:docMk/>
          <pc:sldMk cId="0" sldId="267"/>
        </pc:sldMkLst>
        <pc:spChg chg="mod">
          <ac:chgData name="Ms Alina Arshad" userId="cccdfd85-d35d-4453-9c6f-a463aae40722" providerId="ADAL" clId="{3DC40453-2615-4ACE-A024-C61DE1A47E6A}" dt="2024-09-08T08:50:50.297" v="15" actId="1076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52:25.007" v="17" actId="1035"/>
        <pc:sldMkLst>
          <pc:docMk/>
          <pc:sldMk cId="0" sldId="270"/>
        </pc:sldMkLst>
        <pc:picChg chg="mod">
          <ac:chgData name="Ms Alina Arshad" userId="cccdfd85-d35d-4453-9c6f-a463aae40722" providerId="ADAL" clId="{3DC40453-2615-4ACE-A024-C61DE1A47E6A}" dt="2024-09-08T08:52:25.007" v="17" actId="1035"/>
          <ac:picMkLst>
            <pc:docMk/>
            <pc:sldMk cId="0" sldId="270"/>
            <ac:picMk id="2" creationId="{00000000-0000-0000-0000-000000000000}"/>
          </ac:picMkLst>
        </pc:picChg>
      </pc:sldChg>
      <pc:sldChg chg="modSp mod">
        <pc:chgData name="Ms Alina Arshad" userId="cccdfd85-d35d-4453-9c6f-a463aae40722" providerId="ADAL" clId="{3DC40453-2615-4ACE-A024-C61DE1A47E6A}" dt="2024-09-08T08:53:48.350" v="21" actId="113"/>
        <pc:sldMkLst>
          <pc:docMk/>
          <pc:sldMk cId="0" sldId="272"/>
        </pc:sldMkLst>
        <pc:spChg chg="mod">
          <ac:chgData name="Ms Alina Arshad" userId="cccdfd85-d35d-4453-9c6f-a463aae40722" providerId="ADAL" clId="{3DC40453-2615-4ACE-A024-C61DE1A47E6A}" dt="2024-09-08T08:53:48.350" v="21" actId="113"/>
          <ac:spMkLst>
            <pc:docMk/>
            <pc:sldMk cId="0" sldId="272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3DC40453-2615-4ACE-A024-C61DE1A47E6A}" dt="2024-09-08T12:04:59.350" v="26" actId="2696"/>
        <pc:sldMkLst>
          <pc:docMk/>
          <pc:sldMk cId="0" sldId="275"/>
        </pc:sldMkLst>
      </pc:sldChg>
    </pc:docChg>
  </pc:docChgLst>
  <pc:docChgLst>
    <pc:chgData name="Ms Alina Arshad" userId="cccdfd85-d35d-4453-9c6f-a463aae40722" providerId="ADAL" clId="{9C125398-0035-40D4-80A2-48A755B7795E}"/>
    <pc:docChg chg="addSld modSld">
      <pc:chgData name="Ms Alina Arshad" userId="cccdfd85-d35d-4453-9c6f-a463aae40722" providerId="ADAL" clId="{9C125398-0035-40D4-80A2-48A755B7795E}" dt="2024-08-25T16:00:43.580" v="6" actId="1076"/>
      <pc:docMkLst>
        <pc:docMk/>
      </pc:docMkLst>
      <pc:sldChg chg="modSp add mod">
        <pc:chgData name="Ms Alina Arshad" userId="cccdfd85-d35d-4453-9c6f-a463aae40722" providerId="ADAL" clId="{9C125398-0035-40D4-80A2-48A755B7795E}" dt="2024-08-25T16:00:43.580" v="6" actId="1076"/>
        <pc:sldMkLst>
          <pc:docMk/>
          <pc:sldMk cId="0" sldId="324"/>
        </pc:sldMkLst>
        <pc:spChg chg="mod">
          <ac:chgData name="Ms Alina Arshad" userId="cccdfd85-d35d-4453-9c6f-a463aae40722" providerId="ADAL" clId="{9C125398-0035-40D4-80A2-48A755B7795E}" dt="2024-08-25T16:00:43.580" v="6" actId="1076"/>
          <ac:spMkLst>
            <pc:docMk/>
            <pc:sldMk cId="0" sldId="324"/>
            <ac:spMk id="29699" creationId="{BC7ACC91-16AA-5D67-B935-92EE00D4568C}"/>
          </ac:spMkLst>
        </pc:spChg>
      </pc:sldChg>
    </pc:docChg>
  </pc:docChgLst>
  <pc:docChgLst>
    <pc:chgData name="Ms Alina Arshad" userId="cccdfd85-d35d-4453-9c6f-a463aae40722" providerId="ADAL" clId="{57485560-A1FA-415A-BF02-476F12996002}"/>
    <pc:docChg chg="undo custSel addSld modSld sldOrd">
      <pc:chgData name="Ms Alina Arshad" userId="cccdfd85-d35d-4453-9c6f-a463aae40722" providerId="ADAL" clId="{57485560-A1FA-415A-BF02-476F12996002}" dt="2024-09-01T05:25:33.551" v="283" actId="20577"/>
      <pc:docMkLst>
        <pc:docMk/>
      </pc:docMkLst>
      <pc:sldChg chg="addSp delSp mod">
        <pc:chgData name="Ms Alina Arshad" userId="cccdfd85-d35d-4453-9c6f-a463aae40722" providerId="ADAL" clId="{57485560-A1FA-415A-BF02-476F12996002}" dt="2024-09-01T04:11:14.245" v="2" actId="22"/>
        <pc:sldMkLst>
          <pc:docMk/>
          <pc:sldMk cId="0" sldId="259"/>
        </pc:sldMkLst>
        <pc:picChg chg="add del">
          <ac:chgData name="Ms Alina Arshad" userId="cccdfd85-d35d-4453-9c6f-a463aae40722" providerId="ADAL" clId="{57485560-A1FA-415A-BF02-476F12996002}" dt="2024-09-01T04:11:14.245" v="2" actId="22"/>
          <ac:picMkLst>
            <pc:docMk/>
            <pc:sldMk cId="0" sldId="259"/>
            <ac:picMk id="5" creationId="{057F4995-001D-925F-66AC-88924EEB93E7}"/>
          </ac:picMkLst>
        </pc:picChg>
      </pc:sldChg>
      <pc:sldChg chg="modSp mod">
        <pc:chgData name="Ms Alina Arshad" userId="cccdfd85-d35d-4453-9c6f-a463aae40722" providerId="ADAL" clId="{57485560-A1FA-415A-BF02-476F12996002}" dt="2024-09-01T04:14:43.156" v="8" actId="1076"/>
        <pc:sldMkLst>
          <pc:docMk/>
          <pc:sldMk cId="0" sldId="260"/>
        </pc:sldMkLst>
        <pc:picChg chg="mod">
          <ac:chgData name="Ms Alina Arshad" userId="cccdfd85-d35d-4453-9c6f-a463aae40722" providerId="ADAL" clId="{57485560-A1FA-415A-BF02-476F12996002}" dt="2024-09-01T04:14:43.156" v="8" actId="1076"/>
          <ac:picMkLst>
            <pc:docMk/>
            <pc:sldMk cId="0" sldId="260"/>
            <ac:picMk id="2" creationId="{00000000-0000-0000-0000-000000000000}"/>
          </ac:picMkLst>
        </pc:picChg>
      </pc:sldChg>
      <pc:sldChg chg="modSp mod">
        <pc:chgData name="Ms Alina Arshad" userId="cccdfd85-d35d-4453-9c6f-a463aae40722" providerId="ADAL" clId="{57485560-A1FA-415A-BF02-476F12996002}" dt="2024-09-01T04:18:18.107" v="52" actId="113"/>
        <pc:sldMkLst>
          <pc:docMk/>
          <pc:sldMk cId="0" sldId="261"/>
        </pc:sldMkLst>
        <pc:spChg chg="mod">
          <ac:chgData name="Ms Alina Arshad" userId="cccdfd85-d35d-4453-9c6f-a463aae40722" providerId="ADAL" clId="{57485560-A1FA-415A-BF02-476F12996002}" dt="2024-09-01T04:18:18.107" v="52" actId="113"/>
          <ac:spMkLst>
            <pc:docMk/>
            <pc:sldMk cId="0" sldId="261"/>
            <ac:spMk id="3" creationId="{00000000-0000-0000-0000-000000000000}"/>
          </ac:spMkLst>
        </pc:spChg>
      </pc:sldChg>
      <pc:sldChg chg="modSp mod modNotesTx">
        <pc:chgData name="Ms Alina Arshad" userId="cccdfd85-d35d-4453-9c6f-a463aae40722" providerId="ADAL" clId="{57485560-A1FA-415A-BF02-476F12996002}" dt="2024-09-01T05:00:40.446" v="208" actId="1076"/>
        <pc:sldMkLst>
          <pc:docMk/>
          <pc:sldMk cId="0" sldId="262"/>
        </pc:sldMkLst>
        <pc:spChg chg="mod">
          <ac:chgData name="Ms Alina Arshad" userId="cccdfd85-d35d-4453-9c6f-a463aae40722" providerId="ADAL" clId="{57485560-A1FA-415A-BF02-476F12996002}" dt="2024-09-01T05:00:40.446" v="208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00:34.321" v="207" actId="14100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4:58:20.337" v="187" actId="113"/>
        <pc:sldMkLst>
          <pc:docMk/>
          <pc:sldMk cId="0" sldId="264"/>
        </pc:sldMkLst>
        <pc:spChg chg="mod">
          <ac:chgData name="Ms Alina Arshad" userId="cccdfd85-d35d-4453-9c6f-a463aae40722" providerId="ADAL" clId="{57485560-A1FA-415A-BF02-476F12996002}" dt="2024-09-01T04:58:20.337" v="187" actId="113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4:58:29.544" v="188" actId="113"/>
        <pc:sldMkLst>
          <pc:docMk/>
          <pc:sldMk cId="0" sldId="265"/>
        </pc:sldMkLst>
        <pc:spChg chg="mod">
          <ac:chgData name="Ms Alina Arshad" userId="cccdfd85-d35d-4453-9c6f-a463aae40722" providerId="ADAL" clId="{57485560-A1FA-415A-BF02-476F12996002}" dt="2024-09-01T04:58:29.544" v="188" actId="113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4:23.703" v="211" actId="20577"/>
        <pc:sldMkLst>
          <pc:docMk/>
          <pc:sldMk cId="0" sldId="266"/>
        </pc:sldMkLst>
        <pc:spChg chg="mod">
          <ac:chgData name="Ms Alina Arshad" userId="cccdfd85-d35d-4453-9c6f-a463aae40722" providerId="ADAL" clId="{57485560-A1FA-415A-BF02-476F12996002}" dt="2024-09-01T05:03:09.408" v="210" actId="20577"/>
          <ac:spMkLst>
            <pc:docMk/>
            <pc:sldMk cId="0" sldId="266"/>
            <ac:spMk id="11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04:23.703" v="211" actId="20577"/>
          <ac:spMkLst>
            <pc:docMk/>
            <pc:sldMk cId="0" sldId="266"/>
            <ac:spMk id="12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5:30.761" v="212" actId="20577"/>
        <pc:sldMkLst>
          <pc:docMk/>
          <pc:sldMk cId="0" sldId="267"/>
        </pc:sldMkLst>
        <pc:spChg chg="mod">
          <ac:chgData name="Ms Alina Arshad" userId="cccdfd85-d35d-4453-9c6f-a463aae40722" providerId="ADAL" clId="{57485560-A1FA-415A-BF02-476F12996002}" dt="2024-09-01T05:05:30.761" v="212" actId="20577"/>
          <ac:spMkLst>
            <pc:docMk/>
            <pc:sldMk cId="0" sldId="267"/>
            <ac:spMk id="4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9:01.570" v="220" actId="255"/>
        <pc:sldMkLst>
          <pc:docMk/>
          <pc:sldMk cId="0" sldId="268"/>
        </pc:sldMkLst>
        <pc:spChg chg="mod">
          <ac:chgData name="Ms Alina Arshad" userId="cccdfd85-d35d-4453-9c6f-a463aae40722" providerId="ADAL" clId="{57485560-A1FA-415A-BF02-476F12996002}" dt="2024-09-01T05:09:01.570" v="220" actId="255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11:03.383" v="223" actId="20577"/>
        <pc:sldMkLst>
          <pc:docMk/>
          <pc:sldMk cId="0" sldId="269"/>
        </pc:sldMkLst>
        <pc:spChg chg="mod">
          <ac:chgData name="Ms Alina Arshad" userId="cccdfd85-d35d-4453-9c6f-a463aae40722" providerId="ADAL" clId="{57485560-A1FA-415A-BF02-476F12996002}" dt="2024-09-01T05:11:03.383" v="223" actId="20577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11:51.067" v="229" actId="5793"/>
        <pc:sldMkLst>
          <pc:docMk/>
          <pc:sldMk cId="0" sldId="270"/>
        </pc:sldMkLst>
        <pc:spChg chg="mod">
          <ac:chgData name="Ms Alina Arshad" userId="cccdfd85-d35d-4453-9c6f-a463aae40722" providerId="ADAL" clId="{57485560-A1FA-415A-BF02-476F12996002}" dt="2024-09-01T05:11:09.635" v="224" actId="207"/>
          <ac:spMkLst>
            <pc:docMk/>
            <pc:sldMk cId="0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11:51.067" v="229" actId="5793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21:52.328" v="235" actId="20577"/>
        <pc:sldMkLst>
          <pc:docMk/>
          <pc:sldMk cId="0" sldId="271"/>
        </pc:sldMkLst>
        <pc:spChg chg="mod">
          <ac:chgData name="Ms Alina Arshad" userId="cccdfd85-d35d-4453-9c6f-a463aae40722" providerId="ADAL" clId="{57485560-A1FA-415A-BF02-476F12996002}" dt="2024-08-31T05:25:06.082" v="0" actId="207"/>
          <ac:spMkLst>
            <pc:docMk/>
            <pc:sldMk cId="0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21:52.328" v="235" actId="20577"/>
          <ac:spMkLst>
            <pc:docMk/>
            <pc:sldMk cId="0" sldId="271"/>
            <ac:spMk id="3" creationId="{00000000-0000-0000-0000-000000000000}"/>
          </ac:spMkLst>
        </pc:spChg>
      </pc:sldChg>
      <pc:sldChg chg="add">
        <pc:chgData name="Ms Alina Arshad" userId="cccdfd85-d35d-4453-9c6f-a463aae40722" providerId="ADAL" clId="{57485560-A1FA-415A-BF02-476F12996002}" dt="2024-09-01T05:22:47.975" v="236"/>
        <pc:sldMkLst>
          <pc:docMk/>
          <pc:sldMk cId="0" sldId="395"/>
        </pc:sldMkLst>
      </pc:sldChg>
      <pc:sldChg chg="add">
        <pc:chgData name="Ms Alina Arshad" userId="cccdfd85-d35d-4453-9c6f-a463aae40722" providerId="ADAL" clId="{57485560-A1FA-415A-BF02-476F12996002}" dt="2024-09-01T05:22:47.975" v="236"/>
        <pc:sldMkLst>
          <pc:docMk/>
          <pc:sldMk cId="0" sldId="396"/>
        </pc:sldMkLst>
      </pc:sldChg>
      <pc:sldChg chg="addSp modSp add mod ord">
        <pc:chgData name="Ms Alina Arshad" userId="cccdfd85-d35d-4453-9c6f-a463aae40722" providerId="ADAL" clId="{57485560-A1FA-415A-BF02-476F12996002}" dt="2024-09-01T05:25:33.551" v="283" actId="20577"/>
        <pc:sldMkLst>
          <pc:docMk/>
          <pc:sldMk cId="0" sldId="397"/>
        </pc:sldMkLst>
        <pc:spChg chg="add mod">
          <ac:chgData name="Ms Alina Arshad" userId="cccdfd85-d35d-4453-9c6f-a463aae40722" providerId="ADAL" clId="{57485560-A1FA-415A-BF02-476F12996002}" dt="2024-09-01T05:25:12.124" v="266" actId="1076"/>
          <ac:spMkLst>
            <pc:docMk/>
            <pc:sldMk cId="0" sldId="397"/>
            <ac:spMk id="9" creationId="{9D0D359F-C3E9-3846-8DB7-AD3581B08C6B}"/>
          </ac:spMkLst>
        </pc:spChg>
        <pc:spChg chg="add mod">
          <ac:chgData name="Ms Alina Arshad" userId="cccdfd85-d35d-4453-9c6f-a463aae40722" providerId="ADAL" clId="{57485560-A1FA-415A-BF02-476F12996002}" dt="2024-09-01T05:25:33.551" v="283" actId="20577"/>
          <ac:spMkLst>
            <pc:docMk/>
            <pc:sldMk cId="0" sldId="397"/>
            <ac:spMk id="11" creationId="{39892B7B-C278-B430-2B7F-DE54CB5DF6B8}"/>
          </ac:spMkLst>
        </pc:spChg>
        <pc:cxnChg chg="add mod">
          <ac:chgData name="Ms Alina Arshad" userId="cccdfd85-d35d-4453-9c6f-a463aae40722" providerId="ADAL" clId="{57485560-A1FA-415A-BF02-476F12996002}" dt="2024-09-01T05:25:07.018" v="265" actId="1076"/>
          <ac:cxnSpMkLst>
            <pc:docMk/>
            <pc:sldMk cId="0" sldId="397"/>
            <ac:cxnSpMk id="7" creationId="{84E759F7-FE21-D60C-031A-2B938FAD14BD}"/>
          </ac:cxnSpMkLst>
        </pc:cxnChg>
        <pc:cxnChg chg="add mod">
          <ac:chgData name="Ms Alina Arshad" userId="cccdfd85-d35d-4453-9c6f-a463aae40722" providerId="ADAL" clId="{57485560-A1FA-415A-BF02-476F12996002}" dt="2024-09-01T05:25:18.356" v="268" actId="14100"/>
          <ac:cxnSpMkLst>
            <pc:docMk/>
            <pc:sldMk cId="0" sldId="397"/>
            <ac:cxnSpMk id="10" creationId="{8A2E3792-997B-B08B-40C7-96693FDD8B19}"/>
          </ac:cxnSpMkLst>
        </pc:cxnChg>
      </pc:sldChg>
    </pc:docChg>
  </pc:docChgLst>
  <pc:docChgLst>
    <pc:chgData name="Ms Alina Arshad" userId="cccdfd85-d35d-4453-9c6f-a463aae40722" providerId="ADAL" clId="{506AEF98-43AF-47E5-97BE-CEE6E380F332}"/>
    <pc:docChg chg="custSel addSld delSld modSld">
      <pc:chgData name="Ms Alina Arshad" userId="cccdfd85-d35d-4453-9c6f-a463aae40722" providerId="ADAL" clId="{506AEF98-43AF-47E5-97BE-CEE6E380F332}" dt="2024-09-06T05:02:08.009" v="313" actId="207"/>
      <pc:docMkLst>
        <pc:docMk/>
      </pc:docMkLst>
      <pc:sldChg chg="modSp mod">
        <pc:chgData name="Ms Alina Arshad" userId="cccdfd85-d35d-4453-9c6f-a463aae40722" providerId="ADAL" clId="{506AEF98-43AF-47E5-97BE-CEE6E380F332}" dt="2024-09-05T09:07:33.153" v="31" actId="2711"/>
        <pc:sldMkLst>
          <pc:docMk/>
          <pc:sldMk cId="3322361034" sldId="256"/>
        </pc:sldMkLst>
        <pc:spChg chg="mod">
          <ac:chgData name="Ms Alina Arshad" userId="cccdfd85-d35d-4453-9c6f-a463aae40722" providerId="ADAL" clId="{506AEF98-43AF-47E5-97BE-CEE6E380F332}" dt="2024-09-05T09:07:33.153" v="31" actId="2711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506AEF98-43AF-47E5-97BE-CEE6E380F332}" dt="2024-09-05T09:07:40.105" v="32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506AEF98-43AF-47E5-97BE-CEE6E380F332}" dt="2024-09-05T09:16:16.547" v="48" actId="5793"/>
        <pc:sldMkLst>
          <pc:docMk/>
          <pc:sldMk cId="0" sldId="258"/>
        </pc:sldMkLst>
        <pc:spChg chg="mod">
          <ac:chgData name="Ms Alina Arshad" userId="cccdfd85-d35d-4453-9c6f-a463aae40722" providerId="ADAL" clId="{506AEF98-43AF-47E5-97BE-CEE6E380F332}" dt="2024-09-05T09:07:46.918" v="35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16:16.547" v="48" actId="5793"/>
          <ac:spMkLst>
            <pc:docMk/>
            <pc:sldMk cId="0" sldId="258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506AEF98-43AF-47E5-97BE-CEE6E380F332}" dt="2024-09-05T09:25:27.259" v="160" actId="207"/>
        <pc:sldMkLst>
          <pc:docMk/>
          <pc:sldMk cId="0" sldId="259"/>
        </pc:sldMkLst>
        <pc:spChg chg="mod">
          <ac:chgData name="Ms Alina Arshad" userId="cccdfd85-d35d-4453-9c6f-a463aae40722" providerId="ADAL" clId="{506AEF98-43AF-47E5-97BE-CEE6E380F332}" dt="2024-09-05T09:17:01.684" v="52" actId="113"/>
          <ac:spMkLst>
            <pc:docMk/>
            <pc:sldMk cId="0" sldId="259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17:19.919" v="57" actId="14100"/>
          <ac:spMkLst>
            <pc:docMk/>
            <pc:sldMk cId="0" sldId="259"/>
            <ac:spMk id="3" creationId="{00000000-0000-0000-0000-000000000000}"/>
          </ac:spMkLst>
        </pc:spChg>
        <pc:graphicFrameChg chg="mod modGraphic">
          <ac:chgData name="Ms Alina Arshad" userId="cccdfd85-d35d-4453-9c6f-a463aae40722" providerId="ADAL" clId="{506AEF98-43AF-47E5-97BE-CEE6E380F332}" dt="2024-09-05T09:25:27.259" v="160" actId="207"/>
          <ac:graphicFrameMkLst>
            <pc:docMk/>
            <pc:sldMk cId="0" sldId="259"/>
            <ac:graphicFrameMk id="5" creationId="{00000000-0000-0000-0000-000000000000}"/>
          </ac:graphicFrameMkLst>
        </pc:graphicFrameChg>
        <pc:picChg chg="del mod">
          <ac:chgData name="Ms Alina Arshad" userId="cccdfd85-d35d-4453-9c6f-a463aae40722" providerId="ADAL" clId="{506AEF98-43AF-47E5-97BE-CEE6E380F332}" dt="2024-09-05T09:17:31.759" v="61" actId="478"/>
          <ac:picMkLst>
            <pc:docMk/>
            <pc:sldMk cId="0" sldId="259"/>
            <ac:picMk id="4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506AEF98-43AF-47E5-97BE-CEE6E380F332}" dt="2024-09-05T09:25:45.452" v="163" actId="207"/>
        <pc:sldMkLst>
          <pc:docMk/>
          <pc:sldMk cId="0" sldId="260"/>
        </pc:sldMkLst>
        <pc:spChg chg="mod">
          <ac:chgData name="Ms Alina Arshad" userId="cccdfd85-d35d-4453-9c6f-a463aae40722" providerId="ADAL" clId="{506AEF98-43AF-47E5-97BE-CEE6E380F332}" dt="2024-09-05T09:20:13.003" v="92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1:43.387" v="119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1:35.811" v="117" actId="14100"/>
          <ac:spMkLst>
            <pc:docMk/>
            <pc:sldMk cId="0" sldId="260"/>
            <ac:spMk id="8" creationId="{00000000-0000-0000-0000-000000000000}"/>
          </ac:spMkLst>
        </pc:spChg>
        <pc:graphicFrameChg chg="mod modGraphic">
          <ac:chgData name="Ms Alina Arshad" userId="cccdfd85-d35d-4453-9c6f-a463aae40722" providerId="ADAL" clId="{506AEF98-43AF-47E5-97BE-CEE6E380F332}" dt="2024-09-05T09:25:38.150" v="161" actId="207"/>
          <ac:graphicFrameMkLst>
            <pc:docMk/>
            <pc:sldMk cId="0" sldId="260"/>
            <ac:graphicFrameMk id="4" creationId="{00000000-0000-0000-0000-000000000000}"/>
          </ac:graphicFrameMkLst>
        </pc:graphicFrameChg>
        <pc:graphicFrameChg chg="mod modGraphic">
          <ac:chgData name="Ms Alina Arshad" userId="cccdfd85-d35d-4453-9c6f-a463aae40722" providerId="ADAL" clId="{506AEF98-43AF-47E5-97BE-CEE6E380F332}" dt="2024-09-05T09:25:45.452" v="163" actId="207"/>
          <ac:graphicFrameMkLst>
            <pc:docMk/>
            <pc:sldMk cId="0" sldId="260"/>
            <ac:graphicFrameMk id="7" creationId="{00000000-0000-0000-0000-000000000000}"/>
          </ac:graphicFrameMkLst>
        </pc:graphicFrameChg>
        <pc:picChg chg="del">
          <ac:chgData name="Ms Alina Arshad" userId="cccdfd85-d35d-4453-9c6f-a463aae40722" providerId="ADAL" clId="{506AEF98-43AF-47E5-97BE-CEE6E380F332}" dt="2024-09-05T09:20:24.155" v="95" actId="478"/>
          <ac:picMkLst>
            <pc:docMk/>
            <pc:sldMk cId="0" sldId="260"/>
            <ac:picMk id="3" creationId="{00000000-0000-0000-0000-000000000000}"/>
          </ac:picMkLst>
        </pc:picChg>
        <pc:picChg chg="del">
          <ac:chgData name="Ms Alina Arshad" userId="cccdfd85-d35d-4453-9c6f-a463aae40722" providerId="ADAL" clId="{506AEF98-43AF-47E5-97BE-CEE6E380F332}" dt="2024-09-05T09:21:48.675" v="121" actId="478"/>
          <ac:picMkLst>
            <pc:docMk/>
            <pc:sldMk cId="0" sldId="260"/>
            <ac:picMk id="6" creationId="{00000000-0000-0000-0000-000000000000}"/>
          </ac:picMkLst>
        </pc:picChg>
      </pc:sldChg>
      <pc:sldChg chg="addSp delSp modSp add del mod">
        <pc:chgData name="Ms Alina Arshad" userId="cccdfd85-d35d-4453-9c6f-a463aae40722" providerId="ADAL" clId="{506AEF98-43AF-47E5-97BE-CEE6E380F332}" dt="2024-09-05T09:25:51.450" v="164" actId="207"/>
        <pc:sldMkLst>
          <pc:docMk/>
          <pc:sldMk cId="0" sldId="261"/>
        </pc:sldMkLst>
        <pc:spChg chg="del">
          <ac:chgData name="Ms Alina Arshad" userId="cccdfd85-d35d-4453-9c6f-a463aae40722" providerId="ADAL" clId="{506AEF98-43AF-47E5-97BE-CEE6E380F332}" dt="2024-09-05T09:24:03.114" v="142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4:27.558" v="148" actId="2711"/>
          <ac:spMkLst>
            <pc:docMk/>
            <pc:sldMk cId="0" sldId="261"/>
            <ac:spMk id="3" creationId="{00000000-0000-0000-0000-000000000000}"/>
          </ac:spMkLst>
        </pc:spChg>
        <pc:spChg chg="add del mod">
          <ac:chgData name="Ms Alina Arshad" userId="cccdfd85-d35d-4453-9c6f-a463aae40722" providerId="ADAL" clId="{506AEF98-43AF-47E5-97BE-CEE6E380F332}" dt="2024-09-05T09:24:06.217" v="143" actId="478"/>
          <ac:spMkLst>
            <pc:docMk/>
            <pc:sldMk cId="0" sldId="261"/>
            <ac:spMk id="7" creationId="{9B225BDB-465A-3ADD-4CEC-29C7CC1832AD}"/>
          </ac:spMkLst>
        </pc:spChg>
        <pc:spChg chg="add mod">
          <ac:chgData name="Ms Alina Arshad" userId="cccdfd85-d35d-4453-9c6f-a463aae40722" providerId="ADAL" clId="{506AEF98-43AF-47E5-97BE-CEE6E380F332}" dt="2024-09-05T09:24:07.546" v="144"/>
          <ac:spMkLst>
            <pc:docMk/>
            <pc:sldMk cId="0" sldId="261"/>
            <ac:spMk id="8" creationId="{882DBBE7-BADA-A9F1-3050-34ED00C528A2}"/>
          </ac:spMkLst>
        </pc:spChg>
        <pc:graphicFrameChg chg="mod modGraphic">
          <ac:chgData name="Ms Alina Arshad" userId="cccdfd85-d35d-4453-9c6f-a463aae40722" providerId="ADAL" clId="{506AEF98-43AF-47E5-97BE-CEE6E380F332}" dt="2024-09-05T09:25:51.450" v="164" actId="207"/>
          <ac:graphicFrameMkLst>
            <pc:docMk/>
            <pc:sldMk cId="0" sldId="261"/>
            <ac:graphicFrameMk id="5" creationId="{00000000-0000-0000-0000-000000000000}"/>
          </ac:graphicFrameMkLst>
        </pc:graphicFrameChg>
        <pc:picChg chg="del">
          <ac:chgData name="Ms Alina Arshad" userId="cccdfd85-d35d-4453-9c6f-a463aae40722" providerId="ADAL" clId="{506AEF98-43AF-47E5-97BE-CEE6E380F332}" dt="2024-09-05T09:24:18.348" v="147" actId="478"/>
          <ac:picMkLst>
            <pc:docMk/>
            <pc:sldMk cId="0" sldId="261"/>
            <ac:picMk id="4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5T09:26:42.097" v="174" actId="207"/>
        <pc:sldMkLst>
          <pc:docMk/>
          <pc:sldMk cId="0" sldId="262"/>
        </pc:sldMkLst>
        <pc:spChg chg="mod">
          <ac:chgData name="Ms Alina Arshad" userId="cccdfd85-d35d-4453-9c6f-a463aae40722" providerId="ADAL" clId="{506AEF98-43AF-47E5-97BE-CEE6E380F332}" dt="2024-09-05T09:26:08.874" v="168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6:42.097" v="174" actId="207"/>
          <ac:spMkLst>
            <pc:docMk/>
            <pc:sldMk cId="0" sldId="262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5T09:27:22.823" v="183" actId="207"/>
        <pc:sldMkLst>
          <pc:docMk/>
          <pc:sldMk cId="0" sldId="263"/>
        </pc:sldMkLst>
        <pc:spChg chg="mod">
          <ac:chgData name="Ms Alina Arshad" userId="cccdfd85-d35d-4453-9c6f-a463aae40722" providerId="ADAL" clId="{506AEF98-43AF-47E5-97BE-CEE6E380F332}" dt="2024-09-05T09:26:56.430" v="178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7:22.823" v="183" actId="207"/>
          <ac:spMkLst>
            <pc:docMk/>
            <pc:sldMk cId="0" sldId="263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48:09.575" v="198" actId="404"/>
        <pc:sldMkLst>
          <pc:docMk/>
          <pc:sldMk cId="0" sldId="264"/>
        </pc:sldMkLst>
        <pc:spChg chg="mod">
          <ac:chgData name="Ms Alina Arshad" userId="cccdfd85-d35d-4453-9c6f-a463aae40722" providerId="ADAL" clId="{506AEF98-43AF-47E5-97BE-CEE6E380F332}" dt="2024-09-06T04:44:50.131" v="194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48:09.575" v="198" actId="404"/>
          <ac:spMkLst>
            <pc:docMk/>
            <pc:sldMk cId="0" sldId="264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49:09.787" v="209" actId="207"/>
        <pc:sldMkLst>
          <pc:docMk/>
          <pc:sldMk cId="0" sldId="265"/>
        </pc:sldMkLst>
        <pc:spChg chg="mod">
          <ac:chgData name="Ms Alina Arshad" userId="cccdfd85-d35d-4453-9c6f-a463aae40722" providerId="ADAL" clId="{506AEF98-43AF-47E5-97BE-CEE6E380F332}" dt="2024-09-06T04:48:27.833" v="203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49:09.787" v="209" actId="207"/>
          <ac:spMkLst>
            <pc:docMk/>
            <pc:sldMk cId="0" sldId="265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0:19.086" v="224" actId="207"/>
        <pc:sldMkLst>
          <pc:docMk/>
          <pc:sldMk cId="0" sldId="266"/>
        </pc:sldMkLst>
        <pc:spChg chg="mod">
          <ac:chgData name="Ms Alina Arshad" userId="cccdfd85-d35d-4453-9c6f-a463aae40722" providerId="ADAL" clId="{506AEF98-43AF-47E5-97BE-CEE6E380F332}" dt="2024-09-06T04:49:30.963" v="213" actId="113"/>
          <ac:spMkLst>
            <pc:docMk/>
            <pc:sldMk cId="0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50:19.086" v="224" actId="207"/>
          <ac:spMkLst>
            <pc:docMk/>
            <pc:sldMk cId="0" sldId="266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1:24.650" v="238" actId="207"/>
        <pc:sldMkLst>
          <pc:docMk/>
          <pc:sldMk cId="0" sldId="267"/>
        </pc:sldMkLst>
        <pc:spChg chg="mod">
          <ac:chgData name="Ms Alina Arshad" userId="cccdfd85-d35d-4453-9c6f-a463aae40722" providerId="ADAL" clId="{506AEF98-43AF-47E5-97BE-CEE6E380F332}" dt="2024-09-06T04:50:58.749" v="233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51:24.650" v="238" actId="207"/>
          <ac:spMkLst>
            <pc:docMk/>
            <pc:sldMk cId="0" sldId="267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1:56.787" v="247" actId="1076"/>
        <pc:sldMkLst>
          <pc:docMk/>
          <pc:sldMk cId="0" sldId="268"/>
        </pc:sldMkLst>
        <pc:spChg chg="mod">
          <ac:chgData name="Ms Alina Arshad" userId="cccdfd85-d35d-4453-9c6f-a463aae40722" providerId="ADAL" clId="{506AEF98-43AF-47E5-97BE-CEE6E380F332}" dt="2024-09-06T04:51:55.847" v="246" actId="1076"/>
          <ac:spMkLst>
            <pc:docMk/>
            <pc:sldMk cId="0" sldId="268"/>
            <ac:spMk id="2" creationId="{00000000-0000-0000-0000-000000000000}"/>
          </ac:spMkLst>
        </pc:spChg>
        <pc:picChg chg="mod">
          <ac:chgData name="Ms Alina Arshad" userId="cccdfd85-d35d-4453-9c6f-a463aae40722" providerId="ADAL" clId="{506AEF98-43AF-47E5-97BE-CEE6E380F332}" dt="2024-09-06T04:51:56.787" v="247" actId="1076"/>
          <ac:picMkLst>
            <pc:docMk/>
            <pc:sldMk cId="0" sldId="268"/>
            <ac:picMk id="3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10.571" v="252" actId="1076"/>
        <pc:sldMkLst>
          <pc:docMk/>
          <pc:sldMk cId="0" sldId="269"/>
        </pc:sldMkLst>
        <pc:picChg chg="mod">
          <ac:chgData name="Ms Alina Arshad" userId="cccdfd85-d35d-4453-9c6f-a463aae40722" providerId="ADAL" clId="{506AEF98-43AF-47E5-97BE-CEE6E380F332}" dt="2024-09-06T04:52:10.571" v="252" actId="1076"/>
          <ac:picMkLst>
            <pc:docMk/>
            <pc:sldMk cId="0" sldId="269"/>
            <ac:picMk id="2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20.805" v="255" actId="1076"/>
        <pc:sldMkLst>
          <pc:docMk/>
          <pc:sldMk cId="0" sldId="270"/>
        </pc:sldMkLst>
        <pc:picChg chg="mod">
          <ac:chgData name="Ms Alina Arshad" userId="cccdfd85-d35d-4453-9c6f-a463aae40722" providerId="ADAL" clId="{506AEF98-43AF-47E5-97BE-CEE6E380F332}" dt="2024-09-06T04:52:20.805" v="255" actId="1076"/>
          <ac:picMkLst>
            <pc:docMk/>
            <pc:sldMk cId="0" sldId="270"/>
            <ac:picMk id="2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59.227" v="271" actId="1076"/>
        <pc:sldMkLst>
          <pc:docMk/>
          <pc:sldMk cId="0" sldId="271"/>
        </pc:sldMkLst>
        <pc:spChg chg="mod">
          <ac:chgData name="Ms Alina Arshad" userId="cccdfd85-d35d-4453-9c6f-a463aae40722" providerId="ADAL" clId="{506AEF98-43AF-47E5-97BE-CEE6E380F332}" dt="2024-09-06T04:52:59.227" v="271" actId="1076"/>
          <ac:spMkLst>
            <pc:docMk/>
            <pc:sldMk cId="0" sldId="271"/>
            <ac:spMk id="2" creationId="{00000000-0000-0000-0000-000000000000}"/>
          </ac:spMkLst>
        </pc:spChg>
        <pc:picChg chg="mod">
          <ac:chgData name="Ms Alina Arshad" userId="cccdfd85-d35d-4453-9c6f-a463aae40722" providerId="ADAL" clId="{506AEF98-43AF-47E5-97BE-CEE6E380F332}" dt="2024-09-06T04:52:53.655" v="270" actId="14100"/>
          <ac:picMkLst>
            <pc:docMk/>
            <pc:sldMk cId="0" sldId="271"/>
            <ac:picMk id="3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5:00:31.482" v="282" actId="255"/>
        <pc:sldMkLst>
          <pc:docMk/>
          <pc:sldMk cId="0" sldId="272"/>
        </pc:sldMkLst>
        <pc:spChg chg="mod">
          <ac:chgData name="Ms Alina Arshad" userId="cccdfd85-d35d-4453-9c6f-a463aae40722" providerId="ADAL" clId="{506AEF98-43AF-47E5-97BE-CEE6E380F332}" dt="2024-09-06T04:53:12.362" v="275" actId="1076"/>
          <ac:spMkLst>
            <pc:docMk/>
            <pc:sldMk cId="0" sldId="272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0:31.482" v="282" actId="255"/>
          <ac:spMkLst>
            <pc:docMk/>
            <pc:sldMk cId="0" sldId="272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1:36.068" v="304" actId="113"/>
        <pc:sldMkLst>
          <pc:docMk/>
          <pc:sldMk cId="0" sldId="273"/>
        </pc:sldMkLst>
        <pc:spChg chg="mod">
          <ac:chgData name="Ms Alina Arshad" userId="cccdfd85-d35d-4453-9c6f-a463aae40722" providerId="ADAL" clId="{506AEF98-43AF-47E5-97BE-CEE6E380F332}" dt="2024-09-06T05:00:41.168" v="286" actId="113"/>
          <ac:spMkLst>
            <pc:docMk/>
            <pc:sldMk cId="0" sldId="273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1:36.068" v="304" actId="113"/>
          <ac:spMkLst>
            <pc:docMk/>
            <pc:sldMk cId="0" sldId="27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1:31.214" v="302" actId="113"/>
        <pc:sldMkLst>
          <pc:docMk/>
          <pc:sldMk cId="0" sldId="274"/>
        </pc:sldMkLst>
        <pc:spChg chg="mod">
          <ac:chgData name="Ms Alina Arshad" userId="cccdfd85-d35d-4453-9c6f-a463aae40722" providerId="ADAL" clId="{506AEF98-43AF-47E5-97BE-CEE6E380F332}" dt="2024-09-06T05:01:05.870" v="295" actId="113"/>
          <ac:spMkLst>
            <pc:docMk/>
            <pc:sldMk cId="0" sldId="274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1:31.214" v="302" actId="113"/>
          <ac:spMkLst>
            <pc:docMk/>
            <pc:sldMk cId="0" sldId="27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2:08.009" v="313" actId="207"/>
        <pc:sldMkLst>
          <pc:docMk/>
          <pc:sldMk cId="0" sldId="275"/>
        </pc:sldMkLst>
        <pc:spChg chg="mod">
          <ac:chgData name="Ms Alina Arshad" userId="cccdfd85-d35d-4453-9c6f-a463aae40722" providerId="ADAL" clId="{506AEF98-43AF-47E5-97BE-CEE6E380F332}" dt="2024-09-06T05:01:55.431" v="309" actId="1076"/>
          <ac:spMkLst>
            <pc:docMk/>
            <pc:sldMk cId="0" sldId="275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2:08.009" v="313" actId="207"/>
          <ac:spMkLst>
            <pc:docMk/>
            <pc:sldMk cId="0" sldId="275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506AEF98-43AF-47E5-97BE-CEE6E380F332}" dt="2024-09-05T09:06:19.247" v="16" actId="47"/>
        <pc:sldMkLst>
          <pc:docMk/>
          <pc:sldMk cId="0" sldId="395"/>
        </pc:sldMkLst>
      </pc:sldChg>
      <pc:sldChg chg="del">
        <pc:chgData name="Ms Alina Arshad" userId="cccdfd85-d35d-4453-9c6f-a463aae40722" providerId="ADAL" clId="{506AEF98-43AF-47E5-97BE-CEE6E380F332}" dt="2024-09-05T09:06:19.481" v="17" actId="47"/>
        <pc:sldMkLst>
          <pc:docMk/>
          <pc:sldMk cId="0" sldId="396"/>
        </pc:sldMkLst>
      </pc:sldChg>
      <pc:sldChg chg="del">
        <pc:chgData name="Ms Alina Arshad" userId="cccdfd85-d35d-4453-9c6f-a463aae40722" providerId="ADAL" clId="{506AEF98-43AF-47E5-97BE-CEE6E380F332}" dt="2024-09-05T09:06:18.950" v="15" actId="47"/>
        <pc:sldMkLst>
          <pc:docMk/>
          <pc:sldMk cId="0" sldId="397"/>
        </pc:sldMkLst>
      </pc:sldChg>
      <pc:sldMasterChg chg="delSldLayout">
        <pc:chgData name="Ms Alina Arshad" userId="cccdfd85-d35d-4453-9c6f-a463aae40722" providerId="ADAL" clId="{506AEF98-43AF-47E5-97BE-CEE6E380F332}" dt="2024-09-05T09:06:16.387" v="7" actId="47"/>
        <pc:sldMasterMkLst>
          <pc:docMk/>
          <pc:sldMasterMk cId="1090009938" sldId="2147483660"/>
        </pc:sldMasterMkLst>
        <pc:sldLayoutChg chg="del">
          <pc:chgData name="Ms Alina Arshad" userId="cccdfd85-d35d-4453-9c6f-a463aae40722" providerId="ADAL" clId="{506AEF98-43AF-47E5-97BE-CEE6E380F332}" dt="2024-09-05T09:06:16.387" v="7" actId="47"/>
          <pc:sldLayoutMkLst>
            <pc:docMk/>
            <pc:sldMasterMk cId="1090009938" sldId="2147483660"/>
            <pc:sldLayoutMk cId="678066955" sldId="2147483672"/>
          </pc:sldLayoutMkLst>
        </pc:sldLayoutChg>
      </pc:sldMasterChg>
    </pc:docChg>
  </pc:docChgLst>
  <pc:docChgLst>
    <pc:chgData name="Ms Alina Arshad" userId="cccdfd85-d35d-4453-9c6f-a463aae40722" providerId="ADAL" clId="{44991E72-28EC-43D4-9452-2984EF5D346D}"/>
    <pc:docChg chg="undo custSel addSld delSld modSld">
      <pc:chgData name="Ms Alina Arshad" userId="cccdfd85-d35d-4453-9c6f-a463aae40722" providerId="ADAL" clId="{44991E72-28EC-43D4-9452-2984EF5D346D}" dt="2024-09-03T04:23:54.014" v="592" actId="404"/>
      <pc:docMkLst>
        <pc:docMk/>
      </pc:docMkLst>
      <pc:sldChg chg="addSp delSp modSp mod">
        <pc:chgData name="Ms Alina Arshad" userId="cccdfd85-d35d-4453-9c6f-a463aae40722" providerId="ADAL" clId="{44991E72-28EC-43D4-9452-2984EF5D346D}" dt="2024-08-29T08:38:26.035" v="584" actId="27636"/>
        <pc:sldMkLst>
          <pc:docMk/>
          <pc:sldMk cId="3322361034" sldId="256"/>
        </pc:sldMkLst>
        <pc:spChg chg="mod">
          <ac:chgData name="Ms Alina Arshad" userId="cccdfd85-d35d-4453-9c6f-a463aae40722" providerId="ADAL" clId="{44991E72-28EC-43D4-9452-2984EF5D346D}" dt="2024-08-29T08:38:26.035" v="584" actId="27636"/>
          <ac:spMkLst>
            <pc:docMk/>
            <pc:sldMk cId="3322361034" sldId="256"/>
            <ac:spMk id="3" creationId="{44E9F82C-BBA7-3495-1097-BEDB54FFFDF4}"/>
          </ac:spMkLst>
        </pc:spChg>
        <pc:spChg chg="add del mod">
          <ac:chgData name="Ms Alina Arshad" userId="cccdfd85-d35d-4453-9c6f-a463aae40722" providerId="ADAL" clId="{44991E72-28EC-43D4-9452-2984EF5D346D}" dt="2024-08-29T06:58:40.247" v="81" actId="478"/>
          <ac:spMkLst>
            <pc:docMk/>
            <pc:sldMk cId="3322361034" sldId="256"/>
            <ac:spMk id="6" creationId="{DA71808B-1605-2E5A-9020-A111E2109C1E}"/>
          </ac:spMkLst>
        </pc:spChg>
      </pc:sldChg>
      <pc:sldChg chg="modSp add mod">
        <pc:chgData name="Ms Alina Arshad" userId="cccdfd85-d35d-4453-9c6f-a463aae40722" providerId="ADAL" clId="{44991E72-28EC-43D4-9452-2984EF5D346D}" dt="2024-08-29T07:36:47.319" v="127" actId="403"/>
        <pc:sldMkLst>
          <pc:docMk/>
          <pc:sldMk cId="0" sldId="258"/>
        </pc:sldMkLst>
        <pc:spChg chg="mod">
          <ac:chgData name="Ms Alina Arshad" userId="cccdfd85-d35d-4453-9c6f-a463aae40722" providerId="ADAL" clId="{44991E72-28EC-43D4-9452-2984EF5D346D}" dt="2024-08-29T07:36:47.319" v="127" actId="403"/>
          <ac:spMkLst>
            <pc:docMk/>
            <pc:sldMk cId="0" sldId="258"/>
            <ac:spMk id="3" creationId="{00000000-0000-0000-0000-000000000000}"/>
          </ac:spMkLst>
        </pc:spChg>
        <pc:graphicFrameChg chg="modGraphic">
          <ac:chgData name="Ms Alina Arshad" userId="cccdfd85-d35d-4453-9c6f-a463aae40722" providerId="ADAL" clId="{44991E72-28EC-43D4-9452-2984EF5D346D}" dt="2024-08-29T07:35:42.142" v="124" actId="207"/>
          <ac:graphicFrameMkLst>
            <pc:docMk/>
            <pc:sldMk cId="0" sldId="258"/>
            <ac:graphicFrameMk id="2" creationId="{00000000-0000-0000-0000-000000000000}"/>
          </ac:graphicFrameMkLst>
        </pc:graphicFrameChg>
      </pc:sldChg>
      <pc:sldChg chg="modSp add mod">
        <pc:chgData name="Ms Alina Arshad" userId="cccdfd85-d35d-4453-9c6f-a463aae40722" providerId="ADAL" clId="{44991E72-28EC-43D4-9452-2984EF5D346D}" dt="2024-08-29T07:40:55.749" v="147" actId="403"/>
        <pc:sldMkLst>
          <pc:docMk/>
          <pc:sldMk cId="0" sldId="259"/>
        </pc:sldMkLst>
        <pc:spChg chg="mod">
          <ac:chgData name="Ms Alina Arshad" userId="cccdfd85-d35d-4453-9c6f-a463aae40722" providerId="ADAL" clId="{44991E72-28EC-43D4-9452-2984EF5D346D}" dt="2024-08-29T07:37:18.868" v="132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7:40:55.749" v="147" actId="403"/>
          <ac:spMkLst>
            <pc:docMk/>
            <pc:sldMk cId="0" sldId="25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7:42:14.196" v="154" actId="1076"/>
        <pc:sldMkLst>
          <pc:docMk/>
          <pc:sldMk cId="0" sldId="260"/>
        </pc:sldMkLst>
        <pc:picChg chg="mod">
          <ac:chgData name="Ms Alina Arshad" userId="cccdfd85-d35d-4453-9c6f-a463aae40722" providerId="ADAL" clId="{44991E72-28EC-43D4-9452-2984EF5D346D}" dt="2024-08-29T07:42:14.196" v="154" actId="1076"/>
          <ac:picMkLst>
            <pc:docMk/>
            <pc:sldMk cId="0" sldId="260"/>
            <ac:picMk id="2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00:14.745" v="276" actId="404"/>
        <pc:sldMkLst>
          <pc:docMk/>
          <pc:sldMk cId="0" sldId="261"/>
        </pc:sldMkLst>
        <pc:spChg chg="mod">
          <ac:chgData name="Ms Alina Arshad" userId="cccdfd85-d35d-4453-9c6f-a463aae40722" providerId="ADAL" clId="{44991E72-28EC-43D4-9452-2984EF5D346D}" dt="2024-08-29T07:47:22.283" v="189" actId="403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0:14.745" v="276" actId="404"/>
          <ac:spMkLst>
            <pc:docMk/>
            <pc:sldMk cId="0" sldId="26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00:48.725" v="286" actId="1076"/>
        <pc:sldMkLst>
          <pc:docMk/>
          <pc:sldMk cId="0" sldId="262"/>
        </pc:sldMkLst>
        <pc:spChg chg="mod">
          <ac:chgData name="Ms Alina Arshad" userId="cccdfd85-d35d-4453-9c6f-a463aae40722" providerId="ADAL" clId="{44991E72-28EC-43D4-9452-2984EF5D346D}" dt="2024-08-29T08:00:32.710" v="281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0:48.725" v="286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07:44.108" v="385" actId="207"/>
        <pc:sldMkLst>
          <pc:docMk/>
          <pc:sldMk cId="0" sldId="263"/>
        </pc:sldMkLst>
        <pc:spChg chg="mod">
          <ac:chgData name="Ms Alina Arshad" userId="cccdfd85-d35d-4453-9c6f-a463aae40722" providerId="ADAL" clId="{44991E72-28EC-43D4-9452-2984EF5D346D}" dt="2024-08-29T08:01:34.730" v="295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7:44.108" v="385" actId="207"/>
          <ac:spMkLst>
            <pc:docMk/>
            <pc:sldMk cId="0" sldId="263"/>
            <ac:spMk id="4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07:38.875" v="384" actId="1076"/>
          <ac:picMkLst>
            <pc:docMk/>
            <pc:sldMk cId="0" sldId="263"/>
            <ac:picMk id="3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44991E72-28EC-43D4-9452-2984EF5D346D}" dt="2024-09-03T04:23:54.014" v="592" actId="404"/>
        <pc:sldMkLst>
          <pc:docMk/>
          <pc:sldMk cId="0" sldId="264"/>
        </pc:sldMkLst>
        <pc:spChg chg="mod">
          <ac:chgData name="Ms Alina Arshad" userId="cccdfd85-d35d-4453-9c6f-a463aae40722" providerId="ADAL" clId="{44991E72-28EC-43D4-9452-2984EF5D346D}" dt="2024-08-29T08:01:51.913" v="299" actId="403"/>
          <ac:spMkLst>
            <pc:docMk/>
            <pc:sldMk cId="0" sldId="264"/>
            <ac:spMk id="2" creationId="{00000000-0000-0000-0000-000000000000}"/>
          </ac:spMkLst>
        </pc:spChg>
        <pc:spChg chg="add del mod">
          <ac:chgData name="Ms Alina Arshad" userId="cccdfd85-d35d-4453-9c6f-a463aae40722" providerId="ADAL" clId="{44991E72-28EC-43D4-9452-2984EF5D346D}" dt="2024-09-03T04:23:15.630" v="585" actId="14100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Ms Alina Arshad" userId="cccdfd85-d35d-4453-9c6f-a463aae40722" providerId="ADAL" clId="{44991E72-28EC-43D4-9452-2984EF5D346D}" dt="2024-09-03T04:23:54.014" v="592" actId="404"/>
          <ac:spMkLst>
            <pc:docMk/>
            <pc:sldMk cId="0" sldId="264"/>
            <ac:spMk id="5" creationId="{F49829E9-2E92-A5C9-F182-CCE08B8090CD}"/>
          </ac:spMkLst>
        </pc:spChg>
      </pc:sldChg>
      <pc:sldChg chg="modSp add mod">
        <pc:chgData name="Ms Alina Arshad" userId="cccdfd85-d35d-4453-9c6f-a463aae40722" providerId="ADAL" clId="{44991E72-28EC-43D4-9452-2984EF5D346D}" dt="2024-08-29T08:04:14.004" v="338" actId="1076"/>
        <pc:sldMkLst>
          <pc:docMk/>
          <pc:sldMk cId="0" sldId="265"/>
        </pc:sldMkLst>
        <pc:spChg chg="mod">
          <ac:chgData name="Ms Alina Arshad" userId="cccdfd85-d35d-4453-9c6f-a463aae40722" providerId="ADAL" clId="{44991E72-28EC-43D4-9452-2984EF5D346D}" dt="2024-08-29T08:03:46.692" v="333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4:14.004" v="338" actId="1076"/>
          <ac:spMkLst>
            <pc:docMk/>
            <pc:sldMk cId="0" sldId="265"/>
            <ac:spMk id="3" creationId="{00000000-0000-0000-0000-000000000000}"/>
          </ac:spMkLst>
        </pc:spChg>
      </pc:sldChg>
      <pc:sldChg chg="delSp modSp add mod">
        <pc:chgData name="Ms Alina Arshad" userId="cccdfd85-d35d-4453-9c6f-a463aae40722" providerId="ADAL" clId="{44991E72-28EC-43D4-9452-2984EF5D346D}" dt="2024-08-29T08:09:29.823" v="407" actId="1076"/>
        <pc:sldMkLst>
          <pc:docMk/>
          <pc:sldMk cId="0" sldId="266"/>
        </pc:sldMkLst>
        <pc:spChg chg="del">
          <ac:chgData name="Ms Alina Arshad" userId="cccdfd85-d35d-4453-9c6f-a463aae40722" providerId="ADAL" clId="{44991E72-28EC-43D4-9452-2984EF5D346D}" dt="2024-08-29T08:04:22.645" v="339" actId="478"/>
          <ac:spMkLst>
            <pc:docMk/>
            <pc:sldMk cId="0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4:57.742" v="355" actId="14100"/>
          <ac:spMkLst>
            <pc:docMk/>
            <pc:sldMk cId="0" sldId="266"/>
            <ac:spMk id="10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8:49.436" v="389" actId="255"/>
          <ac:spMkLst>
            <pc:docMk/>
            <pc:sldMk cId="0" sldId="266"/>
            <ac:spMk id="11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9:05.110" v="399" actId="1076"/>
          <ac:spMkLst>
            <pc:docMk/>
            <pc:sldMk cId="0" sldId="266"/>
            <ac:spMk id="12" creationId="{00000000-0000-0000-0000-000000000000}"/>
          </ac:spMkLst>
        </pc:spChg>
        <pc:grpChg chg="del">
          <ac:chgData name="Ms Alina Arshad" userId="cccdfd85-d35d-4453-9c6f-a463aae40722" providerId="ADAL" clId="{44991E72-28EC-43D4-9452-2984EF5D346D}" dt="2024-08-29T08:04:26.410" v="342" actId="478"/>
          <ac:grpSpMkLst>
            <pc:docMk/>
            <pc:sldMk cId="0" sldId="266"/>
            <ac:grpSpMk id="7" creationId="{00000000-0000-0000-0000-000000000000}"/>
          </ac:grpSpMkLst>
        </pc:grpChg>
        <pc:picChg chg="del">
          <ac:chgData name="Ms Alina Arshad" userId="cccdfd85-d35d-4453-9c6f-a463aae40722" providerId="ADAL" clId="{44991E72-28EC-43D4-9452-2984EF5D346D}" dt="2024-08-29T08:04:28.128" v="344" actId="478"/>
          <ac:picMkLst>
            <pc:docMk/>
            <pc:sldMk cId="0" sldId="266"/>
            <ac:picMk id="3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5.816" v="341" actId="478"/>
          <ac:picMkLst>
            <pc:docMk/>
            <pc:sldMk cId="0" sldId="266"/>
            <ac:picMk id="4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7.456" v="343" actId="478"/>
          <ac:picMkLst>
            <pc:docMk/>
            <pc:sldMk cId="0" sldId="266"/>
            <ac:picMk id="5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4.113" v="340" actId="478"/>
          <ac:picMkLst>
            <pc:docMk/>
            <pc:sldMk cId="0" sldId="266"/>
            <ac:picMk id="6" creationId="{00000000-0000-0000-0000-000000000000}"/>
          </ac:picMkLst>
        </pc:picChg>
        <pc:picChg chg="mod">
          <ac:chgData name="Ms Alina Arshad" userId="cccdfd85-d35d-4453-9c6f-a463aae40722" providerId="ADAL" clId="{44991E72-28EC-43D4-9452-2984EF5D346D}" dt="2024-08-29T08:09:13.515" v="402" actId="1076"/>
          <ac:picMkLst>
            <pc:docMk/>
            <pc:sldMk cId="0" sldId="266"/>
            <ac:picMk id="13" creationId="{00000000-0000-0000-0000-000000000000}"/>
          </ac:picMkLst>
        </pc:picChg>
        <pc:picChg chg="mod modCrop">
          <ac:chgData name="Ms Alina Arshad" userId="cccdfd85-d35d-4453-9c6f-a463aae40722" providerId="ADAL" clId="{44991E72-28EC-43D4-9452-2984EF5D346D}" dt="2024-08-29T08:09:29.823" v="407" actId="1076"/>
          <ac:picMkLst>
            <pc:docMk/>
            <pc:sldMk cId="0" sldId="266"/>
            <ac:picMk id="14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13:35.878" v="445" actId="20577"/>
        <pc:sldMkLst>
          <pc:docMk/>
          <pc:sldMk cId="0" sldId="267"/>
        </pc:sldMkLst>
        <pc:spChg chg="mod">
          <ac:chgData name="Ms Alina Arshad" userId="cccdfd85-d35d-4453-9c6f-a463aae40722" providerId="ADAL" clId="{44991E72-28EC-43D4-9452-2984EF5D346D}" dt="2024-08-29T08:09:51.911" v="415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3:35.878" v="445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2:56.468" v="443" actId="12"/>
          <ac:spMkLst>
            <pc:docMk/>
            <pc:sldMk cId="0" sldId="267"/>
            <ac:spMk id="4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10:27.839" v="428" actId="14100"/>
          <ac:picMkLst>
            <pc:docMk/>
            <pc:sldMk cId="0" sldId="267"/>
            <ac:picMk id="5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17:58.105" v="481" actId="1076"/>
        <pc:sldMkLst>
          <pc:docMk/>
          <pc:sldMk cId="0" sldId="268"/>
        </pc:sldMkLst>
        <pc:spChg chg="mod">
          <ac:chgData name="Ms Alina Arshad" userId="cccdfd85-d35d-4453-9c6f-a463aae40722" providerId="ADAL" clId="{44991E72-28EC-43D4-9452-2984EF5D346D}" dt="2024-08-29T08:16:47.171" v="469" actId="403"/>
          <ac:spMkLst>
            <pc:docMk/>
            <pc:sldMk cId="0" sldId="268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7:49.888" v="478" actId="1076"/>
          <ac:spMkLst>
            <pc:docMk/>
            <pc:sldMk cId="0" sldId="268"/>
            <ac:spMk id="3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17:58.105" v="481" actId="1076"/>
          <ac:picMkLst>
            <pc:docMk/>
            <pc:sldMk cId="0" sldId="268"/>
            <ac:picMk id="4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20:16.085" v="509" actId="113"/>
        <pc:sldMkLst>
          <pc:docMk/>
          <pc:sldMk cId="0" sldId="269"/>
        </pc:sldMkLst>
        <pc:spChg chg="mod">
          <ac:chgData name="Ms Alina Arshad" userId="cccdfd85-d35d-4453-9c6f-a463aae40722" providerId="ADAL" clId="{44991E72-28EC-43D4-9452-2984EF5D346D}" dt="2024-08-29T08:20:16.085" v="509" actId="113"/>
          <ac:spMkLst>
            <pc:docMk/>
            <pc:sldMk cId="0" sldId="269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0:05.729" v="505" actId="113"/>
          <ac:spMkLst>
            <pc:docMk/>
            <pc:sldMk cId="0" sldId="26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21:54.031" v="544" actId="1076"/>
        <pc:sldMkLst>
          <pc:docMk/>
          <pc:sldMk cId="0" sldId="270"/>
        </pc:sldMkLst>
        <pc:spChg chg="mod">
          <ac:chgData name="Ms Alina Arshad" userId="cccdfd85-d35d-4453-9c6f-a463aae40722" providerId="ADAL" clId="{44991E72-28EC-43D4-9452-2984EF5D346D}" dt="2024-08-29T08:21:51.679" v="543" actId="403"/>
          <ac:spMkLst>
            <pc:docMk/>
            <pc:sldMk cId="0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1:54.031" v="544" actId="1076"/>
          <ac:spMkLst>
            <pc:docMk/>
            <pc:sldMk cId="0" sldId="27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23:44.454" v="571" actId="1076"/>
        <pc:sldMkLst>
          <pc:docMk/>
          <pc:sldMk cId="0" sldId="271"/>
        </pc:sldMkLst>
        <pc:spChg chg="mod">
          <ac:chgData name="Ms Alina Arshad" userId="cccdfd85-d35d-4453-9c6f-a463aae40722" providerId="ADAL" clId="{44991E72-28EC-43D4-9452-2984EF5D346D}" dt="2024-08-29T08:22:11.095" v="548" actId="403"/>
          <ac:spMkLst>
            <pc:docMk/>
            <pc:sldMk cId="0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3:44.454" v="571" actId="1076"/>
          <ac:spMkLst>
            <pc:docMk/>
            <pc:sldMk cId="0" sldId="27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38:06.899" v="582" actId="1076"/>
        <pc:sldMkLst>
          <pc:docMk/>
          <pc:sldMk cId="0" sldId="272"/>
        </pc:sldMkLst>
        <pc:spChg chg="mod">
          <ac:chgData name="Ms Alina Arshad" userId="cccdfd85-d35d-4453-9c6f-a463aae40722" providerId="ADAL" clId="{44991E72-28EC-43D4-9452-2984EF5D346D}" dt="2024-08-29T08:38:00.463" v="578" actId="1076"/>
          <ac:spMkLst>
            <pc:docMk/>
            <pc:sldMk cId="0" sldId="272"/>
            <ac:spMk id="2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38:06.899" v="582" actId="1076"/>
          <ac:picMkLst>
            <pc:docMk/>
            <pc:sldMk cId="0" sldId="272"/>
            <ac:picMk id="3" creationId="{00000000-0000-0000-0000-000000000000}"/>
          </ac:picMkLst>
        </pc:picChg>
      </pc:sldChg>
      <pc:sldChg chg="del">
        <pc:chgData name="Ms Alina Arshad" userId="cccdfd85-d35d-4453-9c6f-a463aae40722" providerId="ADAL" clId="{44991E72-28EC-43D4-9452-2984EF5D346D}" dt="2024-08-29T07:33:57.889" v="92" actId="47"/>
        <pc:sldMkLst>
          <pc:docMk/>
          <pc:sldMk cId="2226389095" sldId="301"/>
        </pc:sldMkLst>
      </pc:sldChg>
      <pc:sldChg chg="del">
        <pc:chgData name="Ms Alina Arshad" userId="cccdfd85-d35d-4453-9c6f-a463aae40722" providerId="ADAL" clId="{44991E72-28EC-43D4-9452-2984EF5D346D}" dt="2024-08-29T07:33:58.045" v="93" actId="47"/>
        <pc:sldMkLst>
          <pc:docMk/>
          <pc:sldMk cId="1203345699" sldId="302"/>
        </pc:sldMkLst>
      </pc:sldChg>
      <pc:sldChg chg="del">
        <pc:chgData name="Ms Alina Arshad" userId="cccdfd85-d35d-4453-9c6f-a463aae40722" providerId="ADAL" clId="{44991E72-28EC-43D4-9452-2984EF5D346D}" dt="2024-08-29T07:34:01.341" v="99" actId="47"/>
        <pc:sldMkLst>
          <pc:docMk/>
          <pc:sldMk cId="1723003181" sldId="308"/>
        </pc:sldMkLst>
      </pc:sldChg>
      <pc:sldChg chg="del">
        <pc:chgData name="Ms Alina Arshad" userId="cccdfd85-d35d-4453-9c6f-a463aae40722" providerId="ADAL" clId="{44991E72-28EC-43D4-9452-2984EF5D346D}" dt="2024-08-29T07:34:02.716" v="101" actId="47"/>
        <pc:sldMkLst>
          <pc:docMk/>
          <pc:sldMk cId="126494912" sldId="310"/>
        </pc:sldMkLst>
      </pc:sldChg>
      <pc:sldChg chg="del">
        <pc:chgData name="Ms Alina Arshad" userId="cccdfd85-d35d-4453-9c6f-a463aae40722" providerId="ADAL" clId="{44991E72-28EC-43D4-9452-2984EF5D346D}" dt="2024-08-29T07:34:02.013" v="100" actId="47"/>
        <pc:sldMkLst>
          <pc:docMk/>
          <pc:sldMk cId="0" sldId="324"/>
        </pc:sldMkLst>
      </pc:sldChg>
      <pc:sldChg chg="del">
        <pc:chgData name="Ms Alina Arshad" userId="cccdfd85-d35d-4453-9c6f-a463aae40722" providerId="ADAL" clId="{44991E72-28EC-43D4-9452-2984EF5D346D}" dt="2024-08-29T07:33:57.561" v="90" actId="47"/>
        <pc:sldMkLst>
          <pc:docMk/>
          <pc:sldMk cId="0" sldId="325"/>
        </pc:sldMkLst>
      </pc:sldChg>
      <pc:sldChg chg="del">
        <pc:chgData name="Ms Alina Arshad" userId="cccdfd85-d35d-4453-9c6f-a463aae40722" providerId="ADAL" clId="{44991E72-28EC-43D4-9452-2984EF5D346D}" dt="2024-08-29T07:33:59.764" v="97" actId="47"/>
        <pc:sldMkLst>
          <pc:docMk/>
          <pc:sldMk cId="0" sldId="332"/>
        </pc:sldMkLst>
      </pc:sldChg>
      <pc:sldChg chg="del">
        <pc:chgData name="Ms Alina Arshad" userId="cccdfd85-d35d-4453-9c6f-a463aae40722" providerId="ADAL" clId="{44991E72-28EC-43D4-9452-2984EF5D346D}" dt="2024-08-29T07:34:03.434" v="102" actId="47"/>
        <pc:sldMkLst>
          <pc:docMk/>
          <pc:sldMk cId="0" sldId="334"/>
        </pc:sldMkLst>
      </pc:sldChg>
      <pc:sldChg chg="del">
        <pc:chgData name="Ms Alina Arshad" userId="cccdfd85-d35d-4453-9c6f-a463aae40722" providerId="ADAL" clId="{44991E72-28EC-43D4-9452-2984EF5D346D}" dt="2024-08-29T07:34:04.278" v="103" actId="47"/>
        <pc:sldMkLst>
          <pc:docMk/>
          <pc:sldMk cId="0" sldId="335"/>
        </pc:sldMkLst>
      </pc:sldChg>
      <pc:sldChg chg="del">
        <pc:chgData name="Ms Alina Arshad" userId="cccdfd85-d35d-4453-9c6f-a463aae40722" providerId="ADAL" clId="{44991E72-28EC-43D4-9452-2984EF5D346D}" dt="2024-08-29T07:34:05.012" v="104" actId="47"/>
        <pc:sldMkLst>
          <pc:docMk/>
          <pc:sldMk cId="0" sldId="336"/>
        </pc:sldMkLst>
      </pc:sldChg>
      <pc:sldChg chg="del">
        <pc:chgData name="Ms Alina Arshad" userId="cccdfd85-d35d-4453-9c6f-a463aae40722" providerId="ADAL" clId="{44991E72-28EC-43D4-9452-2984EF5D346D}" dt="2024-08-29T07:34:05.606" v="105" actId="47"/>
        <pc:sldMkLst>
          <pc:docMk/>
          <pc:sldMk cId="0" sldId="337"/>
        </pc:sldMkLst>
      </pc:sldChg>
      <pc:sldChg chg="del">
        <pc:chgData name="Ms Alina Arshad" userId="cccdfd85-d35d-4453-9c6f-a463aae40722" providerId="ADAL" clId="{44991E72-28EC-43D4-9452-2984EF5D346D}" dt="2024-08-29T07:33:58.951" v="96" actId="47"/>
        <pc:sldMkLst>
          <pc:docMk/>
          <pc:sldMk cId="0" sldId="361"/>
        </pc:sldMkLst>
      </pc:sldChg>
      <pc:sldChg chg="del">
        <pc:chgData name="Ms Alina Arshad" userId="cccdfd85-d35d-4453-9c6f-a463aae40722" providerId="ADAL" clId="{44991E72-28EC-43D4-9452-2984EF5D346D}" dt="2024-08-29T07:33:57.780" v="91" actId="47"/>
        <pc:sldMkLst>
          <pc:docMk/>
          <pc:sldMk cId="0" sldId="368"/>
        </pc:sldMkLst>
      </pc:sldChg>
      <pc:sldChg chg="del">
        <pc:chgData name="Ms Alina Arshad" userId="cccdfd85-d35d-4453-9c6f-a463aae40722" providerId="ADAL" clId="{44991E72-28EC-43D4-9452-2984EF5D346D}" dt="2024-08-29T07:33:58.186" v="94" actId="47"/>
        <pc:sldMkLst>
          <pc:docMk/>
          <pc:sldMk cId="2092443423" sldId="380"/>
        </pc:sldMkLst>
      </pc:sldChg>
      <pc:sldChg chg="del">
        <pc:chgData name="Ms Alina Arshad" userId="cccdfd85-d35d-4453-9c6f-a463aae40722" providerId="ADAL" clId="{44991E72-28EC-43D4-9452-2984EF5D346D}" dt="2024-08-29T07:33:58.358" v="95" actId="47"/>
        <pc:sldMkLst>
          <pc:docMk/>
          <pc:sldMk cId="80739059" sldId="381"/>
        </pc:sldMkLst>
      </pc:sldChg>
      <pc:sldChg chg="del">
        <pc:chgData name="Ms Alina Arshad" userId="cccdfd85-d35d-4453-9c6f-a463aae40722" providerId="ADAL" clId="{44991E72-28EC-43D4-9452-2984EF5D346D}" dt="2024-08-29T07:34:00.295" v="98" actId="47"/>
        <pc:sldMkLst>
          <pc:docMk/>
          <pc:sldMk cId="858854176" sldId="3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0151-A221-46B3-A769-373FDD9A38FB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BEA5B-0F90-491B-8570-2B3910989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37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631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977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5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9B51B5-5729-4227-8149-0FFB0D6660E2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8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9B51B5-5729-4227-8149-0FFB0D6660E2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lina.arshad@nu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B019-E1ED-7643-5A50-74CEA7F4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35" y="116380"/>
            <a:ext cx="11588435" cy="3065732"/>
          </a:xfrm>
        </p:spPr>
        <p:txBody>
          <a:bodyPr/>
          <a:lstStyle/>
          <a:p>
            <a:pPr algn="ctr"/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Database Systems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9F82C-BBA7-3495-1097-BEDB54FFF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6709" y="3675889"/>
            <a:ext cx="8493967" cy="1922731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Lecture 1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  <a:cs typeface="Calibri"/>
              </a:rPr>
              <a:t>Chapter</a:t>
            </a:r>
            <a:r>
              <a:rPr lang="en-US" sz="3600" b="1" spc="-5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3600" b="1" dirty="0">
                <a:solidFill>
                  <a:schemeClr val="tx1"/>
                </a:solidFill>
                <a:cs typeface="Calibri"/>
              </a:rPr>
              <a:t>#</a:t>
            </a:r>
            <a:r>
              <a:rPr lang="en-US" sz="3600" b="1" spc="-75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3600" b="1" spc="-50" dirty="0">
                <a:solidFill>
                  <a:schemeClr val="tx1"/>
                </a:solidFill>
                <a:cs typeface="Calibri"/>
              </a:rPr>
              <a:t>6 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  <a:cs typeface="Calibri"/>
              </a:rPr>
              <a:t>Basic</a:t>
            </a:r>
            <a:r>
              <a:rPr lang="en-US" sz="3600" b="1" spc="-7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3600" b="1" spc="-25" dirty="0">
                <a:solidFill>
                  <a:schemeClr val="tx1"/>
                </a:solidFill>
                <a:cs typeface="Calibri"/>
              </a:rPr>
              <a:t>SQL</a:t>
            </a:r>
            <a:endParaRPr lang="en-US" sz="3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E143E-53E3-798D-07E7-8D85DD770A95}"/>
              </a:ext>
            </a:extLst>
          </p:cNvPr>
          <p:cNvSpPr txBox="1"/>
          <p:nvPr/>
        </p:nvSpPr>
        <p:spPr>
          <a:xfrm>
            <a:off x="8094529" y="5374233"/>
            <a:ext cx="43977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Alina Arshad</a:t>
            </a:r>
          </a:p>
          <a:p>
            <a:pPr algn="ctr"/>
            <a:r>
              <a:rPr lang="en-US" sz="2800" dirty="0">
                <a:cs typeface="Times New Roman" panose="02020603050405020304" pitchFamily="18" charset="0"/>
                <a:hlinkClick r:id="rId3"/>
              </a:rPr>
              <a:t>alina.arshad@nu.edu.pk</a:t>
            </a:r>
            <a:endParaRPr lang="en-U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6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3137" y="1043229"/>
            <a:ext cx="10058400" cy="714555"/>
          </a:xfrm>
          <a:prstGeom prst="rect">
            <a:avLst/>
          </a:prstGeom>
        </p:spPr>
        <p:txBody>
          <a:bodyPr vert="horz" wrap="square" lIns="0" tIns="89535" rIns="0" bIns="0" rtlCol="0" anchor="b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b="1" dirty="0">
                <a:solidFill>
                  <a:schemeClr val="tx1"/>
                </a:solidFill>
              </a:rPr>
              <a:t>Basic</a:t>
            </a:r>
            <a:r>
              <a:rPr b="1" spc="-210" dirty="0">
                <a:solidFill>
                  <a:schemeClr val="tx1"/>
                </a:solidFill>
              </a:rPr>
              <a:t> </a:t>
            </a:r>
            <a:r>
              <a:rPr b="1" spc="-40" dirty="0">
                <a:solidFill>
                  <a:schemeClr val="tx1"/>
                </a:solidFill>
              </a:rPr>
              <a:t>SQL(Structured</a:t>
            </a:r>
            <a:r>
              <a:rPr b="1" spc="-210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Query language)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3137" y="1890290"/>
            <a:ext cx="10356980" cy="3538661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029" marR="5080" indent="-227329">
              <a:lnSpc>
                <a:spcPct val="8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Calibri"/>
              </a:rPr>
              <a:t>SQL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Actually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comes</a:t>
            </a:r>
            <a:r>
              <a:rPr sz="2400" spc="-75" dirty="0">
                <a:cs typeface="Calibri"/>
              </a:rPr>
              <a:t> </a:t>
            </a:r>
            <a:r>
              <a:rPr sz="2400" dirty="0">
                <a:cs typeface="Calibri"/>
              </a:rPr>
              <a:t>from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word</a:t>
            </a:r>
            <a:r>
              <a:rPr sz="2400" spc="-80" dirty="0">
                <a:cs typeface="Calibri"/>
              </a:rPr>
              <a:t> </a:t>
            </a:r>
            <a:r>
              <a:rPr sz="2400" spc="-35" dirty="0">
                <a:cs typeface="Calibri"/>
              </a:rPr>
              <a:t>“SEQUEL”</a:t>
            </a:r>
            <a:r>
              <a:rPr sz="2400" spc="-6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which </a:t>
            </a:r>
            <a:r>
              <a:rPr sz="2400" dirty="0">
                <a:cs typeface="Calibri"/>
              </a:rPr>
              <a:t>was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40" dirty="0">
                <a:cs typeface="Calibri"/>
              </a:rPr>
              <a:t> </a:t>
            </a:r>
            <a:r>
              <a:rPr sz="2400" dirty="0">
                <a:cs typeface="Calibri"/>
              </a:rPr>
              <a:t>original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term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used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in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paper:</a:t>
            </a:r>
            <a:r>
              <a:rPr sz="2400" spc="-5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“SEQUEL </a:t>
            </a:r>
            <a:r>
              <a:rPr sz="2400" dirty="0">
                <a:cs typeface="Calibri"/>
              </a:rPr>
              <a:t>TO</a:t>
            </a:r>
            <a:r>
              <a:rPr sz="2400" spc="-100" dirty="0">
                <a:cs typeface="Calibri"/>
              </a:rPr>
              <a:t> </a:t>
            </a:r>
            <a:r>
              <a:rPr sz="2400" dirty="0">
                <a:cs typeface="Calibri"/>
              </a:rPr>
              <a:t>SQUARE”</a:t>
            </a:r>
            <a:r>
              <a:rPr sz="2400" spc="-80" dirty="0">
                <a:cs typeface="Calibri"/>
              </a:rPr>
              <a:t> </a:t>
            </a:r>
            <a:r>
              <a:rPr sz="2400" dirty="0">
                <a:cs typeface="Calibri"/>
              </a:rPr>
              <a:t>by</a:t>
            </a:r>
            <a:r>
              <a:rPr sz="2400" spc="-90" dirty="0">
                <a:cs typeface="Calibri"/>
              </a:rPr>
              <a:t> </a:t>
            </a:r>
            <a:r>
              <a:rPr sz="2400" dirty="0">
                <a:cs typeface="Calibri"/>
              </a:rPr>
              <a:t>Chamberlin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and</a:t>
            </a:r>
            <a:r>
              <a:rPr sz="2400" spc="-9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Boyce. Pronounced</a:t>
            </a:r>
            <a:r>
              <a:rPr sz="2400" spc="-15" dirty="0">
                <a:cs typeface="Calibri"/>
              </a:rPr>
              <a:t> </a:t>
            </a:r>
            <a:r>
              <a:rPr sz="2400" dirty="0">
                <a:cs typeface="Calibri"/>
              </a:rPr>
              <a:t>as</a:t>
            </a:r>
            <a:r>
              <a:rPr sz="2400" spc="-6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S-</a:t>
            </a:r>
            <a:r>
              <a:rPr sz="2400" spc="-25" dirty="0">
                <a:cs typeface="Calibri"/>
              </a:rPr>
              <a:t>Q-</a:t>
            </a:r>
            <a:r>
              <a:rPr sz="2400" dirty="0">
                <a:cs typeface="Calibri"/>
              </a:rPr>
              <a:t>L</a:t>
            </a:r>
            <a:r>
              <a:rPr sz="2400" spc="-35" dirty="0">
                <a:cs typeface="Calibri"/>
              </a:rPr>
              <a:t> </a:t>
            </a:r>
            <a:r>
              <a:rPr sz="2400" dirty="0">
                <a:cs typeface="Calibri"/>
              </a:rPr>
              <a:t>or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sometimes</a:t>
            </a:r>
            <a:r>
              <a:rPr sz="2400" spc="-40" dirty="0">
                <a:cs typeface="Calibri"/>
              </a:rPr>
              <a:t> </a:t>
            </a:r>
            <a:r>
              <a:rPr sz="2400" dirty="0">
                <a:cs typeface="Calibri"/>
              </a:rPr>
              <a:t>as</a:t>
            </a:r>
            <a:r>
              <a:rPr sz="2400" spc="-5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See-Quell.</a:t>
            </a:r>
            <a:endParaRPr lang="en-US" sz="2400" spc="-10" dirty="0">
              <a:cs typeface="Calibri"/>
            </a:endParaRPr>
          </a:p>
          <a:p>
            <a:pPr marL="12700" marR="5080">
              <a:lnSpc>
                <a:spcPct val="80000"/>
              </a:lnSpc>
              <a:spcBef>
                <a:spcPts val="770"/>
              </a:spcBef>
              <a:tabLst>
                <a:tab pos="241300" algn="l"/>
              </a:tabLst>
            </a:pPr>
            <a:endParaRPr sz="2400" dirty="0">
              <a:cs typeface="Calibri"/>
            </a:endParaRPr>
          </a:p>
          <a:p>
            <a:pPr marL="240029" marR="489584" indent="-227329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Calibri"/>
              </a:rPr>
              <a:t>SQL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(Structured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Query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Language)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is</a:t>
            </a:r>
            <a:r>
              <a:rPr sz="2400" spc="-75" dirty="0">
                <a:cs typeface="Calibri"/>
              </a:rPr>
              <a:t> </a:t>
            </a:r>
            <a:r>
              <a:rPr sz="2400" dirty="0">
                <a:cs typeface="Calibri"/>
              </a:rPr>
              <a:t>used</a:t>
            </a:r>
            <a:r>
              <a:rPr sz="2400" spc="-40" dirty="0">
                <a:cs typeface="Calibri"/>
              </a:rPr>
              <a:t> </a:t>
            </a:r>
            <a:r>
              <a:rPr sz="2400" spc="-25" dirty="0">
                <a:cs typeface="Calibri"/>
              </a:rPr>
              <a:t>to </a:t>
            </a:r>
            <a:r>
              <a:rPr sz="2400" dirty="0">
                <a:cs typeface="Calibri"/>
              </a:rPr>
              <a:t>perform</a:t>
            </a:r>
            <a:r>
              <a:rPr sz="2400" spc="-8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operations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on</a:t>
            </a:r>
            <a:r>
              <a:rPr sz="2400" spc="-80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8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records</a:t>
            </a:r>
            <a:r>
              <a:rPr sz="2400" spc="-7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stored</a:t>
            </a:r>
            <a:r>
              <a:rPr sz="2400" spc="-80" dirty="0">
                <a:cs typeface="Calibri"/>
              </a:rPr>
              <a:t> </a:t>
            </a:r>
            <a:r>
              <a:rPr sz="2400" dirty="0">
                <a:cs typeface="Calibri"/>
              </a:rPr>
              <a:t>in</a:t>
            </a:r>
            <a:r>
              <a:rPr sz="2400" spc="-75" dirty="0">
                <a:cs typeface="Calibri"/>
              </a:rPr>
              <a:t> </a:t>
            </a:r>
            <a:r>
              <a:rPr sz="2400" spc="-25" dirty="0">
                <a:cs typeface="Calibri"/>
              </a:rPr>
              <a:t>the </a:t>
            </a:r>
            <a:r>
              <a:rPr sz="2400" spc="-10" dirty="0">
                <a:cs typeface="Calibri"/>
              </a:rPr>
              <a:t>database,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such</a:t>
            </a:r>
            <a:r>
              <a:rPr sz="2400" spc="-45" dirty="0">
                <a:cs typeface="Calibri"/>
              </a:rPr>
              <a:t> </a:t>
            </a:r>
            <a:r>
              <a:rPr sz="2400" spc="-25" dirty="0">
                <a:cs typeface="Calibri"/>
              </a:rPr>
              <a:t>as:</a:t>
            </a:r>
            <a:endParaRPr sz="2400" dirty="0">
              <a:cs typeface="Calibri"/>
            </a:endParaRPr>
          </a:p>
          <a:p>
            <a:pPr marL="697230" lvl="1" indent="-227329">
              <a:lnSpc>
                <a:spcPts val="2790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cs typeface="Calibri"/>
              </a:rPr>
              <a:t>Updating</a:t>
            </a:r>
            <a:r>
              <a:rPr sz="2400" spc="-5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records</a:t>
            </a:r>
            <a:endParaRPr sz="2400" dirty="0">
              <a:cs typeface="Calibri"/>
            </a:endParaRPr>
          </a:p>
          <a:p>
            <a:pPr marL="697230" lvl="1" indent="-227329">
              <a:lnSpc>
                <a:spcPts val="2805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cs typeface="Calibri"/>
              </a:rPr>
              <a:t>Inserting</a:t>
            </a:r>
            <a:r>
              <a:rPr sz="2400" spc="-6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records</a:t>
            </a:r>
            <a:endParaRPr sz="2400" dirty="0">
              <a:cs typeface="Calibri"/>
            </a:endParaRPr>
          </a:p>
          <a:p>
            <a:pPr marL="697230" lvl="1" indent="-227329">
              <a:lnSpc>
                <a:spcPts val="2800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cs typeface="Calibri"/>
              </a:rPr>
              <a:t>Deleting</a:t>
            </a:r>
            <a:r>
              <a:rPr sz="2400" spc="-10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records</a:t>
            </a:r>
            <a:endParaRPr sz="2400" dirty="0">
              <a:cs typeface="Calibri"/>
            </a:endParaRPr>
          </a:p>
          <a:p>
            <a:pPr marL="697230" lvl="1" indent="-227329">
              <a:lnSpc>
                <a:spcPts val="2845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cs typeface="Calibri"/>
              </a:rPr>
              <a:t>Creating</a:t>
            </a:r>
            <a:r>
              <a:rPr sz="2400" spc="-75" dirty="0">
                <a:cs typeface="Calibri"/>
              </a:rPr>
              <a:t> </a:t>
            </a:r>
            <a:r>
              <a:rPr sz="2400" dirty="0">
                <a:cs typeface="Calibri"/>
              </a:rPr>
              <a:t>and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modifying</a:t>
            </a:r>
            <a:r>
              <a:rPr sz="2400" spc="-6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database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tables,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views,</a:t>
            </a:r>
            <a:r>
              <a:rPr sz="2400" spc="-55" dirty="0">
                <a:cs typeface="Calibri"/>
              </a:rPr>
              <a:t> </a:t>
            </a:r>
            <a:r>
              <a:rPr sz="2400" spc="-20" dirty="0">
                <a:cs typeface="Calibri"/>
              </a:rPr>
              <a:t>etc.</a:t>
            </a:r>
            <a:endParaRPr sz="2400" dirty="0"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9673" y="970524"/>
            <a:ext cx="5742496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Attribute</a:t>
            </a:r>
            <a:r>
              <a:rPr b="1" spc="-18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Data</a:t>
            </a:r>
            <a:r>
              <a:rPr b="1" spc="-170" dirty="0">
                <a:solidFill>
                  <a:schemeClr val="tx1"/>
                </a:solidFill>
              </a:rPr>
              <a:t> </a:t>
            </a:r>
            <a:r>
              <a:rPr b="1" spc="-35" dirty="0">
                <a:solidFill>
                  <a:schemeClr val="tx1"/>
                </a:solidFill>
              </a:rPr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4000" y="1791627"/>
            <a:ext cx="3141306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cs typeface="Calibri" panose="020F0502020204030204" pitchFamily="34" charset="0"/>
              </a:rPr>
              <a:t>Numeric</a:t>
            </a:r>
            <a:r>
              <a:rPr sz="2800" b="1" spc="-75" dirty="0">
                <a:cs typeface="Calibri" panose="020F0502020204030204" pitchFamily="34" charset="0"/>
              </a:rPr>
              <a:t> </a:t>
            </a:r>
            <a:r>
              <a:rPr sz="2800" b="1" dirty="0">
                <a:cs typeface="Calibri" panose="020F0502020204030204" pitchFamily="34" charset="0"/>
              </a:rPr>
              <a:t>data</a:t>
            </a:r>
            <a:r>
              <a:rPr sz="2800" b="1" spc="-75" dirty="0">
                <a:cs typeface="Calibri" panose="020F0502020204030204" pitchFamily="34" charset="0"/>
              </a:rPr>
              <a:t> </a:t>
            </a:r>
            <a:r>
              <a:rPr sz="2800" b="1" spc="-10" dirty="0">
                <a:cs typeface="Calibri" panose="020F0502020204030204" pitchFamily="34" charset="0"/>
              </a:rPr>
              <a:t>types</a:t>
            </a:r>
            <a:endParaRPr sz="2800" b="1" dirty="0">
              <a:cs typeface="Calibri" panose="020F0502020204030204" pitchFamily="34" charset="0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667465"/>
              </p:ext>
            </p:extLst>
          </p:nvPr>
        </p:nvGraphicFramePr>
        <p:xfrm>
          <a:off x="1150774" y="2345674"/>
          <a:ext cx="10344539" cy="38084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7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7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644"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b="1" spc="-10" dirty="0">
                          <a:latin typeface="+mn-lt"/>
                          <a:cs typeface="Calibri"/>
                        </a:rPr>
                        <a:t>SMALLINT(size)</a:t>
                      </a:r>
                      <a:endParaRPr sz="1600" b="1" dirty="0">
                        <a:latin typeface="+mn-lt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115" marR="10280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dirty="0">
                          <a:latin typeface="+mn-lt"/>
                          <a:cs typeface="Calibri"/>
                        </a:rPr>
                        <a:t>A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small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integer.</a:t>
                      </a:r>
                      <a:r>
                        <a:rPr sz="160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Signed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range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is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from</a:t>
                      </a:r>
                      <a:r>
                        <a:rPr sz="1600" spc="-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-32768</a:t>
                      </a:r>
                      <a:r>
                        <a:rPr sz="160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to</a:t>
                      </a:r>
                      <a:r>
                        <a:rPr sz="1600" spc="-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32767.</a:t>
                      </a:r>
                      <a:r>
                        <a:rPr sz="160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Unsigned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range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is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from</a:t>
                      </a:r>
                      <a:r>
                        <a:rPr sz="1600" spc="-5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0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to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65535.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The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size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parameter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specifies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the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maximum</a:t>
                      </a:r>
                      <a:r>
                        <a:rPr sz="1600" spc="-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display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width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(which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is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+mn-lt"/>
                          <a:cs typeface="Calibri"/>
                        </a:rPr>
                        <a:t>255)</a:t>
                      </a:r>
                      <a:endParaRPr sz="1600">
                        <a:latin typeface="+mn-lt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644"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b="1" spc="-25" dirty="0">
                          <a:latin typeface="+mn-lt"/>
                          <a:cs typeface="Calibri"/>
                        </a:rPr>
                        <a:t>INT</a:t>
                      </a:r>
                      <a:endParaRPr sz="1600" b="1" dirty="0">
                        <a:latin typeface="+mn-lt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115" marR="43053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dirty="0">
                          <a:latin typeface="+mn-lt"/>
                          <a:cs typeface="Calibri"/>
                        </a:rPr>
                        <a:t>A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medium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integer.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Signed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range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is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from</a:t>
                      </a:r>
                      <a:r>
                        <a:rPr sz="1600" spc="-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-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2147483648</a:t>
                      </a:r>
                      <a:r>
                        <a:rPr sz="160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to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2147483647.</a:t>
                      </a:r>
                      <a:r>
                        <a:rPr sz="1600" spc="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Unsigned</a:t>
                      </a:r>
                      <a:r>
                        <a:rPr sz="160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range</a:t>
                      </a:r>
                      <a:r>
                        <a:rPr sz="160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is</a:t>
                      </a:r>
                      <a:r>
                        <a:rPr sz="160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from</a:t>
                      </a:r>
                      <a:r>
                        <a:rPr sz="1600" spc="-6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0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to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4294967295.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The</a:t>
                      </a:r>
                      <a:r>
                        <a:rPr sz="160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size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parameter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specifies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the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maximum</a:t>
                      </a:r>
                      <a:r>
                        <a:rPr sz="1600" spc="-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display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width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(which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is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+mn-lt"/>
                          <a:cs typeface="Calibri"/>
                        </a:rPr>
                        <a:t>255)</a:t>
                      </a:r>
                      <a:endParaRPr sz="1600" dirty="0">
                        <a:latin typeface="+mn-lt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927"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b="1" spc="-10" dirty="0">
                          <a:latin typeface="+mn-lt"/>
                          <a:cs typeface="Calibri"/>
                        </a:rPr>
                        <a:t>INTEGER</a:t>
                      </a:r>
                      <a:endParaRPr sz="1600" b="1" dirty="0">
                        <a:latin typeface="+mn-lt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dirty="0">
                          <a:latin typeface="+mn-lt"/>
                          <a:cs typeface="Calibri"/>
                        </a:rPr>
                        <a:t>Equal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to</a:t>
                      </a:r>
                      <a:r>
                        <a:rPr sz="1600" spc="-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INT(size)</a:t>
                      </a:r>
                      <a:endParaRPr sz="1600" dirty="0">
                        <a:latin typeface="+mn-lt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4442"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b="1" spc="-10" dirty="0">
                          <a:latin typeface="+mn-lt"/>
                          <a:cs typeface="Calibri"/>
                        </a:rPr>
                        <a:t>FLOAT(p)</a:t>
                      </a:r>
                      <a:endParaRPr sz="1600" b="1" dirty="0">
                        <a:latin typeface="+mn-lt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115" marR="279400" algn="just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dirty="0">
                          <a:latin typeface="+mn-lt"/>
                          <a:cs typeface="Calibri"/>
                        </a:rPr>
                        <a:t>A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floating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point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+mn-lt"/>
                          <a:cs typeface="Calibri"/>
                        </a:rPr>
                        <a:t>number.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MySQL</a:t>
                      </a:r>
                      <a:r>
                        <a:rPr sz="1600" spc="-5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uses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the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p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value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to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determine</a:t>
                      </a:r>
                      <a:r>
                        <a:rPr sz="160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whether</a:t>
                      </a:r>
                      <a:r>
                        <a:rPr sz="160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to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use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FLOAT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or</a:t>
                      </a:r>
                      <a:r>
                        <a:rPr sz="1600" spc="-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DOUBLE</a:t>
                      </a:r>
                      <a:r>
                        <a:rPr sz="1600" spc="-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for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the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resulting data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type.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If</a:t>
                      </a:r>
                      <a:r>
                        <a:rPr sz="160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p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is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from</a:t>
                      </a:r>
                      <a:r>
                        <a:rPr sz="1600" spc="-5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0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to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24,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the</a:t>
                      </a:r>
                      <a:r>
                        <a:rPr sz="160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data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type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becomes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FLOAT().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If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p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is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from</a:t>
                      </a:r>
                      <a:r>
                        <a:rPr sz="1600" spc="-5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25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to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53,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the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data</a:t>
                      </a:r>
                      <a:r>
                        <a:rPr sz="1600" spc="-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type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becomes</a:t>
                      </a:r>
                      <a:r>
                        <a:rPr sz="1600" spc="-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DOUBLE()</a:t>
                      </a:r>
                      <a:endParaRPr sz="1600" dirty="0">
                        <a:latin typeface="+mn-lt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927"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spc="-10" dirty="0">
                          <a:latin typeface="+mn-lt"/>
                          <a:cs typeface="Calibri"/>
                        </a:rPr>
                        <a:t>Number(p,s)</a:t>
                      </a:r>
                      <a:endParaRPr sz="1600" b="1">
                        <a:latin typeface="+mn-lt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dirty="0">
                          <a:latin typeface="+mn-lt"/>
                          <a:cs typeface="Calibri"/>
                        </a:rPr>
                        <a:t>Exact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numerical,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precision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p,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scale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s.</a:t>
                      </a:r>
                      <a:r>
                        <a:rPr sz="1600" spc="-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The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maximum</a:t>
                      </a:r>
                      <a:r>
                        <a:rPr sz="1600" spc="-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precision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depends</a:t>
                      </a:r>
                      <a:r>
                        <a:rPr sz="160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on</a:t>
                      </a:r>
                      <a:r>
                        <a:rPr sz="1600" spc="-5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the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DBMS.</a:t>
                      </a:r>
                      <a:endParaRPr sz="1600" dirty="0">
                        <a:latin typeface="+mn-lt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6988"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b="1" spc="-10" dirty="0">
                          <a:latin typeface="+mn-lt"/>
                          <a:cs typeface="Calibri"/>
                        </a:rPr>
                        <a:t>DECIMAL(size,</a:t>
                      </a:r>
                      <a:r>
                        <a:rPr sz="1600" b="1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b="1" spc="-25" dirty="0">
                          <a:latin typeface="+mn-lt"/>
                          <a:cs typeface="Calibri"/>
                        </a:rPr>
                        <a:t>d)</a:t>
                      </a:r>
                      <a:endParaRPr sz="1600" b="1" dirty="0">
                        <a:latin typeface="+mn-lt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115" marR="191135" algn="just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dirty="0">
                          <a:latin typeface="+mn-lt"/>
                          <a:cs typeface="Calibri"/>
                        </a:rPr>
                        <a:t>An</a:t>
                      </a:r>
                      <a:r>
                        <a:rPr sz="1600" spc="-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exact</a:t>
                      </a:r>
                      <a:r>
                        <a:rPr sz="1600" spc="-20" dirty="0">
                          <a:latin typeface="+mn-lt"/>
                          <a:cs typeface="Calibri"/>
                        </a:rPr>
                        <a:t> fixed-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point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+mn-lt"/>
                          <a:cs typeface="Calibri"/>
                        </a:rPr>
                        <a:t>number.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The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total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number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of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digits</a:t>
                      </a:r>
                      <a:r>
                        <a:rPr sz="160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is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specified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in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size.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The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number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of</a:t>
                      </a:r>
                      <a:r>
                        <a:rPr sz="1600" spc="-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digits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after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the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decimal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point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is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specified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in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the</a:t>
                      </a:r>
                      <a:r>
                        <a:rPr sz="160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d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parameter.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The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maximum</a:t>
                      </a:r>
                      <a:r>
                        <a:rPr sz="1600" spc="-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number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for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size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is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65.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The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maximum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number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for</a:t>
                      </a:r>
                      <a:r>
                        <a:rPr sz="1600" spc="-5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d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is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30.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The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default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value</a:t>
                      </a:r>
                      <a:r>
                        <a:rPr sz="160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for</a:t>
                      </a:r>
                      <a:r>
                        <a:rPr sz="1600" spc="-7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size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is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10.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The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default</a:t>
                      </a:r>
                      <a:r>
                        <a:rPr sz="160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value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for</a:t>
                      </a:r>
                      <a:r>
                        <a:rPr sz="1600" spc="-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d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is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0.</a:t>
                      </a:r>
                      <a:endParaRPr sz="1600" dirty="0">
                        <a:latin typeface="+mn-lt"/>
                        <a:cs typeface="Calibri"/>
                      </a:endParaRPr>
                    </a:p>
                  </a:txBody>
                  <a:tcPr marL="0" marR="0" marT="2286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927"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spc="-10" dirty="0">
                          <a:latin typeface="+mn-lt"/>
                          <a:cs typeface="Calibri"/>
                        </a:rPr>
                        <a:t>DEC(size,</a:t>
                      </a:r>
                      <a:r>
                        <a:rPr sz="1600" b="1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b="1" spc="-35" dirty="0">
                          <a:latin typeface="+mn-lt"/>
                          <a:cs typeface="Calibri"/>
                        </a:rPr>
                        <a:t>d)</a:t>
                      </a:r>
                      <a:endParaRPr sz="1600" b="1" dirty="0">
                        <a:latin typeface="+mn-lt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dirty="0">
                          <a:latin typeface="+mn-lt"/>
                          <a:cs typeface="Calibri"/>
                        </a:rPr>
                        <a:t>Equal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to</a:t>
                      </a:r>
                      <a:r>
                        <a:rPr sz="1600" spc="-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DECIMAL(size,d)</a:t>
                      </a:r>
                      <a:endParaRPr sz="1600" dirty="0">
                        <a:latin typeface="+mn-lt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1869" y="975922"/>
            <a:ext cx="6725846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Attribute</a:t>
            </a:r>
            <a:r>
              <a:rPr b="1" spc="-18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Data</a:t>
            </a:r>
            <a:r>
              <a:rPr b="1" spc="-170" dirty="0">
                <a:solidFill>
                  <a:schemeClr val="tx1"/>
                </a:solidFill>
              </a:rPr>
              <a:t> </a:t>
            </a:r>
            <a:r>
              <a:rPr b="1" spc="-35" dirty="0">
                <a:solidFill>
                  <a:schemeClr val="tx1"/>
                </a:solidFill>
              </a:rPr>
              <a:t>Types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772715"/>
              </p:ext>
            </p:extLst>
          </p:nvPr>
        </p:nvGraphicFramePr>
        <p:xfrm>
          <a:off x="1401117" y="2265314"/>
          <a:ext cx="9935577" cy="1404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7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7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2100">
                <a:tc>
                  <a:txBody>
                    <a:bodyPr/>
                    <a:lstStyle/>
                    <a:p>
                      <a:pPr marL="9969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CHAR(size)</a:t>
                      </a:r>
                      <a:endParaRPr sz="1600" b="1" dirty="0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4127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165" marR="368300" algn="l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+mn-lt"/>
                          <a:cs typeface="Calibri"/>
                        </a:rPr>
                        <a:t>A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FIXED</a:t>
                      </a:r>
                      <a:r>
                        <a:rPr sz="1600" spc="-5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length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string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(can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contain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letters,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numbers,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and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special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characters).</a:t>
                      </a:r>
                      <a:r>
                        <a:rPr sz="1600" spc="50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The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size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parameter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specifies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the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column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length</a:t>
                      </a:r>
                      <a:r>
                        <a:rPr sz="160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in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characters</a:t>
                      </a:r>
                      <a:r>
                        <a:rPr sz="160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-</a:t>
                      </a:r>
                      <a:r>
                        <a:rPr sz="1600" spc="-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can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be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from</a:t>
                      </a:r>
                      <a:r>
                        <a:rPr sz="1600" spc="-5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0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to</a:t>
                      </a:r>
                      <a:endParaRPr sz="1600" dirty="0">
                        <a:latin typeface="+mn-lt"/>
                        <a:cs typeface="Calibri"/>
                      </a:endParaRPr>
                    </a:p>
                    <a:p>
                      <a:pPr marL="50165" algn="l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+mn-lt"/>
                          <a:cs typeface="Calibri"/>
                        </a:rPr>
                        <a:t>255.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Default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is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+mn-lt"/>
                          <a:cs typeface="Calibri"/>
                        </a:rPr>
                        <a:t>1</a:t>
                      </a:r>
                      <a:endParaRPr sz="1600" dirty="0">
                        <a:latin typeface="+mn-lt"/>
                        <a:cs typeface="Calibri"/>
                      </a:endParaRPr>
                    </a:p>
                  </a:txBody>
                  <a:tcPr marL="0" marR="0" marT="4127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010">
                <a:tc>
                  <a:txBody>
                    <a:bodyPr/>
                    <a:lstStyle/>
                    <a:p>
                      <a:pPr marL="9969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VARCHAR(size)</a:t>
                      </a:r>
                      <a:endParaRPr sz="1600" b="1" dirty="0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4191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165" marR="318135" algn="l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dirty="0">
                          <a:latin typeface="+mn-lt"/>
                          <a:cs typeface="Calibri"/>
                        </a:rPr>
                        <a:t>A</a:t>
                      </a:r>
                      <a:r>
                        <a:rPr sz="1600" spc="-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VARIABLE</a:t>
                      </a:r>
                      <a:r>
                        <a:rPr sz="1600" spc="-5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length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string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(can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contain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letters,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numbers,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and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special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characters).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The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size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parameter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specifies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the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maximum</a:t>
                      </a:r>
                      <a:r>
                        <a:rPr sz="1600" spc="-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column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length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in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characters</a:t>
                      </a:r>
                      <a:r>
                        <a:rPr sz="160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-</a:t>
                      </a:r>
                      <a:r>
                        <a:rPr sz="1600" spc="-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can</a:t>
                      </a:r>
                      <a:r>
                        <a:rPr sz="160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be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from</a:t>
                      </a:r>
                      <a:r>
                        <a:rPr sz="1600" spc="-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0</a:t>
                      </a:r>
                      <a:r>
                        <a:rPr sz="160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to</a:t>
                      </a:r>
                      <a:r>
                        <a:rPr sz="160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65535</a:t>
                      </a:r>
                      <a:endParaRPr sz="1600" dirty="0">
                        <a:latin typeface="+mn-lt"/>
                        <a:cs typeface="Calibri"/>
                      </a:endParaRPr>
                    </a:p>
                  </a:txBody>
                  <a:tcPr marL="0" marR="0" marT="4191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233165" y="1775853"/>
            <a:ext cx="290029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latin typeface="Calibri"/>
                <a:cs typeface="Calibri"/>
              </a:rPr>
              <a:t>String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Data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Types</a:t>
            </a:r>
            <a:endParaRPr sz="2800" b="1" dirty="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211081"/>
              </p:ext>
            </p:extLst>
          </p:nvPr>
        </p:nvGraphicFramePr>
        <p:xfrm>
          <a:off x="1401117" y="4283475"/>
          <a:ext cx="9935576" cy="12589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4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8221">
                <a:tc>
                  <a:txBody>
                    <a:bodyPr/>
                    <a:lstStyle/>
                    <a:p>
                      <a:pPr marL="5905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600" b="1" spc="-2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DATE</a:t>
                      </a:r>
                      <a:endParaRPr sz="1600" b="1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5143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6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Represents</a:t>
                      </a:r>
                      <a:r>
                        <a:rPr sz="1600" spc="-1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date.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Format</a:t>
                      </a:r>
                      <a:r>
                        <a:rPr sz="1600" spc="-3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dd-mm-</a:t>
                      </a:r>
                      <a:r>
                        <a:rPr sz="16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yyyy,</a:t>
                      </a:r>
                      <a:r>
                        <a:rPr sz="1600" spc="-5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SYSDATE</a:t>
                      </a:r>
                      <a:endParaRPr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252">
                <a:tc>
                  <a:txBody>
                    <a:bodyPr/>
                    <a:lstStyle/>
                    <a:p>
                      <a:pPr marL="5905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600" b="1" spc="-1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TIMESTAMP</a:t>
                      </a:r>
                      <a:endParaRPr sz="1600" b="1" dirty="0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5143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Format:</a:t>
                      </a:r>
                      <a:r>
                        <a:rPr sz="1600" spc="-5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dd-mm-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yyyy</a:t>
                      </a:r>
                      <a:r>
                        <a:rPr sz="1600" spc="-4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hh:mm:ss,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CURRENT_TIMESTAMP</a:t>
                      </a:r>
                      <a:endParaRPr sz="16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359">
                <a:tc>
                  <a:txBody>
                    <a:bodyPr/>
                    <a:lstStyle/>
                    <a:p>
                      <a:pPr marL="5905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600" b="1" spc="-2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TIMESTAMP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WITH</a:t>
                      </a:r>
                      <a:endParaRPr sz="1600" b="1" dirty="0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  <a:p>
                      <a:pPr marL="59055" algn="ctr">
                        <a:lnSpc>
                          <a:spcPct val="100000"/>
                        </a:lnSpc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TIME</a:t>
                      </a:r>
                      <a:r>
                        <a:rPr sz="1600" b="1" spc="-35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ZONE</a:t>
                      </a:r>
                      <a:endParaRPr sz="1600" b="1" dirty="0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5143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6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Represents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combination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3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4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DATE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r>
                        <a:rPr sz="16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values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separated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sz="1600" spc="-1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space</a:t>
                      </a:r>
                      <a:r>
                        <a:rPr sz="16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with</a:t>
                      </a:r>
                      <a:endParaRPr sz="16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r>
                        <a:rPr sz="1600" spc="-4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zone.</a:t>
                      </a:r>
                      <a:r>
                        <a:rPr sz="1600" spc="-4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Format</a:t>
                      </a:r>
                      <a:r>
                        <a:rPr sz="1600" spc="-3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1600" spc="-3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yyyy-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mm-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dd</a:t>
                      </a:r>
                      <a:r>
                        <a:rPr sz="1600" spc="-5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hh:mm:ss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AT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ZONE</a:t>
                      </a:r>
                      <a:r>
                        <a:rPr sz="1600" spc="-5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06:00.</a:t>
                      </a:r>
                      <a:endParaRPr sz="16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233166" y="3755262"/>
            <a:ext cx="4617128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2800" b="1" dirty="0">
                <a:cs typeface="Calibri"/>
              </a:rPr>
              <a:t>Date</a:t>
            </a:r>
            <a:r>
              <a:rPr sz="2800" b="1" spc="-65" dirty="0">
                <a:cs typeface="Calibri"/>
              </a:rPr>
              <a:t> </a:t>
            </a:r>
            <a:r>
              <a:rPr sz="2800" b="1" dirty="0">
                <a:cs typeface="Calibri"/>
              </a:rPr>
              <a:t>and</a:t>
            </a:r>
            <a:r>
              <a:rPr sz="2800" b="1" spc="-55" dirty="0">
                <a:cs typeface="Calibri"/>
              </a:rPr>
              <a:t> </a:t>
            </a:r>
            <a:r>
              <a:rPr sz="2800" b="1" dirty="0">
                <a:cs typeface="Calibri"/>
              </a:rPr>
              <a:t>Time</a:t>
            </a:r>
            <a:r>
              <a:rPr sz="2800" b="1" spc="-60" dirty="0">
                <a:cs typeface="Calibri"/>
              </a:rPr>
              <a:t> </a:t>
            </a:r>
            <a:r>
              <a:rPr sz="2800" b="1" dirty="0">
                <a:cs typeface="Calibri"/>
              </a:rPr>
              <a:t>Data</a:t>
            </a:r>
            <a:r>
              <a:rPr sz="2800" b="1" spc="-65" dirty="0">
                <a:cs typeface="Calibri"/>
              </a:rPr>
              <a:t> </a:t>
            </a:r>
            <a:r>
              <a:rPr sz="2800" b="1" spc="-10" dirty="0">
                <a:cs typeface="Calibri"/>
              </a:rPr>
              <a:t>Types</a:t>
            </a:r>
            <a:endParaRPr sz="2800" b="1" dirty="0"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70490" y="1895964"/>
            <a:ext cx="39020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cs typeface="Calibri"/>
              </a:rPr>
              <a:t>Binary</a:t>
            </a:r>
            <a:r>
              <a:rPr sz="2800" b="1" spc="-75" dirty="0">
                <a:cs typeface="Calibri"/>
              </a:rPr>
              <a:t> </a:t>
            </a:r>
            <a:r>
              <a:rPr sz="2800" b="1" dirty="0">
                <a:cs typeface="Calibri"/>
              </a:rPr>
              <a:t>large</a:t>
            </a:r>
            <a:r>
              <a:rPr sz="2800" b="1" spc="-70" dirty="0">
                <a:cs typeface="Calibri"/>
              </a:rPr>
              <a:t> </a:t>
            </a:r>
            <a:r>
              <a:rPr sz="2800" b="1" dirty="0">
                <a:cs typeface="Calibri"/>
              </a:rPr>
              <a:t>object</a:t>
            </a:r>
            <a:r>
              <a:rPr sz="2800" b="1" spc="-85" dirty="0">
                <a:cs typeface="Calibri"/>
              </a:rPr>
              <a:t> </a:t>
            </a:r>
            <a:r>
              <a:rPr sz="2800" b="1" spc="-10" dirty="0">
                <a:cs typeface="Calibri"/>
              </a:rPr>
              <a:t>Type:</a:t>
            </a:r>
            <a:endParaRPr sz="2800" dirty="0"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268498"/>
              </p:ext>
            </p:extLst>
          </p:nvPr>
        </p:nvGraphicFramePr>
        <p:xfrm>
          <a:off x="1270490" y="2515997"/>
          <a:ext cx="9879592" cy="538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7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6041">
                <a:tc>
                  <a:txBody>
                    <a:bodyPr/>
                    <a:lstStyle/>
                    <a:p>
                      <a:pPr marL="5905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b="1" dirty="0">
                          <a:latin typeface="+mn-lt"/>
                          <a:cs typeface="Calibri"/>
                        </a:rPr>
                        <a:t>BINARY</a:t>
                      </a:r>
                      <a:r>
                        <a:rPr sz="1600" b="1" spc="-6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+mn-lt"/>
                          <a:cs typeface="Calibri"/>
                        </a:rPr>
                        <a:t>LARGE</a:t>
                      </a:r>
                      <a:r>
                        <a:rPr sz="1600" b="1" spc="-6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+mn-lt"/>
                          <a:cs typeface="Calibri"/>
                        </a:rPr>
                        <a:t>OBJECT</a:t>
                      </a:r>
                      <a:r>
                        <a:rPr sz="1600" b="1" spc="-6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+mn-lt"/>
                          <a:cs typeface="Calibri"/>
                        </a:rPr>
                        <a:t>(BLOB).</a:t>
                      </a:r>
                      <a:endParaRPr sz="1600" b="1" dirty="0">
                        <a:latin typeface="+mn-lt"/>
                        <a:cs typeface="Calibri"/>
                      </a:endParaRPr>
                    </a:p>
                  </a:txBody>
                  <a:tcPr marL="0" marR="0" marT="5080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9690" marR="4540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dirty="0">
                          <a:latin typeface="+mn-lt"/>
                          <a:cs typeface="Calibri"/>
                        </a:rPr>
                        <a:t>BLOB</a:t>
                      </a:r>
                      <a:r>
                        <a:rPr sz="1600" spc="-5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+mn-lt"/>
                          <a:cs typeface="Calibri"/>
                        </a:rPr>
                        <a:t>stores</a:t>
                      </a:r>
                      <a:r>
                        <a:rPr sz="1600" spc="-5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a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long</a:t>
                      </a:r>
                      <a:r>
                        <a:rPr sz="1600" spc="-5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sequence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of</a:t>
                      </a:r>
                      <a:r>
                        <a:rPr sz="1600" spc="-5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bytes.</a:t>
                      </a:r>
                      <a:r>
                        <a:rPr sz="1600" spc="-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For</a:t>
                      </a:r>
                      <a:r>
                        <a:rPr sz="1600" spc="-5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storing</a:t>
                      </a:r>
                      <a:r>
                        <a:rPr sz="1600" spc="-5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large</a:t>
                      </a:r>
                      <a:r>
                        <a:rPr sz="160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pictures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+mn-lt"/>
                          <a:cs typeface="Calibri"/>
                        </a:rPr>
                        <a:t>and </a:t>
                      </a:r>
                      <a:r>
                        <a:rPr sz="1600" dirty="0">
                          <a:latin typeface="+mn-lt"/>
                          <a:cs typeface="Calibri"/>
                        </a:rPr>
                        <a:t>sound</a:t>
                      </a:r>
                      <a:r>
                        <a:rPr sz="16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+mn-lt"/>
                          <a:cs typeface="Calibri"/>
                        </a:rPr>
                        <a:t>etc.</a:t>
                      </a:r>
                      <a:endParaRPr sz="1600" dirty="0">
                        <a:latin typeface="+mn-lt"/>
                        <a:cs typeface="Calibri"/>
                      </a:endParaRPr>
                    </a:p>
                  </a:txBody>
                  <a:tcPr marL="0" marR="0" marT="5080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2">
            <a:extLst>
              <a:ext uri="{FF2B5EF4-FFF2-40B4-BE49-F238E27FC236}">
                <a16:creationId xmlns:a16="http://schemas.microsoft.com/office/drawing/2014/main" id="{882DBBE7-BADA-A9F1-3050-34ED00C528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1869" y="975922"/>
            <a:ext cx="6725846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Attribute</a:t>
            </a:r>
            <a:r>
              <a:rPr b="1" spc="-18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Data</a:t>
            </a:r>
            <a:r>
              <a:rPr b="1" spc="-170" dirty="0">
                <a:solidFill>
                  <a:schemeClr val="tx1"/>
                </a:solidFill>
              </a:rPr>
              <a:t> </a:t>
            </a:r>
            <a:r>
              <a:rPr b="1" spc="-35" dirty="0">
                <a:solidFill>
                  <a:schemeClr val="tx1"/>
                </a:solidFill>
              </a:rPr>
              <a:t>Types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688285"/>
            <a:ext cx="10058400" cy="1077473"/>
          </a:xfrm>
          <a:prstGeom prst="rect">
            <a:avLst/>
          </a:prstGeom>
        </p:spPr>
        <p:txBody>
          <a:bodyPr vert="horz" wrap="square" lIns="0" tIns="335533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SQL</a:t>
            </a:r>
            <a:r>
              <a:rPr b="1" spc="-200" dirty="0">
                <a:solidFill>
                  <a:schemeClr val="tx1"/>
                </a:solidFill>
              </a:rPr>
              <a:t> </a:t>
            </a:r>
            <a:r>
              <a:rPr b="1" spc="-35" dirty="0">
                <a:solidFill>
                  <a:schemeClr val="tx1"/>
                </a:solidFill>
              </a:rPr>
              <a:t>Data</a:t>
            </a:r>
            <a:r>
              <a:rPr b="1" spc="-175" dirty="0">
                <a:solidFill>
                  <a:schemeClr val="tx1"/>
                </a:solidFill>
              </a:rPr>
              <a:t> </a:t>
            </a:r>
            <a:r>
              <a:rPr b="1" spc="-25" dirty="0">
                <a:solidFill>
                  <a:schemeClr val="tx1"/>
                </a:solidFill>
              </a:rPr>
              <a:t>Definition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310" y="1765758"/>
            <a:ext cx="9902890" cy="4000198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3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Calibri"/>
              </a:rPr>
              <a:t>The</a:t>
            </a:r>
            <a:r>
              <a:rPr sz="2400" spc="-65" dirty="0">
                <a:cs typeface="Calibri"/>
              </a:rPr>
              <a:t> </a:t>
            </a:r>
            <a:r>
              <a:rPr sz="2400" b="1" spc="-30" dirty="0">
                <a:cs typeface="Calibri"/>
              </a:rPr>
              <a:t>CREATE</a:t>
            </a:r>
            <a:r>
              <a:rPr sz="2400" b="1" spc="-65" dirty="0">
                <a:cs typeface="Calibri"/>
              </a:rPr>
              <a:t> </a:t>
            </a:r>
            <a:r>
              <a:rPr sz="2400" b="1" spc="-25" dirty="0">
                <a:cs typeface="Calibri"/>
              </a:rPr>
              <a:t>TABLE</a:t>
            </a:r>
            <a:r>
              <a:rPr sz="2400" b="1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command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is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used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to</a:t>
            </a:r>
            <a:r>
              <a:rPr sz="2400" spc="-35" dirty="0">
                <a:cs typeface="Calibri"/>
              </a:rPr>
              <a:t> </a:t>
            </a:r>
            <a:r>
              <a:rPr sz="2400" dirty="0">
                <a:cs typeface="Calibri"/>
              </a:rPr>
              <a:t>specify</a:t>
            </a:r>
            <a:r>
              <a:rPr sz="2400" spc="-75" dirty="0">
                <a:cs typeface="Calibri"/>
              </a:rPr>
              <a:t> </a:t>
            </a:r>
            <a:r>
              <a:rPr sz="2400" dirty="0">
                <a:cs typeface="Calibri"/>
              </a:rPr>
              <a:t>a</a:t>
            </a:r>
            <a:r>
              <a:rPr sz="2400" spc="-30" dirty="0">
                <a:cs typeface="Calibri"/>
              </a:rPr>
              <a:t> </a:t>
            </a:r>
            <a:r>
              <a:rPr sz="2400" spc="-25" dirty="0">
                <a:cs typeface="Calibri"/>
              </a:rPr>
              <a:t>new </a:t>
            </a:r>
            <a:r>
              <a:rPr sz="2400" dirty="0">
                <a:cs typeface="Calibri"/>
              </a:rPr>
              <a:t>relation</a:t>
            </a:r>
            <a:r>
              <a:rPr sz="2400" spc="-30" dirty="0">
                <a:cs typeface="Calibri"/>
              </a:rPr>
              <a:t> </a:t>
            </a:r>
            <a:r>
              <a:rPr sz="2400" dirty="0">
                <a:cs typeface="Calibri"/>
              </a:rPr>
              <a:t>by</a:t>
            </a:r>
            <a:r>
              <a:rPr sz="2400" spc="-35" dirty="0">
                <a:cs typeface="Calibri"/>
              </a:rPr>
              <a:t> </a:t>
            </a:r>
            <a:r>
              <a:rPr sz="2400" dirty="0">
                <a:cs typeface="Calibri"/>
              </a:rPr>
              <a:t>giving</a:t>
            </a:r>
            <a:r>
              <a:rPr sz="2400" spc="-25" dirty="0">
                <a:cs typeface="Calibri"/>
              </a:rPr>
              <a:t> </a:t>
            </a:r>
            <a:r>
              <a:rPr sz="2400" dirty="0">
                <a:cs typeface="Calibri"/>
              </a:rPr>
              <a:t>it</a:t>
            </a:r>
            <a:r>
              <a:rPr sz="2400" spc="-30" dirty="0">
                <a:cs typeface="Calibri"/>
              </a:rPr>
              <a:t> </a:t>
            </a:r>
            <a:r>
              <a:rPr sz="2400" dirty="0">
                <a:cs typeface="Calibri"/>
              </a:rPr>
              <a:t>a</a:t>
            </a:r>
            <a:r>
              <a:rPr sz="2400" spc="-5" dirty="0"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cs typeface="Calibri"/>
              </a:rPr>
              <a:t>name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and</a:t>
            </a:r>
            <a:r>
              <a:rPr sz="2400" spc="-30" dirty="0">
                <a:cs typeface="Calibri"/>
              </a:rPr>
              <a:t> </a:t>
            </a:r>
            <a:r>
              <a:rPr sz="2400" dirty="0">
                <a:cs typeface="Calibri"/>
              </a:rPr>
              <a:t>specifying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its</a:t>
            </a:r>
            <a:r>
              <a:rPr sz="2400" spc="-15" dirty="0"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cs typeface="Calibri"/>
              </a:rPr>
              <a:t>attributes</a:t>
            </a:r>
            <a:r>
              <a:rPr sz="2400" spc="-10" dirty="0">
                <a:cs typeface="Calibri"/>
              </a:rPr>
              <a:t> </a:t>
            </a:r>
            <a:r>
              <a:rPr sz="2400" dirty="0">
                <a:cs typeface="Calibri"/>
              </a:rPr>
              <a:t>and</a:t>
            </a:r>
            <a:r>
              <a:rPr sz="2400" spc="-50" dirty="0"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cs typeface="Calibri"/>
              </a:rPr>
              <a:t>initial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cs typeface="Calibri"/>
              </a:rPr>
              <a:t>constraints</a:t>
            </a:r>
            <a:r>
              <a:rPr sz="2400" spc="-10" dirty="0">
                <a:cs typeface="Calibri"/>
              </a:rPr>
              <a:t>.</a:t>
            </a:r>
            <a:endParaRPr lang="en-US" sz="2400" spc="-10" dirty="0">
              <a:cs typeface="Calibri"/>
            </a:endParaRPr>
          </a:p>
          <a:p>
            <a:pPr marL="12700" marR="5080">
              <a:lnSpc>
                <a:spcPct val="80000"/>
              </a:lnSpc>
              <a:spcBef>
                <a:spcPts val="730"/>
              </a:spcBef>
              <a:tabLst>
                <a:tab pos="241300" algn="l"/>
              </a:tabLst>
            </a:pPr>
            <a:endParaRPr sz="2400" dirty="0">
              <a:cs typeface="Calibri"/>
            </a:endParaRPr>
          </a:p>
          <a:p>
            <a:pPr marL="241300" indent="-228600">
              <a:spcBef>
                <a:spcPts val="4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solidFill>
                  <a:schemeClr val="accent2"/>
                </a:solidFill>
                <a:cs typeface="Segoe UI"/>
              </a:rPr>
              <a:t>Syntax</a:t>
            </a:r>
            <a:endParaRPr sz="2400" dirty="0">
              <a:solidFill>
                <a:schemeClr val="accent2"/>
              </a:solidFill>
              <a:cs typeface="Segoe UI"/>
            </a:endParaRPr>
          </a:p>
          <a:p>
            <a:pPr marL="12700">
              <a:spcBef>
                <a:spcPts val="350"/>
              </a:spcBef>
            </a:pPr>
            <a:r>
              <a:rPr sz="2400" spc="-30" dirty="0">
                <a:solidFill>
                  <a:schemeClr val="accent2"/>
                </a:solidFill>
                <a:cs typeface="Calibri"/>
              </a:rPr>
              <a:t>CREATE</a:t>
            </a:r>
            <a:r>
              <a:rPr sz="2400" spc="-10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spc="-25" dirty="0">
                <a:solidFill>
                  <a:schemeClr val="accent2"/>
                </a:solidFill>
                <a:cs typeface="Calibri"/>
              </a:rPr>
              <a:t>TABLE</a:t>
            </a:r>
            <a:r>
              <a:rPr sz="2400" spc="-10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dirty="0">
                <a:solidFill>
                  <a:schemeClr val="accent2"/>
                </a:solidFill>
                <a:cs typeface="Calibri"/>
              </a:rPr>
              <a:t>table_name</a:t>
            </a:r>
            <a:r>
              <a:rPr sz="2400" spc="-11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spc="-50" dirty="0">
                <a:solidFill>
                  <a:schemeClr val="accent2"/>
                </a:solidFill>
                <a:cs typeface="Calibri"/>
              </a:rPr>
              <a:t>(</a:t>
            </a:r>
            <a:endParaRPr sz="2400" dirty="0">
              <a:solidFill>
                <a:schemeClr val="accent2"/>
              </a:solidFill>
              <a:cs typeface="Calibri"/>
            </a:endParaRPr>
          </a:p>
          <a:p>
            <a:pPr marL="311150" marR="1717675">
              <a:lnSpc>
                <a:spcPct val="111900"/>
              </a:lnSpc>
              <a:spcBef>
                <a:spcPts val="5"/>
              </a:spcBef>
            </a:pPr>
            <a:r>
              <a:rPr sz="2400" dirty="0">
                <a:solidFill>
                  <a:schemeClr val="accent2"/>
                </a:solidFill>
                <a:cs typeface="Calibri"/>
              </a:rPr>
              <a:t>column_name</a:t>
            </a:r>
            <a:r>
              <a:rPr sz="2400" spc="-9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dirty="0">
                <a:solidFill>
                  <a:schemeClr val="accent2"/>
                </a:solidFill>
                <a:cs typeface="Calibri"/>
              </a:rPr>
              <a:t>datatype</a:t>
            </a:r>
            <a:r>
              <a:rPr sz="2400" spc="-9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spc="-10" dirty="0">
                <a:solidFill>
                  <a:schemeClr val="accent2"/>
                </a:solidFill>
                <a:cs typeface="Calibri"/>
              </a:rPr>
              <a:t>constraint_name, </a:t>
            </a:r>
            <a:r>
              <a:rPr sz="2400" dirty="0">
                <a:solidFill>
                  <a:schemeClr val="accent2"/>
                </a:solidFill>
                <a:cs typeface="Calibri"/>
              </a:rPr>
              <a:t>column_name</a:t>
            </a:r>
            <a:r>
              <a:rPr sz="2400" spc="-10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dirty="0">
                <a:solidFill>
                  <a:schemeClr val="accent2"/>
                </a:solidFill>
                <a:cs typeface="Calibri"/>
              </a:rPr>
              <a:t>datatype</a:t>
            </a:r>
            <a:r>
              <a:rPr sz="2400" spc="-11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spc="-10" dirty="0">
                <a:solidFill>
                  <a:schemeClr val="accent2"/>
                </a:solidFill>
                <a:cs typeface="Calibri"/>
              </a:rPr>
              <a:t>constaint_name,</a:t>
            </a:r>
            <a:endParaRPr sz="2400" dirty="0">
              <a:solidFill>
                <a:schemeClr val="accent2"/>
              </a:solidFill>
              <a:cs typeface="Calibri"/>
            </a:endParaRPr>
          </a:p>
          <a:p>
            <a:pPr marL="311150">
              <a:spcBef>
                <a:spcPts val="385"/>
              </a:spcBef>
            </a:pPr>
            <a:r>
              <a:rPr sz="2400" dirty="0">
                <a:solidFill>
                  <a:schemeClr val="accent2"/>
                </a:solidFill>
                <a:cs typeface="Calibri"/>
              </a:rPr>
              <a:t>column_name</a:t>
            </a:r>
            <a:r>
              <a:rPr sz="2400" spc="-9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dirty="0">
                <a:solidFill>
                  <a:schemeClr val="accent2"/>
                </a:solidFill>
                <a:cs typeface="Calibri"/>
              </a:rPr>
              <a:t>datatype</a:t>
            </a:r>
            <a:r>
              <a:rPr sz="2400" spc="-9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spc="-10" dirty="0">
                <a:solidFill>
                  <a:schemeClr val="accent2"/>
                </a:solidFill>
                <a:cs typeface="Calibri"/>
              </a:rPr>
              <a:t>constaint_name,</a:t>
            </a:r>
            <a:endParaRPr sz="2400" dirty="0">
              <a:solidFill>
                <a:schemeClr val="accent2"/>
              </a:solidFill>
              <a:cs typeface="Calibri"/>
            </a:endParaRPr>
          </a:p>
          <a:p>
            <a:pPr marL="236220">
              <a:spcBef>
                <a:spcPts val="370"/>
              </a:spcBef>
            </a:pPr>
            <a:r>
              <a:rPr sz="2400" spc="-20" dirty="0">
                <a:solidFill>
                  <a:schemeClr val="accent2"/>
                </a:solidFill>
                <a:cs typeface="Calibri"/>
              </a:rPr>
              <a:t>....</a:t>
            </a:r>
            <a:endParaRPr sz="2400" dirty="0">
              <a:solidFill>
                <a:schemeClr val="accent2"/>
              </a:solidFill>
              <a:cs typeface="Calibri"/>
            </a:endParaRPr>
          </a:p>
          <a:p>
            <a:pPr marL="12700">
              <a:spcBef>
                <a:spcPts val="375"/>
              </a:spcBef>
            </a:pPr>
            <a:r>
              <a:rPr sz="2400" spc="-25" dirty="0">
                <a:solidFill>
                  <a:schemeClr val="accent2"/>
                </a:solidFill>
                <a:cs typeface="Calibri"/>
              </a:rPr>
              <a:t>);</a:t>
            </a:r>
            <a:endParaRPr sz="2400" dirty="0">
              <a:solidFill>
                <a:schemeClr val="accent2"/>
              </a:solidFill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3140" y="720692"/>
            <a:ext cx="10058400" cy="1035873"/>
          </a:xfrm>
          <a:prstGeom prst="rect">
            <a:avLst/>
          </a:prstGeom>
        </p:spPr>
        <p:txBody>
          <a:bodyPr vert="horz" wrap="square" lIns="0" tIns="294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SQL</a:t>
            </a:r>
            <a:r>
              <a:rPr b="1" spc="-190" dirty="0">
                <a:solidFill>
                  <a:schemeClr val="tx1"/>
                </a:solidFill>
              </a:rPr>
              <a:t> </a:t>
            </a:r>
            <a:r>
              <a:rPr b="1" spc="-45" dirty="0">
                <a:solidFill>
                  <a:schemeClr val="tx1"/>
                </a:solidFill>
              </a:rPr>
              <a:t>Data</a:t>
            </a:r>
            <a:r>
              <a:rPr b="1" spc="-160" dirty="0">
                <a:solidFill>
                  <a:schemeClr val="tx1"/>
                </a:solidFill>
              </a:rPr>
              <a:t> </a:t>
            </a:r>
            <a:r>
              <a:rPr b="1" spc="-25" dirty="0">
                <a:solidFill>
                  <a:schemeClr val="tx1"/>
                </a:solidFill>
              </a:rPr>
              <a:t>Definition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3140" y="1756565"/>
            <a:ext cx="10209577" cy="2019142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indent="-227329">
              <a:spcBef>
                <a:spcPts val="38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solidFill>
                  <a:schemeClr val="accent2"/>
                </a:solidFill>
                <a:latin typeface="Calibri"/>
                <a:cs typeface="Calibri"/>
              </a:rPr>
              <a:t>Base</a:t>
            </a:r>
            <a:r>
              <a:rPr sz="2400" b="1" spc="-50" dirty="0">
                <a:solidFill>
                  <a:schemeClr val="accent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chemeClr val="accent2"/>
                </a:solidFill>
                <a:latin typeface="Calibri"/>
                <a:cs typeface="Calibri"/>
              </a:rPr>
              <a:t>tables</a:t>
            </a:r>
            <a:r>
              <a:rPr sz="2400" b="1" spc="-45" dirty="0">
                <a:solidFill>
                  <a:schemeClr val="accent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chemeClr val="accent2"/>
                </a:solidFill>
                <a:latin typeface="Calibri"/>
                <a:cs typeface="Calibri"/>
              </a:rPr>
              <a:t>(base</a:t>
            </a:r>
            <a:r>
              <a:rPr sz="2400" b="1" spc="-40" dirty="0">
                <a:solidFill>
                  <a:schemeClr val="accent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latin typeface="Calibri"/>
                <a:cs typeface="Calibri"/>
              </a:rPr>
              <a:t>relations)</a:t>
            </a:r>
            <a:endParaRPr sz="2400" b="1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696595" marR="5080" lvl="1" indent="-227329">
              <a:lnSpc>
                <a:spcPts val="2590"/>
              </a:lnSpc>
              <a:spcBef>
                <a:spcPts val="575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Relation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tuples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actually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created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as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DBMS.</a:t>
            </a:r>
            <a:endParaRPr sz="2400" dirty="0">
              <a:latin typeface="Calibri"/>
              <a:cs typeface="Calibri"/>
            </a:endParaRPr>
          </a:p>
          <a:p>
            <a:pPr marL="240029" indent="-227329">
              <a:spcBef>
                <a:spcPts val="59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solidFill>
                  <a:schemeClr val="accent2"/>
                </a:solidFill>
                <a:latin typeface="Calibri"/>
                <a:cs typeface="Calibri"/>
              </a:rPr>
              <a:t>Virtual</a:t>
            </a:r>
            <a:r>
              <a:rPr sz="2400" b="1" spc="-100" dirty="0">
                <a:solidFill>
                  <a:schemeClr val="accent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chemeClr val="accent2"/>
                </a:solidFill>
                <a:latin typeface="Calibri"/>
                <a:cs typeface="Calibri"/>
              </a:rPr>
              <a:t>relations</a:t>
            </a:r>
            <a:r>
              <a:rPr sz="2400" b="1" spc="-85" dirty="0">
                <a:solidFill>
                  <a:schemeClr val="accent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latin typeface="Calibri"/>
                <a:cs typeface="Calibri"/>
              </a:rPr>
              <a:t>(views)</a:t>
            </a:r>
            <a:endParaRPr sz="2400" b="1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696595" marR="422909" lvl="1" indent="-227329">
              <a:lnSpc>
                <a:spcPts val="2590"/>
              </a:lnSpc>
              <a:spcBef>
                <a:spcPts val="575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spc="-10" dirty="0">
                <a:latin typeface="Calibri"/>
                <a:cs typeface="Calibri"/>
              </a:rPr>
              <a:t>Created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CREATE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VIEW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statement.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not </a:t>
            </a:r>
            <a:r>
              <a:rPr sz="2400" spc="-10" dirty="0">
                <a:latin typeface="Calibri"/>
                <a:cs typeface="Calibri"/>
              </a:rPr>
              <a:t>correspond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physical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file.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0881" y="440981"/>
            <a:ext cx="10671620" cy="1330108"/>
          </a:xfrm>
          <a:prstGeom prst="rect">
            <a:avLst/>
          </a:prstGeom>
        </p:spPr>
        <p:txBody>
          <a:bodyPr vert="horz" wrap="square" lIns="0" tIns="89535" rIns="0" bIns="0" rtlCol="0" anchor="b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b="1" spc="-25" dirty="0">
                <a:solidFill>
                  <a:schemeClr val="tx1"/>
                </a:solidFill>
              </a:rPr>
              <a:t>Specifying</a:t>
            </a:r>
            <a:r>
              <a:rPr b="1" spc="-18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Attribute</a:t>
            </a:r>
            <a:r>
              <a:rPr b="1" spc="-190" dirty="0">
                <a:solidFill>
                  <a:schemeClr val="tx1"/>
                </a:solidFill>
              </a:rPr>
              <a:t> </a:t>
            </a:r>
            <a:r>
              <a:rPr b="1" spc="-40" dirty="0">
                <a:solidFill>
                  <a:schemeClr val="tx1"/>
                </a:solidFill>
              </a:rPr>
              <a:t>Constraints </a:t>
            </a:r>
            <a:r>
              <a:rPr b="1" dirty="0">
                <a:solidFill>
                  <a:schemeClr val="tx1"/>
                </a:solidFill>
              </a:rPr>
              <a:t>and</a:t>
            </a:r>
            <a:r>
              <a:rPr b="1" spc="-190" dirty="0">
                <a:solidFill>
                  <a:schemeClr val="tx1"/>
                </a:solidFill>
              </a:rPr>
              <a:t> </a:t>
            </a:r>
            <a:r>
              <a:rPr b="1" spc="-45" dirty="0">
                <a:solidFill>
                  <a:schemeClr val="tx1"/>
                </a:solidFill>
              </a:rPr>
              <a:t>Attribute</a:t>
            </a:r>
            <a:r>
              <a:rPr b="1" spc="-18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Defaults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137713" y="1771089"/>
            <a:ext cx="10058400" cy="1987082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29083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chemeClr val="tx1"/>
                </a:solidFill>
              </a:rPr>
              <a:t>Relational</a:t>
            </a:r>
            <a:r>
              <a:rPr sz="2400" spc="-70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Model</a:t>
            </a:r>
            <a:r>
              <a:rPr sz="2400" spc="-55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has</a:t>
            </a:r>
            <a:r>
              <a:rPr sz="2400" spc="-65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3</a:t>
            </a:r>
            <a:r>
              <a:rPr sz="2400" spc="-55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basic</a:t>
            </a:r>
            <a:r>
              <a:rPr sz="2400" spc="-55" dirty="0">
                <a:solidFill>
                  <a:schemeClr val="tx1"/>
                </a:solidFill>
              </a:rPr>
              <a:t> </a:t>
            </a:r>
            <a:r>
              <a:rPr sz="2400" spc="-10" dirty="0">
                <a:solidFill>
                  <a:schemeClr val="tx1"/>
                </a:solidFill>
              </a:rPr>
              <a:t>constraint</a:t>
            </a:r>
            <a:r>
              <a:rPr sz="2400" spc="-35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types</a:t>
            </a:r>
            <a:r>
              <a:rPr sz="2400" spc="-55" dirty="0">
                <a:solidFill>
                  <a:schemeClr val="tx1"/>
                </a:solidFill>
              </a:rPr>
              <a:t> </a:t>
            </a:r>
            <a:r>
              <a:rPr sz="2400" spc="-20" dirty="0">
                <a:solidFill>
                  <a:schemeClr val="tx1"/>
                </a:solidFill>
              </a:rPr>
              <a:t>that 	</a:t>
            </a:r>
            <a:r>
              <a:rPr sz="2400" dirty="0">
                <a:solidFill>
                  <a:schemeClr val="tx1"/>
                </a:solidFill>
              </a:rPr>
              <a:t>are</a:t>
            </a:r>
            <a:r>
              <a:rPr sz="2400" spc="-85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supported</a:t>
            </a:r>
            <a:r>
              <a:rPr sz="2400" spc="-50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in</a:t>
            </a:r>
            <a:r>
              <a:rPr sz="2400" spc="-80" dirty="0">
                <a:solidFill>
                  <a:schemeClr val="tx1"/>
                </a:solidFill>
              </a:rPr>
              <a:t> </a:t>
            </a:r>
            <a:r>
              <a:rPr sz="2400" spc="-20" dirty="0">
                <a:solidFill>
                  <a:schemeClr val="tx1"/>
                </a:solidFill>
              </a:rPr>
              <a:t>SQL:</a:t>
            </a:r>
          </a:p>
          <a:p>
            <a:pPr marL="696595" marR="837565" lvl="1" indent="-227329">
              <a:lnSpc>
                <a:spcPts val="2590"/>
              </a:lnSpc>
              <a:spcBef>
                <a:spcPts val="520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solidFill>
                  <a:schemeClr val="tx1"/>
                </a:solidFill>
                <a:cs typeface="Calibri"/>
              </a:rPr>
              <a:t>Key</a:t>
            </a:r>
            <a:r>
              <a:rPr sz="2000" spc="-50" dirty="0">
                <a:solidFill>
                  <a:schemeClr val="tx1"/>
                </a:solidFill>
                <a:cs typeface="Calibri"/>
              </a:rPr>
              <a:t> </a:t>
            </a:r>
            <a:r>
              <a:rPr sz="2000" spc="-10" dirty="0">
                <a:solidFill>
                  <a:schemeClr val="tx1"/>
                </a:solidFill>
                <a:cs typeface="Calibri"/>
              </a:rPr>
              <a:t>constraint:</a:t>
            </a:r>
            <a:r>
              <a:rPr sz="2000" spc="-7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A</a:t>
            </a:r>
            <a:r>
              <a:rPr sz="2000" spc="-6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primary</a:t>
            </a:r>
            <a:r>
              <a:rPr sz="2000" spc="-7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key</a:t>
            </a:r>
            <a:r>
              <a:rPr sz="2000" spc="-65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column</a:t>
            </a:r>
            <a:r>
              <a:rPr sz="2000" spc="-7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cannot</a:t>
            </a:r>
            <a:r>
              <a:rPr sz="2000" spc="-50" dirty="0">
                <a:solidFill>
                  <a:schemeClr val="tx1"/>
                </a:solidFill>
                <a:cs typeface="Calibri"/>
              </a:rPr>
              <a:t> </a:t>
            </a:r>
            <a:r>
              <a:rPr sz="2000" spc="-20" dirty="0">
                <a:solidFill>
                  <a:schemeClr val="tx1"/>
                </a:solidFill>
                <a:cs typeface="Calibri"/>
              </a:rPr>
              <a:t>have </a:t>
            </a:r>
            <a:r>
              <a:rPr sz="2000" dirty="0">
                <a:solidFill>
                  <a:schemeClr val="tx1"/>
                </a:solidFill>
                <a:cs typeface="Calibri"/>
              </a:rPr>
              <a:t>duplicate</a:t>
            </a:r>
            <a:r>
              <a:rPr sz="2000" spc="-105" dirty="0">
                <a:solidFill>
                  <a:schemeClr val="tx1"/>
                </a:solidFill>
                <a:cs typeface="Calibri"/>
              </a:rPr>
              <a:t> </a:t>
            </a:r>
            <a:r>
              <a:rPr sz="2000" spc="-10" dirty="0">
                <a:solidFill>
                  <a:schemeClr val="tx1"/>
                </a:solidFill>
                <a:cs typeface="Calibri"/>
              </a:rPr>
              <a:t>value</a:t>
            </a:r>
            <a:endParaRPr sz="2000" dirty="0">
              <a:solidFill>
                <a:schemeClr val="tx1"/>
              </a:solidFill>
              <a:cs typeface="Calibri"/>
            </a:endParaRPr>
          </a:p>
          <a:p>
            <a:pPr marL="696595" marR="327025" lvl="1" indent="-227329">
              <a:lnSpc>
                <a:spcPts val="2590"/>
              </a:lnSpc>
              <a:spcBef>
                <a:spcPts val="509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solidFill>
                  <a:schemeClr val="tx1"/>
                </a:solidFill>
                <a:cs typeface="Calibri"/>
              </a:rPr>
              <a:t>Entity</a:t>
            </a:r>
            <a:r>
              <a:rPr sz="2000" spc="-65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Integrity</a:t>
            </a:r>
            <a:r>
              <a:rPr sz="2000" spc="-70" dirty="0">
                <a:solidFill>
                  <a:schemeClr val="tx1"/>
                </a:solidFill>
                <a:cs typeface="Calibri"/>
              </a:rPr>
              <a:t> </a:t>
            </a:r>
            <a:r>
              <a:rPr sz="2000" spc="-10" dirty="0">
                <a:solidFill>
                  <a:schemeClr val="tx1"/>
                </a:solidFill>
                <a:cs typeface="Calibri"/>
              </a:rPr>
              <a:t>Constraint:</a:t>
            </a:r>
            <a:r>
              <a:rPr sz="2000" spc="-75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A</a:t>
            </a:r>
            <a:r>
              <a:rPr sz="2000" spc="-65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primary</a:t>
            </a:r>
            <a:r>
              <a:rPr sz="2000" spc="-75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key</a:t>
            </a:r>
            <a:r>
              <a:rPr sz="2000" spc="-75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value</a:t>
            </a:r>
            <a:r>
              <a:rPr sz="2000" spc="-50" dirty="0">
                <a:solidFill>
                  <a:schemeClr val="tx1"/>
                </a:solidFill>
                <a:cs typeface="Calibri"/>
              </a:rPr>
              <a:t> </a:t>
            </a:r>
            <a:r>
              <a:rPr sz="2000" spc="-10" dirty="0">
                <a:solidFill>
                  <a:schemeClr val="tx1"/>
                </a:solidFill>
                <a:cs typeface="Calibri"/>
              </a:rPr>
              <a:t>cannot </a:t>
            </a:r>
            <a:r>
              <a:rPr sz="2000" dirty="0">
                <a:solidFill>
                  <a:schemeClr val="tx1"/>
                </a:solidFill>
                <a:cs typeface="Calibri"/>
              </a:rPr>
              <a:t>be</a:t>
            </a:r>
            <a:r>
              <a:rPr sz="2000" spc="-25" dirty="0">
                <a:solidFill>
                  <a:schemeClr val="tx1"/>
                </a:solidFill>
                <a:cs typeface="Calibri"/>
              </a:rPr>
              <a:t> </a:t>
            </a:r>
            <a:r>
              <a:rPr sz="2000" spc="-20" dirty="0">
                <a:solidFill>
                  <a:schemeClr val="tx1"/>
                </a:solidFill>
                <a:cs typeface="Calibri"/>
              </a:rPr>
              <a:t>null</a:t>
            </a:r>
            <a:endParaRPr sz="2000" dirty="0">
              <a:solidFill>
                <a:schemeClr val="tx1"/>
              </a:solidFill>
              <a:cs typeface="Calibri"/>
            </a:endParaRPr>
          </a:p>
          <a:p>
            <a:pPr marL="696595" marR="5080" lvl="1" indent="-227329">
              <a:lnSpc>
                <a:spcPct val="90100"/>
              </a:lnSpc>
              <a:spcBef>
                <a:spcPts val="45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spc="-20" dirty="0">
                <a:solidFill>
                  <a:schemeClr val="tx1"/>
                </a:solidFill>
                <a:cs typeface="Calibri"/>
              </a:rPr>
              <a:t>Referential</a:t>
            </a:r>
            <a:r>
              <a:rPr sz="2000" spc="-65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integrity</a:t>
            </a:r>
            <a:r>
              <a:rPr sz="2000" spc="-70" dirty="0">
                <a:solidFill>
                  <a:schemeClr val="tx1"/>
                </a:solidFill>
                <a:cs typeface="Calibri"/>
              </a:rPr>
              <a:t> </a:t>
            </a:r>
            <a:r>
              <a:rPr sz="2000" spc="-10" dirty="0">
                <a:solidFill>
                  <a:schemeClr val="tx1"/>
                </a:solidFill>
                <a:cs typeface="Calibri"/>
              </a:rPr>
              <a:t>constraints</a:t>
            </a:r>
            <a:r>
              <a:rPr sz="2000" spc="-65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:</a:t>
            </a:r>
            <a:r>
              <a:rPr sz="2000" spc="-6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The</a:t>
            </a:r>
            <a:r>
              <a:rPr sz="2000" spc="-45" dirty="0">
                <a:solidFill>
                  <a:schemeClr val="tx1"/>
                </a:solidFill>
                <a:cs typeface="Calibri"/>
              </a:rPr>
              <a:t> </a:t>
            </a:r>
            <a:r>
              <a:rPr sz="2000" spc="-10" dirty="0">
                <a:solidFill>
                  <a:schemeClr val="tx1"/>
                </a:solidFill>
                <a:cs typeface="Calibri"/>
              </a:rPr>
              <a:t>“foreign</a:t>
            </a:r>
            <a:r>
              <a:rPr sz="2000" spc="-6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key</a:t>
            </a:r>
            <a:r>
              <a:rPr sz="2000" spc="-7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“</a:t>
            </a:r>
            <a:r>
              <a:rPr sz="2000" spc="-65" dirty="0">
                <a:solidFill>
                  <a:schemeClr val="tx1"/>
                </a:solidFill>
                <a:cs typeface="Calibri"/>
              </a:rPr>
              <a:t> </a:t>
            </a:r>
            <a:r>
              <a:rPr sz="2000" spc="-20" dirty="0">
                <a:solidFill>
                  <a:schemeClr val="tx1"/>
                </a:solidFill>
                <a:cs typeface="Calibri"/>
              </a:rPr>
              <a:t>must </a:t>
            </a:r>
            <a:r>
              <a:rPr sz="2000" dirty="0">
                <a:solidFill>
                  <a:schemeClr val="tx1"/>
                </a:solidFill>
                <a:cs typeface="Calibri"/>
              </a:rPr>
              <a:t>have</a:t>
            </a:r>
            <a:r>
              <a:rPr sz="2000" spc="-4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a</a:t>
            </a:r>
            <a:r>
              <a:rPr sz="2000" spc="-4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value</a:t>
            </a:r>
            <a:r>
              <a:rPr sz="2000" spc="-4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that</a:t>
            </a:r>
            <a:r>
              <a:rPr sz="2000" spc="-6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is</a:t>
            </a:r>
            <a:r>
              <a:rPr sz="2000" spc="-35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already</a:t>
            </a:r>
            <a:r>
              <a:rPr sz="2000" spc="-35" dirty="0">
                <a:solidFill>
                  <a:schemeClr val="tx1"/>
                </a:solidFill>
                <a:cs typeface="Calibri"/>
              </a:rPr>
              <a:t> </a:t>
            </a:r>
            <a:r>
              <a:rPr sz="2000" spc="-10" dirty="0">
                <a:solidFill>
                  <a:schemeClr val="tx1"/>
                </a:solidFill>
                <a:cs typeface="Calibri"/>
              </a:rPr>
              <a:t>present</a:t>
            </a:r>
            <a:r>
              <a:rPr sz="2000" spc="-4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as</a:t>
            </a:r>
            <a:r>
              <a:rPr sz="2000" spc="-5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a</a:t>
            </a:r>
            <a:r>
              <a:rPr sz="2000" spc="-55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primary</a:t>
            </a:r>
            <a:r>
              <a:rPr sz="2000" spc="-70" dirty="0">
                <a:solidFill>
                  <a:schemeClr val="tx1"/>
                </a:solidFill>
                <a:cs typeface="Calibri"/>
              </a:rPr>
              <a:t> </a:t>
            </a:r>
            <a:r>
              <a:rPr sz="2000" spc="-60" dirty="0">
                <a:solidFill>
                  <a:schemeClr val="tx1"/>
                </a:solidFill>
                <a:cs typeface="Calibri"/>
              </a:rPr>
              <a:t>key, </a:t>
            </a:r>
            <a:r>
              <a:rPr sz="2000" spc="-25" dirty="0">
                <a:solidFill>
                  <a:schemeClr val="tx1"/>
                </a:solidFill>
                <a:cs typeface="Calibri"/>
              </a:rPr>
              <a:t>or </a:t>
            </a:r>
            <a:r>
              <a:rPr sz="2000" dirty="0">
                <a:solidFill>
                  <a:schemeClr val="tx1"/>
                </a:solidFill>
                <a:cs typeface="Calibri"/>
              </a:rPr>
              <a:t>may</a:t>
            </a:r>
            <a:r>
              <a:rPr sz="2000" spc="-5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be</a:t>
            </a:r>
            <a:r>
              <a:rPr sz="2000" spc="-45" dirty="0">
                <a:solidFill>
                  <a:schemeClr val="tx1"/>
                </a:solidFill>
                <a:cs typeface="Calibri"/>
              </a:rPr>
              <a:t> </a:t>
            </a:r>
            <a:r>
              <a:rPr sz="2000" spc="-10" dirty="0">
                <a:solidFill>
                  <a:schemeClr val="tx1"/>
                </a:solidFill>
                <a:cs typeface="Calibri"/>
              </a:rPr>
              <a:t>null.</a:t>
            </a:r>
            <a:endParaRPr sz="2000" dirty="0">
              <a:solidFill>
                <a:schemeClr val="tx1"/>
              </a:solidFill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6983" y="397922"/>
            <a:ext cx="11318033" cy="1330108"/>
          </a:xfrm>
          <a:prstGeom prst="rect">
            <a:avLst/>
          </a:prstGeom>
        </p:spPr>
        <p:txBody>
          <a:bodyPr vert="horz" wrap="square" lIns="0" tIns="89535" rIns="0" bIns="0" rtlCol="0" anchor="b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b="1" spc="-25" dirty="0">
                <a:solidFill>
                  <a:schemeClr val="tx1"/>
                </a:solidFill>
              </a:rPr>
              <a:t>Specifying</a:t>
            </a:r>
            <a:r>
              <a:rPr b="1" spc="-18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Attribute</a:t>
            </a:r>
            <a:r>
              <a:rPr b="1" spc="-190" dirty="0">
                <a:solidFill>
                  <a:schemeClr val="tx1"/>
                </a:solidFill>
              </a:rPr>
              <a:t> </a:t>
            </a:r>
            <a:r>
              <a:rPr b="1" spc="-40" dirty="0">
                <a:solidFill>
                  <a:schemeClr val="tx1"/>
                </a:solidFill>
              </a:rPr>
              <a:t>Constraints </a:t>
            </a:r>
            <a:r>
              <a:rPr b="1" dirty="0">
                <a:solidFill>
                  <a:schemeClr val="tx1"/>
                </a:solidFill>
              </a:rPr>
              <a:t>and</a:t>
            </a:r>
            <a:r>
              <a:rPr b="1" spc="-190" dirty="0">
                <a:solidFill>
                  <a:schemeClr val="tx1"/>
                </a:solidFill>
              </a:rPr>
              <a:t> </a:t>
            </a:r>
            <a:r>
              <a:rPr b="1" spc="-45" dirty="0">
                <a:solidFill>
                  <a:schemeClr val="tx1"/>
                </a:solidFill>
              </a:rPr>
              <a:t>Attribute</a:t>
            </a:r>
            <a:r>
              <a:rPr b="1" spc="-18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Defaults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9674" y="1800861"/>
            <a:ext cx="10431624" cy="3648178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0029" marR="211454" indent="-227965">
              <a:lnSpc>
                <a:spcPts val="2690"/>
              </a:lnSpc>
              <a:spcBef>
                <a:spcPts val="74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solidFill>
                  <a:schemeClr val="accent2"/>
                </a:solidFill>
                <a:cs typeface="Calibri"/>
              </a:rPr>
              <a:t>NOT</a:t>
            </a:r>
            <a:r>
              <a:rPr sz="2400" b="1" spc="-6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dirty="0">
                <a:solidFill>
                  <a:schemeClr val="accent2"/>
                </a:solidFill>
                <a:cs typeface="Calibri"/>
              </a:rPr>
              <a:t>NULL:</a:t>
            </a:r>
            <a:r>
              <a:rPr sz="2400" b="1" spc="-3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dirty="0">
                <a:cs typeface="Calibri"/>
              </a:rPr>
              <a:t>specified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if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NULL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is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not</a:t>
            </a:r>
            <a:r>
              <a:rPr sz="2400" spc="-5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permitted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for</a:t>
            </a:r>
            <a:r>
              <a:rPr sz="2400" spc="-45" dirty="0">
                <a:cs typeface="Calibri"/>
              </a:rPr>
              <a:t> </a:t>
            </a:r>
            <a:r>
              <a:rPr sz="2400" spc="-50" dirty="0">
                <a:cs typeface="Calibri"/>
              </a:rPr>
              <a:t>a </a:t>
            </a:r>
            <a:r>
              <a:rPr sz="2400" dirty="0">
                <a:cs typeface="Calibri"/>
              </a:rPr>
              <a:t>particular</a:t>
            </a:r>
            <a:r>
              <a:rPr sz="2400" spc="-125" dirty="0">
                <a:cs typeface="Calibri"/>
              </a:rPr>
              <a:t> </a:t>
            </a:r>
            <a:r>
              <a:rPr sz="2400" dirty="0">
                <a:cs typeface="Calibri"/>
              </a:rPr>
              <a:t>attribute</a:t>
            </a:r>
            <a:r>
              <a:rPr sz="2400" spc="-12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value.</a:t>
            </a:r>
            <a:endParaRPr sz="2400" dirty="0">
              <a:cs typeface="Calibri"/>
            </a:endParaRPr>
          </a:p>
          <a:p>
            <a:pPr marL="240029" indent="-227329">
              <a:lnSpc>
                <a:spcPts val="3335"/>
              </a:lnSpc>
              <a:spcBef>
                <a:spcPts val="34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solidFill>
                  <a:schemeClr val="accent2"/>
                </a:solidFill>
                <a:cs typeface="Calibri"/>
              </a:rPr>
              <a:t>CHECK:</a:t>
            </a:r>
            <a:r>
              <a:rPr sz="2400" b="1" spc="-6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spc="-10" dirty="0">
                <a:cs typeface="Calibri"/>
              </a:rPr>
              <a:t>Restricting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values</a:t>
            </a:r>
            <a:r>
              <a:rPr sz="2400" spc="-90" dirty="0">
                <a:cs typeface="Calibri"/>
              </a:rPr>
              <a:t> </a:t>
            </a:r>
            <a:r>
              <a:rPr sz="2400" dirty="0">
                <a:cs typeface="Calibri"/>
              </a:rPr>
              <a:t>in</a:t>
            </a:r>
            <a:r>
              <a:rPr sz="2400" spc="-9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tuples.</a:t>
            </a:r>
            <a:endParaRPr sz="2400" dirty="0">
              <a:cs typeface="Calibri"/>
            </a:endParaRPr>
          </a:p>
          <a:p>
            <a:pPr marL="697230" lvl="1" indent="-227329">
              <a:lnSpc>
                <a:spcPts val="2815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cs typeface="Calibri"/>
              </a:rPr>
              <a:t>Check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is</a:t>
            </a:r>
            <a:r>
              <a:rPr sz="2400" spc="-25" dirty="0">
                <a:cs typeface="Calibri"/>
              </a:rPr>
              <a:t> </a:t>
            </a:r>
            <a:r>
              <a:rPr sz="2400" dirty="0">
                <a:cs typeface="Calibri"/>
              </a:rPr>
              <a:t>a</a:t>
            </a:r>
            <a:r>
              <a:rPr sz="2400" spc="-30" dirty="0">
                <a:cs typeface="Calibri"/>
              </a:rPr>
              <a:t> row-</a:t>
            </a:r>
            <a:r>
              <a:rPr sz="2400" dirty="0">
                <a:cs typeface="Calibri"/>
              </a:rPr>
              <a:t>based</a:t>
            </a:r>
            <a:r>
              <a:rPr sz="2400" spc="-2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constraint.</a:t>
            </a:r>
            <a:endParaRPr sz="2400" dirty="0">
              <a:cs typeface="Calibri"/>
            </a:endParaRPr>
          </a:p>
          <a:p>
            <a:pPr marL="697230" marR="971550" lvl="1" indent="-227329">
              <a:lnSpc>
                <a:spcPts val="2300"/>
              </a:lnSpc>
              <a:spcBef>
                <a:spcPts val="52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cs typeface="Calibri"/>
              </a:rPr>
              <a:t>Applies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to</a:t>
            </a:r>
            <a:r>
              <a:rPr sz="2400" spc="-80" dirty="0">
                <a:cs typeface="Calibri"/>
              </a:rPr>
              <a:t> </a:t>
            </a:r>
            <a:r>
              <a:rPr sz="2400" dirty="0">
                <a:cs typeface="Calibri"/>
              </a:rPr>
              <a:t>each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row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individually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and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are</a:t>
            </a:r>
            <a:r>
              <a:rPr sz="2400" spc="-5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checked </a:t>
            </a:r>
            <a:r>
              <a:rPr sz="2400" dirty="0">
                <a:cs typeface="Calibri"/>
              </a:rPr>
              <a:t>whenever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a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row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is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inserted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or</a:t>
            </a:r>
            <a:r>
              <a:rPr sz="2400" spc="-5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modified.</a:t>
            </a:r>
            <a:endParaRPr sz="2400" dirty="0">
              <a:cs typeface="Calibri"/>
            </a:endParaRPr>
          </a:p>
          <a:p>
            <a:pPr marL="697230" lvl="1" indent="-227329">
              <a:lnSpc>
                <a:spcPts val="2535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cs typeface="Calibri"/>
              </a:rPr>
              <a:t>Dnumber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INT</a:t>
            </a:r>
            <a:r>
              <a:rPr sz="2400" spc="-25" dirty="0">
                <a:cs typeface="Calibri"/>
              </a:rPr>
              <a:t> </a:t>
            </a:r>
            <a:r>
              <a:rPr sz="2400" dirty="0">
                <a:cs typeface="Calibri"/>
              </a:rPr>
              <a:t>NOT</a:t>
            </a:r>
            <a:r>
              <a:rPr sz="2400" spc="-20" dirty="0">
                <a:cs typeface="Calibri"/>
              </a:rPr>
              <a:t> </a:t>
            </a:r>
            <a:r>
              <a:rPr sz="2400" dirty="0">
                <a:cs typeface="Calibri"/>
              </a:rPr>
              <a:t>NULL</a:t>
            </a:r>
            <a:r>
              <a:rPr sz="2400" spc="-20" dirty="0">
                <a:cs typeface="Calibri"/>
              </a:rPr>
              <a:t> </a:t>
            </a:r>
            <a:r>
              <a:rPr sz="2400" dirty="0">
                <a:cs typeface="Calibri"/>
              </a:rPr>
              <a:t>CHECK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(Dnumber</a:t>
            </a:r>
            <a:r>
              <a:rPr sz="2400" spc="-40" dirty="0">
                <a:cs typeface="Calibri"/>
              </a:rPr>
              <a:t> </a:t>
            </a:r>
            <a:r>
              <a:rPr sz="2400" dirty="0">
                <a:cs typeface="Calibri"/>
              </a:rPr>
              <a:t>&gt;</a:t>
            </a:r>
            <a:r>
              <a:rPr sz="2400" spc="-25" dirty="0">
                <a:cs typeface="Calibri"/>
              </a:rPr>
              <a:t> </a:t>
            </a:r>
            <a:r>
              <a:rPr sz="2400" dirty="0">
                <a:cs typeface="Calibri"/>
              </a:rPr>
              <a:t>0</a:t>
            </a:r>
            <a:r>
              <a:rPr sz="2400" spc="-35" dirty="0">
                <a:cs typeface="Calibri"/>
              </a:rPr>
              <a:t> </a:t>
            </a:r>
            <a:r>
              <a:rPr sz="2400" spc="-25" dirty="0">
                <a:cs typeface="Calibri"/>
              </a:rPr>
              <a:t>AND</a:t>
            </a:r>
            <a:endParaRPr sz="2400" dirty="0">
              <a:cs typeface="Calibri"/>
            </a:endParaRPr>
          </a:p>
          <a:p>
            <a:pPr marL="698500">
              <a:lnSpc>
                <a:spcPts val="2595"/>
              </a:lnSpc>
            </a:pPr>
            <a:r>
              <a:rPr sz="2400" dirty="0">
                <a:cs typeface="Calibri"/>
              </a:rPr>
              <a:t>Dnumber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&lt;</a:t>
            </a:r>
            <a:r>
              <a:rPr sz="2400" spc="-50" dirty="0">
                <a:cs typeface="Calibri"/>
              </a:rPr>
              <a:t> </a:t>
            </a:r>
            <a:r>
              <a:rPr sz="2400" spc="-20" dirty="0">
                <a:cs typeface="Calibri"/>
              </a:rPr>
              <a:t>21);</a:t>
            </a:r>
            <a:endParaRPr sz="2400" dirty="0">
              <a:cs typeface="Calibri"/>
            </a:endParaRPr>
          </a:p>
          <a:p>
            <a:pPr marL="240029" marR="5080" indent="-227965">
              <a:lnSpc>
                <a:spcPct val="800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spc="-60" dirty="0">
                <a:solidFill>
                  <a:schemeClr val="accent2"/>
                </a:solidFill>
                <a:cs typeface="Calibri"/>
              </a:rPr>
              <a:t>DEFAULT: </a:t>
            </a:r>
            <a:r>
              <a:rPr sz="2400" spc="-10" dirty="0">
                <a:cs typeface="Calibri"/>
              </a:rPr>
              <a:t>default</a:t>
            </a:r>
            <a:r>
              <a:rPr sz="2400" spc="-75" dirty="0">
                <a:cs typeface="Calibri"/>
              </a:rPr>
              <a:t> </a:t>
            </a:r>
            <a:r>
              <a:rPr sz="2400" dirty="0">
                <a:cs typeface="Calibri"/>
              </a:rPr>
              <a:t>value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is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included</a:t>
            </a:r>
            <a:r>
              <a:rPr sz="2400" spc="-40" dirty="0">
                <a:cs typeface="Calibri"/>
              </a:rPr>
              <a:t> </a:t>
            </a:r>
            <a:r>
              <a:rPr sz="2400" dirty="0">
                <a:cs typeface="Calibri"/>
              </a:rPr>
              <a:t>in</a:t>
            </a:r>
            <a:r>
              <a:rPr sz="2400" spc="-75" dirty="0">
                <a:cs typeface="Calibri"/>
              </a:rPr>
              <a:t> </a:t>
            </a:r>
            <a:r>
              <a:rPr sz="2400" dirty="0">
                <a:cs typeface="Calibri"/>
              </a:rPr>
              <a:t>any</a:t>
            </a:r>
            <a:r>
              <a:rPr sz="2400" spc="-80" dirty="0">
                <a:cs typeface="Calibri"/>
              </a:rPr>
              <a:t> </a:t>
            </a:r>
            <a:r>
              <a:rPr sz="2400" dirty="0">
                <a:cs typeface="Calibri"/>
              </a:rPr>
              <a:t>new</a:t>
            </a:r>
            <a:r>
              <a:rPr sz="2400" spc="-6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tuple </a:t>
            </a:r>
            <a:r>
              <a:rPr sz="2400" dirty="0">
                <a:cs typeface="Calibri"/>
              </a:rPr>
              <a:t>if</a:t>
            </a:r>
            <a:r>
              <a:rPr sz="2400" spc="-75" dirty="0">
                <a:cs typeface="Calibri"/>
              </a:rPr>
              <a:t> </a:t>
            </a:r>
            <a:r>
              <a:rPr sz="2400" dirty="0">
                <a:cs typeface="Calibri"/>
              </a:rPr>
              <a:t>an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explicit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value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is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not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provided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for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that</a:t>
            </a:r>
            <a:r>
              <a:rPr sz="2400" spc="-7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attribute.</a:t>
            </a:r>
            <a:endParaRPr sz="2400" dirty="0">
              <a:cs typeface="Calibri"/>
            </a:endParaRPr>
          </a:p>
          <a:p>
            <a:pPr marL="697230" lvl="1" indent="-227329">
              <a:lnSpc>
                <a:spcPts val="2815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cs typeface="Calibri"/>
              </a:rPr>
              <a:t>Specified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using</a:t>
            </a:r>
            <a:r>
              <a:rPr sz="2400" spc="-60" dirty="0">
                <a:cs typeface="Calibri"/>
              </a:rPr>
              <a:t> </a:t>
            </a:r>
            <a:r>
              <a:rPr sz="2400" spc="-50" dirty="0">
                <a:cs typeface="Calibri"/>
              </a:rPr>
              <a:t>DEFAULT</a:t>
            </a:r>
            <a:r>
              <a:rPr sz="2400" spc="-5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&lt;value&gt;</a:t>
            </a:r>
            <a:endParaRPr sz="2400" dirty="0"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1810" y="397921"/>
            <a:ext cx="11206687" cy="1330108"/>
          </a:xfrm>
          <a:prstGeom prst="rect">
            <a:avLst/>
          </a:prstGeom>
        </p:spPr>
        <p:txBody>
          <a:bodyPr vert="horz" wrap="square" lIns="0" tIns="89535" rIns="0" bIns="0" rtlCol="0" anchor="b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b="1" spc="-25" dirty="0">
                <a:solidFill>
                  <a:schemeClr val="tx1"/>
                </a:solidFill>
              </a:rPr>
              <a:t>Specifying</a:t>
            </a:r>
            <a:r>
              <a:rPr b="1" spc="-200" dirty="0">
                <a:solidFill>
                  <a:schemeClr val="tx1"/>
                </a:solidFill>
              </a:rPr>
              <a:t> </a:t>
            </a:r>
            <a:r>
              <a:rPr b="1" spc="-30" dirty="0">
                <a:solidFill>
                  <a:schemeClr val="tx1"/>
                </a:solidFill>
              </a:rPr>
              <a:t>Key</a:t>
            </a:r>
            <a:r>
              <a:rPr b="1" spc="-19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and</a:t>
            </a:r>
            <a:r>
              <a:rPr b="1" spc="-195" dirty="0">
                <a:solidFill>
                  <a:schemeClr val="tx1"/>
                </a:solidFill>
              </a:rPr>
              <a:t> </a:t>
            </a:r>
            <a:r>
              <a:rPr b="1" spc="-60" dirty="0">
                <a:solidFill>
                  <a:schemeClr val="tx1"/>
                </a:solidFill>
              </a:rPr>
              <a:t>Referential </a:t>
            </a:r>
            <a:r>
              <a:rPr b="1" spc="-30" dirty="0">
                <a:solidFill>
                  <a:schemeClr val="tx1"/>
                </a:solidFill>
              </a:rPr>
              <a:t>Integrity</a:t>
            </a:r>
            <a:r>
              <a:rPr b="1" spc="-18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Constraints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15197" y="1845733"/>
            <a:ext cx="11393299" cy="331180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solidFill>
                  <a:schemeClr val="accent2"/>
                </a:solidFill>
                <a:cs typeface="Calibri"/>
              </a:rPr>
              <a:t>UNIQUE</a:t>
            </a:r>
            <a:r>
              <a:rPr sz="2400" b="1" dirty="0">
                <a:solidFill>
                  <a:schemeClr val="tx1"/>
                </a:solidFill>
                <a:cs typeface="Calibri"/>
              </a:rPr>
              <a:t>:</a:t>
            </a:r>
            <a:r>
              <a:rPr sz="2400" b="1" spc="-55" dirty="0">
                <a:solidFill>
                  <a:schemeClr val="tx1"/>
                </a:solidFill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</a:rPr>
              <a:t>Values</a:t>
            </a:r>
            <a:r>
              <a:rPr sz="2400" spc="-50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in</a:t>
            </a:r>
            <a:r>
              <a:rPr sz="2400" spc="-75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the</a:t>
            </a:r>
            <a:r>
              <a:rPr sz="2400" spc="-65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column</a:t>
            </a:r>
            <a:r>
              <a:rPr sz="2400" spc="-55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must</a:t>
            </a:r>
            <a:r>
              <a:rPr sz="2400" spc="-40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be</a:t>
            </a:r>
            <a:r>
              <a:rPr sz="2400" spc="-60" dirty="0">
                <a:solidFill>
                  <a:schemeClr val="tx1"/>
                </a:solidFill>
              </a:rPr>
              <a:t> </a:t>
            </a:r>
            <a:r>
              <a:rPr sz="2400" spc="-10" dirty="0">
                <a:solidFill>
                  <a:schemeClr val="tx1"/>
                </a:solidFill>
              </a:rPr>
              <a:t>unique.</a:t>
            </a:r>
          </a:p>
          <a:p>
            <a:pPr marL="696595" marR="210820" lvl="1" indent="-227329">
              <a:lnSpc>
                <a:spcPts val="2590"/>
              </a:lnSpc>
              <a:spcBef>
                <a:spcPts val="57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solidFill>
                  <a:schemeClr val="tx1"/>
                </a:solidFill>
                <a:cs typeface="Calibri"/>
              </a:rPr>
              <a:t>Specifies</a:t>
            </a:r>
            <a:r>
              <a:rPr sz="2000" spc="-85" dirty="0">
                <a:solidFill>
                  <a:schemeClr val="tx1"/>
                </a:solidFill>
                <a:cs typeface="Calibri"/>
              </a:rPr>
              <a:t> </a:t>
            </a:r>
            <a:r>
              <a:rPr sz="2000" spc="-10" dirty="0">
                <a:solidFill>
                  <a:schemeClr val="tx1"/>
                </a:solidFill>
                <a:cs typeface="Calibri"/>
              </a:rPr>
              <a:t>alternate</a:t>
            </a:r>
            <a:r>
              <a:rPr sz="2000" spc="-75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(secondary)</a:t>
            </a:r>
            <a:r>
              <a:rPr sz="2000" spc="-85" dirty="0">
                <a:solidFill>
                  <a:schemeClr val="tx1"/>
                </a:solidFill>
                <a:cs typeface="Calibri"/>
              </a:rPr>
              <a:t> </a:t>
            </a:r>
            <a:r>
              <a:rPr sz="2000" spc="-10" dirty="0">
                <a:solidFill>
                  <a:schemeClr val="tx1"/>
                </a:solidFill>
                <a:cs typeface="Calibri"/>
              </a:rPr>
              <a:t>keys</a:t>
            </a:r>
            <a:r>
              <a:rPr sz="2000" spc="-8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(called</a:t>
            </a:r>
            <a:r>
              <a:rPr sz="2000" spc="-95" dirty="0">
                <a:solidFill>
                  <a:schemeClr val="tx1"/>
                </a:solidFill>
                <a:cs typeface="Calibri"/>
              </a:rPr>
              <a:t> </a:t>
            </a:r>
            <a:r>
              <a:rPr sz="2000" spc="-10" dirty="0">
                <a:solidFill>
                  <a:schemeClr val="tx1"/>
                </a:solidFill>
                <a:cs typeface="Calibri"/>
              </a:rPr>
              <a:t>CANDIDATE keys</a:t>
            </a:r>
            <a:r>
              <a:rPr sz="2000" spc="-8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in</a:t>
            </a:r>
            <a:r>
              <a:rPr sz="2000" spc="-8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the</a:t>
            </a:r>
            <a:r>
              <a:rPr sz="2000" spc="-6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relational</a:t>
            </a:r>
            <a:r>
              <a:rPr lang="en-US" sz="2000" spc="-80" dirty="0">
                <a:solidFill>
                  <a:schemeClr val="tx1"/>
                </a:solidFill>
                <a:cs typeface="Calibri"/>
              </a:rPr>
              <a:t> </a:t>
            </a:r>
            <a:r>
              <a:rPr sz="2000" spc="-10" dirty="0">
                <a:solidFill>
                  <a:schemeClr val="tx1"/>
                </a:solidFill>
                <a:cs typeface="Calibri"/>
              </a:rPr>
              <a:t>model).</a:t>
            </a:r>
            <a:endParaRPr sz="2000" dirty="0">
              <a:solidFill>
                <a:schemeClr val="tx1"/>
              </a:solidFill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697230" algn="l"/>
              </a:tabLst>
            </a:pPr>
            <a:r>
              <a:rPr sz="2000" dirty="0">
                <a:solidFill>
                  <a:schemeClr val="tx1"/>
                </a:solidFill>
                <a:cs typeface="Calibri"/>
              </a:rPr>
              <a:t>Dname</a:t>
            </a:r>
            <a:r>
              <a:rPr sz="2000" spc="-50" dirty="0">
                <a:solidFill>
                  <a:schemeClr val="tx1"/>
                </a:solidFill>
                <a:cs typeface="Calibri"/>
              </a:rPr>
              <a:t> </a:t>
            </a:r>
            <a:r>
              <a:rPr sz="2000" spc="-10" dirty="0">
                <a:solidFill>
                  <a:schemeClr val="tx1"/>
                </a:solidFill>
                <a:cs typeface="Calibri"/>
              </a:rPr>
              <a:t>VARCHAR(15)</a:t>
            </a:r>
            <a:r>
              <a:rPr sz="2000" spc="-70" dirty="0">
                <a:solidFill>
                  <a:schemeClr val="tx1"/>
                </a:solidFill>
                <a:cs typeface="Calibri"/>
              </a:rPr>
              <a:t> </a:t>
            </a:r>
            <a:r>
              <a:rPr sz="2000" spc="-10" dirty="0">
                <a:solidFill>
                  <a:schemeClr val="tx1"/>
                </a:solidFill>
                <a:cs typeface="Calibri"/>
              </a:rPr>
              <a:t>UNIQUE;</a:t>
            </a:r>
            <a:endParaRPr sz="2000" dirty="0">
              <a:solidFill>
                <a:schemeClr val="tx1"/>
              </a:solidFill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2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solidFill>
                  <a:schemeClr val="accent2"/>
                </a:solidFill>
                <a:cs typeface="Calibri"/>
              </a:rPr>
              <a:t>PRIMARY</a:t>
            </a:r>
            <a:r>
              <a:rPr sz="2400" b="1" spc="-8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spc="-20" dirty="0">
                <a:solidFill>
                  <a:schemeClr val="accent2"/>
                </a:solidFill>
                <a:cs typeface="Calibri"/>
              </a:rPr>
              <a:t>KEY:</a:t>
            </a:r>
            <a:r>
              <a:rPr sz="2400" b="1" spc="-7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</a:rPr>
              <a:t>specifies</a:t>
            </a:r>
            <a:r>
              <a:rPr sz="2400" spc="-85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one</a:t>
            </a:r>
            <a:r>
              <a:rPr sz="2400" spc="-85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or</a:t>
            </a:r>
            <a:r>
              <a:rPr sz="2400" spc="-95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more</a:t>
            </a:r>
            <a:r>
              <a:rPr sz="2400" spc="-95" dirty="0">
                <a:solidFill>
                  <a:schemeClr val="tx1"/>
                </a:solidFill>
              </a:rPr>
              <a:t> </a:t>
            </a:r>
            <a:r>
              <a:rPr sz="2400" spc="-10" dirty="0">
                <a:solidFill>
                  <a:schemeClr val="tx1"/>
                </a:solidFill>
              </a:rPr>
              <a:t>attributes</a:t>
            </a:r>
            <a:r>
              <a:rPr sz="2400" spc="-75" dirty="0">
                <a:solidFill>
                  <a:schemeClr val="tx1"/>
                </a:solidFill>
              </a:rPr>
              <a:t> </a:t>
            </a:r>
            <a:r>
              <a:rPr sz="2400" spc="-20" dirty="0">
                <a:solidFill>
                  <a:schemeClr val="tx1"/>
                </a:solidFill>
              </a:rPr>
              <a:t>that </a:t>
            </a:r>
            <a:r>
              <a:rPr sz="2400" dirty="0">
                <a:solidFill>
                  <a:schemeClr val="tx1"/>
                </a:solidFill>
              </a:rPr>
              <a:t>make</a:t>
            </a:r>
            <a:r>
              <a:rPr sz="2400" spc="-60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up</a:t>
            </a:r>
            <a:r>
              <a:rPr sz="2400" spc="-40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the</a:t>
            </a:r>
            <a:r>
              <a:rPr sz="2400" spc="-55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primary</a:t>
            </a:r>
            <a:r>
              <a:rPr sz="2400" spc="-45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key</a:t>
            </a:r>
            <a:r>
              <a:rPr sz="2400" spc="-70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of</a:t>
            </a:r>
            <a:r>
              <a:rPr sz="2400" spc="-65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a</a:t>
            </a:r>
            <a:r>
              <a:rPr sz="2400" spc="-55" dirty="0">
                <a:solidFill>
                  <a:schemeClr val="tx1"/>
                </a:solidFill>
              </a:rPr>
              <a:t> </a:t>
            </a:r>
            <a:r>
              <a:rPr sz="2400" spc="-10" dirty="0">
                <a:solidFill>
                  <a:schemeClr val="tx1"/>
                </a:solidFill>
              </a:rPr>
              <a:t>relation.</a:t>
            </a:r>
          </a:p>
          <a:p>
            <a:pPr marL="697230" lvl="1" indent="-227329">
              <a:lnSpc>
                <a:spcPct val="100000"/>
              </a:lnSpc>
              <a:buFont typeface="Arial MT"/>
              <a:buChar char="•"/>
              <a:tabLst>
                <a:tab pos="697230" algn="l"/>
              </a:tabLst>
            </a:pPr>
            <a:r>
              <a:rPr sz="2000" dirty="0">
                <a:solidFill>
                  <a:schemeClr val="tx1"/>
                </a:solidFill>
                <a:cs typeface="Calibri"/>
              </a:rPr>
              <a:t>For</a:t>
            </a:r>
            <a:r>
              <a:rPr sz="2000" spc="-35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only</a:t>
            </a:r>
            <a:r>
              <a:rPr sz="2000" spc="-4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one</a:t>
            </a:r>
            <a:r>
              <a:rPr sz="2000" spc="-15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column</a:t>
            </a:r>
            <a:r>
              <a:rPr sz="2000" spc="-45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as</a:t>
            </a:r>
            <a:r>
              <a:rPr sz="2000" spc="-2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a</a:t>
            </a:r>
            <a:r>
              <a:rPr sz="2000" spc="-45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Primary</a:t>
            </a:r>
            <a:r>
              <a:rPr sz="2000" spc="-6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key</a:t>
            </a:r>
            <a:r>
              <a:rPr sz="2000" spc="-45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in</a:t>
            </a:r>
            <a:r>
              <a:rPr sz="2000" spc="-3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a</a:t>
            </a:r>
            <a:r>
              <a:rPr sz="2000" spc="-45" dirty="0">
                <a:solidFill>
                  <a:schemeClr val="tx1"/>
                </a:solidFill>
                <a:cs typeface="Calibri"/>
              </a:rPr>
              <a:t> </a:t>
            </a:r>
            <a:r>
              <a:rPr sz="2000" spc="-10" dirty="0">
                <a:solidFill>
                  <a:schemeClr val="tx1"/>
                </a:solidFill>
                <a:cs typeface="Calibri"/>
              </a:rPr>
              <a:t>table.</a:t>
            </a:r>
            <a:endParaRPr sz="2000" dirty="0">
              <a:solidFill>
                <a:schemeClr val="tx1"/>
              </a:solidFill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dirty="0">
                <a:solidFill>
                  <a:schemeClr val="tx1"/>
                </a:solidFill>
                <a:cs typeface="Calibri"/>
              </a:rPr>
              <a:t>Dnumber</a:t>
            </a:r>
            <a:r>
              <a:rPr sz="1800" spc="-55" dirty="0">
                <a:solidFill>
                  <a:schemeClr val="tx1"/>
                </a:solidFill>
                <a:cs typeface="Calibri"/>
              </a:rPr>
              <a:t> </a:t>
            </a:r>
            <a:r>
              <a:rPr sz="1800" dirty="0">
                <a:solidFill>
                  <a:schemeClr val="tx1"/>
                </a:solidFill>
                <a:cs typeface="Calibri"/>
              </a:rPr>
              <a:t>INT</a:t>
            </a:r>
            <a:r>
              <a:rPr sz="1800" spc="-40" dirty="0">
                <a:solidFill>
                  <a:schemeClr val="tx1"/>
                </a:solidFill>
                <a:cs typeface="Calibri"/>
              </a:rPr>
              <a:t> </a:t>
            </a:r>
            <a:r>
              <a:rPr sz="1800" dirty="0">
                <a:solidFill>
                  <a:schemeClr val="tx1"/>
                </a:solidFill>
                <a:cs typeface="Calibri"/>
              </a:rPr>
              <a:t>PRIMARY</a:t>
            </a:r>
            <a:r>
              <a:rPr sz="1800" spc="-50" dirty="0">
                <a:solidFill>
                  <a:schemeClr val="tx1"/>
                </a:solidFill>
                <a:cs typeface="Calibri"/>
              </a:rPr>
              <a:t> </a:t>
            </a:r>
            <a:r>
              <a:rPr sz="1800" spc="-25" dirty="0">
                <a:solidFill>
                  <a:schemeClr val="tx1"/>
                </a:solidFill>
                <a:cs typeface="Calibri"/>
              </a:rPr>
              <a:t>KEY</a:t>
            </a:r>
            <a:endParaRPr sz="1800" dirty="0">
              <a:solidFill>
                <a:schemeClr val="tx1"/>
              </a:solidFill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697230" algn="l"/>
              </a:tabLst>
            </a:pPr>
            <a:r>
              <a:rPr sz="2000" dirty="0">
                <a:solidFill>
                  <a:schemeClr val="tx1"/>
                </a:solidFill>
                <a:cs typeface="Calibri"/>
              </a:rPr>
              <a:t>For</a:t>
            </a:r>
            <a:r>
              <a:rPr sz="2000" spc="-3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more</a:t>
            </a:r>
            <a:r>
              <a:rPr sz="2000" spc="-35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than</a:t>
            </a:r>
            <a:r>
              <a:rPr sz="2000" spc="-3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one</a:t>
            </a:r>
            <a:r>
              <a:rPr sz="2000" spc="-3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column</a:t>
            </a:r>
            <a:r>
              <a:rPr sz="2000" spc="-30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as</a:t>
            </a:r>
            <a:r>
              <a:rPr sz="2000" spc="-45" dirty="0">
                <a:solidFill>
                  <a:schemeClr val="tx1"/>
                </a:solidFill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cs typeface="Calibri"/>
              </a:rPr>
              <a:t>Primary</a:t>
            </a:r>
            <a:r>
              <a:rPr sz="2000" spc="-55" dirty="0">
                <a:solidFill>
                  <a:schemeClr val="tx1"/>
                </a:solidFill>
                <a:cs typeface="Calibri"/>
              </a:rPr>
              <a:t> </a:t>
            </a:r>
            <a:r>
              <a:rPr sz="2000" spc="-20" dirty="0">
                <a:solidFill>
                  <a:schemeClr val="tx1"/>
                </a:solidFill>
                <a:cs typeface="Calibri"/>
              </a:rPr>
              <a:t>Key.</a:t>
            </a:r>
            <a:endParaRPr sz="2000" dirty="0">
              <a:solidFill>
                <a:schemeClr val="tx1"/>
              </a:solidFill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dirty="0">
                <a:solidFill>
                  <a:schemeClr val="tx1"/>
                </a:solidFill>
                <a:cs typeface="Calibri"/>
              </a:rPr>
              <a:t>PRIMARY</a:t>
            </a:r>
            <a:r>
              <a:rPr sz="1800" spc="-40" dirty="0">
                <a:solidFill>
                  <a:schemeClr val="tx1"/>
                </a:solidFill>
                <a:cs typeface="Calibri"/>
              </a:rPr>
              <a:t> </a:t>
            </a:r>
            <a:r>
              <a:rPr sz="1800" dirty="0">
                <a:solidFill>
                  <a:schemeClr val="tx1"/>
                </a:solidFill>
                <a:cs typeface="Calibri"/>
              </a:rPr>
              <a:t>KEY</a:t>
            </a:r>
            <a:r>
              <a:rPr sz="1800" spc="-25" dirty="0">
                <a:solidFill>
                  <a:schemeClr val="tx1"/>
                </a:solidFill>
                <a:cs typeface="Calibri"/>
              </a:rPr>
              <a:t> </a:t>
            </a:r>
            <a:r>
              <a:rPr sz="1800" spc="-20" dirty="0">
                <a:solidFill>
                  <a:schemeClr val="tx1"/>
                </a:solidFill>
                <a:cs typeface="Calibri"/>
              </a:rPr>
              <a:t>(Dnumber,</a:t>
            </a:r>
            <a:r>
              <a:rPr sz="1800" spc="-40" dirty="0">
                <a:solidFill>
                  <a:schemeClr val="tx1"/>
                </a:solidFill>
                <a:cs typeface="Calibri"/>
              </a:rPr>
              <a:t> </a:t>
            </a:r>
            <a:r>
              <a:rPr sz="1800" spc="-10" dirty="0">
                <a:solidFill>
                  <a:schemeClr val="tx1"/>
                </a:solidFill>
                <a:cs typeface="Calibri"/>
              </a:rPr>
              <a:t>Dlocation)</a:t>
            </a:r>
            <a:endParaRPr sz="1800" dirty="0">
              <a:solidFill>
                <a:schemeClr val="tx1"/>
              </a:solidFill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5070" y="351269"/>
            <a:ext cx="9806474" cy="1330108"/>
          </a:xfrm>
          <a:prstGeom prst="rect">
            <a:avLst/>
          </a:prstGeom>
        </p:spPr>
        <p:txBody>
          <a:bodyPr vert="horz" wrap="square" lIns="0" tIns="89535" rIns="0" bIns="0" rtlCol="0" anchor="b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b="1" spc="-25" dirty="0">
                <a:solidFill>
                  <a:schemeClr val="tx1"/>
                </a:solidFill>
              </a:rPr>
              <a:t>Specifying</a:t>
            </a:r>
            <a:r>
              <a:rPr b="1" spc="-200" dirty="0">
                <a:solidFill>
                  <a:schemeClr val="tx1"/>
                </a:solidFill>
              </a:rPr>
              <a:t> </a:t>
            </a:r>
            <a:r>
              <a:rPr b="1" spc="-30" dirty="0">
                <a:solidFill>
                  <a:schemeClr val="tx1"/>
                </a:solidFill>
              </a:rPr>
              <a:t>Key</a:t>
            </a:r>
            <a:r>
              <a:rPr b="1" spc="-19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and</a:t>
            </a:r>
            <a:r>
              <a:rPr b="1" spc="-195" dirty="0">
                <a:solidFill>
                  <a:schemeClr val="tx1"/>
                </a:solidFill>
              </a:rPr>
              <a:t> </a:t>
            </a:r>
            <a:r>
              <a:rPr b="1" spc="-60" dirty="0">
                <a:solidFill>
                  <a:schemeClr val="tx1"/>
                </a:solidFill>
              </a:rPr>
              <a:t>Referential </a:t>
            </a:r>
            <a:r>
              <a:rPr b="1" spc="-30" dirty="0">
                <a:solidFill>
                  <a:schemeClr val="tx1"/>
                </a:solidFill>
              </a:rPr>
              <a:t>Integrity</a:t>
            </a:r>
            <a:r>
              <a:rPr b="1" spc="-18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Constraints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5070" y="1957064"/>
            <a:ext cx="10805311" cy="3161058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288290" indent="-228600">
              <a:lnSpc>
                <a:spcPct val="7010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solidFill>
                  <a:schemeClr val="accent2"/>
                </a:solidFill>
                <a:cs typeface="Calibri"/>
              </a:rPr>
              <a:t>FOREIGN</a:t>
            </a:r>
            <a:r>
              <a:rPr sz="2400" b="1" spc="-7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spc="-25" dirty="0">
                <a:solidFill>
                  <a:schemeClr val="accent2"/>
                </a:solidFill>
                <a:cs typeface="Calibri"/>
              </a:rPr>
              <a:t>KEY:</a:t>
            </a:r>
            <a:r>
              <a:rPr sz="2400" b="1" spc="-7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spc="-20" dirty="0">
                <a:cs typeface="Calibri"/>
              </a:rPr>
              <a:t>Referential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integrity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is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specified</a:t>
            </a:r>
            <a:r>
              <a:rPr sz="2400" spc="-85" dirty="0">
                <a:cs typeface="Calibri"/>
              </a:rPr>
              <a:t> </a:t>
            </a:r>
            <a:r>
              <a:rPr sz="2400" dirty="0">
                <a:cs typeface="Calibri"/>
              </a:rPr>
              <a:t>via</a:t>
            </a:r>
            <a:r>
              <a:rPr sz="2400" spc="-40" dirty="0">
                <a:cs typeface="Calibri"/>
              </a:rPr>
              <a:t> </a:t>
            </a:r>
            <a:r>
              <a:rPr sz="2400" spc="-25" dirty="0">
                <a:cs typeface="Calibri"/>
              </a:rPr>
              <a:t>the </a:t>
            </a:r>
            <a:r>
              <a:rPr sz="2400" dirty="0">
                <a:cs typeface="Calibri"/>
              </a:rPr>
              <a:t>FOREIGN</a:t>
            </a:r>
            <a:r>
              <a:rPr sz="2400" spc="-55" dirty="0">
                <a:cs typeface="Calibri"/>
              </a:rPr>
              <a:t> </a:t>
            </a:r>
            <a:r>
              <a:rPr sz="2400" spc="-20" dirty="0">
                <a:cs typeface="Calibri"/>
              </a:rPr>
              <a:t>KEY.</a:t>
            </a:r>
            <a:endParaRPr sz="2400" dirty="0">
              <a:cs typeface="Calibri"/>
            </a:endParaRPr>
          </a:p>
          <a:p>
            <a:pPr marL="241300" marR="960755" indent="-228600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solidFill>
                  <a:schemeClr val="accent2"/>
                </a:solidFill>
                <a:cs typeface="Calibri"/>
              </a:rPr>
              <a:t>Default</a:t>
            </a:r>
            <a:r>
              <a:rPr sz="2400" b="1" spc="-7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dirty="0">
                <a:solidFill>
                  <a:schemeClr val="accent2"/>
                </a:solidFill>
                <a:cs typeface="Calibri"/>
              </a:rPr>
              <a:t>action</a:t>
            </a:r>
            <a:r>
              <a:rPr sz="2400" b="1" spc="-8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dirty="0">
                <a:solidFill>
                  <a:schemeClr val="accent2"/>
                </a:solidFill>
                <a:cs typeface="Calibri"/>
              </a:rPr>
              <a:t>for</a:t>
            </a:r>
            <a:r>
              <a:rPr sz="2400" b="1" spc="-8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dirty="0">
                <a:solidFill>
                  <a:schemeClr val="accent2"/>
                </a:solidFill>
                <a:cs typeface="Calibri"/>
              </a:rPr>
              <a:t>integrity</a:t>
            </a:r>
            <a:r>
              <a:rPr sz="2400" b="1" spc="-5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dirty="0">
                <a:solidFill>
                  <a:schemeClr val="accent2"/>
                </a:solidFill>
                <a:cs typeface="Calibri"/>
              </a:rPr>
              <a:t>Violation</a:t>
            </a:r>
            <a:r>
              <a:rPr sz="2400" dirty="0">
                <a:solidFill>
                  <a:schemeClr val="accent2"/>
                </a:solidFill>
                <a:cs typeface="Calibri"/>
              </a:rPr>
              <a:t>:</a:t>
            </a:r>
            <a:r>
              <a:rPr sz="2400" spc="-6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dirty="0">
                <a:cs typeface="Calibri"/>
              </a:rPr>
              <a:t>Reject</a:t>
            </a:r>
            <a:r>
              <a:rPr sz="2400" spc="-90" dirty="0">
                <a:cs typeface="Calibri"/>
              </a:rPr>
              <a:t> </a:t>
            </a:r>
            <a:r>
              <a:rPr sz="2400" spc="-25" dirty="0">
                <a:cs typeface="Calibri"/>
              </a:rPr>
              <a:t>the </a:t>
            </a:r>
            <a:r>
              <a:rPr sz="2400" dirty="0">
                <a:cs typeface="Calibri"/>
              </a:rPr>
              <a:t>update</a:t>
            </a:r>
            <a:r>
              <a:rPr sz="2400" spc="-8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operation</a:t>
            </a:r>
            <a:r>
              <a:rPr lang="en-US" sz="2400" spc="-7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(Restrict)</a:t>
            </a:r>
            <a:endParaRPr sz="2400" dirty="0">
              <a:cs typeface="Calibri"/>
            </a:endParaRPr>
          </a:p>
          <a:p>
            <a:pPr marL="241300" marR="5080" indent="-228600">
              <a:lnSpc>
                <a:spcPct val="701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Calibri"/>
              </a:rPr>
              <a:t>Alternative</a:t>
            </a:r>
            <a:r>
              <a:rPr sz="2400" spc="-95" dirty="0">
                <a:cs typeface="Calibri"/>
              </a:rPr>
              <a:t> </a:t>
            </a:r>
            <a:r>
              <a:rPr sz="2400" dirty="0">
                <a:cs typeface="Calibri"/>
              </a:rPr>
              <a:t>action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to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be</a:t>
            </a:r>
            <a:r>
              <a:rPr sz="2400" spc="-6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taken</a:t>
            </a:r>
            <a:r>
              <a:rPr sz="2400" spc="-75" dirty="0">
                <a:cs typeface="Calibri"/>
              </a:rPr>
              <a:t> </a:t>
            </a:r>
            <a:r>
              <a:rPr sz="2400" dirty="0">
                <a:cs typeface="Calibri"/>
              </a:rPr>
              <a:t>by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attaching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a</a:t>
            </a:r>
            <a:r>
              <a:rPr sz="2400" spc="-30" dirty="0">
                <a:cs typeface="Calibri"/>
              </a:rPr>
              <a:t> </a:t>
            </a:r>
            <a:r>
              <a:rPr sz="2400" b="1" spc="-10" dirty="0">
                <a:cs typeface="Calibri"/>
              </a:rPr>
              <a:t>referential </a:t>
            </a:r>
            <a:r>
              <a:rPr sz="2400" b="1" dirty="0">
                <a:cs typeface="Calibri"/>
              </a:rPr>
              <a:t>triggered</a:t>
            </a:r>
            <a:r>
              <a:rPr sz="2400" b="1" spc="-65" dirty="0">
                <a:cs typeface="Calibri"/>
              </a:rPr>
              <a:t> </a:t>
            </a:r>
            <a:r>
              <a:rPr sz="2400" b="1" dirty="0">
                <a:cs typeface="Calibri"/>
              </a:rPr>
              <a:t>action</a:t>
            </a:r>
            <a:r>
              <a:rPr sz="2400" b="1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clause</a:t>
            </a:r>
            <a:r>
              <a:rPr sz="2400" spc="-80" dirty="0">
                <a:cs typeface="Calibri"/>
              </a:rPr>
              <a:t> </a:t>
            </a:r>
            <a:r>
              <a:rPr sz="2400" dirty="0">
                <a:cs typeface="Calibri"/>
              </a:rPr>
              <a:t>to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any</a:t>
            </a:r>
            <a:r>
              <a:rPr sz="2400" spc="-7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foreign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key</a:t>
            </a:r>
            <a:r>
              <a:rPr sz="2400" spc="-7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constraint.</a:t>
            </a:r>
            <a:endParaRPr sz="2400" dirty="0">
              <a:cs typeface="Calibri"/>
            </a:endParaRPr>
          </a:p>
          <a:p>
            <a:pPr marL="241300" indent="-228600">
              <a:lnSpc>
                <a:spcPts val="297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Calibri"/>
              </a:rPr>
              <a:t>The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options</a:t>
            </a:r>
            <a:r>
              <a:rPr sz="2400" spc="-2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include</a:t>
            </a:r>
            <a:endParaRPr sz="2400" dirty="0">
              <a:cs typeface="Calibri"/>
            </a:endParaRPr>
          </a:p>
          <a:p>
            <a:pPr marL="697865" lvl="1" indent="-227965">
              <a:lnSpc>
                <a:spcPts val="2350"/>
              </a:lnSpc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cs typeface="Calibri"/>
              </a:rPr>
              <a:t>SET</a:t>
            </a:r>
            <a:r>
              <a:rPr sz="2400" spc="-35" dirty="0">
                <a:cs typeface="Calibri"/>
              </a:rPr>
              <a:t> </a:t>
            </a:r>
            <a:r>
              <a:rPr sz="2400" spc="-20" dirty="0">
                <a:cs typeface="Calibri"/>
              </a:rPr>
              <a:t>NULL</a:t>
            </a:r>
            <a:endParaRPr sz="2400" dirty="0">
              <a:cs typeface="Calibri"/>
            </a:endParaRPr>
          </a:p>
          <a:p>
            <a:pPr marL="697865" lvl="1" indent="-227965">
              <a:lnSpc>
                <a:spcPts val="2355"/>
              </a:lnSpc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cs typeface="Calibri"/>
              </a:rPr>
              <a:t>CASCADE,</a:t>
            </a:r>
            <a:r>
              <a:rPr sz="2400" spc="-110" dirty="0">
                <a:cs typeface="Calibri"/>
              </a:rPr>
              <a:t> </a:t>
            </a:r>
            <a:r>
              <a:rPr sz="2400" spc="-25" dirty="0">
                <a:cs typeface="Calibri"/>
              </a:rPr>
              <a:t>and</a:t>
            </a:r>
            <a:endParaRPr sz="2400" dirty="0">
              <a:cs typeface="Calibri"/>
            </a:endParaRPr>
          </a:p>
          <a:p>
            <a:pPr marL="697865" lvl="1" indent="-227965">
              <a:lnSpc>
                <a:spcPts val="2500"/>
              </a:lnSpc>
              <a:buFont typeface="Arial MT"/>
              <a:buChar char="•"/>
              <a:tabLst>
                <a:tab pos="697865" algn="l"/>
              </a:tabLst>
            </a:pPr>
            <a:r>
              <a:rPr sz="2400" dirty="0">
                <a:cs typeface="Calibri"/>
              </a:rPr>
              <a:t>SET</a:t>
            </a:r>
            <a:r>
              <a:rPr sz="2400" spc="-3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DEFAULT</a:t>
            </a:r>
            <a:endParaRPr sz="2400" dirty="0">
              <a:cs typeface="Calibri"/>
            </a:endParaRPr>
          </a:p>
          <a:p>
            <a:pPr marL="241300" marR="238760" indent="-228600">
              <a:lnSpc>
                <a:spcPct val="700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Calibri"/>
              </a:rPr>
              <a:t>An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option</a:t>
            </a:r>
            <a:r>
              <a:rPr sz="2400" spc="-20" dirty="0">
                <a:cs typeface="Calibri"/>
              </a:rPr>
              <a:t> </a:t>
            </a:r>
            <a:r>
              <a:rPr sz="2400" dirty="0">
                <a:cs typeface="Calibri"/>
              </a:rPr>
              <a:t>must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be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qualified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with</a:t>
            </a:r>
            <a:r>
              <a:rPr sz="2400" spc="-35" dirty="0">
                <a:cs typeface="Calibri"/>
              </a:rPr>
              <a:t> </a:t>
            </a:r>
            <a:r>
              <a:rPr sz="2400" dirty="0">
                <a:cs typeface="Calibri"/>
              </a:rPr>
              <a:t>either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ON</a:t>
            </a:r>
            <a:r>
              <a:rPr sz="2400" spc="-40" dirty="0">
                <a:cs typeface="Calibri"/>
              </a:rPr>
              <a:t> </a:t>
            </a:r>
            <a:r>
              <a:rPr sz="2400" dirty="0">
                <a:cs typeface="Calibri"/>
              </a:rPr>
              <a:t>DELETE</a:t>
            </a:r>
            <a:r>
              <a:rPr sz="2400" spc="-50" dirty="0">
                <a:cs typeface="Calibri"/>
              </a:rPr>
              <a:t> </a:t>
            </a:r>
            <a:r>
              <a:rPr sz="2400" spc="-25" dirty="0">
                <a:cs typeface="Calibri"/>
              </a:rPr>
              <a:t>or </a:t>
            </a:r>
            <a:r>
              <a:rPr sz="2400" dirty="0">
                <a:cs typeface="Calibri"/>
              </a:rPr>
              <a:t>ON</a:t>
            </a:r>
            <a:r>
              <a:rPr sz="2400" spc="-10" dirty="0">
                <a:cs typeface="Calibri"/>
              </a:rPr>
              <a:t> UPDATE.</a:t>
            </a:r>
            <a:endParaRPr sz="2400" dirty="0"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4534" y="270588"/>
            <a:ext cx="10058400" cy="714555"/>
          </a:xfrm>
          <a:prstGeom prst="rect">
            <a:avLst/>
          </a:prstGeom>
        </p:spPr>
        <p:txBody>
          <a:bodyPr vert="horz" wrap="square" lIns="0" tIns="89535" rIns="0" bIns="0" rtlCol="0" anchor="b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b="1" spc="-25" dirty="0">
                <a:latin typeface="Calibri"/>
                <a:cs typeface="Calibri"/>
              </a:rPr>
              <a:t>COMPANY</a:t>
            </a:r>
            <a:r>
              <a:rPr b="1" spc="-18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relational</a:t>
            </a:r>
            <a:r>
              <a:rPr b="1" spc="-16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database schema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799" y="1065557"/>
            <a:ext cx="10353869" cy="54098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2624" y="0"/>
            <a:ext cx="5322770" cy="66801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6212" y="193954"/>
            <a:ext cx="7839575" cy="625841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5483" y="210999"/>
            <a:ext cx="10439430" cy="812402"/>
          </a:xfrm>
          <a:prstGeom prst="rect">
            <a:avLst/>
          </a:prstGeom>
        </p:spPr>
        <p:txBody>
          <a:bodyPr vert="horz" wrap="square" lIns="0" tIns="42545" rIns="0" bIns="0" rtlCol="0" anchor="b">
            <a:spAutoFit/>
          </a:bodyPr>
          <a:lstStyle/>
          <a:p>
            <a:pPr marL="12700" marR="5080">
              <a:lnSpc>
                <a:spcPts val="2960"/>
              </a:lnSpc>
              <a:spcBef>
                <a:spcPts val="335"/>
              </a:spcBef>
            </a:pPr>
            <a:r>
              <a:rPr sz="2600" b="1" dirty="0">
                <a:solidFill>
                  <a:schemeClr val="tx1"/>
                </a:solidFill>
              </a:rPr>
              <a:t>SQL</a:t>
            </a:r>
            <a:r>
              <a:rPr sz="2600" b="1" spc="-90" dirty="0">
                <a:solidFill>
                  <a:schemeClr val="tx1"/>
                </a:solidFill>
              </a:rPr>
              <a:t> </a:t>
            </a:r>
            <a:r>
              <a:rPr sz="2600" b="1" spc="-70" dirty="0">
                <a:solidFill>
                  <a:schemeClr val="tx1"/>
                </a:solidFill>
              </a:rPr>
              <a:t>CREATE</a:t>
            </a:r>
            <a:r>
              <a:rPr sz="2600" b="1" spc="-75" dirty="0">
                <a:solidFill>
                  <a:schemeClr val="tx1"/>
                </a:solidFill>
              </a:rPr>
              <a:t> </a:t>
            </a:r>
            <a:r>
              <a:rPr sz="2600" b="1" spc="-60" dirty="0">
                <a:solidFill>
                  <a:schemeClr val="tx1"/>
                </a:solidFill>
              </a:rPr>
              <a:t>TABLE</a:t>
            </a:r>
            <a:r>
              <a:rPr sz="2600" b="1" spc="-90" dirty="0">
                <a:solidFill>
                  <a:schemeClr val="tx1"/>
                </a:solidFill>
              </a:rPr>
              <a:t> </a:t>
            </a:r>
            <a:r>
              <a:rPr sz="2600" b="1" spc="-20" dirty="0">
                <a:solidFill>
                  <a:schemeClr val="tx1"/>
                </a:solidFill>
              </a:rPr>
              <a:t>data</a:t>
            </a:r>
            <a:r>
              <a:rPr sz="2600" b="1" spc="-85" dirty="0">
                <a:solidFill>
                  <a:schemeClr val="tx1"/>
                </a:solidFill>
              </a:rPr>
              <a:t> </a:t>
            </a:r>
            <a:r>
              <a:rPr sz="2600" b="1" spc="-20" dirty="0">
                <a:solidFill>
                  <a:schemeClr val="tx1"/>
                </a:solidFill>
              </a:rPr>
              <a:t>definition</a:t>
            </a:r>
            <a:r>
              <a:rPr sz="2600" b="1" spc="-100" dirty="0">
                <a:solidFill>
                  <a:schemeClr val="tx1"/>
                </a:solidFill>
              </a:rPr>
              <a:t> </a:t>
            </a:r>
            <a:r>
              <a:rPr sz="2600" b="1" spc="-40" dirty="0">
                <a:solidFill>
                  <a:schemeClr val="tx1"/>
                </a:solidFill>
              </a:rPr>
              <a:t>statements</a:t>
            </a:r>
            <a:r>
              <a:rPr sz="2600" b="1" spc="-90" dirty="0">
                <a:solidFill>
                  <a:schemeClr val="tx1"/>
                </a:solidFill>
              </a:rPr>
              <a:t> </a:t>
            </a:r>
            <a:r>
              <a:rPr sz="2600" b="1" spc="-10" dirty="0">
                <a:solidFill>
                  <a:schemeClr val="tx1"/>
                </a:solidFill>
              </a:rPr>
              <a:t>for</a:t>
            </a:r>
            <a:r>
              <a:rPr sz="2600" b="1" spc="-90" dirty="0">
                <a:solidFill>
                  <a:schemeClr val="tx1"/>
                </a:solidFill>
              </a:rPr>
              <a:t> </a:t>
            </a:r>
            <a:r>
              <a:rPr sz="2600" b="1" spc="-10" dirty="0">
                <a:solidFill>
                  <a:schemeClr val="tx1"/>
                </a:solidFill>
              </a:rPr>
              <a:t>defining </a:t>
            </a:r>
            <a:r>
              <a:rPr sz="2600" b="1" dirty="0">
                <a:solidFill>
                  <a:schemeClr val="tx1"/>
                </a:solidFill>
              </a:rPr>
              <a:t>the</a:t>
            </a:r>
            <a:r>
              <a:rPr sz="2600" b="1" spc="-125" dirty="0">
                <a:solidFill>
                  <a:schemeClr val="tx1"/>
                </a:solidFill>
              </a:rPr>
              <a:t> </a:t>
            </a:r>
            <a:r>
              <a:rPr sz="2600" b="1" spc="-60" dirty="0">
                <a:solidFill>
                  <a:schemeClr val="tx1"/>
                </a:solidFill>
              </a:rPr>
              <a:t>COMPANY</a:t>
            </a:r>
            <a:r>
              <a:rPr sz="2600" b="1" spc="-85" dirty="0">
                <a:solidFill>
                  <a:schemeClr val="tx1"/>
                </a:solidFill>
              </a:rPr>
              <a:t> </a:t>
            </a:r>
            <a:r>
              <a:rPr sz="2600" b="1" spc="-20" dirty="0">
                <a:solidFill>
                  <a:schemeClr val="tx1"/>
                </a:solidFill>
              </a:rPr>
              <a:t>schema</a:t>
            </a:r>
            <a:r>
              <a:rPr sz="2600" b="1" spc="-105" dirty="0">
                <a:solidFill>
                  <a:schemeClr val="tx1"/>
                </a:solidFill>
              </a:rPr>
              <a:t> </a:t>
            </a:r>
            <a:r>
              <a:rPr sz="2600" b="1" spc="-25" dirty="0">
                <a:solidFill>
                  <a:schemeClr val="tx1"/>
                </a:solidFill>
              </a:rPr>
              <a:t>from</a:t>
            </a:r>
            <a:r>
              <a:rPr sz="2600" b="1" spc="-120" dirty="0">
                <a:solidFill>
                  <a:schemeClr val="tx1"/>
                </a:solidFill>
              </a:rPr>
              <a:t> </a:t>
            </a:r>
            <a:r>
              <a:rPr sz="2600" b="1" spc="-20" dirty="0">
                <a:solidFill>
                  <a:schemeClr val="tx1"/>
                </a:solidFill>
              </a:rPr>
              <a:t>Figure</a:t>
            </a:r>
            <a:r>
              <a:rPr sz="2600" b="1" spc="-90" dirty="0">
                <a:solidFill>
                  <a:schemeClr val="tx1"/>
                </a:solidFill>
              </a:rPr>
              <a:t> </a:t>
            </a:r>
            <a:r>
              <a:rPr sz="2600" b="1" dirty="0">
                <a:solidFill>
                  <a:schemeClr val="tx1"/>
                </a:solidFill>
              </a:rPr>
              <a:t>5.7</a:t>
            </a:r>
            <a:r>
              <a:rPr sz="2600" b="1" spc="-95" dirty="0">
                <a:solidFill>
                  <a:schemeClr val="tx1"/>
                </a:solidFill>
              </a:rPr>
              <a:t> </a:t>
            </a:r>
            <a:r>
              <a:rPr sz="2600" b="1" dirty="0">
                <a:solidFill>
                  <a:schemeClr val="tx1"/>
                </a:solidFill>
              </a:rPr>
              <a:t>(Fig.</a:t>
            </a:r>
            <a:r>
              <a:rPr sz="2600" b="1" spc="-90" dirty="0">
                <a:solidFill>
                  <a:schemeClr val="tx1"/>
                </a:solidFill>
              </a:rPr>
              <a:t> </a:t>
            </a:r>
            <a:r>
              <a:rPr sz="2600" b="1" spc="-25" dirty="0">
                <a:solidFill>
                  <a:schemeClr val="tx1"/>
                </a:solidFill>
              </a:rPr>
              <a:t>6.1)</a:t>
            </a:r>
            <a:r>
              <a:rPr sz="2800" b="1" spc="-25" dirty="0">
                <a:solidFill>
                  <a:schemeClr val="tx1"/>
                </a:solidFill>
              </a:rPr>
              <a:t>-</a:t>
            </a:r>
            <a:r>
              <a:rPr sz="2800" b="1" spc="-10" dirty="0">
                <a:solidFill>
                  <a:schemeClr val="tx1"/>
                </a:solidFill>
              </a:rPr>
              <a:t>continued</a:t>
            </a:r>
            <a:endParaRPr sz="2800" b="1" dirty="0">
              <a:solidFill>
                <a:schemeClr val="tx1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5483" y="1147665"/>
            <a:ext cx="10439430" cy="51957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0303" y="869856"/>
            <a:ext cx="9186024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40" dirty="0">
                <a:solidFill>
                  <a:schemeClr val="tx1"/>
                </a:solidFill>
              </a:rPr>
              <a:t>Create</a:t>
            </a:r>
            <a:r>
              <a:rPr b="1" spc="-210" dirty="0">
                <a:solidFill>
                  <a:schemeClr val="tx1"/>
                </a:solidFill>
              </a:rPr>
              <a:t> </a:t>
            </a:r>
            <a:r>
              <a:rPr b="1" spc="-90" dirty="0">
                <a:solidFill>
                  <a:schemeClr val="tx1"/>
                </a:solidFill>
              </a:rPr>
              <a:t>Table</a:t>
            </a:r>
            <a:r>
              <a:rPr b="1" spc="-16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Using</a:t>
            </a:r>
            <a:r>
              <a:rPr b="1" spc="-229" dirty="0">
                <a:solidFill>
                  <a:schemeClr val="tx1"/>
                </a:solidFill>
              </a:rPr>
              <a:t> </a:t>
            </a:r>
            <a:r>
              <a:rPr b="1" spc="-25" dirty="0">
                <a:solidFill>
                  <a:schemeClr val="tx1"/>
                </a:solidFill>
              </a:rPr>
              <a:t>Another</a:t>
            </a:r>
            <a:r>
              <a:rPr b="1" spc="-200" dirty="0">
                <a:solidFill>
                  <a:schemeClr val="tx1"/>
                </a:solidFill>
              </a:rPr>
              <a:t> </a:t>
            </a:r>
            <a:r>
              <a:rPr b="1" spc="-45" dirty="0">
                <a:solidFill>
                  <a:schemeClr val="tx1"/>
                </a:solidFill>
              </a:rPr>
              <a:t>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5029" y="1746536"/>
            <a:ext cx="10282334" cy="2960362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81915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Calibri"/>
              </a:rPr>
              <a:t>A</a:t>
            </a:r>
            <a:r>
              <a:rPr sz="2400" spc="-35" dirty="0">
                <a:cs typeface="Calibri"/>
              </a:rPr>
              <a:t> </a:t>
            </a:r>
            <a:r>
              <a:rPr sz="2400" dirty="0">
                <a:cs typeface="Calibri"/>
              </a:rPr>
              <a:t>copy</a:t>
            </a:r>
            <a:r>
              <a:rPr sz="2400" spc="-40" dirty="0">
                <a:cs typeface="Calibri"/>
              </a:rPr>
              <a:t> </a:t>
            </a:r>
            <a:r>
              <a:rPr sz="2400" dirty="0">
                <a:cs typeface="Calibri"/>
              </a:rPr>
              <a:t>of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an</a:t>
            </a:r>
            <a:r>
              <a:rPr sz="2400" spc="-3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existing</a:t>
            </a:r>
            <a:r>
              <a:rPr sz="2400" spc="-30" dirty="0">
                <a:cs typeface="Calibri"/>
              </a:rPr>
              <a:t> </a:t>
            </a:r>
            <a:r>
              <a:rPr sz="2400" dirty="0">
                <a:cs typeface="Calibri"/>
              </a:rPr>
              <a:t>table</a:t>
            </a:r>
            <a:r>
              <a:rPr sz="2400" spc="-35" dirty="0">
                <a:cs typeface="Calibri"/>
              </a:rPr>
              <a:t> </a:t>
            </a:r>
            <a:r>
              <a:rPr sz="2400" dirty="0">
                <a:cs typeface="Calibri"/>
              </a:rPr>
              <a:t>can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also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be</a:t>
            </a:r>
            <a:r>
              <a:rPr sz="2400" spc="-3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created </a:t>
            </a:r>
            <a:r>
              <a:rPr sz="2400" dirty="0">
                <a:cs typeface="Calibri"/>
              </a:rPr>
              <a:t>using</a:t>
            </a:r>
            <a:r>
              <a:rPr sz="2400" spc="-85" dirty="0">
                <a:cs typeface="Calibri"/>
              </a:rPr>
              <a:t> </a:t>
            </a:r>
            <a:r>
              <a:rPr sz="2400" spc="-30" dirty="0">
                <a:cs typeface="Calibri"/>
              </a:rPr>
              <a:t>CREATE</a:t>
            </a:r>
            <a:r>
              <a:rPr sz="2400" spc="-9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TABLE.</a:t>
            </a:r>
            <a:endParaRPr sz="2400" dirty="0"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Calibri"/>
              </a:rPr>
              <a:t>The</a:t>
            </a:r>
            <a:r>
              <a:rPr sz="2400" spc="-75" dirty="0">
                <a:cs typeface="Calibri"/>
              </a:rPr>
              <a:t> </a:t>
            </a:r>
            <a:r>
              <a:rPr sz="2400" dirty="0">
                <a:cs typeface="Calibri"/>
              </a:rPr>
              <a:t>new</a:t>
            </a:r>
            <a:r>
              <a:rPr sz="2400" spc="-75" dirty="0">
                <a:cs typeface="Calibri"/>
              </a:rPr>
              <a:t> </a:t>
            </a:r>
            <a:r>
              <a:rPr sz="2400" dirty="0">
                <a:cs typeface="Calibri"/>
              </a:rPr>
              <a:t>table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gets</a:t>
            </a:r>
            <a:r>
              <a:rPr sz="2400" spc="-80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same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column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definitions.</a:t>
            </a:r>
            <a:r>
              <a:rPr sz="2400" spc="-35" dirty="0">
                <a:cs typeface="Calibri"/>
              </a:rPr>
              <a:t> </a:t>
            </a:r>
            <a:r>
              <a:rPr sz="2400" spc="-25" dirty="0">
                <a:cs typeface="Calibri"/>
              </a:rPr>
              <a:t>All </a:t>
            </a:r>
            <a:r>
              <a:rPr sz="2400" dirty="0">
                <a:cs typeface="Calibri"/>
              </a:rPr>
              <a:t>columns</a:t>
            </a:r>
            <a:r>
              <a:rPr sz="2400" spc="-35" dirty="0">
                <a:cs typeface="Calibri"/>
              </a:rPr>
              <a:t> </a:t>
            </a:r>
            <a:r>
              <a:rPr sz="2400" dirty="0">
                <a:cs typeface="Calibri"/>
              </a:rPr>
              <a:t>or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specific</a:t>
            </a:r>
            <a:r>
              <a:rPr sz="2400" spc="-35" dirty="0">
                <a:cs typeface="Calibri"/>
              </a:rPr>
              <a:t> </a:t>
            </a:r>
            <a:r>
              <a:rPr sz="2400" dirty="0">
                <a:cs typeface="Calibri"/>
              </a:rPr>
              <a:t>columns</a:t>
            </a:r>
            <a:r>
              <a:rPr sz="2400" spc="-35" dirty="0">
                <a:cs typeface="Calibri"/>
              </a:rPr>
              <a:t> </a:t>
            </a:r>
            <a:r>
              <a:rPr sz="2400" dirty="0">
                <a:cs typeface="Calibri"/>
              </a:rPr>
              <a:t>can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be</a:t>
            </a:r>
            <a:r>
              <a:rPr sz="2400" spc="-6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selected.</a:t>
            </a:r>
            <a:endParaRPr sz="2400" dirty="0">
              <a:cs typeface="Calibri"/>
            </a:endParaRPr>
          </a:p>
          <a:p>
            <a:pPr marL="240029" indent="-227329"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spc="-10" dirty="0">
                <a:solidFill>
                  <a:schemeClr val="accent2"/>
                </a:solidFill>
                <a:cs typeface="Calibri"/>
              </a:rPr>
              <a:t>Syntax:</a:t>
            </a:r>
            <a:endParaRPr sz="2400" b="1" dirty="0">
              <a:solidFill>
                <a:schemeClr val="accent2"/>
              </a:solidFill>
              <a:cs typeface="Calibri"/>
            </a:endParaRPr>
          </a:p>
          <a:p>
            <a:pPr marL="742315" marR="2868295" indent="-273050">
              <a:lnSpc>
                <a:spcPct val="107100"/>
              </a:lnSpc>
              <a:spcBef>
                <a:spcPts val="40"/>
              </a:spcBef>
            </a:pPr>
            <a:r>
              <a:rPr sz="2400" b="1" spc="-30" dirty="0">
                <a:solidFill>
                  <a:schemeClr val="accent2"/>
                </a:solidFill>
                <a:cs typeface="Calibri"/>
              </a:rPr>
              <a:t>CREATE</a:t>
            </a:r>
            <a:r>
              <a:rPr sz="2400" b="1" spc="-8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spc="-25" dirty="0">
                <a:solidFill>
                  <a:schemeClr val="accent2"/>
                </a:solidFill>
                <a:cs typeface="Calibri"/>
              </a:rPr>
              <a:t>TABLE</a:t>
            </a:r>
            <a:r>
              <a:rPr sz="2400" b="1" spc="-5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cs typeface="Calibri"/>
              </a:rPr>
              <a:t>new_table_name</a:t>
            </a:r>
            <a:r>
              <a:rPr sz="2400" b="1" spc="-7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spc="-25" dirty="0">
                <a:solidFill>
                  <a:schemeClr val="accent2"/>
                </a:solidFill>
                <a:cs typeface="Calibri"/>
              </a:rPr>
              <a:t>AS </a:t>
            </a:r>
            <a:r>
              <a:rPr sz="2400" b="1" dirty="0">
                <a:solidFill>
                  <a:schemeClr val="accent2"/>
                </a:solidFill>
                <a:cs typeface="Calibri"/>
              </a:rPr>
              <a:t>SELECT</a:t>
            </a:r>
            <a:r>
              <a:rPr sz="2400" b="1" spc="-7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dirty="0">
                <a:solidFill>
                  <a:schemeClr val="accent2"/>
                </a:solidFill>
                <a:cs typeface="Calibri"/>
              </a:rPr>
              <a:t>column1,</a:t>
            </a:r>
            <a:r>
              <a:rPr sz="2400" b="1" spc="-8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cs typeface="Calibri"/>
              </a:rPr>
              <a:t>column2,...</a:t>
            </a:r>
            <a:endParaRPr sz="2400" b="1" dirty="0">
              <a:solidFill>
                <a:schemeClr val="accent2"/>
              </a:solidFill>
              <a:cs typeface="Calibri"/>
            </a:endParaRPr>
          </a:p>
          <a:p>
            <a:pPr marL="742315" marR="3540125">
              <a:lnSpc>
                <a:spcPct val="107500"/>
              </a:lnSpc>
              <a:spcBef>
                <a:spcPts val="5"/>
              </a:spcBef>
            </a:pPr>
            <a:r>
              <a:rPr sz="2400" b="1" dirty="0">
                <a:solidFill>
                  <a:schemeClr val="accent2"/>
                </a:solidFill>
                <a:cs typeface="Calibri"/>
              </a:rPr>
              <a:t>FROM</a:t>
            </a:r>
            <a:r>
              <a:rPr sz="2400" b="1" spc="-4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cs typeface="Calibri"/>
              </a:rPr>
              <a:t>existing_table_name </a:t>
            </a:r>
            <a:r>
              <a:rPr sz="2400" b="1" dirty="0">
                <a:solidFill>
                  <a:schemeClr val="accent2"/>
                </a:solidFill>
                <a:cs typeface="Calibri"/>
              </a:rPr>
              <a:t>WHERE</a:t>
            </a:r>
            <a:r>
              <a:rPr sz="2400" b="1" spc="-7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spc="-20" dirty="0">
                <a:solidFill>
                  <a:schemeClr val="accent2"/>
                </a:solidFill>
                <a:cs typeface="Calibri"/>
              </a:rPr>
              <a:t>....;</a:t>
            </a:r>
            <a:endParaRPr sz="2400" b="1" dirty="0">
              <a:solidFill>
                <a:schemeClr val="accent2"/>
              </a:solidFill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0424" y="1022805"/>
            <a:ext cx="10814180" cy="714555"/>
          </a:xfrm>
          <a:prstGeom prst="rect">
            <a:avLst/>
          </a:prstGeom>
        </p:spPr>
        <p:txBody>
          <a:bodyPr vert="horz" wrap="square" lIns="0" tIns="89535" rIns="0" bIns="0" rtlCol="0" anchor="b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b="1" spc="-35" dirty="0">
                <a:solidFill>
                  <a:schemeClr val="tx1"/>
                </a:solidFill>
              </a:rPr>
              <a:t>Example:</a:t>
            </a:r>
            <a:r>
              <a:rPr b="1" spc="-210" dirty="0">
                <a:solidFill>
                  <a:schemeClr val="tx1"/>
                </a:solidFill>
              </a:rPr>
              <a:t> </a:t>
            </a:r>
            <a:r>
              <a:rPr b="1" spc="-40" dirty="0">
                <a:solidFill>
                  <a:schemeClr val="tx1"/>
                </a:solidFill>
              </a:rPr>
              <a:t>Create</a:t>
            </a:r>
            <a:r>
              <a:rPr b="1" spc="-185" dirty="0">
                <a:solidFill>
                  <a:schemeClr val="tx1"/>
                </a:solidFill>
              </a:rPr>
              <a:t> </a:t>
            </a:r>
            <a:r>
              <a:rPr b="1" spc="-90" dirty="0">
                <a:solidFill>
                  <a:schemeClr val="tx1"/>
                </a:solidFill>
              </a:rPr>
              <a:t>Table</a:t>
            </a:r>
            <a:r>
              <a:rPr b="1" spc="-160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Using </a:t>
            </a:r>
            <a:r>
              <a:rPr b="1" spc="-20" dirty="0">
                <a:solidFill>
                  <a:schemeClr val="tx1"/>
                </a:solidFill>
              </a:rPr>
              <a:t>Another</a:t>
            </a:r>
            <a:r>
              <a:rPr b="1" spc="-215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0711" y="2101798"/>
            <a:ext cx="6380612" cy="167068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indent="-227329">
              <a:spcBef>
                <a:spcPts val="38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10" dirty="0">
                <a:solidFill>
                  <a:schemeClr val="accent2"/>
                </a:solidFill>
                <a:cs typeface="Calibri"/>
              </a:rPr>
              <a:t>Example</a:t>
            </a:r>
            <a:endParaRPr sz="2800" b="1" dirty="0">
              <a:solidFill>
                <a:schemeClr val="accent2"/>
              </a:solidFill>
              <a:cs typeface="Calibri"/>
            </a:endParaRPr>
          </a:p>
          <a:p>
            <a:pPr marL="469900">
              <a:spcBef>
                <a:spcPts val="245"/>
              </a:spcBef>
            </a:pPr>
            <a:r>
              <a:rPr sz="2400" b="1" spc="-30" dirty="0">
                <a:solidFill>
                  <a:schemeClr val="accent2"/>
                </a:solidFill>
                <a:cs typeface="Calibri"/>
              </a:rPr>
              <a:t>CREATE</a:t>
            </a:r>
            <a:r>
              <a:rPr sz="2400" b="1" spc="-10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spc="-25" dirty="0">
                <a:solidFill>
                  <a:schemeClr val="accent2"/>
                </a:solidFill>
                <a:cs typeface="Calibri"/>
              </a:rPr>
              <a:t>TABLE</a:t>
            </a:r>
            <a:r>
              <a:rPr sz="2400" b="1" spc="-8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spc="-50" dirty="0">
                <a:solidFill>
                  <a:schemeClr val="accent2"/>
                </a:solidFill>
                <a:cs typeface="Calibri"/>
              </a:rPr>
              <a:t>TestTable</a:t>
            </a:r>
            <a:r>
              <a:rPr sz="2400" b="1" spc="-6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spc="-25" dirty="0">
                <a:solidFill>
                  <a:schemeClr val="accent2"/>
                </a:solidFill>
                <a:cs typeface="Calibri"/>
              </a:rPr>
              <a:t>AS</a:t>
            </a:r>
            <a:endParaRPr sz="2400" b="1" dirty="0">
              <a:solidFill>
                <a:schemeClr val="accent2"/>
              </a:solidFill>
              <a:cs typeface="Calibri"/>
            </a:endParaRPr>
          </a:p>
          <a:p>
            <a:pPr marL="469900" marR="5080">
              <a:lnSpc>
                <a:spcPct val="107100"/>
              </a:lnSpc>
              <a:spcBef>
                <a:spcPts val="15"/>
              </a:spcBef>
            </a:pPr>
            <a:r>
              <a:rPr sz="2400" b="1" dirty="0">
                <a:solidFill>
                  <a:schemeClr val="accent2"/>
                </a:solidFill>
                <a:cs typeface="Calibri"/>
              </a:rPr>
              <a:t>SELECT</a:t>
            </a:r>
            <a:r>
              <a:rPr sz="2400" b="1" spc="-9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dirty="0">
                <a:solidFill>
                  <a:schemeClr val="accent2"/>
                </a:solidFill>
                <a:cs typeface="Calibri"/>
              </a:rPr>
              <a:t>customername,</a:t>
            </a:r>
            <a:r>
              <a:rPr sz="2400" b="1" spc="-10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cs typeface="Calibri"/>
              </a:rPr>
              <a:t>contactname </a:t>
            </a:r>
            <a:r>
              <a:rPr sz="2400" b="1" dirty="0">
                <a:solidFill>
                  <a:schemeClr val="accent2"/>
                </a:solidFill>
                <a:cs typeface="Calibri"/>
              </a:rPr>
              <a:t>FROM</a:t>
            </a:r>
            <a:r>
              <a:rPr sz="2400" b="1" spc="-4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cs typeface="Calibri"/>
              </a:rPr>
              <a:t>customers;</a:t>
            </a:r>
            <a:endParaRPr sz="2400" b="1" dirty="0">
              <a:solidFill>
                <a:schemeClr val="accent2"/>
              </a:solidFill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9004" y="701488"/>
            <a:ext cx="10077061" cy="1035873"/>
          </a:xfrm>
          <a:prstGeom prst="rect">
            <a:avLst/>
          </a:prstGeom>
        </p:spPr>
        <p:txBody>
          <a:bodyPr vert="horz" wrap="square" lIns="0" tIns="294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SQL</a:t>
            </a:r>
            <a:r>
              <a:rPr b="1" spc="-195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DROP</a:t>
            </a:r>
            <a:r>
              <a:rPr b="1" spc="-185" dirty="0">
                <a:solidFill>
                  <a:schemeClr val="tx1"/>
                </a:solidFill>
              </a:rPr>
              <a:t> </a:t>
            </a:r>
            <a:r>
              <a:rPr b="1" spc="-85" dirty="0">
                <a:solidFill>
                  <a:schemeClr val="tx1"/>
                </a:solidFill>
              </a:rPr>
              <a:t>TABLE</a:t>
            </a:r>
            <a:r>
              <a:rPr b="1" spc="-165" dirty="0">
                <a:solidFill>
                  <a:schemeClr val="tx1"/>
                </a:solidFill>
              </a:rPr>
              <a:t> </a:t>
            </a:r>
            <a:r>
              <a:rPr b="1" spc="-45" dirty="0">
                <a:solidFill>
                  <a:schemeClr val="tx1"/>
                </a:solidFill>
              </a:rPr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9004" y="1737361"/>
            <a:ext cx="5848767" cy="1322798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cs typeface="Calibri"/>
              </a:rPr>
              <a:t>DROP</a:t>
            </a:r>
            <a:r>
              <a:rPr sz="2400" spc="-95" dirty="0">
                <a:cs typeface="Calibri"/>
              </a:rPr>
              <a:t> </a:t>
            </a:r>
            <a:r>
              <a:rPr sz="2400" spc="-35" dirty="0">
                <a:cs typeface="Calibri"/>
              </a:rPr>
              <a:t>TABLE</a:t>
            </a:r>
            <a:r>
              <a:rPr sz="2400" spc="-11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table_name;</a:t>
            </a:r>
            <a:endParaRPr sz="2400" dirty="0">
              <a:cs typeface="Calibri"/>
            </a:endParaRPr>
          </a:p>
          <a:p>
            <a:pPr marL="240029" indent="-227329"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spc="-10" dirty="0">
                <a:solidFill>
                  <a:schemeClr val="accent2"/>
                </a:solidFill>
                <a:cs typeface="Calibri"/>
              </a:rPr>
              <a:t>Example:</a:t>
            </a:r>
            <a:endParaRPr sz="2400" b="1" dirty="0">
              <a:solidFill>
                <a:schemeClr val="accent2"/>
              </a:solidFill>
              <a:cs typeface="Calibri"/>
            </a:endParaRPr>
          </a:p>
          <a:p>
            <a:pPr marL="697230" lvl="1" indent="-227329">
              <a:spcBef>
                <a:spcPts val="23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b="1" dirty="0">
                <a:solidFill>
                  <a:schemeClr val="accent2"/>
                </a:solidFill>
                <a:cs typeface="Calibri"/>
              </a:rPr>
              <a:t>DROP</a:t>
            </a:r>
            <a:r>
              <a:rPr sz="2400" b="1" spc="-8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spc="-25" dirty="0">
                <a:solidFill>
                  <a:schemeClr val="accent2"/>
                </a:solidFill>
                <a:cs typeface="Calibri"/>
              </a:rPr>
              <a:t>TABLE</a:t>
            </a:r>
            <a:r>
              <a:rPr sz="2400" b="1" spc="-5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cs typeface="Calibri"/>
              </a:rPr>
              <a:t>Persons;</a:t>
            </a:r>
            <a:endParaRPr sz="2400" b="1" dirty="0">
              <a:solidFill>
                <a:schemeClr val="accent2"/>
              </a:solidFill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A5257F-9A6D-150C-68F5-76BCDFF181B8}"/>
              </a:ext>
            </a:extLst>
          </p:cNvPr>
          <p:cNvSpPr txBox="1"/>
          <p:nvPr/>
        </p:nvSpPr>
        <p:spPr>
          <a:xfrm>
            <a:off x="3382224" y="2598003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Any question????</a:t>
            </a:r>
          </a:p>
        </p:txBody>
      </p:sp>
    </p:spTree>
    <p:extLst>
      <p:ext uri="{BB962C8B-B14F-4D97-AF65-F5344CB8AC3E}">
        <p14:creationId xmlns:p14="http://schemas.microsoft.com/office/powerpoint/2010/main" val="132598588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990</TotalTime>
  <Words>1073</Words>
  <Application>Microsoft Office PowerPoint</Application>
  <PresentationFormat>Widescreen</PresentationFormat>
  <Paragraphs>116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Arial MT</vt:lpstr>
      <vt:lpstr>Calibri</vt:lpstr>
      <vt:lpstr>Calibri Light</vt:lpstr>
      <vt:lpstr>Segoe UI</vt:lpstr>
      <vt:lpstr>Times New Roman</vt:lpstr>
      <vt:lpstr>Retrospect</vt:lpstr>
      <vt:lpstr> Database Systems</vt:lpstr>
      <vt:lpstr>Basic SQL(Structured Query language)</vt:lpstr>
      <vt:lpstr>Attribute Data Types</vt:lpstr>
      <vt:lpstr>Attribute Data Types</vt:lpstr>
      <vt:lpstr>Attribute Data Types</vt:lpstr>
      <vt:lpstr>SQL Data Definition</vt:lpstr>
      <vt:lpstr>SQL Data Definition</vt:lpstr>
      <vt:lpstr>Specifying Attribute Constraints and Attribute Defaults</vt:lpstr>
      <vt:lpstr>Specifying Attribute Constraints and Attribute Defaults</vt:lpstr>
      <vt:lpstr>Specifying Key and Referential Integrity Constraints</vt:lpstr>
      <vt:lpstr>Specifying Key and Referential Integrity Constraints</vt:lpstr>
      <vt:lpstr>COMPANY relational database schema</vt:lpstr>
      <vt:lpstr>PowerPoint Presentation</vt:lpstr>
      <vt:lpstr>PowerPoint Presentation</vt:lpstr>
      <vt:lpstr>SQL CREATE TABLE data definition statements for defining the COMPANY schema from Figure 5.7 (Fig. 6.1)-continued</vt:lpstr>
      <vt:lpstr>Create Table Using Another Table</vt:lpstr>
      <vt:lpstr>Example: Create Table Using Another Table</vt:lpstr>
      <vt:lpstr>SQL DROP TABLE Statement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Arshad</dc:creator>
  <cp:lastModifiedBy>Ms Alina Arshad</cp:lastModifiedBy>
  <cp:revision>46</cp:revision>
  <dcterms:created xsi:type="dcterms:W3CDTF">2024-08-09T06:58:16Z</dcterms:created>
  <dcterms:modified xsi:type="dcterms:W3CDTF">2024-09-08T12:05:08Z</dcterms:modified>
</cp:coreProperties>
</file>