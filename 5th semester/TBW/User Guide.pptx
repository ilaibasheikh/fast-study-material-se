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7" r:id="rId2"/>
    <p:sldId id="257" r:id="rId3"/>
    <p:sldId id="258" r:id="rId4"/>
    <p:sldId id="259" r:id="rId5"/>
    <p:sldId id="260" r:id="rId6"/>
    <p:sldId id="269" r:id="rId7"/>
    <p:sldId id="278" r:id="rId8"/>
    <p:sldId id="274" r:id="rId9"/>
    <p:sldId id="271" r:id="rId10"/>
    <p:sldId id="267" r:id="rId11"/>
    <p:sldId id="272" r:id="rId12"/>
    <p:sldId id="273" r:id="rId13"/>
    <p:sldId id="276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5388A5-3503-4E2A-8C4C-FA6A9BD6A8F2}" type="doc">
      <dgm:prSet loTypeId="urn:microsoft.com/office/officeart/2005/8/layout/list1" loCatId="list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CEF440F-B418-4F38-9BD3-CF9E627D2A59}">
      <dgm:prSet phldrT="[Text]" custT="1"/>
      <dgm:spPr/>
      <dgm:t>
        <a:bodyPr/>
        <a:lstStyle/>
        <a:p>
          <a:r>
            <a: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is a </a:t>
          </a:r>
          <a:r>
            <a:rPr lang="en-US" sz="24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technical communication document </a:t>
          </a:r>
          <a:endParaRPr lang="en-US" sz="24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FEC02F2-A891-4059-AEC1-E56A03CAD2A8}" type="parTrans" cxnId="{C0CD3B14-59D3-442D-B4DE-DC70991648BB}">
      <dgm:prSet/>
      <dgm:spPr/>
      <dgm:t>
        <a:bodyPr/>
        <a:lstStyle/>
        <a:p>
          <a:endParaRPr lang="en-US"/>
        </a:p>
      </dgm:t>
    </dgm:pt>
    <dgm:pt modelId="{8AD1344E-01FE-499B-9D92-02075065C9E3}" type="sibTrans" cxnId="{C0CD3B14-59D3-442D-B4DE-DC70991648BB}">
      <dgm:prSet/>
      <dgm:spPr/>
      <dgm:t>
        <a:bodyPr/>
        <a:lstStyle/>
        <a:p>
          <a:endParaRPr lang="en-US"/>
        </a:p>
      </dgm:t>
    </dgm:pt>
    <dgm:pt modelId="{A4CDA48F-448F-4043-90B1-8B15C34AB3D5}">
      <dgm:prSet phldrT="[Text]" custT="1"/>
      <dgm:spPr/>
      <dgm:t>
        <a:bodyPr/>
        <a:lstStyle/>
        <a:p>
          <a:r>
            <a: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intends to give assistance to people using a particular system</a:t>
          </a:r>
        </a:p>
      </dgm:t>
    </dgm:pt>
    <dgm:pt modelId="{E61A2586-7D82-432F-9377-540172980BD6}" type="parTrans" cxnId="{4203620D-81CA-49C4-A851-FA777CB62DEA}">
      <dgm:prSet/>
      <dgm:spPr/>
      <dgm:t>
        <a:bodyPr/>
        <a:lstStyle/>
        <a:p>
          <a:endParaRPr lang="en-US"/>
        </a:p>
      </dgm:t>
    </dgm:pt>
    <dgm:pt modelId="{FBCE148B-7E6B-4935-AE30-9C6148FC72F8}" type="sibTrans" cxnId="{4203620D-81CA-49C4-A851-FA777CB62DEA}">
      <dgm:prSet/>
      <dgm:spPr/>
      <dgm:t>
        <a:bodyPr/>
        <a:lstStyle/>
        <a:p>
          <a:endParaRPr lang="en-US"/>
        </a:p>
      </dgm:t>
    </dgm:pt>
    <dgm:pt modelId="{0F5AA306-2EBB-4E6A-9BCF-D3228FAE5801}">
      <dgm:prSet phldrT="[Text]" custT="1"/>
      <dgm:spPr/>
      <dgm:t>
        <a:bodyPr/>
        <a:lstStyle/>
        <a:p>
          <a:r>
            <a: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used for training, assembling mechanisms, operating machinery or equipment, servicing products, or repairing products.</a:t>
          </a:r>
        </a:p>
      </dgm:t>
    </dgm:pt>
    <dgm:pt modelId="{84FE6406-2884-4C96-A38D-D94AE54D247D}" type="sibTrans" cxnId="{01408DAB-90BE-4003-87EE-747B9E5705D3}">
      <dgm:prSet/>
      <dgm:spPr/>
      <dgm:t>
        <a:bodyPr/>
        <a:lstStyle/>
        <a:p>
          <a:endParaRPr lang="en-US"/>
        </a:p>
      </dgm:t>
    </dgm:pt>
    <dgm:pt modelId="{009B2138-C26B-428A-9FDB-339B8077EF65}" type="parTrans" cxnId="{01408DAB-90BE-4003-87EE-747B9E5705D3}">
      <dgm:prSet/>
      <dgm:spPr/>
      <dgm:t>
        <a:bodyPr/>
        <a:lstStyle/>
        <a:p>
          <a:endParaRPr lang="en-US"/>
        </a:p>
      </dgm:t>
    </dgm:pt>
    <dgm:pt modelId="{A9F689C4-4D3E-4BCD-9292-A51B9397A0A1}" type="pres">
      <dgm:prSet presAssocID="{5E5388A5-3503-4E2A-8C4C-FA6A9BD6A8F2}" presName="linear" presStyleCnt="0">
        <dgm:presLayoutVars>
          <dgm:dir/>
          <dgm:animLvl val="lvl"/>
          <dgm:resizeHandles val="exact"/>
        </dgm:presLayoutVars>
      </dgm:prSet>
      <dgm:spPr/>
    </dgm:pt>
    <dgm:pt modelId="{EF472567-C63A-4B78-8882-1E2D139CED0F}" type="pres">
      <dgm:prSet presAssocID="{8CEF440F-B418-4F38-9BD3-CF9E627D2A59}" presName="parentLin" presStyleCnt="0"/>
      <dgm:spPr/>
    </dgm:pt>
    <dgm:pt modelId="{7D2C3115-7BF9-457A-A13E-E3EF9A61F5D9}" type="pres">
      <dgm:prSet presAssocID="{8CEF440F-B418-4F38-9BD3-CF9E627D2A59}" presName="parentLeftMargin" presStyleLbl="node1" presStyleIdx="0" presStyleCnt="3"/>
      <dgm:spPr/>
    </dgm:pt>
    <dgm:pt modelId="{6C81495A-7B8D-4AE3-B775-E9D8C5C54B7A}" type="pres">
      <dgm:prSet presAssocID="{8CEF440F-B418-4F38-9BD3-CF9E627D2A59}" presName="parentText" presStyleLbl="node1" presStyleIdx="0" presStyleCnt="3" custScaleX="142857">
        <dgm:presLayoutVars>
          <dgm:chMax val="0"/>
          <dgm:bulletEnabled val="1"/>
        </dgm:presLayoutVars>
      </dgm:prSet>
      <dgm:spPr/>
    </dgm:pt>
    <dgm:pt modelId="{BF8F601E-5858-493E-A830-7944CBAD4961}" type="pres">
      <dgm:prSet presAssocID="{8CEF440F-B418-4F38-9BD3-CF9E627D2A59}" presName="negativeSpace" presStyleCnt="0"/>
      <dgm:spPr/>
    </dgm:pt>
    <dgm:pt modelId="{7FDD3F15-A80A-4426-8B8B-2F15FDDE46E8}" type="pres">
      <dgm:prSet presAssocID="{8CEF440F-B418-4F38-9BD3-CF9E627D2A59}" presName="childText" presStyleLbl="conFgAcc1" presStyleIdx="0" presStyleCnt="3">
        <dgm:presLayoutVars>
          <dgm:bulletEnabled val="1"/>
        </dgm:presLayoutVars>
      </dgm:prSet>
      <dgm:spPr/>
    </dgm:pt>
    <dgm:pt modelId="{12AB2590-BD5F-4152-8177-2171A1F3AB87}" type="pres">
      <dgm:prSet presAssocID="{8AD1344E-01FE-499B-9D92-02075065C9E3}" presName="spaceBetweenRectangles" presStyleCnt="0"/>
      <dgm:spPr/>
    </dgm:pt>
    <dgm:pt modelId="{01483876-66A5-4F9F-A3C9-94B6EE78ACE6}" type="pres">
      <dgm:prSet presAssocID="{A4CDA48F-448F-4043-90B1-8B15C34AB3D5}" presName="parentLin" presStyleCnt="0"/>
      <dgm:spPr/>
    </dgm:pt>
    <dgm:pt modelId="{129E8768-FF52-4091-AD40-7F4BEF478657}" type="pres">
      <dgm:prSet presAssocID="{A4CDA48F-448F-4043-90B1-8B15C34AB3D5}" presName="parentLeftMargin" presStyleLbl="node1" presStyleIdx="0" presStyleCnt="3"/>
      <dgm:spPr/>
    </dgm:pt>
    <dgm:pt modelId="{505FF1BC-B66D-412B-B70F-30BA7AC174AF}" type="pres">
      <dgm:prSet presAssocID="{A4CDA48F-448F-4043-90B1-8B15C34AB3D5}" presName="parentText" presStyleLbl="node1" presStyleIdx="1" presStyleCnt="3" custScaleX="142857">
        <dgm:presLayoutVars>
          <dgm:chMax val="0"/>
          <dgm:bulletEnabled val="1"/>
        </dgm:presLayoutVars>
      </dgm:prSet>
      <dgm:spPr/>
    </dgm:pt>
    <dgm:pt modelId="{724035DE-0CB4-4D76-88F6-4ED3851587AD}" type="pres">
      <dgm:prSet presAssocID="{A4CDA48F-448F-4043-90B1-8B15C34AB3D5}" presName="negativeSpace" presStyleCnt="0"/>
      <dgm:spPr/>
    </dgm:pt>
    <dgm:pt modelId="{193896BD-5FF5-4A4E-8664-4408A11D0637}" type="pres">
      <dgm:prSet presAssocID="{A4CDA48F-448F-4043-90B1-8B15C34AB3D5}" presName="childText" presStyleLbl="conFgAcc1" presStyleIdx="1" presStyleCnt="3">
        <dgm:presLayoutVars>
          <dgm:bulletEnabled val="1"/>
        </dgm:presLayoutVars>
      </dgm:prSet>
      <dgm:spPr/>
    </dgm:pt>
    <dgm:pt modelId="{5097D9CE-7ACB-43FB-A34E-FEA3E235046E}" type="pres">
      <dgm:prSet presAssocID="{FBCE148B-7E6B-4935-AE30-9C6148FC72F8}" presName="spaceBetweenRectangles" presStyleCnt="0"/>
      <dgm:spPr/>
    </dgm:pt>
    <dgm:pt modelId="{B5DE33A8-E571-4BB5-94A3-6D061300DB11}" type="pres">
      <dgm:prSet presAssocID="{0F5AA306-2EBB-4E6A-9BCF-D3228FAE5801}" presName="parentLin" presStyleCnt="0"/>
      <dgm:spPr/>
    </dgm:pt>
    <dgm:pt modelId="{3A9D6C54-8CDF-4465-8E63-E0FF31D1ABC8}" type="pres">
      <dgm:prSet presAssocID="{0F5AA306-2EBB-4E6A-9BCF-D3228FAE5801}" presName="parentLeftMargin" presStyleLbl="node1" presStyleIdx="1" presStyleCnt="3"/>
      <dgm:spPr/>
    </dgm:pt>
    <dgm:pt modelId="{B1FC2E1A-AB4E-4008-81A0-6E23A4BEA68C}" type="pres">
      <dgm:prSet presAssocID="{0F5AA306-2EBB-4E6A-9BCF-D3228FAE5801}" presName="parentText" presStyleLbl="node1" presStyleIdx="2" presStyleCnt="3" custScaleX="142857">
        <dgm:presLayoutVars>
          <dgm:chMax val="0"/>
          <dgm:bulletEnabled val="1"/>
        </dgm:presLayoutVars>
      </dgm:prSet>
      <dgm:spPr/>
    </dgm:pt>
    <dgm:pt modelId="{59F6F41F-739F-4F16-B302-A33BA60B9D93}" type="pres">
      <dgm:prSet presAssocID="{0F5AA306-2EBB-4E6A-9BCF-D3228FAE5801}" presName="negativeSpace" presStyleCnt="0"/>
      <dgm:spPr/>
    </dgm:pt>
    <dgm:pt modelId="{213836E3-E5A1-4C73-A103-6E016FF6440A}" type="pres">
      <dgm:prSet presAssocID="{0F5AA306-2EBB-4E6A-9BCF-D3228FAE580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06BFC08-3B2D-49F2-8C77-6879E8D169B8}" type="presOf" srcId="{8CEF440F-B418-4F38-9BD3-CF9E627D2A59}" destId="{6C81495A-7B8D-4AE3-B775-E9D8C5C54B7A}" srcOrd="1" destOrd="0" presId="urn:microsoft.com/office/officeart/2005/8/layout/list1"/>
    <dgm:cxn modelId="{4203620D-81CA-49C4-A851-FA777CB62DEA}" srcId="{5E5388A5-3503-4E2A-8C4C-FA6A9BD6A8F2}" destId="{A4CDA48F-448F-4043-90B1-8B15C34AB3D5}" srcOrd="1" destOrd="0" parTransId="{E61A2586-7D82-432F-9377-540172980BD6}" sibTransId="{FBCE148B-7E6B-4935-AE30-9C6148FC72F8}"/>
    <dgm:cxn modelId="{C0CD3B14-59D3-442D-B4DE-DC70991648BB}" srcId="{5E5388A5-3503-4E2A-8C4C-FA6A9BD6A8F2}" destId="{8CEF440F-B418-4F38-9BD3-CF9E627D2A59}" srcOrd="0" destOrd="0" parTransId="{8FEC02F2-A891-4059-AEC1-E56A03CAD2A8}" sibTransId="{8AD1344E-01FE-499B-9D92-02075065C9E3}"/>
    <dgm:cxn modelId="{2F849667-90FC-4F56-8B44-7AC3017AC4F9}" type="presOf" srcId="{8CEF440F-B418-4F38-9BD3-CF9E627D2A59}" destId="{7D2C3115-7BF9-457A-A13E-E3EF9A61F5D9}" srcOrd="0" destOrd="0" presId="urn:microsoft.com/office/officeart/2005/8/layout/list1"/>
    <dgm:cxn modelId="{921CA98A-7207-4F58-90B3-6FF2F63B9242}" type="presOf" srcId="{5E5388A5-3503-4E2A-8C4C-FA6A9BD6A8F2}" destId="{A9F689C4-4D3E-4BCD-9292-A51B9397A0A1}" srcOrd="0" destOrd="0" presId="urn:microsoft.com/office/officeart/2005/8/layout/list1"/>
    <dgm:cxn modelId="{307A2F96-4E71-43A3-B13C-B83E98F8A7FB}" type="presOf" srcId="{0F5AA306-2EBB-4E6A-9BCF-D3228FAE5801}" destId="{B1FC2E1A-AB4E-4008-81A0-6E23A4BEA68C}" srcOrd="1" destOrd="0" presId="urn:microsoft.com/office/officeart/2005/8/layout/list1"/>
    <dgm:cxn modelId="{B43F64A0-F1EC-4CDC-9FC5-1EA04BF3E26B}" type="presOf" srcId="{0F5AA306-2EBB-4E6A-9BCF-D3228FAE5801}" destId="{3A9D6C54-8CDF-4465-8E63-E0FF31D1ABC8}" srcOrd="0" destOrd="0" presId="urn:microsoft.com/office/officeart/2005/8/layout/list1"/>
    <dgm:cxn modelId="{01408DAB-90BE-4003-87EE-747B9E5705D3}" srcId="{5E5388A5-3503-4E2A-8C4C-FA6A9BD6A8F2}" destId="{0F5AA306-2EBB-4E6A-9BCF-D3228FAE5801}" srcOrd="2" destOrd="0" parTransId="{009B2138-C26B-428A-9FDB-339B8077EF65}" sibTransId="{84FE6406-2884-4C96-A38D-D94AE54D247D}"/>
    <dgm:cxn modelId="{CF2641BB-CF15-433B-9F54-756237DC9AF8}" type="presOf" srcId="{A4CDA48F-448F-4043-90B1-8B15C34AB3D5}" destId="{129E8768-FF52-4091-AD40-7F4BEF478657}" srcOrd="0" destOrd="0" presId="urn:microsoft.com/office/officeart/2005/8/layout/list1"/>
    <dgm:cxn modelId="{184260D5-3A6A-49B5-925F-50D5544D332A}" type="presOf" srcId="{A4CDA48F-448F-4043-90B1-8B15C34AB3D5}" destId="{505FF1BC-B66D-412B-B70F-30BA7AC174AF}" srcOrd="1" destOrd="0" presId="urn:microsoft.com/office/officeart/2005/8/layout/list1"/>
    <dgm:cxn modelId="{7A0EA2D6-AB7D-4772-A160-319C01FB20ED}" type="presParOf" srcId="{A9F689C4-4D3E-4BCD-9292-A51B9397A0A1}" destId="{EF472567-C63A-4B78-8882-1E2D139CED0F}" srcOrd="0" destOrd="0" presId="urn:microsoft.com/office/officeart/2005/8/layout/list1"/>
    <dgm:cxn modelId="{DE0BF7FC-3326-43CD-9421-5EFB37B50E86}" type="presParOf" srcId="{EF472567-C63A-4B78-8882-1E2D139CED0F}" destId="{7D2C3115-7BF9-457A-A13E-E3EF9A61F5D9}" srcOrd="0" destOrd="0" presId="urn:microsoft.com/office/officeart/2005/8/layout/list1"/>
    <dgm:cxn modelId="{00CC3EE6-DB77-4487-A5E4-2E6C03DEE711}" type="presParOf" srcId="{EF472567-C63A-4B78-8882-1E2D139CED0F}" destId="{6C81495A-7B8D-4AE3-B775-E9D8C5C54B7A}" srcOrd="1" destOrd="0" presId="urn:microsoft.com/office/officeart/2005/8/layout/list1"/>
    <dgm:cxn modelId="{848EBF76-162A-40A8-877F-BEC52D28404D}" type="presParOf" srcId="{A9F689C4-4D3E-4BCD-9292-A51B9397A0A1}" destId="{BF8F601E-5858-493E-A830-7944CBAD4961}" srcOrd="1" destOrd="0" presId="urn:microsoft.com/office/officeart/2005/8/layout/list1"/>
    <dgm:cxn modelId="{1A54E920-A786-47B9-A56D-7D08397AD844}" type="presParOf" srcId="{A9F689C4-4D3E-4BCD-9292-A51B9397A0A1}" destId="{7FDD3F15-A80A-4426-8B8B-2F15FDDE46E8}" srcOrd="2" destOrd="0" presId="urn:microsoft.com/office/officeart/2005/8/layout/list1"/>
    <dgm:cxn modelId="{DE59BC52-5A58-4CCA-A1B2-01F804BD9CB2}" type="presParOf" srcId="{A9F689C4-4D3E-4BCD-9292-A51B9397A0A1}" destId="{12AB2590-BD5F-4152-8177-2171A1F3AB87}" srcOrd="3" destOrd="0" presId="urn:microsoft.com/office/officeart/2005/8/layout/list1"/>
    <dgm:cxn modelId="{B335987D-0AEF-451E-9E43-12F5ABC789D2}" type="presParOf" srcId="{A9F689C4-4D3E-4BCD-9292-A51B9397A0A1}" destId="{01483876-66A5-4F9F-A3C9-94B6EE78ACE6}" srcOrd="4" destOrd="0" presId="urn:microsoft.com/office/officeart/2005/8/layout/list1"/>
    <dgm:cxn modelId="{570DD327-A30F-48B5-A913-3AA5DB4A4157}" type="presParOf" srcId="{01483876-66A5-4F9F-A3C9-94B6EE78ACE6}" destId="{129E8768-FF52-4091-AD40-7F4BEF478657}" srcOrd="0" destOrd="0" presId="urn:microsoft.com/office/officeart/2005/8/layout/list1"/>
    <dgm:cxn modelId="{FB3FFF99-9F69-40E6-AA07-1233C17020B8}" type="presParOf" srcId="{01483876-66A5-4F9F-A3C9-94B6EE78ACE6}" destId="{505FF1BC-B66D-412B-B70F-30BA7AC174AF}" srcOrd="1" destOrd="0" presId="urn:microsoft.com/office/officeart/2005/8/layout/list1"/>
    <dgm:cxn modelId="{2AF2965C-F7BD-4E5D-B1B1-747D10D7C401}" type="presParOf" srcId="{A9F689C4-4D3E-4BCD-9292-A51B9397A0A1}" destId="{724035DE-0CB4-4D76-88F6-4ED3851587AD}" srcOrd="5" destOrd="0" presId="urn:microsoft.com/office/officeart/2005/8/layout/list1"/>
    <dgm:cxn modelId="{6C6AEA8A-4E1D-4E86-8F5F-B3F8CFE4A02E}" type="presParOf" srcId="{A9F689C4-4D3E-4BCD-9292-A51B9397A0A1}" destId="{193896BD-5FF5-4A4E-8664-4408A11D0637}" srcOrd="6" destOrd="0" presId="urn:microsoft.com/office/officeart/2005/8/layout/list1"/>
    <dgm:cxn modelId="{8A183882-9C65-4DBF-9B00-85DBBDB86EA1}" type="presParOf" srcId="{A9F689C4-4D3E-4BCD-9292-A51B9397A0A1}" destId="{5097D9CE-7ACB-43FB-A34E-FEA3E235046E}" srcOrd="7" destOrd="0" presId="urn:microsoft.com/office/officeart/2005/8/layout/list1"/>
    <dgm:cxn modelId="{2E4806DE-E119-454F-A5FE-1F83B21EF017}" type="presParOf" srcId="{A9F689C4-4D3E-4BCD-9292-A51B9397A0A1}" destId="{B5DE33A8-E571-4BB5-94A3-6D061300DB11}" srcOrd="8" destOrd="0" presId="urn:microsoft.com/office/officeart/2005/8/layout/list1"/>
    <dgm:cxn modelId="{E4AC6EE8-7A56-41EF-8786-028D4F12764D}" type="presParOf" srcId="{B5DE33A8-E571-4BB5-94A3-6D061300DB11}" destId="{3A9D6C54-8CDF-4465-8E63-E0FF31D1ABC8}" srcOrd="0" destOrd="0" presId="urn:microsoft.com/office/officeart/2005/8/layout/list1"/>
    <dgm:cxn modelId="{AA0E4ED3-4AF7-4FFD-9AA8-1CE7051F7527}" type="presParOf" srcId="{B5DE33A8-E571-4BB5-94A3-6D061300DB11}" destId="{B1FC2E1A-AB4E-4008-81A0-6E23A4BEA68C}" srcOrd="1" destOrd="0" presId="urn:microsoft.com/office/officeart/2005/8/layout/list1"/>
    <dgm:cxn modelId="{AB6EFE0F-234F-4480-B994-B21A27015A4E}" type="presParOf" srcId="{A9F689C4-4D3E-4BCD-9292-A51B9397A0A1}" destId="{59F6F41F-739F-4F16-B302-A33BA60B9D93}" srcOrd="9" destOrd="0" presId="urn:microsoft.com/office/officeart/2005/8/layout/list1"/>
    <dgm:cxn modelId="{21D86801-1FA7-4C46-94FC-908D7FCFC4B0}" type="presParOf" srcId="{A9F689C4-4D3E-4BCD-9292-A51B9397A0A1}" destId="{213836E3-E5A1-4C73-A103-6E016FF6440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D761EF-AF1D-4858-A4B7-0F6E33152FAD}" type="doc">
      <dgm:prSet loTypeId="urn:microsoft.com/office/officeart/2005/8/layout/vList6" loCatId="list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BD60D91-AFAE-4BF6-8ECB-532B55F23DCC}">
      <dgm:prSet phldrT="[Text]" custT="1"/>
      <dgm:spPr/>
      <dgm:t>
        <a:bodyPr/>
        <a:lstStyle/>
        <a:p>
          <a:r>
            <a:rPr lang="en-US" sz="24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Consumer-Oriented instructions</a:t>
          </a:r>
          <a:endParaRPr lang="en-US" sz="24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74BCD50-F8A4-4B2C-BED4-86EF24D76773}" type="parTrans" cxnId="{1FA54864-5C14-4F2B-8781-64A8F3682052}">
      <dgm:prSet/>
      <dgm:spPr/>
      <dgm:t>
        <a:bodyPr/>
        <a:lstStyle/>
        <a:p>
          <a:endParaRPr lang="en-US"/>
        </a:p>
      </dgm:t>
    </dgm:pt>
    <dgm:pt modelId="{E00B10EB-4FF6-4124-890F-177942A26095}" type="sibTrans" cxnId="{1FA54864-5C14-4F2B-8781-64A8F3682052}">
      <dgm:prSet/>
      <dgm:spPr/>
      <dgm:t>
        <a:bodyPr/>
        <a:lstStyle/>
        <a:p>
          <a:endParaRPr lang="en-US"/>
        </a:p>
      </dgm:t>
    </dgm:pt>
    <dgm:pt modelId="{AD1FC756-1D5E-4217-9BB8-DE45E4F6F652}">
      <dgm:prSet phldrT="[Text]" custT="1"/>
      <dgm:spPr/>
      <dgm:t>
        <a:bodyPr/>
        <a:lstStyle/>
        <a:p>
          <a:pPr algn="just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Instructions written to facilitate clients, customers, employees who </a:t>
          </a:r>
          <a:r>
            <a: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have non-engineering background</a:t>
          </a:r>
        </a:p>
      </dgm:t>
    </dgm:pt>
    <dgm:pt modelId="{B9C529C9-E24E-4719-AA96-19E9248572B0}" type="parTrans" cxnId="{45A9D669-8139-4367-8DC7-D2D7D759DB38}">
      <dgm:prSet/>
      <dgm:spPr/>
      <dgm:t>
        <a:bodyPr/>
        <a:lstStyle/>
        <a:p>
          <a:endParaRPr lang="en-US"/>
        </a:p>
      </dgm:t>
    </dgm:pt>
    <dgm:pt modelId="{75FFECC2-BC7D-4594-A976-35E8CA01C706}" type="sibTrans" cxnId="{45A9D669-8139-4367-8DC7-D2D7D759DB38}">
      <dgm:prSet/>
      <dgm:spPr/>
      <dgm:t>
        <a:bodyPr/>
        <a:lstStyle/>
        <a:p>
          <a:endParaRPr lang="en-US"/>
        </a:p>
      </dgm:t>
    </dgm:pt>
    <dgm:pt modelId="{A00C63FF-5A7B-4B12-BDCD-11AE066EB5D1}">
      <dgm:prSet phldrT="[Text]" custT="1"/>
      <dgm:spPr/>
      <dgm:t>
        <a:bodyPr/>
        <a:lstStyle/>
        <a:p>
          <a:r>
            <a:rPr lang="en-US" sz="24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Product or a service Oriented instructions</a:t>
          </a:r>
          <a:endParaRPr lang="en-US" sz="24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783E147-27B2-46F3-92E2-0B0D2569ED67}" type="parTrans" cxnId="{73420DDC-7BD8-4CA7-8E4F-C9A38A11F6F3}">
      <dgm:prSet/>
      <dgm:spPr/>
      <dgm:t>
        <a:bodyPr/>
        <a:lstStyle/>
        <a:p>
          <a:endParaRPr lang="en-US"/>
        </a:p>
      </dgm:t>
    </dgm:pt>
    <dgm:pt modelId="{C2E942E9-7515-445B-B998-54A06D664FFF}" type="sibTrans" cxnId="{73420DDC-7BD8-4CA7-8E4F-C9A38A11F6F3}">
      <dgm:prSet/>
      <dgm:spPr/>
      <dgm:t>
        <a:bodyPr/>
        <a:lstStyle/>
        <a:p>
          <a:endParaRPr lang="en-US"/>
        </a:p>
      </dgm:t>
    </dgm:pt>
    <dgm:pt modelId="{56BBCBE7-0278-43D0-B9C2-B40172AF4B50}">
      <dgm:prSet phldrT="[Text]" custT="1"/>
      <dgm:spPr/>
      <dgm:t>
        <a:bodyPr/>
        <a:lstStyle/>
        <a:p>
          <a:pPr algn="just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A comprehensive guide that includes instructions </a:t>
          </a:r>
          <a:r>
            <a:rPr lang="en-US" sz="2000" u="sng" dirty="0">
              <a:latin typeface="Times New Roman" panose="02020603050405020304" pitchFamily="18" charset="0"/>
              <a:cs typeface="Times New Roman" panose="02020603050405020304" pitchFamily="18" charset="0"/>
            </a:rPr>
            <a:t>(along with other elements)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for mainly users with </a:t>
          </a:r>
          <a:r>
            <a: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technical background</a:t>
          </a:r>
        </a:p>
      </dgm:t>
    </dgm:pt>
    <dgm:pt modelId="{25C8B604-A3F6-435B-88DB-51B37BCB8F7F}" type="parTrans" cxnId="{7C0D4134-1933-4F10-8491-E5E73C456AC7}">
      <dgm:prSet/>
      <dgm:spPr/>
      <dgm:t>
        <a:bodyPr/>
        <a:lstStyle/>
        <a:p>
          <a:endParaRPr lang="en-US"/>
        </a:p>
      </dgm:t>
    </dgm:pt>
    <dgm:pt modelId="{F3CDE385-A2E2-4D64-8A0D-4B66427CC38D}" type="sibTrans" cxnId="{7C0D4134-1933-4F10-8491-E5E73C456AC7}">
      <dgm:prSet/>
      <dgm:spPr/>
      <dgm:t>
        <a:bodyPr/>
        <a:lstStyle/>
        <a:p>
          <a:endParaRPr lang="en-US"/>
        </a:p>
      </dgm:t>
    </dgm:pt>
    <dgm:pt modelId="{045E82D0-FC7E-4A65-94DF-564CDAD34E32}">
      <dgm:prSet phldrT="[Text]" custT="1"/>
      <dgm:spPr/>
      <dgm:t>
        <a:bodyPr/>
        <a:lstStyle/>
        <a:p>
          <a:pPr algn="just"/>
          <a:endParaRPr lang="en-US" sz="2000" b="1" dirty="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3A7DC31-3577-44A6-8D6C-1D6711828609}" type="parTrans" cxnId="{FE06C3D2-D36B-4D50-ADD5-8B5046AF6451}">
      <dgm:prSet/>
      <dgm:spPr/>
      <dgm:t>
        <a:bodyPr/>
        <a:lstStyle/>
        <a:p>
          <a:endParaRPr lang="en-US"/>
        </a:p>
      </dgm:t>
    </dgm:pt>
    <dgm:pt modelId="{D582FC71-ED04-426C-8201-BCEA8C73AF33}" type="sibTrans" cxnId="{FE06C3D2-D36B-4D50-ADD5-8B5046AF6451}">
      <dgm:prSet/>
      <dgm:spPr/>
      <dgm:t>
        <a:bodyPr/>
        <a:lstStyle/>
        <a:p>
          <a:endParaRPr lang="en-US"/>
        </a:p>
      </dgm:t>
    </dgm:pt>
    <dgm:pt modelId="{14C5D60C-BB1D-44B9-85CF-D98589AB7130}">
      <dgm:prSet phldrT="[Text]" custT="1"/>
      <dgm:spPr/>
      <dgm:t>
        <a:bodyPr/>
        <a:lstStyle/>
        <a:p>
          <a:pPr algn="just"/>
          <a:endParaRPr lang="en-US" sz="2000" b="1" dirty="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936284-F4CD-4E43-B3EB-8D2ED155900D}" type="parTrans" cxnId="{2D4E33D4-A1F8-45ED-986E-F59D3F818FDD}">
      <dgm:prSet/>
      <dgm:spPr/>
      <dgm:t>
        <a:bodyPr/>
        <a:lstStyle/>
        <a:p>
          <a:endParaRPr lang="en-US"/>
        </a:p>
      </dgm:t>
    </dgm:pt>
    <dgm:pt modelId="{992E7AAC-77DF-4529-B05A-729E5DBEEFCB}" type="sibTrans" cxnId="{2D4E33D4-A1F8-45ED-986E-F59D3F818FDD}">
      <dgm:prSet/>
      <dgm:spPr/>
      <dgm:t>
        <a:bodyPr/>
        <a:lstStyle/>
        <a:p>
          <a:endParaRPr lang="en-US"/>
        </a:p>
      </dgm:t>
    </dgm:pt>
    <dgm:pt modelId="{EA7434B4-511B-4C4C-8314-F28DCF91C971}" type="pres">
      <dgm:prSet presAssocID="{25D761EF-AF1D-4858-A4B7-0F6E33152FAD}" presName="Name0" presStyleCnt="0">
        <dgm:presLayoutVars>
          <dgm:dir/>
          <dgm:animLvl val="lvl"/>
          <dgm:resizeHandles/>
        </dgm:presLayoutVars>
      </dgm:prSet>
      <dgm:spPr/>
    </dgm:pt>
    <dgm:pt modelId="{ECBF8553-5F6A-49C6-B6CF-E1401AEF1F59}" type="pres">
      <dgm:prSet presAssocID="{8BD60D91-AFAE-4BF6-8ECB-532B55F23DCC}" presName="linNode" presStyleCnt="0"/>
      <dgm:spPr/>
    </dgm:pt>
    <dgm:pt modelId="{55D790B0-CE74-43B4-8436-6A82C82B7721}" type="pres">
      <dgm:prSet presAssocID="{8BD60D91-AFAE-4BF6-8ECB-532B55F23DCC}" presName="parentShp" presStyleLbl="node1" presStyleIdx="0" presStyleCnt="2">
        <dgm:presLayoutVars>
          <dgm:bulletEnabled val="1"/>
        </dgm:presLayoutVars>
      </dgm:prSet>
      <dgm:spPr/>
    </dgm:pt>
    <dgm:pt modelId="{0E691F7B-163D-4DFD-8159-2910A35CB997}" type="pres">
      <dgm:prSet presAssocID="{8BD60D91-AFAE-4BF6-8ECB-532B55F23DCC}" presName="childShp" presStyleLbl="bgAccFollowNode1" presStyleIdx="0" presStyleCnt="2">
        <dgm:presLayoutVars>
          <dgm:bulletEnabled val="1"/>
        </dgm:presLayoutVars>
      </dgm:prSet>
      <dgm:spPr/>
    </dgm:pt>
    <dgm:pt modelId="{549712F6-D942-4875-AEA9-A5BC08261F80}" type="pres">
      <dgm:prSet presAssocID="{E00B10EB-4FF6-4124-890F-177942A26095}" presName="spacing" presStyleCnt="0"/>
      <dgm:spPr/>
    </dgm:pt>
    <dgm:pt modelId="{6FF9FB63-A9C0-4D56-8744-01BE3B883726}" type="pres">
      <dgm:prSet presAssocID="{A00C63FF-5A7B-4B12-BDCD-11AE066EB5D1}" presName="linNode" presStyleCnt="0"/>
      <dgm:spPr/>
    </dgm:pt>
    <dgm:pt modelId="{56AA448C-7C62-4D80-97D3-7B52BDCF6BB0}" type="pres">
      <dgm:prSet presAssocID="{A00C63FF-5A7B-4B12-BDCD-11AE066EB5D1}" presName="parentShp" presStyleLbl="node1" presStyleIdx="1" presStyleCnt="2">
        <dgm:presLayoutVars>
          <dgm:bulletEnabled val="1"/>
        </dgm:presLayoutVars>
      </dgm:prSet>
      <dgm:spPr/>
    </dgm:pt>
    <dgm:pt modelId="{1970055F-0009-4A5D-9276-542098DDBEA6}" type="pres">
      <dgm:prSet presAssocID="{A00C63FF-5A7B-4B12-BDCD-11AE066EB5D1}" presName="childShp" presStyleLbl="bgAccFollowNode1" presStyleIdx="1" presStyleCnt="2" custLinFactNeighborX="3857" custLinFactNeighborY="-1718">
        <dgm:presLayoutVars>
          <dgm:bulletEnabled val="1"/>
        </dgm:presLayoutVars>
      </dgm:prSet>
      <dgm:spPr/>
    </dgm:pt>
  </dgm:ptLst>
  <dgm:cxnLst>
    <dgm:cxn modelId="{5F3A4D0F-53B7-44E3-B91C-F189E28D720A}" type="presOf" srcId="{14C5D60C-BB1D-44B9-85CF-D98589AB7130}" destId="{1970055F-0009-4A5D-9276-542098DDBEA6}" srcOrd="0" destOrd="0" presId="urn:microsoft.com/office/officeart/2005/8/layout/vList6"/>
    <dgm:cxn modelId="{F8C38E2B-1E27-481B-9698-81BA9BF42126}" type="presOf" srcId="{8BD60D91-AFAE-4BF6-8ECB-532B55F23DCC}" destId="{55D790B0-CE74-43B4-8436-6A82C82B7721}" srcOrd="0" destOrd="0" presId="urn:microsoft.com/office/officeart/2005/8/layout/vList6"/>
    <dgm:cxn modelId="{7C0D4134-1933-4F10-8491-E5E73C456AC7}" srcId="{A00C63FF-5A7B-4B12-BDCD-11AE066EB5D1}" destId="{56BBCBE7-0278-43D0-B9C2-B40172AF4B50}" srcOrd="1" destOrd="0" parTransId="{25C8B604-A3F6-435B-88DB-51B37BCB8F7F}" sibTransId="{F3CDE385-A2E2-4D64-8A0D-4B66427CC38D}"/>
    <dgm:cxn modelId="{1FA54864-5C14-4F2B-8781-64A8F3682052}" srcId="{25D761EF-AF1D-4858-A4B7-0F6E33152FAD}" destId="{8BD60D91-AFAE-4BF6-8ECB-532B55F23DCC}" srcOrd="0" destOrd="0" parTransId="{D74BCD50-F8A4-4B2C-BED4-86EF24D76773}" sibTransId="{E00B10EB-4FF6-4124-890F-177942A26095}"/>
    <dgm:cxn modelId="{45A9D669-8139-4367-8DC7-D2D7D759DB38}" srcId="{8BD60D91-AFAE-4BF6-8ECB-532B55F23DCC}" destId="{AD1FC756-1D5E-4217-9BB8-DE45E4F6F652}" srcOrd="1" destOrd="0" parTransId="{B9C529C9-E24E-4719-AA96-19E9248572B0}" sibTransId="{75FFECC2-BC7D-4594-A976-35E8CA01C706}"/>
    <dgm:cxn modelId="{F176706A-11C2-46D9-9B79-F11CB942AE97}" type="presOf" srcId="{045E82D0-FC7E-4A65-94DF-564CDAD34E32}" destId="{0E691F7B-163D-4DFD-8159-2910A35CB997}" srcOrd="0" destOrd="0" presId="urn:microsoft.com/office/officeart/2005/8/layout/vList6"/>
    <dgm:cxn modelId="{A2621651-8A3D-4B5E-BBFB-662A6D5799C5}" type="presOf" srcId="{56BBCBE7-0278-43D0-B9C2-B40172AF4B50}" destId="{1970055F-0009-4A5D-9276-542098DDBEA6}" srcOrd="0" destOrd="1" presId="urn:microsoft.com/office/officeart/2005/8/layout/vList6"/>
    <dgm:cxn modelId="{24756981-01B5-4B23-82F7-03C933F2152E}" type="presOf" srcId="{25D761EF-AF1D-4858-A4B7-0F6E33152FAD}" destId="{EA7434B4-511B-4C4C-8314-F28DCF91C971}" srcOrd="0" destOrd="0" presId="urn:microsoft.com/office/officeart/2005/8/layout/vList6"/>
    <dgm:cxn modelId="{5C36D68D-49B1-404D-AD27-4962A977A931}" type="presOf" srcId="{AD1FC756-1D5E-4217-9BB8-DE45E4F6F652}" destId="{0E691F7B-163D-4DFD-8159-2910A35CB997}" srcOrd="0" destOrd="1" presId="urn:microsoft.com/office/officeart/2005/8/layout/vList6"/>
    <dgm:cxn modelId="{FE06C3D2-D36B-4D50-ADD5-8B5046AF6451}" srcId="{8BD60D91-AFAE-4BF6-8ECB-532B55F23DCC}" destId="{045E82D0-FC7E-4A65-94DF-564CDAD34E32}" srcOrd="0" destOrd="0" parTransId="{43A7DC31-3577-44A6-8D6C-1D6711828609}" sibTransId="{D582FC71-ED04-426C-8201-BCEA8C73AF33}"/>
    <dgm:cxn modelId="{2D4E33D4-A1F8-45ED-986E-F59D3F818FDD}" srcId="{A00C63FF-5A7B-4B12-BDCD-11AE066EB5D1}" destId="{14C5D60C-BB1D-44B9-85CF-D98589AB7130}" srcOrd="0" destOrd="0" parTransId="{3F936284-F4CD-4E43-B3EB-8D2ED155900D}" sibTransId="{992E7AAC-77DF-4529-B05A-729E5DBEEFCB}"/>
    <dgm:cxn modelId="{73420DDC-7BD8-4CA7-8E4F-C9A38A11F6F3}" srcId="{25D761EF-AF1D-4858-A4B7-0F6E33152FAD}" destId="{A00C63FF-5A7B-4B12-BDCD-11AE066EB5D1}" srcOrd="1" destOrd="0" parTransId="{B783E147-27B2-46F3-92E2-0B0D2569ED67}" sibTransId="{C2E942E9-7515-445B-B998-54A06D664FFF}"/>
    <dgm:cxn modelId="{5BEC29FE-C0F6-4808-819D-FA29491D28B9}" type="presOf" srcId="{A00C63FF-5A7B-4B12-BDCD-11AE066EB5D1}" destId="{56AA448C-7C62-4D80-97D3-7B52BDCF6BB0}" srcOrd="0" destOrd="0" presId="urn:microsoft.com/office/officeart/2005/8/layout/vList6"/>
    <dgm:cxn modelId="{D5A70A4B-2EC7-4F7E-A956-54922794A2DA}" type="presParOf" srcId="{EA7434B4-511B-4C4C-8314-F28DCF91C971}" destId="{ECBF8553-5F6A-49C6-B6CF-E1401AEF1F59}" srcOrd="0" destOrd="0" presId="urn:microsoft.com/office/officeart/2005/8/layout/vList6"/>
    <dgm:cxn modelId="{9867D053-2A06-4E52-ADAF-3BD4DE1B8042}" type="presParOf" srcId="{ECBF8553-5F6A-49C6-B6CF-E1401AEF1F59}" destId="{55D790B0-CE74-43B4-8436-6A82C82B7721}" srcOrd="0" destOrd="0" presId="urn:microsoft.com/office/officeart/2005/8/layout/vList6"/>
    <dgm:cxn modelId="{22EA29C8-FC44-4E51-B452-A5A149063348}" type="presParOf" srcId="{ECBF8553-5F6A-49C6-B6CF-E1401AEF1F59}" destId="{0E691F7B-163D-4DFD-8159-2910A35CB997}" srcOrd="1" destOrd="0" presId="urn:microsoft.com/office/officeart/2005/8/layout/vList6"/>
    <dgm:cxn modelId="{2D0D5F42-6ACF-445D-AB61-39CC193AE15B}" type="presParOf" srcId="{EA7434B4-511B-4C4C-8314-F28DCF91C971}" destId="{549712F6-D942-4875-AEA9-A5BC08261F80}" srcOrd="1" destOrd="0" presId="urn:microsoft.com/office/officeart/2005/8/layout/vList6"/>
    <dgm:cxn modelId="{4F7547A4-9E25-4F08-960E-EC9823D53AD1}" type="presParOf" srcId="{EA7434B4-511B-4C4C-8314-F28DCF91C971}" destId="{6FF9FB63-A9C0-4D56-8744-01BE3B883726}" srcOrd="2" destOrd="0" presId="urn:microsoft.com/office/officeart/2005/8/layout/vList6"/>
    <dgm:cxn modelId="{2D5455CB-BC5B-4804-BD97-F43C9ADB5FC3}" type="presParOf" srcId="{6FF9FB63-A9C0-4D56-8744-01BE3B883726}" destId="{56AA448C-7C62-4D80-97D3-7B52BDCF6BB0}" srcOrd="0" destOrd="0" presId="urn:microsoft.com/office/officeart/2005/8/layout/vList6"/>
    <dgm:cxn modelId="{A8C34509-993C-4AC0-B434-B67B1FE2D7A6}" type="presParOf" srcId="{6FF9FB63-A9C0-4D56-8744-01BE3B883726}" destId="{1970055F-0009-4A5D-9276-542098DDBEA6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8E9A73-FF4A-4430-8D1A-524759BD6D77}" type="doc">
      <dgm:prSet loTypeId="urn:microsoft.com/office/officeart/2008/layout/RadialCluster" loCatId="relationship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28D7CD9C-A6A7-422A-875B-F80738D3CCC1}">
      <dgm:prSet phldrT="[Text]"/>
      <dgm:spPr/>
      <dgm:t>
        <a:bodyPr/>
        <a:lstStyle/>
        <a:p>
          <a:r>
            <a: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Approaches to Writing Instructions</a:t>
          </a:r>
        </a:p>
      </dgm:t>
    </dgm:pt>
    <dgm:pt modelId="{DAEA3840-4EAD-419B-B6C9-EF0F26F6121E}" type="parTrans" cxnId="{E09DF499-1B66-4B64-A566-9DA43FA08622}">
      <dgm:prSet/>
      <dgm:spPr/>
      <dgm:t>
        <a:bodyPr/>
        <a:lstStyle/>
        <a:p>
          <a:endParaRPr lang="en-US"/>
        </a:p>
      </dgm:t>
    </dgm:pt>
    <dgm:pt modelId="{67CEED74-1C22-4F2D-8642-34BB2E64A81C}" type="sibTrans" cxnId="{E09DF499-1B66-4B64-A566-9DA43FA08622}">
      <dgm:prSet/>
      <dgm:spPr/>
      <dgm:t>
        <a:bodyPr/>
        <a:lstStyle/>
        <a:p>
          <a:endParaRPr lang="en-US"/>
        </a:p>
      </dgm:t>
    </dgm:pt>
    <dgm:pt modelId="{C7145970-7571-4ED3-BD7E-D1D5C009E1CF}">
      <dgm:prSet phldrT="[Text]"/>
      <dgm:spPr/>
      <dgm:t>
        <a:bodyPr/>
        <a:lstStyle/>
        <a:p>
          <a:r>
            <a: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Feature and function oriented approach</a:t>
          </a:r>
        </a:p>
      </dgm:t>
    </dgm:pt>
    <dgm:pt modelId="{8816D078-2D6E-4AA0-85E0-AD071783DBD3}" type="parTrans" cxnId="{84D41232-6B85-419D-B177-8A96B6246A6C}">
      <dgm:prSet/>
      <dgm:spPr/>
      <dgm:t>
        <a:bodyPr/>
        <a:lstStyle/>
        <a:p>
          <a:endParaRPr lang="en-US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3794CB-25C9-49E9-805D-E391E1E1CEEE}" type="sibTrans" cxnId="{84D41232-6B85-419D-B177-8A96B6246A6C}">
      <dgm:prSet/>
      <dgm:spPr/>
      <dgm:t>
        <a:bodyPr/>
        <a:lstStyle/>
        <a:p>
          <a:endParaRPr lang="en-US"/>
        </a:p>
      </dgm:t>
    </dgm:pt>
    <dgm:pt modelId="{830D3E8F-AFC6-46AE-BDEB-6F0C1762B05C}">
      <dgm:prSet phldrT="[Text]" custT="1"/>
      <dgm:spPr/>
      <dgm:t>
        <a:bodyPr/>
        <a:lstStyle/>
        <a:p>
          <a:r>
            <a:rPr lang="en-US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Task oriented approach</a:t>
          </a:r>
        </a:p>
      </dgm:t>
    </dgm:pt>
    <dgm:pt modelId="{422EF0F1-2E56-4876-A4C2-6F1D85919A3F}" type="parTrans" cxnId="{1C44227B-31C3-4491-AEFA-599A2796075B}">
      <dgm:prSet/>
      <dgm:spPr/>
      <dgm:t>
        <a:bodyPr/>
        <a:lstStyle/>
        <a:p>
          <a:endParaRPr lang="en-US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940EA89-3C92-429C-8F05-73D911AF8C2E}" type="sibTrans" cxnId="{1C44227B-31C3-4491-AEFA-599A2796075B}">
      <dgm:prSet/>
      <dgm:spPr/>
      <dgm:t>
        <a:bodyPr/>
        <a:lstStyle/>
        <a:p>
          <a:endParaRPr lang="en-US"/>
        </a:p>
      </dgm:t>
    </dgm:pt>
    <dgm:pt modelId="{950BFEA3-D7A7-4172-88F5-547F92BAE70C}" type="pres">
      <dgm:prSet presAssocID="{638E9A73-FF4A-4430-8D1A-524759BD6D77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1CAB5816-A498-44D3-9847-9CEE62B51E52}" type="pres">
      <dgm:prSet presAssocID="{28D7CD9C-A6A7-422A-875B-F80738D3CCC1}" presName="singleCycle" presStyleCnt="0"/>
      <dgm:spPr/>
    </dgm:pt>
    <dgm:pt modelId="{4A77A6AE-AB1A-40BD-AB21-2BC38C3D93FE}" type="pres">
      <dgm:prSet presAssocID="{28D7CD9C-A6A7-422A-875B-F80738D3CCC1}" presName="singleCenter" presStyleLbl="node1" presStyleIdx="0" presStyleCnt="3" custScaleX="224483">
        <dgm:presLayoutVars>
          <dgm:chMax val="7"/>
          <dgm:chPref val="7"/>
        </dgm:presLayoutVars>
      </dgm:prSet>
      <dgm:spPr/>
    </dgm:pt>
    <dgm:pt modelId="{830CE908-FF79-4E60-A8ED-39C6F5C0D4BD}" type="pres">
      <dgm:prSet presAssocID="{8816D078-2D6E-4AA0-85E0-AD071783DBD3}" presName="Name56" presStyleLbl="parChTrans1D2" presStyleIdx="0" presStyleCnt="2"/>
      <dgm:spPr/>
    </dgm:pt>
    <dgm:pt modelId="{11DD699A-C807-47EC-95AD-0ED8B4FFDB1F}" type="pres">
      <dgm:prSet presAssocID="{C7145970-7571-4ED3-BD7E-D1D5C009E1CF}" presName="text0" presStyleLbl="node1" presStyleIdx="1" presStyleCnt="3" custScaleX="536078">
        <dgm:presLayoutVars>
          <dgm:bulletEnabled val="1"/>
        </dgm:presLayoutVars>
      </dgm:prSet>
      <dgm:spPr/>
    </dgm:pt>
    <dgm:pt modelId="{2E836639-792A-4810-9EA1-69EAAA64FA30}" type="pres">
      <dgm:prSet presAssocID="{422EF0F1-2E56-4876-A4C2-6F1D85919A3F}" presName="Name56" presStyleLbl="parChTrans1D2" presStyleIdx="1" presStyleCnt="2"/>
      <dgm:spPr/>
    </dgm:pt>
    <dgm:pt modelId="{8850ECD4-43D1-4CB6-830D-21225364641F}" type="pres">
      <dgm:prSet presAssocID="{830D3E8F-AFC6-46AE-BDEB-6F0C1762B05C}" presName="text0" presStyleLbl="node1" presStyleIdx="2" presStyleCnt="3" custScaleX="519326">
        <dgm:presLayoutVars>
          <dgm:bulletEnabled val="1"/>
        </dgm:presLayoutVars>
      </dgm:prSet>
      <dgm:spPr/>
    </dgm:pt>
  </dgm:ptLst>
  <dgm:cxnLst>
    <dgm:cxn modelId="{CB657516-F8BD-477F-9892-9E29F502EE46}" type="presOf" srcId="{C7145970-7571-4ED3-BD7E-D1D5C009E1CF}" destId="{11DD699A-C807-47EC-95AD-0ED8B4FFDB1F}" srcOrd="0" destOrd="0" presId="urn:microsoft.com/office/officeart/2008/layout/RadialCluster"/>
    <dgm:cxn modelId="{84D41232-6B85-419D-B177-8A96B6246A6C}" srcId="{28D7CD9C-A6A7-422A-875B-F80738D3CCC1}" destId="{C7145970-7571-4ED3-BD7E-D1D5C009E1CF}" srcOrd="0" destOrd="0" parTransId="{8816D078-2D6E-4AA0-85E0-AD071783DBD3}" sibTransId="{693794CB-25C9-49E9-805D-E391E1E1CEEE}"/>
    <dgm:cxn modelId="{DEA16D77-53CD-4E8B-934E-A4EEFE4558BF}" type="presOf" srcId="{8816D078-2D6E-4AA0-85E0-AD071783DBD3}" destId="{830CE908-FF79-4E60-A8ED-39C6F5C0D4BD}" srcOrd="0" destOrd="0" presId="urn:microsoft.com/office/officeart/2008/layout/RadialCluster"/>
    <dgm:cxn modelId="{1C44227B-31C3-4491-AEFA-599A2796075B}" srcId="{28D7CD9C-A6A7-422A-875B-F80738D3CCC1}" destId="{830D3E8F-AFC6-46AE-BDEB-6F0C1762B05C}" srcOrd="1" destOrd="0" parTransId="{422EF0F1-2E56-4876-A4C2-6F1D85919A3F}" sibTransId="{2940EA89-3C92-429C-8F05-73D911AF8C2E}"/>
    <dgm:cxn modelId="{01B8D58B-3E25-4222-8869-40DE12F8F1D0}" type="presOf" srcId="{638E9A73-FF4A-4430-8D1A-524759BD6D77}" destId="{950BFEA3-D7A7-4172-88F5-547F92BAE70C}" srcOrd="0" destOrd="0" presId="urn:microsoft.com/office/officeart/2008/layout/RadialCluster"/>
    <dgm:cxn modelId="{E09DF499-1B66-4B64-A566-9DA43FA08622}" srcId="{638E9A73-FF4A-4430-8D1A-524759BD6D77}" destId="{28D7CD9C-A6A7-422A-875B-F80738D3CCC1}" srcOrd="0" destOrd="0" parTransId="{DAEA3840-4EAD-419B-B6C9-EF0F26F6121E}" sibTransId="{67CEED74-1C22-4F2D-8642-34BB2E64A81C}"/>
    <dgm:cxn modelId="{E289CBB9-B1D2-42DC-B079-CD9CBC7C36DF}" type="presOf" srcId="{422EF0F1-2E56-4876-A4C2-6F1D85919A3F}" destId="{2E836639-792A-4810-9EA1-69EAAA64FA30}" srcOrd="0" destOrd="0" presId="urn:microsoft.com/office/officeart/2008/layout/RadialCluster"/>
    <dgm:cxn modelId="{E08F39BE-4D11-4D2E-A600-719C2FB7FBF2}" type="presOf" srcId="{830D3E8F-AFC6-46AE-BDEB-6F0C1762B05C}" destId="{8850ECD4-43D1-4CB6-830D-21225364641F}" srcOrd="0" destOrd="0" presId="urn:microsoft.com/office/officeart/2008/layout/RadialCluster"/>
    <dgm:cxn modelId="{FA219AF1-CEAE-4B56-AA80-9638C65B2D42}" type="presOf" srcId="{28D7CD9C-A6A7-422A-875B-F80738D3CCC1}" destId="{4A77A6AE-AB1A-40BD-AB21-2BC38C3D93FE}" srcOrd="0" destOrd="0" presId="urn:microsoft.com/office/officeart/2008/layout/RadialCluster"/>
    <dgm:cxn modelId="{483BE131-FD1D-4ABB-B159-9D308EA372C9}" type="presParOf" srcId="{950BFEA3-D7A7-4172-88F5-547F92BAE70C}" destId="{1CAB5816-A498-44D3-9847-9CEE62B51E52}" srcOrd="0" destOrd="0" presId="urn:microsoft.com/office/officeart/2008/layout/RadialCluster"/>
    <dgm:cxn modelId="{4D3B57EF-DA78-4620-9100-8BA9B22712B7}" type="presParOf" srcId="{1CAB5816-A498-44D3-9847-9CEE62B51E52}" destId="{4A77A6AE-AB1A-40BD-AB21-2BC38C3D93FE}" srcOrd="0" destOrd="0" presId="urn:microsoft.com/office/officeart/2008/layout/RadialCluster"/>
    <dgm:cxn modelId="{33EEFF54-D220-4163-88F9-D744963AC4FA}" type="presParOf" srcId="{1CAB5816-A498-44D3-9847-9CEE62B51E52}" destId="{830CE908-FF79-4E60-A8ED-39C6F5C0D4BD}" srcOrd="1" destOrd="0" presId="urn:microsoft.com/office/officeart/2008/layout/RadialCluster"/>
    <dgm:cxn modelId="{FE054293-B1F3-4288-A7F5-116307264F48}" type="presParOf" srcId="{1CAB5816-A498-44D3-9847-9CEE62B51E52}" destId="{11DD699A-C807-47EC-95AD-0ED8B4FFDB1F}" srcOrd="2" destOrd="0" presId="urn:microsoft.com/office/officeart/2008/layout/RadialCluster"/>
    <dgm:cxn modelId="{2CC7FD5B-8C54-4A3A-967E-FE6EA19CF3E9}" type="presParOf" srcId="{1CAB5816-A498-44D3-9847-9CEE62B51E52}" destId="{2E836639-792A-4810-9EA1-69EAAA64FA30}" srcOrd="3" destOrd="0" presId="urn:microsoft.com/office/officeart/2008/layout/RadialCluster"/>
    <dgm:cxn modelId="{6510FA44-7BDC-4D9D-BA02-D794587B8444}" type="presParOf" srcId="{1CAB5816-A498-44D3-9847-9CEE62B51E52}" destId="{8850ECD4-43D1-4CB6-830D-21225364641F}" srcOrd="4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A1DF154-424E-449F-9D5C-B9D3AF85CC6B}" type="doc">
      <dgm:prSet loTypeId="urn:microsoft.com/office/officeart/2008/layout/RadialCluster" loCatId="cycle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15FE46F-B7ED-4E65-8036-4449E9078331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Works if</a:t>
          </a:r>
        </a:p>
      </dgm:t>
    </dgm:pt>
    <dgm:pt modelId="{0FFC6137-F18B-45E7-9B5A-EAF32E371457}" type="parTrans" cxnId="{BF5D78AA-B9B9-478B-A80C-10FA49A235FC}">
      <dgm:prSet/>
      <dgm:spPr/>
      <dgm:t>
        <a:bodyPr/>
        <a:lstStyle/>
        <a:p>
          <a:endParaRPr lang="en-US"/>
        </a:p>
      </dgm:t>
    </dgm:pt>
    <dgm:pt modelId="{C88A8D3A-5D85-4D79-9444-0F4D5AD3A729}" type="sibTrans" cxnId="{BF5D78AA-B9B9-478B-A80C-10FA49A235FC}">
      <dgm:prSet/>
      <dgm:spPr/>
      <dgm:t>
        <a:bodyPr/>
        <a:lstStyle/>
        <a:p>
          <a:endParaRPr lang="en-US"/>
        </a:p>
      </dgm:t>
    </dgm:pt>
    <dgm:pt modelId="{355E4BAA-F794-4AF0-AC9C-FAEC83495712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The product is simple</a:t>
          </a:r>
        </a:p>
      </dgm:t>
    </dgm:pt>
    <dgm:pt modelId="{1BDCB405-B4D6-4D57-823C-0112547B5FC3}" type="parTrans" cxnId="{F7DA475D-7AAF-4E6B-ADC2-AF845B301FA9}">
      <dgm:prSet/>
      <dgm:spPr/>
      <dgm:t>
        <a:bodyPr/>
        <a:lstStyle/>
        <a:p>
          <a:endParaRPr lang="en-US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373F0E6-F230-45B5-A4F3-7851793C8D47}" type="sibTrans" cxnId="{F7DA475D-7AAF-4E6B-ADC2-AF845B301FA9}">
      <dgm:prSet/>
      <dgm:spPr/>
      <dgm:t>
        <a:bodyPr/>
        <a:lstStyle/>
        <a:p>
          <a:endParaRPr lang="en-US"/>
        </a:p>
      </dgm:t>
    </dgm:pt>
    <dgm:pt modelId="{FABEEFB1-9291-47C5-A3C0-FB204A860612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Combination of feature are not needed to accomplish tasks</a:t>
          </a:r>
        </a:p>
      </dgm:t>
    </dgm:pt>
    <dgm:pt modelId="{8C25C971-B173-4BEA-BABD-4099AB5B43A8}" type="parTrans" cxnId="{414B5238-B41F-43E7-B8A8-033706220F99}">
      <dgm:prSet/>
      <dgm:spPr/>
      <dgm:t>
        <a:bodyPr/>
        <a:lstStyle/>
        <a:p>
          <a:endParaRPr lang="en-US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BA3E60A-4C92-4342-9150-C9EC2ED0CCA4}" type="sibTrans" cxnId="{414B5238-B41F-43E7-B8A8-033706220F99}">
      <dgm:prSet/>
      <dgm:spPr/>
      <dgm:t>
        <a:bodyPr/>
        <a:lstStyle/>
        <a:p>
          <a:endParaRPr lang="en-US"/>
        </a:p>
      </dgm:t>
    </dgm:pt>
    <dgm:pt modelId="{26B5909D-372B-41DC-A4FF-54C9E84C4AD6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The labels are adequately self descriptive</a:t>
          </a:r>
        </a:p>
      </dgm:t>
    </dgm:pt>
    <dgm:pt modelId="{199145B4-6D8D-44C6-B61B-FAAC7A80E0BF}" type="parTrans" cxnId="{71F6BF75-B0C4-4D30-83B7-81410E6C0666}">
      <dgm:prSet/>
      <dgm:spPr/>
      <dgm:t>
        <a:bodyPr/>
        <a:lstStyle/>
        <a:p>
          <a:endParaRPr lang="en-US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CE58D0D-297E-418B-8891-D71C79891BD1}" type="sibTrans" cxnId="{71F6BF75-B0C4-4D30-83B7-81410E6C0666}">
      <dgm:prSet/>
      <dgm:spPr/>
      <dgm:t>
        <a:bodyPr/>
        <a:lstStyle/>
        <a:p>
          <a:endParaRPr lang="en-US"/>
        </a:p>
      </dgm:t>
    </dgm:pt>
    <dgm:pt modelId="{996E00B3-7989-4F3F-9F0D-2863FE24A73A}" type="pres">
      <dgm:prSet presAssocID="{2A1DF154-424E-449F-9D5C-B9D3AF85CC6B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97A6D80E-3F5D-4BCB-8C2C-F98FAA8A75EB}" type="pres">
      <dgm:prSet presAssocID="{415FE46F-B7ED-4E65-8036-4449E9078331}" presName="singleCycle" presStyleCnt="0"/>
      <dgm:spPr/>
    </dgm:pt>
    <dgm:pt modelId="{40D6A7EB-8328-42FE-ADD2-412ADC701CEB}" type="pres">
      <dgm:prSet presAssocID="{415FE46F-B7ED-4E65-8036-4449E9078331}" presName="singleCenter" presStyleLbl="node1" presStyleIdx="0" presStyleCnt="4" custScaleX="74863" custScaleY="61257">
        <dgm:presLayoutVars>
          <dgm:chMax val="7"/>
          <dgm:chPref val="7"/>
        </dgm:presLayoutVars>
      </dgm:prSet>
      <dgm:spPr/>
    </dgm:pt>
    <dgm:pt modelId="{4FEE31F8-B12D-4974-B3E6-CDB59A06A03C}" type="pres">
      <dgm:prSet presAssocID="{1BDCB405-B4D6-4D57-823C-0112547B5FC3}" presName="Name56" presStyleLbl="parChTrans1D2" presStyleIdx="0" presStyleCnt="3"/>
      <dgm:spPr/>
    </dgm:pt>
    <dgm:pt modelId="{1C584347-C784-4DDD-ADE5-24E7989C12D1}" type="pres">
      <dgm:prSet presAssocID="{355E4BAA-F794-4AF0-AC9C-FAEC83495712}" presName="text0" presStyleLbl="node1" presStyleIdx="1" presStyleCnt="4" custScaleX="234534">
        <dgm:presLayoutVars>
          <dgm:bulletEnabled val="1"/>
        </dgm:presLayoutVars>
      </dgm:prSet>
      <dgm:spPr/>
    </dgm:pt>
    <dgm:pt modelId="{EFD6E57C-6C10-4F66-8BF1-18BDBCC3836D}" type="pres">
      <dgm:prSet presAssocID="{8C25C971-B173-4BEA-BABD-4099AB5B43A8}" presName="Name56" presStyleLbl="parChTrans1D2" presStyleIdx="1" presStyleCnt="3"/>
      <dgm:spPr/>
    </dgm:pt>
    <dgm:pt modelId="{4C2E4938-CFA5-4B22-B48F-C3F50CD8F895}" type="pres">
      <dgm:prSet presAssocID="{FABEEFB1-9291-47C5-A3C0-FB204A860612}" presName="text0" presStyleLbl="node1" presStyleIdx="2" presStyleCnt="4" custScaleX="316159">
        <dgm:presLayoutVars>
          <dgm:bulletEnabled val="1"/>
        </dgm:presLayoutVars>
      </dgm:prSet>
      <dgm:spPr/>
    </dgm:pt>
    <dgm:pt modelId="{735D56F9-4D8D-4FF3-9E8C-58D87DDADCF4}" type="pres">
      <dgm:prSet presAssocID="{199145B4-6D8D-44C6-B61B-FAAC7A80E0BF}" presName="Name56" presStyleLbl="parChTrans1D2" presStyleIdx="2" presStyleCnt="3"/>
      <dgm:spPr/>
    </dgm:pt>
    <dgm:pt modelId="{89332F4F-3CD0-4A41-8206-2A7641FB3EAF}" type="pres">
      <dgm:prSet presAssocID="{26B5909D-372B-41DC-A4FF-54C9E84C4AD6}" presName="text0" presStyleLbl="node1" presStyleIdx="3" presStyleCnt="4" custScaleX="312537">
        <dgm:presLayoutVars>
          <dgm:bulletEnabled val="1"/>
        </dgm:presLayoutVars>
      </dgm:prSet>
      <dgm:spPr/>
    </dgm:pt>
  </dgm:ptLst>
  <dgm:cxnLst>
    <dgm:cxn modelId="{4F68640B-B8C4-4D37-B2D9-AABD05FF7D60}" type="presOf" srcId="{26B5909D-372B-41DC-A4FF-54C9E84C4AD6}" destId="{89332F4F-3CD0-4A41-8206-2A7641FB3EAF}" srcOrd="0" destOrd="0" presId="urn:microsoft.com/office/officeart/2008/layout/RadialCluster"/>
    <dgm:cxn modelId="{B854DE0F-73D4-42F9-B26D-02FE33871F3A}" type="presOf" srcId="{415FE46F-B7ED-4E65-8036-4449E9078331}" destId="{40D6A7EB-8328-42FE-ADD2-412ADC701CEB}" srcOrd="0" destOrd="0" presId="urn:microsoft.com/office/officeart/2008/layout/RadialCluster"/>
    <dgm:cxn modelId="{6E0F4B2F-FD2D-4B7B-8E70-4EA26486A274}" type="presOf" srcId="{1BDCB405-B4D6-4D57-823C-0112547B5FC3}" destId="{4FEE31F8-B12D-4974-B3E6-CDB59A06A03C}" srcOrd="0" destOrd="0" presId="urn:microsoft.com/office/officeart/2008/layout/RadialCluster"/>
    <dgm:cxn modelId="{68D47034-D9A7-4A09-BB1F-5C94E733E095}" type="presOf" srcId="{FABEEFB1-9291-47C5-A3C0-FB204A860612}" destId="{4C2E4938-CFA5-4B22-B48F-C3F50CD8F895}" srcOrd="0" destOrd="0" presId="urn:microsoft.com/office/officeart/2008/layout/RadialCluster"/>
    <dgm:cxn modelId="{414B5238-B41F-43E7-B8A8-033706220F99}" srcId="{415FE46F-B7ED-4E65-8036-4449E9078331}" destId="{FABEEFB1-9291-47C5-A3C0-FB204A860612}" srcOrd="1" destOrd="0" parTransId="{8C25C971-B173-4BEA-BABD-4099AB5B43A8}" sibTransId="{1BA3E60A-4C92-4342-9150-C9EC2ED0CCA4}"/>
    <dgm:cxn modelId="{F7DA475D-7AAF-4E6B-ADC2-AF845B301FA9}" srcId="{415FE46F-B7ED-4E65-8036-4449E9078331}" destId="{355E4BAA-F794-4AF0-AC9C-FAEC83495712}" srcOrd="0" destOrd="0" parTransId="{1BDCB405-B4D6-4D57-823C-0112547B5FC3}" sibTransId="{A373F0E6-F230-45B5-A4F3-7851793C8D47}"/>
    <dgm:cxn modelId="{71F6BF75-B0C4-4D30-83B7-81410E6C0666}" srcId="{415FE46F-B7ED-4E65-8036-4449E9078331}" destId="{26B5909D-372B-41DC-A4FF-54C9E84C4AD6}" srcOrd="2" destOrd="0" parTransId="{199145B4-6D8D-44C6-B61B-FAAC7A80E0BF}" sibTransId="{CCE58D0D-297E-418B-8891-D71C79891BD1}"/>
    <dgm:cxn modelId="{A465B985-3702-4199-924B-AB75CFBF2FB2}" type="presOf" srcId="{199145B4-6D8D-44C6-B61B-FAAC7A80E0BF}" destId="{735D56F9-4D8D-4FF3-9E8C-58D87DDADCF4}" srcOrd="0" destOrd="0" presId="urn:microsoft.com/office/officeart/2008/layout/RadialCluster"/>
    <dgm:cxn modelId="{897C568B-0C2C-466A-91DF-6E1535D8CF46}" type="presOf" srcId="{8C25C971-B173-4BEA-BABD-4099AB5B43A8}" destId="{EFD6E57C-6C10-4F66-8BF1-18BDBCC3836D}" srcOrd="0" destOrd="0" presId="urn:microsoft.com/office/officeart/2008/layout/RadialCluster"/>
    <dgm:cxn modelId="{FF24D890-D2EE-4C84-B6D7-0226581BD7E8}" type="presOf" srcId="{355E4BAA-F794-4AF0-AC9C-FAEC83495712}" destId="{1C584347-C784-4DDD-ADE5-24E7989C12D1}" srcOrd="0" destOrd="0" presId="urn:microsoft.com/office/officeart/2008/layout/RadialCluster"/>
    <dgm:cxn modelId="{BF5D78AA-B9B9-478B-A80C-10FA49A235FC}" srcId="{2A1DF154-424E-449F-9D5C-B9D3AF85CC6B}" destId="{415FE46F-B7ED-4E65-8036-4449E9078331}" srcOrd="0" destOrd="0" parTransId="{0FFC6137-F18B-45E7-9B5A-EAF32E371457}" sibTransId="{C88A8D3A-5D85-4D79-9444-0F4D5AD3A729}"/>
    <dgm:cxn modelId="{5B6CFCCF-292F-42E0-B916-A9939ABBC314}" type="presOf" srcId="{2A1DF154-424E-449F-9D5C-B9D3AF85CC6B}" destId="{996E00B3-7989-4F3F-9F0D-2863FE24A73A}" srcOrd="0" destOrd="0" presId="urn:microsoft.com/office/officeart/2008/layout/RadialCluster"/>
    <dgm:cxn modelId="{E629CE24-1060-4910-9706-9F66F8B4B547}" type="presParOf" srcId="{996E00B3-7989-4F3F-9F0D-2863FE24A73A}" destId="{97A6D80E-3F5D-4BCB-8C2C-F98FAA8A75EB}" srcOrd="0" destOrd="0" presId="urn:microsoft.com/office/officeart/2008/layout/RadialCluster"/>
    <dgm:cxn modelId="{E70F10ED-1F51-40B0-B558-4F4770E446AD}" type="presParOf" srcId="{97A6D80E-3F5D-4BCB-8C2C-F98FAA8A75EB}" destId="{40D6A7EB-8328-42FE-ADD2-412ADC701CEB}" srcOrd="0" destOrd="0" presId="urn:microsoft.com/office/officeart/2008/layout/RadialCluster"/>
    <dgm:cxn modelId="{516A4157-4FB1-4C69-ADF0-3F71469BBC23}" type="presParOf" srcId="{97A6D80E-3F5D-4BCB-8C2C-F98FAA8A75EB}" destId="{4FEE31F8-B12D-4974-B3E6-CDB59A06A03C}" srcOrd="1" destOrd="0" presId="urn:microsoft.com/office/officeart/2008/layout/RadialCluster"/>
    <dgm:cxn modelId="{9060155E-5DA3-407D-8281-209C4B453AC9}" type="presParOf" srcId="{97A6D80E-3F5D-4BCB-8C2C-F98FAA8A75EB}" destId="{1C584347-C784-4DDD-ADE5-24E7989C12D1}" srcOrd="2" destOrd="0" presId="urn:microsoft.com/office/officeart/2008/layout/RadialCluster"/>
    <dgm:cxn modelId="{0E14D7E6-9C8B-49EE-92E6-EF98085F5868}" type="presParOf" srcId="{97A6D80E-3F5D-4BCB-8C2C-F98FAA8A75EB}" destId="{EFD6E57C-6C10-4F66-8BF1-18BDBCC3836D}" srcOrd="3" destOrd="0" presId="urn:microsoft.com/office/officeart/2008/layout/RadialCluster"/>
    <dgm:cxn modelId="{48D06EEA-1D9B-464E-B6B0-7F918E78D523}" type="presParOf" srcId="{97A6D80E-3F5D-4BCB-8C2C-F98FAA8A75EB}" destId="{4C2E4938-CFA5-4B22-B48F-C3F50CD8F895}" srcOrd="4" destOrd="0" presId="urn:microsoft.com/office/officeart/2008/layout/RadialCluster"/>
    <dgm:cxn modelId="{0BF7DC7B-6B44-4978-A300-DEEE344D58F3}" type="presParOf" srcId="{97A6D80E-3F5D-4BCB-8C2C-F98FAA8A75EB}" destId="{735D56F9-4D8D-4FF3-9E8C-58D87DDADCF4}" srcOrd="5" destOrd="0" presId="urn:microsoft.com/office/officeart/2008/layout/RadialCluster"/>
    <dgm:cxn modelId="{91C5623C-CD6F-4779-94BB-A3A575327F98}" type="presParOf" srcId="{97A6D80E-3F5D-4BCB-8C2C-F98FAA8A75EB}" destId="{89332F4F-3CD0-4A41-8206-2A7641FB3EAF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A1DF154-424E-449F-9D5C-B9D3AF85CC6B}" type="doc">
      <dgm:prSet loTypeId="urn:microsoft.com/office/officeart/2008/layout/RadialCluster" loCatId="cycle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415FE46F-B7ED-4E65-8036-4449E9078331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Works when </a:t>
          </a:r>
        </a:p>
      </dgm:t>
    </dgm:pt>
    <dgm:pt modelId="{0FFC6137-F18B-45E7-9B5A-EAF32E371457}" type="parTrans" cxnId="{BF5D78AA-B9B9-478B-A80C-10FA49A235FC}">
      <dgm:prSet/>
      <dgm:spPr/>
      <dgm:t>
        <a:bodyPr/>
        <a:lstStyle/>
        <a:p>
          <a:endParaRPr lang="en-US"/>
        </a:p>
      </dgm:t>
    </dgm:pt>
    <dgm:pt modelId="{C88A8D3A-5D85-4D79-9444-0F4D5AD3A729}" type="sibTrans" cxnId="{BF5D78AA-B9B9-478B-A80C-10FA49A235FC}">
      <dgm:prSet/>
      <dgm:spPr/>
      <dgm:t>
        <a:bodyPr/>
        <a:lstStyle/>
        <a:p>
          <a:endParaRPr lang="en-US"/>
        </a:p>
      </dgm:t>
    </dgm:pt>
    <dgm:pt modelId="{355E4BAA-F794-4AF0-AC9C-FAEC83495712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The task is relatively more complex</a:t>
          </a:r>
        </a:p>
      </dgm:t>
    </dgm:pt>
    <dgm:pt modelId="{1BDCB405-B4D6-4D57-823C-0112547B5FC3}" type="parTrans" cxnId="{F7DA475D-7AAF-4E6B-ADC2-AF845B301FA9}">
      <dgm:prSet/>
      <dgm:spPr/>
      <dgm:t>
        <a:bodyPr/>
        <a:lstStyle/>
        <a:p>
          <a:endParaRPr lang="en-US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373F0E6-F230-45B5-A4F3-7851793C8D47}" type="sibTrans" cxnId="{F7DA475D-7AAF-4E6B-ADC2-AF845B301FA9}">
      <dgm:prSet/>
      <dgm:spPr/>
      <dgm:t>
        <a:bodyPr/>
        <a:lstStyle/>
        <a:p>
          <a:endParaRPr lang="en-US"/>
        </a:p>
      </dgm:t>
    </dgm:pt>
    <dgm:pt modelId="{FABEEFB1-9291-47C5-A3C0-FB204A860612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Should involve a “How to……” situation</a:t>
          </a:r>
        </a:p>
      </dgm:t>
    </dgm:pt>
    <dgm:pt modelId="{8C25C971-B173-4BEA-BABD-4099AB5B43A8}" type="parTrans" cxnId="{414B5238-B41F-43E7-B8A8-033706220F99}">
      <dgm:prSet/>
      <dgm:spPr/>
      <dgm:t>
        <a:bodyPr/>
        <a:lstStyle/>
        <a:p>
          <a:endParaRPr lang="en-US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BA3E60A-4C92-4342-9150-C9EC2ED0CCA4}" type="sibTrans" cxnId="{414B5238-B41F-43E7-B8A8-033706220F99}">
      <dgm:prSet/>
      <dgm:spPr/>
      <dgm:t>
        <a:bodyPr/>
        <a:lstStyle/>
        <a:p>
          <a:endParaRPr lang="en-US"/>
        </a:p>
      </dgm:t>
    </dgm:pt>
    <dgm:pt modelId="{26B5909D-372B-41DC-A4FF-54C9E84C4AD6}">
      <dgm:prSet phldrT="[Text]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 variety of steps is involved to accomplish a task</a:t>
          </a:r>
        </a:p>
      </dgm:t>
    </dgm:pt>
    <dgm:pt modelId="{199145B4-6D8D-44C6-B61B-FAAC7A80E0BF}" type="parTrans" cxnId="{71F6BF75-B0C4-4D30-83B7-81410E6C0666}">
      <dgm:prSet/>
      <dgm:spPr/>
      <dgm:t>
        <a:bodyPr/>
        <a:lstStyle/>
        <a:p>
          <a:endParaRPr lang="en-US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CE58D0D-297E-418B-8891-D71C79891BD1}" type="sibTrans" cxnId="{71F6BF75-B0C4-4D30-83B7-81410E6C0666}">
      <dgm:prSet/>
      <dgm:spPr/>
      <dgm:t>
        <a:bodyPr/>
        <a:lstStyle/>
        <a:p>
          <a:endParaRPr lang="en-US"/>
        </a:p>
      </dgm:t>
    </dgm:pt>
    <dgm:pt modelId="{996E00B3-7989-4F3F-9F0D-2863FE24A73A}" type="pres">
      <dgm:prSet presAssocID="{2A1DF154-424E-449F-9D5C-B9D3AF85CC6B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97A6D80E-3F5D-4BCB-8C2C-F98FAA8A75EB}" type="pres">
      <dgm:prSet presAssocID="{415FE46F-B7ED-4E65-8036-4449E9078331}" presName="singleCycle" presStyleCnt="0"/>
      <dgm:spPr/>
    </dgm:pt>
    <dgm:pt modelId="{40D6A7EB-8328-42FE-ADD2-412ADC701CEB}" type="pres">
      <dgm:prSet presAssocID="{415FE46F-B7ED-4E65-8036-4449E9078331}" presName="singleCenter" presStyleLbl="node1" presStyleIdx="0" presStyleCnt="4" custScaleX="74863" custScaleY="61257">
        <dgm:presLayoutVars>
          <dgm:chMax val="7"/>
          <dgm:chPref val="7"/>
        </dgm:presLayoutVars>
      </dgm:prSet>
      <dgm:spPr/>
    </dgm:pt>
    <dgm:pt modelId="{4FEE31F8-B12D-4974-B3E6-CDB59A06A03C}" type="pres">
      <dgm:prSet presAssocID="{1BDCB405-B4D6-4D57-823C-0112547B5FC3}" presName="Name56" presStyleLbl="parChTrans1D2" presStyleIdx="0" presStyleCnt="3"/>
      <dgm:spPr/>
    </dgm:pt>
    <dgm:pt modelId="{1C584347-C784-4DDD-ADE5-24E7989C12D1}" type="pres">
      <dgm:prSet presAssocID="{355E4BAA-F794-4AF0-AC9C-FAEC83495712}" presName="text0" presStyleLbl="node1" presStyleIdx="1" presStyleCnt="4" custScaleX="234534">
        <dgm:presLayoutVars>
          <dgm:bulletEnabled val="1"/>
        </dgm:presLayoutVars>
      </dgm:prSet>
      <dgm:spPr/>
    </dgm:pt>
    <dgm:pt modelId="{EFD6E57C-6C10-4F66-8BF1-18BDBCC3836D}" type="pres">
      <dgm:prSet presAssocID="{8C25C971-B173-4BEA-BABD-4099AB5B43A8}" presName="Name56" presStyleLbl="parChTrans1D2" presStyleIdx="1" presStyleCnt="3"/>
      <dgm:spPr/>
    </dgm:pt>
    <dgm:pt modelId="{4C2E4938-CFA5-4B22-B48F-C3F50CD8F895}" type="pres">
      <dgm:prSet presAssocID="{FABEEFB1-9291-47C5-A3C0-FB204A860612}" presName="text0" presStyleLbl="node1" presStyleIdx="2" presStyleCnt="4" custScaleX="316159">
        <dgm:presLayoutVars>
          <dgm:bulletEnabled val="1"/>
        </dgm:presLayoutVars>
      </dgm:prSet>
      <dgm:spPr/>
    </dgm:pt>
    <dgm:pt modelId="{735D56F9-4D8D-4FF3-9E8C-58D87DDADCF4}" type="pres">
      <dgm:prSet presAssocID="{199145B4-6D8D-44C6-B61B-FAAC7A80E0BF}" presName="Name56" presStyleLbl="parChTrans1D2" presStyleIdx="2" presStyleCnt="3"/>
      <dgm:spPr/>
    </dgm:pt>
    <dgm:pt modelId="{89332F4F-3CD0-4A41-8206-2A7641FB3EAF}" type="pres">
      <dgm:prSet presAssocID="{26B5909D-372B-41DC-A4FF-54C9E84C4AD6}" presName="text0" presStyleLbl="node1" presStyleIdx="3" presStyleCnt="4" custScaleX="312537">
        <dgm:presLayoutVars>
          <dgm:bulletEnabled val="1"/>
        </dgm:presLayoutVars>
      </dgm:prSet>
      <dgm:spPr/>
    </dgm:pt>
  </dgm:ptLst>
  <dgm:cxnLst>
    <dgm:cxn modelId="{7DF0B705-827D-4188-A0C4-23557105098E}" type="presOf" srcId="{2A1DF154-424E-449F-9D5C-B9D3AF85CC6B}" destId="{996E00B3-7989-4F3F-9F0D-2863FE24A73A}" srcOrd="0" destOrd="0" presId="urn:microsoft.com/office/officeart/2008/layout/RadialCluster"/>
    <dgm:cxn modelId="{C9E90507-A6F5-48EA-9E21-71968F0C37C7}" type="presOf" srcId="{FABEEFB1-9291-47C5-A3C0-FB204A860612}" destId="{4C2E4938-CFA5-4B22-B48F-C3F50CD8F895}" srcOrd="0" destOrd="0" presId="urn:microsoft.com/office/officeart/2008/layout/RadialCluster"/>
    <dgm:cxn modelId="{414B5238-B41F-43E7-B8A8-033706220F99}" srcId="{415FE46F-B7ED-4E65-8036-4449E9078331}" destId="{FABEEFB1-9291-47C5-A3C0-FB204A860612}" srcOrd="1" destOrd="0" parTransId="{8C25C971-B173-4BEA-BABD-4099AB5B43A8}" sibTransId="{1BA3E60A-4C92-4342-9150-C9EC2ED0CCA4}"/>
    <dgm:cxn modelId="{8F853B3A-E0B2-4812-919E-840975E45077}" type="presOf" srcId="{26B5909D-372B-41DC-A4FF-54C9E84C4AD6}" destId="{89332F4F-3CD0-4A41-8206-2A7641FB3EAF}" srcOrd="0" destOrd="0" presId="urn:microsoft.com/office/officeart/2008/layout/RadialCluster"/>
    <dgm:cxn modelId="{F7DA475D-7AAF-4E6B-ADC2-AF845B301FA9}" srcId="{415FE46F-B7ED-4E65-8036-4449E9078331}" destId="{355E4BAA-F794-4AF0-AC9C-FAEC83495712}" srcOrd="0" destOrd="0" parTransId="{1BDCB405-B4D6-4D57-823C-0112547B5FC3}" sibTransId="{A373F0E6-F230-45B5-A4F3-7851793C8D47}"/>
    <dgm:cxn modelId="{71F6BF75-B0C4-4D30-83B7-81410E6C0666}" srcId="{415FE46F-B7ED-4E65-8036-4449E9078331}" destId="{26B5909D-372B-41DC-A4FF-54C9E84C4AD6}" srcOrd="2" destOrd="0" parTransId="{199145B4-6D8D-44C6-B61B-FAAC7A80E0BF}" sibTransId="{CCE58D0D-297E-418B-8891-D71C79891BD1}"/>
    <dgm:cxn modelId="{A3AC5781-452C-4A28-9DB5-085C3F2B8EF3}" type="presOf" srcId="{8C25C971-B173-4BEA-BABD-4099AB5B43A8}" destId="{EFD6E57C-6C10-4F66-8BF1-18BDBCC3836D}" srcOrd="0" destOrd="0" presId="urn:microsoft.com/office/officeart/2008/layout/RadialCluster"/>
    <dgm:cxn modelId="{37A4A39A-003D-4068-BC3B-9DA7B6FE75C6}" type="presOf" srcId="{199145B4-6D8D-44C6-B61B-FAAC7A80E0BF}" destId="{735D56F9-4D8D-4FF3-9E8C-58D87DDADCF4}" srcOrd="0" destOrd="0" presId="urn:microsoft.com/office/officeart/2008/layout/RadialCluster"/>
    <dgm:cxn modelId="{BF5D78AA-B9B9-478B-A80C-10FA49A235FC}" srcId="{2A1DF154-424E-449F-9D5C-B9D3AF85CC6B}" destId="{415FE46F-B7ED-4E65-8036-4449E9078331}" srcOrd="0" destOrd="0" parTransId="{0FFC6137-F18B-45E7-9B5A-EAF32E371457}" sibTransId="{C88A8D3A-5D85-4D79-9444-0F4D5AD3A729}"/>
    <dgm:cxn modelId="{E16D9FD4-DABE-40F3-987C-B5D6E4687F3C}" type="presOf" srcId="{355E4BAA-F794-4AF0-AC9C-FAEC83495712}" destId="{1C584347-C784-4DDD-ADE5-24E7989C12D1}" srcOrd="0" destOrd="0" presId="urn:microsoft.com/office/officeart/2008/layout/RadialCluster"/>
    <dgm:cxn modelId="{D4C9DAD7-D096-4A93-9A03-4135760B99A8}" type="presOf" srcId="{415FE46F-B7ED-4E65-8036-4449E9078331}" destId="{40D6A7EB-8328-42FE-ADD2-412ADC701CEB}" srcOrd="0" destOrd="0" presId="urn:microsoft.com/office/officeart/2008/layout/RadialCluster"/>
    <dgm:cxn modelId="{35B3B3F8-FCAE-4F7E-A22C-610DDD6FC51E}" type="presOf" srcId="{1BDCB405-B4D6-4D57-823C-0112547B5FC3}" destId="{4FEE31F8-B12D-4974-B3E6-CDB59A06A03C}" srcOrd="0" destOrd="0" presId="urn:microsoft.com/office/officeart/2008/layout/RadialCluster"/>
    <dgm:cxn modelId="{9B1EEE9C-0237-462D-97D4-235FE7069026}" type="presParOf" srcId="{996E00B3-7989-4F3F-9F0D-2863FE24A73A}" destId="{97A6D80E-3F5D-4BCB-8C2C-F98FAA8A75EB}" srcOrd="0" destOrd="0" presId="urn:microsoft.com/office/officeart/2008/layout/RadialCluster"/>
    <dgm:cxn modelId="{0FBCB4F1-1973-4ADE-A9FE-2D9F30BF0753}" type="presParOf" srcId="{97A6D80E-3F5D-4BCB-8C2C-F98FAA8A75EB}" destId="{40D6A7EB-8328-42FE-ADD2-412ADC701CEB}" srcOrd="0" destOrd="0" presId="urn:microsoft.com/office/officeart/2008/layout/RadialCluster"/>
    <dgm:cxn modelId="{9D01C700-8F6E-4ACF-8B5A-63279366E1EF}" type="presParOf" srcId="{97A6D80E-3F5D-4BCB-8C2C-F98FAA8A75EB}" destId="{4FEE31F8-B12D-4974-B3E6-CDB59A06A03C}" srcOrd="1" destOrd="0" presId="urn:microsoft.com/office/officeart/2008/layout/RadialCluster"/>
    <dgm:cxn modelId="{D248452F-7D54-4E31-9AFB-4ECA32A53564}" type="presParOf" srcId="{97A6D80E-3F5D-4BCB-8C2C-F98FAA8A75EB}" destId="{1C584347-C784-4DDD-ADE5-24E7989C12D1}" srcOrd="2" destOrd="0" presId="urn:microsoft.com/office/officeart/2008/layout/RadialCluster"/>
    <dgm:cxn modelId="{0CA35B1A-4AB9-43E4-9031-163DA84B8D14}" type="presParOf" srcId="{97A6D80E-3F5D-4BCB-8C2C-F98FAA8A75EB}" destId="{EFD6E57C-6C10-4F66-8BF1-18BDBCC3836D}" srcOrd="3" destOrd="0" presId="urn:microsoft.com/office/officeart/2008/layout/RadialCluster"/>
    <dgm:cxn modelId="{DABA4033-9E7C-4D93-847F-2B4FD0106890}" type="presParOf" srcId="{97A6D80E-3F5D-4BCB-8C2C-F98FAA8A75EB}" destId="{4C2E4938-CFA5-4B22-B48F-C3F50CD8F895}" srcOrd="4" destOrd="0" presId="urn:microsoft.com/office/officeart/2008/layout/RadialCluster"/>
    <dgm:cxn modelId="{BE96817B-053A-4F37-B86C-78F83DF32F44}" type="presParOf" srcId="{97A6D80E-3F5D-4BCB-8C2C-F98FAA8A75EB}" destId="{735D56F9-4D8D-4FF3-9E8C-58D87DDADCF4}" srcOrd="5" destOrd="0" presId="urn:microsoft.com/office/officeart/2008/layout/RadialCluster"/>
    <dgm:cxn modelId="{00802C57-AD5C-46A9-9B3A-0E4ADE8CCA28}" type="presParOf" srcId="{97A6D80E-3F5D-4BCB-8C2C-F98FAA8A75EB}" destId="{89332F4F-3CD0-4A41-8206-2A7641FB3EAF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90EF1F9-376B-42CD-B683-610B9C834C27}" type="doc">
      <dgm:prSet loTypeId="urn:microsoft.com/office/officeart/2005/8/layout/default" loCatId="list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E0DEB5D-095C-48CC-8199-C079B27ED054}">
      <dgm:prSet phldrT="[Text]" custT="1"/>
      <dgm:spPr/>
      <dgm:t>
        <a:bodyPr/>
        <a:lstStyle/>
        <a:p>
          <a:r>
            <a: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Analyze the audience</a:t>
          </a:r>
        </a:p>
      </dgm:t>
    </dgm:pt>
    <dgm:pt modelId="{0F6D7F74-A260-4300-B639-025B3B7DC9CD}" type="parTrans" cxnId="{F2A83A26-1AD6-418E-9AEC-4CD8A8E26522}">
      <dgm:prSet/>
      <dgm:spPr/>
      <dgm:t>
        <a:bodyPr/>
        <a:lstStyle/>
        <a:p>
          <a:endParaRPr lang="en-US"/>
        </a:p>
      </dgm:t>
    </dgm:pt>
    <dgm:pt modelId="{7D9CFCAE-C68C-4670-9166-BF4D60F61D8E}" type="sibTrans" cxnId="{F2A83A26-1AD6-418E-9AEC-4CD8A8E26522}">
      <dgm:prSet/>
      <dgm:spPr/>
      <dgm:t>
        <a:bodyPr/>
        <a:lstStyle/>
        <a:p>
          <a:endParaRPr lang="en-US"/>
        </a:p>
      </dgm:t>
    </dgm:pt>
    <dgm:pt modelId="{63A7F3C7-2DCA-47FA-AE2C-84D00479F9A7}">
      <dgm:prSet phldrT="[Text]" custT="1"/>
      <dgm:spPr/>
      <dgm:t>
        <a:bodyPr/>
        <a:lstStyle/>
        <a:p>
          <a:r>
            <a: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Analyze the purpose </a:t>
          </a:r>
        </a:p>
      </dgm:t>
    </dgm:pt>
    <dgm:pt modelId="{33BCB416-A91B-42A7-B5BC-AFE5246D808B}" type="parTrans" cxnId="{13CB8157-F917-4BB4-B4F6-AFF5368DB3F6}">
      <dgm:prSet/>
      <dgm:spPr/>
      <dgm:t>
        <a:bodyPr/>
        <a:lstStyle/>
        <a:p>
          <a:endParaRPr lang="en-US"/>
        </a:p>
      </dgm:t>
    </dgm:pt>
    <dgm:pt modelId="{AB260214-0A74-45FA-B09E-EB2873B63411}" type="sibTrans" cxnId="{13CB8157-F917-4BB4-B4F6-AFF5368DB3F6}">
      <dgm:prSet/>
      <dgm:spPr/>
      <dgm:t>
        <a:bodyPr/>
        <a:lstStyle/>
        <a:p>
          <a:endParaRPr lang="en-US"/>
        </a:p>
      </dgm:t>
    </dgm:pt>
    <dgm:pt modelId="{84D51FB1-2CA0-42ED-A5EC-D8D70D7EB2CC}">
      <dgm:prSet phldrT="[Text]" custT="1"/>
      <dgm:spPr/>
      <dgm:t>
        <a:bodyPr/>
        <a:lstStyle/>
        <a:p>
          <a:r>
            <a: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Analyze the context</a:t>
          </a:r>
        </a:p>
      </dgm:t>
    </dgm:pt>
    <dgm:pt modelId="{FDC067E8-27A7-427B-A11E-902BB37BA00E}" type="parTrans" cxnId="{691AAC6D-67EB-46E9-9753-9225A6A4C1F0}">
      <dgm:prSet/>
      <dgm:spPr/>
      <dgm:t>
        <a:bodyPr/>
        <a:lstStyle/>
        <a:p>
          <a:endParaRPr lang="en-US"/>
        </a:p>
      </dgm:t>
    </dgm:pt>
    <dgm:pt modelId="{C8E0973A-D123-45EE-88EE-AA2E7EF11607}" type="sibTrans" cxnId="{691AAC6D-67EB-46E9-9753-9225A6A4C1F0}">
      <dgm:prSet/>
      <dgm:spPr/>
      <dgm:t>
        <a:bodyPr/>
        <a:lstStyle/>
        <a:p>
          <a:endParaRPr lang="en-US"/>
        </a:p>
      </dgm:t>
    </dgm:pt>
    <dgm:pt modelId="{975D4F65-8132-44DE-ABB9-2AEFCFB9CE38}">
      <dgm:prSet phldrT="[Text]" custT="1"/>
      <dgm:spPr/>
      <dgm:t>
        <a:bodyPr/>
        <a:lstStyle/>
        <a:p>
          <a:r>
            <a: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Apply </a:t>
          </a:r>
          <a:r>
            <a:rPr lang="en-US" sz="4000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SCOPE</a:t>
          </a:r>
        </a:p>
      </dgm:t>
    </dgm:pt>
    <dgm:pt modelId="{6A8A4839-5373-478D-A43F-D6E1DD2BB6C9}" type="parTrans" cxnId="{2CDF4FD3-DF61-4F82-8FC8-B02BCE64443A}">
      <dgm:prSet/>
      <dgm:spPr/>
      <dgm:t>
        <a:bodyPr/>
        <a:lstStyle/>
        <a:p>
          <a:endParaRPr lang="en-US"/>
        </a:p>
      </dgm:t>
    </dgm:pt>
    <dgm:pt modelId="{7F8462F1-1826-4335-B13B-7C427BBD038C}" type="sibTrans" cxnId="{2CDF4FD3-DF61-4F82-8FC8-B02BCE64443A}">
      <dgm:prSet/>
      <dgm:spPr/>
      <dgm:t>
        <a:bodyPr/>
        <a:lstStyle/>
        <a:p>
          <a:endParaRPr lang="en-US"/>
        </a:p>
      </dgm:t>
    </dgm:pt>
    <dgm:pt modelId="{DC351B8A-DE63-4968-BB65-381089DEC59B}" type="pres">
      <dgm:prSet presAssocID="{390EF1F9-376B-42CD-B683-610B9C834C27}" presName="diagram" presStyleCnt="0">
        <dgm:presLayoutVars>
          <dgm:dir/>
          <dgm:resizeHandles val="exact"/>
        </dgm:presLayoutVars>
      </dgm:prSet>
      <dgm:spPr/>
    </dgm:pt>
    <dgm:pt modelId="{270EB22B-1B7B-4C4E-ACA4-301CA46CA94D}" type="pres">
      <dgm:prSet presAssocID="{BE0DEB5D-095C-48CC-8199-C079B27ED054}" presName="node" presStyleLbl="node1" presStyleIdx="0" presStyleCnt="4">
        <dgm:presLayoutVars>
          <dgm:bulletEnabled val="1"/>
        </dgm:presLayoutVars>
      </dgm:prSet>
      <dgm:spPr/>
    </dgm:pt>
    <dgm:pt modelId="{067F1660-946D-4494-AE60-5774853737AB}" type="pres">
      <dgm:prSet presAssocID="{7D9CFCAE-C68C-4670-9166-BF4D60F61D8E}" presName="sibTrans" presStyleCnt="0"/>
      <dgm:spPr/>
    </dgm:pt>
    <dgm:pt modelId="{53D40B5B-F027-4E76-8FEF-8EA30B66F933}" type="pres">
      <dgm:prSet presAssocID="{63A7F3C7-2DCA-47FA-AE2C-84D00479F9A7}" presName="node" presStyleLbl="node1" presStyleIdx="1" presStyleCnt="4">
        <dgm:presLayoutVars>
          <dgm:bulletEnabled val="1"/>
        </dgm:presLayoutVars>
      </dgm:prSet>
      <dgm:spPr/>
    </dgm:pt>
    <dgm:pt modelId="{9376D421-ECA2-4651-AA99-9094BBD45539}" type="pres">
      <dgm:prSet presAssocID="{AB260214-0A74-45FA-B09E-EB2873B63411}" presName="sibTrans" presStyleCnt="0"/>
      <dgm:spPr/>
    </dgm:pt>
    <dgm:pt modelId="{E1B71DE3-12CE-47F7-BF90-FD89D62366A2}" type="pres">
      <dgm:prSet presAssocID="{84D51FB1-2CA0-42ED-A5EC-D8D70D7EB2CC}" presName="node" presStyleLbl="node1" presStyleIdx="2" presStyleCnt="4">
        <dgm:presLayoutVars>
          <dgm:bulletEnabled val="1"/>
        </dgm:presLayoutVars>
      </dgm:prSet>
      <dgm:spPr/>
    </dgm:pt>
    <dgm:pt modelId="{D1CABF90-F260-4593-A4C2-0FDB3542A65B}" type="pres">
      <dgm:prSet presAssocID="{C8E0973A-D123-45EE-88EE-AA2E7EF11607}" presName="sibTrans" presStyleCnt="0"/>
      <dgm:spPr/>
    </dgm:pt>
    <dgm:pt modelId="{106BD575-0080-41D8-88B1-08B1980B558C}" type="pres">
      <dgm:prSet presAssocID="{975D4F65-8132-44DE-ABB9-2AEFCFB9CE38}" presName="node" presStyleLbl="node1" presStyleIdx="3" presStyleCnt="4">
        <dgm:presLayoutVars>
          <dgm:bulletEnabled val="1"/>
        </dgm:presLayoutVars>
      </dgm:prSet>
      <dgm:spPr/>
    </dgm:pt>
  </dgm:ptLst>
  <dgm:cxnLst>
    <dgm:cxn modelId="{9E502519-3C1F-48B3-A94D-DDECBA89DD27}" type="presOf" srcId="{975D4F65-8132-44DE-ABB9-2AEFCFB9CE38}" destId="{106BD575-0080-41D8-88B1-08B1980B558C}" srcOrd="0" destOrd="0" presId="urn:microsoft.com/office/officeart/2005/8/layout/default"/>
    <dgm:cxn modelId="{F2A83A26-1AD6-418E-9AEC-4CD8A8E26522}" srcId="{390EF1F9-376B-42CD-B683-610B9C834C27}" destId="{BE0DEB5D-095C-48CC-8199-C079B27ED054}" srcOrd="0" destOrd="0" parTransId="{0F6D7F74-A260-4300-B639-025B3B7DC9CD}" sibTransId="{7D9CFCAE-C68C-4670-9166-BF4D60F61D8E}"/>
    <dgm:cxn modelId="{7C069A5E-1ADB-43CB-9E41-BBEA416444CA}" type="presOf" srcId="{63A7F3C7-2DCA-47FA-AE2C-84D00479F9A7}" destId="{53D40B5B-F027-4E76-8FEF-8EA30B66F933}" srcOrd="0" destOrd="0" presId="urn:microsoft.com/office/officeart/2005/8/layout/default"/>
    <dgm:cxn modelId="{691AAC6D-67EB-46E9-9753-9225A6A4C1F0}" srcId="{390EF1F9-376B-42CD-B683-610B9C834C27}" destId="{84D51FB1-2CA0-42ED-A5EC-D8D70D7EB2CC}" srcOrd="2" destOrd="0" parTransId="{FDC067E8-27A7-427B-A11E-902BB37BA00E}" sibTransId="{C8E0973A-D123-45EE-88EE-AA2E7EF11607}"/>
    <dgm:cxn modelId="{13CB8157-F917-4BB4-B4F6-AFF5368DB3F6}" srcId="{390EF1F9-376B-42CD-B683-610B9C834C27}" destId="{63A7F3C7-2DCA-47FA-AE2C-84D00479F9A7}" srcOrd="1" destOrd="0" parTransId="{33BCB416-A91B-42A7-B5BC-AFE5246D808B}" sibTransId="{AB260214-0A74-45FA-B09E-EB2873B63411}"/>
    <dgm:cxn modelId="{46CA4181-A79E-41AD-BF8B-8F6DCEC5CC66}" type="presOf" srcId="{BE0DEB5D-095C-48CC-8199-C079B27ED054}" destId="{270EB22B-1B7B-4C4E-ACA4-301CA46CA94D}" srcOrd="0" destOrd="0" presId="urn:microsoft.com/office/officeart/2005/8/layout/default"/>
    <dgm:cxn modelId="{08AC95CE-0ACE-4052-92F2-0B9045F2D4E8}" type="presOf" srcId="{84D51FB1-2CA0-42ED-A5EC-D8D70D7EB2CC}" destId="{E1B71DE3-12CE-47F7-BF90-FD89D62366A2}" srcOrd="0" destOrd="0" presId="urn:microsoft.com/office/officeart/2005/8/layout/default"/>
    <dgm:cxn modelId="{2CDF4FD3-DF61-4F82-8FC8-B02BCE64443A}" srcId="{390EF1F9-376B-42CD-B683-610B9C834C27}" destId="{975D4F65-8132-44DE-ABB9-2AEFCFB9CE38}" srcOrd="3" destOrd="0" parTransId="{6A8A4839-5373-478D-A43F-D6E1DD2BB6C9}" sibTransId="{7F8462F1-1826-4335-B13B-7C427BBD038C}"/>
    <dgm:cxn modelId="{6342ECE7-717F-48B4-850A-805DAA617053}" type="presOf" srcId="{390EF1F9-376B-42CD-B683-610B9C834C27}" destId="{DC351B8A-DE63-4968-BB65-381089DEC59B}" srcOrd="0" destOrd="0" presId="urn:microsoft.com/office/officeart/2005/8/layout/default"/>
    <dgm:cxn modelId="{53CF21E1-E30F-4AC8-8E8D-41A221B2EB0D}" type="presParOf" srcId="{DC351B8A-DE63-4968-BB65-381089DEC59B}" destId="{270EB22B-1B7B-4C4E-ACA4-301CA46CA94D}" srcOrd="0" destOrd="0" presId="urn:microsoft.com/office/officeart/2005/8/layout/default"/>
    <dgm:cxn modelId="{072C8326-3C6E-4A02-A55D-9F185FB1430B}" type="presParOf" srcId="{DC351B8A-DE63-4968-BB65-381089DEC59B}" destId="{067F1660-946D-4494-AE60-5774853737AB}" srcOrd="1" destOrd="0" presId="urn:microsoft.com/office/officeart/2005/8/layout/default"/>
    <dgm:cxn modelId="{3FE63B7E-628D-45D4-8626-48DF3902400A}" type="presParOf" srcId="{DC351B8A-DE63-4968-BB65-381089DEC59B}" destId="{53D40B5B-F027-4E76-8FEF-8EA30B66F933}" srcOrd="2" destOrd="0" presId="urn:microsoft.com/office/officeart/2005/8/layout/default"/>
    <dgm:cxn modelId="{6969F9C1-688C-4F03-A802-EC6F3CCAB793}" type="presParOf" srcId="{DC351B8A-DE63-4968-BB65-381089DEC59B}" destId="{9376D421-ECA2-4651-AA99-9094BBD45539}" srcOrd="3" destOrd="0" presId="urn:microsoft.com/office/officeart/2005/8/layout/default"/>
    <dgm:cxn modelId="{7655BD9E-6C80-4E6F-85A7-19C0DBE967C7}" type="presParOf" srcId="{DC351B8A-DE63-4968-BB65-381089DEC59B}" destId="{E1B71DE3-12CE-47F7-BF90-FD89D62366A2}" srcOrd="4" destOrd="0" presId="urn:microsoft.com/office/officeart/2005/8/layout/default"/>
    <dgm:cxn modelId="{ADA680CD-8E65-403E-9F37-C1F8420EE7F2}" type="presParOf" srcId="{DC351B8A-DE63-4968-BB65-381089DEC59B}" destId="{D1CABF90-F260-4593-A4C2-0FDB3542A65B}" srcOrd="5" destOrd="0" presId="urn:microsoft.com/office/officeart/2005/8/layout/default"/>
    <dgm:cxn modelId="{B1881F1E-6D34-4A41-B673-54A84C773179}" type="presParOf" srcId="{DC351B8A-DE63-4968-BB65-381089DEC59B}" destId="{106BD575-0080-41D8-88B1-08B1980B558C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DD3F15-A80A-4426-8B8B-2F15FDDE46E8}">
      <dsp:nvSpPr>
        <dsp:cNvPr id="0" name=""/>
        <dsp:cNvSpPr/>
      </dsp:nvSpPr>
      <dsp:spPr>
        <a:xfrm>
          <a:off x="0" y="592559"/>
          <a:ext cx="8077200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C81495A-7B8D-4AE3-B775-E9D8C5C54B7A}">
      <dsp:nvSpPr>
        <dsp:cNvPr id="0" name=""/>
        <dsp:cNvSpPr/>
      </dsp:nvSpPr>
      <dsp:spPr>
        <a:xfrm>
          <a:off x="384534" y="31679"/>
          <a:ext cx="7690685" cy="112176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13709" tIns="0" rIns="21370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is a </a:t>
          </a:r>
          <a:r>
            <a:rPr lang="en-US" sz="2400" u="sng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technical communication document </a:t>
          </a:r>
          <a:endParaRPr lang="en-US" sz="24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9294" y="86439"/>
        <a:ext cx="7581165" cy="1012240"/>
      </dsp:txXfrm>
    </dsp:sp>
    <dsp:sp modelId="{193896BD-5FF5-4A4E-8664-4408A11D0637}">
      <dsp:nvSpPr>
        <dsp:cNvPr id="0" name=""/>
        <dsp:cNvSpPr/>
      </dsp:nvSpPr>
      <dsp:spPr>
        <a:xfrm>
          <a:off x="0" y="2316239"/>
          <a:ext cx="8077200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3283952"/>
              <a:satOff val="-25316"/>
              <a:lumOff val="686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05FF1BC-B66D-412B-B70F-30BA7AC174AF}">
      <dsp:nvSpPr>
        <dsp:cNvPr id="0" name=""/>
        <dsp:cNvSpPr/>
      </dsp:nvSpPr>
      <dsp:spPr>
        <a:xfrm>
          <a:off x="384534" y="1755359"/>
          <a:ext cx="7690685" cy="1121760"/>
        </a:xfrm>
        <a:prstGeom prst="roundRect">
          <a:avLst/>
        </a:prstGeom>
        <a:gradFill rotWithShape="0">
          <a:gsLst>
            <a:gs pos="0">
              <a:schemeClr val="accent3">
                <a:hueOff val="3283952"/>
                <a:satOff val="-25316"/>
                <a:lumOff val="686"/>
                <a:alphaOff val="0"/>
                <a:tint val="98000"/>
                <a:lumMod val="114000"/>
              </a:schemeClr>
            </a:gs>
            <a:gs pos="100000">
              <a:schemeClr val="accent3">
                <a:hueOff val="3283952"/>
                <a:satOff val="-25316"/>
                <a:lumOff val="686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13709" tIns="0" rIns="21370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intends to give assistance to people using a particular system</a:t>
          </a:r>
        </a:p>
      </dsp:txBody>
      <dsp:txXfrm>
        <a:off x="439294" y="1810119"/>
        <a:ext cx="7581165" cy="1012240"/>
      </dsp:txXfrm>
    </dsp:sp>
    <dsp:sp modelId="{213836E3-E5A1-4C73-A103-6E016FF6440A}">
      <dsp:nvSpPr>
        <dsp:cNvPr id="0" name=""/>
        <dsp:cNvSpPr/>
      </dsp:nvSpPr>
      <dsp:spPr>
        <a:xfrm>
          <a:off x="0" y="4039920"/>
          <a:ext cx="8077200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6567904"/>
              <a:satOff val="-50632"/>
              <a:lumOff val="1373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1FC2E1A-AB4E-4008-81A0-6E23A4BEA68C}">
      <dsp:nvSpPr>
        <dsp:cNvPr id="0" name=""/>
        <dsp:cNvSpPr/>
      </dsp:nvSpPr>
      <dsp:spPr>
        <a:xfrm>
          <a:off x="384534" y="3479040"/>
          <a:ext cx="7690685" cy="1121760"/>
        </a:xfrm>
        <a:prstGeom prst="roundRect">
          <a:avLst/>
        </a:prstGeom>
        <a:gradFill rotWithShape="0">
          <a:gsLst>
            <a:gs pos="0">
              <a:schemeClr val="accent3">
                <a:hueOff val="6567904"/>
                <a:satOff val="-50632"/>
                <a:lumOff val="1373"/>
                <a:alphaOff val="0"/>
                <a:tint val="98000"/>
                <a:lumMod val="114000"/>
              </a:schemeClr>
            </a:gs>
            <a:gs pos="100000">
              <a:schemeClr val="accent3">
                <a:hueOff val="6567904"/>
                <a:satOff val="-50632"/>
                <a:lumOff val="1373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13709" tIns="0" rIns="21370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used for training, assembling mechanisms, operating machinery or equipment, servicing products, or repairing products.</a:t>
          </a:r>
        </a:p>
      </dsp:txBody>
      <dsp:txXfrm>
        <a:off x="439294" y="3533800"/>
        <a:ext cx="7581165" cy="10122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91F7B-163D-4DFD-8159-2910A35CB997}">
      <dsp:nvSpPr>
        <dsp:cNvPr id="0" name=""/>
        <dsp:cNvSpPr/>
      </dsp:nvSpPr>
      <dsp:spPr>
        <a:xfrm>
          <a:off x="3250355" y="595"/>
          <a:ext cx="4875534" cy="2321718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b="1" kern="1200" dirty="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Instructions written to facilitate clients, customers, employees who </a:t>
          </a:r>
          <a:r>
            <a:rPr lang="en-US" sz="2000" b="1" kern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have non-engineering background</a:t>
          </a:r>
        </a:p>
      </dsp:txBody>
      <dsp:txXfrm>
        <a:off x="3250355" y="290810"/>
        <a:ext cx="4004890" cy="1741288"/>
      </dsp:txXfrm>
    </dsp:sp>
    <dsp:sp modelId="{55D790B0-CE74-43B4-8436-6A82C82B7721}">
      <dsp:nvSpPr>
        <dsp:cNvPr id="0" name=""/>
        <dsp:cNvSpPr/>
      </dsp:nvSpPr>
      <dsp:spPr>
        <a:xfrm>
          <a:off x="0" y="595"/>
          <a:ext cx="3250356" cy="232171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u="sng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Consumer-Oriented instructions</a:t>
          </a:r>
          <a:endParaRPr lang="en-US" sz="24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3337" y="113932"/>
        <a:ext cx="3023682" cy="2095044"/>
      </dsp:txXfrm>
    </dsp:sp>
    <dsp:sp modelId="{1970055F-0009-4A5D-9276-542098DDBEA6}">
      <dsp:nvSpPr>
        <dsp:cNvPr id="0" name=""/>
        <dsp:cNvSpPr/>
      </dsp:nvSpPr>
      <dsp:spPr>
        <a:xfrm>
          <a:off x="3250355" y="2514598"/>
          <a:ext cx="4875534" cy="2321718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7340025"/>
            <a:satOff val="542"/>
            <a:lumOff val="21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7340025"/>
              <a:satOff val="542"/>
              <a:lumOff val="21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b="1" kern="1200" dirty="0">
            <a:solidFill>
              <a:srgbClr val="00206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 comprehensive guide that includes instructions </a:t>
          </a:r>
          <a:r>
            <a:rPr lang="en-US" sz="2000" u="sng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(along with other elements)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for mainly users with </a:t>
          </a:r>
          <a:r>
            <a:rPr lang="en-US" sz="2000" b="1" kern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technical background</a:t>
          </a:r>
        </a:p>
      </dsp:txBody>
      <dsp:txXfrm>
        <a:off x="3250355" y="2804813"/>
        <a:ext cx="4004890" cy="1741288"/>
      </dsp:txXfrm>
    </dsp:sp>
    <dsp:sp modelId="{56AA448C-7C62-4D80-97D3-7B52BDCF6BB0}">
      <dsp:nvSpPr>
        <dsp:cNvPr id="0" name=""/>
        <dsp:cNvSpPr/>
      </dsp:nvSpPr>
      <dsp:spPr>
        <a:xfrm>
          <a:off x="0" y="2554485"/>
          <a:ext cx="3250356" cy="2321718"/>
        </a:xfrm>
        <a:prstGeom prst="roundRect">
          <a:avLst/>
        </a:prstGeom>
        <a:gradFill rotWithShape="0">
          <a:gsLst>
            <a:gs pos="0">
              <a:schemeClr val="accent5">
                <a:hueOff val="7310632"/>
                <a:satOff val="795"/>
                <a:lumOff val="-1"/>
                <a:alphaOff val="0"/>
                <a:tint val="98000"/>
                <a:lumMod val="114000"/>
              </a:schemeClr>
            </a:gs>
            <a:gs pos="100000">
              <a:schemeClr val="accent5">
                <a:hueOff val="7310632"/>
                <a:satOff val="795"/>
                <a:lumOff val="-1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u="sng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Product or a service Oriented instructions</a:t>
          </a:r>
          <a:endParaRPr lang="en-US" sz="24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3337" y="2667822"/>
        <a:ext cx="3023682" cy="20950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77A6AE-AB1A-40BD-AB21-2BC38C3D93FE}">
      <dsp:nvSpPr>
        <dsp:cNvPr id="0" name=""/>
        <dsp:cNvSpPr/>
      </dsp:nvSpPr>
      <dsp:spPr>
        <a:xfrm>
          <a:off x="2257238" y="1930797"/>
          <a:ext cx="3715123" cy="165496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1280" tIns="81280" rIns="81280" bIns="8128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Approaches to Writing Instructions</a:t>
          </a:r>
        </a:p>
      </dsp:txBody>
      <dsp:txXfrm>
        <a:off x="2338027" y="2011586"/>
        <a:ext cx="3553545" cy="1493390"/>
      </dsp:txXfrm>
    </dsp:sp>
    <dsp:sp modelId="{830CE908-FF79-4E60-A8ED-39C6F5C0D4BD}">
      <dsp:nvSpPr>
        <dsp:cNvPr id="0" name=""/>
        <dsp:cNvSpPr/>
      </dsp:nvSpPr>
      <dsp:spPr>
        <a:xfrm rot="16200000">
          <a:off x="3704053" y="1520050"/>
          <a:ext cx="82149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21493" y="0"/>
              </a:lnTo>
            </a:path>
          </a:pathLst>
        </a:custGeom>
        <a:noFill/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DD699A-C807-47EC-95AD-0ED8B4FFDB1F}">
      <dsp:nvSpPr>
        <dsp:cNvPr id="0" name=""/>
        <dsp:cNvSpPr/>
      </dsp:nvSpPr>
      <dsp:spPr>
        <a:xfrm>
          <a:off x="1142705" y="474"/>
          <a:ext cx="5944189" cy="1108829"/>
        </a:xfrm>
        <a:prstGeom prst="roundRect">
          <a:avLst/>
        </a:prstGeom>
        <a:gradFill rotWithShape="0">
          <a:gsLst>
            <a:gs pos="0">
              <a:schemeClr val="accent3">
                <a:hueOff val="3283952"/>
                <a:satOff val="-25316"/>
                <a:lumOff val="686"/>
                <a:alphaOff val="0"/>
                <a:tint val="98000"/>
                <a:lumMod val="114000"/>
              </a:schemeClr>
            </a:gs>
            <a:gs pos="100000">
              <a:schemeClr val="accent3">
                <a:hueOff val="3283952"/>
                <a:satOff val="-25316"/>
                <a:lumOff val="686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Feature and function oriented approach</a:t>
          </a:r>
        </a:p>
      </dsp:txBody>
      <dsp:txXfrm>
        <a:off x="1196834" y="54603"/>
        <a:ext cx="5835931" cy="1000571"/>
      </dsp:txXfrm>
    </dsp:sp>
    <dsp:sp modelId="{2E836639-792A-4810-9EA1-69EAAA64FA30}">
      <dsp:nvSpPr>
        <dsp:cNvPr id="0" name=""/>
        <dsp:cNvSpPr/>
      </dsp:nvSpPr>
      <dsp:spPr>
        <a:xfrm rot="5400000">
          <a:off x="3704053" y="3996512"/>
          <a:ext cx="82149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21493" y="0"/>
              </a:lnTo>
            </a:path>
          </a:pathLst>
        </a:custGeom>
        <a:noFill/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50ECD4-43D1-4CB6-830D-21225364641F}">
      <dsp:nvSpPr>
        <dsp:cNvPr id="0" name=""/>
        <dsp:cNvSpPr/>
      </dsp:nvSpPr>
      <dsp:spPr>
        <a:xfrm>
          <a:off x="1235580" y="4407259"/>
          <a:ext cx="5758438" cy="1108829"/>
        </a:xfrm>
        <a:prstGeom prst="roundRect">
          <a:avLst/>
        </a:prstGeom>
        <a:gradFill rotWithShape="0">
          <a:gsLst>
            <a:gs pos="0">
              <a:schemeClr val="accent3">
                <a:hueOff val="6567904"/>
                <a:satOff val="-50632"/>
                <a:lumOff val="1373"/>
                <a:alphaOff val="0"/>
                <a:tint val="98000"/>
                <a:lumMod val="114000"/>
              </a:schemeClr>
            </a:gs>
            <a:gs pos="100000">
              <a:schemeClr val="accent3">
                <a:hueOff val="6567904"/>
                <a:satOff val="-50632"/>
                <a:lumOff val="1373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Task oriented approach</a:t>
          </a:r>
        </a:p>
      </dsp:txBody>
      <dsp:txXfrm>
        <a:off x="1289709" y="4461388"/>
        <a:ext cx="5650180" cy="100057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D6A7EB-8328-42FE-ADD2-412ADC701CEB}">
      <dsp:nvSpPr>
        <dsp:cNvPr id="0" name=""/>
        <dsp:cNvSpPr/>
      </dsp:nvSpPr>
      <dsp:spPr>
        <a:xfrm>
          <a:off x="3566981" y="2512388"/>
          <a:ext cx="1078161" cy="882211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Works if</a:t>
          </a:r>
        </a:p>
      </dsp:txBody>
      <dsp:txXfrm>
        <a:off x="3610047" y="2555454"/>
        <a:ext cx="992029" cy="796079"/>
      </dsp:txXfrm>
    </dsp:sp>
    <dsp:sp modelId="{4FEE31F8-B12D-4974-B3E6-CDB59A06A03C}">
      <dsp:nvSpPr>
        <dsp:cNvPr id="0" name=""/>
        <dsp:cNvSpPr/>
      </dsp:nvSpPr>
      <dsp:spPr>
        <a:xfrm rot="16200000">
          <a:off x="3461457" y="1867783"/>
          <a:ext cx="128921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89210" y="0"/>
              </a:lnTo>
            </a:path>
          </a:pathLst>
        </a:custGeom>
        <a:noFill/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584347-C784-4DDD-ADE5-24E7989C12D1}">
      <dsp:nvSpPr>
        <dsp:cNvPr id="0" name=""/>
        <dsp:cNvSpPr/>
      </dsp:nvSpPr>
      <dsp:spPr>
        <a:xfrm>
          <a:off x="2974529" y="258257"/>
          <a:ext cx="2263066" cy="964920"/>
        </a:xfrm>
        <a:prstGeom prst="roundRect">
          <a:avLst/>
        </a:prstGeom>
        <a:gradFill rotWithShape="0">
          <a:gsLst>
            <a:gs pos="0">
              <a:schemeClr val="accent5">
                <a:hueOff val="2436877"/>
                <a:satOff val="265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2436877"/>
                <a:satOff val="265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The product is simple</a:t>
          </a:r>
        </a:p>
      </dsp:txBody>
      <dsp:txXfrm>
        <a:off x="3021633" y="305361"/>
        <a:ext cx="2168858" cy="870712"/>
      </dsp:txXfrm>
    </dsp:sp>
    <dsp:sp modelId="{EFD6E57C-6C10-4F66-8BF1-18BDBCC3836D}">
      <dsp:nvSpPr>
        <dsp:cNvPr id="0" name=""/>
        <dsp:cNvSpPr/>
      </dsp:nvSpPr>
      <dsp:spPr>
        <a:xfrm rot="1800000">
          <a:off x="4603251" y="3421077"/>
          <a:ext cx="62537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25378" y="0"/>
              </a:lnTo>
            </a:path>
          </a:pathLst>
        </a:custGeom>
        <a:noFill/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2E4938-CFA5-4B22-B48F-C3F50CD8F895}">
      <dsp:nvSpPr>
        <dsp:cNvPr id="0" name=""/>
        <dsp:cNvSpPr/>
      </dsp:nvSpPr>
      <dsp:spPr>
        <a:xfrm>
          <a:off x="4497041" y="3577422"/>
          <a:ext cx="3050683" cy="964920"/>
        </a:xfrm>
        <a:prstGeom prst="roundRect">
          <a:avLst/>
        </a:prstGeom>
        <a:gradFill rotWithShape="0">
          <a:gsLst>
            <a:gs pos="0">
              <a:schemeClr val="accent5">
                <a:hueOff val="4873755"/>
                <a:satOff val="530"/>
                <a:lumOff val="-1"/>
                <a:alphaOff val="0"/>
                <a:tint val="98000"/>
                <a:lumMod val="114000"/>
              </a:schemeClr>
            </a:gs>
            <a:gs pos="100000">
              <a:schemeClr val="accent5">
                <a:hueOff val="4873755"/>
                <a:satOff val="530"/>
                <a:lumOff val="-1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Combination of feature are not needed to accomplish tasks</a:t>
          </a:r>
        </a:p>
      </dsp:txBody>
      <dsp:txXfrm>
        <a:off x="4544145" y="3624526"/>
        <a:ext cx="2956475" cy="870712"/>
      </dsp:txXfrm>
    </dsp:sp>
    <dsp:sp modelId="{735D56F9-4D8D-4FF3-9E8C-58D87DDADCF4}">
      <dsp:nvSpPr>
        <dsp:cNvPr id="0" name=""/>
        <dsp:cNvSpPr/>
      </dsp:nvSpPr>
      <dsp:spPr>
        <a:xfrm rot="9000000">
          <a:off x="2983495" y="3421077"/>
          <a:ext cx="62537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25378" y="0"/>
              </a:lnTo>
            </a:path>
          </a:pathLst>
        </a:custGeom>
        <a:noFill/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332F4F-3CD0-4A41-8206-2A7641FB3EAF}">
      <dsp:nvSpPr>
        <dsp:cNvPr id="0" name=""/>
        <dsp:cNvSpPr/>
      </dsp:nvSpPr>
      <dsp:spPr>
        <a:xfrm>
          <a:off x="681874" y="3577422"/>
          <a:ext cx="3015733" cy="964920"/>
        </a:xfrm>
        <a:prstGeom prst="roundRect">
          <a:avLst/>
        </a:prstGeom>
        <a:gradFill rotWithShape="0">
          <a:gsLst>
            <a:gs pos="0">
              <a:schemeClr val="accent5">
                <a:hueOff val="7310632"/>
                <a:satOff val="795"/>
                <a:lumOff val="-1"/>
                <a:alphaOff val="0"/>
                <a:tint val="98000"/>
                <a:lumMod val="114000"/>
              </a:schemeClr>
            </a:gs>
            <a:gs pos="100000">
              <a:schemeClr val="accent5">
                <a:hueOff val="7310632"/>
                <a:satOff val="795"/>
                <a:lumOff val="-1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The labels are adequately self descriptive</a:t>
          </a:r>
        </a:p>
      </dsp:txBody>
      <dsp:txXfrm>
        <a:off x="728978" y="3624526"/>
        <a:ext cx="2921525" cy="8707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D6A7EB-8328-42FE-ADD2-412ADC701CEB}">
      <dsp:nvSpPr>
        <dsp:cNvPr id="0" name=""/>
        <dsp:cNvSpPr/>
      </dsp:nvSpPr>
      <dsp:spPr>
        <a:xfrm>
          <a:off x="3549590" y="2592146"/>
          <a:ext cx="1112389" cy="91021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6040" tIns="66040" rIns="66040" bIns="6604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Works when </a:t>
          </a:r>
        </a:p>
      </dsp:txBody>
      <dsp:txXfrm>
        <a:off x="3594023" y="2636579"/>
        <a:ext cx="1023523" cy="821351"/>
      </dsp:txXfrm>
    </dsp:sp>
    <dsp:sp modelId="{4FEE31F8-B12D-4974-B3E6-CDB59A06A03C}">
      <dsp:nvSpPr>
        <dsp:cNvPr id="0" name=""/>
        <dsp:cNvSpPr/>
      </dsp:nvSpPr>
      <dsp:spPr>
        <a:xfrm rot="16200000">
          <a:off x="3440716" y="1927077"/>
          <a:ext cx="133013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30138" y="0"/>
              </a:lnTo>
            </a:path>
          </a:pathLst>
        </a:custGeom>
        <a:noFill/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584347-C784-4DDD-ADE5-24E7989C12D1}">
      <dsp:nvSpPr>
        <dsp:cNvPr id="0" name=""/>
        <dsp:cNvSpPr/>
      </dsp:nvSpPr>
      <dsp:spPr>
        <a:xfrm>
          <a:off x="2938330" y="266455"/>
          <a:ext cx="2334910" cy="995553"/>
        </a:xfrm>
        <a:prstGeom prst="roundRect">
          <a:avLst/>
        </a:prstGeom>
        <a:gradFill rotWithShape="0">
          <a:gsLst>
            <a:gs pos="0">
              <a:schemeClr val="accent3">
                <a:hueOff val="2189301"/>
                <a:satOff val="-16877"/>
                <a:lumOff val="458"/>
                <a:alphaOff val="0"/>
                <a:tint val="98000"/>
                <a:lumMod val="114000"/>
              </a:schemeClr>
            </a:gs>
            <a:gs pos="100000">
              <a:schemeClr val="accent3">
                <a:hueOff val="2189301"/>
                <a:satOff val="-16877"/>
                <a:lumOff val="458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The task is relatively more complex</a:t>
          </a:r>
        </a:p>
      </dsp:txBody>
      <dsp:txXfrm>
        <a:off x="2986929" y="315054"/>
        <a:ext cx="2237712" cy="898355"/>
      </dsp:txXfrm>
    </dsp:sp>
    <dsp:sp modelId="{EFD6E57C-6C10-4F66-8BF1-18BDBCC3836D}">
      <dsp:nvSpPr>
        <dsp:cNvPr id="0" name=""/>
        <dsp:cNvSpPr/>
      </dsp:nvSpPr>
      <dsp:spPr>
        <a:xfrm rot="1800000">
          <a:off x="4618757" y="3529683"/>
          <a:ext cx="64523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45232" y="0"/>
              </a:lnTo>
            </a:path>
          </a:pathLst>
        </a:custGeom>
        <a:noFill/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2E4938-CFA5-4B22-B48F-C3F50CD8F895}">
      <dsp:nvSpPr>
        <dsp:cNvPr id="0" name=""/>
        <dsp:cNvSpPr/>
      </dsp:nvSpPr>
      <dsp:spPr>
        <a:xfrm>
          <a:off x="4509176" y="3690991"/>
          <a:ext cx="3147530" cy="995553"/>
        </a:xfrm>
        <a:prstGeom prst="roundRect">
          <a:avLst/>
        </a:prstGeom>
        <a:gradFill rotWithShape="0">
          <a:gsLst>
            <a:gs pos="0">
              <a:schemeClr val="accent3">
                <a:hueOff val="4378603"/>
                <a:satOff val="-33755"/>
                <a:lumOff val="915"/>
                <a:alphaOff val="0"/>
                <a:tint val="98000"/>
                <a:lumMod val="114000"/>
              </a:schemeClr>
            </a:gs>
            <a:gs pos="100000">
              <a:schemeClr val="accent3">
                <a:hueOff val="4378603"/>
                <a:satOff val="-33755"/>
                <a:lumOff val="915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Should involve a “How to……” situation</a:t>
          </a:r>
        </a:p>
      </dsp:txBody>
      <dsp:txXfrm>
        <a:off x="4557775" y="3739590"/>
        <a:ext cx="3050332" cy="898355"/>
      </dsp:txXfrm>
    </dsp:sp>
    <dsp:sp modelId="{735D56F9-4D8D-4FF3-9E8C-58D87DDADCF4}">
      <dsp:nvSpPr>
        <dsp:cNvPr id="0" name=""/>
        <dsp:cNvSpPr/>
      </dsp:nvSpPr>
      <dsp:spPr>
        <a:xfrm rot="9000000">
          <a:off x="2947580" y="3529683"/>
          <a:ext cx="64523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45232" y="0"/>
              </a:lnTo>
            </a:path>
          </a:pathLst>
        </a:custGeom>
        <a:noFill/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332F4F-3CD0-4A41-8206-2A7641FB3EAF}">
      <dsp:nvSpPr>
        <dsp:cNvPr id="0" name=""/>
        <dsp:cNvSpPr/>
      </dsp:nvSpPr>
      <dsp:spPr>
        <a:xfrm>
          <a:off x="572893" y="3690991"/>
          <a:ext cx="3111471" cy="995553"/>
        </a:xfrm>
        <a:prstGeom prst="roundRect">
          <a:avLst/>
        </a:prstGeom>
        <a:gradFill rotWithShape="0">
          <a:gsLst>
            <a:gs pos="0">
              <a:schemeClr val="accent3">
                <a:hueOff val="6567904"/>
                <a:satOff val="-50632"/>
                <a:lumOff val="1373"/>
                <a:alphaOff val="0"/>
                <a:tint val="98000"/>
                <a:lumMod val="114000"/>
              </a:schemeClr>
            </a:gs>
            <a:gs pos="100000">
              <a:schemeClr val="accent3">
                <a:hueOff val="6567904"/>
                <a:satOff val="-50632"/>
                <a:lumOff val="1373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 variety of steps is involved to accomplish a task</a:t>
          </a:r>
        </a:p>
      </dsp:txBody>
      <dsp:txXfrm>
        <a:off x="621492" y="3739590"/>
        <a:ext cx="3014273" cy="89835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0EB22B-1B7B-4C4E-ACA4-301CA46CA94D}">
      <dsp:nvSpPr>
        <dsp:cNvPr id="0" name=""/>
        <dsp:cNvSpPr/>
      </dsp:nvSpPr>
      <dsp:spPr>
        <a:xfrm>
          <a:off x="903" y="223905"/>
          <a:ext cx="3524145" cy="21144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Analyze the audience</a:t>
          </a:r>
        </a:p>
      </dsp:txBody>
      <dsp:txXfrm>
        <a:off x="903" y="223905"/>
        <a:ext cx="3524145" cy="2114487"/>
      </dsp:txXfrm>
    </dsp:sp>
    <dsp:sp modelId="{53D40B5B-F027-4E76-8FEF-8EA30B66F933}">
      <dsp:nvSpPr>
        <dsp:cNvPr id="0" name=""/>
        <dsp:cNvSpPr/>
      </dsp:nvSpPr>
      <dsp:spPr>
        <a:xfrm>
          <a:off x="3877463" y="223905"/>
          <a:ext cx="3524145" cy="211448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Analyze the purpose </a:t>
          </a:r>
        </a:p>
      </dsp:txBody>
      <dsp:txXfrm>
        <a:off x="3877463" y="223905"/>
        <a:ext cx="3524145" cy="2114487"/>
      </dsp:txXfrm>
    </dsp:sp>
    <dsp:sp modelId="{E1B71DE3-12CE-47F7-BF90-FD89D62366A2}">
      <dsp:nvSpPr>
        <dsp:cNvPr id="0" name=""/>
        <dsp:cNvSpPr/>
      </dsp:nvSpPr>
      <dsp:spPr>
        <a:xfrm>
          <a:off x="903" y="2690807"/>
          <a:ext cx="3524145" cy="211448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Analyze the context</a:t>
          </a:r>
        </a:p>
      </dsp:txBody>
      <dsp:txXfrm>
        <a:off x="903" y="2690807"/>
        <a:ext cx="3524145" cy="2114487"/>
      </dsp:txXfrm>
    </dsp:sp>
    <dsp:sp modelId="{106BD575-0080-41D8-88B1-08B1980B558C}">
      <dsp:nvSpPr>
        <dsp:cNvPr id="0" name=""/>
        <dsp:cNvSpPr/>
      </dsp:nvSpPr>
      <dsp:spPr>
        <a:xfrm>
          <a:off x="3877463" y="2690807"/>
          <a:ext cx="3524145" cy="211448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Apply </a:t>
          </a:r>
          <a:r>
            <a:rPr lang="en-US" sz="4000" u="sng" kern="1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SCOPE</a:t>
          </a:r>
        </a:p>
      </dsp:txBody>
      <dsp:txXfrm>
        <a:off x="3877463" y="2690807"/>
        <a:ext cx="3524145" cy="21144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B12-7523-445C-AC1A-A2E776D6E8E7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E1A2-3EB0-492C-A66E-C79AF5DD9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294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B12-7523-445C-AC1A-A2E776D6E8E7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E1A2-3EB0-492C-A66E-C79AF5DD9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413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B12-7523-445C-AC1A-A2E776D6E8E7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E1A2-3EB0-492C-A66E-C79AF5DD9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97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B12-7523-445C-AC1A-A2E776D6E8E7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E1A2-3EB0-492C-A66E-C79AF5DD9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143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B12-7523-445C-AC1A-A2E776D6E8E7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E1A2-3EB0-492C-A66E-C79AF5DD9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46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B12-7523-445C-AC1A-A2E776D6E8E7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E1A2-3EB0-492C-A66E-C79AF5DD9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20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B12-7523-445C-AC1A-A2E776D6E8E7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E1A2-3EB0-492C-A66E-C79AF5DD9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772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B12-7523-445C-AC1A-A2E776D6E8E7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E1A2-3EB0-492C-A66E-C79AF5DD9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4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B12-7523-445C-AC1A-A2E776D6E8E7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E1A2-3EB0-492C-A66E-C79AF5DD9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570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B12-7523-445C-AC1A-A2E776D6E8E7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E1A2-3EB0-492C-A66E-C79AF5DD9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188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B12-7523-445C-AC1A-A2E776D6E8E7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E1A2-3EB0-492C-A66E-C79AF5DD9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812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B12-7523-445C-AC1A-A2E776D6E8E7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E1A2-3EB0-492C-A66E-C79AF5DD9B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2082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B12-7523-445C-AC1A-A2E776D6E8E7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E1A2-3EB0-492C-A66E-C79AF5DD9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7803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B12-7523-445C-AC1A-A2E776D6E8E7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E1A2-3EB0-492C-A66E-C79AF5DD9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3863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B12-7523-445C-AC1A-A2E776D6E8E7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E1A2-3EB0-492C-A66E-C79AF5DD9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25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B12-7523-445C-AC1A-A2E776D6E8E7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E1A2-3EB0-492C-A66E-C79AF5DD9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941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B12-7523-445C-AC1A-A2E776D6E8E7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E1A2-3EB0-492C-A66E-C79AF5DD9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67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F9A5B12-7523-445C-AC1A-A2E776D6E8E7}" type="datetimeFigureOut">
              <a:rPr lang="en-US" smtClean="0"/>
              <a:pPr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C3E1A2-3EB0-492C-A66E-C79AF5DD9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8179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1828799"/>
          </a:xfrm>
        </p:spPr>
        <p:txBody>
          <a:bodyPr>
            <a:noAutofit/>
          </a:bodyPr>
          <a:lstStyle/>
          <a:p>
            <a:r>
              <a:rPr lang="en-US" sz="4800" b="1"/>
              <a:t>USER GUIDE</a:t>
            </a:r>
            <a:endParaRPr lang="en-US" sz="4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A short introduction </a:t>
            </a:r>
          </a:p>
        </p:txBody>
      </p:sp>
    </p:spTree>
    <p:extLst>
      <p:ext uri="{BB962C8B-B14F-4D97-AF65-F5344CB8AC3E}">
        <p14:creationId xmlns:p14="http://schemas.microsoft.com/office/powerpoint/2010/main" val="2830318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7055380" cy="842682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Take this medicine one, two, three or four times  </a:t>
            </a:r>
            <a:br>
              <a:rPr lang="en-US" sz="2800" b="1" dirty="0"/>
            </a:br>
            <a:endParaRPr lang="en-US" sz="2800" b="1" dirty="0"/>
          </a:p>
        </p:txBody>
      </p:sp>
      <p:pic>
        <p:nvPicPr>
          <p:cNvPr id="4" name="Content Placeholder 3" descr="user manual medicin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710" y="1447800"/>
            <a:ext cx="8354490" cy="4800600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055380" cy="69028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You’re doing it wrong. You’re still doing it wrong</a:t>
            </a:r>
            <a:br>
              <a:rPr lang="en-US" sz="3600" dirty="0"/>
            </a:br>
            <a:endParaRPr lang="en-US" sz="3600" dirty="0"/>
          </a:p>
        </p:txBody>
      </p:sp>
      <p:pic>
        <p:nvPicPr>
          <p:cNvPr id="4" name="Content Placeholder 3" descr="Helmet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0" y="1219200"/>
            <a:ext cx="6477000" cy="5257800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378"/>
            <a:ext cx="8229600" cy="487362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/>
              <a:t>Riding a Honda motorcycle</a:t>
            </a:r>
          </a:p>
        </p:txBody>
      </p:sp>
      <p:pic>
        <p:nvPicPr>
          <p:cNvPr id="4" name="Content Placeholder 3" descr="how to ride a motorcycle.png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0256" b="15385"/>
          <a:stretch/>
        </p:blipFill>
        <p:spPr>
          <a:xfrm>
            <a:off x="381000" y="914400"/>
            <a:ext cx="8382000" cy="556260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How do I interpret the programmed actions?</a:t>
            </a:r>
            <a:endParaRPr lang="en-US" sz="3600" b="1" dirty="0"/>
          </a:p>
        </p:txBody>
      </p:sp>
      <p:pic>
        <p:nvPicPr>
          <p:cNvPr id="4" name="Content Placeholder 3" descr="program instructions.png"/>
          <p:cNvPicPr>
            <a:picLocks noGrp="1" noChangeAspect="1"/>
          </p:cNvPicPr>
          <p:nvPr>
            <p:ph idx="1"/>
          </p:nvPr>
        </p:nvPicPr>
        <p:blipFill>
          <a:blip r:embed="rId2"/>
          <a:srcRect l="16328" t="3367" r="14083" b="15819"/>
          <a:stretch>
            <a:fillRect/>
          </a:stretch>
        </p:blipFill>
        <p:spPr>
          <a:xfrm>
            <a:off x="426720" y="914400"/>
            <a:ext cx="8458200" cy="5705684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838200"/>
            <a:ext cx="4403458" cy="5410200"/>
          </a:xfrm>
        </p:spPr>
      </p:pic>
      <p:sp>
        <p:nvSpPr>
          <p:cNvPr id="2" name="Oval 1"/>
          <p:cNvSpPr/>
          <p:nvPr/>
        </p:nvSpPr>
        <p:spPr>
          <a:xfrm>
            <a:off x="609600" y="1752600"/>
            <a:ext cx="2590800" cy="3124200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dirty="0">
                <a:solidFill>
                  <a:schemeClr val="bg1"/>
                </a:solidFill>
              </a:rPr>
              <a:t>?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107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0504"/>
            <a:ext cx="7055380" cy="860096"/>
          </a:xfrm>
        </p:spPr>
        <p:txBody>
          <a:bodyPr/>
          <a:lstStyle/>
          <a:p>
            <a:r>
              <a:rPr lang="en-US" sz="4400" b="1" dirty="0"/>
              <a:t>A user guide is a,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5622460"/>
              </p:ext>
            </p:extLst>
          </p:nvPr>
        </p:nvGraphicFramePr>
        <p:xfrm>
          <a:off x="381000" y="1524000"/>
          <a:ext cx="80772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9696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6397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Components of a User Guide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805810"/>
            <a:ext cx="8458200" cy="5823590"/>
          </a:xfrm>
        </p:spPr>
        <p:txBody>
          <a:bodyPr>
            <a:noAutofit/>
          </a:bodyPr>
          <a:lstStyle/>
          <a:p>
            <a:pPr lvl="0"/>
            <a:r>
              <a:rPr lang="en-US" sz="1600" b="1" dirty="0">
                <a:solidFill>
                  <a:srgbClr val="FFFF00"/>
                </a:solidFill>
              </a:rPr>
              <a:t>Front and back covers</a:t>
            </a:r>
          </a:p>
          <a:p>
            <a:pPr lvl="0"/>
            <a:r>
              <a:rPr lang="en-US" sz="1600" b="1" dirty="0">
                <a:solidFill>
                  <a:srgbClr val="FFFF00"/>
                </a:solidFill>
              </a:rPr>
              <a:t>Title page</a:t>
            </a:r>
          </a:p>
          <a:p>
            <a:pPr lvl="0"/>
            <a:r>
              <a:rPr lang="en-US" sz="1600" b="1" dirty="0">
                <a:solidFill>
                  <a:srgbClr val="FFFF00"/>
                </a:solidFill>
              </a:rPr>
              <a:t>Edition notice</a:t>
            </a:r>
          </a:p>
          <a:p>
            <a:pPr lvl="0"/>
            <a:r>
              <a:rPr lang="en-US" sz="1600" b="1" dirty="0">
                <a:solidFill>
                  <a:srgbClr val="FFFF00"/>
                </a:solidFill>
              </a:rPr>
              <a:t>Trademarks and Disclaimers</a:t>
            </a:r>
          </a:p>
          <a:p>
            <a:pPr lvl="0"/>
            <a:r>
              <a:rPr lang="en-US" sz="1600" b="1" dirty="0">
                <a:solidFill>
                  <a:srgbClr val="FFFF00"/>
                </a:solidFill>
              </a:rPr>
              <a:t>Warranties</a:t>
            </a:r>
          </a:p>
          <a:p>
            <a:pPr lvl="0"/>
            <a:r>
              <a:rPr lang="en-US" sz="1600" b="1" dirty="0">
                <a:solidFill>
                  <a:srgbClr val="FFFF00"/>
                </a:solidFill>
              </a:rPr>
              <a:t>License agreements</a:t>
            </a:r>
          </a:p>
          <a:p>
            <a:pPr lvl="0">
              <a:buFont typeface="Wingdings" panose="05000000000000000000" pitchFamily="2" charset="2"/>
              <a:buChar char="ü"/>
            </a:pPr>
            <a:endParaRPr lang="en-US" sz="1600" b="1" dirty="0">
              <a:solidFill>
                <a:srgbClr val="FFFF00"/>
              </a:solidFill>
            </a:endParaRPr>
          </a:p>
          <a:p>
            <a:pPr lvl="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FFFF00"/>
                </a:solidFill>
              </a:rPr>
              <a:t>Preface, Introduction, Product description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FFFF00"/>
                </a:solidFill>
              </a:rPr>
              <a:t>Getting started information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FFFF00"/>
                </a:solidFill>
              </a:rPr>
              <a:t>Installation procedure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FFFF00"/>
                </a:solidFill>
              </a:rPr>
              <a:t>Operating, maintenance, and trouble shooting instructions with safety notices</a:t>
            </a:r>
          </a:p>
          <a:p>
            <a:pPr lvl="0">
              <a:buFont typeface="Wingdings" panose="05000000000000000000" pitchFamily="2" charset="2"/>
              <a:buChar char="ü"/>
            </a:pPr>
            <a:endParaRPr lang="en-US" sz="1600" b="1" dirty="0">
              <a:solidFill>
                <a:srgbClr val="FFFF00"/>
              </a:solidFill>
            </a:endParaRPr>
          </a:p>
          <a:p>
            <a:pPr lvl="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FFFF00"/>
                </a:solidFill>
              </a:rPr>
              <a:t>Glossary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FFFF00"/>
                </a:solidFill>
              </a:rPr>
              <a:t>Index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FFFF00"/>
                </a:solidFill>
              </a:rPr>
              <a:t>Reader-comment form</a:t>
            </a:r>
          </a:p>
          <a:p>
            <a:endParaRPr lang="en-US" sz="2000" b="1" dirty="0"/>
          </a:p>
        </p:txBody>
      </p:sp>
      <p:sp>
        <p:nvSpPr>
          <p:cNvPr id="4" name="Rounded Rectangle 3"/>
          <p:cNvSpPr/>
          <p:nvPr/>
        </p:nvSpPr>
        <p:spPr>
          <a:xfrm>
            <a:off x="6515100" y="1350498"/>
            <a:ext cx="2209800" cy="9906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OPTIONAL SECTIONS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15100" y="2999349"/>
            <a:ext cx="2209800" cy="9906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>
                <a:solidFill>
                  <a:schemeClr val="bg1"/>
                </a:solidFill>
              </a:rPr>
              <a:t>TABLE OF CONTENTS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15100" y="5257800"/>
            <a:ext cx="2209800" cy="9906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 dirty="0">
                <a:solidFill>
                  <a:schemeClr val="bg1"/>
                </a:solidFill>
              </a:rPr>
              <a:t>APPENDICES</a:t>
            </a:r>
          </a:p>
        </p:txBody>
      </p:sp>
      <p:sp>
        <p:nvSpPr>
          <p:cNvPr id="7" name="Left Arrow 6"/>
          <p:cNvSpPr/>
          <p:nvPr/>
        </p:nvSpPr>
        <p:spPr>
          <a:xfrm>
            <a:off x="5334000" y="1755213"/>
            <a:ext cx="1524000" cy="304800"/>
          </a:xfrm>
          <a:prstGeom prst="lef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Arrow 7"/>
          <p:cNvSpPr/>
          <p:nvPr/>
        </p:nvSpPr>
        <p:spPr>
          <a:xfrm>
            <a:off x="5334000" y="3357121"/>
            <a:ext cx="1524000" cy="304800"/>
          </a:xfrm>
          <a:prstGeom prst="lef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Arrow 8"/>
          <p:cNvSpPr/>
          <p:nvPr/>
        </p:nvSpPr>
        <p:spPr>
          <a:xfrm>
            <a:off x="5334000" y="5600700"/>
            <a:ext cx="1524000" cy="304800"/>
          </a:xfrm>
          <a:prstGeom prst="lef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53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690282"/>
          </a:xfrm>
        </p:spPr>
        <p:txBody>
          <a:bodyPr/>
          <a:lstStyle/>
          <a:p>
            <a:r>
              <a:rPr lang="en-US" sz="3600" b="1" dirty="0"/>
              <a:t>Instructions and User Guides</a:t>
            </a:r>
            <a:endParaRPr lang="en-US" sz="36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1655006"/>
              </p:ext>
            </p:extLst>
          </p:nvPr>
        </p:nvGraphicFramePr>
        <p:xfrm>
          <a:off x="484710" y="1371600"/>
          <a:ext cx="812589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0024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8670371"/>
              </p:ext>
            </p:extLst>
          </p:nvPr>
        </p:nvGraphicFramePr>
        <p:xfrm>
          <a:off x="457200" y="609600"/>
          <a:ext cx="8229600" cy="5516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3920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/>
              <a:t>Feature and function oriented approach</a:t>
            </a:r>
            <a:endParaRPr lang="en-US" sz="28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5950677"/>
              </p:ext>
            </p:extLst>
          </p:nvPr>
        </p:nvGraphicFramePr>
        <p:xfrm>
          <a:off x="457200" y="1905000"/>
          <a:ext cx="82296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/>
          <p:cNvSpPr/>
          <p:nvPr/>
        </p:nvSpPr>
        <p:spPr>
          <a:xfrm>
            <a:off x="446648" y="1143000"/>
            <a:ext cx="8240151" cy="7620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Focuses on explaining/describing each button, switch, knob, menu, and option, as they function individually.</a:t>
            </a:r>
          </a:p>
        </p:txBody>
      </p:sp>
    </p:spTree>
    <p:extLst>
      <p:ext uri="{BB962C8B-B14F-4D97-AF65-F5344CB8AC3E}">
        <p14:creationId xmlns:p14="http://schemas.microsoft.com/office/powerpoint/2010/main" val="4273322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Task-oriented approach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3369712"/>
              </p:ext>
            </p:extLst>
          </p:nvPr>
        </p:nvGraphicFramePr>
        <p:xfrm>
          <a:off x="457200" y="1752600"/>
          <a:ext cx="82296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/>
          <p:cNvSpPr/>
          <p:nvPr/>
        </p:nvSpPr>
        <p:spPr>
          <a:xfrm>
            <a:off x="304800" y="990600"/>
            <a:ext cx="8251874" cy="762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is on accomplishing a task as a result of a combination of functions or parts.</a:t>
            </a:r>
          </a:p>
        </p:txBody>
      </p:sp>
    </p:spTree>
    <p:extLst>
      <p:ext uri="{BB962C8B-B14F-4D97-AF65-F5344CB8AC3E}">
        <p14:creationId xmlns:p14="http://schemas.microsoft.com/office/powerpoint/2010/main" val="3702890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76648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to remember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6587496"/>
              </p:ext>
            </p:extLst>
          </p:nvPr>
        </p:nvGraphicFramePr>
        <p:xfrm>
          <a:off x="827088" y="1219200"/>
          <a:ext cx="7402512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79136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5611</TotalTime>
  <Words>294</Words>
  <Application>Microsoft Office PowerPoint</Application>
  <PresentationFormat>On-screen Show (4:3)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Century Gothic</vt:lpstr>
      <vt:lpstr>Times New Roman</vt:lpstr>
      <vt:lpstr>Wingdings</vt:lpstr>
      <vt:lpstr>Wingdings 3</vt:lpstr>
      <vt:lpstr>Ion</vt:lpstr>
      <vt:lpstr>USER GUIDE</vt:lpstr>
      <vt:lpstr>Take this medicine one, two, three or four times   </vt:lpstr>
      <vt:lpstr>You’re doing it wrong. You’re still doing it wrong </vt:lpstr>
      <vt:lpstr>Riding a Honda motorcycle</vt:lpstr>
      <vt:lpstr>How do I interpret the programmed actions?</vt:lpstr>
      <vt:lpstr>PowerPoint Presentation</vt:lpstr>
      <vt:lpstr>A user guide is a,</vt:lpstr>
      <vt:lpstr>Components of a User Guide</vt:lpstr>
      <vt:lpstr>Instructions and User Guides</vt:lpstr>
      <vt:lpstr>PowerPoint Presentation</vt:lpstr>
      <vt:lpstr>Feature and function oriented approach</vt:lpstr>
      <vt:lpstr>Task-oriented approach</vt:lpstr>
      <vt:lpstr>Points to remember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Not to Write a User Guide</dc:title>
  <dc:creator>dellpc</dc:creator>
  <cp:lastModifiedBy>Hp</cp:lastModifiedBy>
  <cp:revision>22</cp:revision>
  <dcterms:created xsi:type="dcterms:W3CDTF">2021-10-04T18:27:32Z</dcterms:created>
  <dcterms:modified xsi:type="dcterms:W3CDTF">2024-09-10T15:55:21Z</dcterms:modified>
</cp:coreProperties>
</file>