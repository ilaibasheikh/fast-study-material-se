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type="screen4x3" cy="6858000" cx="9144000"/>
  <p:notesSz cx="6858000" cy="9144000"/>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xmlns:r="http://schemas.openxmlformats.org/officeDocument/2006/relationships" xmlns:a="http://schemas.openxmlformats.org/drawingml/2006/main" lastView="sldThumbnailView">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tableStyles" Target="tableStyles.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53" name=""/>
        <p:cNvGrpSpPr/>
        <p:nvPr/>
      </p:nvGrpSpPr>
      <p:grpSpPr>
        <a:xfrm>
          <a:off x="0" y="0"/>
          <a:ext cx="0" cy="0"/>
          <a:chOff x="0" y="0"/>
          <a:chExt cx="0" cy="0"/>
        </a:xfrm>
      </p:grpSpPr>
      <p:sp>
        <p:nvSpPr>
          <p:cNvPr id="1048667" name="Rectangle 2"/>
          <p:cNvSpPr>
            <a:spLocks noGrp="1" noChangeArrowheads="1"/>
          </p:cNvSpPr>
          <p:nvPr>
            <p:ph type="hdr" sz="quarter"/>
          </p:nvPr>
        </p:nvSpPr>
        <p:spPr bwMode="auto">
          <a:xfrm>
            <a:off x="2"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l">
              <a:defRPr sz="1100"/>
            </a:lvl1pPr>
          </a:lstStyle>
          <a:p>
            <a:endParaRPr lang="en-US"/>
          </a:p>
        </p:txBody>
      </p:sp>
      <p:sp>
        <p:nvSpPr>
          <p:cNvPr id="1048668" name="Rectangle 3"/>
          <p:cNvSpPr>
            <a:spLocks noGrp="1" noChangeArrowheads="1"/>
          </p:cNvSpPr>
          <p:nvPr>
            <p:ph type="dt" idx="1"/>
          </p:nvPr>
        </p:nvSpPr>
        <p:spPr bwMode="auto">
          <a:xfrm>
            <a:off x="4021139" y="1"/>
            <a:ext cx="3076575" cy="512763"/>
          </a:xfrm>
          <a:prstGeom prst="rect"/>
          <a:noFill/>
          <a:ln w="9525">
            <a:noFill/>
            <a:miter lim="800000"/>
            <a:headEnd/>
            <a:tailEnd/>
          </a:ln>
          <a:effectLst/>
        </p:spPr>
        <p:txBody>
          <a:bodyPr anchor="t" anchorCtr="0" bIns="45745" compatLnSpc="1" lIns="91492" numCol="1" rIns="91492" tIns="45745" vert="horz" wrap="square">
            <a:prstTxWarp prst="textNoShape"/>
          </a:bodyPr>
          <a:lstStyle>
            <a:lvl1pPr algn="r">
              <a:defRPr sz="1100"/>
            </a:lvl1pPr>
          </a:lstStyle>
          <a:p>
            <a:endParaRPr lang="en-US"/>
          </a:p>
        </p:txBody>
      </p:sp>
      <p:sp>
        <p:nvSpPr>
          <p:cNvPr id="1048669" name="Rectangle 4"/>
          <p:cNvSpPr>
            <a:spLocks noChangeAspect="1" noRot="1" noGrp="1" noChangeArrowheads="1" noTextEdit="1"/>
          </p:cNvSpPr>
          <p:nvPr>
            <p:ph type="sldImg" idx="2"/>
          </p:nvPr>
        </p:nvSpPr>
        <p:spPr bwMode="auto">
          <a:xfrm>
            <a:off x="990600" y="766763"/>
            <a:ext cx="5118100" cy="3838575"/>
          </a:xfrm>
          <a:prstGeom prst="rect"/>
          <a:noFill/>
          <a:ln w="9525">
            <a:solidFill>
              <a:srgbClr val="000000"/>
            </a:solidFill>
            <a:miter lim="800000"/>
            <a:headEnd/>
            <a:tailEnd/>
          </a:ln>
          <a:effectLst/>
        </p:spPr>
      </p:sp>
      <p:sp>
        <p:nvSpPr>
          <p:cNvPr id="1048670" name="Rectangle 5"/>
          <p:cNvSpPr>
            <a:spLocks noGrp="1" noChangeArrowheads="1"/>
          </p:cNvSpPr>
          <p:nvPr>
            <p:ph type="body" sz="quarter" idx="3"/>
          </p:nvPr>
        </p:nvSpPr>
        <p:spPr bwMode="auto">
          <a:xfrm>
            <a:off x="709614" y="4862514"/>
            <a:ext cx="5680075" cy="4605337"/>
          </a:xfrm>
          <a:prstGeom prst="rect"/>
          <a:noFill/>
          <a:ln w="9525">
            <a:noFill/>
            <a:miter lim="800000"/>
            <a:headEnd/>
            <a:tailEnd/>
          </a:ln>
          <a:effectLst/>
        </p:spPr>
        <p:txBody>
          <a:bodyPr anchor="t" anchorCtr="0" bIns="45745" compatLnSpc="1" lIns="91492" numCol="1" rIns="91492" tIns="45745" vert="horz" wrap="square">
            <a:prstTxWarp prst="textNoShape"/>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671" name="Rectangle 6"/>
          <p:cNvSpPr>
            <a:spLocks noGrp="1" noChangeArrowheads="1"/>
          </p:cNvSpPr>
          <p:nvPr>
            <p:ph type="ftr" sz="quarter" idx="4"/>
          </p:nvPr>
        </p:nvSpPr>
        <p:spPr bwMode="auto">
          <a:xfrm>
            <a:off x="2"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l">
              <a:defRPr sz="1100"/>
            </a:lvl1pPr>
          </a:lstStyle>
          <a:p>
            <a:endParaRPr lang="en-US"/>
          </a:p>
        </p:txBody>
      </p:sp>
      <p:sp>
        <p:nvSpPr>
          <p:cNvPr id="1048672" name="Rectangle 7"/>
          <p:cNvSpPr>
            <a:spLocks noGrp="1" noChangeArrowheads="1"/>
          </p:cNvSpPr>
          <p:nvPr>
            <p:ph type="sldNum" sz="quarter" idx="5"/>
          </p:nvPr>
        </p:nvSpPr>
        <p:spPr bwMode="auto">
          <a:xfrm>
            <a:off x="4021139" y="9720264"/>
            <a:ext cx="3076575" cy="512762"/>
          </a:xfrm>
          <a:prstGeom prst="rect"/>
          <a:noFill/>
          <a:ln w="9525">
            <a:noFill/>
            <a:miter lim="800000"/>
            <a:headEnd/>
            <a:tailEnd/>
          </a:ln>
          <a:effectLst/>
        </p:spPr>
        <p:txBody>
          <a:bodyPr anchor="b" anchorCtr="0" bIns="45745" compatLnSpc="1" lIns="91492" numCol="1" rIns="91492" tIns="45745" vert="horz" wrap="square">
            <a:prstTxWarp prst="textNoShape"/>
          </a:bodyPr>
          <a:lstStyle>
            <a:lvl1pPr algn="r">
              <a:defRPr sz="1100"/>
            </a:lvl1pPr>
          </a:lstStyle>
          <a:p>
            <a:fld id="{A9A0EA98-5831-4853-B862-C702E6EB345C}" type="slidenum">
              <a:rPr lang="en-US"/>
              <a:t>‹#›</a:t>
            </a:fld>
            <a:endParaRPr lang="en-US"/>
          </a:p>
        </p:txBody>
      </p:sp>
    </p:spTree>
  </p:cSld>
  <p:clrMap accent1="accent1" accent2="accent2" accent3="accent3" accent4="accent4" accent5="accent5" accent6="accent6" bg1="lt1" bg2="lt2" tx1="dk1" tx2="dk2" hlink="hlink" folHlink="folHlink"/>
  <p:notesStyle>
    <a:lvl1pPr algn="l" fontAlgn="base" rtl="0">
      <a:spcBef>
        <a:spcPct val="30000"/>
      </a:spcBef>
      <a:spcAft>
        <a:spcPct val="0"/>
      </a:spcAft>
      <a:defRPr sz="1200" kern="1200">
        <a:solidFill>
          <a:schemeClr val="tx1"/>
        </a:solidFill>
        <a:latin typeface="Arial" charset="0"/>
        <a:ea typeface="+mn-ea"/>
        <a:cs typeface="+mn-cs"/>
      </a:defRPr>
    </a:lvl1pPr>
    <a:lvl2pPr algn="l" fontAlgn="base" marL="457200" rtl="0">
      <a:spcBef>
        <a:spcPct val="30000"/>
      </a:spcBef>
      <a:spcAft>
        <a:spcPct val="0"/>
      </a:spcAft>
      <a:defRPr sz="1200" kern="1200">
        <a:solidFill>
          <a:schemeClr val="tx1"/>
        </a:solidFill>
        <a:latin typeface="Arial" charset="0"/>
        <a:ea typeface="+mn-ea"/>
        <a:cs typeface="+mn-cs"/>
      </a:defRPr>
    </a:lvl2pPr>
    <a:lvl3pPr algn="l" fontAlgn="base" marL="914400" rtl="0">
      <a:spcBef>
        <a:spcPct val="30000"/>
      </a:spcBef>
      <a:spcAft>
        <a:spcPct val="0"/>
      </a:spcAft>
      <a:defRPr sz="1200" kern="1200">
        <a:solidFill>
          <a:schemeClr val="tx1"/>
        </a:solidFill>
        <a:latin typeface="Arial" charset="0"/>
        <a:ea typeface="+mn-ea"/>
        <a:cs typeface="+mn-cs"/>
      </a:defRPr>
    </a:lvl3pPr>
    <a:lvl4pPr algn="l" fontAlgn="base" marL="1371600" rtl="0">
      <a:spcBef>
        <a:spcPct val="30000"/>
      </a:spcBef>
      <a:spcAft>
        <a:spcPct val="0"/>
      </a:spcAft>
      <a:defRPr sz="1200" kern="1200">
        <a:solidFill>
          <a:schemeClr val="tx1"/>
        </a:solidFill>
        <a:latin typeface="Arial" charset="0"/>
        <a:ea typeface="+mn-ea"/>
        <a:cs typeface="+mn-cs"/>
      </a:defRPr>
    </a:lvl4pPr>
    <a:lvl5pPr algn="l" fontAlgn="base" marL="1828800" rtl="0">
      <a:spcBef>
        <a:spcPct val="30000"/>
      </a:spcBef>
      <a:spcAft>
        <a:spcPct val="0"/>
      </a:spcAft>
      <a:defRPr sz="1200" kern="1200">
        <a:solidFill>
          <a:schemeClr val="tx1"/>
        </a:solidFill>
        <a:latin typeface="Arial" charset="0"/>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23" name=""/>
        <p:cNvGrpSpPr/>
        <p:nvPr/>
      </p:nvGrpSpPr>
      <p:grpSpPr>
        <a:xfrm>
          <a:off x="0" y="0"/>
          <a:ext cx="0" cy="0"/>
          <a:chOff x="0" y="0"/>
          <a:chExt cx="0" cy="0"/>
        </a:xfrm>
      </p:grpSpPr>
      <p:sp>
        <p:nvSpPr>
          <p:cNvPr id="1048581" name="Title 1"/>
          <p:cNvSpPr>
            <a:spLocks noGrp="1"/>
          </p:cNvSpPr>
          <p:nvPr>
            <p:ph type="ctrTitle"/>
          </p:nvPr>
        </p:nvSpPr>
        <p:spPr>
          <a:xfrm>
            <a:off x="685800" y="2130425"/>
            <a:ext cx="7772400" cy="1470025"/>
          </a:xfrm>
        </p:spPr>
        <p:txBody>
          <a:bodyPr/>
          <a:p>
            <a:r>
              <a:rPr lang="en-US" smtClean="0"/>
              <a:t>Click to edit Master title style</a:t>
            </a:r>
            <a:endParaRPr lang="en-US"/>
          </a:p>
        </p:txBody>
      </p:sp>
      <p:sp>
        <p:nvSpPr>
          <p:cNvPr id="1048582" name="Subtitle 2"/>
          <p:cNvSpPr>
            <a:spLocks noGrp="1"/>
          </p:cNvSpPr>
          <p:nvPr>
            <p:ph type="subTitle" idx="1"/>
          </p:nvPr>
        </p:nvSpPr>
        <p:spPr>
          <a:xfrm>
            <a:off x="1371600" y="3886200"/>
            <a:ext cx="6400800" cy="1752600"/>
          </a:xfrm>
        </p:spPr>
        <p:txBody>
          <a:bodyPr/>
          <a:lstStyle>
            <a:lvl1pPr algn="ctr" indent="0" marL="0">
              <a:buNone/>
              <a:defRPr>
                <a:solidFill>
                  <a:schemeClr val="tx1">
                    <a:tint val="75000"/>
                  </a:schemeClr>
                </a:solidFill>
              </a:defRPr>
            </a:lvl1pPr>
            <a:lvl2pPr algn="ctr" indent="0" marL="457200">
              <a:buNone/>
              <a:defRPr>
                <a:solidFill>
                  <a:schemeClr val="tx1">
                    <a:tint val="75000"/>
                  </a:schemeClr>
                </a:solidFill>
              </a:defRPr>
            </a:lvl2pPr>
            <a:lvl3pPr algn="ctr" indent="0" marL="914400">
              <a:buNone/>
              <a:defRPr>
                <a:solidFill>
                  <a:schemeClr val="tx1">
                    <a:tint val="75000"/>
                  </a:schemeClr>
                </a:solidFill>
              </a:defRPr>
            </a:lvl3pPr>
            <a:lvl4pPr algn="ctr" indent="0" marL="1371600">
              <a:buNone/>
              <a:defRPr>
                <a:solidFill>
                  <a:schemeClr val="tx1">
                    <a:tint val="75000"/>
                  </a:schemeClr>
                </a:solidFill>
              </a:defRPr>
            </a:lvl4pPr>
            <a:lvl5pPr algn="ctr" indent="0" marL="1828800">
              <a:buNone/>
              <a:defRPr>
                <a:solidFill>
                  <a:schemeClr val="tx1">
                    <a:tint val="75000"/>
                  </a:schemeClr>
                </a:solidFill>
              </a:defRPr>
            </a:lvl5pPr>
            <a:lvl6pPr algn="ctr" indent="0" marL="2286000">
              <a:buNone/>
              <a:defRPr>
                <a:solidFill>
                  <a:schemeClr val="tx1">
                    <a:tint val="75000"/>
                  </a:schemeClr>
                </a:solidFill>
              </a:defRPr>
            </a:lvl6pPr>
            <a:lvl7pPr algn="ctr" indent="0" marL="2743200">
              <a:buNone/>
              <a:defRPr>
                <a:solidFill>
                  <a:schemeClr val="tx1">
                    <a:tint val="75000"/>
                  </a:schemeClr>
                </a:solidFill>
              </a:defRPr>
            </a:lvl7pPr>
            <a:lvl8pPr algn="ctr" indent="0" marL="3200400">
              <a:buNone/>
              <a:defRPr>
                <a:solidFill>
                  <a:schemeClr val="tx1">
                    <a:tint val="75000"/>
                  </a:schemeClr>
                </a:solidFill>
              </a:defRPr>
            </a:lvl8pPr>
            <a:lvl9pPr algn="ctr" indent="0" marL="3657600">
              <a:buNone/>
              <a:defRPr>
                <a:solidFill>
                  <a:schemeClr val="tx1">
                    <a:tint val="75000"/>
                  </a:schemeClr>
                </a:solidFill>
              </a:defRPr>
            </a:lvl9pPr>
          </a:lstStyle>
          <a:p>
            <a:r>
              <a:rPr lang="en-US" smtClean="0"/>
              <a:t>Click to edit Master subtitle style</a:t>
            </a:r>
            <a:endParaRPr lang="en-US"/>
          </a:p>
        </p:txBody>
      </p:sp>
      <p:sp>
        <p:nvSpPr>
          <p:cNvPr id="1048583" name="Date Placeholder 3"/>
          <p:cNvSpPr>
            <a:spLocks noGrp="1"/>
          </p:cNvSpPr>
          <p:nvPr>
            <p:ph type="dt" sz="half" idx="10"/>
          </p:nvPr>
        </p:nvSpPr>
        <p:spPr/>
        <p:txBody>
          <a:bodyPr/>
          <a:p>
            <a:fld id="{4A7A77BE-774C-405D-8F5F-E3BC7FCCFA39}" type="datetimeFigureOut">
              <a:rPr lang="en-US" smtClean="0"/>
              <a:t>11/27/2024</a:t>
            </a:fld>
            <a:endParaRPr lang="en-US"/>
          </a:p>
        </p:txBody>
      </p:sp>
      <p:sp>
        <p:nvSpPr>
          <p:cNvPr id="1048584" name="Footer Placeholder 4"/>
          <p:cNvSpPr>
            <a:spLocks noGrp="1"/>
          </p:cNvSpPr>
          <p:nvPr>
            <p:ph type="ftr" sz="quarter" idx="11"/>
          </p:nvPr>
        </p:nvSpPr>
        <p:spPr/>
        <p:txBody>
          <a:bodyPr/>
          <a:p>
            <a:endParaRPr lang="en-US"/>
          </a:p>
        </p:txBody>
      </p:sp>
      <p:sp>
        <p:nvSpPr>
          <p:cNvPr id="1048585" name="Slide Number Placeholder 5"/>
          <p:cNvSpPr>
            <a:spLocks noGrp="1"/>
          </p:cNvSpPr>
          <p:nvPr>
            <p:ph type="sldNum" sz="quarter" idx="12"/>
          </p:nvPr>
        </p:nvSpPr>
        <p:spPr/>
        <p:txBody>
          <a:bodyPr/>
          <a:p>
            <a:fld id="{C6F1C223-FF65-4396-B357-F7731A090E04}"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29" name=""/>
        <p:cNvGrpSpPr/>
        <p:nvPr/>
      </p:nvGrpSpPr>
      <p:grpSpPr>
        <a:xfrm>
          <a:off x="0" y="0"/>
          <a:ext cx="0" cy="0"/>
          <a:chOff x="0" y="0"/>
          <a:chExt cx="0" cy="0"/>
        </a:xfrm>
      </p:grpSpPr>
      <p:sp>
        <p:nvSpPr>
          <p:cNvPr id="1048588" name="Title 1"/>
          <p:cNvSpPr>
            <a:spLocks noGrp="1"/>
          </p:cNvSpPr>
          <p:nvPr>
            <p:ph type="title"/>
          </p:nvPr>
        </p:nvSpPr>
        <p:spPr/>
        <p:txBody>
          <a:bodyPr/>
          <a:p>
            <a:r>
              <a:rPr lang="en-US" smtClean="0"/>
              <a:t>Click to edit Master title style</a:t>
            </a:r>
            <a:endParaRPr lang="en-US"/>
          </a:p>
        </p:txBody>
      </p:sp>
      <p:sp>
        <p:nvSpPr>
          <p:cNvPr id="1048589" name="Content Placeholder 2"/>
          <p:cNvSpPr>
            <a:spLocks noGrp="1"/>
          </p:cNvSpPr>
          <p:nvPr>
            <p:ph idx="1"/>
          </p:nvPr>
        </p:nvSpPr>
        <p:spPr/>
        <p:txBody>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590" name="Date Placeholder 3"/>
          <p:cNvSpPr>
            <a:spLocks noGrp="1"/>
          </p:cNvSpPr>
          <p:nvPr>
            <p:ph type="dt" sz="half" idx="10"/>
          </p:nvPr>
        </p:nvSpPr>
        <p:spPr/>
        <p:txBody>
          <a:bodyPr/>
          <a:p>
            <a:fld id="{4A7A77BE-774C-405D-8F5F-E3BC7FCCFA39}" type="datetimeFigureOut">
              <a:rPr lang="en-US" smtClean="0"/>
              <a:t>11/27/2024</a:t>
            </a:fld>
            <a:endParaRPr lang="en-US"/>
          </a:p>
        </p:txBody>
      </p:sp>
      <p:sp>
        <p:nvSpPr>
          <p:cNvPr id="1048591" name="Footer Placeholder 4"/>
          <p:cNvSpPr>
            <a:spLocks noGrp="1"/>
          </p:cNvSpPr>
          <p:nvPr>
            <p:ph type="ftr" sz="quarter" idx="11"/>
          </p:nvPr>
        </p:nvSpPr>
        <p:spPr/>
        <p:txBody>
          <a:bodyPr/>
          <a:p>
            <a:endParaRPr lang="en-US"/>
          </a:p>
        </p:txBody>
      </p:sp>
      <p:sp>
        <p:nvSpPr>
          <p:cNvPr id="1048592" name="Slide Number Placeholder 5"/>
          <p:cNvSpPr>
            <a:spLocks noGrp="1"/>
          </p:cNvSpPr>
          <p:nvPr>
            <p:ph type="sldNum" sz="quarter" idx="12"/>
          </p:nvPr>
        </p:nvSpPr>
        <p:spPr/>
        <p:txBody>
          <a:bodyPr/>
          <a:p>
            <a:fld id="{C6F1C223-FF65-4396-B357-F7731A090E04}"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47" name=""/>
        <p:cNvGrpSpPr/>
        <p:nvPr/>
      </p:nvGrpSpPr>
      <p:grpSpPr>
        <a:xfrm>
          <a:off x="0" y="0"/>
          <a:ext cx="0" cy="0"/>
          <a:chOff x="0" y="0"/>
          <a:chExt cx="0" cy="0"/>
        </a:xfrm>
      </p:grpSpPr>
      <p:sp>
        <p:nvSpPr>
          <p:cNvPr id="1048639" name="Title 1"/>
          <p:cNvSpPr>
            <a:spLocks noGrp="1"/>
          </p:cNvSpPr>
          <p:nvPr>
            <p:ph type="title"/>
          </p:nvPr>
        </p:nvSpPr>
        <p:spPr>
          <a:xfrm>
            <a:off x="722313" y="4406900"/>
            <a:ext cx="7772400" cy="1362075"/>
          </a:xfrm>
        </p:spPr>
        <p:txBody>
          <a:bodyPr anchor="t"/>
          <a:lstStyle>
            <a:lvl1pPr algn="l">
              <a:defRPr b="1" cap="all" sz="4000"/>
            </a:lvl1pPr>
          </a:lstStyle>
          <a:p>
            <a:r>
              <a:rPr lang="en-US" smtClean="0"/>
              <a:t>Click to edit Master title style</a:t>
            </a:r>
            <a:endParaRPr lang="en-US"/>
          </a:p>
        </p:txBody>
      </p:sp>
      <p:sp>
        <p:nvSpPr>
          <p:cNvPr id="1048640" name="Text Placeholder 2"/>
          <p:cNvSpPr>
            <a:spLocks noGrp="1"/>
          </p:cNvSpPr>
          <p:nvPr>
            <p:ph type="body" idx="1"/>
          </p:nvPr>
        </p:nvSpPr>
        <p:spPr>
          <a:xfrm>
            <a:off x="722313" y="2906713"/>
            <a:ext cx="7772400" cy="1500187"/>
          </a:xfrm>
        </p:spPr>
        <p:txBody>
          <a:bodyPr anchor="b"/>
          <a:lstStyle>
            <a:lvl1pPr indent="0" marL="0">
              <a:buNone/>
              <a:defRPr sz="2000">
                <a:solidFill>
                  <a:schemeClr val="tx1">
                    <a:tint val="75000"/>
                  </a:schemeClr>
                </a:solidFill>
              </a:defRPr>
            </a:lvl1pPr>
            <a:lvl2pPr indent="0" marL="457200">
              <a:buNone/>
              <a:defRPr sz="1800">
                <a:solidFill>
                  <a:schemeClr val="tx1">
                    <a:tint val="75000"/>
                  </a:schemeClr>
                </a:solidFill>
              </a:defRPr>
            </a:lvl2pPr>
            <a:lvl3pPr indent="0" marL="914400">
              <a:buNone/>
              <a:defRPr sz="1600">
                <a:solidFill>
                  <a:schemeClr val="tx1">
                    <a:tint val="75000"/>
                  </a:schemeClr>
                </a:solidFill>
              </a:defRPr>
            </a:lvl3pPr>
            <a:lvl4pPr indent="0" marL="1371600">
              <a:buNone/>
              <a:defRPr sz="1400">
                <a:solidFill>
                  <a:schemeClr val="tx1">
                    <a:tint val="75000"/>
                  </a:schemeClr>
                </a:solidFill>
              </a:defRPr>
            </a:lvl4pPr>
            <a:lvl5pPr indent="0" marL="1828800">
              <a:buNone/>
              <a:defRPr sz="1400">
                <a:solidFill>
                  <a:schemeClr val="tx1">
                    <a:tint val="75000"/>
                  </a:schemeClr>
                </a:solidFill>
              </a:defRPr>
            </a:lvl5pPr>
            <a:lvl6pPr indent="0" marL="2286000">
              <a:buNone/>
              <a:defRPr sz="1400">
                <a:solidFill>
                  <a:schemeClr val="tx1">
                    <a:tint val="75000"/>
                  </a:schemeClr>
                </a:solidFill>
              </a:defRPr>
            </a:lvl6pPr>
            <a:lvl7pPr indent="0" marL="2743200">
              <a:buNone/>
              <a:defRPr sz="1400">
                <a:solidFill>
                  <a:schemeClr val="tx1">
                    <a:tint val="75000"/>
                  </a:schemeClr>
                </a:solidFill>
              </a:defRPr>
            </a:lvl7pPr>
            <a:lvl8pPr indent="0" marL="3200400">
              <a:buNone/>
              <a:defRPr sz="1400">
                <a:solidFill>
                  <a:schemeClr val="tx1">
                    <a:tint val="75000"/>
                  </a:schemeClr>
                </a:solidFill>
              </a:defRPr>
            </a:lvl8pPr>
            <a:lvl9pPr indent="0" marL="3657600">
              <a:buNone/>
              <a:defRPr sz="1400">
                <a:solidFill>
                  <a:schemeClr val="tx1">
                    <a:tint val="75000"/>
                  </a:schemeClr>
                </a:solidFill>
              </a:defRPr>
            </a:lvl9pPr>
          </a:lstStyle>
          <a:p>
            <a:pPr lvl="0"/>
            <a:r>
              <a:rPr lang="en-US" smtClean="0"/>
              <a:t>Click to edit Master text styles</a:t>
            </a:r>
          </a:p>
        </p:txBody>
      </p:sp>
      <p:sp>
        <p:nvSpPr>
          <p:cNvPr id="1048641" name="Date Placeholder 3"/>
          <p:cNvSpPr>
            <a:spLocks noGrp="1"/>
          </p:cNvSpPr>
          <p:nvPr>
            <p:ph type="dt" sz="half" idx="10"/>
          </p:nvPr>
        </p:nvSpPr>
        <p:spPr/>
        <p:txBody>
          <a:bodyPr/>
          <a:p>
            <a:fld id="{4A7A77BE-774C-405D-8F5F-E3BC7FCCFA39}" type="datetimeFigureOut">
              <a:rPr lang="en-US" smtClean="0"/>
              <a:t>11/27/2024</a:t>
            </a:fld>
            <a:endParaRPr lang="en-US"/>
          </a:p>
        </p:txBody>
      </p:sp>
      <p:sp>
        <p:nvSpPr>
          <p:cNvPr id="1048642" name="Footer Placeholder 4"/>
          <p:cNvSpPr>
            <a:spLocks noGrp="1"/>
          </p:cNvSpPr>
          <p:nvPr>
            <p:ph type="ftr" sz="quarter" idx="11"/>
          </p:nvPr>
        </p:nvSpPr>
        <p:spPr/>
        <p:txBody>
          <a:bodyPr/>
          <a:p>
            <a:endParaRPr lang="en-US"/>
          </a:p>
        </p:txBody>
      </p:sp>
      <p:sp>
        <p:nvSpPr>
          <p:cNvPr id="1048643" name="Slide Number Placeholder 5"/>
          <p:cNvSpPr>
            <a:spLocks noGrp="1"/>
          </p:cNvSpPr>
          <p:nvPr>
            <p:ph type="sldNum" sz="quarter" idx="12"/>
          </p:nvPr>
        </p:nvSpPr>
        <p:spPr/>
        <p:txBody>
          <a:bodyPr/>
          <a:p>
            <a:fld id="{C6F1C223-FF65-4396-B357-F7731A090E04}"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48" name=""/>
        <p:cNvGrpSpPr/>
        <p:nvPr/>
      </p:nvGrpSpPr>
      <p:grpSpPr>
        <a:xfrm>
          <a:off x="0" y="0"/>
          <a:ext cx="0" cy="0"/>
          <a:chOff x="0" y="0"/>
          <a:chExt cx="0" cy="0"/>
        </a:xfrm>
      </p:grpSpPr>
      <p:sp>
        <p:nvSpPr>
          <p:cNvPr id="1048644" name="Title 1"/>
          <p:cNvSpPr>
            <a:spLocks noGrp="1"/>
          </p:cNvSpPr>
          <p:nvPr>
            <p:ph type="title"/>
          </p:nvPr>
        </p:nvSpPr>
        <p:spPr/>
        <p:txBody>
          <a:bodyPr/>
          <a:p>
            <a:r>
              <a:rPr lang="en-US" smtClean="0"/>
              <a:t>Click to edit Master title style</a:t>
            </a:r>
            <a:endParaRPr lang="en-US"/>
          </a:p>
        </p:txBody>
      </p:sp>
      <p:sp>
        <p:nvSpPr>
          <p:cNvPr id="1048645"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46"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47" name="Date Placeholder 4"/>
          <p:cNvSpPr>
            <a:spLocks noGrp="1"/>
          </p:cNvSpPr>
          <p:nvPr>
            <p:ph type="dt" sz="half" idx="10"/>
          </p:nvPr>
        </p:nvSpPr>
        <p:spPr/>
        <p:txBody>
          <a:bodyPr/>
          <a:p>
            <a:fld id="{4A7A77BE-774C-405D-8F5F-E3BC7FCCFA39}" type="datetimeFigureOut">
              <a:rPr lang="en-US" smtClean="0"/>
              <a:t>11/27/2024</a:t>
            </a:fld>
            <a:endParaRPr lang="en-US"/>
          </a:p>
        </p:txBody>
      </p:sp>
      <p:sp>
        <p:nvSpPr>
          <p:cNvPr id="1048648" name="Footer Placeholder 5"/>
          <p:cNvSpPr>
            <a:spLocks noGrp="1"/>
          </p:cNvSpPr>
          <p:nvPr>
            <p:ph type="ftr" sz="quarter" idx="11"/>
          </p:nvPr>
        </p:nvSpPr>
        <p:spPr/>
        <p:txBody>
          <a:bodyPr/>
          <a:p>
            <a:endParaRPr lang="en-US"/>
          </a:p>
        </p:txBody>
      </p:sp>
      <p:sp>
        <p:nvSpPr>
          <p:cNvPr id="1048649" name="Slide Number Placeholder 6"/>
          <p:cNvSpPr>
            <a:spLocks noGrp="1"/>
          </p:cNvSpPr>
          <p:nvPr>
            <p:ph type="sldNum" sz="quarter" idx="12"/>
          </p:nvPr>
        </p:nvSpPr>
        <p:spPr/>
        <p:txBody>
          <a:bodyPr/>
          <a:p>
            <a:fld id="{C6F1C223-FF65-4396-B357-F7731A090E04}"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type="twoTxTwoObj">
  <p:cSld name="Comparison">
    <p:spTree>
      <p:nvGrpSpPr>
        <p:cNvPr id="49" name=""/>
        <p:cNvGrpSpPr/>
        <p:nvPr/>
      </p:nvGrpSpPr>
      <p:grpSpPr>
        <a:xfrm>
          <a:off x="0" y="0"/>
          <a:ext cx="0" cy="0"/>
          <a:chOff x="0" y="0"/>
          <a:chExt cx="0" cy="0"/>
        </a:xfrm>
      </p:grpSpPr>
      <p:sp>
        <p:nvSpPr>
          <p:cNvPr id="1048650" name="Title 1"/>
          <p:cNvSpPr>
            <a:spLocks noGrp="1"/>
          </p:cNvSpPr>
          <p:nvPr>
            <p:ph type="title"/>
          </p:nvPr>
        </p:nvSpPr>
        <p:spPr/>
        <p:txBody>
          <a:bodyPr/>
          <a:p>
            <a:r>
              <a:rPr lang="en-US" smtClean="0"/>
              <a:t>Click to edit Master title style</a:t>
            </a:r>
            <a:endParaRPr lang="en-US"/>
          </a:p>
        </p:txBody>
      </p:sp>
      <p:sp>
        <p:nvSpPr>
          <p:cNvPr id="1048651" name="Text Placeholder 2"/>
          <p:cNvSpPr>
            <a:spLocks noGrp="1"/>
          </p:cNvSpPr>
          <p:nvPr>
            <p:ph type="body" idx="1"/>
          </p:nvPr>
        </p:nvSpPr>
        <p:spPr>
          <a:xfrm>
            <a:off x="457200" y="1535113"/>
            <a:ext cx="4040188"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8652"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53" name="Text Placeholder 4"/>
          <p:cNvSpPr>
            <a:spLocks noGrp="1"/>
          </p:cNvSpPr>
          <p:nvPr>
            <p:ph type="body" sz="quarter" idx="3"/>
          </p:nvPr>
        </p:nvSpPr>
        <p:spPr>
          <a:xfrm>
            <a:off x="4645025" y="1535113"/>
            <a:ext cx="4041775" cy="639762"/>
          </a:xfrm>
        </p:spPr>
        <p:txBody>
          <a:bodyPr anchor="b"/>
          <a:lstStyle>
            <a:lvl1pPr indent="0" marL="0">
              <a:buNone/>
              <a:defRPr b="1" sz="2400"/>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smtClean="0"/>
              <a:t>Click to edit Master text styles</a:t>
            </a:r>
          </a:p>
        </p:txBody>
      </p:sp>
      <p:sp>
        <p:nvSpPr>
          <p:cNvPr id="1048654"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55" name="Date Placeholder 6"/>
          <p:cNvSpPr>
            <a:spLocks noGrp="1"/>
          </p:cNvSpPr>
          <p:nvPr>
            <p:ph type="dt" sz="half" idx="10"/>
          </p:nvPr>
        </p:nvSpPr>
        <p:spPr/>
        <p:txBody>
          <a:bodyPr/>
          <a:p>
            <a:fld id="{4A7A77BE-774C-405D-8F5F-E3BC7FCCFA39}" type="datetimeFigureOut">
              <a:rPr lang="en-US" smtClean="0"/>
              <a:t>11/27/2024</a:t>
            </a:fld>
            <a:endParaRPr lang="en-US"/>
          </a:p>
        </p:txBody>
      </p:sp>
      <p:sp>
        <p:nvSpPr>
          <p:cNvPr id="1048656" name="Footer Placeholder 7"/>
          <p:cNvSpPr>
            <a:spLocks noGrp="1"/>
          </p:cNvSpPr>
          <p:nvPr>
            <p:ph type="ftr" sz="quarter" idx="11"/>
          </p:nvPr>
        </p:nvSpPr>
        <p:spPr/>
        <p:txBody>
          <a:bodyPr/>
          <a:p>
            <a:endParaRPr lang="en-US"/>
          </a:p>
        </p:txBody>
      </p:sp>
      <p:sp>
        <p:nvSpPr>
          <p:cNvPr id="1048657" name="Slide Number Placeholder 8"/>
          <p:cNvSpPr>
            <a:spLocks noGrp="1"/>
          </p:cNvSpPr>
          <p:nvPr>
            <p:ph type="sldNum" sz="quarter" idx="12"/>
          </p:nvPr>
        </p:nvSpPr>
        <p:spPr/>
        <p:txBody>
          <a:bodyPr/>
          <a:p>
            <a:fld id="{C6F1C223-FF65-4396-B357-F7731A090E04}"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43" name=""/>
        <p:cNvGrpSpPr/>
        <p:nvPr/>
      </p:nvGrpSpPr>
      <p:grpSpPr>
        <a:xfrm>
          <a:off x="0" y="0"/>
          <a:ext cx="0" cy="0"/>
          <a:chOff x="0" y="0"/>
          <a:chExt cx="0" cy="0"/>
        </a:xfrm>
      </p:grpSpPr>
      <p:sp>
        <p:nvSpPr>
          <p:cNvPr id="1048619" name="Title 1"/>
          <p:cNvSpPr>
            <a:spLocks noGrp="1"/>
          </p:cNvSpPr>
          <p:nvPr>
            <p:ph type="title"/>
          </p:nvPr>
        </p:nvSpPr>
        <p:spPr/>
        <p:txBody>
          <a:bodyPr/>
          <a:p>
            <a:r>
              <a:rPr lang="en-US" smtClean="0"/>
              <a:t>Click to edit Master title style</a:t>
            </a:r>
            <a:endParaRPr lang="en-US"/>
          </a:p>
        </p:txBody>
      </p:sp>
      <p:sp>
        <p:nvSpPr>
          <p:cNvPr id="1048620" name="Date Placeholder 2"/>
          <p:cNvSpPr>
            <a:spLocks noGrp="1"/>
          </p:cNvSpPr>
          <p:nvPr>
            <p:ph type="dt" sz="half" idx="10"/>
          </p:nvPr>
        </p:nvSpPr>
        <p:spPr/>
        <p:txBody>
          <a:bodyPr/>
          <a:p>
            <a:fld id="{4A7A77BE-774C-405D-8F5F-E3BC7FCCFA39}" type="datetimeFigureOut">
              <a:rPr lang="en-US" smtClean="0"/>
              <a:t>11/27/2024</a:t>
            </a:fld>
            <a:endParaRPr lang="en-US"/>
          </a:p>
        </p:txBody>
      </p:sp>
      <p:sp>
        <p:nvSpPr>
          <p:cNvPr id="1048621" name="Footer Placeholder 3"/>
          <p:cNvSpPr>
            <a:spLocks noGrp="1"/>
          </p:cNvSpPr>
          <p:nvPr>
            <p:ph type="ftr" sz="quarter" idx="11"/>
          </p:nvPr>
        </p:nvSpPr>
        <p:spPr/>
        <p:txBody>
          <a:bodyPr/>
          <a:p>
            <a:endParaRPr lang="en-US"/>
          </a:p>
        </p:txBody>
      </p:sp>
      <p:sp>
        <p:nvSpPr>
          <p:cNvPr id="1048622" name="Slide Number Placeholder 4"/>
          <p:cNvSpPr>
            <a:spLocks noGrp="1"/>
          </p:cNvSpPr>
          <p:nvPr>
            <p:ph type="sldNum" sz="quarter" idx="12"/>
          </p:nvPr>
        </p:nvSpPr>
        <p:spPr/>
        <p:txBody>
          <a:bodyPr/>
          <a:p>
            <a:fld id="{C6F1C223-FF65-4396-B357-F7731A090E04}"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50" name=""/>
        <p:cNvGrpSpPr/>
        <p:nvPr/>
      </p:nvGrpSpPr>
      <p:grpSpPr>
        <a:xfrm>
          <a:off x="0" y="0"/>
          <a:ext cx="0" cy="0"/>
          <a:chOff x="0" y="0"/>
          <a:chExt cx="0" cy="0"/>
        </a:xfrm>
      </p:grpSpPr>
      <p:sp>
        <p:nvSpPr>
          <p:cNvPr id="1048658" name="Date Placeholder 1"/>
          <p:cNvSpPr>
            <a:spLocks noGrp="1"/>
          </p:cNvSpPr>
          <p:nvPr>
            <p:ph type="dt" sz="half" idx="10"/>
          </p:nvPr>
        </p:nvSpPr>
        <p:spPr/>
        <p:txBody>
          <a:bodyPr/>
          <a:p>
            <a:fld id="{4A7A77BE-774C-405D-8F5F-E3BC7FCCFA39}" type="datetimeFigureOut">
              <a:rPr lang="en-US" smtClean="0"/>
              <a:t>11/27/2024</a:t>
            </a:fld>
            <a:endParaRPr lang="en-US"/>
          </a:p>
        </p:txBody>
      </p:sp>
      <p:sp>
        <p:nvSpPr>
          <p:cNvPr id="1048659" name="Footer Placeholder 2"/>
          <p:cNvSpPr>
            <a:spLocks noGrp="1"/>
          </p:cNvSpPr>
          <p:nvPr>
            <p:ph type="ftr" sz="quarter" idx="11"/>
          </p:nvPr>
        </p:nvSpPr>
        <p:spPr/>
        <p:txBody>
          <a:bodyPr/>
          <a:p>
            <a:endParaRPr lang="en-US"/>
          </a:p>
        </p:txBody>
      </p:sp>
      <p:sp>
        <p:nvSpPr>
          <p:cNvPr id="1048660" name="Slide Number Placeholder 3"/>
          <p:cNvSpPr>
            <a:spLocks noGrp="1"/>
          </p:cNvSpPr>
          <p:nvPr>
            <p:ph type="sldNum" sz="quarter" idx="12"/>
          </p:nvPr>
        </p:nvSpPr>
        <p:spPr/>
        <p:txBody>
          <a:bodyPr/>
          <a:p>
            <a:fld id="{C6F1C223-FF65-4396-B357-F7731A090E04}"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51" name=""/>
        <p:cNvGrpSpPr/>
        <p:nvPr/>
      </p:nvGrpSpPr>
      <p:grpSpPr>
        <a:xfrm>
          <a:off x="0" y="0"/>
          <a:ext cx="0" cy="0"/>
          <a:chOff x="0" y="0"/>
          <a:chExt cx="0" cy="0"/>
        </a:xfrm>
      </p:grpSpPr>
      <p:sp>
        <p:nvSpPr>
          <p:cNvPr id="1048661" name="Title 1"/>
          <p:cNvSpPr>
            <a:spLocks noGrp="1"/>
          </p:cNvSpPr>
          <p:nvPr>
            <p:ph type="title"/>
          </p:nvPr>
        </p:nvSpPr>
        <p:spPr>
          <a:xfrm>
            <a:off x="457200" y="273050"/>
            <a:ext cx="3008313" cy="1162050"/>
          </a:xfrm>
        </p:spPr>
        <p:txBody>
          <a:bodyPr anchor="b"/>
          <a:lstStyle>
            <a:lvl1pPr algn="l">
              <a:defRPr b="1" sz="2000"/>
            </a:lvl1pPr>
          </a:lstStyle>
          <a:p>
            <a:r>
              <a:rPr lang="en-US" smtClean="0"/>
              <a:t>Click to edit Master title style</a:t>
            </a:r>
            <a:endParaRPr lang="en-US"/>
          </a:p>
        </p:txBody>
      </p:sp>
      <p:sp>
        <p:nvSpPr>
          <p:cNvPr id="1048662"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63" name="Text Placeholder 3"/>
          <p:cNvSpPr>
            <a:spLocks noGrp="1"/>
          </p:cNvSpPr>
          <p:nvPr>
            <p:ph type="body" sz="half" idx="2"/>
          </p:nvPr>
        </p:nvSpPr>
        <p:spPr>
          <a:xfrm>
            <a:off x="457200" y="1435100"/>
            <a:ext cx="3008313" cy="4691063"/>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8664" name="Date Placeholder 4"/>
          <p:cNvSpPr>
            <a:spLocks noGrp="1"/>
          </p:cNvSpPr>
          <p:nvPr>
            <p:ph type="dt" sz="half" idx="10"/>
          </p:nvPr>
        </p:nvSpPr>
        <p:spPr/>
        <p:txBody>
          <a:bodyPr/>
          <a:p>
            <a:fld id="{4A7A77BE-774C-405D-8F5F-E3BC7FCCFA39}" type="datetimeFigureOut">
              <a:rPr lang="en-US" smtClean="0"/>
              <a:t>11/27/2024</a:t>
            </a:fld>
            <a:endParaRPr lang="en-US"/>
          </a:p>
        </p:txBody>
      </p:sp>
      <p:sp>
        <p:nvSpPr>
          <p:cNvPr id="1048665" name="Footer Placeholder 5"/>
          <p:cNvSpPr>
            <a:spLocks noGrp="1"/>
          </p:cNvSpPr>
          <p:nvPr>
            <p:ph type="ftr" sz="quarter" idx="11"/>
          </p:nvPr>
        </p:nvSpPr>
        <p:spPr/>
        <p:txBody>
          <a:bodyPr/>
          <a:p>
            <a:endParaRPr lang="en-US"/>
          </a:p>
        </p:txBody>
      </p:sp>
      <p:sp>
        <p:nvSpPr>
          <p:cNvPr id="1048666" name="Slide Number Placeholder 6"/>
          <p:cNvSpPr>
            <a:spLocks noGrp="1"/>
          </p:cNvSpPr>
          <p:nvPr>
            <p:ph type="sldNum" sz="quarter" idx="12"/>
          </p:nvPr>
        </p:nvSpPr>
        <p:spPr/>
        <p:txBody>
          <a:bodyPr/>
          <a:p>
            <a:fld id="{C6F1C223-FF65-4396-B357-F7731A090E04}"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45" name=""/>
        <p:cNvGrpSpPr/>
        <p:nvPr/>
      </p:nvGrpSpPr>
      <p:grpSpPr>
        <a:xfrm>
          <a:off x="0" y="0"/>
          <a:ext cx="0" cy="0"/>
          <a:chOff x="0" y="0"/>
          <a:chExt cx="0" cy="0"/>
        </a:xfrm>
      </p:grpSpPr>
      <p:sp>
        <p:nvSpPr>
          <p:cNvPr id="1048628" name="Title 1"/>
          <p:cNvSpPr>
            <a:spLocks noGrp="1"/>
          </p:cNvSpPr>
          <p:nvPr>
            <p:ph type="title"/>
          </p:nvPr>
        </p:nvSpPr>
        <p:spPr>
          <a:xfrm>
            <a:off x="1792288" y="4800600"/>
            <a:ext cx="5486400" cy="566738"/>
          </a:xfrm>
        </p:spPr>
        <p:txBody>
          <a:bodyPr anchor="b"/>
          <a:lstStyle>
            <a:lvl1pPr algn="l">
              <a:defRPr b="1" sz="2000"/>
            </a:lvl1pPr>
          </a:lstStyle>
          <a:p>
            <a:r>
              <a:rPr lang="en-US" smtClean="0"/>
              <a:t>Click to edit Master title style</a:t>
            </a:r>
            <a:endParaRPr lang="en-US"/>
          </a:p>
        </p:txBody>
      </p:sp>
      <p:sp>
        <p:nvSpPr>
          <p:cNvPr id="1048629" name="Picture Placeholder 2"/>
          <p:cNvSpPr>
            <a:spLocks noGrp="1"/>
          </p:cNvSpPr>
          <p:nvPr>
            <p:ph type="pic" idx="1"/>
          </p:nvPr>
        </p:nvSpPr>
        <p:spPr>
          <a:xfrm>
            <a:off x="1792288" y="612775"/>
            <a:ext cx="5486400" cy="4114800"/>
          </a:xfrm>
        </p:spPr>
        <p:txBody>
          <a:bodyPr/>
          <a:lstStyle>
            <a:lvl1pPr indent="0" marL="0">
              <a:buNone/>
              <a:defRPr sz="3200"/>
            </a:lvl1pPr>
            <a:lvl2pPr indent="0" marL="457200">
              <a:buNone/>
              <a:defRPr sz="2800"/>
            </a:lvl2pPr>
            <a:lvl3pPr indent="0" marL="914400">
              <a:buNone/>
              <a:defRPr sz="2400"/>
            </a:lvl3pPr>
            <a:lvl4pPr indent="0" marL="1371600">
              <a:buNone/>
              <a:defRPr sz="2000"/>
            </a:lvl4pPr>
            <a:lvl5pPr indent="0" marL="1828800">
              <a:buNone/>
              <a:defRPr sz="2000"/>
            </a:lvl5pPr>
            <a:lvl6pPr indent="0" marL="2286000">
              <a:buNone/>
              <a:defRPr sz="2000"/>
            </a:lvl6pPr>
            <a:lvl7pPr indent="0" marL="2743200">
              <a:buNone/>
              <a:defRPr sz="2000"/>
            </a:lvl7pPr>
            <a:lvl8pPr indent="0" marL="3200400">
              <a:buNone/>
              <a:defRPr sz="2000"/>
            </a:lvl8pPr>
            <a:lvl9pPr indent="0" marL="3657600">
              <a:buNone/>
              <a:defRPr sz="2000"/>
            </a:lvl9pPr>
          </a:lstStyle>
          <a:p>
            <a:endParaRPr lang="en-US"/>
          </a:p>
        </p:txBody>
      </p:sp>
      <p:sp>
        <p:nvSpPr>
          <p:cNvPr id="1048630" name="Text Placeholder 3"/>
          <p:cNvSpPr>
            <a:spLocks noGrp="1"/>
          </p:cNvSpPr>
          <p:nvPr>
            <p:ph type="body" sz="half" idx="2"/>
          </p:nvPr>
        </p:nvSpPr>
        <p:spPr>
          <a:xfrm>
            <a:off x="1792288" y="5367338"/>
            <a:ext cx="5486400" cy="804862"/>
          </a:xfrm>
        </p:spPr>
        <p:txBody>
          <a:bodyPr/>
          <a:lstStyle>
            <a:lvl1pPr indent="0" marL="0">
              <a:buNone/>
              <a:defRPr sz="14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smtClean="0"/>
              <a:t>Click to edit Master text styles</a:t>
            </a:r>
          </a:p>
        </p:txBody>
      </p:sp>
      <p:sp>
        <p:nvSpPr>
          <p:cNvPr id="1048631" name="Date Placeholder 4"/>
          <p:cNvSpPr>
            <a:spLocks noGrp="1"/>
          </p:cNvSpPr>
          <p:nvPr>
            <p:ph type="dt" sz="half" idx="10"/>
          </p:nvPr>
        </p:nvSpPr>
        <p:spPr/>
        <p:txBody>
          <a:bodyPr/>
          <a:p>
            <a:fld id="{4A7A77BE-774C-405D-8F5F-E3BC7FCCFA39}" type="datetimeFigureOut">
              <a:rPr lang="en-US" smtClean="0"/>
              <a:t>11/27/2024</a:t>
            </a:fld>
            <a:endParaRPr lang="en-US"/>
          </a:p>
        </p:txBody>
      </p:sp>
      <p:sp>
        <p:nvSpPr>
          <p:cNvPr id="1048632" name="Footer Placeholder 5"/>
          <p:cNvSpPr>
            <a:spLocks noGrp="1"/>
          </p:cNvSpPr>
          <p:nvPr>
            <p:ph type="ftr" sz="quarter" idx="11"/>
          </p:nvPr>
        </p:nvSpPr>
        <p:spPr/>
        <p:txBody>
          <a:bodyPr/>
          <a:p>
            <a:endParaRPr lang="en-US"/>
          </a:p>
        </p:txBody>
      </p:sp>
      <p:sp>
        <p:nvSpPr>
          <p:cNvPr id="1048633" name="Slide Number Placeholder 6"/>
          <p:cNvSpPr>
            <a:spLocks noGrp="1"/>
          </p:cNvSpPr>
          <p:nvPr>
            <p:ph type="sldNum" sz="quarter" idx="12"/>
          </p:nvPr>
        </p:nvSpPr>
        <p:spPr/>
        <p:txBody>
          <a:bodyPr/>
          <a:p>
            <a:fld id="{C6F1C223-FF65-4396-B357-F7731A090E04}"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46" name=""/>
        <p:cNvGrpSpPr/>
        <p:nvPr/>
      </p:nvGrpSpPr>
      <p:grpSpPr>
        <a:xfrm>
          <a:off x="0" y="0"/>
          <a:ext cx="0" cy="0"/>
          <a:chOff x="0" y="0"/>
          <a:chExt cx="0" cy="0"/>
        </a:xfrm>
      </p:grpSpPr>
      <p:sp>
        <p:nvSpPr>
          <p:cNvPr id="1048634" name="Title 1"/>
          <p:cNvSpPr>
            <a:spLocks noGrp="1"/>
          </p:cNvSpPr>
          <p:nvPr>
            <p:ph type="title"/>
          </p:nvPr>
        </p:nvSpPr>
        <p:spPr/>
        <p:txBody>
          <a:bodyPr/>
          <a:p>
            <a:r>
              <a:rPr lang="en-US" smtClean="0"/>
              <a:t>Click to edit Master title style</a:t>
            </a:r>
            <a:endParaRPr lang="en-US"/>
          </a:p>
        </p:txBody>
      </p:sp>
      <p:sp>
        <p:nvSpPr>
          <p:cNvPr id="1048635" name="Vertical Text Placeholder 2"/>
          <p:cNvSpPr>
            <a:spLocks noGrp="1"/>
          </p:cNvSpPr>
          <p:nvPr>
            <p:ph type="body" orient="vert" idx="1"/>
          </p:nvPr>
        </p:nvSpPr>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36" name="Date Placeholder 3"/>
          <p:cNvSpPr>
            <a:spLocks noGrp="1"/>
          </p:cNvSpPr>
          <p:nvPr>
            <p:ph type="dt" sz="half" idx="10"/>
          </p:nvPr>
        </p:nvSpPr>
        <p:spPr/>
        <p:txBody>
          <a:bodyPr/>
          <a:p>
            <a:fld id="{4A7A77BE-774C-405D-8F5F-E3BC7FCCFA39}" type="datetimeFigureOut">
              <a:rPr lang="en-US" smtClean="0"/>
              <a:t>11/27/2024</a:t>
            </a:fld>
            <a:endParaRPr lang="en-US"/>
          </a:p>
        </p:txBody>
      </p:sp>
      <p:sp>
        <p:nvSpPr>
          <p:cNvPr id="1048637" name="Footer Placeholder 4"/>
          <p:cNvSpPr>
            <a:spLocks noGrp="1"/>
          </p:cNvSpPr>
          <p:nvPr>
            <p:ph type="ftr" sz="quarter" idx="11"/>
          </p:nvPr>
        </p:nvSpPr>
        <p:spPr/>
        <p:txBody>
          <a:bodyPr/>
          <a:p>
            <a:endParaRPr lang="en-US"/>
          </a:p>
        </p:txBody>
      </p:sp>
      <p:sp>
        <p:nvSpPr>
          <p:cNvPr id="1048638" name="Slide Number Placeholder 5"/>
          <p:cNvSpPr>
            <a:spLocks noGrp="1"/>
          </p:cNvSpPr>
          <p:nvPr>
            <p:ph type="sldNum" sz="quarter" idx="12"/>
          </p:nvPr>
        </p:nvSpPr>
        <p:spPr/>
        <p:txBody>
          <a:bodyPr/>
          <a:p>
            <a:fld id="{C6F1C223-FF65-4396-B357-F7731A090E04}"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type="vertTitleAndTx">
  <p:cSld name="Vertical Title and Text">
    <p:spTree>
      <p:nvGrpSpPr>
        <p:cNvPr id="44" name=""/>
        <p:cNvGrpSpPr/>
        <p:nvPr/>
      </p:nvGrpSpPr>
      <p:grpSpPr>
        <a:xfrm>
          <a:off x="0" y="0"/>
          <a:ext cx="0" cy="0"/>
          <a:chOff x="0" y="0"/>
          <a:chExt cx="0" cy="0"/>
        </a:xfrm>
      </p:grpSpPr>
      <p:sp>
        <p:nvSpPr>
          <p:cNvPr id="1048623" name="Vertical Title 1"/>
          <p:cNvSpPr>
            <a:spLocks noGrp="1"/>
          </p:cNvSpPr>
          <p:nvPr>
            <p:ph type="title" orient="vert"/>
          </p:nvPr>
        </p:nvSpPr>
        <p:spPr>
          <a:xfrm>
            <a:off x="6629400" y="274638"/>
            <a:ext cx="2057400" cy="5851525"/>
          </a:xfrm>
        </p:spPr>
        <p:txBody>
          <a:bodyPr vert="eaVert"/>
          <a:p>
            <a:r>
              <a:rPr lang="en-US" smtClean="0"/>
              <a:t>Click to edit Master title style</a:t>
            </a:r>
            <a:endParaRPr lang="en-US"/>
          </a:p>
        </p:txBody>
      </p:sp>
      <p:sp>
        <p:nvSpPr>
          <p:cNvPr id="1048624" name="Vertical Text Placeholder 2"/>
          <p:cNvSpPr>
            <a:spLocks noGrp="1"/>
          </p:cNvSpPr>
          <p:nvPr>
            <p:ph type="body" orient="vert" idx="1"/>
          </p:nvPr>
        </p:nvSpPr>
        <p:spPr>
          <a:xfrm>
            <a:off x="457200" y="274638"/>
            <a:ext cx="6019800" cy="5851525"/>
          </a:xfrm>
        </p:spPr>
        <p:txBody>
          <a:bodyPr vert="eaVert"/>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625" name="Date Placeholder 3"/>
          <p:cNvSpPr>
            <a:spLocks noGrp="1"/>
          </p:cNvSpPr>
          <p:nvPr>
            <p:ph type="dt" sz="half" idx="10"/>
          </p:nvPr>
        </p:nvSpPr>
        <p:spPr/>
        <p:txBody>
          <a:bodyPr/>
          <a:p>
            <a:fld id="{4A7A77BE-774C-405D-8F5F-E3BC7FCCFA39}" type="datetimeFigureOut">
              <a:rPr lang="en-US" smtClean="0"/>
              <a:t>11/27/2024</a:t>
            </a:fld>
            <a:endParaRPr lang="en-US"/>
          </a:p>
        </p:txBody>
      </p:sp>
      <p:sp>
        <p:nvSpPr>
          <p:cNvPr id="1048626" name="Footer Placeholder 4"/>
          <p:cNvSpPr>
            <a:spLocks noGrp="1"/>
          </p:cNvSpPr>
          <p:nvPr>
            <p:ph type="ftr" sz="quarter" idx="11"/>
          </p:nvPr>
        </p:nvSpPr>
        <p:spPr/>
        <p:txBody>
          <a:bodyPr/>
          <a:p>
            <a:endParaRPr lang="en-US"/>
          </a:p>
        </p:txBody>
      </p:sp>
      <p:sp>
        <p:nvSpPr>
          <p:cNvPr id="1048627" name="Slide Number Placeholder 5"/>
          <p:cNvSpPr>
            <a:spLocks noGrp="1"/>
          </p:cNvSpPr>
          <p:nvPr>
            <p:ph type="sldNum" sz="quarter" idx="12"/>
          </p:nvPr>
        </p:nvSpPr>
        <p:spPr/>
        <p:txBody>
          <a:bodyPr/>
          <a:p>
            <a:fld id="{C6F1C223-FF65-4396-B357-F7731A090E04}"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1" name=""/>
        <p:cNvGrpSpPr/>
        <p:nvPr/>
      </p:nvGrpSpPr>
      <p:grpSpPr>
        <a:xfrm>
          <a:off x="0" y="0"/>
          <a:ext cx="0" cy="0"/>
          <a:chOff x="0" y="0"/>
          <a:chExt cx="0" cy="0"/>
        </a:xfrm>
      </p:grpSpPr>
      <p:sp>
        <p:nvSpPr>
          <p:cNvPr id="1048576" name="Title Placeholder 1"/>
          <p:cNvSpPr>
            <a:spLocks noGrp="1"/>
          </p:cNvSpPr>
          <p:nvPr>
            <p:ph type="title"/>
          </p:nvPr>
        </p:nvSpPr>
        <p:spPr>
          <a:xfrm>
            <a:off x="457200" y="274638"/>
            <a:ext cx="8229600" cy="1143000"/>
          </a:xfrm>
          <a:prstGeom prst="rect"/>
        </p:spPr>
        <p:txBody>
          <a:bodyPr anchor="ctr" bIns="45720" lIns="91440" rIns="91440" rtlCol="0" tIns="45720" vert="horz">
            <a:normAutofit/>
          </a:bodyPr>
          <a:p>
            <a:r>
              <a:rPr lang="en-US" smtClean="0"/>
              <a:t>Click to edit Master title style</a:t>
            </a:r>
            <a:endParaRPr lang="en-US"/>
          </a:p>
        </p:txBody>
      </p:sp>
      <p:sp>
        <p:nvSpPr>
          <p:cNvPr id="1048577" name="Text Placeholder 2"/>
          <p:cNvSpPr>
            <a:spLocks noGrp="1"/>
          </p:cNvSpPr>
          <p:nvPr>
            <p:ph type="body" idx="1"/>
          </p:nvPr>
        </p:nvSpPr>
        <p:spPr>
          <a:xfrm>
            <a:off x="457200" y="1600200"/>
            <a:ext cx="8229600" cy="4525963"/>
          </a:xfrm>
          <a:prstGeom prst="rect"/>
        </p:spPr>
        <p:txBody>
          <a:bodyPr bIns="45720" lIns="91440" rIns="91440" rtlCol="0" tIns="45720" vert="horz">
            <a:normAutofit/>
          </a:bodyPr>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048578" name="Date Placeholder 3"/>
          <p:cNvSpPr>
            <a:spLocks noGrp="1"/>
          </p:cNvSpPr>
          <p:nvPr>
            <p:ph type="dt" sz="half" idx="2"/>
          </p:nvPr>
        </p:nvSpPr>
        <p:spPr>
          <a:xfrm>
            <a:off x="457200" y="6356350"/>
            <a:ext cx="2133600" cy="365125"/>
          </a:xfrm>
          <a:prstGeom prst="rect"/>
        </p:spPr>
        <p:txBody>
          <a:bodyPr anchor="ctr" bIns="45720" lIns="91440" rIns="91440" rtlCol="0" tIns="45720" vert="horz"/>
          <a:lstStyle>
            <a:lvl1pPr algn="l">
              <a:defRPr sz="1200">
                <a:solidFill>
                  <a:schemeClr val="tx1">
                    <a:tint val="75000"/>
                  </a:schemeClr>
                </a:solidFill>
              </a:defRPr>
            </a:lvl1pPr>
          </a:lstStyle>
          <a:p>
            <a:fld id="{4A7A77BE-774C-405D-8F5F-E3BC7FCCFA39}" type="datetimeFigureOut">
              <a:rPr lang="en-US" smtClean="0"/>
              <a:t>11/27/2024</a:t>
            </a:fld>
            <a:endParaRPr lang="en-US"/>
          </a:p>
        </p:txBody>
      </p:sp>
      <p:sp>
        <p:nvSpPr>
          <p:cNvPr id="1048579" name="Footer Placeholder 4"/>
          <p:cNvSpPr>
            <a:spLocks noGrp="1"/>
          </p:cNvSpPr>
          <p:nvPr>
            <p:ph type="ftr" sz="quarter" idx="3"/>
          </p:nvPr>
        </p:nvSpPr>
        <p:spPr>
          <a:xfrm>
            <a:off x="3124200" y="6356350"/>
            <a:ext cx="2895600" cy="365125"/>
          </a:xfrm>
          <a:prstGeom prst="rect"/>
        </p:spPr>
        <p:txBody>
          <a:bodyPr anchor="ctr" bIns="45720" lIns="91440" rIns="91440" rtlCol="0" tIns="45720" vert="horz"/>
          <a:lstStyle>
            <a:lvl1pPr algn="ctr">
              <a:defRPr sz="1200">
                <a:solidFill>
                  <a:schemeClr val="tx1">
                    <a:tint val="75000"/>
                  </a:schemeClr>
                </a:solidFill>
              </a:defRPr>
            </a:lvl1pPr>
          </a:lstStyle>
          <a:p>
            <a:endParaRPr lang="en-US"/>
          </a:p>
        </p:txBody>
      </p:sp>
      <p:sp>
        <p:nvSpPr>
          <p:cNvPr id="1048580" name="Slide Number Placeholder 5"/>
          <p:cNvSpPr>
            <a:spLocks noGrp="1"/>
          </p:cNvSpPr>
          <p:nvPr>
            <p:ph type="sldNum" sz="quarter" idx="4"/>
          </p:nvPr>
        </p:nvSpPr>
        <p:spPr>
          <a:xfrm>
            <a:off x="6553200" y="6356350"/>
            <a:ext cx="2133600" cy="365125"/>
          </a:xfrm>
          <a:prstGeom prst="rect"/>
        </p:spPr>
        <p:txBody>
          <a:bodyPr anchor="ctr" bIns="45720" lIns="91440" rIns="91440" rtlCol="0" tIns="45720" vert="horz"/>
          <a:lstStyle>
            <a:lvl1pPr algn="r">
              <a:defRPr sz="1200">
                <a:solidFill>
                  <a:schemeClr val="tx1">
                    <a:tint val="75000"/>
                  </a:schemeClr>
                </a:solidFill>
              </a:defRPr>
            </a:lvl1pPr>
          </a:lstStyle>
          <a:p>
            <a:fld id="{C6F1C223-FF65-4396-B357-F7731A090E04}" type="slidenum">
              <a:rPr lang="en-US" smtClean="0"/>
              <a:t>‹#›</a:t>
            </a:fld>
            <a:endParaRPr lang="en-US"/>
          </a:p>
        </p:txBody>
      </p:sp>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eaLnBrk="1" hangingPunct="1" latinLnBrk="0" rtl="0">
        <a:spcBef>
          <a:spcPct val="0"/>
        </a:spcBef>
        <a:buNone/>
        <a:defRPr sz="4400" kern="1200">
          <a:solidFill>
            <a:schemeClr val="tx1"/>
          </a:solidFill>
          <a:latin typeface="+mj-lt"/>
          <a:ea typeface="+mj-ea"/>
          <a:cs typeface="+mj-cs"/>
        </a:defRPr>
      </a:lvl1pPr>
    </p:titleStyle>
    <p:bodyStyle>
      <a:lvl1pPr algn="l" defTabSz="914400" eaLnBrk="1" hangingPunct="1" indent="-342900" latinLnBrk="0" marL="342900" rtl="0">
        <a:spcBef>
          <a:spcPct val="20000"/>
        </a:spcBef>
        <a:buFont typeface="Arial" pitchFamily="34" charset="0"/>
        <a:buChar char="•"/>
        <a:defRPr sz="3200" kern="1200">
          <a:solidFill>
            <a:schemeClr val="tx1"/>
          </a:solidFill>
          <a:latin typeface="+mn-lt"/>
          <a:ea typeface="+mn-ea"/>
          <a:cs typeface="+mn-cs"/>
        </a:defRPr>
      </a:lvl1pPr>
      <a:lvl2pPr algn="l" defTabSz="914400" eaLnBrk="1" hangingPunct="1" indent="-285750" latinLnBrk="0" marL="742950" rtl="0">
        <a:spcBef>
          <a:spcPct val="20000"/>
        </a:spcBef>
        <a:buFont typeface="Arial" pitchFamily="34" charset="0"/>
        <a:buChar char="–"/>
        <a:defRPr sz="2800" kern="1200">
          <a:solidFill>
            <a:schemeClr val="tx1"/>
          </a:solidFill>
          <a:latin typeface="+mn-lt"/>
          <a:ea typeface="+mn-ea"/>
          <a:cs typeface="+mn-cs"/>
        </a:defRPr>
      </a:lvl2pPr>
      <a:lvl3pPr algn="l" defTabSz="914400" eaLnBrk="1" hangingPunct="1" indent="-228600" latinLnBrk="0" marL="1143000" rtl="0">
        <a:spcBef>
          <a:spcPct val="20000"/>
        </a:spcBef>
        <a:buFont typeface="Arial" pitchFamily="34" charset="0"/>
        <a:buChar char="•"/>
        <a:defRPr sz="2400" kern="1200">
          <a:solidFill>
            <a:schemeClr val="tx1"/>
          </a:solidFill>
          <a:latin typeface="+mn-lt"/>
          <a:ea typeface="+mn-ea"/>
          <a:cs typeface="+mn-cs"/>
        </a:defRPr>
      </a:lvl3pPr>
      <a:lvl4pPr algn="l" defTabSz="914400" eaLnBrk="1" hangingPunct="1" indent="-228600" latinLnBrk="0" marL="1600200" rtl="0">
        <a:spcBef>
          <a:spcPct val="20000"/>
        </a:spcBef>
        <a:buFont typeface="Arial" pitchFamily="34" charset="0"/>
        <a:buChar char="–"/>
        <a:defRPr sz="2000" kern="1200">
          <a:solidFill>
            <a:schemeClr val="tx1"/>
          </a:solidFill>
          <a:latin typeface="+mn-lt"/>
          <a:ea typeface="+mn-ea"/>
          <a:cs typeface="+mn-cs"/>
        </a:defRPr>
      </a:lvl4pPr>
      <a:lvl5pPr algn="l" defTabSz="914400" eaLnBrk="1" hangingPunct="1" indent="-228600" latinLnBrk="0" marL="2057400" rtl="0">
        <a:spcBef>
          <a:spcPct val="20000"/>
        </a:spcBef>
        <a:buFont typeface="Arial" pitchFamily="34" charset="0"/>
        <a:buChar char="»"/>
        <a:defRPr sz="2000" kern="1200">
          <a:solidFill>
            <a:schemeClr val="tx1"/>
          </a:solidFill>
          <a:latin typeface="+mn-lt"/>
          <a:ea typeface="+mn-ea"/>
          <a:cs typeface="+mn-cs"/>
        </a:defRPr>
      </a:lvl5pPr>
      <a:lvl6pPr algn="l" defTabSz="914400" eaLnBrk="1" hangingPunct="1" indent="-228600" latinLnBrk="0" marL="2514600" rtl="0">
        <a:spcBef>
          <a:spcPct val="20000"/>
        </a:spcBef>
        <a:buFont typeface="Arial" pitchFamily="34" charset="0"/>
        <a:buChar char="•"/>
        <a:defRPr sz="2000" kern="1200">
          <a:solidFill>
            <a:schemeClr val="tx1"/>
          </a:solidFill>
          <a:latin typeface="+mn-lt"/>
          <a:ea typeface="+mn-ea"/>
          <a:cs typeface="+mn-cs"/>
        </a:defRPr>
      </a:lvl6pPr>
      <a:lvl7pPr algn="l" defTabSz="914400" eaLnBrk="1" hangingPunct="1" indent="-228600" latinLnBrk="0" marL="2971800" rtl="0">
        <a:spcBef>
          <a:spcPct val="20000"/>
        </a:spcBef>
        <a:buFont typeface="Arial" pitchFamily="34" charset="0"/>
        <a:buChar char="•"/>
        <a:defRPr sz="2000" kern="1200">
          <a:solidFill>
            <a:schemeClr val="tx1"/>
          </a:solidFill>
          <a:latin typeface="+mn-lt"/>
          <a:ea typeface="+mn-ea"/>
          <a:cs typeface="+mn-cs"/>
        </a:defRPr>
      </a:lvl7pPr>
      <a:lvl8pPr algn="l" defTabSz="914400" eaLnBrk="1" hangingPunct="1" indent="-228600" latinLnBrk="0" marL="3429000" rtl="0">
        <a:spcBef>
          <a:spcPct val="20000"/>
        </a:spcBef>
        <a:buFont typeface="Arial" pitchFamily="34" charset="0"/>
        <a:buChar char="•"/>
        <a:defRPr sz="2000" kern="1200">
          <a:solidFill>
            <a:schemeClr val="tx1"/>
          </a:solidFill>
          <a:latin typeface="+mn-lt"/>
          <a:ea typeface="+mn-ea"/>
          <a:cs typeface="+mn-cs"/>
        </a:defRPr>
      </a:lvl8pPr>
      <a:lvl9pPr algn="l" defTabSz="914400" eaLnBrk="1" hangingPunct="1" indent="-228600" latinLnBrk="0" marL="3886200" rtl="0">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hyperlink" Target="mailto:John@exact.tml.com" TargetMode="External"/><Relationship Id="rId2"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4" name=""/>
        <p:cNvGrpSpPr/>
        <p:nvPr/>
      </p:nvGrpSpPr>
      <p:grpSpPr>
        <a:xfrm>
          <a:off x="0" y="0"/>
          <a:ext cx="0" cy="0"/>
          <a:chOff x="0" y="0"/>
          <a:chExt cx="0" cy="0"/>
        </a:xfrm>
      </p:grpSpPr>
      <p:sp>
        <p:nvSpPr>
          <p:cNvPr id="1048586" name="Title 1"/>
          <p:cNvSpPr>
            <a:spLocks noGrp="1"/>
          </p:cNvSpPr>
          <p:nvPr>
            <p:ph type="ctrTitle"/>
          </p:nvPr>
        </p:nvSpPr>
        <p:spPr/>
        <p:txBody>
          <a:bodyPr/>
          <a:p>
            <a:r>
              <a:rPr dirty="0" lang="en-US" smtClean="0"/>
              <a:t>EMAIL WRITING </a:t>
            </a:r>
            <a:endParaRPr dirty="0" lang="en-US"/>
          </a:p>
        </p:txBody>
      </p:sp>
      <p:sp>
        <p:nvSpPr>
          <p:cNvPr id="1048587" name="Subtitle 2"/>
          <p:cNvSpPr>
            <a:spLocks noGrp="1"/>
          </p:cNvSpPr>
          <p:nvPr>
            <p:ph type="subTitle" idx="1"/>
          </p:nvPr>
        </p:nvSpPr>
        <p:spPr/>
        <p:txBody>
          <a:bodyPr/>
          <a:p>
            <a:r>
              <a:rPr dirty="0" lang="en-US" smtClean="0"/>
              <a:t>Ms. </a:t>
            </a:r>
            <a:r>
              <a:rPr dirty="0" lang="en-US" err="1" smtClean="0"/>
              <a:t>Madiha</a:t>
            </a:r>
            <a:endParaRPr dirty="0"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30" name=""/>
        <p:cNvGrpSpPr/>
        <p:nvPr/>
      </p:nvGrpSpPr>
      <p:grpSpPr>
        <a:xfrm>
          <a:off x="0" y="0"/>
          <a:ext cx="0" cy="0"/>
          <a:chOff x="0" y="0"/>
          <a:chExt cx="0" cy="0"/>
        </a:xfrm>
      </p:grpSpPr>
      <p:sp>
        <p:nvSpPr>
          <p:cNvPr id="1048593" name="Title 1"/>
          <p:cNvSpPr>
            <a:spLocks noGrp="1"/>
          </p:cNvSpPr>
          <p:nvPr>
            <p:ph type="title"/>
          </p:nvPr>
        </p:nvSpPr>
        <p:spPr/>
        <p:txBody>
          <a:bodyPr/>
          <a:p>
            <a:endParaRPr lang="en-US"/>
          </a:p>
        </p:txBody>
      </p:sp>
      <p:sp>
        <p:nvSpPr>
          <p:cNvPr id="1048594" name="Content Placeholder 2"/>
          <p:cNvSpPr>
            <a:spLocks noGrp="1"/>
          </p:cNvSpPr>
          <p:nvPr>
            <p:ph idx="1"/>
          </p:nvPr>
        </p:nvSpPr>
        <p:spPr/>
        <p:txBody>
          <a:bodyPr/>
          <a:p>
            <a:r>
              <a:rPr dirty="0" lang="en-US" smtClean="0"/>
              <a:t>In the information age, email has become the dominant form of communication. Being able to write a polished, professional email is now a critical skill both in college and the workplace.</a:t>
            </a:r>
            <a:endParaRPr dirty="0"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31" name=""/>
        <p:cNvGrpSpPr/>
        <p:nvPr/>
      </p:nvGrpSpPr>
      <p:grpSpPr>
        <a:xfrm>
          <a:off x="0" y="0"/>
          <a:ext cx="0" cy="0"/>
          <a:chOff x="0" y="0"/>
          <a:chExt cx="0" cy="0"/>
        </a:xfrm>
      </p:grpSpPr>
      <p:sp>
        <p:nvSpPr>
          <p:cNvPr id="1048595" name="Title 1"/>
          <p:cNvSpPr>
            <a:spLocks noGrp="1"/>
          </p:cNvSpPr>
          <p:nvPr>
            <p:ph type="title"/>
          </p:nvPr>
        </p:nvSpPr>
        <p:spPr/>
        <p:txBody>
          <a:bodyPr>
            <a:normAutofit fontScale="90000"/>
          </a:bodyPr>
          <a:p>
            <a:r>
              <a:rPr dirty="0" lang="en-US" smtClean="0"/>
              <a:t>Informal vs. Formal</a:t>
            </a:r>
            <a:br>
              <a:rPr dirty="0" lang="en-US" smtClean="0"/>
            </a:br>
            <a:endParaRPr dirty="0" lang="en-US"/>
          </a:p>
        </p:txBody>
      </p:sp>
      <p:sp>
        <p:nvSpPr>
          <p:cNvPr id="1048596" name="Content Placeholder 2"/>
          <p:cNvSpPr>
            <a:spLocks noGrp="1"/>
          </p:cNvSpPr>
          <p:nvPr>
            <p:ph idx="1"/>
          </p:nvPr>
        </p:nvSpPr>
        <p:spPr/>
        <p:txBody>
          <a:bodyPr>
            <a:normAutofit fontScale="78125" lnSpcReduction="20000"/>
          </a:bodyPr>
          <a:p>
            <a:r>
              <a:rPr dirty="0" lang="en-US" smtClean="0"/>
              <a:t>Informal:</a:t>
            </a:r>
          </a:p>
          <a:p>
            <a:r>
              <a:rPr dirty="0" lang="en-US" smtClean="0"/>
              <a:t>Written to friends and family</a:t>
            </a:r>
          </a:p>
          <a:p>
            <a:r>
              <a:rPr dirty="0" lang="en-US" smtClean="0"/>
              <a:t>Accuracy and grammar (spelling and punctuation) are not important</a:t>
            </a:r>
          </a:p>
          <a:p>
            <a:r>
              <a:rPr dirty="0" lang="en-US" smtClean="0"/>
              <a:t>You can make up your own rules</a:t>
            </a:r>
          </a:p>
          <a:p>
            <a:r>
              <a:rPr b="1" dirty="0" lang="en-US" smtClean="0"/>
              <a:t>Example:</a:t>
            </a:r>
          </a:p>
          <a:p>
            <a:r>
              <a:rPr dirty="0" lang="en-US" smtClean="0"/>
              <a:t>Hi Anne,</a:t>
            </a:r>
          </a:p>
          <a:p>
            <a:r>
              <a:rPr dirty="0" lang="en-US" smtClean="0"/>
              <a:t>I miss you so much! Can’t wait to see you on Friday!! We haven’t hung out in so long! I miss my </a:t>
            </a:r>
            <a:r>
              <a:rPr dirty="0" lang="en-US" err="1" smtClean="0"/>
              <a:t>bestie</a:t>
            </a:r>
            <a:r>
              <a:rPr dirty="0" lang="en-US" smtClean="0"/>
              <a:t>! Maybe we can go to the movies or dinner or just chill and watch TV and catch up...</a:t>
            </a:r>
            <a:r>
              <a:rPr dirty="0" lang="en-US" err="1" smtClean="0"/>
              <a:t>idc</a:t>
            </a:r>
            <a:r>
              <a:rPr dirty="0" lang="en-US" smtClean="0"/>
              <a:t>, whichever you want.</a:t>
            </a:r>
          </a:p>
          <a:p>
            <a:pPr>
              <a:buNone/>
            </a:pPr>
            <a:r>
              <a:rPr dirty="0" lang="en-US" smtClean="0"/>
              <a:t>    Love </a:t>
            </a:r>
            <a:r>
              <a:rPr dirty="0" lang="en-US" err="1" smtClean="0"/>
              <a:t>ya</a:t>
            </a:r>
            <a:r>
              <a:rPr dirty="0" lang="en-US" smtClean="0"/>
              <a:t>,</a:t>
            </a:r>
          </a:p>
          <a:p>
            <a:pPr>
              <a:buNone/>
            </a:pPr>
            <a:r>
              <a:rPr dirty="0" lang="en-US" smtClean="0"/>
              <a:t>     Jules</a:t>
            </a:r>
            <a:endParaRPr dirty="0"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32" name=""/>
        <p:cNvGrpSpPr/>
        <p:nvPr/>
      </p:nvGrpSpPr>
      <p:grpSpPr>
        <a:xfrm>
          <a:off x="0" y="0"/>
          <a:ext cx="0" cy="0"/>
          <a:chOff x="0" y="0"/>
          <a:chExt cx="0" cy="0"/>
        </a:xfrm>
      </p:grpSpPr>
      <p:sp>
        <p:nvSpPr>
          <p:cNvPr id="1048597" name="Title 1"/>
          <p:cNvSpPr>
            <a:spLocks noGrp="1"/>
          </p:cNvSpPr>
          <p:nvPr>
            <p:ph type="title"/>
          </p:nvPr>
        </p:nvSpPr>
        <p:spPr/>
        <p:txBody>
          <a:bodyPr>
            <a:normAutofit fontScale="90000"/>
          </a:bodyPr>
          <a:p>
            <a:r>
              <a:rPr dirty="0" lang="en-US" smtClean="0"/>
              <a:t>Formal:</a:t>
            </a:r>
            <a:br>
              <a:rPr dirty="0" lang="en-US" smtClean="0"/>
            </a:br>
            <a:endParaRPr dirty="0" lang="en-US"/>
          </a:p>
        </p:txBody>
      </p:sp>
      <p:sp>
        <p:nvSpPr>
          <p:cNvPr id="1048598" name="Content Placeholder 2"/>
          <p:cNvSpPr>
            <a:spLocks noGrp="1"/>
          </p:cNvSpPr>
          <p:nvPr>
            <p:ph idx="1"/>
          </p:nvPr>
        </p:nvSpPr>
        <p:spPr/>
        <p:txBody>
          <a:bodyPr>
            <a:normAutofit fontScale="78125" lnSpcReduction="20000"/>
          </a:bodyPr>
          <a:p>
            <a:r>
              <a:rPr dirty="0" lang="en-US" smtClean="0"/>
              <a:t>Written to a professor, colleague, boss, etc.</a:t>
            </a:r>
          </a:p>
          <a:p>
            <a:r>
              <a:rPr dirty="0" lang="en-US" smtClean="0"/>
              <a:t>Must always be professional</a:t>
            </a:r>
          </a:p>
          <a:p>
            <a:r>
              <a:rPr dirty="0" lang="en-US" smtClean="0"/>
              <a:t>Accurate grammar, punctuation, and spelling necessary</a:t>
            </a:r>
          </a:p>
          <a:p>
            <a:r>
              <a:rPr dirty="0" lang="en-US" smtClean="0"/>
              <a:t>Example:</a:t>
            </a:r>
          </a:p>
          <a:p>
            <a:pPr>
              <a:buNone/>
            </a:pPr>
            <a:r>
              <a:rPr dirty="0" lang="en-US" smtClean="0"/>
              <a:t>     Dear Professor Johnson,</a:t>
            </a:r>
          </a:p>
          <a:p>
            <a:pPr>
              <a:buNone/>
            </a:pPr>
            <a:r>
              <a:rPr dirty="0" lang="en-US" smtClean="0"/>
              <a:t>    I hope this email finds you well. I was unable to attend class today due to a doctor’s appointment. When you have a moment, could please let me know what I missed and what homework I need to have completed for Friday?</a:t>
            </a:r>
          </a:p>
          <a:p>
            <a:pPr>
              <a:buNone/>
            </a:pPr>
            <a:r>
              <a:rPr dirty="0" lang="en-US"/>
              <a:t>	</a:t>
            </a:r>
            <a:r>
              <a:rPr dirty="0" lang="en-US" smtClean="0"/>
              <a:t>Thank you,</a:t>
            </a:r>
          </a:p>
          <a:p>
            <a:pPr>
              <a:buNone/>
            </a:pPr>
            <a:r>
              <a:rPr dirty="0" lang="en-US" smtClean="0"/>
              <a:t>	Julia Smith. </a:t>
            </a:r>
            <a:endParaRPr dirty="0"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33" name=""/>
        <p:cNvGrpSpPr/>
        <p:nvPr/>
      </p:nvGrpSpPr>
      <p:grpSpPr>
        <a:xfrm>
          <a:off x="0" y="0"/>
          <a:ext cx="0" cy="0"/>
          <a:chOff x="0" y="0"/>
          <a:chExt cx="0" cy="0"/>
        </a:xfrm>
      </p:grpSpPr>
      <p:sp>
        <p:nvSpPr>
          <p:cNvPr id="1048599" name="Title 1"/>
          <p:cNvSpPr>
            <a:spLocks noGrp="1"/>
          </p:cNvSpPr>
          <p:nvPr>
            <p:ph type="title"/>
          </p:nvPr>
        </p:nvSpPr>
        <p:spPr/>
        <p:txBody>
          <a:bodyPr>
            <a:normAutofit fontScale="90000"/>
          </a:bodyPr>
          <a:p>
            <a:r>
              <a:rPr dirty="0" lang="en-US" smtClean="0"/>
              <a:t>Email Format:</a:t>
            </a:r>
            <a:br>
              <a:rPr dirty="0" lang="en-US" smtClean="0"/>
            </a:br>
            <a:endParaRPr dirty="0" lang="en-US"/>
          </a:p>
        </p:txBody>
      </p:sp>
      <p:sp>
        <p:nvSpPr>
          <p:cNvPr id="1048600" name="Content Placeholder 2"/>
          <p:cNvSpPr>
            <a:spLocks noGrp="1"/>
          </p:cNvSpPr>
          <p:nvPr>
            <p:ph idx="1"/>
          </p:nvPr>
        </p:nvSpPr>
        <p:spPr>
          <a:xfrm>
            <a:off x="152400" y="1066800"/>
            <a:ext cx="8534400" cy="5059363"/>
          </a:xfrm>
        </p:spPr>
        <p:txBody>
          <a:bodyPr>
            <a:normAutofit fontScale="81250" lnSpcReduction="20000"/>
          </a:bodyPr>
          <a:p>
            <a:pPr algn="just" indent="-514350" marL="514350">
              <a:buFont typeface="+mj-lt"/>
              <a:buAutoNum type="arabicPeriod"/>
            </a:pPr>
            <a:r>
              <a:rPr b="1" dirty="0" lang="en-US" smtClean="0"/>
              <a:t>Subject </a:t>
            </a:r>
          </a:p>
          <a:p>
            <a:pPr algn="just" indent="-514350" marL="514350"/>
            <a:r>
              <a:rPr dirty="0" lang="en-US" smtClean="0"/>
              <a:t>The subject line is the first thing readers will look at in their inboxes. Using an accurate subject line that is neither too short nor too long, therefore, is imperative. </a:t>
            </a:r>
          </a:p>
          <a:p>
            <a:pPr algn="just" indent="-514350" marL="514350"/>
            <a:r>
              <a:rPr dirty="0" lang="en-US" smtClean="0"/>
              <a:t>A rule of thumb is to use keywords from the main text that relay the exact purpose of your email. </a:t>
            </a:r>
          </a:p>
          <a:p>
            <a:pPr algn="just" indent="-514350" marL="514350"/>
            <a:r>
              <a:rPr dirty="0" lang="en-US" smtClean="0"/>
              <a:t>A subject line should be like the headline of a newspaper</a:t>
            </a:r>
          </a:p>
          <a:p>
            <a:pPr algn="just" indent="-514350" marL="514350"/>
            <a:r>
              <a:rPr dirty="0" lang="en-US" smtClean="0"/>
              <a:t>A subject line should tell your reader the purpose of your email in a concise manner but should be more than one word. “Hi” or “FYI” don’t tell the recipient anything about your email, but “Question about Class Thursday” or “Need help understanding the homework” tell your reader the purpose of your message.</a:t>
            </a:r>
            <a:endParaRPr dirty="0"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34" name=""/>
        <p:cNvGrpSpPr/>
        <p:nvPr/>
      </p:nvGrpSpPr>
      <p:grpSpPr>
        <a:xfrm>
          <a:off x="0" y="0"/>
          <a:ext cx="0" cy="0"/>
          <a:chOff x="0" y="0"/>
          <a:chExt cx="0" cy="0"/>
        </a:xfrm>
      </p:grpSpPr>
      <p:sp>
        <p:nvSpPr>
          <p:cNvPr id="1048601" name="Title 1"/>
          <p:cNvSpPr>
            <a:spLocks noGrp="1"/>
          </p:cNvSpPr>
          <p:nvPr>
            <p:ph type="title"/>
          </p:nvPr>
        </p:nvSpPr>
        <p:spPr/>
        <p:txBody>
          <a:bodyPr>
            <a:normAutofit fontScale="90000"/>
          </a:bodyPr>
          <a:p>
            <a:r>
              <a:rPr dirty="0" lang="en-US" smtClean="0"/>
              <a:t>Email Format:</a:t>
            </a:r>
            <a:br>
              <a:rPr dirty="0" lang="en-US" smtClean="0"/>
            </a:br>
            <a:endParaRPr dirty="0" lang="en-US"/>
          </a:p>
        </p:txBody>
      </p:sp>
      <p:sp>
        <p:nvSpPr>
          <p:cNvPr id="1048602" name="Content Placeholder 2"/>
          <p:cNvSpPr>
            <a:spLocks noGrp="1"/>
          </p:cNvSpPr>
          <p:nvPr>
            <p:ph idx="1"/>
          </p:nvPr>
        </p:nvSpPr>
        <p:spPr/>
        <p:txBody>
          <a:bodyPr>
            <a:normAutofit/>
          </a:bodyPr>
          <a:p>
            <a:pPr indent="-514350" marL="514350">
              <a:buNone/>
            </a:pPr>
            <a:r>
              <a:rPr dirty="0" lang="en-US" smtClean="0"/>
              <a:t>2. Salutation/Greetings:</a:t>
            </a:r>
          </a:p>
          <a:p>
            <a:r>
              <a:rPr dirty="0" lang="en-US" smtClean="0"/>
              <a:t>The salutation of a formal email is similar to the salutation of a letter. </a:t>
            </a:r>
          </a:p>
          <a:p>
            <a:r>
              <a:rPr dirty="0" lang="en-US" smtClean="0"/>
              <a:t>When writing to someone you do not know by name, you put “To Whom it May Concern.” When applying for a job, you would address the person by, “Dear Hiring Manager.” If you do know the recipient’s name, you put “Dear Mr./Ms. Smith.” For a formal salutation, </a:t>
            </a:r>
            <a:r>
              <a:rPr b="1" dirty="0" lang="en-US" smtClean="0">
                <a:solidFill>
                  <a:srgbClr val="FF0000"/>
                </a:solidFill>
              </a:rPr>
              <a:t>you should not use the </a:t>
            </a:r>
            <a:r>
              <a:rPr dirty="0" lang="en-US" smtClean="0"/>
              <a:t>recipient’s first name or the informal greetings “Hello” or “Hey.”</a:t>
            </a:r>
            <a:endParaRPr dirty="0"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35" name=""/>
        <p:cNvGrpSpPr/>
        <p:nvPr/>
      </p:nvGrpSpPr>
      <p:grpSpPr>
        <a:xfrm>
          <a:off x="0" y="0"/>
          <a:ext cx="0" cy="0"/>
          <a:chOff x="0" y="0"/>
          <a:chExt cx="0" cy="0"/>
        </a:xfrm>
      </p:grpSpPr>
      <p:sp>
        <p:nvSpPr>
          <p:cNvPr id="1048603" name="Title 1"/>
          <p:cNvSpPr>
            <a:spLocks noGrp="1"/>
          </p:cNvSpPr>
          <p:nvPr>
            <p:ph type="title"/>
          </p:nvPr>
        </p:nvSpPr>
        <p:spPr/>
        <p:txBody>
          <a:bodyPr/>
          <a:p>
            <a:endParaRPr lang="en-US"/>
          </a:p>
        </p:txBody>
      </p:sp>
      <p:sp>
        <p:nvSpPr>
          <p:cNvPr id="1048604" name="Content Placeholder 2"/>
          <p:cNvSpPr>
            <a:spLocks noGrp="1"/>
          </p:cNvSpPr>
          <p:nvPr>
            <p:ph idx="1"/>
          </p:nvPr>
        </p:nvSpPr>
        <p:spPr/>
        <p:txBody>
          <a:bodyPr>
            <a:normAutofit lnSpcReduction="10000"/>
          </a:bodyPr>
          <a:p>
            <a:r>
              <a:rPr dirty="0" lang="en-US" smtClean="0"/>
              <a:t>It is important to remember that an email needs to be concise. The first sentence, known as the </a:t>
            </a:r>
            <a:r>
              <a:rPr b="1" dirty="0" lang="en-US" smtClean="0">
                <a:solidFill>
                  <a:srgbClr val="FF0000"/>
                </a:solidFill>
              </a:rPr>
              <a:t>opening sentence</a:t>
            </a:r>
            <a:r>
              <a:rPr dirty="0" lang="en-US" smtClean="0"/>
              <a:t>, can be a greeting if the situation allows it.</a:t>
            </a:r>
          </a:p>
          <a:p>
            <a:r>
              <a:rPr dirty="0" lang="en-US" smtClean="0"/>
              <a:t> I hope all is well with you.</a:t>
            </a:r>
          </a:p>
          <a:p>
            <a:r>
              <a:rPr dirty="0" lang="en-US" smtClean="0"/>
              <a:t> Thank you for your prompt response.</a:t>
            </a:r>
          </a:p>
          <a:p>
            <a:r>
              <a:rPr dirty="0" lang="en-US" smtClean="0"/>
              <a:t>I hope this email finds you well. </a:t>
            </a:r>
          </a:p>
          <a:p>
            <a:r>
              <a:rPr dirty="0" lang="en-US" smtClean="0"/>
              <a:t>Thank you for providing your assistance on this urgent matter. </a:t>
            </a:r>
            <a:endParaRPr dirty="0"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36" name=""/>
        <p:cNvGrpSpPr/>
        <p:nvPr/>
      </p:nvGrpSpPr>
      <p:grpSpPr>
        <a:xfrm>
          <a:off x="0" y="0"/>
          <a:ext cx="0" cy="0"/>
          <a:chOff x="0" y="0"/>
          <a:chExt cx="0" cy="0"/>
        </a:xfrm>
      </p:grpSpPr>
      <p:sp>
        <p:nvSpPr>
          <p:cNvPr id="1048605" name="Title 1"/>
          <p:cNvSpPr>
            <a:spLocks noGrp="1"/>
          </p:cNvSpPr>
          <p:nvPr>
            <p:ph type="title"/>
          </p:nvPr>
        </p:nvSpPr>
        <p:spPr/>
        <p:txBody>
          <a:bodyPr/>
          <a:p>
            <a:r>
              <a:rPr dirty="0" lang="en-US" smtClean="0"/>
              <a:t>Sign-off</a:t>
            </a:r>
            <a:endParaRPr dirty="0" lang="en-US"/>
          </a:p>
        </p:txBody>
      </p:sp>
      <p:sp>
        <p:nvSpPr>
          <p:cNvPr id="1048606" name="Content Placeholder 2"/>
          <p:cNvSpPr>
            <a:spLocks noGrp="1"/>
          </p:cNvSpPr>
          <p:nvPr>
            <p:ph idx="1"/>
          </p:nvPr>
        </p:nvSpPr>
        <p:spPr/>
        <p:txBody>
          <a:bodyPr>
            <a:normAutofit lnSpcReduction="10000"/>
          </a:bodyPr>
          <a:p>
            <a:r>
              <a:rPr dirty="0" lang="en-US" smtClean="0"/>
              <a:t>The closing or sign-off to your email lets the recipient know who you are. Always sign off with your name such as: “Thank You, or “Sincerely, Be sure to consider the level of formality you audience will expect when signing off. </a:t>
            </a:r>
          </a:p>
          <a:p>
            <a:r>
              <a:rPr dirty="0" lang="en-US" smtClean="0"/>
              <a:t>John Smith, </a:t>
            </a:r>
          </a:p>
          <a:p>
            <a:pPr>
              <a:buNone/>
            </a:pPr>
            <a:r>
              <a:rPr dirty="0" lang="en-US" smtClean="0"/>
              <a:t>	</a:t>
            </a:r>
            <a:r>
              <a:rPr dirty="0" lang="en-US" err="1" smtClean="0"/>
              <a:t>HoD</a:t>
            </a:r>
            <a:r>
              <a:rPr dirty="0" lang="en-US" smtClean="0"/>
              <a:t> (Procurement Department) </a:t>
            </a:r>
          </a:p>
          <a:p>
            <a:pPr>
              <a:buNone/>
            </a:pPr>
            <a:r>
              <a:rPr dirty="0" lang="en-US" smtClean="0"/>
              <a:t>	Email: </a:t>
            </a:r>
            <a:r>
              <a:rPr dirty="0" lang="en-US" smtClean="0">
                <a:hlinkClick r:id="rId1"/>
              </a:rPr>
              <a:t>John@exact.tml.com</a:t>
            </a:r>
            <a:r>
              <a:rPr dirty="0" lang="en-US" smtClean="0"/>
              <a:t> </a:t>
            </a:r>
            <a:endParaRPr dirty="0"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37" name=""/>
        <p:cNvGrpSpPr/>
        <p:nvPr/>
      </p:nvGrpSpPr>
      <p:grpSpPr>
        <a:xfrm>
          <a:off x="0" y="0"/>
          <a:ext cx="0" cy="0"/>
          <a:chOff x="0" y="0"/>
          <a:chExt cx="0" cy="0"/>
        </a:xfrm>
      </p:grpSpPr>
      <p:sp>
        <p:nvSpPr>
          <p:cNvPr id="1048607" name="Title 1"/>
          <p:cNvSpPr>
            <a:spLocks noGrp="1"/>
          </p:cNvSpPr>
          <p:nvPr>
            <p:ph type="title"/>
          </p:nvPr>
        </p:nvSpPr>
        <p:spPr/>
        <p:txBody>
          <a:bodyPr/>
          <a:p>
            <a:r>
              <a:rPr dirty="0" lang="en-US" smtClean="0"/>
              <a:t>Carbon copy (Cc)</a:t>
            </a:r>
            <a:endParaRPr dirty="0" lang="en-US"/>
          </a:p>
        </p:txBody>
      </p:sp>
      <p:sp>
        <p:nvSpPr>
          <p:cNvPr id="1048608" name="Content Placeholder 2"/>
          <p:cNvSpPr>
            <a:spLocks noGrp="1"/>
          </p:cNvSpPr>
          <p:nvPr>
            <p:ph idx="1"/>
          </p:nvPr>
        </p:nvSpPr>
        <p:spPr>
          <a:xfrm>
            <a:off x="228600" y="1600200"/>
            <a:ext cx="8458200" cy="5257800"/>
          </a:xfrm>
        </p:spPr>
        <p:txBody>
          <a:bodyPr>
            <a:normAutofit fontScale="84375" lnSpcReduction="20000"/>
          </a:bodyPr>
          <a:p>
            <a:pPr algn="just"/>
            <a:r>
              <a:rPr dirty="0" lang="en-US" smtClean="0"/>
              <a:t>Carbon Copying individuals on an email sends your message to the recipient while also sending someone else a copy.</a:t>
            </a:r>
          </a:p>
          <a:p>
            <a:pPr algn="just"/>
            <a:r>
              <a:rPr dirty="0" lang="en-US" smtClean="0"/>
              <a:t> This can convey the same exact message to more than one person. In professional settings, copying someone else on an email can help get things done, especially if the person receiving the copy is in a supervisory role.</a:t>
            </a:r>
          </a:p>
          <a:p>
            <a:pPr algn="just"/>
            <a:r>
              <a:rPr dirty="0" lang="en-US" smtClean="0"/>
              <a:t>For example, copying your boss on an email to a non-responsive co-worker might prompt the co-worker to respond. Be aware, however, that when you send a message to more than one address using Cc:, both the original recipient and all the recipients of the carbon copies can see each person who receives it. </a:t>
            </a:r>
            <a:endParaRPr dirty="0"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1048609" name="Title 1"/>
          <p:cNvSpPr>
            <a:spLocks noGrp="1"/>
          </p:cNvSpPr>
          <p:nvPr>
            <p:ph type="title"/>
          </p:nvPr>
        </p:nvSpPr>
        <p:spPr/>
        <p:txBody>
          <a:bodyPr/>
          <a:p>
            <a:r>
              <a:rPr dirty="0" lang="en-US" smtClean="0"/>
              <a:t>Blind Carbon Copy (Bcc)</a:t>
            </a:r>
            <a:endParaRPr dirty="0" lang="en-US"/>
          </a:p>
        </p:txBody>
      </p:sp>
      <p:sp>
        <p:nvSpPr>
          <p:cNvPr id="1048610" name="Content Placeholder 2"/>
          <p:cNvSpPr>
            <a:spLocks noGrp="1"/>
          </p:cNvSpPr>
          <p:nvPr>
            <p:ph idx="1"/>
          </p:nvPr>
        </p:nvSpPr>
        <p:spPr>
          <a:xfrm>
            <a:off x="457200" y="1600200"/>
            <a:ext cx="8229600" cy="5029200"/>
          </a:xfrm>
        </p:spPr>
        <p:txBody>
          <a:bodyPr>
            <a:normAutofit fontScale="87500" lnSpcReduction="20000"/>
          </a:bodyPr>
          <a:p>
            <a:pPr algn="just"/>
            <a:r>
              <a:rPr dirty="0" lang="en-US" smtClean="0"/>
              <a:t>Blind copying emails to a group of people can be useful when you don’t want everyone on the list to have each other’s addresses.</a:t>
            </a:r>
          </a:p>
          <a:p>
            <a:pPr algn="just"/>
            <a:r>
              <a:rPr dirty="0" lang="en-US" smtClean="0"/>
              <a:t> If you don’t want any of the recipients to see the email addresses in the list, you can put your own address under To: and use Bcc: exclusively to address your message to others. However, do not assume that blind copying will always keep recipients from knowing who else was copied—someone who is blind copied may hit “reply all” and send a reply to everyone, revealing that they were included in the original message.</a:t>
            </a:r>
          </a:p>
          <a:p>
            <a:pPr algn="just"/>
            <a:r>
              <a:rPr dirty="0" lang="en-US" smtClean="0"/>
              <a:t>This is sometimes considered informal or unprofessional way to communicate. </a:t>
            </a:r>
            <a:endParaRPr dirty="0"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39" name=""/>
        <p:cNvGrpSpPr/>
        <p:nvPr/>
      </p:nvGrpSpPr>
      <p:grpSpPr>
        <a:xfrm>
          <a:off x="0" y="0"/>
          <a:ext cx="0" cy="0"/>
          <a:chOff x="0" y="0"/>
          <a:chExt cx="0" cy="0"/>
        </a:xfrm>
      </p:grpSpPr>
      <p:sp>
        <p:nvSpPr>
          <p:cNvPr id="1048611" name="Title 1"/>
          <p:cNvSpPr>
            <a:spLocks noGrp="1"/>
          </p:cNvSpPr>
          <p:nvPr>
            <p:ph type="title"/>
          </p:nvPr>
        </p:nvSpPr>
        <p:spPr/>
        <p:txBody>
          <a:bodyPr>
            <a:normAutofit fontScale="90000"/>
          </a:bodyPr>
          <a:p>
            <a:r>
              <a:rPr dirty="0" lang="en-US" smtClean="0"/>
              <a:t>5 Tips To Help Get Responses to your Emails</a:t>
            </a:r>
            <a:endParaRPr dirty="0" lang="en-US"/>
          </a:p>
        </p:txBody>
      </p:sp>
      <p:sp>
        <p:nvSpPr>
          <p:cNvPr id="1048612" name="Content Placeholder 2"/>
          <p:cNvSpPr>
            <a:spLocks noGrp="1"/>
          </p:cNvSpPr>
          <p:nvPr>
            <p:ph idx="1"/>
          </p:nvPr>
        </p:nvSpPr>
        <p:spPr/>
        <p:txBody>
          <a:bodyPr>
            <a:normAutofit fontScale="93750" lnSpcReduction="20000"/>
          </a:bodyPr>
          <a:p>
            <a:r>
              <a:rPr dirty="0" lang="en-US" smtClean="0"/>
              <a:t>1. Briefly state your purpose for writing in the very beginning of your message. </a:t>
            </a:r>
          </a:p>
          <a:p>
            <a:r>
              <a:rPr dirty="0" lang="en-US" smtClean="0"/>
              <a:t>2. Be sure to provide the reader with some context. If you’re asking a question, cut and paste any relevant text into the email so that the reader has some frame of reference for your question. When replying to someone else’s email, it can often be helpful to either include or restate the sender’s message.</a:t>
            </a:r>
          </a:p>
          <a:p>
            <a:r>
              <a:rPr dirty="0" lang="en-US" smtClean="0"/>
              <a:t> 3. Use paragraphs to separate thoughts (or consider writing separate emails if you have many unrelated points or questions).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40" name=""/>
        <p:cNvGrpSpPr/>
        <p:nvPr/>
      </p:nvGrpSpPr>
      <p:grpSpPr>
        <a:xfrm>
          <a:off x="0" y="0"/>
          <a:ext cx="0" cy="0"/>
          <a:chOff x="0" y="0"/>
          <a:chExt cx="0" cy="0"/>
        </a:xfrm>
      </p:grpSpPr>
      <p:sp>
        <p:nvSpPr>
          <p:cNvPr id="1048613" name="Title 1"/>
          <p:cNvSpPr>
            <a:spLocks noGrp="1"/>
          </p:cNvSpPr>
          <p:nvPr>
            <p:ph type="title"/>
          </p:nvPr>
        </p:nvSpPr>
        <p:spPr/>
        <p:txBody>
          <a:bodyPr>
            <a:normAutofit fontScale="90000"/>
          </a:bodyPr>
          <a:p>
            <a:r>
              <a:rPr dirty="0" lang="en-US" smtClean="0"/>
              <a:t>5 Tips To Help Get Responses to your Emails</a:t>
            </a:r>
            <a:endParaRPr dirty="0" lang="en-US"/>
          </a:p>
        </p:txBody>
      </p:sp>
      <p:sp>
        <p:nvSpPr>
          <p:cNvPr id="1048614" name="Content Placeholder 2"/>
          <p:cNvSpPr>
            <a:spLocks noGrp="1"/>
          </p:cNvSpPr>
          <p:nvPr>
            <p:ph idx="1"/>
          </p:nvPr>
        </p:nvSpPr>
        <p:spPr/>
        <p:txBody>
          <a:bodyPr>
            <a:normAutofit fontScale="87500" lnSpcReduction="20000"/>
          </a:bodyPr>
          <a:p>
            <a:r>
              <a:rPr dirty="0" lang="en-US" smtClean="0"/>
              <a:t>4. State the desired outcome at the end of your message. If you’re requesting a response, let the reader know what type of response you require.</a:t>
            </a:r>
          </a:p>
          <a:p>
            <a:r>
              <a:rPr dirty="0" lang="en-US" smtClean="0"/>
              <a:t> 5. If you’re requesting something that has a due date, be sure to highlight that due date in a prominent position in your message. Ending your email with the next step can be really useful, especially in work settings (for example, you might write “I will follow this up with a phone call to you in the next day or so” or “Let’s plan to further discuss this at the meeting on Wednesday”).</a:t>
            </a:r>
            <a:endParaRPr dirty="0"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41" name=""/>
        <p:cNvGrpSpPr/>
        <p:nvPr/>
      </p:nvGrpSpPr>
      <p:grpSpPr>
        <a:xfrm>
          <a:off x="0" y="0"/>
          <a:ext cx="0" cy="0"/>
          <a:chOff x="0" y="0"/>
          <a:chExt cx="0" cy="0"/>
        </a:xfrm>
      </p:grpSpPr>
      <p:sp>
        <p:nvSpPr>
          <p:cNvPr id="1048615" name="Title 1"/>
          <p:cNvSpPr>
            <a:spLocks noGrp="1"/>
          </p:cNvSpPr>
          <p:nvPr>
            <p:ph type="title"/>
          </p:nvPr>
        </p:nvSpPr>
        <p:spPr/>
        <p:txBody>
          <a:bodyPr/>
          <a:p>
            <a:r>
              <a:rPr dirty="0" lang="en-US" smtClean="0"/>
              <a:t>Activity </a:t>
            </a:r>
            <a:endParaRPr dirty="0" lang="en-US"/>
          </a:p>
        </p:txBody>
      </p:sp>
      <p:sp>
        <p:nvSpPr>
          <p:cNvPr id="1048616" name="Content Placeholder 2"/>
          <p:cNvSpPr>
            <a:spLocks noGrp="1"/>
          </p:cNvSpPr>
          <p:nvPr>
            <p:ph idx="1"/>
          </p:nvPr>
        </p:nvSpPr>
        <p:spPr>
          <a:xfrm>
            <a:off x="304800" y="1600200"/>
            <a:ext cx="8839200" cy="4525963"/>
          </a:xfrm>
        </p:spPr>
        <p:txBody>
          <a:bodyPr>
            <a:normAutofit/>
          </a:bodyPr>
          <a:p>
            <a:pPr algn="just">
              <a:buNone/>
            </a:pPr>
            <a:r>
              <a:rPr dirty="0" lang="en-US" smtClean="0"/>
              <a:t>	Dear Sir/Madam, </a:t>
            </a:r>
          </a:p>
          <a:p>
            <a:pPr algn="just">
              <a:buNone/>
            </a:pPr>
            <a:r>
              <a:rPr dirty="0" lang="en-US" smtClean="0"/>
              <a:t>	I am a graduate from </a:t>
            </a:r>
            <a:r>
              <a:rPr dirty="0" lang="en-US" err="1" smtClean="0"/>
              <a:t>menlo</a:t>
            </a:r>
            <a:r>
              <a:rPr dirty="0" lang="en-US" smtClean="0"/>
              <a:t> college. I got a degree in business and would now like to use it. Your company looks interesting. Can I come in for an interview? I have </a:t>
            </a:r>
            <a:r>
              <a:rPr dirty="0" lang="en-US" err="1" smtClean="0"/>
              <a:t>alot</a:t>
            </a:r>
            <a:r>
              <a:rPr dirty="0" lang="en-US" smtClean="0"/>
              <a:t> of experience from my schooling and extra </a:t>
            </a:r>
            <a:r>
              <a:rPr dirty="0" lang="en-US" err="1" smtClean="0"/>
              <a:t>cirriculers</a:t>
            </a:r>
            <a:r>
              <a:rPr dirty="0" lang="en-US" smtClean="0"/>
              <a:t>. I think I can help the company </a:t>
            </a:r>
            <a:r>
              <a:rPr dirty="0" lang="en-US" err="1" smtClean="0"/>
              <a:t>alot</a:t>
            </a:r>
            <a:r>
              <a:rPr dirty="0" lang="en-US" smtClean="0"/>
              <a:t>. Please respond to my email to let me know. Thanks, Max Oates</a:t>
            </a:r>
            <a:endParaRPr dirty="0"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42" name=""/>
        <p:cNvGrpSpPr/>
        <p:nvPr/>
      </p:nvGrpSpPr>
      <p:grpSpPr>
        <a:xfrm>
          <a:off x="0" y="0"/>
          <a:ext cx="0" cy="0"/>
          <a:chOff x="0" y="0"/>
          <a:chExt cx="0" cy="0"/>
        </a:xfrm>
      </p:grpSpPr>
      <p:sp>
        <p:nvSpPr>
          <p:cNvPr id="1048617" name="Title 1"/>
          <p:cNvSpPr>
            <a:spLocks noGrp="1"/>
          </p:cNvSpPr>
          <p:nvPr>
            <p:ph type="title"/>
          </p:nvPr>
        </p:nvSpPr>
        <p:spPr/>
        <p:txBody>
          <a:bodyPr/>
          <a:p>
            <a:r>
              <a:rPr dirty="0" lang="en-US" smtClean="0"/>
              <a:t>Activity </a:t>
            </a:r>
            <a:endParaRPr dirty="0" lang="en-US"/>
          </a:p>
        </p:txBody>
      </p:sp>
      <p:sp>
        <p:nvSpPr>
          <p:cNvPr id="1048618" name="Content Placeholder 2"/>
          <p:cNvSpPr>
            <a:spLocks noGrp="1"/>
          </p:cNvSpPr>
          <p:nvPr>
            <p:ph idx="1"/>
          </p:nvPr>
        </p:nvSpPr>
        <p:spPr/>
        <p:txBody>
          <a:bodyPr/>
          <a:p>
            <a:pPr algn="just"/>
            <a:r>
              <a:rPr dirty="0" lang="en-US" smtClean="0"/>
              <a:t>Write an email to the university administration to inquire about a scholarship program.</a:t>
            </a:r>
            <a:endParaRPr dirty="0" lang="en-US"/>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r="5400000" dist="20000" rotWithShape="0">
              <a:srgbClr val="000000">
                <a:alpha val="38000"/>
              </a:srgbClr>
            </a:outerShdw>
          </a:effectLst>
        </a:effectStyle>
        <a:effectStyle>
          <a:effectLst>
            <a:outerShdw blurRad="40000" dir="5400000" dist="23000" rotWithShape="0">
              <a:srgbClr val="000000">
                <a:alpha val="35000"/>
              </a:srgbClr>
            </a:outerShdw>
          </a:effectLst>
        </a:effectStyle>
        <a:effectStyle>
          <a:effectLst>
            <a:outerShdw blurRad="40000" dir="5400000" dist="23000" rotWithShape="0">
              <a:srgbClr val="000000">
                <a:alpha val="35000"/>
              </a:srgbClr>
            </a:outerShdw>
          </a:effectLst>
          <a:scene3d>
            <a:camera prst="orthographicFront">
              <a:rot lat="0" lon="0" rev="0"/>
            </a:camera>
            <a:lightRig dir="t" rig="threeP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主题">
  <a:themeElements>
    <a:clrScheme name="Office">
      <a:dk1>
        <a:sysClr lastClr="000000" val="windowText"/>
      </a:dk1>
      <a:lt1>
        <a:sysClr lastClr="FFFFFF" val="window"/>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docProps/app.xml><?xml version="1.0" encoding="utf-8"?>
<Properties xmlns="http://schemas.openxmlformats.org/officeDocument/2006/extended-properties">
  <Application>Microsoft Office PowerPoint</Application>
  <ScaleCrop>0</ScaleCrop>
  <LinksUpToDate>0</LinksUpToDate>
  <AppVersion>12.0000</AppVersion>
</Properties>
</file>

<file path=docProps/core.xml><?xml version="1.0" encoding="utf-8"?>
<cp:coreProperties xmlns:cp="http://schemas.openxmlformats.org/package/2006/metadata/core-properties" xmlns:dc="http://purl.org/dc/elements/1.1/" xmlns:dcterms="http://purl.org/dc/terms/" xmlns:xsi="http://www.w3.org/2001/XMLSchema-instance">
  <dc:title>EMAIL WRITING</dc:title>
  <dc:creator>madiha.rehman</dc:creator>
  <cp:lastModifiedBy>madiha.rehman</cp:lastModifiedBy>
  <dcterms:created xsi:type="dcterms:W3CDTF">2024-11-26T16:40:45Z</dcterms:created>
  <dcterms:modified xsi:type="dcterms:W3CDTF">2024-12-19T08:44:41Z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0fef05831fb64a9fa385a864ec743aa9</vt:lpwstr>
  </property>
</Properties>
</file>