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58" r:id="rId2"/>
  </p:sldMasterIdLst>
  <p:notesMasterIdLst>
    <p:notesMasterId r:id="rId29"/>
  </p:notesMasterIdLst>
  <p:sldIdLst>
    <p:sldId id="256" r:id="rId3"/>
    <p:sldId id="301" r:id="rId4"/>
    <p:sldId id="302" r:id="rId5"/>
    <p:sldId id="303" r:id="rId6"/>
    <p:sldId id="270" r:id="rId7"/>
    <p:sldId id="282" r:id="rId8"/>
    <p:sldId id="265" r:id="rId9"/>
    <p:sldId id="266" r:id="rId10"/>
    <p:sldId id="299" r:id="rId11"/>
    <p:sldId id="271" r:id="rId12"/>
    <p:sldId id="306" r:id="rId13"/>
    <p:sldId id="304" r:id="rId14"/>
    <p:sldId id="280" r:id="rId15"/>
    <p:sldId id="278" r:id="rId16"/>
    <p:sldId id="305" r:id="rId17"/>
    <p:sldId id="300" r:id="rId18"/>
    <p:sldId id="287" r:id="rId19"/>
    <p:sldId id="292" r:id="rId20"/>
    <p:sldId id="293" r:id="rId21"/>
    <p:sldId id="294" r:id="rId22"/>
    <p:sldId id="295" r:id="rId23"/>
    <p:sldId id="296" r:id="rId24"/>
    <p:sldId id="288" r:id="rId25"/>
    <p:sldId id="289" r:id="rId26"/>
    <p:sldId id="290" r:id="rId27"/>
    <p:sldId id="291" r:id="rId2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p:cViewPr varScale="1">
        <p:scale>
          <a:sx n="115" d="100"/>
          <a:sy n="115" d="100"/>
        </p:scale>
        <p:origin x="1530"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ADB10F-D7A5-4FB3-A7AD-016A202D325E}"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US"/>
        </a:p>
      </dgm:t>
    </dgm:pt>
    <dgm:pt modelId="{A09DE297-A90E-4578-A0F3-F53D1B6D8CEA}">
      <dgm:prSet phldrT="[Text]"/>
      <dgm:spPr/>
      <dgm:t>
        <a:bodyPr/>
        <a:lstStyle/>
        <a:p>
          <a:r>
            <a:rPr lang="en-US" b="1" dirty="0"/>
            <a:t>Receptive Skills</a:t>
          </a:r>
        </a:p>
      </dgm:t>
    </dgm:pt>
    <dgm:pt modelId="{CB9C6ACC-DFB2-4643-9FF0-CEF579D90DB8}" type="parTrans" cxnId="{D3D78611-B9E1-4BB3-9977-5A6F18B26E1D}">
      <dgm:prSet/>
      <dgm:spPr/>
      <dgm:t>
        <a:bodyPr/>
        <a:lstStyle/>
        <a:p>
          <a:endParaRPr lang="en-US"/>
        </a:p>
      </dgm:t>
    </dgm:pt>
    <dgm:pt modelId="{AFDCCFE8-D88A-44E5-8DA8-2E3065075E4D}" type="sibTrans" cxnId="{D3D78611-B9E1-4BB3-9977-5A6F18B26E1D}">
      <dgm:prSet/>
      <dgm:spPr/>
      <dgm:t>
        <a:bodyPr/>
        <a:lstStyle/>
        <a:p>
          <a:endParaRPr lang="en-US"/>
        </a:p>
      </dgm:t>
    </dgm:pt>
    <dgm:pt modelId="{DE38E188-B348-43ED-BC23-36ACE60C18B3}">
      <dgm:prSet phldrT="[Text]"/>
      <dgm:spPr/>
      <dgm:t>
        <a:bodyPr/>
        <a:lstStyle/>
        <a:p>
          <a:r>
            <a:rPr lang="en-US" dirty="0"/>
            <a:t>Reading</a:t>
          </a:r>
        </a:p>
      </dgm:t>
    </dgm:pt>
    <dgm:pt modelId="{8B390C38-45F6-49C1-81E6-C349ED8022EF}" type="parTrans" cxnId="{A8CB535D-813F-4927-BD0E-909C2CA9141B}">
      <dgm:prSet/>
      <dgm:spPr/>
      <dgm:t>
        <a:bodyPr/>
        <a:lstStyle/>
        <a:p>
          <a:endParaRPr lang="en-US"/>
        </a:p>
      </dgm:t>
    </dgm:pt>
    <dgm:pt modelId="{BED31DB5-1EE8-4772-AC63-29CB39067010}" type="sibTrans" cxnId="{A8CB535D-813F-4927-BD0E-909C2CA9141B}">
      <dgm:prSet/>
      <dgm:spPr/>
      <dgm:t>
        <a:bodyPr/>
        <a:lstStyle/>
        <a:p>
          <a:endParaRPr lang="en-US"/>
        </a:p>
      </dgm:t>
    </dgm:pt>
    <dgm:pt modelId="{F1C2578C-C985-41F4-8962-4D2AC2AF1C53}">
      <dgm:prSet phldrT="[Text]"/>
      <dgm:spPr/>
      <dgm:t>
        <a:bodyPr/>
        <a:lstStyle/>
        <a:p>
          <a:r>
            <a:rPr lang="en-US" dirty="0"/>
            <a:t>Listening</a:t>
          </a:r>
        </a:p>
      </dgm:t>
    </dgm:pt>
    <dgm:pt modelId="{9BF83C4C-2E49-49F1-94AD-F7DA461E4F18}" type="parTrans" cxnId="{B693FE99-048D-40D5-9458-1E994204D33D}">
      <dgm:prSet/>
      <dgm:spPr/>
      <dgm:t>
        <a:bodyPr/>
        <a:lstStyle/>
        <a:p>
          <a:endParaRPr lang="en-US"/>
        </a:p>
      </dgm:t>
    </dgm:pt>
    <dgm:pt modelId="{2FCD9150-A60D-4CAB-9820-D2D327992F05}" type="sibTrans" cxnId="{B693FE99-048D-40D5-9458-1E994204D33D}">
      <dgm:prSet/>
      <dgm:spPr/>
      <dgm:t>
        <a:bodyPr/>
        <a:lstStyle/>
        <a:p>
          <a:endParaRPr lang="en-US"/>
        </a:p>
      </dgm:t>
    </dgm:pt>
    <dgm:pt modelId="{1B72A2D3-89DF-41AD-B17D-90A6840E203C}">
      <dgm:prSet phldrT="[Text]"/>
      <dgm:spPr/>
      <dgm:t>
        <a:bodyPr/>
        <a:lstStyle/>
        <a:p>
          <a:r>
            <a:rPr lang="en-US" b="1" dirty="0"/>
            <a:t>Productive Skills</a:t>
          </a:r>
        </a:p>
      </dgm:t>
    </dgm:pt>
    <dgm:pt modelId="{8FF0EAB6-DA0B-4176-92F2-FB3C75E6223F}" type="parTrans" cxnId="{8EA12464-73CB-444B-8657-6BF811A7D33D}">
      <dgm:prSet/>
      <dgm:spPr/>
      <dgm:t>
        <a:bodyPr/>
        <a:lstStyle/>
        <a:p>
          <a:endParaRPr lang="en-US"/>
        </a:p>
      </dgm:t>
    </dgm:pt>
    <dgm:pt modelId="{BB892906-DC72-4A4F-A50F-D22BE1A28A10}" type="sibTrans" cxnId="{8EA12464-73CB-444B-8657-6BF811A7D33D}">
      <dgm:prSet/>
      <dgm:spPr/>
      <dgm:t>
        <a:bodyPr/>
        <a:lstStyle/>
        <a:p>
          <a:endParaRPr lang="en-US"/>
        </a:p>
      </dgm:t>
    </dgm:pt>
    <dgm:pt modelId="{BF9B89C6-2A2B-447D-9F14-1657F48D6604}">
      <dgm:prSet phldrT="[Text]"/>
      <dgm:spPr/>
      <dgm:t>
        <a:bodyPr/>
        <a:lstStyle/>
        <a:p>
          <a:r>
            <a:rPr lang="en-US" dirty="0"/>
            <a:t>Writing </a:t>
          </a:r>
        </a:p>
      </dgm:t>
    </dgm:pt>
    <dgm:pt modelId="{B0ED51DA-857E-4381-998B-1CF765E63465}" type="parTrans" cxnId="{0CCFF8F7-0346-4622-8FB7-C599D56D151D}">
      <dgm:prSet/>
      <dgm:spPr/>
      <dgm:t>
        <a:bodyPr/>
        <a:lstStyle/>
        <a:p>
          <a:endParaRPr lang="en-US"/>
        </a:p>
      </dgm:t>
    </dgm:pt>
    <dgm:pt modelId="{4D551B61-9DB2-45AA-A76B-CE635B2F0835}" type="sibTrans" cxnId="{0CCFF8F7-0346-4622-8FB7-C599D56D151D}">
      <dgm:prSet/>
      <dgm:spPr/>
      <dgm:t>
        <a:bodyPr/>
        <a:lstStyle/>
        <a:p>
          <a:endParaRPr lang="en-US"/>
        </a:p>
      </dgm:t>
    </dgm:pt>
    <dgm:pt modelId="{CBE75A94-043F-4673-830E-85A620BA364B}">
      <dgm:prSet phldrT="[Text]"/>
      <dgm:spPr/>
      <dgm:t>
        <a:bodyPr/>
        <a:lstStyle/>
        <a:p>
          <a:r>
            <a:rPr lang="en-US" dirty="0"/>
            <a:t>Speaking </a:t>
          </a:r>
        </a:p>
      </dgm:t>
    </dgm:pt>
    <dgm:pt modelId="{B0477D9B-8176-4EE3-A483-FBC407D78221}" type="parTrans" cxnId="{C60021F0-4556-4BDD-8635-F95ABC6C42F3}">
      <dgm:prSet/>
      <dgm:spPr/>
      <dgm:t>
        <a:bodyPr/>
        <a:lstStyle/>
        <a:p>
          <a:endParaRPr lang="en-US"/>
        </a:p>
      </dgm:t>
    </dgm:pt>
    <dgm:pt modelId="{D2D949C1-6877-4BF4-9ED8-2F389269C914}" type="sibTrans" cxnId="{C60021F0-4556-4BDD-8635-F95ABC6C42F3}">
      <dgm:prSet/>
      <dgm:spPr/>
      <dgm:t>
        <a:bodyPr/>
        <a:lstStyle/>
        <a:p>
          <a:endParaRPr lang="en-US"/>
        </a:p>
      </dgm:t>
    </dgm:pt>
    <dgm:pt modelId="{1562F69B-5683-4C1B-9BBE-8A0911BEF628}" type="pres">
      <dgm:prSet presAssocID="{85ADB10F-D7A5-4FB3-A7AD-016A202D325E}" presName="Name0" presStyleCnt="0">
        <dgm:presLayoutVars>
          <dgm:dir/>
          <dgm:animLvl val="lvl"/>
          <dgm:resizeHandles/>
        </dgm:presLayoutVars>
      </dgm:prSet>
      <dgm:spPr/>
      <dgm:t>
        <a:bodyPr/>
        <a:lstStyle/>
        <a:p>
          <a:endParaRPr lang="en-US"/>
        </a:p>
      </dgm:t>
    </dgm:pt>
    <dgm:pt modelId="{1BA731B5-49B9-4AAC-A0D6-0DAE6483E42E}" type="pres">
      <dgm:prSet presAssocID="{A09DE297-A90E-4578-A0F3-F53D1B6D8CEA}" presName="linNode" presStyleCnt="0"/>
      <dgm:spPr/>
    </dgm:pt>
    <dgm:pt modelId="{A6A3E899-866B-42A8-A363-A872D0208545}" type="pres">
      <dgm:prSet presAssocID="{A09DE297-A90E-4578-A0F3-F53D1B6D8CEA}" presName="parentShp" presStyleLbl="node1" presStyleIdx="0" presStyleCnt="2">
        <dgm:presLayoutVars>
          <dgm:bulletEnabled val="1"/>
        </dgm:presLayoutVars>
      </dgm:prSet>
      <dgm:spPr/>
      <dgm:t>
        <a:bodyPr/>
        <a:lstStyle/>
        <a:p>
          <a:endParaRPr lang="en-US"/>
        </a:p>
      </dgm:t>
    </dgm:pt>
    <dgm:pt modelId="{2B14C407-382E-492C-9090-83DA548456DD}" type="pres">
      <dgm:prSet presAssocID="{A09DE297-A90E-4578-A0F3-F53D1B6D8CEA}" presName="childShp" presStyleLbl="bgAccFollowNode1" presStyleIdx="0" presStyleCnt="2">
        <dgm:presLayoutVars>
          <dgm:bulletEnabled val="1"/>
        </dgm:presLayoutVars>
      </dgm:prSet>
      <dgm:spPr/>
      <dgm:t>
        <a:bodyPr/>
        <a:lstStyle/>
        <a:p>
          <a:endParaRPr lang="en-US"/>
        </a:p>
      </dgm:t>
    </dgm:pt>
    <dgm:pt modelId="{19A27ABB-725C-4596-85C3-AC06E7DC7FB4}" type="pres">
      <dgm:prSet presAssocID="{AFDCCFE8-D88A-44E5-8DA8-2E3065075E4D}" presName="spacing" presStyleCnt="0"/>
      <dgm:spPr/>
    </dgm:pt>
    <dgm:pt modelId="{13FF5B6A-F7B0-45E8-B754-13B243BE67BE}" type="pres">
      <dgm:prSet presAssocID="{1B72A2D3-89DF-41AD-B17D-90A6840E203C}" presName="linNode" presStyleCnt="0"/>
      <dgm:spPr/>
    </dgm:pt>
    <dgm:pt modelId="{63FEB11E-EE37-42F0-A279-7D45E203CBBC}" type="pres">
      <dgm:prSet presAssocID="{1B72A2D3-89DF-41AD-B17D-90A6840E203C}" presName="parentShp" presStyleLbl="node1" presStyleIdx="1" presStyleCnt="2">
        <dgm:presLayoutVars>
          <dgm:bulletEnabled val="1"/>
        </dgm:presLayoutVars>
      </dgm:prSet>
      <dgm:spPr/>
      <dgm:t>
        <a:bodyPr/>
        <a:lstStyle/>
        <a:p>
          <a:endParaRPr lang="en-US"/>
        </a:p>
      </dgm:t>
    </dgm:pt>
    <dgm:pt modelId="{E4D40B57-FF94-4B31-BC2B-EDDC1FC78896}" type="pres">
      <dgm:prSet presAssocID="{1B72A2D3-89DF-41AD-B17D-90A6840E203C}" presName="childShp" presStyleLbl="bgAccFollowNode1" presStyleIdx="1" presStyleCnt="2">
        <dgm:presLayoutVars>
          <dgm:bulletEnabled val="1"/>
        </dgm:presLayoutVars>
      </dgm:prSet>
      <dgm:spPr/>
      <dgm:t>
        <a:bodyPr/>
        <a:lstStyle/>
        <a:p>
          <a:endParaRPr lang="en-US"/>
        </a:p>
      </dgm:t>
    </dgm:pt>
  </dgm:ptLst>
  <dgm:cxnLst>
    <dgm:cxn modelId="{C60021F0-4556-4BDD-8635-F95ABC6C42F3}" srcId="{1B72A2D3-89DF-41AD-B17D-90A6840E203C}" destId="{CBE75A94-043F-4673-830E-85A620BA364B}" srcOrd="1" destOrd="0" parTransId="{B0477D9B-8176-4EE3-A483-FBC407D78221}" sibTransId="{D2D949C1-6877-4BF4-9ED8-2F389269C914}"/>
    <dgm:cxn modelId="{8EA12464-73CB-444B-8657-6BF811A7D33D}" srcId="{85ADB10F-D7A5-4FB3-A7AD-016A202D325E}" destId="{1B72A2D3-89DF-41AD-B17D-90A6840E203C}" srcOrd="1" destOrd="0" parTransId="{8FF0EAB6-DA0B-4176-92F2-FB3C75E6223F}" sibTransId="{BB892906-DC72-4A4F-A50F-D22BE1A28A10}"/>
    <dgm:cxn modelId="{0CCFF8F7-0346-4622-8FB7-C599D56D151D}" srcId="{1B72A2D3-89DF-41AD-B17D-90A6840E203C}" destId="{BF9B89C6-2A2B-447D-9F14-1657F48D6604}" srcOrd="0" destOrd="0" parTransId="{B0ED51DA-857E-4381-998B-1CF765E63465}" sibTransId="{4D551B61-9DB2-45AA-A76B-CE635B2F0835}"/>
    <dgm:cxn modelId="{B693FE99-048D-40D5-9458-1E994204D33D}" srcId="{A09DE297-A90E-4578-A0F3-F53D1B6D8CEA}" destId="{F1C2578C-C985-41F4-8962-4D2AC2AF1C53}" srcOrd="1" destOrd="0" parTransId="{9BF83C4C-2E49-49F1-94AD-F7DA461E4F18}" sibTransId="{2FCD9150-A60D-4CAB-9820-D2D327992F05}"/>
    <dgm:cxn modelId="{973264C9-F5D8-4BB8-8399-0B3F0AF5D035}" type="presOf" srcId="{DE38E188-B348-43ED-BC23-36ACE60C18B3}" destId="{2B14C407-382E-492C-9090-83DA548456DD}" srcOrd="0" destOrd="0" presId="urn:microsoft.com/office/officeart/2005/8/layout/vList6"/>
    <dgm:cxn modelId="{50B493CB-6127-4F3C-99EC-CBAF1EEB7895}" type="presOf" srcId="{1B72A2D3-89DF-41AD-B17D-90A6840E203C}" destId="{63FEB11E-EE37-42F0-A279-7D45E203CBBC}" srcOrd="0" destOrd="0" presId="urn:microsoft.com/office/officeart/2005/8/layout/vList6"/>
    <dgm:cxn modelId="{16EBFF50-8450-481D-8115-F719F72F242F}" type="presOf" srcId="{BF9B89C6-2A2B-447D-9F14-1657F48D6604}" destId="{E4D40B57-FF94-4B31-BC2B-EDDC1FC78896}" srcOrd="0" destOrd="0" presId="urn:microsoft.com/office/officeart/2005/8/layout/vList6"/>
    <dgm:cxn modelId="{44BF9875-F1B9-4E4A-BB91-088ABC4E6848}" type="presOf" srcId="{A09DE297-A90E-4578-A0F3-F53D1B6D8CEA}" destId="{A6A3E899-866B-42A8-A363-A872D0208545}" srcOrd="0" destOrd="0" presId="urn:microsoft.com/office/officeart/2005/8/layout/vList6"/>
    <dgm:cxn modelId="{9241BBC7-A5C7-4AE6-B4EC-CFDC2D952854}" type="presOf" srcId="{85ADB10F-D7A5-4FB3-A7AD-016A202D325E}" destId="{1562F69B-5683-4C1B-9BBE-8A0911BEF628}" srcOrd="0" destOrd="0" presId="urn:microsoft.com/office/officeart/2005/8/layout/vList6"/>
    <dgm:cxn modelId="{C9DF293C-9F90-4566-B4F3-AECFB8B9FF04}" type="presOf" srcId="{F1C2578C-C985-41F4-8962-4D2AC2AF1C53}" destId="{2B14C407-382E-492C-9090-83DA548456DD}" srcOrd="0" destOrd="1" presId="urn:microsoft.com/office/officeart/2005/8/layout/vList6"/>
    <dgm:cxn modelId="{D3D78611-B9E1-4BB3-9977-5A6F18B26E1D}" srcId="{85ADB10F-D7A5-4FB3-A7AD-016A202D325E}" destId="{A09DE297-A90E-4578-A0F3-F53D1B6D8CEA}" srcOrd="0" destOrd="0" parTransId="{CB9C6ACC-DFB2-4643-9FF0-CEF579D90DB8}" sibTransId="{AFDCCFE8-D88A-44E5-8DA8-2E3065075E4D}"/>
    <dgm:cxn modelId="{A8CB535D-813F-4927-BD0E-909C2CA9141B}" srcId="{A09DE297-A90E-4578-A0F3-F53D1B6D8CEA}" destId="{DE38E188-B348-43ED-BC23-36ACE60C18B3}" srcOrd="0" destOrd="0" parTransId="{8B390C38-45F6-49C1-81E6-C349ED8022EF}" sibTransId="{BED31DB5-1EE8-4772-AC63-29CB39067010}"/>
    <dgm:cxn modelId="{F2DE48C8-C2CC-4433-95EE-A5A4D0CC6100}" type="presOf" srcId="{CBE75A94-043F-4673-830E-85A620BA364B}" destId="{E4D40B57-FF94-4B31-BC2B-EDDC1FC78896}" srcOrd="0" destOrd="1" presId="urn:microsoft.com/office/officeart/2005/8/layout/vList6"/>
    <dgm:cxn modelId="{2FD2F0DA-FE56-430F-9AAB-0181497897D3}" type="presParOf" srcId="{1562F69B-5683-4C1B-9BBE-8A0911BEF628}" destId="{1BA731B5-49B9-4AAC-A0D6-0DAE6483E42E}" srcOrd="0" destOrd="0" presId="urn:microsoft.com/office/officeart/2005/8/layout/vList6"/>
    <dgm:cxn modelId="{95F1A8C8-7405-4207-A119-833578D9777D}" type="presParOf" srcId="{1BA731B5-49B9-4AAC-A0D6-0DAE6483E42E}" destId="{A6A3E899-866B-42A8-A363-A872D0208545}" srcOrd="0" destOrd="0" presId="urn:microsoft.com/office/officeart/2005/8/layout/vList6"/>
    <dgm:cxn modelId="{7F31DF03-C0B9-4DD2-818F-D74BD7CAE369}" type="presParOf" srcId="{1BA731B5-49B9-4AAC-A0D6-0DAE6483E42E}" destId="{2B14C407-382E-492C-9090-83DA548456DD}" srcOrd="1" destOrd="0" presId="urn:microsoft.com/office/officeart/2005/8/layout/vList6"/>
    <dgm:cxn modelId="{CE51AD2F-A0C8-4651-A311-8CDF14059AE5}" type="presParOf" srcId="{1562F69B-5683-4C1B-9BBE-8A0911BEF628}" destId="{19A27ABB-725C-4596-85C3-AC06E7DC7FB4}" srcOrd="1" destOrd="0" presId="urn:microsoft.com/office/officeart/2005/8/layout/vList6"/>
    <dgm:cxn modelId="{1DBE8DB4-E573-42A7-B559-7918CAB15C71}" type="presParOf" srcId="{1562F69B-5683-4C1B-9BBE-8A0911BEF628}" destId="{13FF5B6A-F7B0-45E8-B754-13B243BE67BE}" srcOrd="2" destOrd="0" presId="urn:microsoft.com/office/officeart/2005/8/layout/vList6"/>
    <dgm:cxn modelId="{797F9EA4-5495-40F2-AA02-AB6FAF8E7303}" type="presParOf" srcId="{13FF5B6A-F7B0-45E8-B754-13B243BE67BE}" destId="{63FEB11E-EE37-42F0-A279-7D45E203CBBC}" srcOrd="0" destOrd="0" presId="urn:microsoft.com/office/officeart/2005/8/layout/vList6"/>
    <dgm:cxn modelId="{C27C1CBD-1C79-4E0A-8EB5-58D2FF75F848}" type="presParOf" srcId="{13FF5B6A-F7B0-45E8-B754-13B243BE67BE}" destId="{E4D40B57-FF94-4B31-BC2B-EDDC1FC7889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73C37E-9FE7-4CD7-8D58-AC01D20FA240}" type="doc">
      <dgm:prSet loTypeId="urn:microsoft.com/office/officeart/2005/8/layout/arrow4" loCatId="process" qsTypeId="urn:microsoft.com/office/officeart/2005/8/quickstyle/simple1" qsCatId="simple" csTypeId="urn:microsoft.com/office/officeart/2005/8/colors/colorful5" csCatId="colorful" phldr="1"/>
      <dgm:spPr/>
      <dgm:t>
        <a:bodyPr/>
        <a:lstStyle/>
        <a:p>
          <a:endParaRPr lang="en-US"/>
        </a:p>
      </dgm:t>
    </dgm:pt>
    <dgm:pt modelId="{69C028AC-FFAC-4247-B593-CAF7E7C6E15B}">
      <dgm:prSet phldrT="[Text]"/>
      <dgm:spPr/>
      <dgm:t>
        <a:bodyPr/>
        <a:lstStyle/>
        <a:p>
          <a:r>
            <a:rPr lang="en-US" dirty="0"/>
            <a:t>Productive activity </a:t>
          </a:r>
        </a:p>
      </dgm:t>
    </dgm:pt>
    <dgm:pt modelId="{A3D09098-AABE-40CD-BE72-C6AF27739827}" type="parTrans" cxnId="{0CD1F11D-E702-42BC-8E9C-C917DCE1F63F}">
      <dgm:prSet/>
      <dgm:spPr/>
      <dgm:t>
        <a:bodyPr/>
        <a:lstStyle/>
        <a:p>
          <a:endParaRPr lang="en-US"/>
        </a:p>
      </dgm:t>
    </dgm:pt>
    <dgm:pt modelId="{51D0D44F-2F07-4857-B6BE-249939A1DD93}" type="sibTrans" cxnId="{0CD1F11D-E702-42BC-8E9C-C917DCE1F63F}">
      <dgm:prSet/>
      <dgm:spPr/>
      <dgm:t>
        <a:bodyPr/>
        <a:lstStyle/>
        <a:p>
          <a:endParaRPr lang="en-US"/>
        </a:p>
      </dgm:t>
    </dgm:pt>
    <dgm:pt modelId="{C087A4E2-4575-446A-B918-44C3A21BD365}">
      <dgm:prSet phldrT="[Text]"/>
      <dgm:spPr/>
      <dgm:t>
        <a:bodyPr/>
        <a:lstStyle/>
        <a:p>
          <a:r>
            <a:rPr lang="en-US" dirty="0"/>
            <a:t>Non-productive activity </a:t>
          </a:r>
        </a:p>
      </dgm:t>
    </dgm:pt>
    <dgm:pt modelId="{787AFC73-6A76-4466-9C61-BD587BD70CBD}" type="parTrans" cxnId="{B85480B7-E53E-4C07-B293-D680AAFFE2CD}">
      <dgm:prSet/>
      <dgm:spPr/>
      <dgm:t>
        <a:bodyPr/>
        <a:lstStyle/>
        <a:p>
          <a:endParaRPr lang="en-US"/>
        </a:p>
      </dgm:t>
    </dgm:pt>
    <dgm:pt modelId="{67357085-4276-4057-8776-E709A593AB45}" type="sibTrans" cxnId="{B85480B7-E53E-4C07-B293-D680AAFFE2CD}">
      <dgm:prSet/>
      <dgm:spPr/>
      <dgm:t>
        <a:bodyPr/>
        <a:lstStyle/>
        <a:p>
          <a:endParaRPr lang="en-US"/>
        </a:p>
      </dgm:t>
    </dgm:pt>
    <dgm:pt modelId="{FB0F004A-FE32-4BA3-9F32-2DFAA566185B}" type="pres">
      <dgm:prSet presAssocID="{B773C37E-9FE7-4CD7-8D58-AC01D20FA240}" presName="compositeShape" presStyleCnt="0">
        <dgm:presLayoutVars>
          <dgm:chMax val="2"/>
          <dgm:dir/>
          <dgm:resizeHandles val="exact"/>
        </dgm:presLayoutVars>
      </dgm:prSet>
      <dgm:spPr/>
      <dgm:t>
        <a:bodyPr/>
        <a:lstStyle/>
        <a:p>
          <a:endParaRPr lang="en-US"/>
        </a:p>
      </dgm:t>
    </dgm:pt>
    <dgm:pt modelId="{4E82D05C-6290-4695-9333-F85CE01C3AAF}" type="pres">
      <dgm:prSet presAssocID="{69C028AC-FFAC-4247-B593-CAF7E7C6E15B}" presName="upArrow" presStyleLbl="node1" presStyleIdx="0" presStyleCnt="2"/>
      <dgm:spPr/>
    </dgm:pt>
    <dgm:pt modelId="{611A4A0E-C18C-4DD2-9D8D-1F345738ECC3}" type="pres">
      <dgm:prSet presAssocID="{69C028AC-FFAC-4247-B593-CAF7E7C6E15B}" presName="upArrowText" presStyleLbl="revTx" presStyleIdx="0" presStyleCnt="2">
        <dgm:presLayoutVars>
          <dgm:chMax val="0"/>
          <dgm:bulletEnabled val="1"/>
        </dgm:presLayoutVars>
      </dgm:prSet>
      <dgm:spPr/>
      <dgm:t>
        <a:bodyPr/>
        <a:lstStyle/>
        <a:p>
          <a:endParaRPr lang="en-US"/>
        </a:p>
      </dgm:t>
    </dgm:pt>
    <dgm:pt modelId="{3DB26B30-4029-496F-9493-382C764A6F43}" type="pres">
      <dgm:prSet presAssocID="{C087A4E2-4575-446A-B918-44C3A21BD365}" presName="downArrow" presStyleLbl="node1" presStyleIdx="1" presStyleCnt="2"/>
      <dgm:spPr/>
    </dgm:pt>
    <dgm:pt modelId="{A37807B6-3EBB-454E-A99A-73E10723BB99}" type="pres">
      <dgm:prSet presAssocID="{C087A4E2-4575-446A-B918-44C3A21BD365}" presName="downArrowText" presStyleLbl="revTx" presStyleIdx="1" presStyleCnt="2">
        <dgm:presLayoutVars>
          <dgm:chMax val="0"/>
          <dgm:bulletEnabled val="1"/>
        </dgm:presLayoutVars>
      </dgm:prSet>
      <dgm:spPr/>
      <dgm:t>
        <a:bodyPr/>
        <a:lstStyle/>
        <a:p>
          <a:endParaRPr lang="en-US"/>
        </a:p>
      </dgm:t>
    </dgm:pt>
  </dgm:ptLst>
  <dgm:cxnLst>
    <dgm:cxn modelId="{A4C65D3F-D492-479D-BBD0-BA73808240F5}" type="presOf" srcId="{69C028AC-FFAC-4247-B593-CAF7E7C6E15B}" destId="{611A4A0E-C18C-4DD2-9D8D-1F345738ECC3}" srcOrd="0" destOrd="0" presId="urn:microsoft.com/office/officeart/2005/8/layout/arrow4"/>
    <dgm:cxn modelId="{0CD1F11D-E702-42BC-8E9C-C917DCE1F63F}" srcId="{B773C37E-9FE7-4CD7-8D58-AC01D20FA240}" destId="{69C028AC-FFAC-4247-B593-CAF7E7C6E15B}" srcOrd="0" destOrd="0" parTransId="{A3D09098-AABE-40CD-BE72-C6AF27739827}" sibTransId="{51D0D44F-2F07-4857-B6BE-249939A1DD93}"/>
    <dgm:cxn modelId="{B85480B7-E53E-4C07-B293-D680AAFFE2CD}" srcId="{B773C37E-9FE7-4CD7-8D58-AC01D20FA240}" destId="{C087A4E2-4575-446A-B918-44C3A21BD365}" srcOrd="1" destOrd="0" parTransId="{787AFC73-6A76-4466-9C61-BD587BD70CBD}" sibTransId="{67357085-4276-4057-8776-E709A593AB45}"/>
    <dgm:cxn modelId="{795BFA42-692E-4952-B0FB-BF3836D8D82D}" type="presOf" srcId="{B773C37E-9FE7-4CD7-8D58-AC01D20FA240}" destId="{FB0F004A-FE32-4BA3-9F32-2DFAA566185B}" srcOrd="0" destOrd="0" presId="urn:microsoft.com/office/officeart/2005/8/layout/arrow4"/>
    <dgm:cxn modelId="{5AA3325A-8D01-488F-B15B-858BBF7050E3}" type="presOf" srcId="{C087A4E2-4575-446A-B918-44C3A21BD365}" destId="{A37807B6-3EBB-454E-A99A-73E10723BB99}" srcOrd="0" destOrd="0" presId="urn:microsoft.com/office/officeart/2005/8/layout/arrow4"/>
    <dgm:cxn modelId="{791873DF-25BC-4837-8722-BACCE999D10C}" type="presParOf" srcId="{FB0F004A-FE32-4BA3-9F32-2DFAA566185B}" destId="{4E82D05C-6290-4695-9333-F85CE01C3AAF}" srcOrd="0" destOrd="0" presId="urn:microsoft.com/office/officeart/2005/8/layout/arrow4"/>
    <dgm:cxn modelId="{2BC16754-47A7-4710-9EFF-EB0500DD2196}" type="presParOf" srcId="{FB0F004A-FE32-4BA3-9F32-2DFAA566185B}" destId="{611A4A0E-C18C-4DD2-9D8D-1F345738ECC3}" srcOrd="1" destOrd="0" presId="urn:microsoft.com/office/officeart/2005/8/layout/arrow4"/>
    <dgm:cxn modelId="{F3E739E6-C448-4133-9956-CE4DF979864E}" type="presParOf" srcId="{FB0F004A-FE32-4BA3-9F32-2DFAA566185B}" destId="{3DB26B30-4029-496F-9493-382C764A6F43}" srcOrd="2" destOrd="0" presId="urn:microsoft.com/office/officeart/2005/8/layout/arrow4"/>
    <dgm:cxn modelId="{228D8D92-5861-4B13-A2DF-E75296AACCB8}" type="presParOf" srcId="{FB0F004A-FE32-4BA3-9F32-2DFAA566185B}" destId="{A37807B6-3EBB-454E-A99A-73E10723BB99}" srcOrd="3" destOrd="0" presId="urn:microsoft.com/office/officeart/2005/8/layout/arrow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B8987C-AABC-4AF1-A898-512044A2704B}" type="doc">
      <dgm:prSet loTypeId="urn:microsoft.com/office/officeart/2005/8/layout/hierarchy1" loCatId="hierarchy" qsTypeId="urn:microsoft.com/office/officeart/2005/8/quickstyle/simple1" qsCatId="simple" csTypeId="urn:microsoft.com/office/officeart/2005/8/colors/colorful1#1" csCatId="colorful" phldr="1"/>
      <dgm:spPr/>
      <dgm:t>
        <a:bodyPr/>
        <a:lstStyle/>
        <a:p>
          <a:endParaRPr lang="en-US"/>
        </a:p>
      </dgm:t>
    </dgm:pt>
    <dgm:pt modelId="{1DB22802-2805-4623-B409-E30E22724D30}">
      <dgm:prSet phldrT="[Text]" custT="1"/>
      <dgm:spPr/>
      <dgm:t>
        <a:bodyPr/>
        <a:lstStyle/>
        <a:p>
          <a:r>
            <a:rPr lang="en-US" sz="2000" b="1" dirty="0"/>
            <a:t>Technical Communication</a:t>
          </a:r>
        </a:p>
      </dgm:t>
    </dgm:pt>
    <dgm:pt modelId="{7678B708-4773-43A8-922A-41184474D58C}" type="parTrans" cxnId="{DEAC6233-E14D-4552-9632-1EF12FC7A2E5}">
      <dgm:prSet/>
      <dgm:spPr/>
      <dgm:t>
        <a:bodyPr/>
        <a:lstStyle/>
        <a:p>
          <a:endParaRPr lang="en-US"/>
        </a:p>
      </dgm:t>
    </dgm:pt>
    <dgm:pt modelId="{E94D3783-FBB1-41EB-8AB8-D5ECCD2C14E9}" type="sibTrans" cxnId="{DEAC6233-E14D-4552-9632-1EF12FC7A2E5}">
      <dgm:prSet/>
      <dgm:spPr/>
      <dgm:t>
        <a:bodyPr/>
        <a:lstStyle/>
        <a:p>
          <a:endParaRPr lang="en-US"/>
        </a:p>
      </dgm:t>
    </dgm:pt>
    <dgm:pt modelId="{69DBBA16-3E54-49F9-BB85-13E502A2E47C}">
      <dgm:prSet phldrT="[Text]" custT="1"/>
      <dgm:spPr/>
      <dgm:t>
        <a:bodyPr/>
        <a:lstStyle/>
        <a:p>
          <a:r>
            <a:rPr lang="en-US" sz="1400" b="1" dirty="0"/>
            <a:t>Technical/Professional</a:t>
          </a:r>
        </a:p>
      </dgm:t>
    </dgm:pt>
    <dgm:pt modelId="{04522B59-0F64-4E0C-9707-B169679B9AB4}" type="parTrans" cxnId="{26FDCA97-71F0-45DB-B375-B589CA12A7D7}">
      <dgm:prSet/>
      <dgm:spPr/>
      <dgm:t>
        <a:bodyPr/>
        <a:lstStyle/>
        <a:p>
          <a:endParaRPr lang="en-US"/>
        </a:p>
      </dgm:t>
    </dgm:pt>
    <dgm:pt modelId="{7037229A-60AA-4AA9-8D28-57856B7A92F5}" type="sibTrans" cxnId="{26FDCA97-71F0-45DB-B375-B589CA12A7D7}">
      <dgm:prSet/>
      <dgm:spPr/>
      <dgm:t>
        <a:bodyPr/>
        <a:lstStyle/>
        <a:p>
          <a:endParaRPr lang="en-US"/>
        </a:p>
      </dgm:t>
    </dgm:pt>
    <dgm:pt modelId="{EC51C0F7-1940-46ED-884C-7A719DB72103}">
      <dgm:prSet phldrT="[Text]" custT="1"/>
      <dgm:spPr/>
      <dgm:t>
        <a:bodyPr/>
        <a:lstStyle/>
        <a:p>
          <a:r>
            <a:rPr lang="en-US" sz="2000" b="1" dirty="0"/>
            <a:t>Business</a:t>
          </a:r>
        </a:p>
      </dgm:t>
    </dgm:pt>
    <dgm:pt modelId="{E22088DE-76FF-46DE-BAB1-2CEA0317DB9B}" type="parTrans" cxnId="{68223D03-F665-4024-B9BA-6E9823F642A4}">
      <dgm:prSet/>
      <dgm:spPr/>
      <dgm:t>
        <a:bodyPr/>
        <a:lstStyle/>
        <a:p>
          <a:endParaRPr lang="en-US"/>
        </a:p>
      </dgm:t>
    </dgm:pt>
    <dgm:pt modelId="{5E451FD9-3FBD-4D91-916D-27B03CEABE46}" type="sibTrans" cxnId="{68223D03-F665-4024-B9BA-6E9823F642A4}">
      <dgm:prSet/>
      <dgm:spPr/>
      <dgm:t>
        <a:bodyPr/>
        <a:lstStyle/>
        <a:p>
          <a:endParaRPr lang="en-US"/>
        </a:p>
      </dgm:t>
    </dgm:pt>
    <dgm:pt modelId="{D2259C07-D8E1-4C44-844D-AD4A4C887682}">
      <dgm:prSet phldrT="[Text]" custT="1"/>
      <dgm:spPr/>
      <dgm:t>
        <a:bodyPr/>
        <a:lstStyle/>
        <a:p>
          <a:r>
            <a:rPr lang="en-US" sz="2000" b="1" dirty="0"/>
            <a:t>Scientific</a:t>
          </a:r>
        </a:p>
      </dgm:t>
    </dgm:pt>
    <dgm:pt modelId="{92629F8F-DDFD-467E-B1C3-3F27D9BC3DFF}" type="parTrans" cxnId="{EC85FFBB-181F-435F-8ED3-3BBF0FF29A29}">
      <dgm:prSet/>
      <dgm:spPr/>
      <dgm:t>
        <a:bodyPr/>
        <a:lstStyle/>
        <a:p>
          <a:endParaRPr lang="en-US"/>
        </a:p>
      </dgm:t>
    </dgm:pt>
    <dgm:pt modelId="{227972EF-90BD-4BD8-A816-B00D58C80228}" type="sibTrans" cxnId="{EC85FFBB-181F-435F-8ED3-3BBF0FF29A29}">
      <dgm:prSet/>
      <dgm:spPr/>
      <dgm:t>
        <a:bodyPr/>
        <a:lstStyle/>
        <a:p>
          <a:endParaRPr lang="en-US"/>
        </a:p>
      </dgm:t>
    </dgm:pt>
    <dgm:pt modelId="{B1B9D900-B9F0-4913-98E4-99A9CC16C30F}">
      <dgm:prSet phldrT="[Text]"/>
      <dgm:spPr/>
      <dgm:t>
        <a:bodyPr/>
        <a:lstStyle/>
        <a:p>
          <a:r>
            <a:rPr lang="en-US" dirty="0"/>
            <a:t>Subject/field specific experts produce it as it requires expertise (professional qualification/training) in the subject</a:t>
          </a:r>
        </a:p>
      </dgm:t>
    </dgm:pt>
    <dgm:pt modelId="{9D2A10FA-31D9-41D3-8A98-84CC7C1A34B5}" type="parTrans" cxnId="{A7DCB5BC-502C-4785-9EC3-1502588D1539}">
      <dgm:prSet/>
      <dgm:spPr/>
      <dgm:t>
        <a:bodyPr/>
        <a:lstStyle/>
        <a:p>
          <a:endParaRPr lang="en-US"/>
        </a:p>
      </dgm:t>
    </dgm:pt>
    <dgm:pt modelId="{EED300DA-E2DB-41D2-BF92-0369F57FA7E9}" type="sibTrans" cxnId="{A7DCB5BC-502C-4785-9EC3-1502588D1539}">
      <dgm:prSet/>
      <dgm:spPr/>
      <dgm:t>
        <a:bodyPr/>
        <a:lstStyle/>
        <a:p>
          <a:endParaRPr lang="en-US"/>
        </a:p>
      </dgm:t>
    </dgm:pt>
    <dgm:pt modelId="{5E29612C-531E-40D3-A9D0-1EB3C05266C3}">
      <dgm:prSet phldrT="[Text]"/>
      <dgm:spPr/>
      <dgm:t>
        <a:bodyPr/>
        <a:lstStyle/>
        <a:p>
          <a:r>
            <a:rPr lang="en-US" b="0" dirty="0"/>
            <a:t>It aims to </a:t>
          </a:r>
          <a:r>
            <a:rPr lang="en-US" b="0" dirty="0" smtClean="0"/>
            <a:t>run, </a:t>
          </a:r>
          <a:r>
            <a:rPr lang="en-US" b="0" dirty="0"/>
            <a:t>(administer and manage) the business</a:t>
          </a:r>
        </a:p>
      </dgm:t>
    </dgm:pt>
    <dgm:pt modelId="{68D3106E-08D5-46A6-AAB9-18E85179DB34}" type="parTrans" cxnId="{0D61FCCE-5BEE-4B85-B6DA-4F16C872642B}">
      <dgm:prSet/>
      <dgm:spPr/>
      <dgm:t>
        <a:bodyPr/>
        <a:lstStyle/>
        <a:p>
          <a:endParaRPr lang="en-US"/>
        </a:p>
      </dgm:t>
    </dgm:pt>
    <dgm:pt modelId="{EF4429F7-1E53-4A70-BF67-9EA8D1794167}" type="sibTrans" cxnId="{0D61FCCE-5BEE-4B85-B6DA-4F16C872642B}">
      <dgm:prSet/>
      <dgm:spPr/>
      <dgm:t>
        <a:bodyPr/>
        <a:lstStyle/>
        <a:p>
          <a:endParaRPr lang="en-US"/>
        </a:p>
      </dgm:t>
    </dgm:pt>
    <dgm:pt modelId="{6B156076-4448-4A86-A6FF-C8258FF4C5D3}">
      <dgm:prSet phldrT="[Text]"/>
      <dgm:spPr/>
      <dgm:t>
        <a:bodyPr/>
        <a:lstStyle/>
        <a:p>
          <a:r>
            <a:rPr lang="en-US" dirty="0"/>
            <a:t>It aims to report researches and discoveries to advance the field</a:t>
          </a:r>
        </a:p>
      </dgm:t>
    </dgm:pt>
    <dgm:pt modelId="{B9890FB5-64D7-4C58-813D-1173F37F36A1}" type="parTrans" cxnId="{E546B493-CF92-418E-935F-4F868EDCC632}">
      <dgm:prSet/>
      <dgm:spPr/>
      <dgm:t>
        <a:bodyPr/>
        <a:lstStyle/>
        <a:p>
          <a:endParaRPr lang="en-US"/>
        </a:p>
      </dgm:t>
    </dgm:pt>
    <dgm:pt modelId="{DE8BE40E-64CB-4A89-BCF3-0EAAE57F2902}" type="sibTrans" cxnId="{E546B493-CF92-418E-935F-4F868EDCC632}">
      <dgm:prSet/>
      <dgm:spPr/>
      <dgm:t>
        <a:bodyPr/>
        <a:lstStyle/>
        <a:p>
          <a:endParaRPr lang="en-US"/>
        </a:p>
      </dgm:t>
    </dgm:pt>
    <dgm:pt modelId="{9591AE80-AD10-4DF8-823B-8DC38D9AB00B}" type="pres">
      <dgm:prSet presAssocID="{48B8987C-AABC-4AF1-A898-512044A2704B}" presName="hierChild1" presStyleCnt="0">
        <dgm:presLayoutVars>
          <dgm:chPref val="1"/>
          <dgm:dir/>
          <dgm:animOne val="branch"/>
          <dgm:animLvl val="lvl"/>
          <dgm:resizeHandles/>
        </dgm:presLayoutVars>
      </dgm:prSet>
      <dgm:spPr/>
      <dgm:t>
        <a:bodyPr/>
        <a:lstStyle/>
        <a:p>
          <a:endParaRPr lang="en-US"/>
        </a:p>
      </dgm:t>
    </dgm:pt>
    <dgm:pt modelId="{AD50B1A7-3EF2-4BE8-BF72-EF8F3098CE90}" type="pres">
      <dgm:prSet presAssocID="{1DB22802-2805-4623-B409-E30E22724D30}" presName="hierRoot1" presStyleCnt="0"/>
      <dgm:spPr/>
    </dgm:pt>
    <dgm:pt modelId="{9BDA1FF5-EAFE-4ABB-9A07-E23CDFF65A28}" type="pres">
      <dgm:prSet presAssocID="{1DB22802-2805-4623-B409-E30E22724D30}" presName="composite" presStyleCnt="0"/>
      <dgm:spPr/>
    </dgm:pt>
    <dgm:pt modelId="{17A9CAB8-22F3-4D95-B663-181D2850DEFB}" type="pres">
      <dgm:prSet presAssocID="{1DB22802-2805-4623-B409-E30E22724D30}" presName="background" presStyleLbl="node0" presStyleIdx="0" presStyleCnt="1"/>
      <dgm:spPr/>
    </dgm:pt>
    <dgm:pt modelId="{F46CD16B-7491-4948-9317-8B7D8A18CF44}" type="pres">
      <dgm:prSet presAssocID="{1DB22802-2805-4623-B409-E30E22724D30}" presName="text" presStyleLbl="fgAcc0" presStyleIdx="0" presStyleCnt="1">
        <dgm:presLayoutVars>
          <dgm:chPref val="3"/>
        </dgm:presLayoutVars>
      </dgm:prSet>
      <dgm:spPr/>
      <dgm:t>
        <a:bodyPr/>
        <a:lstStyle/>
        <a:p>
          <a:endParaRPr lang="en-US"/>
        </a:p>
      </dgm:t>
    </dgm:pt>
    <dgm:pt modelId="{67CC836F-D00F-4AF6-9BAE-A5250E76C4BB}" type="pres">
      <dgm:prSet presAssocID="{1DB22802-2805-4623-B409-E30E22724D30}" presName="hierChild2" presStyleCnt="0"/>
      <dgm:spPr/>
    </dgm:pt>
    <dgm:pt modelId="{83A9D98C-8E17-451E-BCD0-85072AD36E1F}" type="pres">
      <dgm:prSet presAssocID="{04522B59-0F64-4E0C-9707-B169679B9AB4}" presName="Name10" presStyleLbl="parChTrans1D2" presStyleIdx="0" presStyleCnt="3"/>
      <dgm:spPr/>
      <dgm:t>
        <a:bodyPr/>
        <a:lstStyle/>
        <a:p>
          <a:endParaRPr lang="en-US"/>
        </a:p>
      </dgm:t>
    </dgm:pt>
    <dgm:pt modelId="{B9060DAC-A615-4491-95F3-8DE915BE0E7E}" type="pres">
      <dgm:prSet presAssocID="{69DBBA16-3E54-49F9-BB85-13E502A2E47C}" presName="hierRoot2" presStyleCnt="0"/>
      <dgm:spPr/>
    </dgm:pt>
    <dgm:pt modelId="{9D468549-7300-401B-86A5-385C7AD38DF5}" type="pres">
      <dgm:prSet presAssocID="{69DBBA16-3E54-49F9-BB85-13E502A2E47C}" presName="composite2" presStyleCnt="0"/>
      <dgm:spPr/>
    </dgm:pt>
    <dgm:pt modelId="{9F0318FD-7CD7-41E0-9C8D-899FD4D7F55A}" type="pres">
      <dgm:prSet presAssocID="{69DBBA16-3E54-49F9-BB85-13E502A2E47C}" presName="background2" presStyleLbl="node2" presStyleIdx="0" presStyleCnt="3"/>
      <dgm:spPr/>
    </dgm:pt>
    <dgm:pt modelId="{2E4625BF-93FB-43FC-B52A-F2985E6D2C9A}" type="pres">
      <dgm:prSet presAssocID="{69DBBA16-3E54-49F9-BB85-13E502A2E47C}" presName="text2" presStyleLbl="fgAcc2" presStyleIdx="0" presStyleCnt="3">
        <dgm:presLayoutVars>
          <dgm:chPref val="3"/>
        </dgm:presLayoutVars>
      </dgm:prSet>
      <dgm:spPr/>
      <dgm:t>
        <a:bodyPr/>
        <a:lstStyle/>
        <a:p>
          <a:endParaRPr lang="en-US"/>
        </a:p>
      </dgm:t>
    </dgm:pt>
    <dgm:pt modelId="{6CAAAEB5-EC3B-4A3C-9FC2-D8692572078F}" type="pres">
      <dgm:prSet presAssocID="{69DBBA16-3E54-49F9-BB85-13E502A2E47C}" presName="hierChild3" presStyleCnt="0"/>
      <dgm:spPr/>
    </dgm:pt>
    <dgm:pt modelId="{7BFFD22A-F342-4021-9CA3-3C4561884E07}" type="pres">
      <dgm:prSet presAssocID="{9D2A10FA-31D9-41D3-8A98-84CC7C1A34B5}" presName="Name17" presStyleLbl="parChTrans1D3" presStyleIdx="0" presStyleCnt="3"/>
      <dgm:spPr/>
      <dgm:t>
        <a:bodyPr/>
        <a:lstStyle/>
        <a:p>
          <a:endParaRPr lang="en-US"/>
        </a:p>
      </dgm:t>
    </dgm:pt>
    <dgm:pt modelId="{9122DAC7-03DE-425D-A0E8-BA6DDF299468}" type="pres">
      <dgm:prSet presAssocID="{B1B9D900-B9F0-4913-98E4-99A9CC16C30F}" presName="hierRoot3" presStyleCnt="0"/>
      <dgm:spPr/>
    </dgm:pt>
    <dgm:pt modelId="{2FBE69E3-66AC-4EBF-BEE1-23D431A1CC1D}" type="pres">
      <dgm:prSet presAssocID="{B1B9D900-B9F0-4913-98E4-99A9CC16C30F}" presName="composite3" presStyleCnt="0"/>
      <dgm:spPr/>
    </dgm:pt>
    <dgm:pt modelId="{DC505778-0134-4303-A2FA-70B765A5F609}" type="pres">
      <dgm:prSet presAssocID="{B1B9D900-B9F0-4913-98E4-99A9CC16C30F}" presName="background3" presStyleLbl="node3" presStyleIdx="0" presStyleCnt="3"/>
      <dgm:spPr/>
    </dgm:pt>
    <dgm:pt modelId="{4C083D2E-DA17-4CF0-9124-480FB8B3453B}" type="pres">
      <dgm:prSet presAssocID="{B1B9D900-B9F0-4913-98E4-99A9CC16C30F}" presName="text3" presStyleLbl="fgAcc3" presStyleIdx="0" presStyleCnt="3">
        <dgm:presLayoutVars>
          <dgm:chPref val="3"/>
        </dgm:presLayoutVars>
      </dgm:prSet>
      <dgm:spPr/>
      <dgm:t>
        <a:bodyPr/>
        <a:lstStyle/>
        <a:p>
          <a:endParaRPr lang="en-US"/>
        </a:p>
      </dgm:t>
    </dgm:pt>
    <dgm:pt modelId="{A69E946A-7290-4E45-A36F-4153DCB932EC}" type="pres">
      <dgm:prSet presAssocID="{B1B9D900-B9F0-4913-98E4-99A9CC16C30F}" presName="hierChild4" presStyleCnt="0"/>
      <dgm:spPr/>
    </dgm:pt>
    <dgm:pt modelId="{D68DF081-0178-4675-828A-1FBF39DDA8BF}" type="pres">
      <dgm:prSet presAssocID="{E22088DE-76FF-46DE-BAB1-2CEA0317DB9B}" presName="Name10" presStyleLbl="parChTrans1D2" presStyleIdx="1" presStyleCnt="3"/>
      <dgm:spPr/>
      <dgm:t>
        <a:bodyPr/>
        <a:lstStyle/>
        <a:p>
          <a:endParaRPr lang="en-US"/>
        </a:p>
      </dgm:t>
    </dgm:pt>
    <dgm:pt modelId="{72E2B190-0977-4F82-80A8-C7728B0F0523}" type="pres">
      <dgm:prSet presAssocID="{EC51C0F7-1940-46ED-884C-7A719DB72103}" presName="hierRoot2" presStyleCnt="0"/>
      <dgm:spPr/>
    </dgm:pt>
    <dgm:pt modelId="{9584D1E0-2137-4470-93A8-FB95B1EF2479}" type="pres">
      <dgm:prSet presAssocID="{EC51C0F7-1940-46ED-884C-7A719DB72103}" presName="composite2" presStyleCnt="0"/>
      <dgm:spPr/>
    </dgm:pt>
    <dgm:pt modelId="{702670A1-00FB-407F-95B2-CEF51E487DD1}" type="pres">
      <dgm:prSet presAssocID="{EC51C0F7-1940-46ED-884C-7A719DB72103}" presName="background2" presStyleLbl="node2" presStyleIdx="1" presStyleCnt="3"/>
      <dgm:spPr/>
    </dgm:pt>
    <dgm:pt modelId="{8162630A-1F1C-4BF9-9F8D-BCAE21BF1474}" type="pres">
      <dgm:prSet presAssocID="{EC51C0F7-1940-46ED-884C-7A719DB72103}" presName="text2" presStyleLbl="fgAcc2" presStyleIdx="1" presStyleCnt="3">
        <dgm:presLayoutVars>
          <dgm:chPref val="3"/>
        </dgm:presLayoutVars>
      </dgm:prSet>
      <dgm:spPr/>
      <dgm:t>
        <a:bodyPr/>
        <a:lstStyle/>
        <a:p>
          <a:endParaRPr lang="en-US"/>
        </a:p>
      </dgm:t>
    </dgm:pt>
    <dgm:pt modelId="{30D2BF44-B07B-482B-BE15-6AEBCF11C04C}" type="pres">
      <dgm:prSet presAssocID="{EC51C0F7-1940-46ED-884C-7A719DB72103}" presName="hierChild3" presStyleCnt="0"/>
      <dgm:spPr/>
    </dgm:pt>
    <dgm:pt modelId="{0ACA6BB1-2AF6-4A95-B824-34F2CBF3FE1F}" type="pres">
      <dgm:prSet presAssocID="{68D3106E-08D5-46A6-AAB9-18E85179DB34}" presName="Name17" presStyleLbl="parChTrans1D3" presStyleIdx="1" presStyleCnt="3"/>
      <dgm:spPr/>
      <dgm:t>
        <a:bodyPr/>
        <a:lstStyle/>
        <a:p>
          <a:endParaRPr lang="en-US"/>
        </a:p>
      </dgm:t>
    </dgm:pt>
    <dgm:pt modelId="{A7D1D947-52DE-4DB5-883E-74DAD626D0C7}" type="pres">
      <dgm:prSet presAssocID="{5E29612C-531E-40D3-A9D0-1EB3C05266C3}" presName="hierRoot3" presStyleCnt="0"/>
      <dgm:spPr/>
    </dgm:pt>
    <dgm:pt modelId="{9F094226-A1A2-455D-A442-EFEE2141082F}" type="pres">
      <dgm:prSet presAssocID="{5E29612C-531E-40D3-A9D0-1EB3C05266C3}" presName="composite3" presStyleCnt="0"/>
      <dgm:spPr/>
    </dgm:pt>
    <dgm:pt modelId="{CD613BE4-A46E-4444-974D-17ECC2AF221B}" type="pres">
      <dgm:prSet presAssocID="{5E29612C-531E-40D3-A9D0-1EB3C05266C3}" presName="background3" presStyleLbl="node3" presStyleIdx="1" presStyleCnt="3"/>
      <dgm:spPr/>
    </dgm:pt>
    <dgm:pt modelId="{E6785F6F-15A2-40C7-80B8-E286ABB48801}" type="pres">
      <dgm:prSet presAssocID="{5E29612C-531E-40D3-A9D0-1EB3C05266C3}" presName="text3" presStyleLbl="fgAcc3" presStyleIdx="1" presStyleCnt="3">
        <dgm:presLayoutVars>
          <dgm:chPref val="3"/>
        </dgm:presLayoutVars>
      </dgm:prSet>
      <dgm:spPr/>
      <dgm:t>
        <a:bodyPr/>
        <a:lstStyle/>
        <a:p>
          <a:endParaRPr lang="en-US"/>
        </a:p>
      </dgm:t>
    </dgm:pt>
    <dgm:pt modelId="{FC961781-EBBF-43EB-87DD-DEFA0B3DA1B5}" type="pres">
      <dgm:prSet presAssocID="{5E29612C-531E-40D3-A9D0-1EB3C05266C3}" presName="hierChild4" presStyleCnt="0"/>
      <dgm:spPr/>
    </dgm:pt>
    <dgm:pt modelId="{E9DBF0B4-A8D1-4458-BCE6-1C1E9C19E4B2}" type="pres">
      <dgm:prSet presAssocID="{92629F8F-DDFD-467E-B1C3-3F27D9BC3DFF}" presName="Name10" presStyleLbl="parChTrans1D2" presStyleIdx="2" presStyleCnt="3"/>
      <dgm:spPr/>
      <dgm:t>
        <a:bodyPr/>
        <a:lstStyle/>
        <a:p>
          <a:endParaRPr lang="en-US"/>
        </a:p>
      </dgm:t>
    </dgm:pt>
    <dgm:pt modelId="{4D1304FD-076C-46B1-B770-B5F8465D2117}" type="pres">
      <dgm:prSet presAssocID="{D2259C07-D8E1-4C44-844D-AD4A4C887682}" presName="hierRoot2" presStyleCnt="0"/>
      <dgm:spPr/>
    </dgm:pt>
    <dgm:pt modelId="{7F00661F-FC35-4EE9-8371-739C3B6D5A80}" type="pres">
      <dgm:prSet presAssocID="{D2259C07-D8E1-4C44-844D-AD4A4C887682}" presName="composite2" presStyleCnt="0"/>
      <dgm:spPr/>
    </dgm:pt>
    <dgm:pt modelId="{42F8A430-EA12-4CCB-B1FA-C2BB5EF87888}" type="pres">
      <dgm:prSet presAssocID="{D2259C07-D8E1-4C44-844D-AD4A4C887682}" presName="background2" presStyleLbl="node2" presStyleIdx="2" presStyleCnt="3"/>
      <dgm:spPr/>
    </dgm:pt>
    <dgm:pt modelId="{94F49474-E682-4FB5-8E34-F183728A2966}" type="pres">
      <dgm:prSet presAssocID="{D2259C07-D8E1-4C44-844D-AD4A4C887682}" presName="text2" presStyleLbl="fgAcc2" presStyleIdx="2" presStyleCnt="3">
        <dgm:presLayoutVars>
          <dgm:chPref val="3"/>
        </dgm:presLayoutVars>
      </dgm:prSet>
      <dgm:spPr/>
      <dgm:t>
        <a:bodyPr/>
        <a:lstStyle/>
        <a:p>
          <a:endParaRPr lang="en-US"/>
        </a:p>
      </dgm:t>
    </dgm:pt>
    <dgm:pt modelId="{F6DA9191-4C9A-45E1-ABAD-5A02FB1B46D2}" type="pres">
      <dgm:prSet presAssocID="{D2259C07-D8E1-4C44-844D-AD4A4C887682}" presName="hierChild3" presStyleCnt="0"/>
      <dgm:spPr/>
    </dgm:pt>
    <dgm:pt modelId="{F0574F8D-A244-4067-9681-E99F20A3ACB7}" type="pres">
      <dgm:prSet presAssocID="{B9890FB5-64D7-4C58-813D-1173F37F36A1}" presName="Name17" presStyleLbl="parChTrans1D3" presStyleIdx="2" presStyleCnt="3"/>
      <dgm:spPr/>
      <dgm:t>
        <a:bodyPr/>
        <a:lstStyle/>
        <a:p>
          <a:endParaRPr lang="en-US"/>
        </a:p>
      </dgm:t>
    </dgm:pt>
    <dgm:pt modelId="{C836EB4F-63DF-47E1-8F09-567771C41A43}" type="pres">
      <dgm:prSet presAssocID="{6B156076-4448-4A86-A6FF-C8258FF4C5D3}" presName="hierRoot3" presStyleCnt="0"/>
      <dgm:spPr/>
    </dgm:pt>
    <dgm:pt modelId="{914E63A2-EB70-4A10-8AAF-C867ABDD404A}" type="pres">
      <dgm:prSet presAssocID="{6B156076-4448-4A86-A6FF-C8258FF4C5D3}" presName="composite3" presStyleCnt="0"/>
      <dgm:spPr/>
    </dgm:pt>
    <dgm:pt modelId="{EC5B5379-EE62-42D3-A20C-43A7C80F2905}" type="pres">
      <dgm:prSet presAssocID="{6B156076-4448-4A86-A6FF-C8258FF4C5D3}" presName="background3" presStyleLbl="node3" presStyleIdx="2" presStyleCnt="3"/>
      <dgm:spPr/>
    </dgm:pt>
    <dgm:pt modelId="{6F4B53C6-1C5B-44C0-BC5E-93A7524718B8}" type="pres">
      <dgm:prSet presAssocID="{6B156076-4448-4A86-A6FF-C8258FF4C5D3}" presName="text3" presStyleLbl="fgAcc3" presStyleIdx="2" presStyleCnt="3">
        <dgm:presLayoutVars>
          <dgm:chPref val="3"/>
        </dgm:presLayoutVars>
      </dgm:prSet>
      <dgm:spPr/>
      <dgm:t>
        <a:bodyPr/>
        <a:lstStyle/>
        <a:p>
          <a:endParaRPr lang="en-US"/>
        </a:p>
      </dgm:t>
    </dgm:pt>
    <dgm:pt modelId="{516BA82C-43EC-456C-AD17-96D8746BC44A}" type="pres">
      <dgm:prSet presAssocID="{6B156076-4448-4A86-A6FF-C8258FF4C5D3}" presName="hierChild4" presStyleCnt="0"/>
      <dgm:spPr/>
    </dgm:pt>
  </dgm:ptLst>
  <dgm:cxnLst>
    <dgm:cxn modelId="{2930C745-6CB8-4659-A614-8265FEFEBAEC}" type="presOf" srcId="{EC51C0F7-1940-46ED-884C-7A719DB72103}" destId="{8162630A-1F1C-4BF9-9F8D-BCAE21BF1474}" srcOrd="0" destOrd="0" presId="urn:microsoft.com/office/officeart/2005/8/layout/hierarchy1"/>
    <dgm:cxn modelId="{E546B493-CF92-418E-935F-4F868EDCC632}" srcId="{D2259C07-D8E1-4C44-844D-AD4A4C887682}" destId="{6B156076-4448-4A86-A6FF-C8258FF4C5D3}" srcOrd="0" destOrd="0" parTransId="{B9890FB5-64D7-4C58-813D-1173F37F36A1}" sibTransId="{DE8BE40E-64CB-4A89-BCF3-0EAAE57F2902}"/>
    <dgm:cxn modelId="{7083BBCB-8F61-46A6-A583-8A1F99B9F794}" type="presOf" srcId="{9D2A10FA-31D9-41D3-8A98-84CC7C1A34B5}" destId="{7BFFD22A-F342-4021-9CA3-3C4561884E07}" srcOrd="0" destOrd="0" presId="urn:microsoft.com/office/officeart/2005/8/layout/hierarchy1"/>
    <dgm:cxn modelId="{26FDCA97-71F0-45DB-B375-B589CA12A7D7}" srcId="{1DB22802-2805-4623-B409-E30E22724D30}" destId="{69DBBA16-3E54-49F9-BB85-13E502A2E47C}" srcOrd="0" destOrd="0" parTransId="{04522B59-0F64-4E0C-9707-B169679B9AB4}" sibTransId="{7037229A-60AA-4AA9-8D28-57856B7A92F5}"/>
    <dgm:cxn modelId="{80AEF3DF-7288-4FD4-A700-BB810B26664F}" type="presOf" srcId="{48B8987C-AABC-4AF1-A898-512044A2704B}" destId="{9591AE80-AD10-4DF8-823B-8DC38D9AB00B}" srcOrd="0" destOrd="0" presId="urn:microsoft.com/office/officeart/2005/8/layout/hierarchy1"/>
    <dgm:cxn modelId="{26D86BA0-AF0F-494B-8B54-79741E47D256}" type="presOf" srcId="{1DB22802-2805-4623-B409-E30E22724D30}" destId="{F46CD16B-7491-4948-9317-8B7D8A18CF44}" srcOrd="0" destOrd="0" presId="urn:microsoft.com/office/officeart/2005/8/layout/hierarchy1"/>
    <dgm:cxn modelId="{0D61FCCE-5BEE-4B85-B6DA-4F16C872642B}" srcId="{EC51C0F7-1940-46ED-884C-7A719DB72103}" destId="{5E29612C-531E-40D3-A9D0-1EB3C05266C3}" srcOrd="0" destOrd="0" parTransId="{68D3106E-08D5-46A6-AAB9-18E85179DB34}" sibTransId="{EF4429F7-1E53-4A70-BF67-9EA8D1794167}"/>
    <dgm:cxn modelId="{098FD65A-A2A5-4F0A-BA58-A365BE8C3AC3}" type="presOf" srcId="{D2259C07-D8E1-4C44-844D-AD4A4C887682}" destId="{94F49474-E682-4FB5-8E34-F183728A2966}" srcOrd="0" destOrd="0" presId="urn:microsoft.com/office/officeart/2005/8/layout/hierarchy1"/>
    <dgm:cxn modelId="{68223D03-F665-4024-B9BA-6E9823F642A4}" srcId="{1DB22802-2805-4623-B409-E30E22724D30}" destId="{EC51C0F7-1940-46ED-884C-7A719DB72103}" srcOrd="1" destOrd="0" parTransId="{E22088DE-76FF-46DE-BAB1-2CEA0317DB9B}" sibTransId="{5E451FD9-3FBD-4D91-916D-27B03CEABE46}"/>
    <dgm:cxn modelId="{935FDF57-76A2-4C71-9C87-0AFCBF301338}" type="presOf" srcId="{5E29612C-531E-40D3-A9D0-1EB3C05266C3}" destId="{E6785F6F-15A2-40C7-80B8-E286ABB48801}" srcOrd="0" destOrd="0" presId="urn:microsoft.com/office/officeart/2005/8/layout/hierarchy1"/>
    <dgm:cxn modelId="{F083EF51-6AF5-4A2E-A154-7CEE09CCCC97}" type="presOf" srcId="{92629F8F-DDFD-467E-B1C3-3F27D9BC3DFF}" destId="{E9DBF0B4-A8D1-4458-BCE6-1C1E9C19E4B2}" srcOrd="0" destOrd="0" presId="urn:microsoft.com/office/officeart/2005/8/layout/hierarchy1"/>
    <dgm:cxn modelId="{EC85FFBB-181F-435F-8ED3-3BBF0FF29A29}" srcId="{1DB22802-2805-4623-B409-E30E22724D30}" destId="{D2259C07-D8E1-4C44-844D-AD4A4C887682}" srcOrd="2" destOrd="0" parTransId="{92629F8F-DDFD-467E-B1C3-3F27D9BC3DFF}" sibTransId="{227972EF-90BD-4BD8-A816-B00D58C80228}"/>
    <dgm:cxn modelId="{54CFB718-CC14-472A-8E7B-42CD6DF4ED10}" type="presOf" srcId="{04522B59-0F64-4E0C-9707-B169679B9AB4}" destId="{83A9D98C-8E17-451E-BCD0-85072AD36E1F}" srcOrd="0" destOrd="0" presId="urn:microsoft.com/office/officeart/2005/8/layout/hierarchy1"/>
    <dgm:cxn modelId="{DF6CCCA5-8D9E-4F6F-B506-A2F1225CADEC}" type="presOf" srcId="{B1B9D900-B9F0-4913-98E4-99A9CC16C30F}" destId="{4C083D2E-DA17-4CF0-9124-480FB8B3453B}" srcOrd="0" destOrd="0" presId="urn:microsoft.com/office/officeart/2005/8/layout/hierarchy1"/>
    <dgm:cxn modelId="{6F604BF9-E96F-4E7C-8015-F0A79A9D1838}" type="presOf" srcId="{69DBBA16-3E54-49F9-BB85-13E502A2E47C}" destId="{2E4625BF-93FB-43FC-B52A-F2985E6D2C9A}" srcOrd="0" destOrd="0" presId="urn:microsoft.com/office/officeart/2005/8/layout/hierarchy1"/>
    <dgm:cxn modelId="{DEAC6233-E14D-4552-9632-1EF12FC7A2E5}" srcId="{48B8987C-AABC-4AF1-A898-512044A2704B}" destId="{1DB22802-2805-4623-B409-E30E22724D30}" srcOrd="0" destOrd="0" parTransId="{7678B708-4773-43A8-922A-41184474D58C}" sibTransId="{E94D3783-FBB1-41EB-8AB8-D5ECCD2C14E9}"/>
    <dgm:cxn modelId="{54AFF98F-0A26-4BC8-B6D7-E1EC2B318CAF}" type="presOf" srcId="{E22088DE-76FF-46DE-BAB1-2CEA0317DB9B}" destId="{D68DF081-0178-4675-828A-1FBF39DDA8BF}" srcOrd="0" destOrd="0" presId="urn:microsoft.com/office/officeart/2005/8/layout/hierarchy1"/>
    <dgm:cxn modelId="{27DA01E1-C980-4DE2-9991-BBF29F4980C0}" type="presOf" srcId="{6B156076-4448-4A86-A6FF-C8258FF4C5D3}" destId="{6F4B53C6-1C5B-44C0-BC5E-93A7524718B8}" srcOrd="0" destOrd="0" presId="urn:microsoft.com/office/officeart/2005/8/layout/hierarchy1"/>
    <dgm:cxn modelId="{BCB4A967-183A-4FEF-BD5B-7EDC3901ECAC}" type="presOf" srcId="{68D3106E-08D5-46A6-AAB9-18E85179DB34}" destId="{0ACA6BB1-2AF6-4A95-B824-34F2CBF3FE1F}" srcOrd="0" destOrd="0" presId="urn:microsoft.com/office/officeart/2005/8/layout/hierarchy1"/>
    <dgm:cxn modelId="{40865071-C006-424D-87AB-0BCEEFB1E691}" type="presOf" srcId="{B9890FB5-64D7-4C58-813D-1173F37F36A1}" destId="{F0574F8D-A244-4067-9681-E99F20A3ACB7}" srcOrd="0" destOrd="0" presId="urn:microsoft.com/office/officeart/2005/8/layout/hierarchy1"/>
    <dgm:cxn modelId="{A7DCB5BC-502C-4785-9EC3-1502588D1539}" srcId="{69DBBA16-3E54-49F9-BB85-13E502A2E47C}" destId="{B1B9D900-B9F0-4913-98E4-99A9CC16C30F}" srcOrd="0" destOrd="0" parTransId="{9D2A10FA-31D9-41D3-8A98-84CC7C1A34B5}" sibTransId="{EED300DA-E2DB-41D2-BF92-0369F57FA7E9}"/>
    <dgm:cxn modelId="{6C0EB0AA-25FE-4BE6-9919-22B4E4C48620}" type="presParOf" srcId="{9591AE80-AD10-4DF8-823B-8DC38D9AB00B}" destId="{AD50B1A7-3EF2-4BE8-BF72-EF8F3098CE90}" srcOrd="0" destOrd="0" presId="urn:microsoft.com/office/officeart/2005/8/layout/hierarchy1"/>
    <dgm:cxn modelId="{A093B0F1-8DD8-4E85-B120-1B41C2D9A6D1}" type="presParOf" srcId="{AD50B1A7-3EF2-4BE8-BF72-EF8F3098CE90}" destId="{9BDA1FF5-EAFE-4ABB-9A07-E23CDFF65A28}" srcOrd="0" destOrd="0" presId="urn:microsoft.com/office/officeart/2005/8/layout/hierarchy1"/>
    <dgm:cxn modelId="{A06BC0DD-1B4F-49A8-909C-F476086B84DE}" type="presParOf" srcId="{9BDA1FF5-EAFE-4ABB-9A07-E23CDFF65A28}" destId="{17A9CAB8-22F3-4D95-B663-181D2850DEFB}" srcOrd="0" destOrd="0" presId="urn:microsoft.com/office/officeart/2005/8/layout/hierarchy1"/>
    <dgm:cxn modelId="{946680F5-3743-4A85-BEFA-418FCC377272}" type="presParOf" srcId="{9BDA1FF5-EAFE-4ABB-9A07-E23CDFF65A28}" destId="{F46CD16B-7491-4948-9317-8B7D8A18CF44}" srcOrd="1" destOrd="0" presId="urn:microsoft.com/office/officeart/2005/8/layout/hierarchy1"/>
    <dgm:cxn modelId="{F6BBF355-6B2B-49B1-9C38-DCFC94A4D081}" type="presParOf" srcId="{AD50B1A7-3EF2-4BE8-BF72-EF8F3098CE90}" destId="{67CC836F-D00F-4AF6-9BAE-A5250E76C4BB}" srcOrd="1" destOrd="0" presId="urn:microsoft.com/office/officeart/2005/8/layout/hierarchy1"/>
    <dgm:cxn modelId="{5D35B889-FD70-45E5-A004-81F1234A27BB}" type="presParOf" srcId="{67CC836F-D00F-4AF6-9BAE-A5250E76C4BB}" destId="{83A9D98C-8E17-451E-BCD0-85072AD36E1F}" srcOrd="0" destOrd="0" presId="urn:microsoft.com/office/officeart/2005/8/layout/hierarchy1"/>
    <dgm:cxn modelId="{8A7584BF-1F7C-456C-9C44-13FFC3D65B0E}" type="presParOf" srcId="{67CC836F-D00F-4AF6-9BAE-A5250E76C4BB}" destId="{B9060DAC-A615-4491-95F3-8DE915BE0E7E}" srcOrd="1" destOrd="0" presId="urn:microsoft.com/office/officeart/2005/8/layout/hierarchy1"/>
    <dgm:cxn modelId="{84469B22-F30F-4073-8798-EC22706AAFE3}" type="presParOf" srcId="{B9060DAC-A615-4491-95F3-8DE915BE0E7E}" destId="{9D468549-7300-401B-86A5-385C7AD38DF5}" srcOrd="0" destOrd="0" presId="urn:microsoft.com/office/officeart/2005/8/layout/hierarchy1"/>
    <dgm:cxn modelId="{B5E6D539-F118-4966-8D53-0EB53E4853D7}" type="presParOf" srcId="{9D468549-7300-401B-86A5-385C7AD38DF5}" destId="{9F0318FD-7CD7-41E0-9C8D-899FD4D7F55A}" srcOrd="0" destOrd="0" presId="urn:microsoft.com/office/officeart/2005/8/layout/hierarchy1"/>
    <dgm:cxn modelId="{FC9B8E3B-CB5F-4BE8-9051-2C29EC456A71}" type="presParOf" srcId="{9D468549-7300-401B-86A5-385C7AD38DF5}" destId="{2E4625BF-93FB-43FC-B52A-F2985E6D2C9A}" srcOrd="1" destOrd="0" presId="urn:microsoft.com/office/officeart/2005/8/layout/hierarchy1"/>
    <dgm:cxn modelId="{567069BC-A58D-4E60-B5A9-E522F0C46F4C}" type="presParOf" srcId="{B9060DAC-A615-4491-95F3-8DE915BE0E7E}" destId="{6CAAAEB5-EC3B-4A3C-9FC2-D8692572078F}" srcOrd="1" destOrd="0" presId="urn:microsoft.com/office/officeart/2005/8/layout/hierarchy1"/>
    <dgm:cxn modelId="{2EA6EC14-687C-423D-BEAF-A7519367CF38}" type="presParOf" srcId="{6CAAAEB5-EC3B-4A3C-9FC2-D8692572078F}" destId="{7BFFD22A-F342-4021-9CA3-3C4561884E07}" srcOrd="0" destOrd="0" presId="urn:microsoft.com/office/officeart/2005/8/layout/hierarchy1"/>
    <dgm:cxn modelId="{8627FE9D-E1BC-4E8D-B6D2-ED5952B258BC}" type="presParOf" srcId="{6CAAAEB5-EC3B-4A3C-9FC2-D8692572078F}" destId="{9122DAC7-03DE-425D-A0E8-BA6DDF299468}" srcOrd="1" destOrd="0" presId="urn:microsoft.com/office/officeart/2005/8/layout/hierarchy1"/>
    <dgm:cxn modelId="{F613A74C-D400-4C62-B237-C3DB36431E6B}" type="presParOf" srcId="{9122DAC7-03DE-425D-A0E8-BA6DDF299468}" destId="{2FBE69E3-66AC-4EBF-BEE1-23D431A1CC1D}" srcOrd="0" destOrd="0" presId="urn:microsoft.com/office/officeart/2005/8/layout/hierarchy1"/>
    <dgm:cxn modelId="{023AE9C2-7508-4DC4-9A65-FDDD451BEC7D}" type="presParOf" srcId="{2FBE69E3-66AC-4EBF-BEE1-23D431A1CC1D}" destId="{DC505778-0134-4303-A2FA-70B765A5F609}" srcOrd="0" destOrd="0" presId="urn:microsoft.com/office/officeart/2005/8/layout/hierarchy1"/>
    <dgm:cxn modelId="{A85CC35E-9AC2-4E21-A0AF-C42055F05562}" type="presParOf" srcId="{2FBE69E3-66AC-4EBF-BEE1-23D431A1CC1D}" destId="{4C083D2E-DA17-4CF0-9124-480FB8B3453B}" srcOrd="1" destOrd="0" presId="urn:microsoft.com/office/officeart/2005/8/layout/hierarchy1"/>
    <dgm:cxn modelId="{52EFB894-C0DE-4F76-B42F-281314E43166}" type="presParOf" srcId="{9122DAC7-03DE-425D-A0E8-BA6DDF299468}" destId="{A69E946A-7290-4E45-A36F-4153DCB932EC}" srcOrd="1" destOrd="0" presId="urn:microsoft.com/office/officeart/2005/8/layout/hierarchy1"/>
    <dgm:cxn modelId="{C13D541C-AFB3-4025-932B-83A208F83B1F}" type="presParOf" srcId="{67CC836F-D00F-4AF6-9BAE-A5250E76C4BB}" destId="{D68DF081-0178-4675-828A-1FBF39DDA8BF}" srcOrd="2" destOrd="0" presId="urn:microsoft.com/office/officeart/2005/8/layout/hierarchy1"/>
    <dgm:cxn modelId="{442B2FCA-4D1B-4A36-ABFE-9BCAD3922A62}" type="presParOf" srcId="{67CC836F-D00F-4AF6-9BAE-A5250E76C4BB}" destId="{72E2B190-0977-4F82-80A8-C7728B0F0523}" srcOrd="3" destOrd="0" presId="urn:microsoft.com/office/officeart/2005/8/layout/hierarchy1"/>
    <dgm:cxn modelId="{6F77BE6A-BF7B-42F1-8269-61B4C31E3725}" type="presParOf" srcId="{72E2B190-0977-4F82-80A8-C7728B0F0523}" destId="{9584D1E0-2137-4470-93A8-FB95B1EF2479}" srcOrd="0" destOrd="0" presId="urn:microsoft.com/office/officeart/2005/8/layout/hierarchy1"/>
    <dgm:cxn modelId="{50B821AC-5F40-4C4A-A5A2-52A84DAEB16D}" type="presParOf" srcId="{9584D1E0-2137-4470-93A8-FB95B1EF2479}" destId="{702670A1-00FB-407F-95B2-CEF51E487DD1}" srcOrd="0" destOrd="0" presId="urn:microsoft.com/office/officeart/2005/8/layout/hierarchy1"/>
    <dgm:cxn modelId="{00D0FA78-00FC-469B-AE0B-D409936DB1E8}" type="presParOf" srcId="{9584D1E0-2137-4470-93A8-FB95B1EF2479}" destId="{8162630A-1F1C-4BF9-9F8D-BCAE21BF1474}" srcOrd="1" destOrd="0" presId="urn:microsoft.com/office/officeart/2005/8/layout/hierarchy1"/>
    <dgm:cxn modelId="{9FEE25A1-FA12-407E-BF63-4D862C9F2E31}" type="presParOf" srcId="{72E2B190-0977-4F82-80A8-C7728B0F0523}" destId="{30D2BF44-B07B-482B-BE15-6AEBCF11C04C}" srcOrd="1" destOrd="0" presId="urn:microsoft.com/office/officeart/2005/8/layout/hierarchy1"/>
    <dgm:cxn modelId="{D47049CE-7CC0-46F0-A567-A06C6FB9184B}" type="presParOf" srcId="{30D2BF44-B07B-482B-BE15-6AEBCF11C04C}" destId="{0ACA6BB1-2AF6-4A95-B824-34F2CBF3FE1F}" srcOrd="0" destOrd="0" presId="urn:microsoft.com/office/officeart/2005/8/layout/hierarchy1"/>
    <dgm:cxn modelId="{43034657-F0C3-48C1-99BD-B86F456B4C2C}" type="presParOf" srcId="{30D2BF44-B07B-482B-BE15-6AEBCF11C04C}" destId="{A7D1D947-52DE-4DB5-883E-74DAD626D0C7}" srcOrd="1" destOrd="0" presId="urn:microsoft.com/office/officeart/2005/8/layout/hierarchy1"/>
    <dgm:cxn modelId="{17EC7318-602E-4102-8BBE-34C82B910DB8}" type="presParOf" srcId="{A7D1D947-52DE-4DB5-883E-74DAD626D0C7}" destId="{9F094226-A1A2-455D-A442-EFEE2141082F}" srcOrd="0" destOrd="0" presId="urn:microsoft.com/office/officeart/2005/8/layout/hierarchy1"/>
    <dgm:cxn modelId="{CCB60B93-062D-4067-A298-81BC8EC80EEC}" type="presParOf" srcId="{9F094226-A1A2-455D-A442-EFEE2141082F}" destId="{CD613BE4-A46E-4444-974D-17ECC2AF221B}" srcOrd="0" destOrd="0" presId="urn:microsoft.com/office/officeart/2005/8/layout/hierarchy1"/>
    <dgm:cxn modelId="{CBE193EB-FEBD-4F56-BBBC-28797847C22F}" type="presParOf" srcId="{9F094226-A1A2-455D-A442-EFEE2141082F}" destId="{E6785F6F-15A2-40C7-80B8-E286ABB48801}" srcOrd="1" destOrd="0" presId="urn:microsoft.com/office/officeart/2005/8/layout/hierarchy1"/>
    <dgm:cxn modelId="{6AB98391-8162-4AFC-8883-F51C43B1DD5C}" type="presParOf" srcId="{A7D1D947-52DE-4DB5-883E-74DAD626D0C7}" destId="{FC961781-EBBF-43EB-87DD-DEFA0B3DA1B5}" srcOrd="1" destOrd="0" presId="urn:microsoft.com/office/officeart/2005/8/layout/hierarchy1"/>
    <dgm:cxn modelId="{4A82CDCA-8471-4DBD-B206-F7A01A9E2AE3}" type="presParOf" srcId="{67CC836F-D00F-4AF6-9BAE-A5250E76C4BB}" destId="{E9DBF0B4-A8D1-4458-BCE6-1C1E9C19E4B2}" srcOrd="4" destOrd="0" presId="urn:microsoft.com/office/officeart/2005/8/layout/hierarchy1"/>
    <dgm:cxn modelId="{4FEAC987-F5EA-4E17-BD6C-408B79134336}" type="presParOf" srcId="{67CC836F-D00F-4AF6-9BAE-A5250E76C4BB}" destId="{4D1304FD-076C-46B1-B770-B5F8465D2117}" srcOrd="5" destOrd="0" presId="urn:microsoft.com/office/officeart/2005/8/layout/hierarchy1"/>
    <dgm:cxn modelId="{FFEC2E5C-4A23-4AD2-A600-271873308B97}" type="presParOf" srcId="{4D1304FD-076C-46B1-B770-B5F8465D2117}" destId="{7F00661F-FC35-4EE9-8371-739C3B6D5A80}" srcOrd="0" destOrd="0" presId="urn:microsoft.com/office/officeart/2005/8/layout/hierarchy1"/>
    <dgm:cxn modelId="{41E82262-1022-4FA3-BF1A-7BC1E73BA4B1}" type="presParOf" srcId="{7F00661F-FC35-4EE9-8371-739C3B6D5A80}" destId="{42F8A430-EA12-4CCB-B1FA-C2BB5EF87888}" srcOrd="0" destOrd="0" presId="urn:microsoft.com/office/officeart/2005/8/layout/hierarchy1"/>
    <dgm:cxn modelId="{12B4D7B3-76A4-4088-89A9-EDFAA94B62F6}" type="presParOf" srcId="{7F00661F-FC35-4EE9-8371-739C3B6D5A80}" destId="{94F49474-E682-4FB5-8E34-F183728A2966}" srcOrd="1" destOrd="0" presId="urn:microsoft.com/office/officeart/2005/8/layout/hierarchy1"/>
    <dgm:cxn modelId="{2EAD98C2-792D-4507-8512-D2BB87CDEA11}" type="presParOf" srcId="{4D1304FD-076C-46B1-B770-B5F8465D2117}" destId="{F6DA9191-4C9A-45E1-ABAD-5A02FB1B46D2}" srcOrd="1" destOrd="0" presId="urn:microsoft.com/office/officeart/2005/8/layout/hierarchy1"/>
    <dgm:cxn modelId="{A7F85598-B4A6-4188-85FA-FBF4511D762B}" type="presParOf" srcId="{F6DA9191-4C9A-45E1-ABAD-5A02FB1B46D2}" destId="{F0574F8D-A244-4067-9681-E99F20A3ACB7}" srcOrd="0" destOrd="0" presId="urn:microsoft.com/office/officeart/2005/8/layout/hierarchy1"/>
    <dgm:cxn modelId="{0B7F1822-EECF-4C60-B3B3-3ABCD3EF86D5}" type="presParOf" srcId="{F6DA9191-4C9A-45E1-ABAD-5A02FB1B46D2}" destId="{C836EB4F-63DF-47E1-8F09-567771C41A43}" srcOrd="1" destOrd="0" presId="urn:microsoft.com/office/officeart/2005/8/layout/hierarchy1"/>
    <dgm:cxn modelId="{2FC80CB9-9886-4D3A-A93F-C36E8D25874E}" type="presParOf" srcId="{C836EB4F-63DF-47E1-8F09-567771C41A43}" destId="{914E63A2-EB70-4A10-8AAF-C867ABDD404A}" srcOrd="0" destOrd="0" presId="urn:microsoft.com/office/officeart/2005/8/layout/hierarchy1"/>
    <dgm:cxn modelId="{FB0D3C40-4661-4046-B59E-8E580711D925}" type="presParOf" srcId="{914E63A2-EB70-4A10-8AAF-C867ABDD404A}" destId="{EC5B5379-EE62-42D3-A20C-43A7C80F2905}" srcOrd="0" destOrd="0" presId="urn:microsoft.com/office/officeart/2005/8/layout/hierarchy1"/>
    <dgm:cxn modelId="{00E77222-6A05-4D3C-8A70-C40BF8DDE324}" type="presParOf" srcId="{914E63A2-EB70-4A10-8AAF-C867ABDD404A}" destId="{6F4B53C6-1C5B-44C0-BC5E-93A7524718B8}" srcOrd="1" destOrd="0" presId="urn:microsoft.com/office/officeart/2005/8/layout/hierarchy1"/>
    <dgm:cxn modelId="{568DBF01-66A5-4283-9FB4-325FF01DEC42}" type="presParOf" srcId="{C836EB4F-63DF-47E1-8F09-567771C41A43}" destId="{516BA82C-43EC-456C-AD17-96D8746BC44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5963C6-08FF-4BDD-BCAA-1CE42AEC2BBD}" type="doc">
      <dgm:prSet loTypeId="urn:microsoft.com/office/officeart/2005/8/layout/pyramid2" loCatId="list" qsTypeId="urn:microsoft.com/office/officeart/2005/8/quickstyle/3d2" qsCatId="3D" csTypeId="urn:microsoft.com/office/officeart/2005/8/colors/colorful5" csCatId="colorful" phldr="1"/>
      <dgm:spPr/>
    </dgm:pt>
    <dgm:pt modelId="{F87E9141-D5FB-4ED2-9784-E6EF2BBBCFF8}">
      <dgm:prSet phldrT="[Text]"/>
      <dgm:spPr/>
      <dgm:t>
        <a:bodyPr/>
        <a:lstStyle/>
        <a:p>
          <a:r>
            <a:rPr lang="en-US" dirty="0" smtClean="0"/>
            <a:t>To Inform</a:t>
          </a:r>
          <a:endParaRPr lang="en-US" dirty="0"/>
        </a:p>
      </dgm:t>
    </dgm:pt>
    <dgm:pt modelId="{02C3202D-533F-447F-AFAF-C81833E5C7F6}" type="parTrans" cxnId="{FDABD302-22A0-46AE-A840-4A978F3F88F7}">
      <dgm:prSet/>
      <dgm:spPr/>
      <dgm:t>
        <a:bodyPr/>
        <a:lstStyle/>
        <a:p>
          <a:endParaRPr lang="en-US"/>
        </a:p>
      </dgm:t>
    </dgm:pt>
    <dgm:pt modelId="{C16BAFEA-3623-47B3-9BE7-2ECF987689FE}" type="sibTrans" cxnId="{FDABD302-22A0-46AE-A840-4A978F3F88F7}">
      <dgm:prSet/>
      <dgm:spPr/>
      <dgm:t>
        <a:bodyPr/>
        <a:lstStyle/>
        <a:p>
          <a:endParaRPr lang="en-US"/>
        </a:p>
      </dgm:t>
    </dgm:pt>
    <dgm:pt modelId="{4395F1C0-FD2F-4EB4-B1CE-58B7B80BAF42}">
      <dgm:prSet phldrT="[Text]"/>
      <dgm:spPr/>
      <dgm:t>
        <a:bodyPr/>
        <a:lstStyle/>
        <a:p>
          <a:r>
            <a:rPr lang="en-US" dirty="0" smtClean="0"/>
            <a:t>To Instruct </a:t>
          </a:r>
          <a:endParaRPr lang="en-US" dirty="0"/>
        </a:p>
      </dgm:t>
    </dgm:pt>
    <dgm:pt modelId="{6C7E3CD9-6478-4B2A-A38D-5985420900ED}" type="parTrans" cxnId="{E543BE57-D17A-4242-A9A2-D0AB92295BF5}">
      <dgm:prSet/>
      <dgm:spPr/>
      <dgm:t>
        <a:bodyPr/>
        <a:lstStyle/>
        <a:p>
          <a:endParaRPr lang="en-US"/>
        </a:p>
      </dgm:t>
    </dgm:pt>
    <dgm:pt modelId="{39759890-364A-4397-92D3-10A9EF11A6DF}" type="sibTrans" cxnId="{E543BE57-D17A-4242-A9A2-D0AB92295BF5}">
      <dgm:prSet/>
      <dgm:spPr/>
      <dgm:t>
        <a:bodyPr/>
        <a:lstStyle/>
        <a:p>
          <a:endParaRPr lang="en-US"/>
        </a:p>
      </dgm:t>
    </dgm:pt>
    <dgm:pt modelId="{ED1A04C0-702C-46DB-91C8-B559FDFFB243}">
      <dgm:prSet phldrT="[Text]"/>
      <dgm:spPr/>
      <dgm:t>
        <a:bodyPr/>
        <a:lstStyle/>
        <a:p>
          <a:r>
            <a:rPr lang="en-US" dirty="0" smtClean="0"/>
            <a:t>To persuade</a:t>
          </a:r>
          <a:endParaRPr lang="en-US" dirty="0"/>
        </a:p>
      </dgm:t>
    </dgm:pt>
    <dgm:pt modelId="{B30DC988-5CDB-460A-BB80-2390150F3707}" type="parTrans" cxnId="{4A31D70A-674F-46AA-A0D4-EA846F6909EF}">
      <dgm:prSet/>
      <dgm:spPr/>
      <dgm:t>
        <a:bodyPr/>
        <a:lstStyle/>
        <a:p>
          <a:endParaRPr lang="en-US"/>
        </a:p>
      </dgm:t>
    </dgm:pt>
    <dgm:pt modelId="{160C934A-F95A-4508-83F5-85EC7304D55A}" type="sibTrans" cxnId="{4A31D70A-674F-46AA-A0D4-EA846F6909EF}">
      <dgm:prSet/>
      <dgm:spPr/>
      <dgm:t>
        <a:bodyPr/>
        <a:lstStyle/>
        <a:p>
          <a:endParaRPr lang="en-US"/>
        </a:p>
      </dgm:t>
    </dgm:pt>
    <dgm:pt modelId="{2E14092D-57CE-474D-AA6C-E5EF4DE406A7}" type="pres">
      <dgm:prSet presAssocID="{065963C6-08FF-4BDD-BCAA-1CE42AEC2BBD}" presName="compositeShape" presStyleCnt="0">
        <dgm:presLayoutVars>
          <dgm:dir/>
          <dgm:resizeHandles/>
        </dgm:presLayoutVars>
      </dgm:prSet>
      <dgm:spPr/>
    </dgm:pt>
    <dgm:pt modelId="{4C3388D6-569B-4026-813E-9C2F9E0D857F}" type="pres">
      <dgm:prSet presAssocID="{065963C6-08FF-4BDD-BCAA-1CE42AEC2BBD}" presName="pyramid" presStyleLbl="node1" presStyleIdx="0" presStyleCnt="1"/>
      <dgm:spPr/>
    </dgm:pt>
    <dgm:pt modelId="{F51ECBB4-58C1-4A32-8721-53DCC4F21527}" type="pres">
      <dgm:prSet presAssocID="{065963C6-08FF-4BDD-BCAA-1CE42AEC2BBD}" presName="theList" presStyleCnt="0"/>
      <dgm:spPr/>
    </dgm:pt>
    <dgm:pt modelId="{6E5CD621-7B5C-47FB-AA41-645B952D7AF5}" type="pres">
      <dgm:prSet presAssocID="{F87E9141-D5FB-4ED2-9784-E6EF2BBBCFF8}" presName="aNode" presStyleLbl="fgAcc1" presStyleIdx="0" presStyleCnt="3">
        <dgm:presLayoutVars>
          <dgm:bulletEnabled val="1"/>
        </dgm:presLayoutVars>
      </dgm:prSet>
      <dgm:spPr/>
      <dgm:t>
        <a:bodyPr/>
        <a:lstStyle/>
        <a:p>
          <a:endParaRPr lang="en-US"/>
        </a:p>
      </dgm:t>
    </dgm:pt>
    <dgm:pt modelId="{203E24F3-F1B4-47F4-9698-7221B6DC188C}" type="pres">
      <dgm:prSet presAssocID="{F87E9141-D5FB-4ED2-9784-E6EF2BBBCFF8}" presName="aSpace" presStyleCnt="0"/>
      <dgm:spPr/>
    </dgm:pt>
    <dgm:pt modelId="{281F9D03-02EB-48AF-80B5-5A1B4200C55E}" type="pres">
      <dgm:prSet presAssocID="{4395F1C0-FD2F-4EB4-B1CE-58B7B80BAF42}" presName="aNode" presStyleLbl="fgAcc1" presStyleIdx="1" presStyleCnt="3">
        <dgm:presLayoutVars>
          <dgm:bulletEnabled val="1"/>
        </dgm:presLayoutVars>
      </dgm:prSet>
      <dgm:spPr/>
      <dgm:t>
        <a:bodyPr/>
        <a:lstStyle/>
        <a:p>
          <a:endParaRPr lang="en-US"/>
        </a:p>
      </dgm:t>
    </dgm:pt>
    <dgm:pt modelId="{1B207BAB-8575-463E-A6ED-79A61C4235EC}" type="pres">
      <dgm:prSet presAssocID="{4395F1C0-FD2F-4EB4-B1CE-58B7B80BAF42}" presName="aSpace" presStyleCnt="0"/>
      <dgm:spPr/>
    </dgm:pt>
    <dgm:pt modelId="{E6F3F0C6-C72C-42B9-A5AD-84C46F41A1BB}" type="pres">
      <dgm:prSet presAssocID="{ED1A04C0-702C-46DB-91C8-B559FDFFB243}" presName="aNode" presStyleLbl="fgAcc1" presStyleIdx="2" presStyleCnt="3">
        <dgm:presLayoutVars>
          <dgm:bulletEnabled val="1"/>
        </dgm:presLayoutVars>
      </dgm:prSet>
      <dgm:spPr/>
      <dgm:t>
        <a:bodyPr/>
        <a:lstStyle/>
        <a:p>
          <a:endParaRPr lang="en-US"/>
        </a:p>
      </dgm:t>
    </dgm:pt>
    <dgm:pt modelId="{6064F991-A318-4AB7-B588-228898A9DE38}" type="pres">
      <dgm:prSet presAssocID="{ED1A04C0-702C-46DB-91C8-B559FDFFB243}" presName="aSpace" presStyleCnt="0"/>
      <dgm:spPr/>
    </dgm:pt>
  </dgm:ptLst>
  <dgm:cxnLst>
    <dgm:cxn modelId="{1188BF02-6F1D-411A-BEB9-B17B4CF5DEB2}" type="presOf" srcId="{4395F1C0-FD2F-4EB4-B1CE-58B7B80BAF42}" destId="{281F9D03-02EB-48AF-80B5-5A1B4200C55E}" srcOrd="0" destOrd="0" presId="urn:microsoft.com/office/officeart/2005/8/layout/pyramid2"/>
    <dgm:cxn modelId="{4A31D70A-674F-46AA-A0D4-EA846F6909EF}" srcId="{065963C6-08FF-4BDD-BCAA-1CE42AEC2BBD}" destId="{ED1A04C0-702C-46DB-91C8-B559FDFFB243}" srcOrd="2" destOrd="0" parTransId="{B30DC988-5CDB-460A-BB80-2390150F3707}" sibTransId="{160C934A-F95A-4508-83F5-85EC7304D55A}"/>
    <dgm:cxn modelId="{FDABD302-22A0-46AE-A840-4A978F3F88F7}" srcId="{065963C6-08FF-4BDD-BCAA-1CE42AEC2BBD}" destId="{F87E9141-D5FB-4ED2-9784-E6EF2BBBCFF8}" srcOrd="0" destOrd="0" parTransId="{02C3202D-533F-447F-AFAF-C81833E5C7F6}" sibTransId="{C16BAFEA-3623-47B3-9BE7-2ECF987689FE}"/>
    <dgm:cxn modelId="{8E623E19-B315-4BA4-9ECA-3A7B4FA5F0D2}" type="presOf" srcId="{ED1A04C0-702C-46DB-91C8-B559FDFFB243}" destId="{E6F3F0C6-C72C-42B9-A5AD-84C46F41A1BB}" srcOrd="0" destOrd="0" presId="urn:microsoft.com/office/officeart/2005/8/layout/pyramid2"/>
    <dgm:cxn modelId="{8662B043-64D7-419C-9FA0-772AA457EB64}" type="presOf" srcId="{065963C6-08FF-4BDD-BCAA-1CE42AEC2BBD}" destId="{2E14092D-57CE-474D-AA6C-E5EF4DE406A7}" srcOrd="0" destOrd="0" presId="urn:microsoft.com/office/officeart/2005/8/layout/pyramid2"/>
    <dgm:cxn modelId="{E543BE57-D17A-4242-A9A2-D0AB92295BF5}" srcId="{065963C6-08FF-4BDD-BCAA-1CE42AEC2BBD}" destId="{4395F1C0-FD2F-4EB4-B1CE-58B7B80BAF42}" srcOrd="1" destOrd="0" parTransId="{6C7E3CD9-6478-4B2A-A38D-5985420900ED}" sibTransId="{39759890-364A-4397-92D3-10A9EF11A6DF}"/>
    <dgm:cxn modelId="{3DEBF95E-5308-4C6E-B256-80B0D17FE6AD}" type="presOf" srcId="{F87E9141-D5FB-4ED2-9784-E6EF2BBBCFF8}" destId="{6E5CD621-7B5C-47FB-AA41-645B952D7AF5}" srcOrd="0" destOrd="0" presId="urn:microsoft.com/office/officeart/2005/8/layout/pyramid2"/>
    <dgm:cxn modelId="{B93CBFF4-CB12-4FD3-827C-9A08DEF89FB9}" type="presParOf" srcId="{2E14092D-57CE-474D-AA6C-E5EF4DE406A7}" destId="{4C3388D6-569B-4026-813E-9C2F9E0D857F}" srcOrd="0" destOrd="0" presId="urn:microsoft.com/office/officeart/2005/8/layout/pyramid2"/>
    <dgm:cxn modelId="{47A5EB43-0748-4241-BCDF-C3DA2B63D425}" type="presParOf" srcId="{2E14092D-57CE-474D-AA6C-E5EF4DE406A7}" destId="{F51ECBB4-58C1-4A32-8721-53DCC4F21527}" srcOrd="1" destOrd="0" presId="urn:microsoft.com/office/officeart/2005/8/layout/pyramid2"/>
    <dgm:cxn modelId="{49850CA9-8B13-4E17-8E01-6CC1E32FFA08}" type="presParOf" srcId="{F51ECBB4-58C1-4A32-8721-53DCC4F21527}" destId="{6E5CD621-7B5C-47FB-AA41-645B952D7AF5}" srcOrd="0" destOrd="0" presId="urn:microsoft.com/office/officeart/2005/8/layout/pyramid2"/>
    <dgm:cxn modelId="{DFB5755E-9A4B-4379-9E83-54B25F9270AA}" type="presParOf" srcId="{F51ECBB4-58C1-4A32-8721-53DCC4F21527}" destId="{203E24F3-F1B4-47F4-9698-7221B6DC188C}" srcOrd="1" destOrd="0" presId="urn:microsoft.com/office/officeart/2005/8/layout/pyramid2"/>
    <dgm:cxn modelId="{917DCB36-FAC6-48C1-B7E0-4D6BC92A7AED}" type="presParOf" srcId="{F51ECBB4-58C1-4A32-8721-53DCC4F21527}" destId="{281F9D03-02EB-48AF-80B5-5A1B4200C55E}" srcOrd="2" destOrd="0" presId="urn:microsoft.com/office/officeart/2005/8/layout/pyramid2"/>
    <dgm:cxn modelId="{06B3C8A5-2234-4F25-BD64-FFBA8676CF37}" type="presParOf" srcId="{F51ECBB4-58C1-4A32-8721-53DCC4F21527}" destId="{1B207BAB-8575-463E-A6ED-79A61C4235EC}" srcOrd="3" destOrd="0" presId="urn:microsoft.com/office/officeart/2005/8/layout/pyramid2"/>
    <dgm:cxn modelId="{70782C82-3E5A-4DFE-AB3B-5BCC3624F1CB}" type="presParOf" srcId="{F51ECBB4-58C1-4A32-8721-53DCC4F21527}" destId="{E6F3F0C6-C72C-42B9-A5AD-84C46F41A1BB}" srcOrd="4" destOrd="0" presId="urn:microsoft.com/office/officeart/2005/8/layout/pyramid2"/>
    <dgm:cxn modelId="{13D14DD0-E11F-43E3-9FC8-CFE71DA1E3F6}" type="presParOf" srcId="{F51ECBB4-58C1-4A32-8721-53DCC4F21527}" destId="{6064F991-A318-4AB7-B588-228898A9DE38}"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965C54-F5E1-4D06-ACE9-EC91BB9492CB}" type="doc">
      <dgm:prSet loTypeId="urn:microsoft.com/office/officeart/2005/8/layout/list1" loCatId="list" qsTypeId="urn:microsoft.com/office/officeart/2005/8/quickstyle/3d1" qsCatId="3D" csTypeId="urn:microsoft.com/office/officeart/2005/8/colors/colorful3" csCatId="colorful" phldr="1"/>
      <dgm:spPr/>
      <dgm:t>
        <a:bodyPr/>
        <a:lstStyle/>
        <a:p>
          <a:endParaRPr lang="en-US"/>
        </a:p>
      </dgm:t>
    </dgm:pt>
    <dgm:pt modelId="{E0A3BD52-57BA-48B9-84BE-28828FDB9454}">
      <dgm:prSet phldrT="[Text]"/>
      <dgm:spPr/>
      <dgm:t>
        <a:bodyPr/>
        <a:lstStyle/>
        <a:p>
          <a:r>
            <a:rPr lang="en-US" dirty="0" smtClean="0"/>
            <a:t>Subject Knowledge</a:t>
          </a:r>
          <a:endParaRPr lang="en-US" dirty="0"/>
        </a:p>
      </dgm:t>
    </dgm:pt>
    <dgm:pt modelId="{DD8E89D9-E1D6-4967-B68C-2EE644A6E607}" type="parTrans" cxnId="{99ED2F12-B19B-4686-BB81-EAE6EED7626D}">
      <dgm:prSet/>
      <dgm:spPr/>
      <dgm:t>
        <a:bodyPr/>
        <a:lstStyle/>
        <a:p>
          <a:endParaRPr lang="en-US"/>
        </a:p>
      </dgm:t>
    </dgm:pt>
    <dgm:pt modelId="{C3DEDDF0-C4EA-47B4-85F7-8FE277BFE3DB}" type="sibTrans" cxnId="{99ED2F12-B19B-4686-BB81-EAE6EED7626D}">
      <dgm:prSet/>
      <dgm:spPr/>
      <dgm:t>
        <a:bodyPr/>
        <a:lstStyle/>
        <a:p>
          <a:endParaRPr lang="en-US"/>
        </a:p>
      </dgm:t>
    </dgm:pt>
    <dgm:pt modelId="{34CBAE57-C193-4777-862E-991930D56568}">
      <dgm:prSet phldrT="[Text]"/>
      <dgm:spPr/>
      <dgm:t>
        <a:bodyPr/>
        <a:lstStyle/>
        <a:p>
          <a:r>
            <a:rPr lang="en-US" dirty="0" smtClean="0"/>
            <a:t>Research Skills</a:t>
          </a:r>
          <a:endParaRPr lang="en-US" dirty="0"/>
        </a:p>
      </dgm:t>
    </dgm:pt>
    <dgm:pt modelId="{63926808-93D7-46F7-989A-FDF7817E9B2D}" type="parTrans" cxnId="{9A529857-10A8-4CE3-9536-1C519B725009}">
      <dgm:prSet/>
      <dgm:spPr/>
      <dgm:t>
        <a:bodyPr/>
        <a:lstStyle/>
        <a:p>
          <a:endParaRPr lang="en-US"/>
        </a:p>
      </dgm:t>
    </dgm:pt>
    <dgm:pt modelId="{D927AC58-DBAB-48EF-B629-7E6120A30B7B}" type="sibTrans" cxnId="{9A529857-10A8-4CE3-9536-1C519B725009}">
      <dgm:prSet/>
      <dgm:spPr/>
      <dgm:t>
        <a:bodyPr/>
        <a:lstStyle/>
        <a:p>
          <a:endParaRPr lang="en-US"/>
        </a:p>
      </dgm:t>
    </dgm:pt>
    <dgm:pt modelId="{982F3401-263D-4776-9A4E-D113DC9268B0}">
      <dgm:prSet phldrT="[Text]"/>
      <dgm:spPr/>
      <dgm:t>
        <a:bodyPr/>
        <a:lstStyle/>
        <a:p>
          <a:r>
            <a:rPr lang="en-US" dirty="0" smtClean="0"/>
            <a:t>Knowledge of the conventions of Technical Communication</a:t>
          </a:r>
          <a:endParaRPr lang="en-US" dirty="0"/>
        </a:p>
      </dgm:t>
    </dgm:pt>
    <dgm:pt modelId="{5509CE5A-F647-48EE-8F03-01E3BAB51A21}" type="parTrans" cxnId="{278513D4-00B8-4D3D-8D4C-A46FAB1EA2A2}">
      <dgm:prSet/>
      <dgm:spPr/>
      <dgm:t>
        <a:bodyPr/>
        <a:lstStyle/>
        <a:p>
          <a:endParaRPr lang="en-US"/>
        </a:p>
      </dgm:t>
    </dgm:pt>
    <dgm:pt modelId="{B1D75A45-20F2-40F4-B1C4-C76867252AA5}" type="sibTrans" cxnId="{278513D4-00B8-4D3D-8D4C-A46FAB1EA2A2}">
      <dgm:prSet/>
      <dgm:spPr/>
      <dgm:t>
        <a:bodyPr/>
        <a:lstStyle/>
        <a:p>
          <a:endParaRPr lang="en-US"/>
        </a:p>
      </dgm:t>
    </dgm:pt>
    <dgm:pt modelId="{8D411E97-6901-4649-B49C-11FAE561CA41}">
      <dgm:prSet phldrT="[Text]"/>
      <dgm:spPr/>
      <dgm:t>
        <a:bodyPr/>
        <a:lstStyle/>
        <a:p>
          <a:r>
            <a:rPr lang="en-US" dirty="0" smtClean="0"/>
            <a:t>Writing Skills</a:t>
          </a:r>
          <a:endParaRPr lang="en-US" dirty="0"/>
        </a:p>
      </dgm:t>
    </dgm:pt>
    <dgm:pt modelId="{A2B65B38-F4ED-4D56-949E-EFBFA342C781}" type="parTrans" cxnId="{99DC11F4-3D2F-49A5-944E-5219FE6E569E}">
      <dgm:prSet/>
      <dgm:spPr/>
      <dgm:t>
        <a:bodyPr/>
        <a:lstStyle/>
        <a:p>
          <a:endParaRPr lang="en-US"/>
        </a:p>
      </dgm:t>
    </dgm:pt>
    <dgm:pt modelId="{79702EED-31ED-4B57-B96C-24851B5D529D}" type="sibTrans" cxnId="{99DC11F4-3D2F-49A5-944E-5219FE6E569E}">
      <dgm:prSet/>
      <dgm:spPr/>
      <dgm:t>
        <a:bodyPr/>
        <a:lstStyle/>
        <a:p>
          <a:endParaRPr lang="en-US"/>
        </a:p>
      </dgm:t>
    </dgm:pt>
    <dgm:pt modelId="{8CD7259A-D0F0-4D74-A975-C1C1AB0AF885}" type="pres">
      <dgm:prSet presAssocID="{C3965C54-F5E1-4D06-ACE9-EC91BB9492CB}" presName="linear" presStyleCnt="0">
        <dgm:presLayoutVars>
          <dgm:dir/>
          <dgm:animLvl val="lvl"/>
          <dgm:resizeHandles val="exact"/>
        </dgm:presLayoutVars>
      </dgm:prSet>
      <dgm:spPr/>
      <dgm:t>
        <a:bodyPr/>
        <a:lstStyle/>
        <a:p>
          <a:endParaRPr lang="en-US"/>
        </a:p>
      </dgm:t>
    </dgm:pt>
    <dgm:pt modelId="{F471D50C-A325-40AD-A1DE-D0207B0B5EA3}" type="pres">
      <dgm:prSet presAssocID="{E0A3BD52-57BA-48B9-84BE-28828FDB9454}" presName="parentLin" presStyleCnt="0"/>
      <dgm:spPr/>
    </dgm:pt>
    <dgm:pt modelId="{A3A3BDBD-232A-4617-8DCA-B451035AFAA4}" type="pres">
      <dgm:prSet presAssocID="{E0A3BD52-57BA-48B9-84BE-28828FDB9454}" presName="parentLeftMargin" presStyleLbl="node1" presStyleIdx="0" presStyleCnt="4"/>
      <dgm:spPr/>
      <dgm:t>
        <a:bodyPr/>
        <a:lstStyle/>
        <a:p>
          <a:endParaRPr lang="en-US"/>
        </a:p>
      </dgm:t>
    </dgm:pt>
    <dgm:pt modelId="{53CBB16E-C68A-4116-ACDC-243EB4EE93DA}" type="pres">
      <dgm:prSet presAssocID="{E0A3BD52-57BA-48B9-84BE-28828FDB9454}" presName="parentText" presStyleLbl="node1" presStyleIdx="0" presStyleCnt="4">
        <dgm:presLayoutVars>
          <dgm:chMax val="0"/>
          <dgm:bulletEnabled val="1"/>
        </dgm:presLayoutVars>
      </dgm:prSet>
      <dgm:spPr/>
      <dgm:t>
        <a:bodyPr/>
        <a:lstStyle/>
        <a:p>
          <a:endParaRPr lang="en-US"/>
        </a:p>
      </dgm:t>
    </dgm:pt>
    <dgm:pt modelId="{96F48D34-ADD1-4558-B3B5-0D97E70E95D4}" type="pres">
      <dgm:prSet presAssocID="{E0A3BD52-57BA-48B9-84BE-28828FDB9454}" presName="negativeSpace" presStyleCnt="0"/>
      <dgm:spPr/>
    </dgm:pt>
    <dgm:pt modelId="{66307D0C-0319-471C-89C0-E3A4DFC46F43}" type="pres">
      <dgm:prSet presAssocID="{E0A3BD52-57BA-48B9-84BE-28828FDB9454}" presName="childText" presStyleLbl="conFgAcc1" presStyleIdx="0" presStyleCnt="4">
        <dgm:presLayoutVars>
          <dgm:bulletEnabled val="1"/>
        </dgm:presLayoutVars>
      </dgm:prSet>
      <dgm:spPr/>
    </dgm:pt>
    <dgm:pt modelId="{6C2FA0A0-5164-42C9-9849-5284C1E9900B}" type="pres">
      <dgm:prSet presAssocID="{C3DEDDF0-C4EA-47B4-85F7-8FE277BFE3DB}" presName="spaceBetweenRectangles" presStyleCnt="0"/>
      <dgm:spPr/>
    </dgm:pt>
    <dgm:pt modelId="{4655FC87-B8D3-4652-A7A0-749F8822EE1B}" type="pres">
      <dgm:prSet presAssocID="{8D411E97-6901-4649-B49C-11FAE561CA41}" presName="parentLin" presStyleCnt="0"/>
      <dgm:spPr/>
    </dgm:pt>
    <dgm:pt modelId="{00462303-02F2-4E3E-B9D7-FEEC2A660A6F}" type="pres">
      <dgm:prSet presAssocID="{8D411E97-6901-4649-B49C-11FAE561CA41}" presName="parentLeftMargin" presStyleLbl="node1" presStyleIdx="0" presStyleCnt="4"/>
      <dgm:spPr/>
      <dgm:t>
        <a:bodyPr/>
        <a:lstStyle/>
        <a:p>
          <a:endParaRPr lang="en-US"/>
        </a:p>
      </dgm:t>
    </dgm:pt>
    <dgm:pt modelId="{C12E2E3B-E8A8-469D-B911-0D272A3F96F8}" type="pres">
      <dgm:prSet presAssocID="{8D411E97-6901-4649-B49C-11FAE561CA41}" presName="parentText" presStyleLbl="node1" presStyleIdx="1" presStyleCnt="4">
        <dgm:presLayoutVars>
          <dgm:chMax val="0"/>
          <dgm:bulletEnabled val="1"/>
        </dgm:presLayoutVars>
      </dgm:prSet>
      <dgm:spPr/>
      <dgm:t>
        <a:bodyPr/>
        <a:lstStyle/>
        <a:p>
          <a:endParaRPr lang="en-US"/>
        </a:p>
      </dgm:t>
    </dgm:pt>
    <dgm:pt modelId="{8E4F0748-7868-40BF-8BE1-F27270EA0293}" type="pres">
      <dgm:prSet presAssocID="{8D411E97-6901-4649-B49C-11FAE561CA41}" presName="negativeSpace" presStyleCnt="0"/>
      <dgm:spPr/>
    </dgm:pt>
    <dgm:pt modelId="{A336F723-4FF4-40DE-B763-40F4E48CFF10}" type="pres">
      <dgm:prSet presAssocID="{8D411E97-6901-4649-B49C-11FAE561CA41}" presName="childText" presStyleLbl="conFgAcc1" presStyleIdx="1" presStyleCnt="4">
        <dgm:presLayoutVars>
          <dgm:bulletEnabled val="1"/>
        </dgm:presLayoutVars>
      </dgm:prSet>
      <dgm:spPr/>
    </dgm:pt>
    <dgm:pt modelId="{CDC2D301-78F3-458D-AFBC-F78D6FB6E465}" type="pres">
      <dgm:prSet presAssocID="{79702EED-31ED-4B57-B96C-24851B5D529D}" presName="spaceBetweenRectangles" presStyleCnt="0"/>
      <dgm:spPr/>
    </dgm:pt>
    <dgm:pt modelId="{1AA3FB89-03AB-440C-B84C-95DFE82177E2}" type="pres">
      <dgm:prSet presAssocID="{34CBAE57-C193-4777-862E-991930D56568}" presName="parentLin" presStyleCnt="0"/>
      <dgm:spPr/>
    </dgm:pt>
    <dgm:pt modelId="{4F9DC856-B4B2-43DB-82D6-6473E9FEC93A}" type="pres">
      <dgm:prSet presAssocID="{34CBAE57-C193-4777-862E-991930D56568}" presName="parentLeftMargin" presStyleLbl="node1" presStyleIdx="1" presStyleCnt="4"/>
      <dgm:spPr/>
      <dgm:t>
        <a:bodyPr/>
        <a:lstStyle/>
        <a:p>
          <a:endParaRPr lang="en-US"/>
        </a:p>
      </dgm:t>
    </dgm:pt>
    <dgm:pt modelId="{68C7987F-B400-4CFA-894F-1DC9F694A93B}" type="pres">
      <dgm:prSet presAssocID="{34CBAE57-C193-4777-862E-991930D56568}" presName="parentText" presStyleLbl="node1" presStyleIdx="2" presStyleCnt="4">
        <dgm:presLayoutVars>
          <dgm:chMax val="0"/>
          <dgm:bulletEnabled val="1"/>
        </dgm:presLayoutVars>
      </dgm:prSet>
      <dgm:spPr/>
      <dgm:t>
        <a:bodyPr/>
        <a:lstStyle/>
        <a:p>
          <a:endParaRPr lang="en-US"/>
        </a:p>
      </dgm:t>
    </dgm:pt>
    <dgm:pt modelId="{F616806C-A2F9-4BC9-B6D8-3D01EFEA7D48}" type="pres">
      <dgm:prSet presAssocID="{34CBAE57-C193-4777-862E-991930D56568}" presName="negativeSpace" presStyleCnt="0"/>
      <dgm:spPr/>
    </dgm:pt>
    <dgm:pt modelId="{3031A933-FC26-49B5-BFE0-93884954370F}" type="pres">
      <dgm:prSet presAssocID="{34CBAE57-C193-4777-862E-991930D56568}" presName="childText" presStyleLbl="conFgAcc1" presStyleIdx="2" presStyleCnt="4">
        <dgm:presLayoutVars>
          <dgm:bulletEnabled val="1"/>
        </dgm:presLayoutVars>
      </dgm:prSet>
      <dgm:spPr/>
    </dgm:pt>
    <dgm:pt modelId="{D9487A2B-B554-4AE1-9A4D-CAF33A3F3C2D}" type="pres">
      <dgm:prSet presAssocID="{D927AC58-DBAB-48EF-B629-7E6120A30B7B}" presName="spaceBetweenRectangles" presStyleCnt="0"/>
      <dgm:spPr/>
    </dgm:pt>
    <dgm:pt modelId="{80E9959E-AE2A-4F30-A8F3-A06FB6DBBE2F}" type="pres">
      <dgm:prSet presAssocID="{982F3401-263D-4776-9A4E-D113DC9268B0}" presName="parentLin" presStyleCnt="0"/>
      <dgm:spPr/>
    </dgm:pt>
    <dgm:pt modelId="{8B2FFD9B-BD8F-4718-A110-F7AB9581BC8F}" type="pres">
      <dgm:prSet presAssocID="{982F3401-263D-4776-9A4E-D113DC9268B0}" presName="parentLeftMargin" presStyleLbl="node1" presStyleIdx="2" presStyleCnt="4"/>
      <dgm:spPr/>
      <dgm:t>
        <a:bodyPr/>
        <a:lstStyle/>
        <a:p>
          <a:endParaRPr lang="en-US"/>
        </a:p>
      </dgm:t>
    </dgm:pt>
    <dgm:pt modelId="{8800A6C8-F108-41AF-9006-CAEF4D158BCE}" type="pres">
      <dgm:prSet presAssocID="{982F3401-263D-4776-9A4E-D113DC9268B0}" presName="parentText" presStyleLbl="node1" presStyleIdx="3" presStyleCnt="4">
        <dgm:presLayoutVars>
          <dgm:chMax val="0"/>
          <dgm:bulletEnabled val="1"/>
        </dgm:presLayoutVars>
      </dgm:prSet>
      <dgm:spPr/>
      <dgm:t>
        <a:bodyPr/>
        <a:lstStyle/>
        <a:p>
          <a:endParaRPr lang="en-US"/>
        </a:p>
      </dgm:t>
    </dgm:pt>
    <dgm:pt modelId="{ECE54B8F-3F5E-4DAB-AFE3-0B97CE8153BF}" type="pres">
      <dgm:prSet presAssocID="{982F3401-263D-4776-9A4E-D113DC9268B0}" presName="negativeSpace" presStyleCnt="0"/>
      <dgm:spPr/>
    </dgm:pt>
    <dgm:pt modelId="{7EF181B4-F199-42E5-980D-A76DE5790FDA}" type="pres">
      <dgm:prSet presAssocID="{982F3401-263D-4776-9A4E-D113DC9268B0}" presName="childText" presStyleLbl="conFgAcc1" presStyleIdx="3" presStyleCnt="4">
        <dgm:presLayoutVars>
          <dgm:bulletEnabled val="1"/>
        </dgm:presLayoutVars>
      </dgm:prSet>
      <dgm:spPr/>
    </dgm:pt>
  </dgm:ptLst>
  <dgm:cxnLst>
    <dgm:cxn modelId="{F2DD5DA3-07E1-4E98-9FA6-DDAF28985674}" type="presOf" srcId="{34CBAE57-C193-4777-862E-991930D56568}" destId="{4F9DC856-B4B2-43DB-82D6-6473E9FEC93A}" srcOrd="0" destOrd="0" presId="urn:microsoft.com/office/officeart/2005/8/layout/list1"/>
    <dgm:cxn modelId="{36A358D8-D01C-4444-86B0-D6E4ED014D9E}" type="presOf" srcId="{E0A3BD52-57BA-48B9-84BE-28828FDB9454}" destId="{A3A3BDBD-232A-4617-8DCA-B451035AFAA4}" srcOrd="0" destOrd="0" presId="urn:microsoft.com/office/officeart/2005/8/layout/list1"/>
    <dgm:cxn modelId="{278513D4-00B8-4D3D-8D4C-A46FAB1EA2A2}" srcId="{C3965C54-F5E1-4D06-ACE9-EC91BB9492CB}" destId="{982F3401-263D-4776-9A4E-D113DC9268B0}" srcOrd="3" destOrd="0" parTransId="{5509CE5A-F647-48EE-8F03-01E3BAB51A21}" sibTransId="{B1D75A45-20F2-40F4-B1C4-C76867252AA5}"/>
    <dgm:cxn modelId="{3BFB3536-383A-4A65-AA5B-DD06C3CB91EC}" type="presOf" srcId="{34CBAE57-C193-4777-862E-991930D56568}" destId="{68C7987F-B400-4CFA-894F-1DC9F694A93B}" srcOrd="1" destOrd="0" presId="urn:microsoft.com/office/officeart/2005/8/layout/list1"/>
    <dgm:cxn modelId="{D22A081F-EB4C-4AC3-91C6-0FC61B7EF7F9}" type="presOf" srcId="{C3965C54-F5E1-4D06-ACE9-EC91BB9492CB}" destId="{8CD7259A-D0F0-4D74-A975-C1C1AB0AF885}" srcOrd="0" destOrd="0" presId="urn:microsoft.com/office/officeart/2005/8/layout/list1"/>
    <dgm:cxn modelId="{473D462D-37EC-4AD1-A418-261A7A13D4F6}" type="presOf" srcId="{E0A3BD52-57BA-48B9-84BE-28828FDB9454}" destId="{53CBB16E-C68A-4116-ACDC-243EB4EE93DA}" srcOrd="1" destOrd="0" presId="urn:microsoft.com/office/officeart/2005/8/layout/list1"/>
    <dgm:cxn modelId="{3DF22C87-8B15-4ED3-A309-969B5812A641}" type="presOf" srcId="{8D411E97-6901-4649-B49C-11FAE561CA41}" destId="{C12E2E3B-E8A8-469D-B911-0D272A3F96F8}" srcOrd="1" destOrd="0" presId="urn:microsoft.com/office/officeart/2005/8/layout/list1"/>
    <dgm:cxn modelId="{F87987C0-D933-4049-9E6D-0A9EAAE1E465}" type="presOf" srcId="{982F3401-263D-4776-9A4E-D113DC9268B0}" destId="{8800A6C8-F108-41AF-9006-CAEF4D158BCE}" srcOrd="1" destOrd="0" presId="urn:microsoft.com/office/officeart/2005/8/layout/list1"/>
    <dgm:cxn modelId="{99ED2F12-B19B-4686-BB81-EAE6EED7626D}" srcId="{C3965C54-F5E1-4D06-ACE9-EC91BB9492CB}" destId="{E0A3BD52-57BA-48B9-84BE-28828FDB9454}" srcOrd="0" destOrd="0" parTransId="{DD8E89D9-E1D6-4967-B68C-2EE644A6E607}" sibTransId="{C3DEDDF0-C4EA-47B4-85F7-8FE277BFE3DB}"/>
    <dgm:cxn modelId="{87CBFBA0-7995-4BD5-94E6-9EABD219CFF4}" type="presOf" srcId="{982F3401-263D-4776-9A4E-D113DC9268B0}" destId="{8B2FFD9B-BD8F-4718-A110-F7AB9581BC8F}" srcOrd="0" destOrd="0" presId="urn:microsoft.com/office/officeart/2005/8/layout/list1"/>
    <dgm:cxn modelId="{99DC11F4-3D2F-49A5-944E-5219FE6E569E}" srcId="{C3965C54-F5E1-4D06-ACE9-EC91BB9492CB}" destId="{8D411E97-6901-4649-B49C-11FAE561CA41}" srcOrd="1" destOrd="0" parTransId="{A2B65B38-F4ED-4D56-949E-EFBFA342C781}" sibTransId="{79702EED-31ED-4B57-B96C-24851B5D529D}"/>
    <dgm:cxn modelId="{9A529857-10A8-4CE3-9536-1C519B725009}" srcId="{C3965C54-F5E1-4D06-ACE9-EC91BB9492CB}" destId="{34CBAE57-C193-4777-862E-991930D56568}" srcOrd="2" destOrd="0" parTransId="{63926808-93D7-46F7-989A-FDF7817E9B2D}" sibTransId="{D927AC58-DBAB-48EF-B629-7E6120A30B7B}"/>
    <dgm:cxn modelId="{9F71B10C-231C-4E72-9D3D-245279590BE3}" type="presOf" srcId="{8D411E97-6901-4649-B49C-11FAE561CA41}" destId="{00462303-02F2-4E3E-B9D7-FEEC2A660A6F}" srcOrd="0" destOrd="0" presId="urn:microsoft.com/office/officeart/2005/8/layout/list1"/>
    <dgm:cxn modelId="{3AC6ABDD-E065-4A9A-AA28-2666F63F815B}" type="presParOf" srcId="{8CD7259A-D0F0-4D74-A975-C1C1AB0AF885}" destId="{F471D50C-A325-40AD-A1DE-D0207B0B5EA3}" srcOrd="0" destOrd="0" presId="urn:microsoft.com/office/officeart/2005/8/layout/list1"/>
    <dgm:cxn modelId="{0AAD6031-D895-4B1F-874A-4F9BB1873E23}" type="presParOf" srcId="{F471D50C-A325-40AD-A1DE-D0207B0B5EA3}" destId="{A3A3BDBD-232A-4617-8DCA-B451035AFAA4}" srcOrd="0" destOrd="0" presId="urn:microsoft.com/office/officeart/2005/8/layout/list1"/>
    <dgm:cxn modelId="{151CD6AD-6CA1-469B-9424-E8372E532BDD}" type="presParOf" srcId="{F471D50C-A325-40AD-A1DE-D0207B0B5EA3}" destId="{53CBB16E-C68A-4116-ACDC-243EB4EE93DA}" srcOrd="1" destOrd="0" presId="urn:microsoft.com/office/officeart/2005/8/layout/list1"/>
    <dgm:cxn modelId="{C1B51413-EE8A-4649-9C13-9EDE1355ACE9}" type="presParOf" srcId="{8CD7259A-D0F0-4D74-A975-C1C1AB0AF885}" destId="{96F48D34-ADD1-4558-B3B5-0D97E70E95D4}" srcOrd="1" destOrd="0" presId="urn:microsoft.com/office/officeart/2005/8/layout/list1"/>
    <dgm:cxn modelId="{DF882E22-34DD-4692-BDCF-AC98398F4726}" type="presParOf" srcId="{8CD7259A-D0F0-4D74-A975-C1C1AB0AF885}" destId="{66307D0C-0319-471C-89C0-E3A4DFC46F43}" srcOrd="2" destOrd="0" presId="urn:microsoft.com/office/officeart/2005/8/layout/list1"/>
    <dgm:cxn modelId="{A091777F-A83E-427A-9552-A8F499AF479B}" type="presParOf" srcId="{8CD7259A-D0F0-4D74-A975-C1C1AB0AF885}" destId="{6C2FA0A0-5164-42C9-9849-5284C1E9900B}" srcOrd="3" destOrd="0" presId="urn:microsoft.com/office/officeart/2005/8/layout/list1"/>
    <dgm:cxn modelId="{AB0E9BA0-4703-4052-88D6-29A1E72AF30A}" type="presParOf" srcId="{8CD7259A-D0F0-4D74-A975-C1C1AB0AF885}" destId="{4655FC87-B8D3-4652-A7A0-749F8822EE1B}" srcOrd="4" destOrd="0" presId="urn:microsoft.com/office/officeart/2005/8/layout/list1"/>
    <dgm:cxn modelId="{7FFA166D-EF96-4E61-8F8F-8E0C801DCA5A}" type="presParOf" srcId="{4655FC87-B8D3-4652-A7A0-749F8822EE1B}" destId="{00462303-02F2-4E3E-B9D7-FEEC2A660A6F}" srcOrd="0" destOrd="0" presId="urn:microsoft.com/office/officeart/2005/8/layout/list1"/>
    <dgm:cxn modelId="{C2C6D859-C745-4106-8B70-DD022DAA9E8B}" type="presParOf" srcId="{4655FC87-B8D3-4652-A7A0-749F8822EE1B}" destId="{C12E2E3B-E8A8-469D-B911-0D272A3F96F8}" srcOrd="1" destOrd="0" presId="urn:microsoft.com/office/officeart/2005/8/layout/list1"/>
    <dgm:cxn modelId="{80F43D2D-16BE-4110-BE05-8DE04B86C7EB}" type="presParOf" srcId="{8CD7259A-D0F0-4D74-A975-C1C1AB0AF885}" destId="{8E4F0748-7868-40BF-8BE1-F27270EA0293}" srcOrd="5" destOrd="0" presId="urn:microsoft.com/office/officeart/2005/8/layout/list1"/>
    <dgm:cxn modelId="{1D4DE767-BEA8-4191-A3A7-1157CCDE5D63}" type="presParOf" srcId="{8CD7259A-D0F0-4D74-A975-C1C1AB0AF885}" destId="{A336F723-4FF4-40DE-B763-40F4E48CFF10}" srcOrd="6" destOrd="0" presId="urn:microsoft.com/office/officeart/2005/8/layout/list1"/>
    <dgm:cxn modelId="{87E5EC42-C787-4301-BA89-E0E04A1A63F0}" type="presParOf" srcId="{8CD7259A-D0F0-4D74-A975-C1C1AB0AF885}" destId="{CDC2D301-78F3-458D-AFBC-F78D6FB6E465}" srcOrd="7" destOrd="0" presId="urn:microsoft.com/office/officeart/2005/8/layout/list1"/>
    <dgm:cxn modelId="{B8C74F82-2728-42C6-9868-A0A2CC2AFBCD}" type="presParOf" srcId="{8CD7259A-D0F0-4D74-A975-C1C1AB0AF885}" destId="{1AA3FB89-03AB-440C-B84C-95DFE82177E2}" srcOrd="8" destOrd="0" presId="urn:microsoft.com/office/officeart/2005/8/layout/list1"/>
    <dgm:cxn modelId="{D1698EC4-55F2-4A60-AB2A-FC92AECDF046}" type="presParOf" srcId="{1AA3FB89-03AB-440C-B84C-95DFE82177E2}" destId="{4F9DC856-B4B2-43DB-82D6-6473E9FEC93A}" srcOrd="0" destOrd="0" presId="urn:microsoft.com/office/officeart/2005/8/layout/list1"/>
    <dgm:cxn modelId="{93E29171-0E07-4518-975F-6347307856AA}" type="presParOf" srcId="{1AA3FB89-03AB-440C-B84C-95DFE82177E2}" destId="{68C7987F-B400-4CFA-894F-1DC9F694A93B}" srcOrd="1" destOrd="0" presId="urn:microsoft.com/office/officeart/2005/8/layout/list1"/>
    <dgm:cxn modelId="{FA277464-48C1-4D02-B9B9-936EAB7F356A}" type="presParOf" srcId="{8CD7259A-D0F0-4D74-A975-C1C1AB0AF885}" destId="{F616806C-A2F9-4BC9-B6D8-3D01EFEA7D48}" srcOrd="9" destOrd="0" presId="urn:microsoft.com/office/officeart/2005/8/layout/list1"/>
    <dgm:cxn modelId="{813FF290-DFB5-4976-AA8F-E4B9FFB728EF}" type="presParOf" srcId="{8CD7259A-D0F0-4D74-A975-C1C1AB0AF885}" destId="{3031A933-FC26-49B5-BFE0-93884954370F}" srcOrd="10" destOrd="0" presId="urn:microsoft.com/office/officeart/2005/8/layout/list1"/>
    <dgm:cxn modelId="{A1161DA1-D875-45CC-ABE7-23B1F0C973A7}" type="presParOf" srcId="{8CD7259A-D0F0-4D74-A975-C1C1AB0AF885}" destId="{D9487A2B-B554-4AE1-9A4D-CAF33A3F3C2D}" srcOrd="11" destOrd="0" presId="urn:microsoft.com/office/officeart/2005/8/layout/list1"/>
    <dgm:cxn modelId="{C9553D5C-6931-4715-9699-3CE347635575}" type="presParOf" srcId="{8CD7259A-D0F0-4D74-A975-C1C1AB0AF885}" destId="{80E9959E-AE2A-4F30-A8F3-A06FB6DBBE2F}" srcOrd="12" destOrd="0" presId="urn:microsoft.com/office/officeart/2005/8/layout/list1"/>
    <dgm:cxn modelId="{67B2E0DD-F90E-476D-83F7-4881DC1A8D60}" type="presParOf" srcId="{80E9959E-AE2A-4F30-A8F3-A06FB6DBBE2F}" destId="{8B2FFD9B-BD8F-4718-A110-F7AB9581BC8F}" srcOrd="0" destOrd="0" presId="urn:microsoft.com/office/officeart/2005/8/layout/list1"/>
    <dgm:cxn modelId="{44C94057-8065-4E15-B325-1213441FB553}" type="presParOf" srcId="{80E9959E-AE2A-4F30-A8F3-A06FB6DBBE2F}" destId="{8800A6C8-F108-41AF-9006-CAEF4D158BCE}" srcOrd="1" destOrd="0" presId="urn:microsoft.com/office/officeart/2005/8/layout/list1"/>
    <dgm:cxn modelId="{90023493-C432-4F09-8534-59EEE1FFF37B}" type="presParOf" srcId="{8CD7259A-D0F0-4D74-A975-C1C1AB0AF885}" destId="{ECE54B8F-3F5E-4DAB-AFE3-0B97CE8153BF}" srcOrd="13" destOrd="0" presId="urn:microsoft.com/office/officeart/2005/8/layout/list1"/>
    <dgm:cxn modelId="{AD36346E-CDC0-4546-AB93-E2513BB8D4D8}" type="presParOf" srcId="{8CD7259A-D0F0-4D74-A975-C1C1AB0AF885}" destId="{7EF181B4-F199-42E5-980D-A76DE5790FD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AEF134-3FCF-41D2-98E4-020FEC49267F}" type="doc">
      <dgm:prSet loTypeId="urn:microsoft.com/office/officeart/2005/8/layout/default" loCatId="list" qsTypeId="urn:microsoft.com/office/officeart/2005/8/quickstyle/3d1" qsCatId="3D" csTypeId="urn:microsoft.com/office/officeart/2005/8/colors/colorful3" csCatId="colorful" phldr="1"/>
      <dgm:spPr/>
      <dgm:t>
        <a:bodyPr/>
        <a:lstStyle/>
        <a:p>
          <a:endParaRPr lang="en-US"/>
        </a:p>
      </dgm:t>
    </dgm:pt>
    <dgm:pt modelId="{1374EF4F-056D-4B4F-83A6-C77A1E16A1DB}">
      <dgm:prSet phldrT="[Text]"/>
      <dgm:spPr/>
      <dgm:t>
        <a:bodyPr/>
        <a:lstStyle/>
        <a:p>
          <a:r>
            <a:rPr lang="en-US" dirty="0"/>
            <a:t>Literary </a:t>
          </a:r>
        </a:p>
      </dgm:t>
    </dgm:pt>
    <dgm:pt modelId="{2BA3A02C-342F-4B25-865A-1B96846C38CB}" type="parTrans" cxnId="{758A1D15-3D57-4DAA-8E00-3C75C1DFAF77}">
      <dgm:prSet/>
      <dgm:spPr/>
      <dgm:t>
        <a:bodyPr/>
        <a:lstStyle/>
        <a:p>
          <a:endParaRPr lang="en-US"/>
        </a:p>
      </dgm:t>
    </dgm:pt>
    <dgm:pt modelId="{8888C6A6-73CC-4806-8C00-2B976D547317}" type="sibTrans" cxnId="{758A1D15-3D57-4DAA-8E00-3C75C1DFAF77}">
      <dgm:prSet/>
      <dgm:spPr/>
      <dgm:t>
        <a:bodyPr/>
        <a:lstStyle/>
        <a:p>
          <a:endParaRPr lang="en-US"/>
        </a:p>
      </dgm:t>
    </dgm:pt>
    <dgm:pt modelId="{BE14E78A-C923-4AAF-999D-704BEF27CB3B}">
      <dgm:prSet phldrT="[Text]"/>
      <dgm:spPr/>
      <dgm:t>
        <a:bodyPr/>
        <a:lstStyle/>
        <a:p>
          <a:r>
            <a:rPr lang="en-US" dirty="0"/>
            <a:t>Technical </a:t>
          </a:r>
        </a:p>
      </dgm:t>
    </dgm:pt>
    <dgm:pt modelId="{0B983A48-C554-42CD-8FEF-D694F0B435BD}" type="parTrans" cxnId="{A82EF8A4-7A11-449C-8DAA-C178F0A3AA95}">
      <dgm:prSet/>
      <dgm:spPr/>
      <dgm:t>
        <a:bodyPr/>
        <a:lstStyle/>
        <a:p>
          <a:endParaRPr lang="en-US"/>
        </a:p>
      </dgm:t>
    </dgm:pt>
    <dgm:pt modelId="{AD41F4B6-55CC-4DE2-BF16-A12B2E88BC38}" type="sibTrans" cxnId="{A82EF8A4-7A11-449C-8DAA-C178F0A3AA95}">
      <dgm:prSet/>
      <dgm:spPr/>
      <dgm:t>
        <a:bodyPr/>
        <a:lstStyle/>
        <a:p>
          <a:endParaRPr lang="en-US"/>
        </a:p>
      </dgm:t>
    </dgm:pt>
    <dgm:pt modelId="{428B9A83-D8B1-48AE-93B0-835A05988814}">
      <dgm:prSet phldrT="[Text]"/>
      <dgm:spPr/>
      <dgm:t>
        <a:bodyPr/>
        <a:lstStyle/>
        <a:p>
          <a:r>
            <a:rPr lang="en-US" dirty="0"/>
            <a:t>Journalistic</a:t>
          </a:r>
        </a:p>
      </dgm:t>
    </dgm:pt>
    <dgm:pt modelId="{DD9156B9-25AC-4FD9-A132-413DCAA554C1}" type="parTrans" cxnId="{09B40B92-27C8-45CC-8B27-3EA564B37D50}">
      <dgm:prSet/>
      <dgm:spPr/>
      <dgm:t>
        <a:bodyPr/>
        <a:lstStyle/>
        <a:p>
          <a:endParaRPr lang="en-US"/>
        </a:p>
      </dgm:t>
    </dgm:pt>
    <dgm:pt modelId="{E3828946-7C9D-4ED4-9E55-7D9438EA3A62}" type="sibTrans" cxnId="{09B40B92-27C8-45CC-8B27-3EA564B37D50}">
      <dgm:prSet/>
      <dgm:spPr/>
      <dgm:t>
        <a:bodyPr/>
        <a:lstStyle/>
        <a:p>
          <a:endParaRPr lang="en-US"/>
        </a:p>
      </dgm:t>
    </dgm:pt>
    <dgm:pt modelId="{9A72EFC4-6186-4597-BA9F-6D442E7F387B}">
      <dgm:prSet phldrT="[Text]"/>
      <dgm:spPr/>
      <dgm:t>
        <a:bodyPr/>
        <a:lstStyle/>
        <a:p>
          <a:r>
            <a:rPr lang="en-US" dirty="0"/>
            <a:t>Academic </a:t>
          </a:r>
        </a:p>
      </dgm:t>
    </dgm:pt>
    <dgm:pt modelId="{CA1F0128-61C0-4A50-9B82-0D447913B1D7}" type="parTrans" cxnId="{3BF9F749-E235-40BB-B349-6E24E5CDA1BD}">
      <dgm:prSet/>
      <dgm:spPr/>
      <dgm:t>
        <a:bodyPr/>
        <a:lstStyle/>
        <a:p>
          <a:endParaRPr lang="en-US"/>
        </a:p>
      </dgm:t>
    </dgm:pt>
    <dgm:pt modelId="{8439D835-E41E-4CDC-B03D-3296D22990F9}" type="sibTrans" cxnId="{3BF9F749-E235-40BB-B349-6E24E5CDA1BD}">
      <dgm:prSet/>
      <dgm:spPr/>
      <dgm:t>
        <a:bodyPr/>
        <a:lstStyle/>
        <a:p>
          <a:endParaRPr lang="en-US"/>
        </a:p>
      </dgm:t>
    </dgm:pt>
    <dgm:pt modelId="{43A7E649-326A-4706-8DB8-F5D8F408502B}">
      <dgm:prSet phldrT="[Text]"/>
      <dgm:spPr/>
      <dgm:t>
        <a:bodyPr/>
        <a:lstStyle/>
        <a:p>
          <a:r>
            <a:rPr lang="en-US" dirty="0"/>
            <a:t>Creative </a:t>
          </a:r>
        </a:p>
      </dgm:t>
    </dgm:pt>
    <dgm:pt modelId="{48674FAE-9B39-429A-9B01-39B960676F9B}" type="parTrans" cxnId="{8783B932-0929-4A2B-AAA3-9BCBA78E6BCF}">
      <dgm:prSet/>
      <dgm:spPr/>
      <dgm:t>
        <a:bodyPr/>
        <a:lstStyle/>
        <a:p>
          <a:endParaRPr lang="en-US"/>
        </a:p>
      </dgm:t>
    </dgm:pt>
    <dgm:pt modelId="{FA2404FE-6CFD-460A-BA78-80389CD72AD4}" type="sibTrans" cxnId="{8783B932-0929-4A2B-AAA3-9BCBA78E6BCF}">
      <dgm:prSet/>
      <dgm:spPr/>
      <dgm:t>
        <a:bodyPr/>
        <a:lstStyle/>
        <a:p>
          <a:endParaRPr lang="en-US"/>
        </a:p>
      </dgm:t>
    </dgm:pt>
    <dgm:pt modelId="{5F505B56-7878-48F0-91A5-418E406596BE}" type="pres">
      <dgm:prSet presAssocID="{BCAEF134-3FCF-41D2-98E4-020FEC49267F}" presName="diagram" presStyleCnt="0">
        <dgm:presLayoutVars>
          <dgm:dir/>
          <dgm:resizeHandles val="exact"/>
        </dgm:presLayoutVars>
      </dgm:prSet>
      <dgm:spPr/>
      <dgm:t>
        <a:bodyPr/>
        <a:lstStyle/>
        <a:p>
          <a:endParaRPr lang="en-US"/>
        </a:p>
      </dgm:t>
    </dgm:pt>
    <dgm:pt modelId="{7FE7BB4B-96E7-439E-9813-3EA6F69AD018}" type="pres">
      <dgm:prSet presAssocID="{1374EF4F-056D-4B4F-83A6-C77A1E16A1DB}" presName="node" presStyleLbl="node1" presStyleIdx="0" presStyleCnt="5">
        <dgm:presLayoutVars>
          <dgm:bulletEnabled val="1"/>
        </dgm:presLayoutVars>
      </dgm:prSet>
      <dgm:spPr/>
      <dgm:t>
        <a:bodyPr/>
        <a:lstStyle/>
        <a:p>
          <a:endParaRPr lang="en-US"/>
        </a:p>
      </dgm:t>
    </dgm:pt>
    <dgm:pt modelId="{1E186BEF-85BE-432C-871B-B5A9ECE339D3}" type="pres">
      <dgm:prSet presAssocID="{8888C6A6-73CC-4806-8C00-2B976D547317}" presName="sibTrans" presStyleCnt="0"/>
      <dgm:spPr/>
      <dgm:t>
        <a:bodyPr/>
        <a:lstStyle/>
        <a:p>
          <a:endParaRPr lang="en-US"/>
        </a:p>
      </dgm:t>
    </dgm:pt>
    <dgm:pt modelId="{5CB764B5-2A90-4385-8DCA-F0EE86DEC19F}" type="pres">
      <dgm:prSet presAssocID="{BE14E78A-C923-4AAF-999D-704BEF27CB3B}" presName="node" presStyleLbl="node1" presStyleIdx="1" presStyleCnt="5">
        <dgm:presLayoutVars>
          <dgm:bulletEnabled val="1"/>
        </dgm:presLayoutVars>
      </dgm:prSet>
      <dgm:spPr/>
      <dgm:t>
        <a:bodyPr/>
        <a:lstStyle/>
        <a:p>
          <a:endParaRPr lang="en-US"/>
        </a:p>
      </dgm:t>
    </dgm:pt>
    <dgm:pt modelId="{18FB3858-6A26-4B31-B775-3A03326A64AE}" type="pres">
      <dgm:prSet presAssocID="{AD41F4B6-55CC-4DE2-BF16-A12B2E88BC38}" presName="sibTrans" presStyleCnt="0"/>
      <dgm:spPr/>
      <dgm:t>
        <a:bodyPr/>
        <a:lstStyle/>
        <a:p>
          <a:endParaRPr lang="en-US"/>
        </a:p>
      </dgm:t>
    </dgm:pt>
    <dgm:pt modelId="{BF3C24F0-AC3C-405A-AF91-1FD84A32B4B4}" type="pres">
      <dgm:prSet presAssocID="{428B9A83-D8B1-48AE-93B0-835A05988814}" presName="node" presStyleLbl="node1" presStyleIdx="2" presStyleCnt="5">
        <dgm:presLayoutVars>
          <dgm:bulletEnabled val="1"/>
        </dgm:presLayoutVars>
      </dgm:prSet>
      <dgm:spPr/>
      <dgm:t>
        <a:bodyPr/>
        <a:lstStyle/>
        <a:p>
          <a:endParaRPr lang="en-US"/>
        </a:p>
      </dgm:t>
    </dgm:pt>
    <dgm:pt modelId="{FF762DFD-2620-40F9-ABE8-7000E5232030}" type="pres">
      <dgm:prSet presAssocID="{E3828946-7C9D-4ED4-9E55-7D9438EA3A62}" presName="sibTrans" presStyleCnt="0"/>
      <dgm:spPr/>
      <dgm:t>
        <a:bodyPr/>
        <a:lstStyle/>
        <a:p>
          <a:endParaRPr lang="en-US"/>
        </a:p>
      </dgm:t>
    </dgm:pt>
    <dgm:pt modelId="{DD1EF2C9-0400-49E0-B9C4-AFB617A12D95}" type="pres">
      <dgm:prSet presAssocID="{9A72EFC4-6186-4597-BA9F-6D442E7F387B}" presName="node" presStyleLbl="node1" presStyleIdx="3" presStyleCnt="5">
        <dgm:presLayoutVars>
          <dgm:bulletEnabled val="1"/>
        </dgm:presLayoutVars>
      </dgm:prSet>
      <dgm:spPr/>
      <dgm:t>
        <a:bodyPr/>
        <a:lstStyle/>
        <a:p>
          <a:endParaRPr lang="en-US"/>
        </a:p>
      </dgm:t>
    </dgm:pt>
    <dgm:pt modelId="{83FEE4F1-F420-481C-8CA9-A30F746C2630}" type="pres">
      <dgm:prSet presAssocID="{8439D835-E41E-4CDC-B03D-3296D22990F9}" presName="sibTrans" presStyleCnt="0"/>
      <dgm:spPr/>
      <dgm:t>
        <a:bodyPr/>
        <a:lstStyle/>
        <a:p>
          <a:endParaRPr lang="en-US"/>
        </a:p>
      </dgm:t>
    </dgm:pt>
    <dgm:pt modelId="{528D2D12-152B-4D7A-ACB8-1B4B2AAC5A4B}" type="pres">
      <dgm:prSet presAssocID="{43A7E649-326A-4706-8DB8-F5D8F408502B}" presName="node" presStyleLbl="node1" presStyleIdx="4" presStyleCnt="5">
        <dgm:presLayoutVars>
          <dgm:bulletEnabled val="1"/>
        </dgm:presLayoutVars>
      </dgm:prSet>
      <dgm:spPr/>
      <dgm:t>
        <a:bodyPr/>
        <a:lstStyle/>
        <a:p>
          <a:endParaRPr lang="en-US"/>
        </a:p>
      </dgm:t>
    </dgm:pt>
  </dgm:ptLst>
  <dgm:cxnLst>
    <dgm:cxn modelId="{00C89A1C-2C64-4A3B-A41F-E54CBEF3443A}" type="presOf" srcId="{BCAEF134-3FCF-41D2-98E4-020FEC49267F}" destId="{5F505B56-7878-48F0-91A5-418E406596BE}" srcOrd="0" destOrd="0" presId="urn:microsoft.com/office/officeart/2005/8/layout/default"/>
    <dgm:cxn modelId="{758A1D15-3D57-4DAA-8E00-3C75C1DFAF77}" srcId="{BCAEF134-3FCF-41D2-98E4-020FEC49267F}" destId="{1374EF4F-056D-4B4F-83A6-C77A1E16A1DB}" srcOrd="0" destOrd="0" parTransId="{2BA3A02C-342F-4B25-865A-1B96846C38CB}" sibTransId="{8888C6A6-73CC-4806-8C00-2B976D547317}"/>
    <dgm:cxn modelId="{09B40B92-27C8-45CC-8B27-3EA564B37D50}" srcId="{BCAEF134-3FCF-41D2-98E4-020FEC49267F}" destId="{428B9A83-D8B1-48AE-93B0-835A05988814}" srcOrd="2" destOrd="0" parTransId="{DD9156B9-25AC-4FD9-A132-413DCAA554C1}" sibTransId="{E3828946-7C9D-4ED4-9E55-7D9438EA3A62}"/>
    <dgm:cxn modelId="{970758BA-BE87-4A4C-A12C-657AB7B2D503}" type="presOf" srcId="{1374EF4F-056D-4B4F-83A6-C77A1E16A1DB}" destId="{7FE7BB4B-96E7-439E-9813-3EA6F69AD018}" srcOrd="0" destOrd="0" presId="urn:microsoft.com/office/officeart/2005/8/layout/default"/>
    <dgm:cxn modelId="{D9AAA40A-A418-473B-B4A8-022079FFD056}" type="presOf" srcId="{BE14E78A-C923-4AAF-999D-704BEF27CB3B}" destId="{5CB764B5-2A90-4385-8DCA-F0EE86DEC19F}" srcOrd="0" destOrd="0" presId="urn:microsoft.com/office/officeart/2005/8/layout/default"/>
    <dgm:cxn modelId="{3BF9F749-E235-40BB-B349-6E24E5CDA1BD}" srcId="{BCAEF134-3FCF-41D2-98E4-020FEC49267F}" destId="{9A72EFC4-6186-4597-BA9F-6D442E7F387B}" srcOrd="3" destOrd="0" parTransId="{CA1F0128-61C0-4A50-9B82-0D447913B1D7}" sibTransId="{8439D835-E41E-4CDC-B03D-3296D22990F9}"/>
    <dgm:cxn modelId="{A82EF8A4-7A11-449C-8DAA-C178F0A3AA95}" srcId="{BCAEF134-3FCF-41D2-98E4-020FEC49267F}" destId="{BE14E78A-C923-4AAF-999D-704BEF27CB3B}" srcOrd="1" destOrd="0" parTransId="{0B983A48-C554-42CD-8FEF-D694F0B435BD}" sibTransId="{AD41F4B6-55CC-4DE2-BF16-A12B2E88BC38}"/>
    <dgm:cxn modelId="{001CA8EB-1D24-42BB-83FF-E1E154642C08}" type="presOf" srcId="{43A7E649-326A-4706-8DB8-F5D8F408502B}" destId="{528D2D12-152B-4D7A-ACB8-1B4B2AAC5A4B}" srcOrd="0" destOrd="0" presId="urn:microsoft.com/office/officeart/2005/8/layout/default"/>
    <dgm:cxn modelId="{D19800DF-BD06-41CE-990F-9453805EF68A}" type="presOf" srcId="{428B9A83-D8B1-48AE-93B0-835A05988814}" destId="{BF3C24F0-AC3C-405A-AF91-1FD84A32B4B4}" srcOrd="0" destOrd="0" presId="urn:microsoft.com/office/officeart/2005/8/layout/default"/>
    <dgm:cxn modelId="{8783B932-0929-4A2B-AAA3-9BCBA78E6BCF}" srcId="{BCAEF134-3FCF-41D2-98E4-020FEC49267F}" destId="{43A7E649-326A-4706-8DB8-F5D8F408502B}" srcOrd="4" destOrd="0" parTransId="{48674FAE-9B39-429A-9B01-39B960676F9B}" sibTransId="{FA2404FE-6CFD-460A-BA78-80389CD72AD4}"/>
    <dgm:cxn modelId="{8231F0D1-28F7-4272-93EA-F60D7F52D8E5}" type="presOf" srcId="{9A72EFC4-6186-4597-BA9F-6D442E7F387B}" destId="{DD1EF2C9-0400-49E0-B9C4-AFB617A12D95}" srcOrd="0" destOrd="0" presId="urn:microsoft.com/office/officeart/2005/8/layout/default"/>
    <dgm:cxn modelId="{27770299-ACD9-46D6-B143-DFC02C89366A}" type="presParOf" srcId="{5F505B56-7878-48F0-91A5-418E406596BE}" destId="{7FE7BB4B-96E7-439E-9813-3EA6F69AD018}" srcOrd="0" destOrd="0" presId="urn:microsoft.com/office/officeart/2005/8/layout/default"/>
    <dgm:cxn modelId="{72AD7C19-B709-4911-8AA9-CDC14B8D984B}" type="presParOf" srcId="{5F505B56-7878-48F0-91A5-418E406596BE}" destId="{1E186BEF-85BE-432C-871B-B5A9ECE339D3}" srcOrd="1" destOrd="0" presId="urn:microsoft.com/office/officeart/2005/8/layout/default"/>
    <dgm:cxn modelId="{26A68875-EA5A-4C64-8011-BBAB2A9711B3}" type="presParOf" srcId="{5F505B56-7878-48F0-91A5-418E406596BE}" destId="{5CB764B5-2A90-4385-8DCA-F0EE86DEC19F}" srcOrd="2" destOrd="0" presId="urn:microsoft.com/office/officeart/2005/8/layout/default"/>
    <dgm:cxn modelId="{3DEBC839-8073-4D88-B1E0-788F6DDF2CBA}" type="presParOf" srcId="{5F505B56-7878-48F0-91A5-418E406596BE}" destId="{18FB3858-6A26-4B31-B775-3A03326A64AE}" srcOrd="3" destOrd="0" presId="urn:microsoft.com/office/officeart/2005/8/layout/default"/>
    <dgm:cxn modelId="{B131E458-C1C2-4B59-AA4E-66E95B3A576C}" type="presParOf" srcId="{5F505B56-7878-48F0-91A5-418E406596BE}" destId="{BF3C24F0-AC3C-405A-AF91-1FD84A32B4B4}" srcOrd="4" destOrd="0" presId="urn:microsoft.com/office/officeart/2005/8/layout/default"/>
    <dgm:cxn modelId="{12324E63-D9C0-4423-A4B4-EBAFE3F7AA5A}" type="presParOf" srcId="{5F505B56-7878-48F0-91A5-418E406596BE}" destId="{FF762DFD-2620-40F9-ABE8-7000E5232030}" srcOrd="5" destOrd="0" presId="urn:microsoft.com/office/officeart/2005/8/layout/default"/>
    <dgm:cxn modelId="{993696A5-E599-4FD3-932D-6DBF6D076608}" type="presParOf" srcId="{5F505B56-7878-48F0-91A5-418E406596BE}" destId="{DD1EF2C9-0400-49E0-B9C4-AFB617A12D95}" srcOrd="6" destOrd="0" presId="urn:microsoft.com/office/officeart/2005/8/layout/default"/>
    <dgm:cxn modelId="{A8C0EA5D-6EBD-4A3A-80D6-4603A8CAE7BA}" type="presParOf" srcId="{5F505B56-7878-48F0-91A5-418E406596BE}" destId="{83FEE4F1-F420-481C-8CA9-A30F746C2630}" srcOrd="7" destOrd="0" presId="urn:microsoft.com/office/officeart/2005/8/layout/default"/>
    <dgm:cxn modelId="{BD34701E-D6BD-46A5-8500-6DF6D8902BCD}" type="presParOf" srcId="{5F505B56-7878-48F0-91A5-418E406596BE}" destId="{528D2D12-152B-4D7A-ACB8-1B4B2AAC5A4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8800861-10BB-4767-8FD0-176D4D1653C3}"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E7DD3729-98E4-4A69-A926-434484327F1C}">
      <dgm:prSet phldrT="[Text]"/>
      <dgm:spPr/>
      <dgm:t>
        <a:bodyPr/>
        <a:lstStyle/>
        <a:p>
          <a:pPr>
            <a:buFont typeface="Symbol" panose="05050102010706020507" pitchFamily="18" charset="2"/>
            <a:buChar char=""/>
          </a:pPr>
          <a:r>
            <a:rPr lang="en-US" dirty="0">
              <a:solidFill>
                <a:schemeClr val="bg1"/>
              </a:solidFill>
            </a:rPr>
            <a:t>To give information (It is the primary purpose of TW)</a:t>
          </a:r>
        </a:p>
      </dgm:t>
    </dgm:pt>
    <dgm:pt modelId="{6031F54D-BEFC-4C03-A9A5-CC0E2FB5AA0A}" type="parTrans" cxnId="{410DAF84-1BDB-4A8A-9612-F079DA77E0D9}">
      <dgm:prSet/>
      <dgm:spPr/>
      <dgm:t>
        <a:bodyPr/>
        <a:lstStyle/>
        <a:p>
          <a:endParaRPr lang="en-US"/>
        </a:p>
      </dgm:t>
    </dgm:pt>
    <dgm:pt modelId="{92806091-CBC1-475D-A3E7-2EAA9FDC0700}" type="sibTrans" cxnId="{410DAF84-1BDB-4A8A-9612-F079DA77E0D9}">
      <dgm:prSet/>
      <dgm:spPr/>
      <dgm:t>
        <a:bodyPr/>
        <a:lstStyle/>
        <a:p>
          <a:endParaRPr lang="en-US"/>
        </a:p>
      </dgm:t>
    </dgm:pt>
    <dgm:pt modelId="{D8A5BD58-001E-4876-9EDC-834796083168}">
      <dgm:prSet phldrT="[Text]"/>
      <dgm:spPr/>
      <dgm:t>
        <a:bodyPr/>
        <a:lstStyle/>
        <a:p>
          <a:pPr>
            <a:buFont typeface="Symbol" panose="05050102010706020507" pitchFamily="18" charset="2"/>
            <a:buChar char=""/>
          </a:pPr>
          <a:r>
            <a:rPr lang="en-US" dirty="0">
              <a:solidFill>
                <a:schemeClr val="bg1"/>
              </a:solidFill>
            </a:rPr>
            <a:t>To analyze and interpret events and their implications</a:t>
          </a:r>
        </a:p>
      </dgm:t>
    </dgm:pt>
    <dgm:pt modelId="{D45A0C68-CA64-4FE5-9734-2209200925D3}" type="parTrans" cxnId="{860514F1-6695-4655-8B00-12945BAB2F42}">
      <dgm:prSet/>
      <dgm:spPr/>
      <dgm:t>
        <a:bodyPr/>
        <a:lstStyle/>
        <a:p>
          <a:endParaRPr lang="en-US"/>
        </a:p>
      </dgm:t>
    </dgm:pt>
    <dgm:pt modelId="{A6A35C5D-3837-4244-8B7C-7C9F17CA1DDD}" type="sibTrans" cxnId="{860514F1-6695-4655-8B00-12945BAB2F42}">
      <dgm:prSet/>
      <dgm:spPr/>
      <dgm:t>
        <a:bodyPr/>
        <a:lstStyle/>
        <a:p>
          <a:endParaRPr lang="en-US"/>
        </a:p>
      </dgm:t>
    </dgm:pt>
    <dgm:pt modelId="{1136C097-207F-4B90-B843-4483EC7F2A73}">
      <dgm:prSet phldrT="[Text]"/>
      <dgm:spPr/>
      <dgm:t>
        <a:bodyPr/>
        <a:lstStyle/>
        <a:p>
          <a:pPr>
            <a:buFont typeface="Symbol" panose="05050102010706020507" pitchFamily="18" charset="2"/>
            <a:buChar char=""/>
          </a:pPr>
          <a:r>
            <a:rPr lang="en-US" dirty="0">
              <a:solidFill>
                <a:schemeClr val="bg1"/>
              </a:solidFill>
            </a:rPr>
            <a:t>To persuade and influence decisions</a:t>
          </a:r>
        </a:p>
      </dgm:t>
    </dgm:pt>
    <dgm:pt modelId="{64EF6006-DC4F-4722-ADEA-16DE3CDBCCC4}" type="parTrans" cxnId="{FCF512DE-BFDB-497F-8E3D-35270ED0E67D}">
      <dgm:prSet/>
      <dgm:spPr/>
      <dgm:t>
        <a:bodyPr/>
        <a:lstStyle/>
        <a:p>
          <a:endParaRPr lang="en-US"/>
        </a:p>
      </dgm:t>
    </dgm:pt>
    <dgm:pt modelId="{DF8FB70D-9D5F-4BEE-AD87-3373C945D122}" type="sibTrans" cxnId="{FCF512DE-BFDB-497F-8E3D-35270ED0E67D}">
      <dgm:prSet/>
      <dgm:spPr/>
      <dgm:t>
        <a:bodyPr/>
        <a:lstStyle/>
        <a:p>
          <a:endParaRPr lang="en-US"/>
        </a:p>
      </dgm:t>
    </dgm:pt>
    <dgm:pt modelId="{82CBA012-6418-4C1D-8EC4-3ECB72B651CE}" type="pres">
      <dgm:prSet presAssocID="{B8800861-10BB-4767-8FD0-176D4D1653C3}" presName="linear" presStyleCnt="0">
        <dgm:presLayoutVars>
          <dgm:dir/>
          <dgm:animLvl val="lvl"/>
          <dgm:resizeHandles val="exact"/>
        </dgm:presLayoutVars>
      </dgm:prSet>
      <dgm:spPr/>
      <dgm:t>
        <a:bodyPr/>
        <a:lstStyle/>
        <a:p>
          <a:endParaRPr lang="en-US"/>
        </a:p>
      </dgm:t>
    </dgm:pt>
    <dgm:pt modelId="{0EA0DC0E-3565-4759-98D6-4E43F01BF728}" type="pres">
      <dgm:prSet presAssocID="{E7DD3729-98E4-4A69-A926-434484327F1C}" presName="parentLin" presStyleCnt="0"/>
      <dgm:spPr/>
    </dgm:pt>
    <dgm:pt modelId="{BBFB575B-4375-4B2A-B020-A803025CCF1E}" type="pres">
      <dgm:prSet presAssocID="{E7DD3729-98E4-4A69-A926-434484327F1C}" presName="parentLeftMargin" presStyleLbl="node1" presStyleIdx="0" presStyleCnt="3"/>
      <dgm:spPr/>
      <dgm:t>
        <a:bodyPr/>
        <a:lstStyle/>
        <a:p>
          <a:endParaRPr lang="en-US"/>
        </a:p>
      </dgm:t>
    </dgm:pt>
    <dgm:pt modelId="{FA6157A9-D5CD-4821-9FB6-D1E389EF08D3}" type="pres">
      <dgm:prSet presAssocID="{E7DD3729-98E4-4A69-A926-434484327F1C}" presName="parentText" presStyleLbl="node1" presStyleIdx="0" presStyleCnt="3" custScaleX="125776">
        <dgm:presLayoutVars>
          <dgm:chMax val="0"/>
          <dgm:bulletEnabled val="1"/>
        </dgm:presLayoutVars>
      </dgm:prSet>
      <dgm:spPr/>
      <dgm:t>
        <a:bodyPr/>
        <a:lstStyle/>
        <a:p>
          <a:endParaRPr lang="en-US"/>
        </a:p>
      </dgm:t>
    </dgm:pt>
    <dgm:pt modelId="{1B8171B5-8073-4B59-A2B5-45CF62B07451}" type="pres">
      <dgm:prSet presAssocID="{E7DD3729-98E4-4A69-A926-434484327F1C}" presName="negativeSpace" presStyleCnt="0"/>
      <dgm:spPr/>
    </dgm:pt>
    <dgm:pt modelId="{3FB08F40-214B-49BC-91D2-32652F5141BE}" type="pres">
      <dgm:prSet presAssocID="{E7DD3729-98E4-4A69-A926-434484327F1C}" presName="childText" presStyleLbl="conFgAcc1" presStyleIdx="0" presStyleCnt="3">
        <dgm:presLayoutVars>
          <dgm:bulletEnabled val="1"/>
        </dgm:presLayoutVars>
      </dgm:prSet>
      <dgm:spPr/>
    </dgm:pt>
    <dgm:pt modelId="{7D16CF0F-B1E6-4779-9CA4-242B141B03FB}" type="pres">
      <dgm:prSet presAssocID="{92806091-CBC1-475D-A3E7-2EAA9FDC0700}" presName="spaceBetweenRectangles" presStyleCnt="0"/>
      <dgm:spPr/>
    </dgm:pt>
    <dgm:pt modelId="{5387A0C4-1999-4C71-864F-7C181BE8D249}" type="pres">
      <dgm:prSet presAssocID="{D8A5BD58-001E-4876-9EDC-834796083168}" presName="parentLin" presStyleCnt="0"/>
      <dgm:spPr/>
    </dgm:pt>
    <dgm:pt modelId="{4251CEFD-F704-4A08-B8CB-1A28806678D4}" type="pres">
      <dgm:prSet presAssocID="{D8A5BD58-001E-4876-9EDC-834796083168}" presName="parentLeftMargin" presStyleLbl="node1" presStyleIdx="0" presStyleCnt="3"/>
      <dgm:spPr/>
      <dgm:t>
        <a:bodyPr/>
        <a:lstStyle/>
        <a:p>
          <a:endParaRPr lang="en-US"/>
        </a:p>
      </dgm:t>
    </dgm:pt>
    <dgm:pt modelId="{667B0026-58B5-45F3-BE39-D2A232FFD4A5}" type="pres">
      <dgm:prSet presAssocID="{D8A5BD58-001E-4876-9EDC-834796083168}" presName="parentText" presStyleLbl="node1" presStyleIdx="1" presStyleCnt="3" custScaleX="124164">
        <dgm:presLayoutVars>
          <dgm:chMax val="0"/>
          <dgm:bulletEnabled val="1"/>
        </dgm:presLayoutVars>
      </dgm:prSet>
      <dgm:spPr/>
      <dgm:t>
        <a:bodyPr/>
        <a:lstStyle/>
        <a:p>
          <a:endParaRPr lang="en-US"/>
        </a:p>
      </dgm:t>
    </dgm:pt>
    <dgm:pt modelId="{35CED2F4-4286-4F35-A04C-CC6D3B6195BA}" type="pres">
      <dgm:prSet presAssocID="{D8A5BD58-001E-4876-9EDC-834796083168}" presName="negativeSpace" presStyleCnt="0"/>
      <dgm:spPr/>
    </dgm:pt>
    <dgm:pt modelId="{4627899D-F8E6-4BC5-86B6-6B11AE919272}" type="pres">
      <dgm:prSet presAssocID="{D8A5BD58-001E-4876-9EDC-834796083168}" presName="childText" presStyleLbl="conFgAcc1" presStyleIdx="1" presStyleCnt="3">
        <dgm:presLayoutVars>
          <dgm:bulletEnabled val="1"/>
        </dgm:presLayoutVars>
      </dgm:prSet>
      <dgm:spPr/>
    </dgm:pt>
    <dgm:pt modelId="{33463DE7-AF5C-498B-8022-1DF42D71328D}" type="pres">
      <dgm:prSet presAssocID="{A6A35C5D-3837-4244-8B7C-7C9F17CA1DDD}" presName="spaceBetweenRectangles" presStyleCnt="0"/>
      <dgm:spPr/>
    </dgm:pt>
    <dgm:pt modelId="{E2B9C807-48BF-4834-8A91-B652DA3B26A5}" type="pres">
      <dgm:prSet presAssocID="{1136C097-207F-4B90-B843-4483EC7F2A73}" presName="parentLin" presStyleCnt="0"/>
      <dgm:spPr/>
    </dgm:pt>
    <dgm:pt modelId="{F7CF9158-1726-49B4-BD0A-9F6C21B822BF}" type="pres">
      <dgm:prSet presAssocID="{1136C097-207F-4B90-B843-4483EC7F2A73}" presName="parentLeftMargin" presStyleLbl="node1" presStyleIdx="1" presStyleCnt="3"/>
      <dgm:spPr/>
      <dgm:t>
        <a:bodyPr/>
        <a:lstStyle/>
        <a:p>
          <a:endParaRPr lang="en-US"/>
        </a:p>
      </dgm:t>
    </dgm:pt>
    <dgm:pt modelId="{754183EA-5FCD-40DD-AB54-90AA2D5BE7B5}" type="pres">
      <dgm:prSet presAssocID="{1136C097-207F-4B90-B843-4483EC7F2A73}" presName="parentText" presStyleLbl="node1" presStyleIdx="2" presStyleCnt="3" custScaleX="124505">
        <dgm:presLayoutVars>
          <dgm:chMax val="0"/>
          <dgm:bulletEnabled val="1"/>
        </dgm:presLayoutVars>
      </dgm:prSet>
      <dgm:spPr/>
      <dgm:t>
        <a:bodyPr/>
        <a:lstStyle/>
        <a:p>
          <a:endParaRPr lang="en-US"/>
        </a:p>
      </dgm:t>
    </dgm:pt>
    <dgm:pt modelId="{9A9B402A-A2CA-4E24-AF0E-90B6116D216F}" type="pres">
      <dgm:prSet presAssocID="{1136C097-207F-4B90-B843-4483EC7F2A73}" presName="negativeSpace" presStyleCnt="0"/>
      <dgm:spPr/>
    </dgm:pt>
    <dgm:pt modelId="{B8AFDE70-60D9-49E7-A329-A017581E896C}" type="pres">
      <dgm:prSet presAssocID="{1136C097-207F-4B90-B843-4483EC7F2A73}" presName="childText" presStyleLbl="conFgAcc1" presStyleIdx="2" presStyleCnt="3">
        <dgm:presLayoutVars>
          <dgm:bulletEnabled val="1"/>
        </dgm:presLayoutVars>
      </dgm:prSet>
      <dgm:spPr/>
    </dgm:pt>
  </dgm:ptLst>
  <dgm:cxnLst>
    <dgm:cxn modelId="{410DAF84-1BDB-4A8A-9612-F079DA77E0D9}" srcId="{B8800861-10BB-4767-8FD0-176D4D1653C3}" destId="{E7DD3729-98E4-4A69-A926-434484327F1C}" srcOrd="0" destOrd="0" parTransId="{6031F54D-BEFC-4C03-A9A5-CC0E2FB5AA0A}" sibTransId="{92806091-CBC1-475D-A3E7-2EAA9FDC0700}"/>
    <dgm:cxn modelId="{2AC9EFB9-D382-4279-8377-3A053BCA3D65}" type="presOf" srcId="{E7DD3729-98E4-4A69-A926-434484327F1C}" destId="{FA6157A9-D5CD-4821-9FB6-D1E389EF08D3}" srcOrd="1" destOrd="0" presId="urn:microsoft.com/office/officeart/2005/8/layout/list1"/>
    <dgm:cxn modelId="{860514F1-6695-4655-8B00-12945BAB2F42}" srcId="{B8800861-10BB-4767-8FD0-176D4D1653C3}" destId="{D8A5BD58-001E-4876-9EDC-834796083168}" srcOrd="1" destOrd="0" parTransId="{D45A0C68-CA64-4FE5-9734-2209200925D3}" sibTransId="{A6A35C5D-3837-4244-8B7C-7C9F17CA1DDD}"/>
    <dgm:cxn modelId="{FCF512DE-BFDB-497F-8E3D-35270ED0E67D}" srcId="{B8800861-10BB-4767-8FD0-176D4D1653C3}" destId="{1136C097-207F-4B90-B843-4483EC7F2A73}" srcOrd="2" destOrd="0" parTransId="{64EF6006-DC4F-4722-ADEA-16DE3CDBCCC4}" sibTransId="{DF8FB70D-9D5F-4BEE-AD87-3373C945D122}"/>
    <dgm:cxn modelId="{D75330A8-F383-482F-8682-10F5475409EC}" type="presOf" srcId="{1136C097-207F-4B90-B843-4483EC7F2A73}" destId="{754183EA-5FCD-40DD-AB54-90AA2D5BE7B5}" srcOrd="1" destOrd="0" presId="urn:microsoft.com/office/officeart/2005/8/layout/list1"/>
    <dgm:cxn modelId="{5DF2601D-8277-466F-8738-194D7CD764A9}" type="presOf" srcId="{1136C097-207F-4B90-B843-4483EC7F2A73}" destId="{F7CF9158-1726-49B4-BD0A-9F6C21B822BF}" srcOrd="0" destOrd="0" presId="urn:microsoft.com/office/officeart/2005/8/layout/list1"/>
    <dgm:cxn modelId="{3BFEC000-70E0-4461-84C0-1045DA34E6AE}" type="presOf" srcId="{B8800861-10BB-4767-8FD0-176D4D1653C3}" destId="{82CBA012-6418-4C1D-8EC4-3ECB72B651CE}" srcOrd="0" destOrd="0" presId="urn:microsoft.com/office/officeart/2005/8/layout/list1"/>
    <dgm:cxn modelId="{61DE708F-A49C-4FAC-9169-F6850E339BCC}" type="presOf" srcId="{D8A5BD58-001E-4876-9EDC-834796083168}" destId="{667B0026-58B5-45F3-BE39-D2A232FFD4A5}" srcOrd="1" destOrd="0" presId="urn:microsoft.com/office/officeart/2005/8/layout/list1"/>
    <dgm:cxn modelId="{E367A607-29D7-4643-96E3-314279DE0732}" type="presOf" srcId="{E7DD3729-98E4-4A69-A926-434484327F1C}" destId="{BBFB575B-4375-4B2A-B020-A803025CCF1E}" srcOrd="0" destOrd="0" presId="urn:microsoft.com/office/officeart/2005/8/layout/list1"/>
    <dgm:cxn modelId="{B8197D99-888A-4D60-B018-56C8B5EBBFD3}" type="presOf" srcId="{D8A5BD58-001E-4876-9EDC-834796083168}" destId="{4251CEFD-F704-4A08-B8CB-1A28806678D4}" srcOrd="0" destOrd="0" presId="urn:microsoft.com/office/officeart/2005/8/layout/list1"/>
    <dgm:cxn modelId="{904AF661-FF9D-432D-A6B4-2C83D148B19F}" type="presParOf" srcId="{82CBA012-6418-4C1D-8EC4-3ECB72B651CE}" destId="{0EA0DC0E-3565-4759-98D6-4E43F01BF728}" srcOrd="0" destOrd="0" presId="urn:microsoft.com/office/officeart/2005/8/layout/list1"/>
    <dgm:cxn modelId="{81518428-2E07-4BBA-A8DE-1E9FE2D440BD}" type="presParOf" srcId="{0EA0DC0E-3565-4759-98D6-4E43F01BF728}" destId="{BBFB575B-4375-4B2A-B020-A803025CCF1E}" srcOrd="0" destOrd="0" presId="urn:microsoft.com/office/officeart/2005/8/layout/list1"/>
    <dgm:cxn modelId="{9074571F-1256-4F22-A2E3-D40E0BAAC66A}" type="presParOf" srcId="{0EA0DC0E-3565-4759-98D6-4E43F01BF728}" destId="{FA6157A9-D5CD-4821-9FB6-D1E389EF08D3}" srcOrd="1" destOrd="0" presId="urn:microsoft.com/office/officeart/2005/8/layout/list1"/>
    <dgm:cxn modelId="{F914EA1E-2998-4597-B58C-F9CC546BC9F1}" type="presParOf" srcId="{82CBA012-6418-4C1D-8EC4-3ECB72B651CE}" destId="{1B8171B5-8073-4B59-A2B5-45CF62B07451}" srcOrd="1" destOrd="0" presId="urn:microsoft.com/office/officeart/2005/8/layout/list1"/>
    <dgm:cxn modelId="{E1ECD637-890B-444D-BD3A-9C674C801974}" type="presParOf" srcId="{82CBA012-6418-4C1D-8EC4-3ECB72B651CE}" destId="{3FB08F40-214B-49BC-91D2-32652F5141BE}" srcOrd="2" destOrd="0" presId="urn:microsoft.com/office/officeart/2005/8/layout/list1"/>
    <dgm:cxn modelId="{1D31B998-F2E1-4BC5-B41F-2C86DDE92B60}" type="presParOf" srcId="{82CBA012-6418-4C1D-8EC4-3ECB72B651CE}" destId="{7D16CF0F-B1E6-4779-9CA4-242B141B03FB}" srcOrd="3" destOrd="0" presId="urn:microsoft.com/office/officeart/2005/8/layout/list1"/>
    <dgm:cxn modelId="{BDB1000D-D50E-4D36-A7A0-2235BF28A64D}" type="presParOf" srcId="{82CBA012-6418-4C1D-8EC4-3ECB72B651CE}" destId="{5387A0C4-1999-4C71-864F-7C181BE8D249}" srcOrd="4" destOrd="0" presId="urn:microsoft.com/office/officeart/2005/8/layout/list1"/>
    <dgm:cxn modelId="{6C8F09E3-8E7F-45B7-9705-F5B248943F8B}" type="presParOf" srcId="{5387A0C4-1999-4C71-864F-7C181BE8D249}" destId="{4251CEFD-F704-4A08-B8CB-1A28806678D4}" srcOrd="0" destOrd="0" presId="urn:microsoft.com/office/officeart/2005/8/layout/list1"/>
    <dgm:cxn modelId="{C77FF1D9-E8D9-476E-B21C-30F9E4AB8B21}" type="presParOf" srcId="{5387A0C4-1999-4C71-864F-7C181BE8D249}" destId="{667B0026-58B5-45F3-BE39-D2A232FFD4A5}" srcOrd="1" destOrd="0" presId="urn:microsoft.com/office/officeart/2005/8/layout/list1"/>
    <dgm:cxn modelId="{B49AD277-E267-44D1-AB9E-79E2098B50E7}" type="presParOf" srcId="{82CBA012-6418-4C1D-8EC4-3ECB72B651CE}" destId="{35CED2F4-4286-4F35-A04C-CC6D3B6195BA}" srcOrd="5" destOrd="0" presId="urn:microsoft.com/office/officeart/2005/8/layout/list1"/>
    <dgm:cxn modelId="{82C9DE34-F665-4285-89CC-173A1BDD66C2}" type="presParOf" srcId="{82CBA012-6418-4C1D-8EC4-3ECB72B651CE}" destId="{4627899D-F8E6-4BC5-86B6-6B11AE919272}" srcOrd="6" destOrd="0" presId="urn:microsoft.com/office/officeart/2005/8/layout/list1"/>
    <dgm:cxn modelId="{1A4E847F-C9FF-4C79-A47D-2F5B9808F97B}" type="presParOf" srcId="{82CBA012-6418-4C1D-8EC4-3ECB72B651CE}" destId="{33463DE7-AF5C-498B-8022-1DF42D71328D}" srcOrd="7" destOrd="0" presId="urn:microsoft.com/office/officeart/2005/8/layout/list1"/>
    <dgm:cxn modelId="{CA07A67A-1979-4648-8AB3-F8DAA7132700}" type="presParOf" srcId="{82CBA012-6418-4C1D-8EC4-3ECB72B651CE}" destId="{E2B9C807-48BF-4834-8A91-B652DA3B26A5}" srcOrd="8" destOrd="0" presId="urn:microsoft.com/office/officeart/2005/8/layout/list1"/>
    <dgm:cxn modelId="{8BAA230D-EBE3-45FD-9D59-921A1B7F2888}" type="presParOf" srcId="{E2B9C807-48BF-4834-8A91-B652DA3B26A5}" destId="{F7CF9158-1726-49B4-BD0A-9F6C21B822BF}" srcOrd="0" destOrd="0" presId="urn:microsoft.com/office/officeart/2005/8/layout/list1"/>
    <dgm:cxn modelId="{BFA6EE6C-C226-4804-B24F-B8574C23C5FF}" type="presParOf" srcId="{E2B9C807-48BF-4834-8A91-B652DA3B26A5}" destId="{754183EA-5FCD-40DD-AB54-90AA2D5BE7B5}" srcOrd="1" destOrd="0" presId="urn:microsoft.com/office/officeart/2005/8/layout/list1"/>
    <dgm:cxn modelId="{BCC69473-F046-4474-86CE-03106DBEDD3C}" type="presParOf" srcId="{82CBA012-6418-4C1D-8EC4-3ECB72B651CE}" destId="{9A9B402A-A2CA-4E24-AF0E-90B6116D216F}" srcOrd="9" destOrd="0" presId="urn:microsoft.com/office/officeart/2005/8/layout/list1"/>
    <dgm:cxn modelId="{EEF4D49C-651D-4987-AA56-C57018840352}" type="presParOf" srcId="{82CBA012-6418-4C1D-8EC4-3ECB72B651CE}" destId="{B8AFDE70-60D9-49E7-A329-A017581E896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4C407-382E-492C-9090-83DA548456DD}">
      <dsp:nvSpPr>
        <dsp:cNvPr id="0" name=""/>
        <dsp:cNvSpPr/>
      </dsp:nvSpPr>
      <dsp:spPr>
        <a:xfrm>
          <a:off x="2285364" y="488"/>
          <a:ext cx="3428047" cy="1904534"/>
        </a:xfrm>
        <a:prstGeom prst="rightArrow">
          <a:avLst>
            <a:gd name="adj1" fmla="val 75000"/>
            <a:gd name="adj2" fmla="val 50000"/>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t" anchorCtr="0">
          <a:noAutofit/>
        </a:bodyPr>
        <a:lstStyle/>
        <a:p>
          <a:pPr marL="285750" lvl="1" indent="-285750" algn="l" defTabSz="1511300">
            <a:lnSpc>
              <a:spcPct val="90000"/>
            </a:lnSpc>
            <a:spcBef>
              <a:spcPct val="0"/>
            </a:spcBef>
            <a:spcAft>
              <a:spcPct val="15000"/>
            </a:spcAft>
            <a:buChar char="••"/>
          </a:pPr>
          <a:r>
            <a:rPr lang="en-US" sz="3400" kern="1200" dirty="0"/>
            <a:t>Reading</a:t>
          </a:r>
        </a:p>
        <a:p>
          <a:pPr marL="285750" lvl="1" indent="-285750" algn="l" defTabSz="1511300">
            <a:lnSpc>
              <a:spcPct val="90000"/>
            </a:lnSpc>
            <a:spcBef>
              <a:spcPct val="0"/>
            </a:spcBef>
            <a:spcAft>
              <a:spcPct val="15000"/>
            </a:spcAft>
            <a:buChar char="••"/>
          </a:pPr>
          <a:r>
            <a:rPr lang="en-US" sz="3400" kern="1200" dirty="0"/>
            <a:t>Listening</a:t>
          </a:r>
        </a:p>
      </dsp:txBody>
      <dsp:txXfrm>
        <a:off x="2285364" y="238555"/>
        <a:ext cx="2713847" cy="1428400"/>
      </dsp:txXfrm>
    </dsp:sp>
    <dsp:sp modelId="{A6A3E899-866B-42A8-A363-A872D0208545}">
      <dsp:nvSpPr>
        <dsp:cNvPr id="0" name=""/>
        <dsp:cNvSpPr/>
      </dsp:nvSpPr>
      <dsp:spPr>
        <a:xfrm>
          <a:off x="0" y="488"/>
          <a:ext cx="2285364" cy="1904534"/>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dirty="0"/>
            <a:t>Receptive Skills</a:t>
          </a:r>
        </a:p>
      </dsp:txBody>
      <dsp:txXfrm>
        <a:off x="92972" y="93460"/>
        <a:ext cx="2099420" cy="1718590"/>
      </dsp:txXfrm>
    </dsp:sp>
    <dsp:sp modelId="{E4D40B57-FF94-4B31-BC2B-EDDC1FC78896}">
      <dsp:nvSpPr>
        <dsp:cNvPr id="0" name=""/>
        <dsp:cNvSpPr/>
      </dsp:nvSpPr>
      <dsp:spPr>
        <a:xfrm>
          <a:off x="2285364" y="2095476"/>
          <a:ext cx="3428047" cy="1904534"/>
        </a:xfrm>
        <a:prstGeom prst="rightArrow">
          <a:avLst>
            <a:gd name="adj1" fmla="val 75000"/>
            <a:gd name="adj2" fmla="val 50000"/>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t" anchorCtr="0">
          <a:noAutofit/>
        </a:bodyPr>
        <a:lstStyle/>
        <a:p>
          <a:pPr marL="285750" lvl="1" indent="-285750" algn="l" defTabSz="1511300">
            <a:lnSpc>
              <a:spcPct val="90000"/>
            </a:lnSpc>
            <a:spcBef>
              <a:spcPct val="0"/>
            </a:spcBef>
            <a:spcAft>
              <a:spcPct val="15000"/>
            </a:spcAft>
            <a:buChar char="••"/>
          </a:pPr>
          <a:r>
            <a:rPr lang="en-US" sz="3400" kern="1200" dirty="0"/>
            <a:t>Writing </a:t>
          </a:r>
        </a:p>
        <a:p>
          <a:pPr marL="285750" lvl="1" indent="-285750" algn="l" defTabSz="1511300">
            <a:lnSpc>
              <a:spcPct val="90000"/>
            </a:lnSpc>
            <a:spcBef>
              <a:spcPct val="0"/>
            </a:spcBef>
            <a:spcAft>
              <a:spcPct val="15000"/>
            </a:spcAft>
            <a:buChar char="••"/>
          </a:pPr>
          <a:r>
            <a:rPr lang="en-US" sz="3400" kern="1200" dirty="0"/>
            <a:t>Speaking </a:t>
          </a:r>
        </a:p>
      </dsp:txBody>
      <dsp:txXfrm>
        <a:off x="2285364" y="2333543"/>
        <a:ext cx="2713847" cy="1428400"/>
      </dsp:txXfrm>
    </dsp:sp>
    <dsp:sp modelId="{63FEB11E-EE37-42F0-A279-7D45E203CBBC}">
      <dsp:nvSpPr>
        <dsp:cNvPr id="0" name=""/>
        <dsp:cNvSpPr/>
      </dsp:nvSpPr>
      <dsp:spPr>
        <a:xfrm>
          <a:off x="0" y="2095476"/>
          <a:ext cx="2285364" cy="1904534"/>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b="1" kern="1200" dirty="0"/>
            <a:t>Productive Skills</a:t>
          </a:r>
        </a:p>
      </dsp:txBody>
      <dsp:txXfrm>
        <a:off x="92972" y="2188448"/>
        <a:ext cx="2099420" cy="17185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2D05C-6290-4695-9333-F85CE01C3AAF}">
      <dsp:nvSpPr>
        <dsp:cNvPr id="0" name=""/>
        <dsp:cNvSpPr/>
      </dsp:nvSpPr>
      <dsp:spPr>
        <a:xfrm>
          <a:off x="3142" y="0"/>
          <a:ext cx="1885425" cy="1920240"/>
        </a:xfrm>
        <a:prstGeom prst="upArrow">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1A4A0E-C18C-4DD2-9D8D-1F345738ECC3}">
      <dsp:nvSpPr>
        <dsp:cNvPr id="0" name=""/>
        <dsp:cNvSpPr/>
      </dsp:nvSpPr>
      <dsp:spPr>
        <a:xfrm>
          <a:off x="1945131" y="0"/>
          <a:ext cx="3199510"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1592" tIns="0" rIns="291592" bIns="291592" numCol="1" spcCol="1270" anchor="ctr" anchorCtr="0">
          <a:noAutofit/>
        </a:bodyPr>
        <a:lstStyle/>
        <a:p>
          <a:pPr lvl="0" algn="l" defTabSz="1822450">
            <a:lnSpc>
              <a:spcPct val="90000"/>
            </a:lnSpc>
            <a:spcBef>
              <a:spcPct val="0"/>
            </a:spcBef>
            <a:spcAft>
              <a:spcPct val="35000"/>
            </a:spcAft>
          </a:pPr>
          <a:r>
            <a:rPr lang="en-US" sz="4100" kern="1200" dirty="0"/>
            <a:t>Productive activity </a:t>
          </a:r>
        </a:p>
      </dsp:txBody>
      <dsp:txXfrm>
        <a:off x="1945131" y="0"/>
        <a:ext cx="3199510" cy="1920240"/>
      </dsp:txXfrm>
    </dsp:sp>
    <dsp:sp modelId="{3DB26B30-4029-496F-9493-382C764A6F43}">
      <dsp:nvSpPr>
        <dsp:cNvPr id="0" name=""/>
        <dsp:cNvSpPr/>
      </dsp:nvSpPr>
      <dsp:spPr>
        <a:xfrm>
          <a:off x="568770" y="2080260"/>
          <a:ext cx="1885425" cy="1920240"/>
        </a:xfrm>
        <a:prstGeom prst="downArrow">
          <a:avLst/>
        </a:prstGeom>
        <a:solidFill>
          <a:schemeClr val="accent5">
            <a:hueOff val="8735693"/>
            <a:satOff val="-45639"/>
            <a:lumOff val="10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7807B6-3EBB-454E-A99A-73E10723BB99}">
      <dsp:nvSpPr>
        <dsp:cNvPr id="0" name=""/>
        <dsp:cNvSpPr/>
      </dsp:nvSpPr>
      <dsp:spPr>
        <a:xfrm>
          <a:off x="2510758" y="2080260"/>
          <a:ext cx="3199510" cy="192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1592" tIns="0" rIns="291592" bIns="291592" numCol="1" spcCol="1270" anchor="ctr" anchorCtr="0">
          <a:noAutofit/>
        </a:bodyPr>
        <a:lstStyle/>
        <a:p>
          <a:pPr lvl="0" algn="l" defTabSz="1822450">
            <a:lnSpc>
              <a:spcPct val="90000"/>
            </a:lnSpc>
            <a:spcBef>
              <a:spcPct val="0"/>
            </a:spcBef>
            <a:spcAft>
              <a:spcPct val="35000"/>
            </a:spcAft>
          </a:pPr>
          <a:r>
            <a:rPr lang="en-US" sz="4100" kern="1200" dirty="0"/>
            <a:t>Non-productive activity </a:t>
          </a:r>
        </a:p>
      </dsp:txBody>
      <dsp:txXfrm>
        <a:off x="2510758" y="2080260"/>
        <a:ext cx="3199510" cy="1920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74F8D-A244-4067-9681-E99F20A3ACB7}">
      <dsp:nvSpPr>
        <dsp:cNvPr id="0" name=""/>
        <dsp:cNvSpPr/>
      </dsp:nvSpPr>
      <dsp:spPr>
        <a:xfrm>
          <a:off x="6453901" y="3632352"/>
          <a:ext cx="91440" cy="641990"/>
        </a:xfrm>
        <a:custGeom>
          <a:avLst/>
          <a:gdLst/>
          <a:ahLst/>
          <a:cxnLst/>
          <a:rect l="0" t="0" r="0" b="0"/>
          <a:pathLst>
            <a:path>
              <a:moveTo>
                <a:pt x="45720" y="0"/>
              </a:moveTo>
              <a:lnTo>
                <a:pt x="45720" y="64199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DBF0B4-A8D1-4458-BCE6-1C1E9C19E4B2}">
      <dsp:nvSpPr>
        <dsp:cNvPr id="0" name=""/>
        <dsp:cNvSpPr/>
      </dsp:nvSpPr>
      <dsp:spPr>
        <a:xfrm>
          <a:off x="3801665" y="1588650"/>
          <a:ext cx="2697956" cy="641990"/>
        </a:xfrm>
        <a:custGeom>
          <a:avLst/>
          <a:gdLst/>
          <a:ahLst/>
          <a:cxnLst/>
          <a:rect l="0" t="0" r="0" b="0"/>
          <a:pathLst>
            <a:path>
              <a:moveTo>
                <a:pt x="0" y="0"/>
              </a:moveTo>
              <a:lnTo>
                <a:pt x="0" y="437498"/>
              </a:lnTo>
              <a:lnTo>
                <a:pt x="2697956" y="437498"/>
              </a:lnTo>
              <a:lnTo>
                <a:pt x="2697956" y="641990"/>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CA6BB1-2AF6-4A95-B824-34F2CBF3FE1F}">
      <dsp:nvSpPr>
        <dsp:cNvPr id="0" name=""/>
        <dsp:cNvSpPr/>
      </dsp:nvSpPr>
      <dsp:spPr>
        <a:xfrm>
          <a:off x="3755945" y="3632352"/>
          <a:ext cx="91440" cy="641990"/>
        </a:xfrm>
        <a:custGeom>
          <a:avLst/>
          <a:gdLst/>
          <a:ahLst/>
          <a:cxnLst/>
          <a:rect l="0" t="0" r="0" b="0"/>
          <a:pathLst>
            <a:path>
              <a:moveTo>
                <a:pt x="45720" y="0"/>
              </a:moveTo>
              <a:lnTo>
                <a:pt x="45720" y="64199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8DF081-0178-4675-828A-1FBF39DDA8BF}">
      <dsp:nvSpPr>
        <dsp:cNvPr id="0" name=""/>
        <dsp:cNvSpPr/>
      </dsp:nvSpPr>
      <dsp:spPr>
        <a:xfrm>
          <a:off x="3755945" y="1588650"/>
          <a:ext cx="91440" cy="641990"/>
        </a:xfrm>
        <a:custGeom>
          <a:avLst/>
          <a:gdLst/>
          <a:ahLst/>
          <a:cxnLst/>
          <a:rect l="0" t="0" r="0" b="0"/>
          <a:pathLst>
            <a:path>
              <a:moveTo>
                <a:pt x="45720" y="0"/>
              </a:moveTo>
              <a:lnTo>
                <a:pt x="45720" y="641990"/>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FFD22A-F342-4021-9CA3-3C4561884E07}">
      <dsp:nvSpPr>
        <dsp:cNvPr id="0" name=""/>
        <dsp:cNvSpPr/>
      </dsp:nvSpPr>
      <dsp:spPr>
        <a:xfrm>
          <a:off x="1057989" y="3632352"/>
          <a:ext cx="91440" cy="641990"/>
        </a:xfrm>
        <a:custGeom>
          <a:avLst/>
          <a:gdLst/>
          <a:ahLst/>
          <a:cxnLst/>
          <a:rect l="0" t="0" r="0" b="0"/>
          <a:pathLst>
            <a:path>
              <a:moveTo>
                <a:pt x="45720" y="0"/>
              </a:moveTo>
              <a:lnTo>
                <a:pt x="45720" y="64199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A9D98C-8E17-451E-BCD0-85072AD36E1F}">
      <dsp:nvSpPr>
        <dsp:cNvPr id="0" name=""/>
        <dsp:cNvSpPr/>
      </dsp:nvSpPr>
      <dsp:spPr>
        <a:xfrm>
          <a:off x="1103709" y="1588650"/>
          <a:ext cx="2697956" cy="641990"/>
        </a:xfrm>
        <a:custGeom>
          <a:avLst/>
          <a:gdLst/>
          <a:ahLst/>
          <a:cxnLst/>
          <a:rect l="0" t="0" r="0" b="0"/>
          <a:pathLst>
            <a:path>
              <a:moveTo>
                <a:pt x="2697956" y="0"/>
              </a:moveTo>
              <a:lnTo>
                <a:pt x="2697956" y="437498"/>
              </a:lnTo>
              <a:lnTo>
                <a:pt x="0" y="437498"/>
              </a:lnTo>
              <a:lnTo>
                <a:pt x="0" y="641990"/>
              </a:lnTo>
            </a:path>
          </a:pathLst>
        </a:custGeom>
        <a:noFill/>
        <a:ln w="15875"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A9CAB8-22F3-4D95-B663-181D2850DEFB}">
      <dsp:nvSpPr>
        <dsp:cNvPr id="0" name=""/>
        <dsp:cNvSpPr/>
      </dsp:nvSpPr>
      <dsp:spPr>
        <a:xfrm>
          <a:off x="2697956" y="186940"/>
          <a:ext cx="2207418" cy="140171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6CD16B-7491-4948-9317-8B7D8A18CF44}">
      <dsp:nvSpPr>
        <dsp:cNvPr id="0" name=""/>
        <dsp:cNvSpPr/>
      </dsp:nvSpPr>
      <dsp:spPr>
        <a:xfrm>
          <a:off x="2943225" y="419945"/>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Technical Communication</a:t>
          </a:r>
        </a:p>
      </dsp:txBody>
      <dsp:txXfrm>
        <a:off x="2984280" y="461000"/>
        <a:ext cx="2125308" cy="1319600"/>
      </dsp:txXfrm>
    </dsp:sp>
    <dsp:sp modelId="{9F0318FD-7CD7-41E0-9C8D-899FD4D7F55A}">
      <dsp:nvSpPr>
        <dsp:cNvPr id="0" name=""/>
        <dsp:cNvSpPr/>
      </dsp:nvSpPr>
      <dsp:spPr>
        <a:xfrm>
          <a:off x="0" y="2230641"/>
          <a:ext cx="2207418" cy="140171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4625BF-93FB-43FC-B52A-F2985E6D2C9A}">
      <dsp:nvSpPr>
        <dsp:cNvPr id="0" name=""/>
        <dsp:cNvSpPr/>
      </dsp:nvSpPr>
      <dsp:spPr>
        <a:xfrm>
          <a:off x="245268" y="2463647"/>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1" kern="1200" dirty="0"/>
            <a:t>Technical/Professional</a:t>
          </a:r>
        </a:p>
      </dsp:txBody>
      <dsp:txXfrm>
        <a:off x="286323" y="2504702"/>
        <a:ext cx="2125308" cy="1319600"/>
      </dsp:txXfrm>
    </dsp:sp>
    <dsp:sp modelId="{DC505778-0134-4303-A2FA-70B765A5F609}">
      <dsp:nvSpPr>
        <dsp:cNvPr id="0" name=""/>
        <dsp:cNvSpPr/>
      </dsp:nvSpPr>
      <dsp:spPr>
        <a:xfrm>
          <a:off x="0" y="4274343"/>
          <a:ext cx="2207418" cy="140171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083D2E-DA17-4CF0-9124-480FB8B3453B}">
      <dsp:nvSpPr>
        <dsp:cNvPr id="0" name=""/>
        <dsp:cNvSpPr/>
      </dsp:nvSpPr>
      <dsp:spPr>
        <a:xfrm>
          <a:off x="245268" y="4507349"/>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Subject/field specific experts produce it as it requires expertise (professional qualification/training) in the subject</a:t>
          </a:r>
        </a:p>
      </dsp:txBody>
      <dsp:txXfrm>
        <a:off x="286323" y="4548404"/>
        <a:ext cx="2125308" cy="1319600"/>
      </dsp:txXfrm>
    </dsp:sp>
    <dsp:sp modelId="{702670A1-00FB-407F-95B2-CEF51E487DD1}">
      <dsp:nvSpPr>
        <dsp:cNvPr id="0" name=""/>
        <dsp:cNvSpPr/>
      </dsp:nvSpPr>
      <dsp:spPr>
        <a:xfrm>
          <a:off x="2697956" y="2230641"/>
          <a:ext cx="2207418" cy="140171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2630A-1F1C-4BF9-9F8D-BCAE21BF1474}">
      <dsp:nvSpPr>
        <dsp:cNvPr id="0" name=""/>
        <dsp:cNvSpPr/>
      </dsp:nvSpPr>
      <dsp:spPr>
        <a:xfrm>
          <a:off x="2943225" y="2463647"/>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Business</a:t>
          </a:r>
        </a:p>
      </dsp:txBody>
      <dsp:txXfrm>
        <a:off x="2984280" y="2504702"/>
        <a:ext cx="2125308" cy="1319600"/>
      </dsp:txXfrm>
    </dsp:sp>
    <dsp:sp modelId="{CD613BE4-A46E-4444-974D-17ECC2AF221B}">
      <dsp:nvSpPr>
        <dsp:cNvPr id="0" name=""/>
        <dsp:cNvSpPr/>
      </dsp:nvSpPr>
      <dsp:spPr>
        <a:xfrm>
          <a:off x="2697956" y="4274343"/>
          <a:ext cx="2207418" cy="140171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785F6F-15A2-40C7-80B8-E286ABB48801}">
      <dsp:nvSpPr>
        <dsp:cNvPr id="0" name=""/>
        <dsp:cNvSpPr/>
      </dsp:nvSpPr>
      <dsp:spPr>
        <a:xfrm>
          <a:off x="2943225" y="4507349"/>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0" kern="1200" dirty="0"/>
            <a:t>It aims to </a:t>
          </a:r>
          <a:r>
            <a:rPr lang="en-US" sz="1500" b="0" kern="1200" dirty="0" smtClean="0"/>
            <a:t>run, </a:t>
          </a:r>
          <a:r>
            <a:rPr lang="en-US" sz="1500" b="0" kern="1200" dirty="0"/>
            <a:t>(administer and manage) the business</a:t>
          </a:r>
        </a:p>
      </dsp:txBody>
      <dsp:txXfrm>
        <a:off x="2984280" y="4548404"/>
        <a:ext cx="2125308" cy="1319600"/>
      </dsp:txXfrm>
    </dsp:sp>
    <dsp:sp modelId="{42F8A430-EA12-4CCB-B1FA-C2BB5EF87888}">
      <dsp:nvSpPr>
        <dsp:cNvPr id="0" name=""/>
        <dsp:cNvSpPr/>
      </dsp:nvSpPr>
      <dsp:spPr>
        <a:xfrm>
          <a:off x="5395912" y="2230641"/>
          <a:ext cx="2207418" cy="140171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F49474-E682-4FB5-8E34-F183728A2966}">
      <dsp:nvSpPr>
        <dsp:cNvPr id="0" name=""/>
        <dsp:cNvSpPr/>
      </dsp:nvSpPr>
      <dsp:spPr>
        <a:xfrm>
          <a:off x="5641181" y="2463647"/>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Scientific</a:t>
          </a:r>
        </a:p>
      </dsp:txBody>
      <dsp:txXfrm>
        <a:off x="5682236" y="2504702"/>
        <a:ext cx="2125308" cy="1319600"/>
      </dsp:txXfrm>
    </dsp:sp>
    <dsp:sp modelId="{EC5B5379-EE62-42D3-A20C-43A7C80F2905}">
      <dsp:nvSpPr>
        <dsp:cNvPr id="0" name=""/>
        <dsp:cNvSpPr/>
      </dsp:nvSpPr>
      <dsp:spPr>
        <a:xfrm>
          <a:off x="5395912" y="4274343"/>
          <a:ext cx="2207418" cy="140171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4B53C6-1C5B-44C0-BC5E-93A7524718B8}">
      <dsp:nvSpPr>
        <dsp:cNvPr id="0" name=""/>
        <dsp:cNvSpPr/>
      </dsp:nvSpPr>
      <dsp:spPr>
        <a:xfrm>
          <a:off x="5641181" y="4507349"/>
          <a:ext cx="2207418" cy="140171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It aims to report researches and discoveries to advance the field</a:t>
          </a:r>
        </a:p>
      </dsp:txBody>
      <dsp:txXfrm>
        <a:off x="5682236" y="4548404"/>
        <a:ext cx="2125308" cy="1319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388D6-569B-4026-813E-9C2F9E0D857F}">
      <dsp:nvSpPr>
        <dsp:cNvPr id="0" name=""/>
        <dsp:cNvSpPr/>
      </dsp:nvSpPr>
      <dsp:spPr>
        <a:xfrm>
          <a:off x="1014213" y="0"/>
          <a:ext cx="3992563" cy="3992563"/>
        </a:xfrm>
        <a:prstGeom prst="triangle">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4000"/>
                <a:satMod val="130000"/>
                <a:lumMod val="92000"/>
              </a:schemeClr>
            </a:gs>
            <a:gs pos="100000">
              <a:schemeClr val="accent5">
                <a:hueOff val="0"/>
                <a:satOff val="0"/>
                <a:lumOff val="0"/>
                <a:alphaOff val="0"/>
                <a:shade val="76000"/>
                <a:satMod val="130000"/>
                <a:lumMod val="8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E5CD621-7B5C-47FB-AA41-645B952D7AF5}">
      <dsp:nvSpPr>
        <dsp:cNvPr id="0" name=""/>
        <dsp:cNvSpPr/>
      </dsp:nvSpPr>
      <dsp:spPr>
        <a:xfrm>
          <a:off x="3010495" y="401400"/>
          <a:ext cx="2595165" cy="945114"/>
        </a:xfrm>
        <a:prstGeom prst="round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To Inform</a:t>
          </a:r>
          <a:endParaRPr lang="en-US" sz="3200" kern="1200" dirty="0"/>
        </a:p>
      </dsp:txBody>
      <dsp:txXfrm>
        <a:off x="3056632" y="447537"/>
        <a:ext cx="2502891" cy="852840"/>
      </dsp:txXfrm>
    </dsp:sp>
    <dsp:sp modelId="{281F9D03-02EB-48AF-80B5-5A1B4200C55E}">
      <dsp:nvSpPr>
        <dsp:cNvPr id="0" name=""/>
        <dsp:cNvSpPr/>
      </dsp:nvSpPr>
      <dsp:spPr>
        <a:xfrm>
          <a:off x="3010495" y="1464654"/>
          <a:ext cx="2595165" cy="945114"/>
        </a:xfrm>
        <a:prstGeom prst="roundRect">
          <a:avLst/>
        </a:prstGeom>
        <a:solidFill>
          <a:schemeClr val="lt1">
            <a:alpha val="90000"/>
            <a:hueOff val="0"/>
            <a:satOff val="0"/>
            <a:lumOff val="0"/>
            <a:alphaOff val="0"/>
          </a:schemeClr>
        </a:solidFill>
        <a:ln w="9525" cap="flat" cmpd="sng" algn="ctr">
          <a:solidFill>
            <a:schemeClr val="accent5">
              <a:hueOff val="4367846"/>
              <a:satOff val="-22820"/>
              <a:lumOff val="5392"/>
              <a:alphaOff val="0"/>
            </a:schemeClr>
          </a:solidFill>
          <a:prstDash val="solid"/>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To Instruct </a:t>
          </a:r>
          <a:endParaRPr lang="en-US" sz="3200" kern="1200" dirty="0"/>
        </a:p>
      </dsp:txBody>
      <dsp:txXfrm>
        <a:off x="3056632" y="1510791"/>
        <a:ext cx="2502891" cy="852840"/>
      </dsp:txXfrm>
    </dsp:sp>
    <dsp:sp modelId="{E6F3F0C6-C72C-42B9-A5AD-84C46F41A1BB}">
      <dsp:nvSpPr>
        <dsp:cNvPr id="0" name=""/>
        <dsp:cNvSpPr/>
      </dsp:nvSpPr>
      <dsp:spPr>
        <a:xfrm>
          <a:off x="3010495" y="2527908"/>
          <a:ext cx="2595165" cy="945114"/>
        </a:xfrm>
        <a:prstGeom prst="roundRect">
          <a:avLst/>
        </a:prstGeom>
        <a:solidFill>
          <a:schemeClr val="lt1">
            <a:alpha val="90000"/>
            <a:hueOff val="0"/>
            <a:satOff val="0"/>
            <a:lumOff val="0"/>
            <a:alphaOff val="0"/>
          </a:schemeClr>
        </a:solidFill>
        <a:ln w="9525" cap="flat" cmpd="sng" algn="ctr">
          <a:solidFill>
            <a:schemeClr val="accent5">
              <a:hueOff val="8735693"/>
              <a:satOff val="-45639"/>
              <a:lumOff val="10784"/>
              <a:alphaOff val="0"/>
            </a:schemeClr>
          </a:solidFill>
          <a:prstDash val="solid"/>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To persuade</a:t>
          </a:r>
          <a:endParaRPr lang="en-US" sz="3200" kern="1200" dirty="0"/>
        </a:p>
      </dsp:txBody>
      <dsp:txXfrm>
        <a:off x="3056632" y="2574045"/>
        <a:ext cx="2502891" cy="8528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07D0C-0319-471C-89C0-E3A4DFC46F43}">
      <dsp:nvSpPr>
        <dsp:cNvPr id="0" name=""/>
        <dsp:cNvSpPr/>
      </dsp:nvSpPr>
      <dsp:spPr>
        <a:xfrm>
          <a:off x="0" y="537617"/>
          <a:ext cx="6619875" cy="604800"/>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3CBB16E-C68A-4116-ACDC-243EB4EE93DA}">
      <dsp:nvSpPr>
        <dsp:cNvPr id="0" name=""/>
        <dsp:cNvSpPr/>
      </dsp:nvSpPr>
      <dsp:spPr>
        <a:xfrm>
          <a:off x="330993" y="183377"/>
          <a:ext cx="4633912" cy="708480"/>
        </a:xfrm>
        <a:prstGeom prst="round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4000"/>
                <a:satMod val="130000"/>
                <a:lumMod val="92000"/>
              </a:schemeClr>
            </a:gs>
            <a:gs pos="100000">
              <a:schemeClr val="accent3">
                <a:hueOff val="0"/>
                <a:satOff val="0"/>
                <a:lumOff val="0"/>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5151" tIns="0" rIns="175151" bIns="0" numCol="1" spcCol="1270" anchor="ctr" anchorCtr="0">
          <a:noAutofit/>
        </a:bodyPr>
        <a:lstStyle/>
        <a:p>
          <a:pPr lvl="0" algn="l" defTabSz="1066800">
            <a:lnSpc>
              <a:spcPct val="90000"/>
            </a:lnSpc>
            <a:spcBef>
              <a:spcPct val="0"/>
            </a:spcBef>
            <a:spcAft>
              <a:spcPct val="35000"/>
            </a:spcAft>
          </a:pPr>
          <a:r>
            <a:rPr lang="en-US" sz="2400" kern="1200" dirty="0" smtClean="0"/>
            <a:t>Subject Knowledge</a:t>
          </a:r>
          <a:endParaRPr lang="en-US" sz="2400" kern="1200" dirty="0"/>
        </a:p>
      </dsp:txBody>
      <dsp:txXfrm>
        <a:off x="365578" y="217962"/>
        <a:ext cx="4564742" cy="639310"/>
      </dsp:txXfrm>
    </dsp:sp>
    <dsp:sp modelId="{A336F723-4FF4-40DE-B763-40F4E48CFF10}">
      <dsp:nvSpPr>
        <dsp:cNvPr id="0" name=""/>
        <dsp:cNvSpPr/>
      </dsp:nvSpPr>
      <dsp:spPr>
        <a:xfrm>
          <a:off x="0" y="1626257"/>
          <a:ext cx="6619875" cy="604800"/>
        </a:xfrm>
        <a:prstGeom prst="rect">
          <a:avLst/>
        </a:prstGeom>
        <a:solidFill>
          <a:schemeClr val="lt1">
            <a:alpha val="90000"/>
            <a:hueOff val="0"/>
            <a:satOff val="0"/>
            <a:lumOff val="0"/>
            <a:alphaOff val="0"/>
          </a:schemeClr>
        </a:solidFill>
        <a:ln w="9525" cap="flat" cmpd="sng" algn="ctr">
          <a:solidFill>
            <a:schemeClr val="accent3">
              <a:hueOff val="-2935691"/>
              <a:satOff val="-1061"/>
              <a:lumOff val="458"/>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C12E2E3B-E8A8-469D-B911-0D272A3F96F8}">
      <dsp:nvSpPr>
        <dsp:cNvPr id="0" name=""/>
        <dsp:cNvSpPr/>
      </dsp:nvSpPr>
      <dsp:spPr>
        <a:xfrm>
          <a:off x="330993" y="1272017"/>
          <a:ext cx="4633912" cy="708480"/>
        </a:xfrm>
        <a:prstGeom prst="roundRect">
          <a:avLst/>
        </a:prstGeom>
        <a:gradFill rotWithShape="0">
          <a:gsLst>
            <a:gs pos="0">
              <a:schemeClr val="accent3">
                <a:hueOff val="-2935691"/>
                <a:satOff val="-1061"/>
                <a:lumOff val="458"/>
                <a:alphaOff val="0"/>
                <a:tint val="98000"/>
                <a:satMod val="110000"/>
                <a:lumMod val="104000"/>
              </a:schemeClr>
            </a:gs>
            <a:gs pos="69000">
              <a:schemeClr val="accent3">
                <a:hueOff val="-2935691"/>
                <a:satOff val="-1061"/>
                <a:lumOff val="458"/>
                <a:alphaOff val="0"/>
                <a:shade val="84000"/>
                <a:satMod val="130000"/>
                <a:lumMod val="92000"/>
              </a:schemeClr>
            </a:gs>
            <a:gs pos="100000">
              <a:schemeClr val="accent3">
                <a:hueOff val="-2935691"/>
                <a:satOff val="-1061"/>
                <a:lumOff val="458"/>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5151" tIns="0" rIns="175151" bIns="0" numCol="1" spcCol="1270" anchor="ctr" anchorCtr="0">
          <a:noAutofit/>
        </a:bodyPr>
        <a:lstStyle/>
        <a:p>
          <a:pPr lvl="0" algn="l" defTabSz="1066800">
            <a:lnSpc>
              <a:spcPct val="90000"/>
            </a:lnSpc>
            <a:spcBef>
              <a:spcPct val="0"/>
            </a:spcBef>
            <a:spcAft>
              <a:spcPct val="35000"/>
            </a:spcAft>
          </a:pPr>
          <a:r>
            <a:rPr lang="en-US" sz="2400" kern="1200" dirty="0" smtClean="0"/>
            <a:t>Writing Skills</a:t>
          </a:r>
          <a:endParaRPr lang="en-US" sz="2400" kern="1200" dirty="0"/>
        </a:p>
      </dsp:txBody>
      <dsp:txXfrm>
        <a:off x="365578" y="1306602"/>
        <a:ext cx="4564742" cy="639310"/>
      </dsp:txXfrm>
    </dsp:sp>
    <dsp:sp modelId="{3031A933-FC26-49B5-BFE0-93884954370F}">
      <dsp:nvSpPr>
        <dsp:cNvPr id="0" name=""/>
        <dsp:cNvSpPr/>
      </dsp:nvSpPr>
      <dsp:spPr>
        <a:xfrm>
          <a:off x="0" y="2714897"/>
          <a:ext cx="6619875" cy="604800"/>
        </a:xfrm>
        <a:prstGeom prst="rect">
          <a:avLst/>
        </a:prstGeom>
        <a:solidFill>
          <a:schemeClr val="lt1">
            <a:alpha val="90000"/>
            <a:hueOff val="0"/>
            <a:satOff val="0"/>
            <a:lumOff val="0"/>
            <a:alphaOff val="0"/>
          </a:schemeClr>
        </a:solidFill>
        <a:ln w="9525" cap="flat" cmpd="sng" algn="ctr">
          <a:solidFill>
            <a:schemeClr val="accent3">
              <a:hueOff val="-5871381"/>
              <a:satOff val="-2123"/>
              <a:lumOff val="915"/>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68C7987F-B400-4CFA-894F-1DC9F694A93B}">
      <dsp:nvSpPr>
        <dsp:cNvPr id="0" name=""/>
        <dsp:cNvSpPr/>
      </dsp:nvSpPr>
      <dsp:spPr>
        <a:xfrm>
          <a:off x="330993" y="2360657"/>
          <a:ext cx="4633912" cy="708480"/>
        </a:xfrm>
        <a:prstGeom prst="roundRect">
          <a:avLst/>
        </a:prstGeom>
        <a:gradFill rotWithShape="0">
          <a:gsLst>
            <a:gs pos="0">
              <a:schemeClr val="accent3">
                <a:hueOff val="-5871381"/>
                <a:satOff val="-2123"/>
                <a:lumOff val="915"/>
                <a:alphaOff val="0"/>
                <a:tint val="98000"/>
                <a:satMod val="110000"/>
                <a:lumMod val="104000"/>
              </a:schemeClr>
            </a:gs>
            <a:gs pos="69000">
              <a:schemeClr val="accent3">
                <a:hueOff val="-5871381"/>
                <a:satOff val="-2123"/>
                <a:lumOff val="915"/>
                <a:alphaOff val="0"/>
                <a:shade val="84000"/>
                <a:satMod val="130000"/>
                <a:lumMod val="92000"/>
              </a:schemeClr>
            </a:gs>
            <a:gs pos="100000">
              <a:schemeClr val="accent3">
                <a:hueOff val="-5871381"/>
                <a:satOff val="-2123"/>
                <a:lumOff val="915"/>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5151" tIns="0" rIns="175151" bIns="0" numCol="1" spcCol="1270" anchor="ctr" anchorCtr="0">
          <a:noAutofit/>
        </a:bodyPr>
        <a:lstStyle/>
        <a:p>
          <a:pPr lvl="0" algn="l" defTabSz="1066800">
            <a:lnSpc>
              <a:spcPct val="90000"/>
            </a:lnSpc>
            <a:spcBef>
              <a:spcPct val="0"/>
            </a:spcBef>
            <a:spcAft>
              <a:spcPct val="35000"/>
            </a:spcAft>
          </a:pPr>
          <a:r>
            <a:rPr lang="en-US" sz="2400" kern="1200" dirty="0" smtClean="0"/>
            <a:t>Research Skills</a:t>
          </a:r>
          <a:endParaRPr lang="en-US" sz="2400" kern="1200" dirty="0"/>
        </a:p>
      </dsp:txBody>
      <dsp:txXfrm>
        <a:off x="365578" y="2395242"/>
        <a:ext cx="4564742" cy="639310"/>
      </dsp:txXfrm>
    </dsp:sp>
    <dsp:sp modelId="{7EF181B4-F199-42E5-980D-A76DE5790FDA}">
      <dsp:nvSpPr>
        <dsp:cNvPr id="0" name=""/>
        <dsp:cNvSpPr/>
      </dsp:nvSpPr>
      <dsp:spPr>
        <a:xfrm>
          <a:off x="0" y="3803537"/>
          <a:ext cx="6619875" cy="604800"/>
        </a:xfrm>
        <a:prstGeom prst="rect">
          <a:avLst/>
        </a:prstGeom>
        <a:solidFill>
          <a:schemeClr val="lt1">
            <a:alpha val="90000"/>
            <a:hueOff val="0"/>
            <a:satOff val="0"/>
            <a:lumOff val="0"/>
            <a:alphaOff val="0"/>
          </a:schemeClr>
        </a:solidFill>
        <a:ln w="9525" cap="flat" cmpd="sng" algn="ctr">
          <a:solidFill>
            <a:schemeClr val="accent3">
              <a:hueOff val="-8807072"/>
              <a:satOff val="-3184"/>
              <a:lumOff val="1373"/>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8800A6C8-F108-41AF-9006-CAEF4D158BCE}">
      <dsp:nvSpPr>
        <dsp:cNvPr id="0" name=""/>
        <dsp:cNvSpPr/>
      </dsp:nvSpPr>
      <dsp:spPr>
        <a:xfrm>
          <a:off x="330993" y="3449297"/>
          <a:ext cx="4633912" cy="708480"/>
        </a:xfrm>
        <a:prstGeom prst="roundRect">
          <a:avLst/>
        </a:prstGeom>
        <a:gradFill rotWithShape="0">
          <a:gsLst>
            <a:gs pos="0">
              <a:schemeClr val="accent3">
                <a:hueOff val="-8807072"/>
                <a:satOff val="-3184"/>
                <a:lumOff val="1373"/>
                <a:alphaOff val="0"/>
                <a:tint val="98000"/>
                <a:satMod val="110000"/>
                <a:lumMod val="104000"/>
              </a:schemeClr>
            </a:gs>
            <a:gs pos="69000">
              <a:schemeClr val="accent3">
                <a:hueOff val="-8807072"/>
                <a:satOff val="-3184"/>
                <a:lumOff val="1373"/>
                <a:alphaOff val="0"/>
                <a:shade val="84000"/>
                <a:satMod val="130000"/>
                <a:lumMod val="92000"/>
              </a:schemeClr>
            </a:gs>
            <a:gs pos="100000">
              <a:schemeClr val="accent3">
                <a:hueOff val="-8807072"/>
                <a:satOff val="-3184"/>
                <a:lumOff val="1373"/>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5151" tIns="0" rIns="175151" bIns="0" numCol="1" spcCol="1270" anchor="ctr" anchorCtr="0">
          <a:noAutofit/>
        </a:bodyPr>
        <a:lstStyle/>
        <a:p>
          <a:pPr lvl="0" algn="l" defTabSz="1066800">
            <a:lnSpc>
              <a:spcPct val="90000"/>
            </a:lnSpc>
            <a:spcBef>
              <a:spcPct val="0"/>
            </a:spcBef>
            <a:spcAft>
              <a:spcPct val="35000"/>
            </a:spcAft>
          </a:pPr>
          <a:r>
            <a:rPr lang="en-US" sz="2400" kern="1200" dirty="0" smtClean="0"/>
            <a:t>Knowledge of the conventions of Technical Communication</a:t>
          </a:r>
          <a:endParaRPr lang="en-US" sz="2400" kern="1200" dirty="0"/>
        </a:p>
      </dsp:txBody>
      <dsp:txXfrm>
        <a:off x="365578" y="3483882"/>
        <a:ext cx="4564742" cy="639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7BB4B-96E7-439E-9813-3EA6F69AD018}">
      <dsp:nvSpPr>
        <dsp:cNvPr id="0" name=""/>
        <dsp:cNvSpPr/>
      </dsp:nvSpPr>
      <dsp:spPr>
        <a:xfrm>
          <a:off x="784428" y="1063"/>
          <a:ext cx="2223817" cy="1334290"/>
        </a:xfrm>
        <a:prstGeom prst="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4000"/>
                <a:satMod val="130000"/>
                <a:lumMod val="92000"/>
              </a:schemeClr>
            </a:gs>
            <a:gs pos="100000">
              <a:schemeClr val="accent3">
                <a:hueOff val="0"/>
                <a:satOff val="0"/>
                <a:lumOff val="0"/>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a:t>Literary </a:t>
          </a:r>
        </a:p>
      </dsp:txBody>
      <dsp:txXfrm>
        <a:off x="784428" y="1063"/>
        <a:ext cx="2223817" cy="1334290"/>
      </dsp:txXfrm>
    </dsp:sp>
    <dsp:sp modelId="{5CB764B5-2A90-4385-8DCA-F0EE86DEC19F}">
      <dsp:nvSpPr>
        <dsp:cNvPr id="0" name=""/>
        <dsp:cNvSpPr/>
      </dsp:nvSpPr>
      <dsp:spPr>
        <a:xfrm>
          <a:off x="3230628" y="1063"/>
          <a:ext cx="2223817" cy="1334290"/>
        </a:xfrm>
        <a:prstGeom prst="rect">
          <a:avLst/>
        </a:prstGeom>
        <a:gradFill rotWithShape="0">
          <a:gsLst>
            <a:gs pos="0">
              <a:schemeClr val="accent3">
                <a:hueOff val="-2201768"/>
                <a:satOff val="-796"/>
                <a:lumOff val="343"/>
                <a:alphaOff val="0"/>
                <a:tint val="98000"/>
                <a:satMod val="110000"/>
                <a:lumMod val="104000"/>
              </a:schemeClr>
            </a:gs>
            <a:gs pos="69000">
              <a:schemeClr val="accent3">
                <a:hueOff val="-2201768"/>
                <a:satOff val="-796"/>
                <a:lumOff val="343"/>
                <a:alphaOff val="0"/>
                <a:shade val="84000"/>
                <a:satMod val="130000"/>
                <a:lumMod val="92000"/>
              </a:schemeClr>
            </a:gs>
            <a:gs pos="100000">
              <a:schemeClr val="accent3">
                <a:hueOff val="-2201768"/>
                <a:satOff val="-796"/>
                <a:lumOff val="343"/>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a:t>Technical </a:t>
          </a:r>
        </a:p>
      </dsp:txBody>
      <dsp:txXfrm>
        <a:off x="3230628" y="1063"/>
        <a:ext cx="2223817" cy="1334290"/>
      </dsp:txXfrm>
    </dsp:sp>
    <dsp:sp modelId="{BF3C24F0-AC3C-405A-AF91-1FD84A32B4B4}">
      <dsp:nvSpPr>
        <dsp:cNvPr id="0" name=""/>
        <dsp:cNvSpPr/>
      </dsp:nvSpPr>
      <dsp:spPr>
        <a:xfrm>
          <a:off x="784428" y="1557735"/>
          <a:ext cx="2223817" cy="1334290"/>
        </a:xfrm>
        <a:prstGeom prst="rect">
          <a:avLst/>
        </a:prstGeom>
        <a:gradFill rotWithShape="0">
          <a:gsLst>
            <a:gs pos="0">
              <a:schemeClr val="accent3">
                <a:hueOff val="-4403536"/>
                <a:satOff val="-1592"/>
                <a:lumOff val="686"/>
                <a:alphaOff val="0"/>
                <a:tint val="98000"/>
                <a:satMod val="110000"/>
                <a:lumMod val="104000"/>
              </a:schemeClr>
            </a:gs>
            <a:gs pos="69000">
              <a:schemeClr val="accent3">
                <a:hueOff val="-4403536"/>
                <a:satOff val="-1592"/>
                <a:lumOff val="686"/>
                <a:alphaOff val="0"/>
                <a:shade val="84000"/>
                <a:satMod val="130000"/>
                <a:lumMod val="92000"/>
              </a:schemeClr>
            </a:gs>
            <a:gs pos="100000">
              <a:schemeClr val="accent3">
                <a:hueOff val="-4403536"/>
                <a:satOff val="-1592"/>
                <a:lumOff val="686"/>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a:t>Journalistic</a:t>
          </a:r>
        </a:p>
      </dsp:txBody>
      <dsp:txXfrm>
        <a:off x="784428" y="1557735"/>
        <a:ext cx="2223817" cy="1334290"/>
      </dsp:txXfrm>
    </dsp:sp>
    <dsp:sp modelId="{DD1EF2C9-0400-49E0-B9C4-AFB617A12D95}">
      <dsp:nvSpPr>
        <dsp:cNvPr id="0" name=""/>
        <dsp:cNvSpPr/>
      </dsp:nvSpPr>
      <dsp:spPr>
        <a:xfrm>
          <a:off x="3230628" y="1557735"/>
          <a:ext cx="2223817" cy="1334290"/>
        </a:xfrm>
        <a:prstGeom prst="rect">
          <a:avLst/>
        </a:prstGeom>
        <a:gradFill rotWithShape="0">
          <a:gsLst>
            <a:gs pos="0">
              <a:schemeClr val="accent3">
                <a:hueOff val="-6605304"/>
                <a:satOff val="-2388"/>
                <a:lumOff val="1030"/>
                <a:alphaOff val="0"/>
                <a:tint val="98000"/>
                <a:satMod val="110000"/>
                <a:lumMod val="104000"/>
              </a:schemeClr>
            </a:gs>
            <a:gs pos="69000">
              <a:schemeClr val="accent3">
                <a:hueOff val="-6605304"/>
                <a:satOff val="-2388"/>
                <a:lumOff val="1030"/>
                <a:alphaOff val="0"/>
                <a:shade val="84000"/>
                <a:satMod val="130000"/>
                <a:lumMod val="92000"/>
              </a:schemeClr>
            </a:gs>
            <a:gs pos="100000">
              <a:schemeClr val="accent3">
                <a:hueOff val="-6605304"/>
                <a:satOff val="-2388"/>
                <a:lumOff val="1030"/>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a:t>Academic </a:t>
          </a:r>
        </a:p>
      </dsp:txBody>
      <dsp:txXfrm>
        <a:off x="3230628" y="1557735"/>
        <a:ext cx="2223817" cy="1334290"/>
      </dsp:txXfrm>
    </dsp:sp>
    <dsp:sp modelId="{528D2D12-152B-4D7A-ACB8-1B4B2AAC5A4B}">
      <dsp:nvSpPr>
        <dsp:cNvPr id="0" name=""/>
        <dsp:cNvSpPr/>
      </dsp:nvSpPr>
      <dsp:spPr>
        <a:xfrm>
          <a:off x="2007528" y="3114408"/>
          <a:ext cx="2223817" cy="1334290"/>
        </a:xfrm>
        <a:prstGeom prst="rect">
          <a:avLst/>
        </a:prstGeom>
        <a:gradFill rotWithShape="0">
          <a:gsLst>
            <a:gs pos="0">
              <a:schemeClr val="accent3">
                <a:hueOff val="-8807072"/>
                <a:satOff val="-3184"/>
                <a:lumOff val="1373"/>
                <a:alphaOff val="0"/>
                <a:tint val="98000"/>
                <a:satMod val="110000"/>
                <a:lumMod val="104000"/>
              </a:schemeClr>
            </a:gs>
            <a:gs pos="69000">
              <a:schemeClr val="accent3">
                <a:hueOff val="-8807072"/>
                <a:satOff val="-3184"/>
                <a:lumOff val="1373"/>
                <a:alphaOff val="0"/>
                <a:shade val="84000"/>
                <a:satMod val="130000"/>
                <a:lumMod val="92000"/>
              </a:schemeClr>
            </a:gs>
            <a:gs pos="100000">
              <a:schemeClr val="accent3">
                <a:hueOff val="-8807072"/>
                <a:satOff val="-3184"/>
                <a:lumOff val="1373"/>
                <a:alphaOff val="0"/>
                <a:shade val="76000"/>
                <a:satMod val="130000"/>
                <a:lumMod val="8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lvl="0" algn="ctr" defTabSz="1377950">
            <a:lnSpc>
              <a:spcPct val="90000"/>
            </a:lnSpc>
            <a:spcBef>
              <a:spcPct val="0"/>
            </a:spcBef>
            <a:spcAft>
              <a:spcPct val="35000"/>
            </a:spcAft>
          </a:pPr>
          <a:r>
            <a:rPr lang="en-US" sz="3100" kern="1200" dirty="0"/>
            <a:t>Creative </a:t>
          </a:r>
        </a:p>
      </dsp:txBody>
      <dsp:txXfrm>
        <a:off x="2007528" y="3114408"/>
        <a:ext cx="2223817" cy="13342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08F40-214B-49BC-91D2-32652F5141BE}">
      <dsp:nvSpPr>
        <dsp:cNvPr id="0" name=""/>
        <dsp:cNvSpPr/>
      </dsp:nvSpPr>
      <dsp:spPr>
        <a:xfrm>
          <a:off x="0" y="1150881"/>
          <a:ext cx="6391275" cy="6300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6157A9-D5CD-4821-9FB6-D1E389EF08D3}">
      <dsp:nvSpPr>
        <dsp:cNvPr id="0" name=""/>
        <dsp:cNvSpPr/>
      </dsp:nvSpPr>
      <dsp:spPr>
        <a:xfrm>
          <a:off x="319563" y="781881"/>
          <a:ext cx="5627083" cy="738000"/>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lvl="0" algn="l" defTabSz="1111250">
            <a:lnSpc>
              <a:spcPct val="90000"/>
            </a:lnSpc>
            <a:spcBef>
              <a:spcPct val="0"/>
            </a:spcBef>
            <a:spcAft>
              <a:spcPct val="35000"/>
            </a:spcAft>
            <a:buFont typeface="Symbol" panose="05050102010706020507" pitchFamily="18" charset="2"/>
            <a:buChar char=""/>
          </a:pPr>
          <a:r>
            <a:rPr lang="en-US" sz="2500" kern="1200" dirty="0">
              <a:solidFill>
                <a:schemeClr val="bg1"/>
              </a:solidFill>
            </a:rPr>
            <a:t>To give information (It is the primary purpose of TW)</a:t>
          </a:r>
        </a:p>
      </dsp:txBody>
      <dsp:txXfrm>
        <a:off x="355589" y="817907"/>
        <a:ext cx="5555031" cy="665948"/>
      </dsp:txXfrm>
    </dsp:sp>
    <dsp:sp modelId="{4627899D-F8E6-4BC5-86B6-6B11AE919272}">
      <dsp:nvSpPr>
        <dsp:cNvPr id="0" name=""/>
        <dsp:cNvSpPr/>
      </dsp:nvSpPr>
      <dsp:spPr>
        <a:xfrm>
          <a:off x="0" y="2284881"/>
          <a:ext cx="6391275" cy="630000"/>
        </a:xfrm>
        <a:prstGeom prst="rect">
          <a:avLst/>
        </a:prstGeom>
        <a:solidFill>
          <a:schemeClr val="lt1">
            <a:alpha val="90000"/>
            <a:hueOff val="0"/>
            <a:satOff val="0"/>
            <a:lumOff val="0"/>
            <a:alphaOff val="0"/>
          </a:schemeClr>
        </a:solidFill>
        <a:ln w="15875" cap="flat" cmpd="sng" algn="ctr">
          <a:solidFill>
            <a:schemeClr val="accent5">
              <a:hueOff val="4367846"/>
              <a:satOff val="-22820"/>
              <a:lumOff val="5392"/>
              <a:alphaOff val="0"/>
            </a:schemeClr>
          </a:solidFill>
          <a:prstDash val="solid"/>
        </a:ln>
        <a:effectLst/>
      </dsp:spPr>
      <dsp:style>
        <a:lnRef idx="2">
          <a:scrgbClr r="0" g="0" b="0"/>
        </a:lnRef>
        <a:fillRef idx="1">
          <a:scrgbClr r="0" g="0" b="0"/>
        </a:fillRef>
        <a:effectRef idx="0">
          <a:scrgbClr r="0" g="0" b="0"/>
        </a:effectRef>
        <a:fontRef idx="minor"/>
      </dsp:style>
    </dsp:sp>
    <dsp:sp modelId="{667B0026-58B5-45F3-BE39-D2A232FFD4A5}">
      <dsp:nvSpPr>
        <dsp:cNvPr id="0" name=""/>
        <dsp:cNvSpPr/>
      </dsp:nvSpPr>
      <dsp:spPr>
        <a:xfrm>
          <a:off x="319563" y="1915881"/>
          <a:ext cx="5554963" cy="738000"/>
        </a:xfrm>
        <a:prstGeom prst="roundRect">
          <a:avLst/>
        </a:prstGeom>
        <a:solidFill>
          <a:schemeClr val="accent5">
            <a:hueOff val="4367846"/>
            <a:satOff val="-22820"/>
            <a:lumOff val="5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lvl="0" algn="l" defTabSz="1111250">
            <a:lnSpc>
              <a:spcPct val="90000"/>
            </a:lnSpc>
            <a:spcBef>
              <a:spcPct val="0"/>
            </a:spcBef>
            <a:spcAft>
              <a:spcPct val="35000"/>
            </a:spcAft>
            <a:buFont typeface="Symbol" panose="05050102010706020507" pitchFamily="18" charset="2"/>
            <a:buChar char=""/>
          </a:pPr>
          <a:r>
            <a:rPr lang="en-US" sz="2500" kern="1200" dirty="0">
              <a:solidFill>
                <a:schemeClr val="bg1"/>
              </a:solidFill>
            </a:rPr>
            <a:t>To analyze and interpret events and their implications</a:t>
          </a:r>
        </a:p>
      </dsp:txBody>
      <dsp:txXfrm>
        <a:off x="355589" y="1951907"/>
        <a:ext cx="5482911" cy="665948"/>
      </dsp:txXfrm>
    </dsp:sp>
    <dsp:sp modelId="{B8AFDE70-60D9-49E7-A329-A017581E896C}">
      <dsp:nvSpPr>
        <dsp:cNvPr id="0" name=""/>
        <dsp:cNvSpPr/>
      </dsp:nvSpPr>
      <dsp:spPr>
        <a:xfrm>
          <a:off x="0" y="3418881"/>
          <a:ext cx="6391275" cy="630000"/>
        </a:xfrm>
        <a:prstGeom prst="rect">
          <a:avLst/>
        </a:prstGeom>
        <a:solidFill>
          <a:schemeClr val="lt1">
            <a:alpha val="90000"/>
            <a:hueOff val="0"/>
            <a:satOff val="0"/>
            <a:lumOff val="0"/>
            <a:alphaOff val="0"/>
          </a:schemeClr>
        </a:solidFill>
        <a:ln w="15875" cap="flat" cmpd="sng" algn="ctr">
          <a:solidFill>
            <a:schemeClr val="accent5">
              <a:hueOff val="8735693"/>
              <a:satOff val="-45639"/>
              <a:lumOff val="10784"/>
              <a:alphaOff val="0"/>
            </a:schemeClr>
          </a:solidFill>
          <a:prstDash val="solid"/>
        </a:ln>
        <a:effectLst/>
      </dsp:spPr>
      <dsp:style>
        <a:lnRef idx="2">
          <a:scrgbClr r="0" g="0" b="0"/>
        </a:lnRef>
        <a:fillRef idx="1">
          <a:scrgbClr r="0" g="0" b="0"/>
        </a:fillRef>
        <a:effectRef idx="0">
          <a:scrgbClr r="0" g="0" b="0"/>
        </a:effectRef>
        <a:fontRef idx="minor"/>
      </dsp:style>
    </dsp:sp>
    <dsp:sp modelId="{754183EA-5FCD-40DD-AB54-90AA2D5BE7B5}">
      <dsp:nvSpPr>
        <dsp:cNvPr id="0" name=""/>
        <dsp:cNvSpPr/>
      </dsp:nvSpPr>
      <dsp:spPr>
        <a:xfrm>
          <a:off x="319563" y="3049881"/>
          <a:ext cx="5570219" cy="738000"/>
        </a:xfrm>
        <a:prstGeom prst="roundRect">
          <a:avLst/>
        </a:prstGeom>
        <a:solidFill>
          <a:schemeClr val="accent5">
            <a:hueOff val="8735693"/>
            <a:satOff val="-45639"/>
            <a:lumOff val="10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9102" tIns="0" rIns="169102" bIns="0" numCol="1" spcCol="1270" anchor="ctr" anchorCtr="0">
          <a:noAutofit/>
        </a:bodyPr>
        <a:lstStyle/>
        <a:p>
          <a:pPr lvl="0" algn="l" defTabSz="1111250">
            <a:lnSpc>
              <a:spcPct val="90000"/>
            </a:lnSpc>
            <a:spcBef>
              <a:spcPct val="0"/>
            </a:spcBef>
            <a:spcAft>
              <a:spcPct val="35000"/>
            </a:spcAft>
            <a:buFont typeface="Symbol" panose="05050102010706020507" pitchFamily="18" charset="2"/>
            <a:buChar char=""/>
          </a:pPr>
          <a:r>
            <a:rPr lang="en-US" sz="2500" kern="1200" dirty="0">
              <a:solidFill>
                <a:schemeClr val="bg1"/>
              </a:solidFill>
            </a:rPr>
            <a:t>To persuade and influence decisions</a:t>
          </a:r>
        </a:p>
      </dsp:txBody>
      <dsp:txXfrm>
        <a:off x="355589" y="3085907"/>
        <a:ext cx="5498167" cy="665948"/>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EFBA6-E595-4EDB-821C-3B91D1DFA3B8}" type="datetimeFigureOut">
              <a:rPr lang="en-US" smtClean="0"/>
              <a:t>8/25/2023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B4FF2-6A08-40CD-9004-908B8EC3BFAA}" type="slidenum">
              <a:rPr lang="en-US" smtClean="0"/>
              <a:t>‹#›</a:t>
            </a:fld>
            <a:endParaRPr lang="en-US"/>
          </a:p>
        </p:txBody>
      </p:sp>
    </p:spTree>
    <p:extLst>
      <p:ext uri="{BB962C8B-B14F-4D97-AF65-F5344CB8AC3E}">
        <p14:creationId xmlns:p14="http://schemas.microsoft.com/office/powerpoint/2010/main" val="104322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652E2B-2330-4C0B-A3BB-A06893C17666}" type="slidenum">
              <a:rPr lang="en-US" smtClean="0"/>
              <a:t>12</a:t>
            </a:fld>
            <a:endParaRPr lang="en-US"/>
          </a:p>
        </p:txBody>
      </p:sp>
    </p:spTree>
    <p:extLst>
      <p:ext uri="{BB962C8B-B14F-4D97-AF65-F5344CB8AC3E}">
        <p14:creationId xmlns:p14="http://schemas.microsoft.com/office/powerpoint/2010/main" val="449455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pPr/>
              <a:t>8/25/2023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pPr/>
              <a:t>8/25/2023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pPr/>
              <a:t>8/25/2023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1007534" y="0"/>
            <a:ext cx="5898825"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6906359"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6" y="3428999"/>
            <a:ext cx="4138550" cy="2268559"/>
          </a:xfrm>
        </p:spPr>
        <p:txBody>
          <a:bodyPr anchor="t">
            <a:normAutofit/>
          </a:bodyPr>
          <a:lstStyle>
            <a:lvl1pPr algn="r">
              <a:defRPr sz="4200"/>
            </a:lvl1pPr>
          </a:lstStyle>
          <a:p>
            <a:r>
              <a:rPr lang="en-US"/>
              <a:t>Click to edit Master title style</a:t>
            </a:r>
            <a:endParaRPr lang="en-US" dirty="0"/>
          </a:p>
        </p:txBody>
      </p:sp>
      <p:sp>
        <p:nvSpPr>
          <p:cNvPr id="3" name="Subtitle 2"/>
          <p:cNvSpPr>
            <a:spLocks noGrp="1"/>
          </p:cNvSpPr>
          <p:nvPr>
            <p:ph type="subTitle" idx="1"/>
          </p:nvPr>
        </p:nvSpPr>
        <p:spPr>
          <a:xfrm>
            <a:off x="2131292" y="2268787"/>
            <a:ext cx="3966114" cy="1160213"/>
          </a:xfrm>
        </p:spPr>
        <p:txBody>
          <a:bodyPr tIns="0" anchor="b">
            <a:normAutofit/>
          </a:bodyPr>
          <a:lstStyle>
            <a:lvl1pPr marL="0" indent="0" algn="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3A2F0832-F084-422D-97D1-AF848F4F2C34}" type="slidenum">
              <a:rPr lang="en-US" smtClean="0"/>
              <a:pPr/>
              <a:t>‹#›</a:t>
            </a:fld>
            <a:endParaRPr lang="en-US"/>
          </a:p>
        </p:txBody>
      </p:sp>
      <p:sp>
        <p:nvSpPr>
          <p:cNvPr id="24" name="TextBox 23"/>
          <p:cNvSpPr txBox="1"/>
          <p:nvPr/>
        </p:nvSpPr>
        <p:spPr>
          <a:xfrm>
            <a:off x="1641440" y="3262168"/>
            <a:ext cx="311727" cy="430887"/>
          </a:xfrm>
          <a:prstGeom prst="rect">
            <a:avLst/>
          </a:prstGeom>
          <a:noFill/>
        </p:spPr>
        <p:txBody>
          <a:bodyPr wrap="square" rtlCol="0">
            <a:spAutoFit/>
          </a:bodyPr>
          <a:lstStyle/>
          <a:p>
            <a:pPr algn="r"/>
            <a:r>
              <a:rPr lang="en-US" sz="2200" dirty="0">
                <a:solidFill>
                  <a:schemeClr val="accent6"/>
                </a:solidFill>
                <a:latin typeface="Wingdings 3" panose="05040102010807070707" pitchFamily="18" charset="2"/>
              </a:rPr>
              <a:t>z</a:t>
            </a:r>
            <a:endParaRPr lang="en-US" sz="22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301160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
        <p:nvSpPr>
          <p:cNvPr id="7" name="TextBox 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178719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5" y="3199028"/>
            <a:ext cx="5967420" cy="1372971"/>
          </a:xfrm>
        </p:spPr>
        <p:txBody>
          <a:bodyPr anchor="t">
            <a:normAutofit/>
          </a:bodyPr>
          <a:lstStyle>
            <a:lvl1pPr algn="r">
              <a:defRPr sz="2800"/>
            </a:lvl1pPr>
          </a:lstStyle>
          <a:p>
            <a:r>
              <a:rPr lang="en-US"/>
              <a:t>Click to edit Master title style</a:t>
            </a:r>
            <a:endParaRPr lang="en-US" dirty="0"/>
          </a:p>
        </p:txBody>
      </p:sp>
      <p:sp>
        <p:nvSpPr>
          <p:cNvPr id="3" name="Text Placeholder 2"/>
          <p:cNvSpPr>
            <a:spLocks noGrp="1"/>
          </p:cNvSpPr>
          <p:nvPr>
            <p:ph type="body" idx="1"/>
          </p:nvPr>
        </p:nvSpPr>
        <p:spPr>
          <a:xfrm>
            <a:off x="2121131" y="2272143"/>
            <a:ext cx="5803294" cy="926885"/>
          </a:xfrm>
        </p:spPr>
        <p:txBody>
          <a:bodyPr tIns="0" anchor="b">
            <a:normAutofit/>
          </a:bodyPr>
          <a:lstStyle>
            <a:lvl1pPr marL="0" indent="0" algn="r">
              <a:buNone/>
              <a:defRPr sz="16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
        <p:nvSpPr>
          <p:cNvPr id="16" name="TextBox 15"/>
          <p:cNvSpPr txBox="1"/>
          <p:nvPr/>
        </p:nvSpPr>
        <p:spPr>
          <a:xfrm>
            <a:off x="1644924" y="3023993"/>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08434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2" name="Rectangle 11"/>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61426" y="805818"/>
            <a:ext cx="5882780"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65406" y="2056800"/>
            <a:ext cx="285554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84679" y="2056800"/>
            <a:ext cx="2859527" cy="3993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TextBox 18"/>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24649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Rectangle 13"/>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TextBox 23"/>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63589" y="805818"/>
            <a:ext cx="5880617" cy="107702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63589" y="2054563"/>
            <a:ext cx="2857364"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62510" y="2851330"/>
            <a:ext cx="2858443"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84679" y="2054563"/>
            <a:ext cx="2859527"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84680" y="2851330"/>
            <a:ext cx="2859526" cy="3198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DCCD61-643D-44A5-A450-3A42A50CBC1E}" type="datetimeFigureOut">
              <a:rPr lang="en-US" smtClean="0"/>
              <a:pPr/>
              <a:t>8/25/2023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777398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TextBox 15"/>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DCCD61-643D-44A5-A450-3A42A50CBC1E}" type="datetimeFigureOut">
              <a:rPr lang="en-US" smtClean="0"/>
              <a:pPr/>
              <a:t>8/25/2023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487632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18DCCD61-643D-44A5-A450-3A42A50CBC1E}" type="datetimeFigureOut">
              <a:rPr lang="en-US" smtClean="0"/>
              <a:pPr/>
              <a:t>8/25/2023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2891031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7" name="Rectangle 16"/>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TextBox 21"/>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85983" y="1296618"/>
            <a:ext cx="2120703" cy="1889075"/>
          </a:xfrm>
        </p:spPr>
        <p:txBody>
          <a:bodyPr anchor="b">
            <a:normAutofit/>
          </a:bodyPr>
          <a:lstStyle>
            <a:lvl1pPr algn="l">
              <a:defRPr sz="2000"/>
            </a:lvl1pPr>
          </a:lstStyle>
          <a:p>
            <a:r>
              <a:rPr lang="en-US"/>
              <a:t>Click to edit Master title style</a:t>
            </a:r>
            <a:endParaRPr lang="en-US" dirty="0"/>
          </a:p>
        </p:txBody>
      </p:sp>
      <p:sp>
        <p:nvSpPr>
          <p:cNvPr id="3" name="Content Placeholder 2"/>
          <p:cNvSpPr>
            <a:spLocks noGrp="1"/>
          </p:cNvSpPr>
          <p:nvPr>
            <p:ph idx="1"/>
          </p:nvPr>
        </p:nvSpPr>
        <p:spPr>
          <a:xfrm>
            <a:off x="4088538" y="805818"/>
            <a:ext cx="375566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5982" y="3186155"/>
            <a:ext cx="2120703" cy="2386397"/>
          </a:xfrm>
        </p:spPr>
        <p:txBody>
          <a:bodyPr>
            <a:normAutofit/>
          </a:bodyPr>
          <a:lstStyle>
            <a:lvl1pPr marL="0" indent="0" algn="l">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1072475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TextBox 12"/>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3" name="Picture Placeholder 2"/>
          <p:cNvSpPr>
            <a:spLocks noGrp="1" noChangeAspect="1"/>
          </p:cNvSpPr>
          <p:nvPr>
            <p:ph type="pic" idx="1"/>
          </p:nvPr>
        </p:nvSpPr>
        <p:spPr>
          <a:xfrm>
            <a:off x="4582987" y="3229"/>
            <a:ext cx="3727769"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2" name="Title 1"/>
          <p:cNvSpPr>
            <a:spLocks noGrp="1"/>
          </p:cNvSpPr>
          <p:nvPr>
            <p:ph type="title"/>
          </p:nvPr>
        </p:nvSpPr>
        <p:spPr>
          <a:xfrm>
            <a:off x="1486671" y="1296618"/>
            <a:ext cx="2603212" cy="1886308"/>
          </a:xfrm>
        </p:spPr>
        <p:txBody>
          <a:bodyPr anchor="b">
            <a:normAutofit/>
          </a:bodyP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1485984" y="3182928"/>
            <a:ext cx="2603794" cy="2386394"/>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pPr/>
              <a:t>8/25/2023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7618802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TextBox 1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808057"/>
            <a:ext cx="5885350"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120792" y="2049878"/>
            <a:ext cx="5723414" cy="40000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636819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8" name="Rectangle 17"/>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TextBox 22"/>
          <p:cNvSpPr txBox="1"/>
          <p:nvPr/>
        </p:nvSpPr>
        <p:spPr>
          <a:xfrm rot="5400000">
            <a:off x="7688343" y="480678"/>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849317" y="805818"/>
            <a:ext cx="99488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964598" y="970410"/>
            <a:ext cx="4715441"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DCCD61-643D-44A5-A450-3A42A50CBC1E}" type="datetimeFigureOut">
              <a:rPr lang="en-US" smtClean="0"/>
              <a:pPr/>
              <a:t>8/25/2023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pPr/>
              <a:t>‹#›</a:t>
            </a:fld>
            <a:endParaRPr lang="en-US"/>
          </a:p>
        </p:txBody>
      </p:sp>
    </p:spTree>
    <p:extLst>
      <p:ext uri="{BB962C8B-B14F-4D97-AF65-F5344CB8AC3E}">
        <p14:creationId xmlns:p14="http://schemas.microsoft.com/office/powerpoint/2010/main" val="3277880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03648" y="0"/>
            <a:ext cx="7740352"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Free PPT _ Click to add title</a:t>
            </a:r>
            <a:endParaRPr lang="ko-KR" altLang="en-US" dirty="0"/>
          </a:p>
        </p:txBody>
      </p:sp>
      <p:sp>
        <p:nvSpPr>
          <p:cNvPr id="4" name="Content Placeholder 2"/>
          <p:cNvSpPr>
            <a:spLocks noGrp="1"/>
          </p:cNvSpPr>
          <p:nvPr>
            <p:ph idx="1"/>
          </p:nvPr>
        </p:nvSpPr>
        <p:spPr>
          <a:xfrm>
            <a:off x="1930779" y="1268760"/>
            <a:ext cx="6751499"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1941123" y="1844824"/>
            <a:ext cx="6751499"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1140671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7504" y="16778"/>
            <a:ext cx="9036496"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Free PPT _ Click to add title</a:t>
            </a:r>
            <a:endParaRPr lang="ko-KR" altLang="en-US" dirty="0"/>
          </a:p>
        </p:txBody>
      </p:sp>
      <p:sp>
        <p:nvSpPr>
          <p:cNvPr id="3" name="Content Placeholder 2"/>
          <p:cNvSpPr>
            <a:spLocks noGrp="1"/>
          </p:cNvSpPr>
          <p:nvPr>
            <p:ph idx="1"/>
          </p:nvPr>
        </p:nvSpPr>
        <p:spPr>
          <a:xfrm>
            <a:off x="601216" y="1340768"/>
            <a:ext cx="8085584"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4" name="Content Placeholder 2"/>
          <p:cNvSpPr>
            <a:spLocks noGrp="1"/>
          </p:cNvSpPr>
          <p:nvPr>
            <p:ph idx="10"/>
          </p:nvPr>
        </p:nvSpPr>
        <p:spPr>
          <a:xfrm>
            <a:off x="611560" y="2017439"/>
            <a:ext cx="8085584" cy="3600400"/>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Tree>
    <p:extLst>
      <p:ext uri="{BB962C8B-B14F-4D97-AF65-F5344CB8AC3E}">
        <p14:creationId xmlns:p14="http://schemas.microsoft.com/office/powerpoint/2010/main" val="32315786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828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3.png"/><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pPr/>
              <a:t>8/25/2023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71060" y="2912532"/>
            <a:ext cx="7772939" cy="3945467"/>
          </a:xfrm>
          <a:prstGeom prst="rect">
            <a:avLst/>
          </a:prstGeom>
        </p:spPr>
      </p:pic>
      <p:pic>
        <p:nvPicPr>
          <p:cNvPr id="15" name="Picture 14"/>
          <p:cNvPicPr>
            <a:picLocks noChangeAspect="1"/>
          </p:cNvPicPr>
          <p:nvPr/>
        </p:nvPicPr>
        <p:blipFill rotWithShape="1">
          <a:blip r:embed="rId17">
            <a:extLst>
              <a:ext uri="{28A0092B-C50C-407E-A947-70E740481C1C}">
                <a14:useLocalDpi xmlns:a14="http://schemas.microsoft.com/office/drawing/2010/main" val="0"/>
              </a:ext>
            </a:extLst>
          </a:blip>
          <a:srcRect r="24998"/>
          <a:stretch/>
        </p:blipFill>
        <p:spPr>
          <a:xfrm>
            <a:off x="1" y="0"/>
            <a:ext cx="9143999" cy="6858000"/>
          </a:xfrm>
          <a:prstGeom prst="rect">
            <a:avLst/>
          </a:prstGeom>
        </p:spPr>
      </p:pic>
      <p:sp>
        <p:nvSpPr>
          <p:cNvPr id="12" name="Rectangle 11"/>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961317" y="808057"/>
            <a:ext cx="587801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26236" y="2049878"/>
            <a:ext cx="5713092" cy="4000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28294" y="5272451"/>
            <a:ext cx="2662729" cy="179188"/>
          </a:xfrm>
          <a:prstGeom prst="rect">
            <a:avLst/>
          </a:prstGeom>
        </p:spPr>
        <p:txBody>
          <a:bodyPr vert="horz" lIns="91440" tIns="18288" rIns="91440" bIns="45720" rtlCol="0" anchor="t"/>
          <a:lstStyle>
            <a:lvl1pPr algn="r">
              <a:defRPr sz="900">
                <a:solidFill>
                  <a:schemeClr val="tx1">
                    <a:tint val="75000"/>
                  </a:schemeClr>
                </a:solidFill>
                <a:latin typeface="+mn-lt"/>
              </a:defRPr>
            </a:lvl1pPr>
          </a:lstStyle>
          <a:p>
            <a:fld id="{18DCCD61-643D-44A5-A450-3A42A50CBC1E}" type="datetimeFigureOut">
              <a:rPr lang="en-US" smtClean="0"/>
              <a:pPr/>
              <a:t>8/25/2023</a:t>
            </a:fld>
            <a:endParaRPr lang="en-US"/>
          </a:p>
        </p:txBody>
      </p:sp>
      <p:sp>
        <p:nvSpPr>
          <p:cNvPr id="5" name="Footer Placeholder 4"/>
          <p:cNvSpPr>
            <a:spLocks noGrp="1"/>
          </p:cNvSpPr>
          <p:nvPr>
            <p:ph type="ftr" sz="quarter" idx="3"/>
          </p:nvPr>
        </p:nvSpPr>
        <p:spPr>
          <a:xfrm rot="5400000">
            <a:off x="-2258177" y="3658900"/>
            <a:ext cx="5885352" cy="183663"/>
          </a:xfrm>
          <a:prstGeom prst="rect">
            <a:avLst/>
          </a:prstGeom>
        </p:spPr>
        <p:txBody>
          <a:bodyPr vert="horz" lIns="91440" tIns="45720" rIns="91440" bIns="18288" rtlCol="0" anchor="b"/>
          <a:lstStyle>
            <a:lvl1pPr algn="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62136" y="164594"/>
            <a:ext cx="638312" cy="322850"/>
          </a:xfrm>
          <a:prstGeom prst="rect">
            <a:avLst/>
          </a:prstGeom>
        </p:spPr>
        <p:txBody>
          <a:bodyPr vert="horz" lIns="91440" tIns="45720" rIns="45720" bIns="45720" rtlCol="0" anchor="ctr"/>
          <a:lstStyle>
            <a:lvl1pPr algn="r">
              <a:defRPr sz="1600">
                <a:solidFill>
                  <a:schemeClr val="tx1">
                    <a:tint val="75000"/>
                  </a:schemeClr>
                </a:solidFill>
              </a:defRPr>
            </a:lvl1pPr>
          </a:lstStyle>
          <a:p>
            <a:fld id="{3A2F0832-F084-422D-97D1-AF848F4F2C34}" type="slidenum">
              <a:rPr lang="en-US" smtClean="0"/>
              <a:pPr/>
              <a:t>‹#›</a:t>
            </a:fld>
            <a:endParaRPr lang="en-US"/>
          </a:p>
        </p:txBody>
      </p:sp>
    </p:spTree>
    <p:extLst>
      <p:ext uri="{BB962C8B-B14F-4D97-AF65-F5344CB8AC3E}">
        <p14:creationId xmlns:p14="http://schemas.microsoft.com/office/powerpoint/2010/main" val="3725119559"/>
      </p:ext>
    </p:extLst>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27" r:id="rId14"/>
  </p:sldLayoutIdLst>
  <p:txStyles>
    <p:titleStyle>
      <a:lvl1pPr algn="r" defTabSz="685800" rtl="0" eaLnBrk="1" latinLnBrk="0" hangingPunct="1">
        <a:lnSpc>
          <a:spcPct val="90000"/>
        </a:lnSpc>
        <a:spcBef>
          <a:spcPct val="0"/>
        </a:spcBef>
        <a:buNone/>
        <a:defRPr sz="2800" b="0" i="0" kern="1200" cap="none">
          <a:solidFill>
            <a:schemeClr val="tx1"/>
          </a:solidFill>
          <a:effectLst/>
          <a:latin typeface="+mj-lt"/>
          <a:ea typeface="+mj-ea"/>
          <a:cs typeface="+mj-cs"/>
        </a:defRPr>
      </a:lvl1pPr>
    </p:titleStyle>
    <p:bodyStyle>
      <a:lvl1pPr marL="258366" indent="-258366" algn="l" defTabSz="685800" rtl="0" eaLnBrk="1" latinLnBrk="0" hangingPunct="1">
        <a:lnSpc>
          <a:spcPct val="120000"/>
        </a:lnSpc>
        <a:spcBef>
          <a:spcPts val="750"/>
        </a:spcBef>
        <a:spcAft>
          <a:spcPts val="45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1pPr>
      <a:lvl2pPr marL="5965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2pPr>
      <a:lvl3pPr marL="9441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3pPr>
      <a:lvl4pPr marL="1282304" indent="-253604"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4pPr>
      <a:lvl5pPr marL="1629966" indent="-258366"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1975104"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6pPr>
      <a:lvl7pPr marL="224028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7pPr>
      <a:lvl8pPr marL="2670048"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baseline="0">
          <a:solidFill>
            <a:schemeClr val="tx1"/>
          </a:solidFill>
          <a:effectLst/>
          <a:latin typeface="+mn-lt"/>
          <a:ea typeface="+mn-ea"/>
          <a:cs typeface="+mn-cs"/>
        </a:defRPr>
      </a:lvl8pPr>
      <a:lvl9pPr marL="301752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hyperlink" Target="https://pk.indeed.com/cmp/Sourcecode-Private-Ltd?campaignid=mobvjcmp&amp;from=mobviewjob&amp;tk=1gnk3ip74kjaa800&amp;fromjk=4f7ee7bcce0e76ae"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kfoundation.org/the-root-of-fear/" TargetMode="External"/><Relationship Id="rId2" Type="http://schemas.openxmlformats.org/officeDocument/2006/relationships/hyperlink" Target="https://kfoundation.org/on-loneliness/" TargetMode="Externa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676400" y="685800"/>
            <a:ext cx="6859122" cy="1200329"/>
          </a:xfrm>
          <a:prstGeom prst="rect">
            <a:avLst/>
          </a:prstGeom>
          <a:noFill/>
          <a:ln w="9525">
            <a:noFill/>
            <a:miter lim="800000"/>
            <a:headEnd/>
            <a:tailEnd/>
          </a:ln>
        </p:spPr>
        <p:txBody>
          <a:bodyPr wrap="square">
            <a:spAutoFit/>
          </a:bodyPr>
          <a:lstStyle/>
          <a:p>
            <a:r>
              <a:rPr lang="en-US" altLang="ko-KR" sz="3600" b="1" dirty="0">
                <a:solidFill>
                  <a:schemeClr val="tx2"/>
                </a:solidFill>
                <a:latin typeface="Arial" pitchFamily="34" charset="0"/>
                <a:ea typeface="맑은 고딕" pitchFamily="50" charset="-127"/>
                <a:cs typeface="Arial" pitchFamily="34" charset="0"/>
              </a:rPr>
              <a:t>INTRODUCTION TO TECHNICAL WRITING</a:t>
            </a:r>
          </a:p>
        </p:txBody>
      </p:sp>
      <p:pic>
        <p:nvPicPr>
          <p:cNvPr id="7" name="Content Placeholder 6">
            <a:extLst>
              <a:ext uri="{FF2B5EF4-FFF2-40B4-BE49-F238E27FC236}">
                <a16:creationId xmlns:a16="http://schemas.microsoft.com/office/drawing/2014/main" id="{5CD3A8C0-EA65-42A1-8655-1522C938C8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1" y="2362200"/>
            <a:ext cx="5938838" cy="2976463"/>
          </a:xfrm>
        </p:spPr>
      </p:pic>
    </p:spTree>
    <p:extLst>
      <p:ext uri="{BB962C8B-B14F-4D97-AF65-F5344CB8AC3E}">
        <p14:creationId xmlns:p14="http://schemas.microsoft.com/office/powerpoint/2010/main" val="1941221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2BDC-8A45-4254-BA8D-3B06AFD0EBFB}"/>
              </a:ext>
            </a:extLst>
          </p:cNvPr>
          <p:cNvSpPr>
            <a:spLocks noGrp="1"/>
          </p:cNvSpPr>
          <p:nvPr>
            <p:ph type="title"/>
          </p:nvPr>
        </p:nvSpPr>
        <p:spPr>
          <a:xfrm>
            <a:off x="1600200" y="838200"/>
            <a:ext cx="5878011" cy="1077229"/>
          </a:xfrm>
        </p:spPr>
        <p:txBody>
          <a:bodyPr>
            <a:normAutofit/>
          </a:bodyPr>
          <a:lstStyle/>
          <a:p>
            <a:pPr algn="ctr"/>
            <a:r>
              <a:rPr lang="en-US" sz="3600" b="1" dirty="0">
                <a:solidFill>
                  <a:srgbClr val="FFFF00"/>
                </a:solidFill>
              </a:rPr>
              <a:t>4 language skills</a:t>
            </a:r>
          </a:p>
        </p:txBody>
      </p:sp>
      <p:graphicFrame>
        <p:nvGraphicFramePr>
          <p:cNvPr id="4" name="Content Placeholder 3">
            <a:extLst>
              <a:ext uri="{FF2B5EF4-FFF2-40B4-BE49-F238E27FC236}">
                <a16:creationId xmlns:a16="http://schemas.microsoft.com/office/drawing/2014/main" id="{72196799-257C-4B6A-BFEE-B866820DD585}"/>
              </a:ext>
            </a:extLst>
          </p:cNvPr>
          <p:cNvGraphicFramePr>
            <a:graphicFrameLocks noGrp="1"/>
          </p:cNvGraphicFramePr>
          <p:nvPr>
            <p:ph idx="1"/>
            <p:extLst/>
          </p:nvPr>
        </p:nvGraphicFramePr>
        <p:xfrm>
          <a:off x="2125663" y="2049463"/>
          <a:ext cx="5713412" cy="400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49900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29852-415D-487E-BE78-F47862154D9A}"/>
              </a:ext>
            </a:extLst>
          </p:cNvPr>
          <p:cNvSpPr>
            <a:spLocks noGrp="1"/>
          </p:cNvSpPr>
          <p:nvPr>
            <p:ph type="title"/>
          </p:nvPr>
        </p:nvSpPr>
        <p:spPr>
          <a:xfrm>
            <a:off x="1219200" y="269422"/>
            <a:ext cx="5878011" cy="1077229"/>
          </a:xfrm>
        </p:spPr>
        <p:txBody>
          <a:bodyPr/>
          <a:lstStyle/>
          <a:p>
            <a:pPr algn="l"/>
            <a:r>
              <a:rPr lang="en-US" b="1" dirty="0">
                <a:solidFill>
                  <a:srgbClr val="FFFF00"/>
                </a:solidFill>
              </a:rPr>
              <a:t>How would “writing” be seen separately?</a:t>
            </a:r>
          </a:p>
        </p:txBody>
      </p:sp>
      <p:graphicFrame>
        <p:nvGraphicFramePr>
          <p:cNvPr id="4" name="Content Placeholder 3">
            <a:extLst>
              <a:ext uri="{FF2B5EF4-FFF2-40B4-BE49-F238E27FC236}">
                <a16:creationId xmlns:a16="http://schemas.microsoft.com/office/drawing/2014/main" id="{19DE2F9B-C15C-4AAC-B0DD-3DFA3FECAAC8}"/>
              </a:ext>
            </a:extLst>
          </p:cNvPr>
          <p:cNvGraphicFramePr>
            <a:graphicFrameLocks noGrp="1"/>
          </p:cNvGraphicFramePr>
          <p:nvPr>
            <p:ph idx="1"/>
            <p:extLst/>
          </p:nvPr>
        </p:nvGraphicFramePr>
        <p:xfrm>
          <a:off x="2125663" y="2049463"/>
          <a:ext cx="5713412" cy="400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20419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2B6F-41C9-41FB-AB8F-B902EFA526E7}"/>
              </a:ext>
            </a:extLst>
          </p:cNvPr>
          <p:cNvSpPr>
            <a:spLocks noGrp="1"/>
          </p:cNvSpPr>
          <p:nvPr>
            <p:ph type="title"/>
          </p:nvPr>
        </p:nvSpPr>
        <p:spPr>
          <a:xfrm>
            <a:off x="1219200" y="304800"/>
            <a:ext cx="5878011" cy="639743"/>
          </a:xfrm>
        </p:spPr>
        <p:txBody>
          <a:bodyPr>
            <a:normAutofit/>
          </a:bodyPr>
          <a:lstStyle/>
          <a:p>
            <a:pPr algn="l"/>
            <a:r>
              <a:rPr lang="en-US" sz="3600" b="1" dirty="0">
                <a:solidFill>
                  <a:srgbClr val="FFFF00"/>
                </a:solidFill>
              </a:rPr>
              <a:t>Importance of writing </a:t>
            </a:r>
          </a:p>
        </p:txBody>
      </p:sp>
      <p:sp>
        <p:nvSpPr>
          <p:cNvPr id="3" name="Content Placeholder 2">
            <a:extLst>
              <a:ext uri="{FF2B5EF4-FFF2-40B4-BE49-F238E27FC236}">
                <a16:creationId xmlns:a16="http://schemas.microsoft.com/office/drawing/2014/main" id="{76069ECE-BB8F-4EDC-8297-1F3631ECFDF7}"/>
              </a:ext>
            </a:extLst>
          </p:cNvPr>
          <p:cNvSpPr>
            <a:spLocks noGrp="1"/>
          </p:cNvSpPr>
          <p:nvPr>
            <p:ph idx="1"/>
          </p:nvPr>
        </p:nvSpPr>
        <p:spPr>
          <a:xfrm>
            <a:off x="1109536" y="944543"/>
            <a:ext cx="6924928" cy="5761057"/>
          </a:xfrm>
        </p:spPr>
        <p:txBody>
          <a:bodyPr>
            <a:normAutofit/>
          </a:bodyPr>
          <a:lstStyle/>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you record history.</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you transmit and preserve religious and cultural values, ideologies, and views.</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you serve people by providing you a means via which we can share knowledge, experience, observation, insight, etc.</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nations grow.</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us guide, instruct, etc.</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immortalize ideas, insights, etc.</a:t>
            </a:r>
          </a:p>
          <a:p>
            <a:pPr marL="342900" marR="0" lvl="0" indent="-342900" algn="just">
              <a:lnSpc>
                <a:spcPct val="115000"/>
              </a:lnSpc>
              <a:spcBef>
                <a:spcPts val="0"/>
              </a:spcBef>
              <a:spcAft>
                <a:spcPts val="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helps preserve a particular language through codification.</a:t>
            </a:r>
          </a:p>
          <a:p>
            <a:pPr marL="342900" marR="0" lvl="0" indent="-342900" algn="just">
              <a:lnSpc>
                <a:spcPct val="115000"/>
              </a:lnSpc>
              <a:spcBef>
                <a:spcPts val="0"/>
              </a:spcBef>
              <a:spcAft>
                <a:spcPts val="1000"/>
              </a:spcAft>
              <a:buSzPts val="1200"/>
              <a:buFont typeface="Symbol" panose="05050102010706020507" pitchFamily="18" charset="2"/>
              <a:buChar char=""/>
            </a:pPr>
            <a:r>
              <a:rPr lang="en-US" sz="2400" dirty="0">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cs typeface="Arial" panose="020B0604020202020204" pitchFamily="34" charset="0"/>
              </a:rPr>
              <a:t>It is the most appropriate medium of communication in a great majority of cases.</a:t>
            </a:r>
          </a:p>
        </p:txBody>
      </p:sp>
    </p:spTree>
    <p:extLst>
      <p:ext uri="{BB962C8B-B14F-4D97-AF65-F5344CB8AC3E}">
        <p14:creationId xmlns:p14="http://schemas.microsoft.com/office/powerpoint/2010/main" val="5159439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838200"/>
            <a:ext cx="6980237" cy="5257800"/>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0" y="152400"/>
            <a:ext cx="3524974" cy="458838"/>
          </a:xfrm>
        </p:spPr>
        <p:txBody>
          <a:bodyPr>
            <a:normAutofit fontScale="90000"/>
          </a:bodyPr>
          <a:lstStyle/>
          <a:p>
            <a:pPr algn="ctr"/>
            <a:r>
              <a:rPr lang="en-US" b="1" dirty="0"/>
              <a:t>Let’s Compare!</a:t>
            </a:r>
          </a:p>
        </p:txBody>
      </p:sp>
      <p:sp>
        <p:nvSpPr>
          <p:cNvPr id="6" name="Content Placeholder 5"/>
          <p:cNvSpPr>
            <a:spLocks noGrp="1"/>
          </p:cNvSpPr>
          <p:nvPr>
            <p:ph sz="half" idx="1"/>
          </p:nvPr>
        </p:nvSpPr>
        <p:spPr>
          <a:xfrm>
            <a:off x="1066800" y="2712456"/>
            <a:ext cx="3585792" cy="3993144"/>
          </a:xfrm>
        </p:spPr>
        <p:txBody>
          <a:bodyPr>
            <a:normAutofit fontScale="85000" lnSpcReduction="10000"/>
          </a:bodyPr>
          <a:lstStyle/>
          <a:p>
            <a:pPr marL="0" indent="0" algn="just">
              <a:buNone/>
            </a:pPr>
            <a:r>
              <a:rPr lang="en-US" dirty="0">
                <a:latin typeface="Comic Sans MS" panose="030F0702030302020204" pitchFamily="66" charset="0"/>
              </a:rPr>
              <a:t>The brawled and dreary look on Wick’s face, the rain and the obscured background and most of all, the never ending thirst of getting his way regardless of the fact that this may cause a toll of several other deaths; Reeves has played an impeccable role, projecting the bitterness, emptiness and indignation in his own life. Inscrutable expression on the face of the protagonist entrap the imagination of the plans he probably has, leaving questions open and disturbed. </a:t>
            </a:r>
          </a:p>
          <a:p>
            <a:endParaRPr lang="en-US" dirty="0"/>
          </a:p>
        </p:txBody>
      </p:sp>
      <p:sp>
        <p:nvSpPr>
          <p:cNvPr id="7" name="Content Placeholder 6"/>
          <p:cNvSpPr>
            <a:spLocks noGrp="1"/>
          </p:cNvSpPr>
          <p:nvPr>
            <p:ph sz="half" idx="2"/>
          </p:nvPr>
        </p:nvSpPr>
        <p:spPr>
          <a:xfrm>
            <a:off x="4652592" y="1143000"/>
            <a:ext cx="3424608" cy="5287944"/>
          </a:xfrm>
        </p:spPr>
        <p:txBody>
          <a:bodyPr>
            <a:normAutofit fontScale="85000" lnSpcReduction="10000"/>
          </a:bodyPr>
          <a:lstStyle/>
          <a:p>
            <a:pPr marL="0" indent="0" algn="just">
              <a:buNone/>
            </a:pPr>
            <a:r>
              <a:rPr lang="en-US" dirty="0">
                <a:latin typeface="Arial Rounded MT Bold" panose="020F0704030504030204" pitchFamily="34" charset="0"/>
              </a:rPr>
              <a:t>The given image is of the main character in a Hollywood action, thriller movie John Wick, played by Keanu Reeves. </a:t>
            </a:r>
          </a:p>
          <a:p>
            <a:pPr marL="0" indent="0" algn="just">
              <a:buNone/>
            </a:pPr>
            <a:r>
              <a:rPr lang="en-US" dirty="0">
                <a:latin typeface="Arial Rounded MT Bold" panose="020F0704030504030204" pitchFamily="34" charset="0"/>
              </a:rPr>
              <a:t>The background of the image is not as clear as that of the main character’s image. It can be predicted that the background is of a road. We cannot see the whole body image that would have been helpful in predicting if he is making a move to kill someone or have killed his enemy already, given his injuries.</a:t>
            </a:r>
          </a:p>
          <a:p>
            <a:pPr marL="0" indent="0" algn="just">
              <a:buNone/>
            </a:pPr>
            <a:r>
              <a:rPr lang="en-US" dirty="0">
                <a:latin typeface="Arial Rounded MT Bold" panose="020F0704030504030204" pitchFamily="34" charset="0"/>
              </a:rPr>
              <a:t>Finally, the dress is timeless and quite plain, with no accompanying broche or tie clipper. He may appear as a don or a mafia. </a:t>
            </a:r>
          </a:p>
          <a:p>
            <a:pPr marL="0" indent="0" algn="just">
              <a:buNone/>
            </a:pPr>
            <a:endParaRPr lang="en-US" dirty="0"/>
          </a:p>
        </p:txBody>
      </p:sp>
      <p:sp>
        <p:nvSpPr>
          <p:cNvPr id="2" name="Rectangle: Rounded Corners 1">
            <a:extLst>
              <a:ext uri="{FF2B5EF4-FFF2-40B4-BE49-F238E27FC236}">
                <a16:creationId xmlns:a16="http://schemas.microsoft.com/office/drawing/2014/main" id="{913C5E80-5BC9-4387-9C5C-071AFB1D5621}"/>
              </a:ext>
            </a:extLst>
          </p:cNvPr>
          <p:cNvSpPr/>
          <p:nvPr/>
        </p:nvSpPr>
        <p:spPr>
          <a:xfrm>
            <a:off x="1600200" y="2180694"/>
            <a:ext cx="2133600" cy="3048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A</a:t>
            </a:r>
            <a:endParaRPr lang="en-US" sz="2000" b="1" dirty="0">
              <a:solidFill>
                <a:schemeClr val="bg1"/>
              </a:solidFill>
            </a:endParaRPr>
          </a:p>
        </p:txBody>
      </p:sp>
      <p:sp>
        <p:nvSpPr>
          <p:cNvPr id="8" name="Rectangle: Rounded Corners 7">
            <a:extLst>
              <a:ext uri="{FF2B5EF4-FFF2-40B4-BE49-F238E27FC236}">
                <a16:creationId xmlns:a16="http://schemas.microsoft.com/office/drawing/2014/main" id="{BA07759D-F5CC-4356-9746-7BA7EACF4BB3}"/>
              </a:ext>
            </a:extLst>
          </p:cNvPr>
          <p:cNvSpPr/>
          <p:nvPr/>
        </p:nvSpPr>
        <p:spPr>
          <a:xfrm>
            <a:off x="5298096" y="634429"/>
            <a:ext cx="2133600" cy="304800"/>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B</a:t>
            </a:r>
            <a:endParaRPr lang="en-US" b="1" dirty="0">
              <a:solidFill>
                <a:schemeClr val="bg1"/>
              </a:solidFill>
            </a:endParaRPr>
          </a:p>
        </p:txBody>
      </p:sp>
    </p:spTree>
    <p:extLst>
      <p:ext uri="{BB962C8B-B14F-4D97-AF65-F5344CB8AC3E}">
        <p14:creationId xmlns:p14="http://schemas.microsoft.com/office/powerpoint/2010/main" val="425709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1219200" y="228600"/>
            <a:ext cx="7629525" cy="6400800"/>
          </a:xfrm>
        </p:spPr>
        <p:txBody>
          <a:bodyPr>
            <a:normAutofit fontScale="92500" lnSpcReduction="20000"/>
          </a:bodyPr>
          <a:lstStyle/>
          <a:p>
            <a:r>
              <a:rPr lang="en-US" sz="3200" dirty="0" smtClean="0"/>
              <a:t>Essay</a:t>
            </a:r>
          </a:p>
          <a:p>
            <a:r>
              <a:rPr lang="en-US" sz="3200" dirty="0" smtClean="0"/>
              <a:t>Poetry</a:t>
            </a:r>
          </a:p>
          <a:p>
            <a:r>
              <a:rPr lang="en-US" sz="3200" dirty="0" smtClean="0"/>
              <a:t>Articles</a:t>
            </a:r>
          </a:p>
          <a:p>
            <a:r>
              <a:rPr lang="en-US" sz="3200" dirty="0"/>
              <a:t>P</a:t>
            </a:r>
            <a:r>
              <a:rPr lang="en-US" sz="3200" dirty="0" smtClean="0"/>
              <a:t>ress release</a:t>
            </a:r>
          </a:p>
          <a:p>
            <a:r>
              <a:rPr lang="en-US" sz="3200" dirty="0"/>
              <a:t>U</a:t>
            </a:r>
            <a:r>
              <a:rPr lang="en-US" sz="3200" dirty="0" smtClean="0"/>
              <a:t>ser manuals</a:t>
            </a:r>
          </a:p>
          <a:p>
            <a:r>
              <a:rPr lang="en-US" sz="3200" dirty="0" smtClean="0"/>
              <a:t>Novels </a:t>
            </a:r>
          </a:p>
          <a:p>
            <a:r>
              <a:rPr lang="en-US" sz="2600" dirty="0"/>
              <a:t>R</a:t>
            </a:r>
            <a:r>
              <a:rPr lang="en-US" sz="2600" dirty="0" smtClean="0"/>
              <a:t>esearch papers/reports</a:t>
            </a:r>
          </a:p>
          <a:p>
            <a:r>
              <a:rPr lang="en-US" sz="2600" dirty="0"/>
              <a:t>F</a:t>
            </a:r>
            <a:r>
              <a:rPr lang="en-US" sz="2600" dirty="0" smtClean="0"/>
              <a:t>easibility </a:t>
            </a:r>
            <a:r>
              <a:rPr lang="en-US" sz="2600" dirty="0"/>
              <a:t>S</a:t>
            </a:r>
            <a:r>
              <a:rPr lang="en-US" sz="2600" dirty="0" smtClean="0"/>
              <a:t>tudies</a:t>
            </a:r>
            <a:endParaRPr lang="en-US" sz="3200" dirty="0"/>
          </a:p>
          <a:p>
            <a:r>
              <a:rPr lang="en-US" sz="3200" dirty="0"/>
              <a:t>R</a:t>
            </a:r>
            <a:r>
              <a:rPr lang="en-US" sz="3200" dirty="0" smtClean="0"/>
              <a:t>eviews    </a:t>
            </a:r>
          </a:p>
          <a:p>
            <a:r>
              <a:rPr lang="en-US" sz="3200" dirty="0"/>
              <a:t>L</a:t>
            </a:r>
            <a:r>
              <a:rPr lang="en-US" sz="3200" dirty="0" smtClean="0"/>
              <a:t>iterature Reviews</a:t>
            </a:r>
            <a:endParaRPr lang="en-US" sz="3200" dirty="0"/>
          </a:p>
        </p:txBody>
      </p:sp>
      <p:sp>
        <p:nvSpPr>
          <p:cNvPr id="6" name="Rounded Rectangle 5"/>
          <p:cNvSpPr/>
          <p:nvPr/>
        </p:nvSpPr>
        <p:spPr>
          <a:xfrm>
            <a:off x="4967890" y="418782"/>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G/T</a:t>
            </a:r>
            <a:endParaRPr lang="en-US" sz="2400" b="1" dirty="0">
              <a:solidFill>
                <a:schemeClr val="bg1"/>
              </a:solidFill>
            </a:endParaRPr>
          </a:p>
        </p:txBody>
      </p:sp>
      <p:sp>
        <p:nvSpPr>
          <p:cNvPr id="7" name="Rounded Rectangle 6"/>
          <p:cNvSpPr/>
          <p:nvPr/>
        </p:nvSpPr>
        <p:spPr>
          <a:xfrm>
            <a:off x="4997472" y="1001475"/>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G</a:t>
            </a:r>
            <a:endParaRPr lang="en-US" b="1" dirty="0">
              <a:solidFill>
                <a:schemeClr val="bg1"/>
              </a:solidFill>
            </a:endParaRPr>
          </a:p>
        </p:txBody>
      </p:sp>
      <p:sp>
        <p:nvSpPr>
          <p:cNvPr id="8" name="Rounded Rectangle 7"/>
          <p:cNvSpPr/>
          <p:nvPr/>
        </p:nvSpPr>
        <p:spPr>
          <a:xfrm>
            <a:off x="4979830" y="1588938"/>
            <a:ext cx="1828800" cy="4572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
        <p:nvSpPr>
          <p:cNvPr id="9" name="Rounded Rectangle 8"/>
          <p:cNvSpPr/>
          <p:nvPr/>
        </p:nvSpPr>
        <p:spPr>
          <a:xfrm>
            <a:off x="4997472" y="3342201"/>
            <a:ext cx="1828800" cy="4572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smtClean="0">
                <a:solidFill>
                  <a:schemeClr val="bg1"/>
                </a:solidFill>
              </a:rPr>
              <a:t>G</a:t>
            </a:r>
            <a:endParaRPr lang="en-US" sz="2400" b="1" dirty="0">
              <a:solidFill>
                <a:schemeClr val="bg1"/>
              </a:solidFill>
            </a:endParaRPr>
          </a:p>
        </p:txBody>
      </p:sp>
      <p:sp>
        <p:nvSpPr>
          <p:cNvPr id="10" name="Rounded Rectangle 9"/>
          <p:cNvSpPr/>
          <p:nvPr/>
        </p:nvSpPr>
        <p:spPr>
          <a:xfrm>
            <a:off x="4981977" y="2791496"/>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
        <p:nvSpPr>
          <p:cNvPr id="11" name="Rounded Rectangle 10"/>
          <p:cNvSpPr/>
          <p:nvPr/>
        </p:nvSpPr>
        <p:spPr>
          <a:xfrm>
            <a:off x="4997472" y="2190217"/>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
        <p:nvSpPr>
          <p:cNvPr id="13" name="Rounded Rectangle 12"/>
          <p:cNvSpPr/>
          <p:nvPr/>
        </p:nvSpPr>
        <p:spPr>
          <a:xfrm>
            <a:off x="5019540" y="5104595"/>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G</a:t>
            </a:r>
            <a:endParaRPr lang="en-US" b="1" dirty="0">
              <a:solidFill>
                <a:schemeClr val="bg1"/>
              </a:solidFill>
            </a:endParaRPr>
          </a:p>
        </p:txBody>
      </p:sp>
      <p:sp>
        <p:nvSpPr>
          <p:cNvPr id="14" name="Rounded Rectangle 13"/>
          <p:cNvSpPr/>
          <p:nvPr/>
        </p:nvSpPr>
        <p:spPr>
          <a:xfrm>
            <a:off x="5033962" y="5740491"/>
            <a:ext cx="1828800" cy="4572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
        <p:nvSpPr>
          <p:cNvPr id="15" name="Rounded Rectangle 14"/>
          <p:cNvSpPr/>
          <p:nvPr/>
        </p:nvSpPr>
        <p:spPr>
          <a:xfrm>
            <a:off x="5006661" y="4476212"/>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
        <p:nvSpPr>
          <p:cNvPr id="16" name="Rounded Rectangle 15"/>
          <p:cNvSpPr/>
          <p:nvPr/>
        </p:nvSpPr>
        <p:spPr>
          <a:xfrm>
            <a:off x="5019540" y="3929668"/>
            <a:ext cx="1828800" cy="457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dirty="0" smtClean="0">
                <a:solidFill>
                  <a:schemeClr val="bg1"/>
                </a:solidFill>
              </a:rPr>
              <a:t>T</a:t>
            </a:r>
            <a:endParaRPr lang="en-US" b="1"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434159315"/>
              </p:ext>
            </p:extLst>
          </p:nvPr>
        </p:nvGraphicFramePr>
        <p:xfrm>
          <a:off x="1143000" y="304800"/>
          <a:ext cx="7848600" cy="609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6171" t="5579" r="6297" b="8677"/>
          <a:stretch/>
        </p:blipFill>
        <p:spPr>
          <a:xfrm>
            <a:off x="1066800" y="1524000"/>
            <a:ext cx="7071806" cy="4019550"/>
          </a:xfrm>
        </p:spPr>
      </p:pic>
    </p:spTree>
    <p:extLst>
      <p:ext uri="{BB962C8B-B14F-4D97-AF65-F5344CB8AC3E}">
        <p14:creationId xmlns:p14="http://schemas.microsoft.com/office/powerpoint/2010/main" val="505088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17" y="808057"/>
            <a:ext cx="5878011" cy="639743"/>
          </a:xfrm>
        </p:spPr>
        <p:txBody>
          <a:bodyPr>
            <a:normAutofit/>
          </a:bodyPr>
          <a:lstStyle/>
          <a:p>
            <a:pPr algn="l"/>
            <a:r>
              <a:rPr lang="en-US" b="1" dirty="0"/>
              <a:t>What is Technical Writing?</a:t>
            </a:r>
            <a:endParaRPr lang="en-US" dirty="0"/>
          </a:p>
        </p:txBody>
      </p:sp>
      <p:sp>
        <p:nvSpPr>
          <p:cNvPr id="3" name="Content Placeholder 2"/>
          <p:cNvSpPr>
            <a:spLocks noGrp="1"/>
          </p:cNvSpPr>
          <p:nvPr>
            <p:ph idx="1"/>
          </p:nvPr>
        </p:nvSpPr>
        <p:spPr/>
        <p:txBody>
          <a:bodyPr>
            <a:normAutofit/>
          </a:bodyPr>
          <a:lstStyle/>
          <a:p>
            <a:pPr>
              <a:buNone/>
            </a:pPr>
            <a:r>
              <a:rPr lang="en-US" sz="2400" dirty="0"/>
              <a:t>  “It is a </a:t>
            </a:r>
            <a:r>
              <a:rPr lang="en-US" sz="2400" b="1" dirty="0">
                <a:solidFill>
                  <a:srgbClr val="FFFF00"/>
                </a:solidFill>
              </a:rPr>
              <a:t>long-established</a:t>
            </a:r>
            <a:r>
              <a:rPr lang="en-US" sz="2400" b="1" dirty="0"/>
              <a:t> </a:t>
            </a:r>
            <a:r>
              <a:rPr lang="en-US" sz="2400" dirty="0"/>
              <a:t>and important </a:t>
            </a:r>
            <a:r>
              <a:rPr lang="en-US" sz="2400" b="1" dirty="0">
                <a:solidFill>
                  <a:srgbClr val="FFFF00"/>
                </a:solidFill>
              </a:rPr>
              <a:t>professional</a:t>
            </a:r>
            <a:r>
              <a:rPr lang="en-US" sz="2400" dirty="0">
                <a:solidFill>
                  <a:srgbClr val="FFFF00"/>
                </a:solidFill>
              </a:rPr>
              <a:t> </a:t>
            </a:r>
            <a:r>
              <a:rPr lang="en-US" sz="2400" b="1" dirty="0">
                <a:solidFill>
                  <a:srgbClr val="FFFF00"/>
                </a:solidFill>
              </a:rPr>
              <a:t>activity</a:t>
            </a:r>
            <a:r>
              <a:rPr lang="en-US" sz="2400" dirty="0">
                <a:solidFill>
                  <a:srgbClr val="FFFF00"/>
                </a:solidFill>
              </a:rPr>
              <a:t> </a:t>
            </a:r>
            <a:r>
              <a:rPr lang="en-US" sz="2400" dirty="0"/>
              <a:t>that can be defined as a </a:t>
            </a:r>
            <a:r>
              <a:rPr lang="en-US" sz="2400" b="1" dirty="0">
                <a:solidFill>
                  <a:srgbClr val="FFFF00"/>
                </a:solidFill>
              </a:rPr>
              <a:t>specialized field </a:t>
            </a:r>
            <a:r>
              <a:rPr lang="en-US" sz="2400" dirty="0"/>
              <a:t>of communication whose purpose is to convey technical and scientific information and ideas accurately and efficiently.”</a:t>
            </a:r>
          </a:p>
          <a:p>
            <a:pPr>
              <a:buNone/>
            </a:pPr>
            <a:endParaRPr lang="en-US" sz="2400" dirty="0"/>
          </a:p>
        </p:txBody>
      </p:sp>
    </p:spTree>
    <p:extLst>
      <p:ext uri="{BB962C8B-B14F-4D97-AF65-F5344CB8AC3E}">
        <p14:creationId xmlns:p14="http://schemas.microsoft.com/office/powerpoint/2010/main" val="31780906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838200"/>
            <a:ext cx="5878011" cy="1077229"/>
          </a:xfrm>
        </p:spPr>
        <p:txBody>
          <a:bodyPr/>
          <a:lstStyle/>
          <a:p>
            <a:pPr algn="ctr"/>
            <a:r>
              <a:rPr lang="en-US" b="1" dirty="0">
                <a:solidFill>
                  <a:srgbClr val="FFFF00"/>
                </a:solidFill>
              </a:rPr>
              <a:t>Common Purposes of Technical </a:t>
            </a:r>
            <a:r>
              <a:rPr lang="en-US" b="1" dirty="0" smtClean="0">
                <a:solidFill>
                  <a:srgbClr val="FFFF00"/>
                </a:solidFill>
              </a:rPr>
              <a:t>Writing</a:t>
            </a:r>
            <a:endParaRPr lang="en-US" dirty="0">
              <a:solidFill>
                <a:srgbClr val="FFFF00"/>
              </a:solidFill>
            </a:endParaRPr>
          </a:p>
        </p:txBody>
      </p:sp>
      <p:graphicFrame>
        <p:nvGraphicFramePr>
          <p:cNvPr id="5" name="Content Placeholder 4"/>
          <p:cNvGraphicFramePr>
            <a:graphicFrameLocks noGrp="1"/>
          </p:cNvGraphicFramePr>
          <p:nvPr>
            <p:ph idx="1"/>
            <p:extLst/>
          </p:nvPr>
        </p:nvGraphicFramePr>
        <p:xfrm>
          <a:off x="1219200" y="2057399"/>
          <a:ext cx="6619875" cy="3992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848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904232"/>
            <a:ext cx="6934200" cy="473372"/>
          </a:xfrm>
        </p:spPr>
        <p:txBody>
          <a:bodyPr>
            <a:normAutofit fontScale="90000"/>
          </a:bodyPr>
          <a:lstStyle/>
          <a:p>
            <a:r>
              <a:rPr lang="en-US" b="1" dirty="0" smtClean="0"/>
              <a:t>Attributes of Technical Writing </a:t>
            </a:r>
            <a:endParaRPr lang="en-US" b="1" dirty="0"/>
          </a:p>
        </p:txBody>
      </p:sp>
      <p:sp>
        <p:nvSpPr>
          <p:cNvPr id="4" name="Rectangle 3"/>
          <p:cNvSpPr/>
          <p:nvPr/>
        </p:nvSpPr>
        <p:spPr>
          <a:xfrm>
            <a:off x="2895600" y="1788707"/>
            <a:ext cx="5257800" cy="51179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It does not use subjective language, nor does it have any subjective vision </a:t>
            </a:r>
            <a:endParaRPr lang="en-US" b="1" dirty="0"/>
          </a:p>
        </p:txBody>
      </p:sp>
      <p:sp>
        <p:nvSpPr>
          <p:cNvPr id="5" name="Rectangle 4"/>
          <p:cNvSpPr/>
          <p:nvPr/>
        </p:nvSpPr>
        <p:spPr>
          <a:xfrm>
            <a:off x="2895600" y="2413094"/>
            <a:ext cx="5257800" cy="51179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It is to the point, yet focuses on every detail.</a:t>
            </a:r>
            <a:endParaRPr lang="en-US" b="1" dirty="0"/>
          </a:p>
        </p:txBody>
      </p:sp>
      <p:sp>
        <p:nvSpPr>
          <p:cNvPr id="6" name="Rectangle 5"/>
          <p:cNvSpPr/>
          <p:nvPr/>
        </p:nvSpPr>
        <p:spPr>
          <a:xfrm>
            <a:off x="2895600" y="2992271"/>
            <a:ext cx="5257800" cy="51179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It is directed to specific audience and readers.</a:t>
            </a:r>
            <a:endParaRPr lang="en-US" b="1" dirty="0"/>
          </a:p>
        </p:txBody>
      </p:sp>
      <p:sp>
        <p:nvSpPr>
          <p:cNvPr id="7" name="Rectangle 6"/>
          <p:cNvSpPr/>
          <p:nvPr/>
        </p:nvSpPr>
        <p:spPr>
          <a:xfrm>
            <a:off x="2895600" y="3630304"/>
            <a:ext cx="5257800" cy="51179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Written in such a manner that it can be saved, reused and revised.</a:t>
            </a:r>
            <a:endParaRPr lang="en-US" b="1" dirty="0"/>
          </a:p>
        </p:txBody>
      </p:sp>
      <p:sp>
        <p:nvSpPr>
          <p:cNvPr id="8" name="Rectangle 7"/>
          <p:cNvSpPr/>
          <p:nvPr/>
        </p:nvSpPr>
        <p:spPr>
          <a:xfrm>
            <a:off x="2895600" y="4254690"/>
            <a:ext cx="5257800" cy="51179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500" b="1" dirty="0"/>
              <a:t>It includes all other relevant work done by different people of the same field.</a:t>
            </a:r>
            <a:endParaRPr lang="en-US" sz="1500" b="1" dirty="0"/>
          </a:p>
        </p:txBody>
      </p:sp>
      <p:sp>
        <p:nvSpPr>
          <p:cNvPr id="9" name="Rectangle 8"/>
          <p:cNvSpPr/>
          <p:nvPr/>
        </p:nvSpPr>
        <p:spPr>
          <a:xfrm>
            <a:off x="2895600" y="4856471"/>
            <a:ext cx="5257800" cy="51179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500" b="1" dirty="0"/>
              <a:t>It has a specific style and format, which includes charts, graphs, test results theories.</a:t>
            </a:r>
            <a:endParaRPr lang="en-US" sz="1500" b="1" dirty="0"/>
          </a:p>
        </p:txBody>
      </p:sp>
      <p:sp>
        <p:nvSpPr>
          <p:cNvPr id="10" name="Rectangle 9"/>
          <p:cNvSpPr/>
          <p:nvPr/>
        </p:nvSpPr>
        <p:spPr>
          <a:xfrm>
            <a:off x="2895600" y="5458251"/>
            <a:ext cx="5257800" cy="51179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It speaks for the particular and relevant subject. </a:t>
            </a:r>
            <a:endParaRPr lang="en-US" b="1" dirty="0"/>
          </a:p>
        </p:txBody>
      </p:sp>
      <p:sp>
        <p:nvSpPr>
          <p:cNvPr id="11" name="Oval 10"/>
          <p:cNvSpPr/>
          <p:nvPr/>
        </p:nvSpPr>
        <p:spPr>
          <a:xfrm>
            <a:off x="1066800" y="1788709"/>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500" b="1" dirty="0">
                <a:solidFill>
                  <a:schemeClr val="tx1"/>
                </a:solidFill>
              </a:rPr>
              <a:t>Impersonal </a:t>
            </a:r>
            <a:endParaRPr lang="en-US" sz="1500" b="1" dirty="0">
              <a:solidFill>
                <a:schemeClr val="tx1"/>
              </a:solidFill>
            </a:endParaRPr>
          </a:p>
        </p:txBody>
      </p:sp>
      <p:sp>
        <p:nvSpPr>
          <p:cNvPr id="13" name="Oval 12"/>
          <p:cNvSpPr/>
          <p:nvPr/>
        </p:nvSpPr>
        <p:spPr>
          <a:xfrm>
            <a:off x="1066800" y="2424717"/>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500" b="1" dirty="0">
                <a:solidFill>
                  <a:schemeClr val="tx1"/>
                </a:solidFill>
              </a:rPr>
              <a:t>Concise </a:t>
            </a:r>
            <a:endParaRPr lang="en-US" sz="1500" b="1" dirty="0">
              <a:solidFill>
                <a:schemeClr val="tx1"/>
              </a:solidFill>
            </a:endParaRPr>
          </a:p>
        </p:txBody>
      </p:sp>
      <p:sp>
        <p:nvSpPr>
          <p:cNvPr id="14" name="Oval 13"/>
          <p:cNvSpPr/>
          <p:nvPr/>
        </p:nvSpPr>
        <p:spPr>
          <a:xfrm>
            <a:off x="1066800" y="3060724"/>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500" b="1" dirty="0">
                <a:solidFill>
                  <a:schemeClr val="tx1"/>
                </a:solidFill>
              </a:rPr>
              <a:t>Directed</a:t>
            </a:r>
            <a:endParaRPr lang="en-US" sz="1500" b="1" dirty="0">
              <a:solidFill>
                <a:schemeClr val="tx1"/>
              </a:solidFill>
            </a:endParaRPr>
          </a:p>
        </p:txBody>
      </p:sp>
      <p:sp>
        <p:nvSpPr>
          <p:cNvPr id="15" name="Oval 14"/>
          <p:cNvSpPr/>
          <p:nvPr/>
        </p:nvSpPr>
        <p:spPr>
          <a:xfrm>
            <a:off x="1066800" y="3662505"/>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500" b="1" dirty="0">
                <a:solidFill>
                  <a:schemeClr val="tx1"/>
                </a:solidFill>
              </a:rPr>
              <a:t>Archival </a:t>
            </a:r>
            <a:endParaRPr lang="en-US" sz="1500" b="1" dirty="0">
              <a:solidFill>
                <a:schemeClr val="tx1"/>
              </a:solidFill>
            </a:endParaRPr>
          </a:p>
        </p:txBody>
      </p:sp>
      <p:sp>
        <p:nvSpPr>
          <p:cNvPr id="16" name="Oval 15"/>
          <p:cNvSpPr/>
          <p:nvPr/>
        </p:nvSpPr>
        <p:spPr>
          <a:xfrm>
            <a:off x="1066800" y="4254690"/>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350" b="1" dirty="0">
                <a:solidFill>
                  <a:schemeClr val="tx1"/>
                </a:solidFill>
              </a:rPr>
              <a:t>Cites other Contribution</a:t>
            </a:r>
            <a:endParaRPr lang="en-US" sz="1350" b="1" dirty="0">
              <a:solidFill>
                <a:schemeClr val="tx1"/>
              </a:solidFill>
            </a:endParaRPr>
          </a:p>
        </p:txBody>
      </p:sp>
      <p:sp>
        <p:nvSpPr>
          <p:cNvPr id="17" name="Oval 16"/>
          <p:cNvSpPr/>
          <p:nvPr/>
        </p:nvSpPr>
        <p:spPr>
          <a:xfrm>
            <a:off x="1066800" y="4845169"/>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solidFill>
                  <a:schemeClr val="tx1"/>
                </a:solidFill>
              </a:rPr>
              <a:t>Specific style and format </a:t>
            </a:r>
            <a:endParaRPr lang="en-US" sz="1200" b="1" dirty="0">
              <a:solidFill>
                <a:schemeClr val="tx1"/>
              </a:solidFill>
            </a:endParaRPr>
          </a:p>
        </p:txBody>
      </p:sp>
      <p:sp>
        <p:nvSpPr>
          <p:cNvPr id="18" name="Oval 17"/>
          <p:cNvSpPr/>
          <p:nvPr/>
        </p:nvSpPr>
        <p:spPr>
          <a:xfrm>
            <a:off x="1066800" y="5435647"/>
            <a:ext cx="1752600" cy="53439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solidFill>
                  <a:schemeClr val="tx1"/>
                </a:solidFill>
              </a:rPr>
              <a:t>Pertain to Technical Subject</a:t>
            </a:r>
            <a:endParaRPr lang="en-US" sz="1200" b="1" dirty="0">
              <a:solidFill>
                <a:schemeClr val="tx1"/>
              </a:solidFill>
            </a:endParaRPr>
          </a:p>
        </p:txBody>
      </p:sp>
    </p:spTree>
    <p:extLst>
      <p:ext uri="{BB962C8B-B14F-4D97-AF65-F5344CB8AC3E}">
        <p14:creationId xmlns:p14="http://schemas.microsoft.com/office/powerpoint/2010/main" val="272311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17" y="808057"/>
            <a:ext cx="5878011" cy="639743"/>
          </a:xfrm>
        </p:spPr>
        <p:txBody>
          <a:bodyPr>
            <a:normAutofit/>
          </a:bodyPr>
          <a:lstStyle/>
          <a:p>
            <a:pPr algn="l"/>
            <a:r>
              <a:rPr lang="en-US" sz="3600" b="1" dirty="0"/>
              <a:t>TW as a Profession</a:t>
            </a:r>
          </a:p>
        </p:txBody>
      </p:sp>
      <p:sp>
        <p:nvSpPr>
          <p:cNvPr id="3" name="Content Placeholder 2"/>
          <p:cNvSpPr>
            <a:spLocks noGrp="1"/>
          </p:cNvSpPr>
          <p:nvPr>
            <p:ph idx="1"/>
          </p:nvPr>
        </p:nvSpPr>
        <p:spPr>
          <a:xfrm>
            <a:off x="1219200" y="1447800"/>
            <a:ext cx="6620128" cy="4602144"/>
          </a:xfrm>
        </p:spPr>
        <p:txBody>
          <a:bodyPr>
            <a:normAutofit/>
          </a:bodyPr>
          <a:lstStyle/>
          <a:p>
            <a:pPr algn="just"/>
            <a:r>
              <a:rPr lang="en-US" dirty="0"/>
              <a:t>The United States Department of Labor, recognizes technical writer as a distinct job category, stating that technical writers produce Instruction manuals and other supporting documents to communicate complex and technical information more easily. They also develop, gather, and disseminate technical information among customers, designers and manufacturers. </a:t>
            </a:r>
          </a:p>
          <a:p>
            <a:pPr algn="just"/>
            <a:r>
              <a:rPr lang="en-US" dirty="0"/>
              <a:t>The Society for Technical Communication, the largest professional organization dedicated to advance in the arts and sciences of technical communication, would call a technical writer a technical communicator. Besides, a technical writer can be called as a documentation specialist, information </a:t>
            </a:r>
            <a:r>
              <a:rPr lang="en-US" dirty="0" smtClean="0"/>
              <a:t>developer</a:t>
            </a:r>
            <a:r>
              <a:rPr lang="en-US" dirty="0"/>
              <a:t>.</a:t>
            </a:r>
          </a:p>
        </p:txBody>
      </p:sp>
    </p:spTree>
    <p:extLst>
      <p:ext uri="{BB962C8B-B14F-4D97-AF65-F5344CB8AC3E}">
        <p14:creationId xmlns:p14="http://schemas.microsoft.com/office/powerpoint/2010/main" val="13578537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17" y="808057"/>
            <a:ext cx="5878011" cy="868343"/>
          </a:xfrm>
        </p:spPr>
        <p:txBody>
          <a:bodyPr>
            <a:normAutofit/>
          </a:bodyPr>
          <a:lstStyle/>
          <a:p>
            <a:pPr algn="l"/>
            <a:r>
              <a:rPr lang="en-US" b="1" dirty="0" smtClean="0"/>
              <a:t>The Importance of Technical </a:t>
            </a:r>
            <a:r>
              <a:rPr lang="en-US" b="1" dirty="0"/>
              <a:t>W</a:t>
            </a:r>
            <a:r>
              <a:rPr lang="en-US" b="1" dirty="0" smtClean="0"/>
              <a:t>riter </a:t>
            </a:r>
            <a:endParaRPr lang="en-US" b="1" dirty="0"/>
          </a:p>
        </p:txBody>
      </p:sp>
      <p:sp>
        <p:nvSpPr>
          <p:cNvPr id="3" name="Content Placeholder 2"/>
          <p:cNvSpPr>
            <a:spLocks noGrp="1"/>
          </p:cNvSpPr>
          <p:nvPr>
            <p:ph idx="1"/>
          </p:nvPr>
        </p:nvSpPr>
        <p:spPr>
          <a:xfrm>
            <a:off x="1295400" y="2057400"/>
            <a:ext cx="6543928" cy="3992544"/>
          </a:xfrm>
        </p:spPr>
        <p:txBody>
          <a:bodyPr>
            <a:normAutofit fontScale="92500" lnSpcReduction="10000"/>
          </a:bodyPr>
          <a:lstStyle/>
          <a:p>
            <a:pPr>
              <a:buNone/>
            </a:pPr>
            <a:endParaRPr lang="en-US" dirty="0"/>
          </a:p>
          <a:p>
            <a:pPr>
              <a:buNone/>
            </a:pPr>
            <a:endParaRPr lang="en-US" dirty="0" smtClean="0"/>
          </a:p>
          <a:p>
            <a:pPr algn="just">
              <a:buNone/>
            </a:pPr>
            <a:r>
              <a:rPr lang="en-US" sz="2100" dirty="0" smtClean="0"/>
              <a:t>    In </a:t>
            </a:r>
            <a:r>
              <a:rPr lang="en-US" sz="2100" dirty="0"/>
              <a:t>most of the cases, these reports and documents </a:t>
            </a:r>
            <a:r>
              <a:rPr lang="en-US" sz="2100" dirty="0" smtClean="0"/>
              <a:t>are one’s </a:t>
            </a:r>
            <a:r>
              <a:rPr lang="en-US" sz="2100" dirty="0"/>
              <a:t>only form of communication with clients, government agencies, managers, and professionals at other facilities and companies.</a:t>
            </a:r>
          </a:p>
          <a:p>
            <a:pPr algn="just">
              <a:buNone/>
            </a:pPr>
            <a:endParaRPr lang="en-US" sz="2100" dirty="0"/>
          </a:p>
          <a:p>
            <a:pPr algn="just">
              <a:buNone/>
            </a:pPr>
            <a:r>
              <a:rPr lang="en-US" sz="2100" dirty="0"/>
              <a:t>   The recipient will usually use the report or document to perform a task, make a decision, solve a problem, or acquire information and knowledge.</a:t>
            </a:r>
          </a:p>
          <a:p>
            <a:pPr algn="just">
              <a:buNone/>
            </a:pPr>
            <a:endParaRPr lang="en-US" sz="2100" dirty="0"/>
          </a:p>
        </p:txBody>
      </p:sp>
    </p:spTree>
    <p:extLst>
      <p:ext uri="{BB962C8B-B14F-4D97-AF65-F5344CB8AC3E}">
        <p14:creationId xmlns:p14="http://schemas.microsoft.com/office/powerpoint/2010/main" val="20360710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838200"/>
            <a:ext cx="5878011" cy="1077229"/>
          </a:xfrm>
        </p:spPr>
        <p:txBody>
          <a:bodyPr/>
          <a:lstStyle/>
          <a:p>
            <a:pPr algn="ctr"/>
            <a:r>
              <a:rPr lang="en-US" b="1" dirty="0" smtClean="0">
                <a:solidFill>
                  <a:srgbClr val="FFFF00"/>
                </a:solidFill>
              </a:rPr>
              <a:t>A technical writer should be good at/with</a:t>
            </a:r>
            <a:endParaRPr lang="en-US" dirty="0">
              <a:solidFill>
                <a:srgbClr val="FFFF00"/>
              </a:solidFill>
            </a:endParaRPr>
          </a:p>
        </p:txBody>
      </p:sp>
      <p:graphicFrame>
        <p:nvGraphicFramePr>
          <p:cNvPr id="4" name="Content Placeholder 3"/>
          <p:cNvGraphicFramePr>
            <a:graphicFrameLocks noGrp="1"/>
          </p:cNvGraphicFramePr>
          <p:nvPr>
            <p:ph idx="1"/>
            <p:extLst/>
          </p:nvPr>
        </p:nvGraphicFramePr>
        <p:xfrm>
          <a:off x="1219200" y="1885286"/>
          <a:ext cx="6619875" cy="4591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9568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6683765" cy="391727"/>
          </a:xfrm>
        </p:spPr>
        <p:txBody>
          <a:bodyPr>
            <a:normAutofit fontScale="90000"/>
          </a:bodyPr>
          <a:lstStyle/>
          <a:p>
            <a:r>
              <a:rPr lang="en-US" b="1" dirty="0"/>
              <a:t>Technical Writer- job post</a:t>
            </a:r>
            <a:br>
              <a:rPr lang="en-US" b="1" dirty="0"/>
            </a:br>
            <a:r>
              <a:rPr lang="en-US" dirty="0" smtClean="0">
                <a:hlinkClick r:id="rId2"/>
              </a:rPr>
              <a:t>Source Code </a:t>
            </a:r>
            <a:r>
              <a:rPr lang="en-US" dirty="0">
                <a:hlinkClick r:id="rId2"/>
              </a:rPr>
              <a:t>Private Ltd</a:t>
            </a:r>
            <a:r>
              <a:rPr lang="en-US" dirty="0"/>
              <a:t/>
            </a:r>
            <a:br>
              <a:rPr lang="en-US" dirty="0"/>
            </a:br>
            <a:endParaRPr lang="en-US" dirty="0"/>
          </a:p>
        </p:txBody>
      </p:sp>
      <p:sp>
        <p:nvSpPr>
          <p:cNvPr id="3" name="Content Placeholder 2"/>
          <p:cNvSpPr>
            <a:spLocks noGrp="1"/>
          </p:cNvSpPr>
          <p:nvPr>
            <p:ph sz="half" idx="1"/>
          </p:nvPr>
        </p:nvSpPr>
        <p:spPr>
          <a:xfrm>
            <a:off x="1014938" y="990600"/>
            <a:ext cx="3877102" cy="5791200"/>
          </a:xfrm>
        </p:spPr>
        <p:txBody>
          <a:bodyPr>
            <a:noAutofit/>
          </a:bodyPr>
          <a:lstStyle/>
          <a:p>
            <a:pPr marL="0" indent="0" algn="just">
              <a:buNone/>
            </a:pPr>
            <a:r>
              <a:rPr lang="en-US" sz="1100" b="1" i="1" dirty="0">
                <a:latin typeface="Arial" panose="020B0604020202020204" pitchFamily="34" charset="0"/>
                <a:cs typeface="Arial" panose="020B0604020202020204" pitchFamily="34" charset="0"/>
              </a:rPr>
              <a:t>Job </a:t>
            </a:r>
            <a:r>
              <a:rPr lang="en-US" sz="1100" b="1" i="1" dirty="0">
                <a:latin typeface="Arial" panose="020B0604020202020204" pitchFamily="34" charset="0"/>
                <a:cs typeface="Arial" panose="020B0604020202020204" pitchFamily="34" charset="0"/>
              </a:rPr>
              <a:t>brief</a:t>
            </a:r>
            <a:endParaRPr lang="en-US" sz="1100" i="1"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We are looking for a Technical Writer to produce high-quality documentation that contributes to the overall success of our products. You will join a team of talented tech writers who work collaboratively with developers, quality engineers, product managers, and usability experts to make our products easier to use.</a:t>
            </a:r>
          </a:p>
          <a:p>
            <a:pPr marL="0" indent="0" algn="just">
              <a:buNone/>
            </a:pPr>
            <a:r>
              <a:rPr lang="en-US" sz="1100" b="1" dirty="0">
                <a:latin typeface="Arial" panose="020B0604020202020204" pitchFamily="34" charset="0"/>
                <a:cs typeface="Arial" panose="020B0604020202020204" pitchFamily="34" charset="0"/>
              </a:rPr>
              <a:t>Responsibilities</a:t>
            </a:r>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Work with internal teams to obtain an in-depth understanding of the product and the documentation requirements</a:t>
            </a:r>
          </a:p>
          <a:p>
            <a:pPr algn="just"/>
            <a:r>
              <a:rPr lang="en-US" sz="1100" dirty="0">
                <a:latin typeface="Arial" panose="020B0604020202020204" pitchFamily="34" charset="0"/>
                <a:cs typeface="Arial" panose="020B0604020202020204" pitchFamily="34" charset="0"/>
              </a:rPr>
              <a:t>Produce high-quality documentation that meets applicable standards and is appropriate for its intended audience</a:t>
            </a:r>
          </a:p>
          <a:p>
            <a:pPr algn="just"/>
            <a:r>
              <a:rPr lang="en-US" sz="1100" dirty="0">
                <a:latin typeface="Arial" panose="020B0604020202020204" pitchFamily="34" charset="0"/>
                <a:cs typeface="Arial" panose="020B0604020202020204" pitchFamily="34" charset="0"/>
              </a:rPr>
              <a:t>Write easy-to-understand user interface text, online help and developer guides</a:t>
            </a:r>
          </a:p>
          <a:p>
            <a:pPr algn="just"/>
            <a:r>
              <a:rPr lang="en-US" sz="1100" dirty="0">
                <a:latin typeface="Arial" panose="020B0604020202020204" pitchFamily="34" charset="0"/>
                <a:cs typeface="Arial" panose="020B0604020202020204" pitchFamily="34" charset="0"/>
              </a:rPr>
              <a:t>Create tutorials to help end-users use a variety of applications</a:t>
            </a:r>
          </a:p>
          <a:p>
            <a:pPr algn="just"/>
            <a:r>
              <a:rPr lang="en-US" sz="1100" dirty="0">
                <a:latin typeface="Arial" panose="020B0604020202020204" pitchFamily="34" charset="0"/>
                <a:cs typeface="Arial" panose="020B0604020202020204" pitchFamily="34" charset="0"/>
              </a:rPr>
              <a:t>Analyze existing and potential content, focusing on reuse and single-sourcing opportunities</a:t>
            </a:r>
          </a:p>
          <a:p>
            <a:pPr algn="just"/>
            <a:r>
              <a:rPr lang="en-US" sz="1100" dirty="0">
                <a:latin typeface="Arial" panose="020B0604020202020204" pitchFamily="34" charset="0"/>
                <a:cs typeface="Arial" panose="020B0604020202020204" pitchFamily="34" charset="0"/>
              </a:rPr>
              <a:t>Create and maintain the information architecture</a:t>
            </a:r>
          </a:p>
          <a:p>
            <a:pPr algn="just"/>
            <a:endParaRPr lang="en-US" sz="1100" dirty="0">
              <a:latin typeface="Arial" panose="020B0604020202020204" pitchFamily="34" charset="0"/>
              <a:cs typeface="Arial" panose="020B0604020202020204" pitchFamily="34" charset="0"/>
            </a:endParaRPr>
          </a:p>
        </p:txBody>
      </p:sp>
      <p:sp>
        <p:nvSpPr>
          <p:cNvPr id="4" name="Content Placeholder 3"/>
          <p:cNvSpPr>
            <a:spLocks noGrp="1"/>
          </p:cNvSpPr>
          <p:nvPr>
            <p:ph sz="half" idx="2"/>
          </p:nvPr>
        </p:nvSpPr>
        <p:spPr>
          <a:xfrm>
            <a:off x="5029200" y="1143000"/>
            <a:ext cx="3124200" cy="4419600"/>
          </a:xfrm>
        </p:spPr>
        <p:txBody>
          <a:bodyPr>
            <a:noAutofit/>
          </a:bodyPr>
          <a:lstStyle/>
          <a:p>
            <a:pPr marL="0" indent="0" algn="just">
              <a:buNone/>
            </a:pPr>
            <a:r>
              <a:rPr lang="en-US" sz="1100" b="1" i="1" dirty="0">
                <a:latin typeface="Arial" panose="020B0604020202020204" pitchFamily="34" charset="0"/>
                <a:cs typeface="Arial" panose="020B0604020202020204" pitchFamily="34" charset="0"/>
              </a:rPr>
              <a:t>Requirements and skills</a:t>
            </a:r>
          </a:p>
          <a:p>
            <a:pPr algn="just"/>
            <a:r>
              <a:rPr lang="en-US" sz="1100" dirty="0">
                <a:latin typeface="Arial" panose="020B0604020202020204" pitchFamily="34" charset="0"/>
                <a:cs typeface="Arial" panose="020B0604020202020204" pitchFamily="34" charset="0"/>
              </a:rPr>
              <a:t>Proven working experience in technical writing</a:t>
            </a:r>
          </a:p>
          <a:p>
            <a:pPr algn="just"/>
            <a:r>
              <a:rPr lang="en-US" sz="1100" dirty="0">
                <a:latin typeface="Arial" panose="020B0604020202020204" pitchFamily="34" charset="0"/>
                <a:cs typeface="Arial" panose="020B0604020202020204" pitchFamily="34" charset="0"/>
              </a:rPr>
              <a:t>Ability to deliver high quality documentation paying attention to detail</a:t>
            </a:r>
          </a:p>
          <a:p>
            <a:pPr algn="just"/>
            <a:r>
              <a:rPr lang="en-US" sz="1100" dirty="0">
                <a:latin typeface="Arial" panose="020B0604020202020204" pitchFamily="34" charset="0"/>
                <a:cs typeface="Arial" panose="020B0604020202020204" pitchFamily="34" charset="0"/>
              </a:rPr>
              <a:t>Ability to quickly grasp complex technical concepts and make them easily understandable in text and pictures</a:t>
            </a:r>
          </a:p>
          <a:p>
            <a:pPr algn="just"/>
            <a:r>
              <a:rPr lang="en-US" sz="1100" dirty="0">
                <a:latin typeface="Arial" panose="020B0604020202020204" pitchFamily="34" charset="0"/>
                <a:cs typeface="Arial" panose="020B0604020202020204" pitchFamily="34" charset="0"/>
              </a:rPr>
              <a:t>Excellent written skills in English</a:t>
            </a:r>
          </a:p>
          <a:p>
            <a:pPr algn="just"/>
            <a:r>
              <a:rPr lang="en-US" sz="1100" dirty="0">
                <a:latin typeface="Arial" panose="020B0604020202020204" pitchFamily="34" charset="0"/>
                <a:cs typeface="Arial" panose="020B0604020202020204" pitchFamily="34" charset="0"/>
              </a:rPr>
              <a:t>Strong working knowledge of Microsoft Office</a:t>
            </a:r>
          </a:p>
          <a:p>
            <a:pPr algn="just"/>
            <a:r>
              <a:rPr lang="en-US" sz="1100" dirty="0">
                <a:latin typeface="Arial" panose="020B0604020202020204" pitchFamily="34" charset="0"/>
                <a:cs typeface="Arial" panose="020B0604020202020204" pitchFamily="34" charset="0"/>
              </a:rPr>
              <a:t>University degree in Computer Science, Engineering or equivalent preferred</a:t>
            </a:r>
          </a:p>
          <a:p>
            <a:pPr algn="just"/>
            <a:endParaRPr lang="en-US" sz="1050" dirty="0"/>
          </a:p>
        </p:txBody>
      </p:sp>
    </p:spTree>
    <p:extLst>
      <p:ext uri="{BB962C8B-B14F-4D97-AF65-F5344CB8AC3E}">
        <p14:creationId xmlns:p14="http://schemas.microsoft.com/office/powerpoint/2010/main" val="3958812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0B88-2087-4BFE-B178-E1CE896B7AE4}"/>
              </a:ext>
            </a:extLst>
          </p:cNvPr>
          <p:cNvSpPr>
            <a:spLocks noGrp="1"/>
          </p:cNvSpPr>
          <p:nvPr>
            <p:ph type="title"/>
          </p:nvPr>
        </p:nvSpPr>
        <p:spPr>
          <a:xfrm>
            <a:off x="1219200" y="269422"/>
            <a:ext cx="5878011" cy="1077229"/>
          </a:xfrm>
        </p:spPr>
        <p:txBody>
          <a:bodyPr>
            <a:normAutofit/>
          </a:bodyPr>
          <a:lstStyle/>
          <a:p>
            <a:pPr algn="l"/>
            <a:r>
              <a:rPr lang="en-US" sz="3200" b="1" dirty="0">
                <a:solidFill>
                  <a:srgbClr val="FFFF00"/>
                </a:solidFill>
              </a:rPr>
              <a:t>Genres of writing </a:t>
            </a:r>
          </a:p>
        </p:txBody>
      </p:sp>
      <p:graphicFrame>
        <p:nvGraphicFramePr>
          <p:cNvPr id="4" name="Content Placeholder 3">
            <a:extLst>
              <a:ext uri="{FF2B5EF4-FFF2-40B4-BE49-F238E27FC236}">
                <a16:creationId xmlns:a16="http://schemas.microsoft.com/office/drawing/2014/main" id="{2B2975CD-F4C0-4AA4-8AAB-2A25B5A2D289}"/>
              </a:ext>
            </a:extLst>
          </p:cNvPr>
          <p:cNvGraphicFramePr>
            <a:graphicFrameLocks noGrp="1"/>
          </p:cNvGraphicFramePr>
          <p:nvPr>
            <p:ph idx="1"/>
            <p:extLst>
              <p:ext uri="{D42A27DB-BD31-4B8C-83A1-F6EECF244321}">
                <p14:modId xmlns:p14="http://schemas.microsoft.com/office/powerpoint/2010/main" val="1530663702"/>
              </p:ext>
            </p:extLst>
          </p:nvPr>
        </p:nvGraphicFramePr>
        <p:xfrm>
          <a:off x="1600200" y="1600201"/>
          <a:ext cx="6238875" cy="4449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04349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358" y="1219201"/>
            <a:ext cx="5878011" cy="685800"/>
          </a:xfrm>
        </p:spPr>
        <p:txBody>
          <a:bodyPr/>
          <a:lstStyle/>
          <a:p>
            <a:pPr algn="ctr"/>
            <a:r>
              <a:rPr lang="en-US" b="1" dirty="0" smtClean="0">
                <a:solidFill>
                  <a:srgbClr val="FFFF00"/>
                </a:solidFill>
              </a:rPr>
              <a:t>Example of literary text </a:t>
            </a:r>
            <a:endParaRPr lang="en-US" b="1" dirty="0">
              <a:solidFill>
                <a:srgbClr val="FFFF00"/>
              </a:solidFill>
            </a:endParaRPr>
          </a:p>
        </p:txBody>
      </p:sp>
      <p:sp>
        <p:nvSpPr>
          <p:cNvPr id="3" name="Content Placeholder 2"/>
          <p:cNvSpPr>
            <a:spLocks noGrp="1"/>
          </p:cNvSpPr>
          <p:nvPr>
            <p:ph idx="1"/>
          </p:nvPr>
        </p:nvSpPr>
        <p:spPr>
          <a:xfrm>
            <a:off x="1295400" y="2049878"/>
            <a:ext cx="6543928" cy="4000066"/>
          </a:xfrm>
        </p:spPr>
        <p:txBody>
          <a:bodyPr>
            <a:normAutofit lnSpcReduction="10000"/>
          </a:bodyPr>
          <a:lstStyle/>
          <a:p>
            <a:pPr algn="just"/>
            <a:r>
              <a:rPr lang="en-US" dirty="0"/>
              <a:t>'By no means!' cried Mrs. Linton in answer. 'I won't be named a dog in the manger again. You SHALL stay: now then! Heathcliff, why don't you evince satisfaction at my pleasant news? Isabella swears that the love Edgar has for me is nothing to that she entertains for you. I'm sure she made some speech of the kind; did she not, Ellen? And she has fasted ever since the day before yesterday's walk, from sorrow and rage that I </a:t>
            </a:r>
            <a:r>
              <a:rPr lang="en-US" dirty="0" smtClean="0"/>
              <a:t>dispatched </a:t>
            </a:r>
            <a:r>
              <a:rPr lang="en-US" dirty="0"/>
              <a:t>her out of your society under the idea of its being unacceptable.' </a:t>
            </a:r>
            <a:endParaRPr lang="en-US" dirty="0" smtClean="0"/>
          </a:p>
          <a:p>
            <a:pPr algn="just"/>
            <a:r>
              <a:rPr lang="en-US" dirty="0" smtClean="0"/>
              <a:t>'I </a:t>
            </a:r>
            <a:r>
              <a:rPr lang="en-US" dirty="0"/>
              <a:t>think you belie her,' said Heathcliff, twisting his chair to face them. 'She wishes to be out of my society now, at any rate!' </a:t>
            </a:r>
          </a:p>
        </p:txBody>
      </p:sp>
    </p:spTree>
    <p:extLst>
      <p:ext uri="{BB962C8B-B14F-4D97-AF65-F5344CB8AC3E}">
        <p14:creationId xmlns:p14="http://schemas.microsoft.com/office/powerpoint/2010/main" val="15421919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6458" y="1219200"/>
            <a:ext cx="5878011" cy="639743"/>
          </a:xfrm>
        </p:spPr>
        <p:txBody>
          <a:bodyPr/>
          <a:lstStyle/>
          <a:p>
            <a:pPr algn="ctr"/>
            <a:r>
              <a:rPr lang="en-US" b="1" dirty="0" smtClean="0">
                <a:solidFill>
                  <a:srgbClr val="FFFF00"/>
                </a:solidFill>
              </a:rPr>
              <a:t>Example of a technical text</a:t>
            </a:r>
            <a:endParaRPr lang="en-US" b="1" dirty="0">
              <a:solidFill>
                <a:srgbClr val="FFFF00"/>
              </a:solidFill>
            </a:endParaRPr>
          </a:p>
        </p:txBody>
      </p:sp>
      <p:sp>
        <p:nvSpPr>
          <p:cNvPr id="3" name="Content Placeholder 2"/>
          <p:cNvSpPr>
            <a:spLocks noGrp="1"/>
          </p:cNvSpPr>
          <p:nvPr>
            <p:ph idx="1"/>
          </p:nvPr>
        </p:nvSpPr>
        <p:spPr>
          <a:xfrm>
            <a:off x="1371600" y="2049878"/>
            <a:ext cx="6467728" cy="4000066"/>
          </a:xfrm>
        </p:spPr>
        <p:txBody>
          <a:bodyPr>
            <a:normAutofit/>
          </a:bodyPr>
          <a:lstStyle/>
          <a:p>
            <a:pPr algn="just"/>
            <a:r>
              <a:rPr lang="en-US" dirty="0"/>
              <a:t>Rapid advances in the field of artificial intelligence have profound implications for the economy as well as society at large. These innovations have the potential to directly influence both the production and the characteristics of a wide range of products and services, with important implications for productivity, employment, and competition. But, as important as these effects are likely to be, artificial intelligence also has the potential to change the innovation process itself, with consequences that may be equally profound, and which may, over time, come to dominate the direct effect. </a:t>
            </a:r>
          </a:p>
        </p:txBody>
      </p:sp>
    </p:spTree>
    <p:extLst>
      <p:ext uri="{BB962C8B-B14F-4D97-AF65-F5344CB8AC3E}">
        <p14:creationId xmlns:p14="http://schemas.microsoft.com/office/powerpoint/2010/main" val="13722014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558" y="1600200"/>
            <a:ext cx="5878011" cy="715943"/>
          </a:xfrm>
        </p:spPr>
        <p:txBody>
          <a:bodyPr/>
          <a:lstStyle/>
          <a:p>
            <a:pPr algn="ctr"/>
            <a:r>
              <a:rPr lang="en-US" b="1" dirty="0" smtClean="0">
                <a:solidFill>
                  <a:srgbClr val="FFFF00"/>
                </a:solidFill>
              </a:rPr>
              <a:t>Example of Journalistic Writing</a:t>
            </a:r>
            <a:endParaRPr lang="en-US" b="1" dirty="0">
              <a:solidFill>
                <a:srgbClr val="FFFF00"/>
              </a:solidFill>
            </a:endParaRPr>
          </a:p>
        </p:txBody>
      </p:sp>
      <p:sp>
        <p:nvSpPr>
          <p:cNvPr id="3" name="Content Placeholder 2"/>
          <p:cNvSpPr>
            <a:spLocks noGrp="1"/>
          </p:cNvSpPr>
          <p:nvPr>
            <p:ph idx="1"/>
          </p:nvPr>
        </p:nvSpPr>
        <p:spPr>
          <a:xfrm>
            <a:off x="1447800" y="2049878"/>
            <a:ext cx="6391528" cy="4000066"/>
          </a:xfrm>
        </p:spPr>
        <p:txBody>
          <a:bodyPr/>
          <a:lstStyle/>
          <a:p>
            <a:pPr marL="0" indent="0" algn="just">
              <a:buNone/>
            </a:pPr>
            <a:r>
              <a:rPr lang="en-US" dirty="0"/>
              <a:t>AEW, the upstart pro wrestling company currently riding unprecedented momentum, offers what is expected to be their biggest pay per view in its short history with All Out set to take place tomorrow evening from the Now Arena in Hoffman Estates, Illinois, a Chicago suburb. An outstanding card…</a:t>
            </a:r>
          </a:p>
          <a:p>
            <a:r>
              <a:rPr lang="en-US" dirty="0"/>
              <a:t/>
            </a:r>
            <a:br>
              <a:rPr lang="en-US" dirty="0"/>
            </a:br>
            <a:endParaRPr lang="en-US" dirty="0"/>
          </a:p>
        </p:txBody>
      </p:sp>
    </p:spTree>
    <p:extLst>
      <p:ext uri="{BB962C8B-B14F-4D97-AF65-F5344CB8AC3E}">
        <p14:creationId xmlns:p14="http://schemas.microsoft.com/office/powerpoint/2010/main" val="41424971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558" y="1371600"/>
            <a:ext cx="5878011" cy="1077229"/>
          </a:xfrm>
        </p:spPr>
        <p:txBody>
          <a:bodyPr/>
          <a:lstStyle/>
          <a:p>
            <a:pPr algn="ctr"/>
            <a:r>
              <a:rPr lang="en-US" b="1" dirty="0" smtClean="0">
                <a:solidFill>
                  <a:srgbClr val="FFFF00"/>
                </a:solidFill>
              </a:rPr>
              <a:t>Example of academic writing </a:t>
            </a:r>
            <a:endParaRPr lang="en-US" b="1" dirty="0">
              <a:solidFill>
                <a:srgbClr val="FFFF00"/>
              </a:solidFill>
            </a:endParaRPr>
          </a:p>
        </p:txBody>
      </p:sp>
      <p:sp>
        <p:nvSpPr>
          <p:cNvPr id="3" name="Content Placeholder 2"/>
          <p:cNvSpPr>
            <a:spLocks noGrp="1"/>
          </p:cNvSpPr>
          <p:nvPr>
            <p:ph idx="1"/>
          </p:nvPr>
        </p:nvSpPr>
        <p:spPr>
          <a:xfrm>
            <a:off x="1447800" y="2049878"/>
            <a:ext cx="6391528" cy="4000066"/>
          </a:xfrm>
        </p:spPr>
        <p:txBody>
          <a:bodyPr>
            <a:normAutofit fontScale="92500"/>
          </a:bodyPr>
          <a:lstStyle/>
          <a:p>
            <a:pPr marL="0" indent="0" algn="just">
              <a:buNone/>
            </a:pPr>
            <a:r>
              <a:rPr lang="en-US" i="1" dirty="0"/>
              <a:t>Having been taboo for decades, if not centuries, mental health is now being widely discussed. During these exceptional times of pandemic, many of us are confronted with psychological problems related to isolation, anxiety, </a:t>
            </a:r>
            <a:r>
              <a:rPr lang="en-US" i="1" u="sng" dirty="0">
                <a:hlinkClick r:id="rId2"/>
              </a:rPr>
              <a:t>loneliness</a:t>
            </a:r>
            <a:r>
              <a:rPr lang="en-US" i="1" dirty="0"/>
              <a:t>, frustrations, addictions, insecurities, depression, </a:t>
            </a:r>
            <a:r>
              <a:rPr lang="en-US" sz="1700" i="1" u="sng" dirty="0">
                <a:hlinkClick r:id="rId3"/>
              </a:rPr>
              <a:t>fears</a:t>
            </a:r>
            <a:r>
              <a:rPr lang="en-US" i="1" dirty="0"/>
              <a:t> and worry – issues regularly addressed by </a:t>
            </a:r>
            <a:r>
              <a:rPr lang="en-US" i="1" dirty="0" err="1"/>
              <a:t>Krishnamurti</a:t>
            </a:r>
            <a:r>
              <a:rPr lang="en-US" i="1" dirty="0"/>
              <a:t>. Throughout his talks and discussions, </a:t>
            </a:r>
            <a:r>
              <a:rPr lang="en-US" i="1" dirty="0" err="1"/>
              <a:t>Krishnamurti</a:t>
            </a:r>
            <a:r>
              <a:rPr lang="en-US" i="1" dirty="0"/>
              <a:t> reveals that we are conditioned to have problems and that taking them personally may be a fundamental error. Moreover, the </a:t>
            </a:r>
            <a:r>
              <a:rPr lang="en-US" i="1" dirty="0" err="1"/>
              <a:t>realisation</a:t>
            </a:r>
            <a:r>
              <a:rPr lang="en-US" i="1" dirty="0"/>
              <a:t> that one’s loneliness, for example, is common to all humanity, is essential to understanding it, being free of it and learning what it is to be fundamentally secure and well in an uncertain world</a:t>
            </a:r>
            <a:endParaRPr lang="en-US" dirty="0"/>
          </a:p>
        </p:txBody>
      </p:sp>
    </p:spTree>
    <p:extLst>
      <p:ext uri="{BB962C8B-B14F-4D97-AF65-F5344CB8AC3E}">
        <p14:creationId xmlns:p14="http://schemas.microsoft.com/office/powerpoint/2010/main" val="8013124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558" y="838201"/>
            <a:ext cx="5878011" cy="685800"/>
          </a:xfrm>
        </p:spPr>
        <p:txBody>
          <a:bodyPr/>
          <a:lstStyle/>
          <a:p>
            <a:pPr algn="ctr"/>
            <a:r>
              <a:rPr lang="en-US" b="1" dirty="0" smtClean="0">
                <a:solidFill>
                  <a:srgbClr val="FFFF00"/>
                </a:solidFill>
              </a:rPr>
              <a:t>Example of creative writing </a:t>
            </a:r>
            <a:endParaRPr lang="en-US" b="1" dirty="0">
              <a:solidFill>
                <a:srgbClr val="FFFF00"/>
              </a:solidFill>
            </a:endParaRPr>
          </a:p>
        </p:txBody>
      </p:sp>
      <p:sp>
        <p:nvSpPr>
          <p:cNvPr id="3" name="Content Placeholder 2"/>
          <p:cNvSpPr>
            <a:spLocks noGrp="1"/>
          </p:cNvSpPr>
          <p:nvPr>
            <p:ph idx="1"/>
          </p:nvPr>
        </p:nvSpPr>
        <p:spPr>
          <a:xfrm>
            <a:off x="1447800" y="1524000"/>
            <a:ext cx="6391528" cy="4525944"/>
          </a:xfrm>
        </p:spPr>
        <p:txBody>
          <a:bodyPr>
            <a:normAutofit fontScale="85000" lnSpcReduction="10000"/>
          </a:bodyPr>
          <a:lstStyle/>
          <a:p>
            <a:pPr marL="0" indent="0" algn="just">
              <a:buNone/>
            </a:pPr>
            <a:r>
              <a:rPr lang="en-US" dirty="0"/>
              <a:t>“You are an extremely lucky person”, said the elderly woman who had the sparkling golden and black bandana wrapped around her head in a turban. Her dreadlocks with beads at the end were jingling back and forth, as she was talking and gazing at me with her black kohl eyes.</a:t>
            </a:r>
          </a:p>
          <a:p>
            <a:pPr marL="0" indent="0" algn="just">
              <a:buNone/>
            </a:pPr>
            <a:r>
              <a:rPr lang="en-US" dirty="0"/>
              <a:t>“You are going to be rich, and your future destination will be Chile”.</a:t>
            </a:r>
          </a:p>
          <a:p>
            <a:pPr marL="0" indent="0" algn="just">
              <a:buNone/>
            </a:pPr>
            <a:r>
              <a:rPr lang="en-US" dirty="0"/>
              <a:t>I opened my eyes; I was exasperated as I woke up. What? Chile? Wasn’t it supposed to be South </a:t>
            </a:r>
            <a:r>
              <a:rPr lang="en-US" dirty="0" smtClean="0"/>
              <a:t>Korea?</a:t>
            </a:r>
          </a:p>
          <a:p>
            <a:pPr marL="0" indent="0" algn="just">
              <a:buNone/>
            </a:pPr>
            <a:r>
              <a:rPr lang="en-US" dirty="0" smtClean="0"/>
              <a:t>Fortune </a:t>
            </a:r>
            <a:r>
              <a:rPr lang="en-US" dirty="0"/>
              <a:t>tellers! Huge respect. Has anyone ever realized how much effort they need to put into convincing us about our future that we desperately want to know? Not to forget about their generosity that they even tell us things which we would never want to know. For example, I was once told by a random woman at a wedding that I am going to die in two years, seven years ago. And to my dismay, If I ever cross paths with her again, I’d like to scream on top of my lungs and ask her, “What sorcery is this?</a:t>
            </a:r>
          </a:p>
          <a:p>
            <a:pPr algn="just"/>
            <a:endParaRPr lang="en-US" dirty="0"/>
          </a:p>
        </p:txBody>
      </p:sp>
    </p:spTree>
    <p:extLst>
      <p:ext uri="{BB962C8B-B14F-4D97-AF65-F5344CB8AC3E}">
        <p14:creationId xmlns:p14="http://schemas.microsoft.com/office/powerpoint/2010/main" val="1580674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1B6A8-ECBF-4DBB-B577-7E7ED5B055D9}"/>
              </a:ext>
            </a:extLst>
          </p:cNvPr>
          <p:cNvSpPr>
            <a:spLocks noGrp="1"/>
          </p:cNvSpPr>
          <p:nvPr>
            <p:ph type="title"/>
          </p:nvPr>
        </p:nvSpPr>
        <p:spPr>
          <a:xfrm>
            <a:off x="1171031" y="168455"/>
            <a:ext cx="5878011" cy="1077229"/>
          </a:xfrm>
        </p:spPr>
        <p:txBody>
          <a:bodyPr>
            <a:normAutofit fontScale="90000"/>
          </a:bodyPr>
          <a:lstStyle/>
          <a:p>
            <a:pPr algn="l"/>
            <a:r>
              <a:rPr lang="en-US" sz="3200" b="1" dirty="0">
                <a:solidFill>
                  <a:srgbClr val="FFFF00"/>
                </a:solidFill>
                <a:effectLst/>
                <a:latin typeface="Arial Narrow" panose="020B0606020202030204" pitchFamily="34" charset="0"/>
                <a:ea typeface="Times New Roman" panose="02020603050405020304" pitchFamily="18" charset="0"/>
                <a:cs typeface="Times New Roman" panose="02020603050405020304" pitchFamily="18" charset="0"/>
              </a:rPr>
              <a:t>Common Purposes of Technical Writing</a:t>
            </a:r>
            <a:r>
              <a:rPr lang="en-US" sz="3200"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t/>
            </a:r>
            <a:br>
              <a:rPr lang="en-US" sz="3200"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sz="4400" dirty="0">
              <a:solidFill>
                <a:srgbClr val="FFFF00"/>
              </a:solidFill>
            </a:endParaRPr>
          </a:p>
        </p:txBody>
      </p:sp>
      <p:graphicFrame>
        <p:nvGraphicFramePr>
          <p:cNvPr id="4" name="Content Placeholder 3">
            <a:extLst>
              <a:ext uri="{FF2B5EF4-FFF2-40B4-BE49-F238E27FC236}">
                <a16:creationId xmlns:a16="http://schemas.microsoft.com/office/drawing/2014/main" id="{EB2BA36C-3CC0-40C7-8E43-1800ABD5FEFD}"/>
              </a:ext>
            </a:extLst>
          </p:cNvPr>
          <p:cNvGraphicFramePr>
            <a:graphicFrameLocks noGrp="1"/>
          </p:cNvGraphicFramePr>
          <p:nvPr>
            <p:ph idx="1"/>
            <p:extLst/>
          </p:nvPr>
        </p:nvGraphicFramePr>
        <p:xfrm>
          <a:off x="914400" y="1245684"/>
          <a:ext cx="6391275" cy="4830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55239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A5350-E5D4-4871-989B-2C60558B71F0}"/>
              </a:ext>
            </a:extLst>
          </p:cNvPr>
          <p:cNvSpPr>
            <a:spLocks noGrp="1"/>
          </p:cNvSpPr>
          <p:nvPr>
            <p:ph type="title"/>
          </p:nvPr>
        </p:nvSpPr>
        <p:spPr>
          <a:xfrm>
            <a:off x="1066801" y="182546"/>
            <a:ext cx="6696328" cy="579455"/>
          </a:xfrm>
        </p:spPr>
        <p:txBody>
          <a:bodyPr>
            <a:noAutofit/>
          </a:bodyPr>
          <a:lstStyle/>
          <a:p>
            <a:pPr algn="ctr"/>
            <a:r>
              <a:rPr lang="en-US" sz="2000" b="1" dirty="0">
                <a:solidFill>
                  <a:srgbClr val="FFFF00"/>
                </a:solidFill>
                <a:effectLst/>
                <a:latin typeface="Arial Narrow" panose="020B0606020202030204" pitchFamily="34" charset="0"/>
                <a:ea typeface="Times New Roman" panose="02020603050405020304" pitchFamily="18" charset="0"/>
                <a:cs typeface="Times New Roman" panose="02020603050405020304" pitchFamily="18" charset="0"/>
              </a:rPr>
              <a:t>DIFFERENCE BETWEEN TECHNICAL AND LITERARY WRITING</a:t>
            </a:r>
            <a:r>
              <a:rPr lang="en-US" sz="2000" b="1"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t/>
            </a:r>
            <a:br>
              <a:rPr lang="en-US" sz="2000" b="1" dirty="0">
                <a:solidFill>
                  <a:srgbClr val="FFFF00"/>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sz="2000" b="1" dirty="0">
              <a:solidFill>
                <a:srgbClr val="FFFF00"/>
              </a:solidFill>
            </a:endParaRPr>
          </a:p>
        </p:txBody>
      </p:sp>
      <p:graphicFrame>
        <p:nvGraphicFramePr>
          <p:cNvPr id="4" name="Table 4">
            <a:extLst>
              <a:ext uri="{FF2B5EF4-FFF2-40B4-BE49-F238E27FC236}">
                <a16:creationId xmlns:a16="http://schemas.microsoft.com/office/drawing/2014/main" id="{80FC7E87-6016-414F-95B4-C39BD5ECB0B7}"/>
              </a:ext>
            </a:extLst>
          </p:cNvPr>
          <p:cNvGraphicFramePr>
            <a:graphicFrameLocks noGrp="1"/>
          </p:cNvGraphicFramePr>
          <p:nvPr>
            <p:ph idx="1"/>
            <p:extLst/>
          </p:nvPr>
        </p:nvGraphicFramePr>
        <p:xfrm>
          <a:off x="1066798" y="762000"/>
          <a:ext cx="7239001" cy="5948290"/>
        </p:xfrm>
        <a:graphic>
          <a:graphicData uri="http://schemas.openxmlformats.org/drawingml/2006/table">
            <a:tbl>
              <a:tblPr firstRow="1" bandRow="1">
                <a:tableStyleId>{7DF18680-E054-41AD-8BC1-D1AEF772440D}</a:tableStyleId>
              </a:tblPr>
              <a:tblGrid>
                <a:gridCol w="1812326">
                  <a:extLst>
                    <a:ext uri="{9D8B030D-6E8A-4147-A177-3AD203B41FA5}">
                      <a16:colId xmlns:a16="http://schemas.microsoft.com/office/drawing/2014/main" val="714001139"/>
                    </a:ext>
                  </a:extLst>
                </a:gridCol>
                <a:gridCol w="3013583">
                  <a:extLst>
                    <a:ext uri="{9D8B030D-6E8A-4147-A177-3AD203B41FA5}">
                      <a16:colId xmlns:a16="http://schemas.microsoft.com/office/drawing/2014/main" val="616582118"/>
                    </a:ext>
                  </a:extLst>
                </a:gridCol>
                <a:gridCol w="2413092">
                  <a:extLst>
                    <a:ext uri="{9D8B030D-6E8A-4147-A177-3AD203B41FA5}">
                      <a16:colId xmlns:a16="http://schemas.microsoft.com/office/drawing/2014/main" val="2849414280"/>
                    </a:ext>
                  </a:extLst>
                </a:gridCol>
              </a:tblGrid>
              <a:tr h="697624">
                <a:tc>
                  <a:txBody>
                    <a:bodyPr/>
                    <a:lstStyle/>
                    <a:p>
                      <a:pPr algn="ctr"/>
                      <a:r>
                        <a:rPr lang="en-US" sz="1800" dirty="0">
                          <a:solidFill>
                            <a:schemeClr val="bg1"/>
                          </a:solidFill>
                        </a:rPr>
                        <a:t>Point of reference </a:t>
                      </a:r>
                    </a:p>
                  </a:txBody>
                  <a:tcPr/>
                </a:tc>
                <a:tc>
                  <a:txBody>
                    <a:bodyPr/>
                    <a:lstStyle/>
                    <a:p>
                      <a:pPr algn="ctr"/>
                      <a:r>
                        <a:rPr lang="en-US" sz="1800" b="1" dirty="0">
                          <a:solidFill>
                            <a:schemeClr val="bg1"/>
                          </a:solidFill>
                        </a:rPr>
                        <a:t>Technical </a:t>
                      </a:r>
                    </a:p>
                  </a:txBody>
                  <a:tcPr/>
                </a:tc>
                <a:tc>
                  <a:txBody>
                    <a:bodyPr/>
                    <a:lstStyle/>
                    <a:p>
                      <a:pPr algn="ctr"/>
                      <a:r>
                        <a:rPr lang="en-US" sz="1800" dirty="0">
                          <a:solidFill>
                            <a:schemeClr val="bg1"/>
                          </a:solidFill>
                        </a:rPr>
                        <a:t>Literary </a:t>
                      </a:r>
                    </a:p>
                  </a:txBody>
                  <a:tcPr/>
                </a:tc>
                <a:extLst>
                  <a:ext uri="{0D108BD9-81ED-4DB2-BD59-A6C34878D82A}">
                    <a16:rowId xmlns:a16="http://schemas.microsoft.com/office/drawing/2014/main" val="2236821199"/>
                  </a:ext>
                </a:extLst>
              </a:tr>
              <a:tr h="1212715">
                <a:tc>
                  <a:txBody>
                    <a:bodyPr/>
                    <a:lstStyle/>
                    <a:p>
                      <a:r>
                        <a:rPr lang="en-US" sz="1350" b="1" kern="1200" dirty="0">
                          <a:solidFill>
                            <a:schemeClr val="dk1"/>
                          </a:solidFill>
                          <a:effectLst/>
                        </a:rPr>
                        <a:t>Rule-governed </a:t>
                      </a:r>
                      <a:endParaRPr lang="en-US" dirty="0"/>
                    </a:p>
                  </a:txBody>
                  <a:tcPr/>
                </a:tc>
                <a:tc>
                  <a:txBody>
                    <a:bodyPr/>
                    <a:lstStyle/>
                    <a:p>
                      <a:r>
                        <a:rPr lang="en-US" sz="1600" kern="1200" dirty="0">
                          <a:solidFill>
                            <a:schemeClr val="dk1"/>
                          </a:solidFill>
                          <a:effectLst/>
                        </a:rPr>
                        <a:t>It has its own set of rules and practices. It presents a formal order or structure for conveying ideas.</a:t>
                      </a:r>
                      <a:endParaRPr lang="en-US" sz="1600" dirty="0"/>
                    </a:p>
                  </a:txBody>
                  <a:tcPr/>
                </a:tc>
                <a:tc>
                  <a:txBody>
                    <a:bodyPr/>
                    <a:lstStyle/>
                    <a:p>
                      <a:r>
                        <a:rPr lang="en-US" sz="1800" kern="1200" dirty="0">
                          <a:solidFill>
                            <a:schemeClr val="dk1"/>
                          </a:solidFill>
                          <a:effectLst/>
                        </a:rPr>
                        <a:t>It is experimental.</a:t>
                      </a:r>
                      <a:endParaRPr lang="en-US" sz="1800" dirty="0"/>
                    </a:p>
                  </a:txBody>
                  <a:tcPr/>
                </a:tc>
                <a:extLst>
                  <a:ext uri="{0D108BD9-81ED-4DB2-BD59-A6C34878D82A}">
                    <a16:rowId xmlns:a16="http://schemas.microsoft.com/office/drawing/2014/main" val="3576297059"/>
                  </a:ext>
                </a:extLst>
              </a:tr>
              <a:tr h="1212715">
                <a:tc>
                  <a:txBody>
                    <a:bodyPr/>
                    <a:lstStyle/>
                    <a:p>
                      <a:r>
                        <a:rPr lang="en-US" sz="1350" b="1" kern="1200" dirty="0">
                          <a:solidFill>
                            <a:schemeClr val="dk1"/>
                          </a:solidFill>
                          <a:effectLst/>
                        </a:rPr>
                        <a:t>Organization</a:t>
                      </a:r>
                      <a:endParaRPr lang="en-US" dirty="0"/>
                    </a:p>
                  </a:txBody>
                  <a:tcPr/>
                </a:tc>
                <a:tc>
                  <a:txBody>
                    <a:bodyPr/>
                    <a:lstStyle/>
                    <a:p>
                      <a:r>
                        <a:rPr lang="en-US" sz="1600" kern="1200" dirty="0">
                          <a:solidFill>
                            <a:schemeClr val="dk1"/>
                          </a:solidFill>
                          <a:effectLst/>
                        </a:rPr>
                        <a:t>Highly well-organized and logically structured. Follows the patterns and conventions for different text types strictly.</a:t>
                      </a:r>
                      <a:endParaRPr lang="en-US" sz="1600" dirty="0"/>
                    </a:p>
                  </a:txBody>
                  <a:tcPr/>
                </a:tc>
                <a:tc>
                  <a:txBody>
                    <a:bodyPr/>
                    <a:lstStyle/>
                    <a:p>
                      <a:r>
                        <a:rPr lang="en-US" sz="1800" kern="1200" dirty="0">
                          <a:solidFill>
                            <a:schemeClr val="dk1"/>
                          </a:solidFill>
                          <a:effectLst/>
                        </a:rPr>
                        <a:t>It can be loosely organized.</a:t>
                      </a:r>
                      <a:endParaRPr lang="en-US" sz="1800" dirty="0"/>
                    </a:p>
                  </a:txBody>
                  <a:tcPr/>
                </a:tc>
                <a:extLst>
                  <a:ext uri="{0D108BD9-81ED-4DB2-BD59-A6C34878D82A}">
                    <a16:rowId xmlns:a16="http://schemas.microsoft.com/office/drawing/2014/main" val="453181709"/>
                  </a:ext>
                </a:extLst>
              </a:tr>
              <a:tr h="1758436">
                <a:tc>
                  <a:txBody>
                    <a:bodyPr/>
                    <a:lstStyle/>
                    <a:p>
                      <a:r>
                        <a:rPr lang="en-US" sz="1350" b="1" kern="1200" dirty="0">
                          <a:solidFill>
                            <a:schemeClr val="dk1"/>
                          </a:solidFill>
                          <a:effectLst/>
                        </a:rPr>
                        <a:t>Clarity</a:t>
                      </a:r>
                      <a:endParaRPr lang="en-US" dirty="0"/>
                    </a:p>
                  </a:txBody>
                  <a:tcPr/>
                </a:tc>
                <a:tc>
                  <a:txBody>
                    <a:bodyPr/>
                    <a:lstStyle/>
                    <a:p>
                      <a:r>
                        <a:rPr lang="en-US" sz="1600" kern="1200" dirty="0">
                          <a:solidFill>
                            <a:schemeClr val="dk1"/>
                          </a:solidFill>
                          <a:effectLst/>
                        </a:rPr>
                        <a:t>It possesses high degree of clarity. All messages are delivered directly and explicitly. Writers’ purpose and theme is clearly indicated in the very first paragraph.</a:t>
                      </a:r>
                      <a:endParaRPr lang="en-US" sz="1600" dirty="0"/>
                    </a:p>
                  </a:txBody>
                  <a:tcPr/>
                </a:tc>
                <a:tc>
                  <a:txBody>
                    <a:bodyPr/>
                    <a:lstStyle/>
                    <a:p>
                      <a:r>
                        <a:rPr lang="en-US" sz="1600" kern="1200" dirty="0">
                          <a:solidFill>
                            <a:schemeClr val="dk1"/>
                          </a:solidFill>
                          <a:effectLst/>
                        </a:rPr>
                        <a:t>It can be implicit and covert. It may challenge the reader’s intellect to discover the writer’s objectives and key ideas.</a:t>
                      </a:r>
                      <a:endParaRPr lang="en-US" sz="1600" dirty="0"/>
                    </a:p>
                  </a:txBody>
                  <a:tcPr/>
                </a:tc>
                <a:extLst>
                  <a:ext uri="{0D108BD9-81ED-4DB2-BD59-A6C34878D82A}">
                    <a16:rowId xmlns:a16="http://schemas.microsoft.com/office/drawing/2014/main" val="1013390792"/>
                  </a:ext>
                </a:extLst>
              </a:tr>
              <a:tr h="939854">
                <a:tc>
                  <a:txBody>
                    <a:bodyPr/>
                    <a:lstStyle/>
                    <a:p>
                      <a:r>
                        <a:rPr lang="en-US" sz="1350" b="1" kern="1200" dirty="0">
                          <a:solidFill>
                            <a:schemeClr val="dk1"/>
                          </a:solidFill>
                          <a:effectLst/>
                        </a:rPr>
                        <a:t>Grammatical Accuracy</a:t>
                      </a:r>
                      <a:endParaRPr lang="en-US" dirty="0"/>
                    </a:p>
                  </a:txBody>
                  <a:tcPr/>
                </a:tc>
                <a:tc>
                  <a:txBody>
                    <a:bodyPr/>
                    <a:lstStyle/>
                    <a:p>
                      <a:r>
                        <a:rPr lang="en-US" sz="1600" kern="1200" dirty="0">
                          <a:solidFill>
                            <a:schemeClr val="dk1"/>
                          </a:solidFill>
                          <a:effectLst/>
                        </a:rPr>
                        <a:t>It adheres to traditional conventions of punctuation, grammar, and spelling completely. </a:t>
                      </a:r>
                      <a:endParaRPr lang="en-US" sz="1600" dirty="0"/>
                    </a:p>
                  </a:txBody>
                  <a:tcPr/>
                </a:tc>
                <a:tc>
                  <a:txBody>
                    <a:bodyPr/>
                    <a:lstStyle/>
                    <a:p>
                      <a:r>
                        <a:rPr lang="en-US" sz="1600" kern="1200" dirty="0">
                          <a:solidFill>
                            <a:schemeClr val="dk1"/>
                          </a:solidFill>
                          <a:effectLst/>
                        </a:rPr>
                        <a:t>It tries to do the same.</a:t>
                      </a:r>
                      <a:endParaRPr lang="en-US" sz="1600" dirty="0"/>
                    </a:p>
                  </a:txBody>
                  <a:tcPr/>
                </a:tc>
                <a:extLst>
                  <a:ext uri="{0D108BD9-81ED-4DB2-BD59-A6C34878D82A}">
                    <a16:rowId xmlns:a16="http://schemas.microsoft.com/office/drawing/2014/main" val="841766888"/>
                  </a:ext>
                </a:extLst>
              </a:tr>
            </a:tbl>
          </a:graphicData>
        </a:graphic>
      </p:graphicFrame>
    </p:spTree>
    <p:extLst>
      <p:ext uri="{BB962C8B-B14F-4D97-AF65-F5344CB8AC3E}">
        <p14:creationId xmlns:p14="http://schemas.microsoft.com/office/powerpoint/2010/main" val="2146192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71FFA70-1080-463A-AFBE-735EE915170C}"/>
              </a:ext>
            </a:extLst>
          </p:cNvPr>
          <p:cNvGraphicFramePr>
            <a:graphicFrameLocks noGrp="1"/>
          </p:cNvGraphicFramePr>
          <p:nvPr>
            <p:ph idx="1"/>
            <p:extLst/>
          </p:nvPr>
        </p:nvGraphicFramePr>
        <p:xfrm>
          <a:off x="1143000" y="741190"/>
          <a:ext cx="7086600" cy="5334980"/>
        </p:xfrm>
        <a:graphic>
          <a:graphicData uri="http://schemas.openxmlformats.org/drawingml/2006/table">
            <a:tbl>
              <a:tblPr firstRow="1" bandRow="1">
                <a:tableStyleId>{7DF18680-E054-41AD-8BC1-D1AEF772440D}</a:tableStyleId>
              </a:tblPr>
              <a:tblGrid>
                <a:gridCol w="1700784">
                  <a:extLst>
                    <a:ext uri="{9D8B030D-6E8A-4147-A177-3AD203B41FA5}">
                      <a16:colId xmlns:a16="http://schemas.microsoft.com/office/drawing/2014/main" val="124552675"/>
                    </a:ext>
                  </a:extLst>
                </a:gridCol>
                <a:gridCol w="2622042">
                  <a:extLst>
                    <a:ext uri="{9D8B030D-6E8A-4147-A177-3AD203B41FA5}">
                      <a16:colId xmlns:a16="http://schemas.microsoft.com/office/drawing/2014/main" val="2656307931"/>
                    </a:ext>
                  </a:extLst>
                </a:gridCol>
                <a:gridCol w="2763774">
                  <a:extLst>
                    <a:ext uri="{9D8B030D-6E8A-4147-A177-3AD203B41FA5}">
                      <a16:colId xmlns:a16="http://schemas.microsoft.com/office/drawing/2014/main" val="2034511"/>
                    </a:ext>
                  </a:extLst>
                </a:gridCol>
              </a:tblGrid>
              <a:tr h="19560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Point of reference </a:t>
                      </a:r>
                    </a:p>
                    <a:p>
                      <a:endParaRPr lang="en-US"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Technical</a:t>
                      </a:r>
                      <a:r>
                        <a:rPr lang="en-US" sz="1400" b="1" dirty="0">
                          <a:solidFill>
                            <a:schemeClr val="bg1"/>
                          </a:solidFill>
                        </a:rPr>
                        <a:t> </a:t>
                      </a:r>
                    </a:p>
                    <a:p>
                      <a:endParaRPr lang="en-US" dirty="0"/>
                    </a:p>
                  </a:txBody>
                  <a:tcPr/>
                </a:tc>
                <a:tc>
                  <a:txBody>
                    <a:bodyPr/>
                    <a:lstStyle/>
                    <a:p>
                      <a:pPr algn="ctr"/>
                      <a:r>
                        <a:rPr lang="en-US" sz="1800" dirty="0">
                          <a:solidFill>
                            <a:schemeClr val="bg1"/>
                          </a:solidFill>
                        </a:rPr>
                        <a:t>Literary</a:t>
                      </a:r>
                      <a:endParaRPr lang="en-US" sz="1600" dirty="0"/>
                    </a:p>
                  </a:txBody>
                  <a:tcPr/>
                </a:tc>
                <a:extLst>
                  <a:ext uri="{0D108BD9-81ED-4DB2-BD59-A6C34878D82A}">
                    <a16:rowId xmlns:a16="http://schemas.microsoft.com/office/drawing/2014/main" val="3710214466"/>
                  </a:ext>
                </a:extLst>
              </a:tr>
              <a:tr h="1729446">
                <a:tc>
                  <a:txBody>
                    <a:bodyPr/>
                    <a:lstStyle/>
                    <a:p>
                      <a:r>
                        <a:rPr lang="en-US" sz="1350" b="1" kern="1200" dirty="0">
                          <a:solidFill>
                            <a:schemeClr val="dk1"/>
                          </a:solidFill>
                          <a:effectLst/>
                        </a:rPr>
                        <a:t>Tone and Style</a:t>
                      </a:r>
                      <a:endParaRPr lang="en-US" dirty="0"/>
                    </a:p>
                  </a:txBody>
                  <a:tcPr/>
                </a:tc>
                <a:tc>
                  <a:txBody>
                    <a:bodyPr/>
                    <a:lstStyle/>
                    <a:p>
                      <a:r>
                        <a:rPr lang="en-US" sz="1600" kern="1200" dirty="0">
                          <a:solidFill>
                            <a:schemeClr val="dk1"/>
                          </a:solidFill>
                          <a:effectLst/>
                        </a:rPr>
                        <a:t>It has a formal tone. The writer appears objective, tolerant, and serious. Sentences may be complex.</a:t>
                      </a:r>
                      <a:endParaRPr lang="en-US" sz="1600" dirty="0"/>
                    </a:p>
                  </a:txBody>
                  <a:tcPr/>
                </a:tc>
                <a:tc>
                  <a:txBody>
                    <a:bodyPr/>
                    <a:lstStyle/>
                    <a:p>
                      <a:r>
                        <a:rPr lang="en-US" sz="1600" kern="1200" dirty="0">
                          <a:solidFill>
                            <a:schemeClr val="dk1"/>
                          </a:solidFill>
                          <a:effectLst/>
                        </a:rPr>
                        <a:t>It can have variety of tones and styles, like, formal, informal, humorous, sarcastic, poetic, emotional,  friendly, casual, conversational </a:t>
                      </a:r>
                      <a:r>
                        <a:rPr lang="en-US" sz="1600" kern="1200" dirty="0" err="1">
                          <a:solidFill>
                            <a:schemeClr val="dk1"/>
                          </a:solidFill>
                          <a:effectLst/>
                        </a:rPr>
                        <a:t>etc</a:t>
                      </a:r>
                      <a:endParaRPr lang="en-US" sz="1600" dirty="0"/>
                    </a:p>
                  </a:txBody>
                  <a:tcPr/>
                </a:tc>
                <a:extLst>
                  <a:ext uri="{0D108BD9-81ED-4DB2-BD59-A6C34878D82A}">
                    <a16:rowId xmlns:a16="http://schemas.microsoft.com/office/drawing/2014/main" val="720772003"/>
                  </a:ext>
                </a:extLst>
              </a:tr>
              <a:tr h="1182374">
                <a:tc>
                  <a:txBody>
                    <a:bodyPr/>
                    <a:lstStyle/>
                    <a:p>
                      <a:r>
                        <a:rPr lang="en-US" sz="1350" b="1" kern="1200" dirty="0">
                          <a:solidFill>
                            <a:schemeClr val="dk1"/>
                          </a:solidFill>
                          <a:effectLst/>
                        </a:rPr>
                        <a:t>Stylistic Devices</a:t>
                      </a:r>
                      <a:endParaRPr lang="en-US" dirty="0"/>
                    </a:p>
                  </a:txBody>
                  <a:tcPr/>
                </a:tc>
                <a:tc>
                  <a:txBody>
                    <a:bodyPr/>
                    <a:lstStyle/>
                    <a:p>
                      <a:r>
                        <a:rPr lang="en-US" sz="1600" kern="1200" dirty="0">
                          <a:solidFill>
                            <a:schemeClr val="dk1"/>
                          </a:solidFill>
                          <a:effectLst/>
                        </a:rPr>
                        <a:t>It is more straight forward and down to earth.</a:t>
                      </a:r>
                      <a:endParaRPr lang="en-US" sz="1600" dirty="0"/>
                    </a:p>
                  </a:txBody>
                  <a:tcPr/>
                </a:tc>
                <a:tc>
                  <a:txBody>
                    <a:bodyPr/>
                    <a:lstStyle/>
                    <a:p>
                      <a:r>
                        <a:rPr lang="en-US" sz="1600" kern="1200" dirty="0">
                          <a:solidFill>
                            <a:schemeClr val="dk1"/>
                          </a:solidFill>
                          <a:effectLst/>
                        </a:rPr>
                        <a:t>It uses plenty of stylistic devices, like, metaphors, similes, irony, puns, oxymoron, etc.</a:t>
                      </a:r>
                      <a:endParaRPr lang="en-US" sz="1600" dirty="0"/>
                    </a:p>
                  </a:txBody>
                  <a:tcPr/>
                </a:tc>
                <a:extLst>
                  <a:ext uri="{0D108BD9-81ED-4DB2-BD59-A6C34878D82A}">
                    <a16:rowId xmlns:a16="http://schemas.microsoft.com/office/drawing/2014/main" val="2044919484"/>
                  </a:ext>
                </a:extLst>
              </a:tr>
              <a:tr h="1241493">
                <a:tc>
                  <a:txBody>
                    <a:bodyPr/>
                    <a:lstStyle/>
                    <a:p>
                      <a:r>
                        <a:rPr lang="en-US" sz="1350" b="1" kern="1200" dirty="0">
                          <a:solidFill>
                            <a:schemeClr val="dk1"/>
                          </a:solidFill>
                          <a:effectLst/>
                        </a:rPr>
                        <a:t>Vocabulary</a:t>
                      </a:r>
                      <a:endParaRPr lang="en-US" dirty="0"/>
                    </a:p>
                  </a:txBody>
                  <a:tcPr/>
                </a:tc>
                <a:tc>
                  <a:txBody>
                    <a:bodyPr/>
                    <a:lstStyle/>
                    <a:p>
                      <a:r>
                        <a:rPr lang="en-US" sz="1600" kern="1200" dirty="0">
                          <a:solidFill>
                            <a:schemeClr val="dk1"/>
                          </a:solidFill>
                          <a:effectLst/>
                        </a:rPr>
                        <a:t>It uses standard language in order to develop the formal tone and attitude which is the hallmark of technical writing. It may use technical words.</a:t>
                      </a:r>
                      <a:endParaRPr lang="en-US" sz="1600" dirty="0"/>
                    </a:p>
                  </a:txBody>
                  <a:tcPr/>
                </a:tc>
                <a:tc>
                  <a:txBody>
                    <a:bodyPr/>
                    <a:lstStyle/>
                    <a:p>
                      <a:pPr marL="0" marR="0">
                        <a:lnSpc>
                          <a:spcPct val="115000"/>
                        </a:lnSpc>
                        <a:spcBef>
                          <a:spcPts val="0"/>
                        </a:spcBef>
                        <a:spcAft>
                          <a:spcPts val="0"/>
                        </a:spcAft>
                      </a:pPr>
                      <a:r>
                        <a:rPr lang="en-US" sz="1800" dirty="0">
                          <a:effectLst/>
                        </a:rPr>
                        <a:t>It can use vocabulary belonging to different language varieties depending on the audience and tone.</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10342642"/>
                  </a:ext>
                </a:extLst>
              </a:tr>
            </a:tbl>
          </a:graphicData>
        </a:graphic>
      </p:graphicFrame>
    </p:spTree>
    <p:extLst>
      <p:ext uri="{BB962C8B-B14F-4D97-AF65-F5344CB8AC3E}">
        <p14:creationId xmlns:p14="http://schemas.microsoft.com/office/powerpoint/2010/main" val="11148051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55030B3-0662-4DDB-A55D-89841652987C}"/>
              </a:ext>
            </a:extLst>
          </p:cNvPr>
          <p:cNvGraphicFramePr>
            <a:graphicFrameLocks noGrp="1"/>
          </p:cNvGraphicFramePr>
          <p:nvPr>
            <p:ph idx="1"/>
            <p:extLst/>
          </p:nvPr>
        </p:nvGraphicFramePr>
        <p:xfrm>
          <a:off x="1066800" y="805180"/>
          <a:ext cx="7010400" cy="5516880"/>
        </p:xfrm>
        <a:graphic>
          <a:graphicData uri="http://schemas.openxmlformats.org/drawingml/2006/table">
            <a:tbl>
              <a:tblPr firstRow="1" bandRow="1">
                <a:tableStyleId>{7DF18680-E054-41AD-8BC1-D1AEF772440D}</a:tableStyleId>
              </a:tblPr>
              <a:tblGrid>
                <a:gridCol w="1905000">
                  <a:extLst>
                    <a:ext uri="{9D8B030D-6E8A-4147-A177-3AD203B41FA5}">
                      <a16:colId xmlns:a16="http://schemas.microsoft.com/office/drawing/2014/main" val="2514726680"/>
                    </a:ext>
                  </a:extLst>
                </a:gridCol>
                <a:gridCol w="2590800">
                  <a:extLst>
                    <a:ext uri="{9D8B030D-6E8A-4147-A177-3AD203B41FA5}">
                      <a16:colId xmlns:a16="http://schemas.microsoft.com/office/drawing/2014/main" val="2957971953"/>
                    </a:ext>
                  </a:extLst>
                </a:gridCol>
                <a:gridCol w="2514600">
                  <a:extLst>
                    <a:ext uri="{9D8B030D-6E8A-4147-A177-3AD203B41FA5}">
                      <a16:colId xmlns:a16="http://schemas.microsoft.com/office/drawing/2014/main" val="1975387520"/>
                    </a:ext>
                  </a:extLst>
                </a:gridCol>
              </a:tblGrid>
              <a:tr h="370840">
                <a:tc>
                  <a:txBody>
                    <a:bodyPr/>
                    <a:lstStyle/>
                    <a:p>
                      <a:pPr algn="ctr"/>
                      <a:r>
                        <a:rPr lang="en-US" sz="1800" dirty="0">
                          <a:solidFill>
                            <a:schemeClr val="bg1"/>
                          </a:solidFill>
                        </a:rPr>
                        <a:t>Point of reference </a:t>
                      </a:r>
                    </a:p>
                  </a:txBody>
                  <a:tcPr/>
                </a:tc>
                <a:tc>
                  <a:txBody>
                    <a:bodyPr/>
                    <a:lstStyle/>
                    <a:p>
                      <a:pPr algn="ctr"/>
                      <a:r>
                        <a:rPr lang="en-US" sz="1800" dirty="0">
                          <a:solidFill>
                            <a:schemeClr val="bg1"/>
                          </a:solidFill>
                        </a:rPr>
                        <a:t>Technical </a:t>
                      </a:r>
                    </a:p>
                  </a:txBody>
                  <a:tcPr/>
                </a:tc>
                <a:tc>
                  <a:txBody>
                    <a:bodyPr/>
                    <a:lstStyle/>
                    <a:p>
                      <a:pPr algn="ctr"/>
                      <a:r>
                        <a:rPr lang="en-US" sz="1800" dirty="0">
                          <a:solidFill>
                            <a:schemeClr val="bg1"/>
                          </a:solidFill>
                        </a:rPr>
                        <a:t>Literary</a:t>
                      </a:r>
                      <a:endParaRPr lang="en-US" sz="1600" dirty="0"/>
                    </a:p>
                  </a:txBody>
                  <a:tcPr/>
                </a:tc>
                <a:extLst>
                  <a:ext uri="{0D108BD9-81ED-4DB2-BD59-A6C34878D82A}">
                    <a16:rowId xmlns:a16="http://schemas.microsoft.com/office/drawing/2014/main" val="3396667043"/>
                  </a:ext>
                </a:extLst>
              </a:tr>
              <a:tr h="370840">
                <a:tc>
                  <a:txBody>
                    <a:bodyPr/>
                    <a:lstStyle/>
                    <a:p>
                      <a:r>
                        <a:rPr lang="en-US" sz="1350" b="1" kern="1200" dirty="0">
                          <a:solidFill>
                            <a:schemeClr val="dk1"/>
                          </a:solidFill>
                          <a:effectLst/>
                        </a:rPr>
                        <a:t>Content</a:t>
                      </a:r>
                      <a:endParaRPr lang="en-US" dirty="0"/>
                    </a:p>
                  </a:txBody>
                  <a:tcPr/>
                </a:tc>
                <a:tc>
                  <a:txBody>
                    <a:bodyPr/>
                    <a:lstStyle/>
                    <a:p>
                      <a:r>
                        <a:rPr lang="en-US" sz="1400" kern="1200" dirty="0">
                          <a:solidFill>
                            <a:schemeClr val="dk1"/>
                          </a:solidFill>
                          <a:effectLst/>
                        </a:rPr>
                        <a:t>It is usually based on factual, straightforward, specialized topics.</a:t>
                      </a:r>
                      <a:endParaRPr lang="en-US" sz="1400" dirty="0"/>
                    </a:p>
                  </a:txBody>
                  <a:tcPr/>
                </a:tc>
                <a:tc>
                  <a:txBody>
                    <a:bodyPr/>
                    <a:lstStyle/>
                    <a:p>
                      <a:r>
                        <a:rPr lang="en-US" sz="1400" kern="1200" dirty="0">
                          <a:solidFill>
                            <a:schemeClr val="dk1"/>
                          </a:solidFill>
                          <a:effectLst/>
                        </a:rPr>
                        <a:t>It can choose from a wide variety of topics, ranging from very important to less significant things in life.</a:t>
                      </a:r>
                      <a:endParaRPr lang="en-US" sz="1400" dirty="0"/>
                    </a:p>
                  </a:txBody>
                  <a:tcPr/>
                </a:tc>
                <a:extLst>
                  <a:ext uri="{0D108BD9-81ED-4DB2-BD59-A6C34878D82A}">
                    <a16:rowId xmlns:a16="http://schemas.microsoft.com/office/drawing/2014/main" val="3304726201"/>
                  </a:ext>
                </a:extLst>
              </a:tr>
              <a:tr h="370840">
                <a:tc>
                  <a:txBody>
                    <a:bodyPr/>
                    <a:lstStyle/>
                    <a:p>
                      <a:r>
                        <a:rPr lang="en-US" sz="1350" b="1" kern="1200" dirty="0">
                          <a:solidFill>
                            <a:schemeClr val="dk1"/>
                          </a:solidFill>
                          <a:effectLst/>
                        </a:rPr>
                        <a:t>Authenticity</a:t>
                      </a:r>
                      <a:endParaRPr lang="en-US" dirty="0"/>
                    </a:p>
                  </a:txBody>
                  <a:tcPr/>
                </a:tc>
                <a:tc>
                  <a:txBody>
                    <a:bodyPr/>
                    <a:lstStyle/>
                    <a:p>
                      <a:r>
                        <a:rPr lang="en-US" sz="1600" kern="1200" dirty="0">
                          <a:solidFill>
                            <a:schemeClr val="dk1"/>
                          </a:solidFill>
                          <a:effectLst/>
                        </a:rPr>
                        <a:t>It always informs readers about the sources from where it collects information.</a:t>
                      </a:r>
                      <a:endParaRPr lang="en-US" sz="1600" dirty="0"/>
                    </a:p>
                  </a:txBody>
                  <a:tcPr/>
                </a:tc>
                <a:tc>
                  <a:txBody>
                    <a:bodyPr/>
                    <a:lstStyle/>
                    <a:p>
                      <a:r>
                        <a:rPr lang="en-US" sz="1600" kern="1200" dirty="0">
                          <a:solidFill>
                            <a:schemeClr val="dk1"/>
                          </a:solidFill>
                          <a:effectLst/>
                        </a:rPr>
                        <a:t>Sources might be clear, or unclear, or sometimes not mentioned at all.</a:t>
                      </a:r>
                      <a:endParaRPr lang="en-US" sz="1600" dirty="0"/>
                    </a:p>
                  </a:txBody>
                  <a:tcPr/>
                </a:tc>
                <a:extLst>
                  <a:ext uri="{0D108BD9-81ED-4DB2-BD59-A6C34878D82A}">
                    <a16:rowId xmlns:a16="http://schemas.microsoft.com/office/drawing/2014/main" val="471136342"/>
                  </a:ext>
                </a:extLst>
              </a:tr>
              <a:tr h="370840">
                <a:tc>
                  <a:txBody>
                    <a:bodyPr/>
                    <a:lstStyle/>
                    <a:p>
                      <a:r>
                        <a:rPr lang="en-US" sz="1350" b="1" kern="1200" dirty="0">
                          <a:solidFill>
                            <a:schemeClr val="dk1"/>
                          </a:solidFill>
                          <a:effectLst/>
                        </a:rPr>
                        <a:t>Use of Visual Aids</a:t>
                      </a:r>
                      <a:endParaRPr lang="en-US" dirty="0"/>
                    </a:p>
                  </a:txBody>
                  <a:tcPr/>
                </a:tc>
                <a:tc>
                  <a:txBody>
                    <a:bodyPr/>
                    <a:lstStyle/>
                    <a:p>
                      <a:r>
                        <a:rPr lang="en-US" sz="1600" kern="1200" dirty="0">
                          <a:solidFill>
                            <a:schemeClr val="dk1"/>
                          </a:solidFill>
                          <a:effectLst/>
                        </a:rPr>
                        <a:t>It uses tables, graphs, figures to facilitate comprehension of facts, statistics, and data</a:t>
                      </a:r>
                      <a:endParaRPr lang="en-US" sz="16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rPr>
                        <a:t>Pictures might be used, but rarely.</a:t>
                      </a:r>
                    </a:p>
                    <a:p>
                      <a:endParaRPr lang="en-US" dirty="0"/>
                    </a:p>
                  </a:txBody>
                  <a:tcPr/>
                </a:tc>
                <a:extLst>
                  <a:ext uri="{0D108BD9-81ED-4DB2-BD59-A6C34878D82A}">
                    <a16:rowId xmlns:a16="http://schemas.microsoft.com/office/drawing/2014/main" val="301313201"/>
                  </a:ext>
                </a:extLst>
              </a:tr>
              <a:tr h="370840">
                <a:tc>
                  <a:txBody>
                    <a:bodyPr/>
                    <a:lstStyle/>
                    <a:p>
                      <a:r>
                        <a:rPr lang="en-US" sz="1350" b="1" kern="1200" dirty="0">
                          <a:solidFill>
                            <a:schemeClr val="dk1"/>
                          </a:solidFill>
                          <a:effectLst/>
                        </a:rPr>
                        <a:t>Summary</a:t>
                      </a:r>
                      <a:endParaRPr lang="en-US" dirty="0"/>
                    </a:p>
                  </a:txBody>
                  <a:tcPr/>
                </a:tc>
                <a:tc>
                  <a:txBody>
                    <a:bodyPr/>
                    <a:lstStyle/>
                    <a:p>
                      <a:r>
                        <a:rPr lang="en-US" sz="1600" kern="1200" dirty="0">
                          <a:solidFill>
                            <a:schemeClr val="dk1"/>
                          </a:solidFill>
                          <a:effectLst/>
                        </a:rPr>
                        <a:t>Informative, unemotional, limited interpretation possible.</a:t>
                      </a:r>
                      <a:endParaRPr lang="en-US" sz="1600" dirty="0"/>
                    </a:p>
                  </a:txBody>
                  <a:tcPr/>
                </a:tc>
                <a:tc>
                  <a:txBody>
                    <a:bodyPr/>
                    <a:lstStyle/>
                    <a:p>
                      <a:r>
                        <a:rPr lang="en-US" sz="1600" kern="1200" dirty="0">
                          <a:solidFill>
                            <a:schemeClr val="dk1"/>
                          </a:solidFill>
                          <a:effectLst/>
                        </a:rPr>
                        <a:t>Entertains, amuses, appeals to imagination and emotions. Suggestive, creative, dramatic, imaginative, metaphoric. Various interpretations possible</a:t>
                      </a:r>
                      <a:r>
                        <a:rPr lang="en-US" sz="1350" kern="1200" dirty="0">
                          <a:solidFill>
                            <a:schemeClr val="dk1"/>
                          </a:solidFill>
                          <a:effectLst/>
                        </a:rPr>
                        <a:t>.</a:t>
                      </a:r>
                      <a:endParaRPr lang="en-US" dirty="0"/>
                    </a:p>
                  </a:txBody>
                  <a:tcPr/>
                </a:tc>
                <a:extLst>
                  <a:ext uri="{0D108BD9-81ED-4DB2-BD59-A6C34878D82A}">
                    <a16:rowId xmlns:a16="http://schemas.microsoft.com/office/drawing/2014/main" val="1942911997"/>
                  </a:ext>
                </a:extLst>
              </a:tr>
            </a:tbl>
          </a:graphicData>
        </a:graphic>
      </p:graphicFrame>
    </p:spTree>
    <p:extLst>
      <p:ext uri="{BB962C8B-B14F-4D97-AF65-F5344CB8AC3E}">
        <p14:creationId xmlns:p14="http://schemas.microsoft.com/office/powerpoint/2010/main" val="1024941735"/>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8720</TotalTime>
  <Words>1937</Words>
  <Application>Microsoft Office PowerPoint</Application>
  <PresentationFormat>On-screen Show (4:3)</PresentationFormat>
  <Paragraphs>175</Paragraphs>
  <Slides>26</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26</vt:i4>
      </vt:variant>
    </vt:vector>
  </HeadingPairs>
  <TitlesOfParts>
    <vt:vector size="39" baseType="lpstr">
      <vt:lpstr>맑은 고딕</vt:lpstr>
      <vt:lpstr>Arial</vt:lpstr>
      <vt:lpstr>Arial Narrow</vt:lpstr>
      <vt:lpstr>Arial Rounded MT Bold</vt:lpstr>
      <vt:lpstr>Calibri</vt:lpstr>
      <vt:lpstr>Comic Sans MS</vt:lpstr>
      <vt:lpstr>MS Shell Dlg 2</vt:lpstr>
      <vt:lpstr>Symbol</vt:lpstr>
      <vt:lpstr>Times New Roman</vt:lpstr>
      <vt:lpstr>Wingdings</vt:lpstr>
      <vt:lpstr>Wingdings 3</vt:lpstr>
      <vt:lpstr>Custom Design</vt:lpstr>
      <vt:lpstr>Madison</vt:lpstr>
      <vt:lpstr>PowerPoint Presentation</vt:lpstr>
      <vt:lpstr>4 language skills</vt:lpstr>
      <vt:lpstr>How would “writing” be seen separately?</vt:lpstr>
      <vt:lpstr>Importance of writing </vt:lpstr>
      <vt:lpstr>PowerPoint Presentation</vt:lpstr>
      <vt:lpstr>Let’s Compare!</vt:lpstr>
      <vt:lpstr>PowerPoint Presentation</vt:lpstr>
      <vt:lpstr>PowerPoint Presentation</vt:lpstr>
      <vt:lpstr>PowerPoint Presentation</vt:lpstr>
      <vt:lpstr>What is Technical Writing?</vt:lpstr>
      <vt:lpstr>Common Purposes of Technical Writing</vt:lpstr>
      <vt:lpstr>Attributes of Technical Writing </vt:lpstr>
      <vt:lpstr>TW as a Profession</vt:lpstr>
      <vt:lpstr>The Importance of Technical Writer </vt:lpstr>
      <vt:lpstr>A technical writer should be good at/with</vt:lpstr>
      <vt:lpstr>Technical Writer- job post Source Code Private Ltd </vt:lpstr>
      <vt:lpstr>Genres of writing </vt:lpstr>
      <vt:lpstr>Example of literary text </vt:lpstr>
      <vt:lpstr>Example of a technical text</vt:lpstr>
      <vt:lpstr>Example of Journalistic Writing</vt:lpstr>
      <vt:lpstr>Example of academic writing </vt:lpstr>
      <vt:lpstr>Example of creative writing </vt:lpstr>
      <vt:lpstr>Common Purposes of Technical Writing </vt:lpstr>
      <vt:lpstr>DIFFERENCE BETWEEN TECHNICAL AND LITERARY WRITING </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FastPc23</cp:lastModifiedBy>
  <cp:revision>102</cp:revision>
  <dcterms:created xsi:type="dcterms:W3CDTF">2014-04-01T16:35:38Z</dcterms:created>
  <dcterms:modified xsi:type="dcterms:W3CDTF">2023-08-25T06:25:23Z</dcterms:modified>
</cp:coreProperties>
</file>